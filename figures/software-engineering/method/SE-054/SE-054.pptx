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d111e3b82f4268" /><Relationship Type="http://schemas.openxmlformats.org/officeDocument/2006/relationships/extended-properties" Target="/docProps/app.xml" Id="Re165ce4daf874a44" /><Relationship Type="http://schemas.openxmlformats.org/officeDocument/2006/relationships/officeDocument" Target="/ppt/presentation.xml" Id="R19ea11dd5a744d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eabe2167c8480b"/>
  </p:sldMasterIdLst>
  <p:notesMasterIdLst>
    <p:notesMasterId xmlns:r="http://schemas.openxmlformats.org/officeDocument/2006/relationships" r:id="R72ecf268c2da443c"/>
  </p:notesMasterIdLst>
  <p:sldIdLst>
    <p:sldId xmlns:r="http://schemas.openxmlformats.org/officeDocument/2006/relationships" id="256" r:id="R24cb54d334124c63"/>
  </p:sldIdLst>
  <p:sldSz cx="13030200" cy="47434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3bc5b030b14d6d" /><Relationship Type="http://schemas.openxmlformats.org/officeDocument/2006/relationships/slideMaster" Target="/ppt/slideMasters/slideMaster1.xml" Id="Rabeabe2167c8480b" /><Relationship Type="http://schemas.openxmlformats.org/officeDocument/2006/relationships/notesMaster" Target="/ppt/notesMasters/notesMaster1.xml" Id="R72ecf268c2da443c" /><Relationship Type="http://schemas.openxmlformats.org/officeDocument/2006/relationships/presProps" Target="/ppt/presProps.xml" Id="R6fd45c9f1025436e" /><Relationship Type="http://schemas.openxmlformats.org/officeDocument/2006/relationships/tableStyles" Target="/ppt/tableStyles.xml" Id="Ref0f767d3f274e38" /><Relationship Type="http://schemas.openxmlformats.org/officeDocument/2006/relationships/slide" Target="/ppt/slides/slide1.xml" Id="R24cb54d334124c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a7b3ab5e4241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a0576dd7774755" /><Relationship Type="http://schemas.openxmlformats.org/officeDocument/2006/relationships/notesMaster" Target="/ppt/notesMasters/notesMaster1.xml" Id="R9363c2a99c144dc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素材ID：SE-054</ns1:t>
            </ns1:r>
          </ns1:p>
          <ns1:p>
            <ns1:r>
              <ns1:t>论文：LLM Meets Bounded Model Checking: Neuro-symbolic Loop Invariant Inference</ns1:t>
            </ns1:r>
          </ns1:p>
          <ns1:p>
            <ns1:r>
              <ns1:t>会议：ASE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2，PDF第4页</ns1:t>
            </ns1:r>
          </ns1:p>
          <ns1:p>
            <ns1:r>
              <ns1:t>类型：方法细节</ns1:t>
            </ns1:r>
          </ns1:p>
          <ns1:p>
            <ns1:r>
              <ns1:t>借鉴点：蛇形的五个虚线分区联接LLM、SMT与BMC；候选失败后拆分筛选组合，再验证并反馈反例，能够表现两个不同粒度的循环。</ns1:t>
            </ns1:r>
          </ns1:p>
          <ns1:p>
            <ns1:r>
              <ns1:t>论文URL：https://cs.nju.edu.cn/yuanyao/static/ase2024.pdf</ns1:t>
            </ns1:r>
          </ns1:p>
          <ns1:p>
            <ns1:r>
              <ns1:t>官方获奖URL：https://conf.researchr.org/info/ase-2024/awards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c09311a5943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981feb42e2431c" /><Relationship Type="http://schemas.openxmlformats.org/officeDocument/2006/relationships/slideLayout" Target="/ppt/slideLayouts/slideLayout1.xml" Id="R7667b613eafa49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67b613eafa49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bc6c8e1ff40ea" /><Relationship Type="http://schemas.openxmlformats.org/officeDocument/2006/relationships/notesSlide" Target="/ppt/notesSlides/notesSlide1.xml" Id="Rf56b4de911f047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E6D425-1284-4907-A781-45FDE93C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67" y="851581"/>
            <a:ext cx="2157129" cy="363241"/>
          </a:xfrm>
          <a:custGeom xmlns:a="http://schemas.openxmlformats.org/drawingml/2006/main">
            <a:pathLst>
              <a:path w="2157129" h="363241">
                <a:moveTo>
                  <a:pt x="0" y="0"/>
                </a:moveTo>
                <a:lnTo>
                  <a:pt x="2157129" y="0"/>
                </a:lnTo>
                <a:lnTo>
                  <a:pt x="2157129" y="363241"/>
                </a:lnTo>
                <a:lnTo>
                  <a:pt x="0" y="3632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A0F140-0484-4F53-8903-26DE1ED0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67" y="1214831"/>
            <a:ext cx="2157129" cy="403395"/>
          </a:xfrm>
          <a:custGeom xmlns:a="http://schemas.openxmlformats.org/drawingml/2006/main">
            <a:pathLst>
              <a:path w="2157129" h="403395">
                <a:moveTo>
                  <a:pt x="0" y="0"/>
                </a:moveTo>
                <a:lnTo>
                  <a:pt x="2157129" y="0"/>
                </a:lnTo>
                <a:lnTo>
                  <a:pt x="2157129" y="403395"/>
                </a:lnTo>
                <a:lnTo>
                  <a:pt x="0" y="4033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92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Program">
            <a:extLst xmlns:a="http://schemas.openxmlformats.org/drawingml/2006/main">
              <a:ext uri="{FF2B5EF4-FFF2-40B4-BE49-F238E27FC236}">
                <a16:creationId xmlns:a16="http://schemas.microsoft.com/office/drawing/2014/main" id="{13E4583F-D10A-4176-ACAB-F80860F3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80" y="958601"/>
            <a:ext cx="730951" cy="170551"/>
          </a:xfrm>
          <a:custGeom xmlns:a="http://schemas.openxmlformats.org/drawingml/2006/main">
            <a:pathLst>
              <a:path w="730951" h="170551">
                <a:moveTo>
                  <a:pt x="67238" y="40985"/>
                </a:moveTo>
                <a:cubicBezTo>
                  <a:pt x="67238" y="33304"/>
                  <a:pt x="64920" y="27323"/>
                  <a:pt x="60282" y="23042"/>
                </a:cubicBezTo>
                <a:cubicBezTo>
                  <a:pt x="55645" y="18761"/>
                  <a:pt x="48658" y="16621"/>
                  <a:pt x="39321" y="16621"/>
                </a:cubicBezTo>
                <a:lnTo>
                  <a:pt x="22853" y="16621"/>
                </a:lnTo>
                <a:lnTo>
                  <a:pt x="22853" y="66294"/>
                </a:lnTo>
                <a:lnTo>
                  <a:pt x="40076" y="66294"/>
                </a:lnTo>
                <a:cubicBezTo>
                  <a:pt x="48658" y="66294"/>
                  <a:pt x="55330" y="64106"/>
                  <a:pt x="60094" y="59731"/>
                </a:cubicBezTo>
                <a:cubicBezTo>
                  <a:pt x="64857" y="55355"/>
                  <a:pt x="67238" y="49107"/>
                  <a:pt x="67238" y="40985"/>
                </a:cubicBezTo>
                <a:moveTo>
                  <a:pt x="90280" y="40796"/>
                </a:moveTo>
                <a:cubicBezTo>
                  <a:pt x="90280" y="49107"/>
                  <a:pt x="88405" y="56410"/>
                  <a:pt x="84653" y="62705"/>
                </a:cubicBezTo>
                <a:cubicBezTo>
                  <a:pt x="80903" y="69001"/>
                  <a:pt x="75449" y="73912"/>
                  <a:pt x="68292" y="77437"/>
                </a:cubicBezTo>
                <a:cubicBezTo>
                  <a:pt x="61136" y="80963"/>
                  <a:pt x="52673" y="82726"/>
                  <a:pt x="42903" y="82726"/>
                </a:cubicBezTo>
                <a:lnTo>
                  <a:pt x="22853" y="82726"/>
                </a:lnTo>
                <a:lnTo>
                  <a:pt x="22853" y="133154"/>
                </a:lnTo>
                <a:lnTo>
                  <a:pt x="0" y="133154"/>
                </a:lnTo>
                <a:lnTo>
                  <a:pt x="0" y="0"/>
                </a:lnTo>
                <a:lnTo>
                  <a:pt x="41974" y="0"/>
                </a:lnTo>
                <a:cubicBezTo>
                  <a:pt x="57477" y="0"/>
                  <a:pt x="69403" y="3541"/>
                  <a:pt x="77753" y="10624"/>
                </a:cubicBezTo>
                <a:cubicBezTo>
                  <a:pt x="86105" y="17707"/>
                  <a:pt x="90280" y="27764"/>
                  <a:pt x="90280" y="40796"/>
                </a:cubicBezTo>
                <a:close/>
                <a:moveTo>
                  <a:pt x="155509" y="52429"/>
                </a:moveTo>
                <a:cubicBezTo>
                  <a:pt x="148438" y="52429"/>
                  <a:pt x="142788" y="55530"/>
                  <a:pt x="138558" y="61731"/>
                </a:cubicBezTo>
                <a:cubicBezTo>
                  <a:pt x="134328" y="67931"/>
                  <a:pt x="132213" y="76285"/>
                  <a:pt x="132213" y="86795"/>
                </a:cubicBezTo>
                <a:lnTo>
                  <a:pt x="132213" y="133154"/>
                </a:lnTo>
                <a:lnTo>
                  <a:pt x="110493" y="133154"/>
                </a:lnTo>
                <a:lnTo>
                  <a:pt x="110493" y="60179"/>
                </a:lnTo>
                <a:cubicBezTo>
                  <a:pt x="110493" y="49970"/>
                  <a:pt x="110241" y="41998"/>
                  <a:pt x="109737" y="36263"/>
                </a:cubicBezTo>
                <a:lnTo>
                  <a:pt x="130510" y="36263"/>
                </a:lnTo>
                <a:cubicBezTo>
                  <a:pt x="131142" y="43818"/>
                  <a:pt x="131457" y="51121"/>
                  <a:pt x="131457" y="58172"/>
                </a:cubicBezTo>
                <a:lnTo>
                  <a:pt x="131835" y="58172"/>
                </a:lnTo>
                <a:cubicBezTo>
                  <a:pt x="134867" y="49268"/>
                  <a:pt x="138371" y="43075"/>
                  <a:pt x="142347" y="39595"/>
                </a:cubicBezTo>
                <a:cubicBezTo>
                  <a:pt x="146325" y="36115"/>
                  <a:pt x="151565" y="34375"/>
                  <a:pt x="158068" y="34375"/>
                </a:cubicBezTo>
                <a:cubicBezTo>
                  <a:pt x="161035" y="34375"/>
                  <a:pt x="163497" y="34784"/>
                  <a:pt x="165454" y="35602"/>
                </a:cubicBezTo>
                <a:lnTo>
                  <a:pt x="165454" y="53451"/>
                </a:lnTo>
                <a:cubicBezTo>
                  <a:pt x="162234" y="52770"/>
                  <a:pt x="158919" y="52429"/>
                  <a:pt x="155509" y="52429"/>
                </a:cubicBezTo>
                <a:close/>
                <a:moveTo>
                  <a:pt x="275355" y="84520"/>
                </a:moveTo>
                <a:cubicBezTo>
                  <a:pt x="275355" y="100322"/>
                  <a:pt x="270959" y="112693"/>
                  <a:pt x="262169" y="121633"/>
                </a:cubicBezTo>
                <a:cubicBezTo>
                  <a:pt x="253379" y="130573"/>
                  <a:pt x="241043" y="135043"/>
                  <a:pt x="225162" y="135043"/>
                </a:cubicBezTo>
                <a:cubicBezTo>
                  <a:pt x="209785" y="135043"/>
                  <a:pt x="197748" y="130510"/>
                  <a:pt x="189052" y="121444"/>
                </a:cubicBezTo>
                <a:cubicBezTo>
                  <a:pt x="180356" y="112378"/>
                  <a:pt x="176008" y="100070"/>
                  <a:pt x="176008" y="84520"/>
                </a:cubicBezTo>
                <a:cubicBezTo>
                  <a:pt x="176008" y="68718"/>
                  <a:pt x="180372" y="56410"/>
                  <a:pt x="189100" y="47596"/>
                </a:cubicBezTo>
                <a:cubicBezTo>
                  <a:pt x="197827" y="38782"/>
                  <a:pt x="210037" y="34375"/>
                  <a:pt x="225729" y="34375"/>
                </a:cubicBezTo>
                <a:cubicBezTo>
                  <a:pt x="241924" y="34375"/>
                  <a:pt x="254244" y="38671"/>
                  <a:pt x="262688" y="47265"/>
                </a:cubicBezTo>
                <a:cubicBezTo>
                  <a:pt x="271133" y="55859"/>
                  <a:pt x="275355" y="68277"/>
                  <a:pt x="275355" y="84520"/>
                </a:cubicBezTo>
                <a:moveTo>
                  <a:pt x="252501" y="84520"/>
                </a:moveTo>
                <a:cubicBezTo>
                  <a:pt x="252501" y="61792"/>
                  <a:pt x="243734" y="50429"/>
                  <a:pt x="226201" y="50429"/>
                </a:cubicBezTo>
                <a:cubicBezTo>
                  <a:pt x="207975" y="50429"/>
                  <a:pt x="198862" y="61792"/>
                  <a:pt x="198862" y="84520"/>
                </a:cubicBezTo>
                <a:cubicBezTo>
                  <a:pt x="198862" y="95663"/>
                  <a:pt x="201093" y="104194"/>
                  <a:pt x="205555" y="110112"/>
                </a:cubicBezTo>
                <a:cubicBezTo>
                  <a:pt x="210017" y="116030"/>
                  <a:pt x="216490" y="118989"/>
                  <a:pt x="224973" y="118989"/>
                </a:cubicBezTo>
                <a:cubicBezTo>
                  <a:pt x="243325" y="118989"/>
                  <a:pt x="252501" y="107499"/>
                  <a:pt x="252501" y="84520"/>
                </a:cubicBezTo>
                <a:close/>
                <a:moveTo>
                  <a:pt x="291660" y="84142"/>
                </a:moveTo>
                <a:cubicBezTo>
                  <a:pt x="291660" y="68122"/>
                  <a:pt x="295196" y="55822"/>
                  <a:pt x="302269" y="47244"/>
                </a:cubicBezTo>
                <a:cubicBezTo>
                  <a:pt x="309344" y="38665"/>
                  <a:pt x="319451" y="34375"/>
                  <a:pt x="332592" y="34375"/>
                </a:cubicBezTo>
                <a:cubicBezTo>
                  <a:pt x="339759" y="34375"/>
                  <a:pt x="346061" y="36005"/>
                  <a:pt x="351499" y="39265"/>
                </a:cubicBezTo>
                <a:cubicBezTo>
                  <a:pt x="356939" y="42523"/>
                  <a:pt x="361074" y="47125"/>
                  <a:pt x="363903" y="53073"/>
                </a:cubicBezTo>
                <a:lnTo>
                  <a:pt x="364281" y="53073"/>
                </a:lnTo>
                <a:cubicBezTo>
                  <a:pt x="364281" y="47627"/>
                  <a:pt x="364690" y="42024"/>
                  <a:pt x="365508" y="36263"/>
                </a:cubicBezTo>
                <a:lnTo>
                  <a:pt x="386284" y="36263"/>
                </a:lnTo>
                <a:cubicBezTo>
                  <a:pt x="385780" y="41937"/>
                  <a:pt x="385529" y="49124"/>
                  <a:pt x="385529" y="57824"/>
                </a:cubicBezTo>
                <a:lnTo>
                  <a:pt x="385529" y="130360"/>
                </a:lnTo>
                <a:cubicBezTo>
                  <a:pt x="385529" y="141330"/>
                  <a:pt x="381476" y="150770"/>
                  <a:pt x="373370" y="158681"/>
                </a:cubicBezTo>
                <a:cubicBezTo>
                  <a:pt x="365266" y="166594"/>
                  <a:pt x="353738" y="170551"/>
                  <a:pt x="338786" y="170551"/>
                </a:cubicBezTo>
                <a:cubicBezTo>
                  <a:pt x="314097" y="170551"/>
                  <a:pt x="299836" y="161894"/>
                  <a:pt x="296004" y="144581"/>
                </a:cubicBezTo>
                <a:lnTo>
                  <a:pt x="317570" y="141276"/>
                </a:lnTo>
                <a:cubicBezTo>
                  <a:pt x="319955" y="150141"/>
                  <a:pt x="327237" y="154573"/>
                  <a:pt x="339417" y="154573"/>
                </a:cubicBezTo>
                <a:cubicBezTo>
                  <a:pt x="347391" y="154573"/>
                  <a:pt x="353481" y="152182"/>
                  <a:pt x="357688" y="147399"/>
                </a:cubicBezTo>
                <a:cubicBezTo>
                  <a:pt x="361894" y="142616"/>
                  <a:pt x="363997" y="137048"/>
                  <a:pt x="363997" y="130693"/>
                </a:cubicBezTo>
                <a:lnTo>
                  <a:pt x="363997" y="120497"/>
                </a:lnTo>
                <a:cubicBezTo>
                  <a:pt x="363997" y="118421"/>
                  <a:pt x="364092" y="116345"/>
                  <a:pt x="364281" y="114267"/>
                </a:cubicBezTo>
                <a:lnTo>
                  <a:pt x="363903" y="114267"/>
                </a:lnTo>
                <a:cubicBezTo>
                  <a:pt x="360633" y="120752"/>
                  <a:pt x="356310" y="125584"/>
                  <a:pt x="350933" y="128763"/>
                </a:cubicBezTo>
                <a:cubicBezTo>
                  <a:pt x="345558" y="131942"/>
                  <a:pt x="338815" y="133532"/>
                  <a:pt x="330706" y="133532"/>
                </a:cubicBezTo>
                <a:cubicBezTo>
                  <a:pt x="318130" y="133532"/>
                  <a:pt x="308478" y="129243"/>
                  <a:pt x="301749" y="120665"/>
                </a:cubicBezTo>
                <a:cubicBezTo>
                  <a:pt x="295023" y="112085"/>
                  <a:pt x="291660" y="99911"/>
                  <a:pt x="291660" y="84142"/>
                </a:cubicBezTo>
                <a:moveTo>
                  <a:pt x="314513" y="84142"/>
                </a:moveTo>
                <a:cubicBezTo>
                  <a:pt x="314513" y="106366"/>
                  <a:pt x="322666" y="117478"/>
                  <a:pt x="338972" y="117478"/>
                </a:cubicBezTo>
                <a:cubicBezTo>
                  <a:pt x="347190" y="117478"/>
                  <a:pt x="353430" y="114527"/>
                  <a:pt x="357694" y="108625"/>
                </a:cubicBezTo>
                <a:cubicBezTo>
                  <a:pt x="361959" y="102720"/>
                  <a:pt x="364092" y="94402"/>
                  <a:pt x="364092" y="83670"/>
                </a:cubicBezTo>
                <a:cubicBezTo>
                  <a:pt x="364092" y="72936"/>
                  <a:pt x="361959" y="64681"/>
                  <a:pt x="357694" y="58904"/>
                </a:cubicBezTo>
                <a:cubicBezTo>
                  <a:pt x="353430" y="53128"/>
                  <a:pt x="347253" y="50240"/>
                  <a:pt x="339161" y="50240"/>
                </a:cubicBezTo>
                <a:cubicBezTo>
                  <a:pt x="331321" y="50240"/>
                  <a:pt x="325252" y="53002"/>
                  <a:pt x="320955" y="58526"/>
                </a:cubicBezTo>
                <a:cubicBezTo>
                  <a:pt x="316660" y="64051"/>
                  <a:pt x="314513" y="72590"/>
                  <a:pt x="314513" y="84142"/>
                </a:cubicBezTo>
                <a:close/>
                <a:moveTo>
                  <a:pt x="459153" y="52429"/>
                </a:moveTo>
                <a:cubicBezTo>
                  <a:pt x="452083" y="52429"/>
                  <a:pt x="446432" y="55530"/>
                  <a:pt x="442202" y="61731"/>
                </a:cubicBezTo>
                <a:cubicBezTo>
                  <a:pt x="437972" y="67931"/>
                  <a:pt x="435857" y="76285"/>
                  <a:pt x="435857" y="86795"/>
                </a:cubicBezTo>
                <a:lnTo>
                  <a:pt x="435857" y="133154"/>
                </a:lnTo>
                <a:lnTo>
                  <a:pt x="414137" y="133154"/>
                </a:lnTo>
                <a:lnTo>
                  <a:pt x="414137" y="60179"/>
                </a:lnTo>
                <a:cubicBezTo>
                  <a:pt x="414137" y="49970"/>
                  <a:pt x="413885" y="41998"/>
                  <a:pt x="413382" y="36263"/>
                </a:cubicBezTo>
                <a:lnTo>
                  <a:pt x="434155" y="36263"/>
                </a:lnTo>
                <a:cubicBezTo>
                  <a:pt x="434786" y="43818"/>
                  <a:pt x="435102" y="51121"/>
                  <a:pt x="435102" y="58172"/>
                </a:cubicBezTo>
                <a:lnTo>
                  <a:pt x="435480" y="58172"/>
                </a:lnTo>
                <a:cubicBezTo>
                  <a:pt x="438511" y="49268"/>
                  <a:pt x="442015" y="43075"/>
                  <a:pt x="445991" y="39595"/>
                </a:cubicBezTo>
                <a:cubicBezTo>
                  <a:pt x="449970" y="36115"/>
                  <a:pt x="455210" y="34375"/>
                  <a:pt x="461712" y="34375"/>
                </a:cubicBezTo>
                <a:cubicBezTo>
                  <a:pt x="464679" y="34375"/>
                  <a:pt x="467141" y="34784"/>
                  <a:pt x="469099" y="35602"/>
                </a:cubicBezTo>
                <a:lnTo>
                  <a:pt x="469099" y="53451"/>
                </a:lnTo>
                <a:cubicBezTo>
                  <a:pt x="465878" y="52770"/>
                  <a:pt x="462563" y="52429"/>
                  <a:pt x="459153" y="52429"/>
                </a:cubicBezTo>
                <a:close/>
                <a:moveTo>
                  <a:pt x="516105" y="119744"/>
                </a:moveTo>
                <a:cubicBezTo>
                  <a:pt x="522842" y="119744"/>
                  <a:pt x="528161" y="117393"/>
                  <a:pt x="532065" y="112691"/>
                </a:cubicBezTo>
                <a:cubicBezTo>
                  <a:pt x="535968" y="107987"/>
                  <a:pt x="537920" y="101941"/>
                  <a:pt x="537920" y="94554"/>
                </a:cubicBezTo>
                <a:lnTo>
                  <a:pt x="537920" y="85748"/>
                </a:lnTo>
                <a:lnTo>
                  <a:pt x="527626" y="86125"/>
                </a:lnTo>
                <a:cubicBezTo>
                  <a:pt x="518372" y="86568"/>
                  <a:pt x="511714" y="88210"/>
                  <a:pt x="507653" y="91051"/>
                </a:cubicBezTo>
                <a:cubicBezTo>
                  <a:pt x="503592" y="93892"/>
                  <a:pt x="501562" y="98343"/>
                  <a:pt x="501562" y="104404"/>
                </a:cubicBezTo>
                <a:cubicBezTo>
                  <a:pt x="501562" y="114631"/>
                  <a:pt x="506410" y="119744"/>
                  <a:pt x="516105" y="119744"/>
                </a:cubicBezTo>
                <a:moveTo>
                  <a:pt x="559545" y="133154"/>
                </a:moveTo>
                <a:lnTo>
                  <a:pt x="538581" y="133154"/>
                </a:lnTo>
                <a:lnTo>
                  <a:pt x="537825" y="117856"/>
                </a:lnTo>
                <a:cubicBezTo>
                  <a:pt x="534609" y="124151"/>
                  <a:pt x="530730" y="128590"/>
                  <a:pt x="526189" y="131171"/>
                </a:cubicBezTo>
                <a:cubicBezTo>
                  <a:pt x="521650" y="133752"/>
                  <a:pt x="516071" y="135043"/>
                  <a:pt x="509450" y="135043"/>
                </a:cubicBezTo>
                <a:cubicBezTo>
                  <a:pt x="499487" y="135043"/>
                  <a:pt x="491873" y="132458"/>
                  <a:pt x="486606" y="127287"/>
                </a:cubicBezTo>
                <a:cubicBezTo>
                  <a:pt x="481341" y="122117"/>
                  <a:pt x="478709" y="114929"/>
                  <a:pt x="478709" y="105724"/>
                </a:cubicBezTo>
                <a:cubicBezTo>
                  <a:pt x="478709" y="95635"/>
                  <a:pt x="482303" y="87911"/>
                  <a:pt x="489492" y="82551"/>
                </a:cubicBezTo>
                <a:cubicBezTo>
                  <a:pt x="496681" y="77192"/>
                  <a:pt x="507274" y="74291"/>
                  <a:pt x="521273" y="73849"/>
                </a:cubicBezTo>
                <a:lnTo>
                  <a:pt x="537825" y="73282"/>
                </a:lnTo>
                <a:lnTo>
                  <a:pt x="537825" y="70275"/>
                </a:lnTo>
                <a:cubicBezTo>
                  <a:pt x="537825" y="62816"/>
                  <a:pt x="536611" y="57411"/>
                  <a:pt x="534184" y="54058"/>
                </a:cubicBezTo>
                <a:cubicBezTo>
                  <a:pt x="531756" y="50706"/>
                  <a:pt x="527640" y="49030"/>
                  <a:pt x="521836" y="49030"/>
                </a:cubicBezTo>
                <a:cubicBezTo>
                  <a:pt x="516729" y="49030"/>
                  <a:pt x="512960" y="49989"/>
                  <a:pt x="510530" y="51907"/>
                </a:cubicBezTo>
                <a:cubicBezTo>
                  <a:pt x="508103" y="53823"/>
                  <a:pt x="506448" y="56793"/>
                  <a:pt x="505567" y="60817"/>
                </a:cubicBezTo>
                <a:lnTo>
                  <a:pt x="484564" y="57511"/>
                </a:lnTo>
                <a:cubicBezTo>
                  <a:pt x="486454" y="49264"/>
                  <a:pt x="490410" y="43346"/>
                  <a:pt x="496430" y="39757"/>
                </a:cubicBezTo>
                <a:cubicBezTo>
                  <a:pt x="502450" y="36169"/>
                  <a:pt x="511008" y="34375"/>
                  <a:pt x="522102" y="34375"/>
                </a:cubicBezTo>
                <a:cubicBezTo>
                  <a:pt x="535024" y="34375"/>
                  <a:pt x="544495" y="37428"/>
                  <a:pt x="550515" y="43535"/>
                </a:cubicBezTo>
                <a:cubicBezTo>
                  <a:pt x="556535" y="49642"/>
                  <a:pt x="559545" y="59117"/>
                  <a:pt x="559545" y="71960"/>
                </a:cubicBezTo>
                <a:lnTo>
                  <a:pt x="559545" y="133154"/>
                </a:lnTo>
                <a:close/>
                <a:moveTo>
                  <a:pt x="647848" y="133154"/>
                </a:moveTo>
                <a:lnTo>
                  <a:pt x="647848" y="79054"/>
                </a:lnTo>
                <a:cubicBezTo>
                  <a:pt x="647848" y="69046"/>
                  <a:pt x="646447" y="61950"/>
                  <a:pt x="643646" y="57765"/>
                </a:cubicBezTo>
                <a:cubicBezTo>
                  <a:pt x="640844" y="53578"/>
                  <a:pt x="636390" y="51485"/>
                  <a:pt x="630283" y="51485"/>
                </a:cubicBezTo>
                <a:cubicBezTo>
                  <a:pt x="623610" y="51485"/>
                  <a:pt x="618321" y="54192"/>
                  <a:pt x="614418" y="59607"/>
                </a:cubicBezTo>
                <a:cubicBezTo>
                  <a:pt x="610515" y="65019"/>
                  <a:pt x="608563" y="72477"/>
                  <a:pt x="608563" y="81982"/>
                </a:cubicBezTo>
                <a:lnTo>
                  <a:pt x="608563" y="133154"/>
                </a:lnTo>
                <a:lnTo>
                  <a:pt x="586843" y="133154"/>
                </a:lnTo>
                <a:lnTo>
                  <a:pt x="586843" y="58571"/>
                </a:lnTo>
                <a:cubicBezTo>
                  <a:pt x="586843" y="51073"/>
                  <a:pt x="586559" y="43637"/>
                  <a:pt x="585993" y="36263"/>
                </a:cubicBezTo>
                <a:lnTo>
                  <a:pt x="606674" y="36263"/>
                </a:lnTo>
                <a:cubicBezTo>
                  <a:pt x="607367" y="45707"/>
                  <a:pt x="607713" y="51940"/>
                  <a:pt x="607713" y="54962"/>
                </a:cubicBezTo>
                <a:lnTo>
                  <a:pt x="608091" y="54962"/>
                </a:lnTo>
                <a:cubicBezTo>
                  <a:pt x="611748" y="47566"/>
                  <a:pt x="615973" y="42287"/>
                  <a:pt x="620766" y="39123"/>
                </a:cubicBezTo>
                <a:cubicBezTo>
                  <a:pt x="625558" y="35957"/>
                  <a:pt x="631643" y="34375"/>
                  <a:pt x="639018" y="34375"/>
                </a:cubicBezTo>
                <a:cubicBezTo>
                  <a:pt x="654215" y="34375"/>
                  <a:pt x="663799" y="41237"/>
                  <a:pt x="667771" y="54962"/>
                </a:cubicBezTo>
                <a:lnTo>
                  <a:pt x="668435" y="54962"/>
                </a:lnTo>
                <a:cubicBezTo>
                  <a:pt x="671839" y="47881"/>
                  <a:pt x="675984" y="42680"/>
                  <a:pt x="680871" y="39359"/>
                </a:cubicBezTo>
                <a:cubicBezTo>
                  <a:pt x="685758" y="36036"/>
                  <a:pt x="692079" y="34375"/>
                  <a:pt x="699835" y="34375"/>
                </a:cubicBezTo>
                <a:cubicBezTo>
                  <a:pt x="710239" y="34375"/>
                  <a:pt x="718026" y="37522"/>
                  <a:pt x="723196" y="43818"/>
                </a:cubicBezTo>
                <a:cubicBezTo>
                  <a:pt x="728366" y="50114"/>
                  <a:pt x="730951" y="59967"/>
                  <a:pt x="730951" y="73376"/>
                </a:cubicBezTo>
                <a:lnTo>
                  <a:pt x="730951" y="133154"/>
                </a:lnTo>
                <a:lnTo>
                  <a:pt x="709042" y="133154"/>
                </a:lnTo>
                <a:lnTo>
                  <a:pt x="709042" y="79054"/>
                </a:lnTo>
                <a:cubicBezTo>
                  <a:pt x="709042" y="69235"/>
                  <a:pt x="707610" y="62186"/>
                  <a:pt x="704746" y="57907"/>
                </a:cubicBezTo>
                <a:cubicBezTo>
                  <a:pt x="701881" y="53626"/>
                  <a:pt x="697332" y="51485"/>
                  <a:pt x="691100" y="51485"/>
                </a:cubicBezTo>
                <a:cubicBezTo>
                  <a:pt x="684489" y="51485"/>
                  <a:pt x="679279" y="54145"/>
                  <a:pt x="675471" y="59465"/>
                </a:cubicBezTo>
                <a:cubicBezTo>
                  <a:pt x="671662" y="64783"/>
                  <a:pt x="669757" y="72100"/>
                  <a:pt x="669757" y="81415"/>
                </a:cubicBezTo>
                <a:lnTo>
                  <a:pt x="669757" y="133154"/>
                </a:lnTo>
                <a:lnTo>
                  <a:pt x="647848" y="1331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Taskdescription">
            <a:extLst xmlns:a="http://schemas.openxmlformats.org/drawingml/2006/main">
              <a:ext uri="{FF2B5EF4-FFF2-40B4-BE49-F238E27FC236}">
                <a16:creationId xmlns:a16="http://schemas.microsoft.com/office/drawing/2014/main" id="{C3C35B3C-6742-4E6C-B9AC-83F92666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79" y="1313597"/>
            <a:ext cx="1411252" cy="174517"/>
          </a:xfrm>
          <a:custGeom xmlns:a="http://schemas.openxmlformats.org/drawingml/2006/main">
            <a:pathLst>
              <a:path w="1411252" h="174517">
                <a:moveTo>
                  <a:pt x="101802" y="4155"/>
                </a:moveTo>
                <a:lnTo>
                  <a:pt x="101802" y="22665"/>
                </a:lnTo>
                <a:lnTo>
                  <a:pt x="62139" y="22665"/>
                </a:lnTo>
                <a:lnTo>
                  <a:pt x="62139" y="137309"/>
                </a:lnTo>
                <a:lnTo>
                  <a:pt x="39285" y="137309"/>
                </a:lnTo>
                <a:lnTo>
                  <a:pt x="39285" y="22665"/>
                </a:lnTo>
                <a:lnTo>
                  <a:pt x="0" y="22665"/>
                </a:lnTo>
                <a:lnTo>
                  <a:pt x="0" y="4155"/>
                </a:lnTo>
                <a:lnTo>
                  <a:pt x="101802" y="4155"/>
                </a:lnTo>
                <a:close/>
                <a:moveTo>
                  <a:pt x="148877" y="123900"/>
                </a:moveTo>
                <a:cubicBezTo>
                  <a:pt x="155614" y="123900"/>
                  <a:pt x="160934" y="121548"/>
                  <a:pt x="164837" y="116846"/>
                </a:cubicBezTo>
                <a:cubicBezTo>
                  <a:pt x="168740" y="112142"/>
                  <a:pt x="170692" y="106096"/>
                  <a:pt x="170692" y="98709"/>
                </a:cubicBezTo>
                <a:lnTo>
                  <a:pt x="170692" y="89903"/>
                </a:lnTo>
                <a:lnTo>
                  <a:pt x="160399" y="90280"/>
                </a:lnTo>
                <a:cubicBezTo>
                  <a:pt x="151144" y="90723"/>
                  <a:pt x="144486" y="92365"/>
                  <a:pt x="140425" y="95206"/>
                </a:cubicBezTo>
                <a:cubicBezTo>
                  <a:pt x="136365" y="98047"/>
                  <a:pt x="134334" y="102498"/>
                  <a:pt x="134334" y="108560"/>
                </a:cubicBezTo>
                <a:cubicBezTo>
                  <a:pt x="134334" y="118786"/>
                  <a:pt x="139182" y="123900"/>
                  <a:pt x="148877" y="123900"/>
                </a:cubicBezTo>
                <a:moveTo>
                  <a:pt x="192318" y="137309"/>
                </a:moveTo>
                <a:lnTo>
                  <a:pt x="171353" y="137309"/>
                </a:lnTo>
                <a:lnTo>
                  <a:pt x="170598" y="122011"/>
                </a:lnTo>
                <a:cubicBezTo>
                  <a:pt x="167381" y="128307"/>
                  <a:pt x="163502" y="132745"/>
                  <a:pt x="158961" y="135326"/>
                </a:cubicBezTo>
                <a:cubicBezTo>
                  <a:pt x="154423" y="137908"/>
                  <a:pt x="148843" y="139198"/>
                  <a:pt x="142223" y="139198"/>
                </a:cubicBezTo>
                <a:cubicBezTo>
                  <a:pt x="132260" y="139198"/>
                  <a:pt x="124645" y="136613"/>
                  <a:pt x="119378" y="131443"/>
                </a:cubicBezTo>
                <a:cubicBezTo>
                  <a:pt x="114113" y="126272"/>
                  <a:pt x="111481" y="119084"/>
                  <a:pt x="111481" y="109879"/>
                </a:cubicBezTo>
                <a:cubicBezTo>
                  <a:pt x="111481" y="99790"/>
                  <a:pt x="115075" y="92066"/>
                  <a:pt x="122264" y="86707"/>
                </a:cubicBezTo>
                <a:cubicBezTo>
                  <a:pt x="129453" y="81347"/>
                  <a:pt x="140047" y="78447"/>
                  <a:pt x="154045" y="78004"/>
                </a:cubicBezTo>
                <a:lnTo>
                  <a:pt x="170598" y="77437"/>
                </a:lnTo>
                <a:lnTo>
                  <a:pt x="170598" y="74430"/>
                </a:lnTo>
                <a:cubicBezTo>
                  <a:pt x="170598" y="66972"/>
                  <a:pt x="169384" y="61566"/>
                  <a:pt x="166956" y="58214"/>
                </a:cubicBezTo>
                <a:cubicBezTo>
                  <a:pt x="164528" y="54861"/>
                  <a:pt x="160412" y="53185"/>
                  <a:pt x="154608" y="53185"/>
                </a:cubicBezTo>
                <a:cubicBezTo>
                  <a:pt x="149501" y="53185"/>
                  <a:pt x="145733" y="54144"/>
                  <a:pt x="143303" y="56062"/>
                </a:cubicBezTo>
                <a:cubicBezTo>
                  <a:pt x="140875" y="57979"/>
                  <a:pt x="139220" y="60948"/>
                  <a:pt x="138339" y="64972"/>
                </a:cubicBezTo>
                <a:lnTo>
                  <a:pt x="117336" y="61666"/>
                </a:lnTo>
                <a:cubicBezTo>
                  <a:pt x="119227" y="53419"/>
                  <a:pt x="123182" y="47501"/>
                  <a:pt x="129202" y="43913"/>
                </a:cubicBezTo>
                <a:cubicBezTo>
                  <a:pt x="135223" y="40324"/>
                  <a:pt x="143780" y="38530"/>
                  <a:pt x="154874" y="38530"/>
                </a:cubicBezTo>
                <a:cubicBezTo>
                  <a:pt x="167796" y="38530"/>
                  <a:pt x="177267" y="41583"/>
                  <a:pt x="183287" y="47690"/>
                </a:cubicBezTo>
                <a:cubicBezTo>
                  <a:pt x="189308" y="53797"/>
                  <a:pt x="192318" y="63272"/>
                  <a:pt x="192318" y="76115"/>
                </a:cubicBezTo>
                <a:lnTo>
                  <a:pt x="192318" y="137309"/>
                </a:lnTo>
                <a:close/>
                <a:moveTo>
                  <a:pt x="282698" y="109451"/>
                </a:moveTo>
                <a:cubicBezTo>
                  <a:pt x="282698" y="118769"/>
                  <a:pt x="279534" y="126056"/>
                  <a:pt x="273207" y="131313"/>
                </a:cubicBezTo>
                <a:cubicBezTo>
                  <a:pt x="266880" y="136570"/>
                  <a:pt x="258019" y="139198"/>
                  <a:pt x="246623" y="139198"/>
                </a:cubicBezTo>
                <a:cubicBezTo>
                  <a:pt x="234788" y="139198"/>
                  <a:pt x="226099" y="137341"/>
                  <a:pt x="220559" y="133626"/>
                </a:cubicBezTo>
                <a:cubicBezTo>
                  <a:pt x="215019" y="129912"/>
                  <a:pt x="211368" y="123931"/>
                  <a:pt x="209605" y="115684"/>
                </a:cubicBezTo>
                <a:lnTo>
                  <a:pt x="228303" y="112756"/>
                </a:lnTo>
                <a:cubicBezTo>
                  <a:pt x="229184" y="117094"/>
                  <a:pt x="231057" y="120207"/>
                  <a:pt x="233922" y="122093"/>
                </a:cubicBezTo>
                <a:cubicBezTo>
                  <a:pt x="236786" y="123978"/>
                  <a:pt x="240894" y="124921"/>
                  <a:pt x="246246" y="124921"/>
                </a:cubicBezTo>
                <a:cubicBezTo>
                  <a:pt x="251093" y="124921"/>
                  <a:pt x="255013" y="123883"/>
                  <a:pt x="258003" y="121807"/>
                </a:cubicBezTo>
                <a:cubicBezTo>
                  <a:pt x="260993" y="119730"/>
                  <a:pt x="262489" y="116363"/>
                  <a:pt x="262489" y="111708"/>
                </a:cubicBezTo>
                <a:cubicBezTo>
                  <a:pt x="262489" y="108877"/>
                  <a:pt x="261828" y="106534"/>
                  <a:pt x="260506" y="104679"/>
                </a:cubicBezTo>
                <a:cubicBezTo>
                  <a:pt x="259183" y="102822"/>
                  <a:pt x="257216" y="101217"/>
                  <a:pt x="254603" y="99866"/>
                </a:cubicBezTo>
                <a:cubicBezTo>
                  <a:pt x="251991" y="98512"/>
                  <a:pt x="246907" y="96828"/>
                  <a:pt x="239352" y="94813"/>
                </a:cubicBezTo>
                <a:cubicBezTo>
                  <a:pt x="232427" y="92988"/>
                  <a:pt x="227280" y="90926"/>
                  <a:pt x="223912" y="88628"/>
                </a:cubicBezTo>
                <a:cubicBezTo>
                  <a:pt x="220544" y="86330"/>
                  <a:pt x="217947" y="83434"/>
                  <a:pt x="216121" y="79940"/>
                </a:cubicBezTo>
                <a:cubicBezTo>
                  <a:pt x="214295" y="76446"/>
                  <a:pt x="213382" y="72149"/>
                  <a:pt x="213382" y="67049"/>
                </a:cubicBezTo>
                <a:cubicBezTo>
                  <a:pt x="213382" y="58046"/>
                  <a:pt x="216196" y="51042"/>
                  <a:pt x="221822" y="46037"/>
                </a:cubicBezTo>
                <a:cubicBezTo>
                  <a:pt x="227449" y="41032"/>
                  <a:pt x="235669" y="38530"/>
                  <a:pt x="246482" y="38530"/>
                </a:cubicBezTo>
                <a:cubicBezTo>
                  <a:pt x="256478" y="38530"/>
                  <a:pt x="264164" y="40364"/>
                  <a:pt x="269539" y="44034"/>
                </a:cubicBezTo>
                <a:cubicBezTo>
                  <a:pt x="274914" y="47703"/>
                  <a:pt x="278293" y="53332"/>
                  <a:pt x="279676" y="60920"/>
                </a:cubicBezTo>
                <a:lnTo>
                  <a:pt x="260827" y="62894"/>
                </a:lnTo>
                <a:cubicBezTo>
                  <a:pt x="260137" y="59215"/>
                  <a:pt x="258613" y="56627"/>
                  <a:pt x="256256" y="55130"/>
                </a:cubicBezTo>
                <a:cubicBezTo>
                  <a:pt x="253901" y="53633"/>
                  <a:pt x="250713" y="52884"/>
                  <a:pt x="246691" y="52884"/>
                </a:cubicBezTo>
                <a:cubicBezTo>
                  <a:pt x="237832" y="52884"/>
                  <a:pt x="233403" y="56787"/>
                  <a:pt x="233403" y="64594"/>
                </a:cubicBezTo>
                <a:cubicBezTo>
                  <a:pt x="233403" y="67112"/>
                  <a:pt x="233953" y="69190"/>
                  <a:pt x="235055" y="70827"/>
                </a:cubicBezTo>
                <a:cubicBezTo>
                  <a:pt x="236157" y="72464"/>
                  <a:pt x="237762" y="73864"/>
                  <a:pt x="239871" y="75029"/>
                </a:cubicBezTo>
                <a:cubicBezTo>
                  <a:pt x="241980" y="76194"/>
                  <a:pt x="246781" y="77846"/>
                  <a:pt x="254273" y="79987"/>
                </a:cubicBezTo>
                <a:cubicBezTo>
                  <a:pt x="262520" y="82316"/>
                  <a:pt x="268375" y="84662"/>
                  <a:pt x="271838" y="87022"/>
                </a:cubicBezTo>
                <a:cubicBezTo>
                  <a:pt x="275300" y="89383"/>
                  <a:pt x="277976" y="92358"/>
                  <a:pt x="279865" y="95947"/>
                </a:cubicBezTo>
                <a:cubicBezTo>
                  <a:pt x="281754" y="99535"/>
                  <a:pt x="282698" y="104037"/>
                  <a:pt x="282698" y="109451"/>
                </a:cubicBezTo>
                <a:close/>
                <a:moveTo>
                  <a:pt x="365111" y="137309"/>
                </a:moveTo>
                <a:lnTo>
                  <a:pt x="335364" y="94300"/>
                </a:lnTo>
                <a:lnTo>
                  <a:pt x="324692" y="102997"/>
                </a:lnTo>
                <a:lnTo>
                  <a:pt x="324692" y="137309"/>
                </a:lnTo>
                <a:lnTo>
                  <a:pt x="302783" y="137309"/>
                </a:lnTo>
                <a:lnTo>
                  <a:pt x="302783" y="0"/>
                </a:lnTo>
                <a:lnTo>
                  <a:pt x="324692" y="0"/>
                </a:lnTo>
                <a:lnTo>
                  <a:pt x="324692" y="84089"/>
                </a:lnTo>
                <a:lnTo>
                  <a:pt x="363541" y="40418"/>
                </a:lnTo>
                <a:lnTo>
                  <a:pt x="388342" y="40418"/>
                </a:lnTo>
                <a:lnTo>
                  <a:pt x="350662" y="80686"/>
                </a:lnTo>
                <a:lnTo>
                  <a:pt x="390420" y="137309"/>
                </a:lnTo>
                <a:lnTo>
                  <a:pt x="365111" y="137309"/>
                </a:lnTo>
                <a:close/>
                <a:moveTo>
                  <a:pt x="474127" y="88675"/>
                </a:moveTo>
                <a:cubicBezTo>
                  <a:pt x="474127" y="111706"/>
                  <a:pt x="482154" y="123221"/>
                  <a:pt x="498208" y="123221"/>
                </a:cubicBezTo>
                <a:cubicBezTo>
                  <a:pt x="506708" y="123221"/>
                  <a:pt x="513161" y="120280"/>
                  <a:pt x="517568" y="114397"/>
                </a:cubicBezTo>
                <a:cubicBezTo>
                  <a:pt x="521975" y="108512"/>
                  <a:pt x="524178" y="99970"/>
                  <a:pt x="524178" y="88769"/>
                </a:cubicBezTo>
                <a:cubicBezTo>
                  <a:pt x="524178" y="77569"/>
                  <a:pt x="522006" y="69059"/>
                  <a:pt x="517662" y="63239"/>
                </a:cubicBezTo>
                <a:cubicBezTo>
                  <a:pt x="513318" y="57418"/>
                  <a:pt x="506928" y="54507"/>
                  <a:pt x="498492" y="54507"/>
                </a:cubicBezTo>
                <a:cubicBezTo>
                  <a:pt x="482249" y="54507"/>
                  <a:pt x="474127" y="65896"/>
                  <a:pt x="474127" y="88675"/>
                </a:cubicBezTo>
                <a:moveTo>
                  <a:pt x="451463" y="88958"/>
                </a:moveTo>
                <a:cubicBezTo>
                  <a:pt x="451463" y="73282"/>
                  <a:pt x="455119" y="60958"/>
                  <a:pt x="462432" y="51987"/>
                </a:cubicBezTo>
                <a:cubicBezTo>
                  <a:pt x="469745" y="43015"/>
                  <a:pt x="480020" y="38530"/>
                  <a:pt x="493256" y="38530"/>
                </a:cubicBezTo>
                <a:cubicBezTo>
                  <a:pt x="500443" y="38530"/>
                  <a:pt x="506495" y="39852"/>
                  <a:pt x="511412" y="42496"/>
                </a:cubicBezTo>
                <a:cubicBezTo>
                  <a:pt x="516330" y="45140"/>
                  <a:pt x="520491" y="49484"/>
                  <a:pt x="523895" y="55528"/>
                </a:cubicBezTo>
                <a:lnTo>
                  <a:pt x="524273" y="55528"/>
                </a:lnTo>
                <a:cubicBezTo>
                  <a:pt x="524147" y="53010"/>
                  <a:pt x="524037" y="50507"/>
                  <a:pt x="523942" y="48021"/>
                </a:cubicBezTo>
                <a:cubicBezTo>
                  <a:pt x="523848" y="45534"/>
                  <a:pt x="523800" y="43031"/>
                  <a:pt x="523800" y="40513"/>
                </a:cubicBezTo>
                <a:lnTo>
                  <a:pt x="523800" y="0"/>
                </a:lnTo>
                <a:lnTo>
                  <a:pt x="545710" y="0"/>
                </a:lnTo>
                <a:lnTo>
                  <a:pt x="545710" y="115684"/>
                </a:lnTo>
                <a:cubicBezTo>
                  <a:pt x="545710" y="122294"/>
                  <a:pt x="545961" y="129503"/>
                  <a:pt x="546465" y="137309"/>
                </a:cubicBezTo>
                <a:lnTo>
                  <a:pt x="525128" y="137309"/>
                </a:lnTo>
                <a:cubicBezTo>
                  <a:pt x="524875" y="136359"/>
                  <a:pt x="524621" y="133795"/>
                  <a:pt x="524367" y="129616"/>
                </a:cubicBezTo>
                <a:cubicBezTo>
                  <a:pt x="524115" y="125437"/>
                  <a:pt x="523989" y="122524"/>
                  <a:pt x="523989" y="120878"/>
                </a:cubicBezTo>
                <a:lnTo>
                  <a:pt x="523612" y="120878"/>
                </a:lnTo>
                <a:cubicBezTo>
                  <a:pt x="517245" y="132965"/>
                  <a:pt x="506938" y="139009"/>
                  <a:pt x="492690" y="139009"/>
                </a:cubicBezTo>
                <a:cubicBezTo>
                  <a:pt x="479514" y="139009"/>
                  <a:pt x="469349" y="134728"/>
                  <a:pt x="462193" y="126166"/>
                </a:cubicBezTo>
                <a:cubicBezTo>
                  <a:pt x="455040" y="117604"/>
                  <a:pt x="451463" y="105201"/>
                  <a:pt x="451463" y="88958"/>
                </a:cubicBezTo>
                <a:close/>
                <a:moveTo>
                  <a:pt x="591128" y="93037"/>
                </a:moveTo>
                <a:cubicBezTo>
                  <a:pt x="591443" y="102909"/>
                  <a:pt x="593624" y="110502"/>
                  <a:pt x="597670" y="115816"/>
                </a:cubicBezTo>
                <a:cubicBezTo>
                  <a:pt x="601719" y="121130"/>
                  <a:pt x="607260" y="123787"/>
                  <a:pt x="614291" y="123787"/>
                </a:cubicBezTo>
                <a:cubicBezTo>
                  <a:pt x="619060" y="123787"/>
                  <a:pt x="623312" y="122585"/>
                  <a:pt x="627046" y="120181"/>
                </a:cubicBezTo>
                <a:cubicBezTo>
                  <a:pt x="630782" y="117777"/>
                  <a:pt x="634156" y="113728"/>
                  <a:pt x="637168" y="108034"/>
                </a:cubicBezTo>
                <a:lnTo>
                  <a:pt x="654211" y="116274"/>
                </a:lnTo>
                <a:cubicBezTo>
                  <a:pt x="650500" y="122274"/>
                  <a:pt x="646790" y="126821"/>
                  <a:pt x="643079" y="129914"/>
                </a:cubicBezTo>
                <a:cubicBezTo>
                  <a:pt x="639369" y="133009"/>
                  <a:pt x="635045" y="135329"/>
                  <a:pt x="630109" y="136876"/>
                </a:cubicBezTo>
                <a:cubicBezTo>
                  <a:pt x="625173" y="138424"/>
                  <a:pt x="619309" y="139198"/>
                  <a:pt x="612518" y="139198"/>
                </a:cubicBezTo>
                <a:cubicBezTo>
                  <a:pt x="598366" y="139198"/>
                  <a:pt x="587454" y="134744"/>
                  <a:pt x="579781" y="125835"/>
                </a:cubicBezTo>
                <a:cubicBezTo>
                  <a:pt x="572110" y="116927"/>
                  <a:pt x="568274" y="104414"/>
                  <a:pt x="568274" y="88297"/>
                </a:cubicBezTo>
                <a:cubicBezTo>
                  <a:pt x="568274" y="72054"/>
                  <a:pt x="572304" y="59699"/>
                  <a:pt x="580362" y="51231"/>
                </a:cubicBezTo>
                <a:cubicBezTo>
                  <a:pt x="588421" y="42764"/>
                  <a:pt x="599407" y="38530"/>
                  <a:pt x="613320" y="38530"/>
                </a:cubicBezTo>
                <a:cubicBezTo>
                  <a:pt x="627108" y="38530"/>
                  <a:pt x="637653" y="43049"/>
                  <a:pt x="644956" y="52087"/>
                </a:cubicBezTo>
                <a:cubicBezTo>
                  <a:pt x="652259" y="61123"/>
                  <a:pt x="655911" y="73892"/>
                  <a:pt x="655911" y="90393"/>
                </a:cubicBezTo>
                <a:lnTo>
                  <a:pt x="655911" y="93037"/>
                </a:lnTo>
                <a:lnTo>
                  <a:pt x="591128" y="93037"/>
                </a:lnTo>
                <a:moveTo>
                  <a:pt x="612565" y="53563"/>
                </a:moveTo>
                <a:cubicBezTo>
                  <a:pt x="606234" y="53563"/>
                  <a:pt x="601187" y="55828"/>
                  <a:pt x="597426" y="60359"/>
                </a:cubicBezTo>
                <a:cubicBezTo>
                  <a:pt x="593666" y="64888"/>
                  <a:pt x="591630" y="71147"/>
                  <a:pt x="591317" y="79137"/>
                </a:cubicBezTo>
                <a:lnTo>
                  <a:pt x="633246" y="79137"/>
                </a:lnTo>
                <a:cubicBezTo>
                  <a:pt x="632619" y="70581"/>
                  <a:pt x="630675" y="64180"/>
                  <a:pt x="627415" y="59934"/>
                </a:cubicBezTo>
                <a:cubicBezTo>
                  <a:pt x="624157" y="55687"/>
                  <a:pt x="619207" y="53563"/>
                  <a:pt x="612565" y="53563"/>
                </a:cubicBezTo>
                <a:close/>
                <a:moveTo>
                  <a:pt x="740099" y="109451"/>
                </a:moveTo>
                <a:cubicBezTo>
                  <a:pt x="740099" y="118769"/>
                  <a:pt x="736935" y="126056"/>
                  <a:pt x="730608" y="131313"/>
                </a:cubicBezTo>
                <a:cubicBezTo>
                  <a:pt x="724281" y="136570"/>
                  <a:pt x="715420" y="139198"/>
                  <a:pt x="704024" y="139198"/>
                </a:cubicBezTo>
                <a:cubicBezTo>
                  <a:pt x="692189" y="139198"/>
                  <a:pt x="683500" y="137341"/>
                  <a:pt x="677960" y="133626"/>
                </a:cubicBezTo>
                <a:cubicBezTo>
                  <a:pt x="672420" y="129912"/>
                  <a:pt x="668769" y="123931"/>
                  <a:pt x="667006" y="115684"/>
                </a:cubicBezTo>
                <a:lnTo>
                  <a:pt x="685704" y="112756"/>
                </a:lnTo>
                <a:cubicBezTo>
                  <a:pt x="686585" y="117094"/>
                  <a:pt x="688458" y="120207"/>
                  <a:pt x="691323" y="122093"/>
                </a:cubicBezTo>
                <a:cubicBezTo>
                  <a:pt x="694187" y="123978"/>
                  <a:pt x="698295" y="124921"/>
                  <a:pt x="703647" y="124921"/>
                </a:cubicBezTo>
                <a:cubicBezTo>
                  <a:pt x="708494" y="124921"/>
                  <a:pt x="712414" y="123883"/>
                  <a:pt x="715404" y="121807"/>
                </a:cubicBezTo>
                <a:cubicBezTo>
                  <a:pt x="718394" y="119730"/>
                  <a:pt x="719890" y="116363"/>
                  <a:pt x="719890" y="111708"/>
                </a:cubicBezTo>
                <a:cubicBezTo>
                  <a:pt x="719890" y="108877"/>
                  <a:pt x="719229" y="106534"/>
                  <a:pt x="717907" y="104679"/>
                </a:cubicBezTo>
                <a:cubicBezTo>
                  <a:pt x="716584" y="102822"/>
                  <a:pt x="714617" y="101217"/>
                  <a:pt x="712004" y="99866"/>
                </a:cubicBezTo>
                <a:cubicBezTo>
                  <a:pt x="709392" y="98512"/>
                  <a:pt x="704308" y="96828"/>
                  <a:pt x="696753" y="94813"/>
                </a:cubicBezTo>
                <a:cubicBezTo>
                  <a:pt x="689828" y="92988"/>
                  <a:pt x="684681" y="90926"/>
                  <a:pt x="681313" y="88628"/>
                </a:cubicBezTo>
                <a:cubicBezTo>
                  <a:pt x="677945" y="86330"/>
                  <a:pt x="675348" y="83434"/>
                  <a:pt x="673522" y="79940"/>
                </a:cubicBezTo>
                <a:cubicBezTo>
                  <a:pt x="671696" y="76446"/>
                  <a:pt x="670783" y="72149"/>
                  <a:pt x="670783" y="67049"/>
                </a:cubicBezTo>
                <a:cubicBezTo>
                  <a:pt x="670783" y="58046"/>
                  <a:pt x="673597" y="51042"/>
                  <a:pt x="679223" y="46037"/>
                </a:cubicBezTo>
                <a:cubicBezTo>
                  <a:pt x="684850" y="41032"/>
                  <a:pt x="693070" y="38530"/>
                  <a:pt x="703883" y="38530"/>
                </a:cubicBezTo>
                <a:cubicBezTo>
                  <a:pt x="713879" y="38530"/>
                  <a:pt x="721565" y="40364"/>
                  <a:pt x="726940" y="44034"/>
                </a:cubicBezTo>
                <a:cubicBezTo>
                  <a:pt x="732315" y="47703"/>
                  <a:pt x="735694" y="53332"/>
                  <a:pt x="737077" y="60920"/>
                </a:cubicBezTo>
                <a:lnTo>
                  <a:pt x="718228" y="62894"/>
                </a:lnTo>
                <a:cubicBezTo>
                  <a:pt x="717538" y="59215"/>
                  <a:pt x="716014" y="56627"/>
                  <a:pt x="713657" y="55130"/>
                </a:cubicBezTo>
                <a:cubicBezTo>
                  <a:pt x="711302" y="53633"/>
                  <a:pt x="708114" y="52884"/>
                  <a:pt x="704092" y="52884"/>
                </a:cubicBezTo>
                <a:cubicBezTo>
                  <a:pt x="695233" y="52884"/>
                  <a:pt x="690804" y="56787"/>
                  <a:pt x="690804" y="64594"/>
                </a:cubicBezTo>
                <a:cubicBezTo>
                  <a:pt x="690804" y="67112"/>
                  <a:pt x="691354" y="69190"/>
                  <a:pt x="692456" y="70827"/>
                </a:cubicBezTo>
                <a:cubicBezTo>
                  <a:pt x="693558" y="72464"/>
                  <a:pt x="695163" y="73864"/>
                  <a:pt x="697272" y="75029"/>
                </a:cubicBezTo>
                <a:cubicBezTo>
                  <a:pt x="699381" y="76194"/>
                  <a:pt x="704182" y="77846"/>
                  <a:pt x="711674" y="79987"/>
                </a:cubicBezTo>
                <a:cubicBezTo>
                  <a:pt x="719921" y="82316"/>
                  <a:pt x="725776" y="84662"/>
                  <a:pt x="729239" y="87022"/>
                </a:cubicBezTo>
                <a:cubicBezTo>
                  <a:pt x="732701" y="89383"/>
                  <a:pt x="735377" y="92358"/>
                  <a:pt x="737266" y="95947"/>
                </a:cubicBezTo>
                <a:cubicBezTo>
                  <a:pt x="739155" y="99535"/>
                  <a:pt x="740099" y="104037"/>
                  <a:pt x="740099" y="109451"/>
                </a:cubicBezTo>
                <a:close/>
                <a:moveTo>
                  <a:pt x="795692" y="139198"/>
                </a:moveTo>
                <a:cubicBezTo>
                  <a:pt x="782408" y="139198"/>
                  <a:pt x="772162" y="134854"/>
                  <a:pt x="764953" y="126166"/>
                </a:cubicBezTo>
                <a:cubicBezTo>
                  <a:pt x="757745" y="117478"/>
                  <a:pt x="754140" y="105233"/>
                  <a:pt x="754140" y="89431"/>
                </a:cubicBezTo>
                <a:cubicBezTo>
                  <a:pt x="754140" y="73188"/>
                  <a:pt x="757823" y="60643"/>
                  <a:pt x="765189" y="51798"/>
                </a:cubicBezTo>
                <a:cubicBezTo>
                  <a:pt x="772555" y="42952"/>
                  <a:pt x="782975" y="38530"/>
                  <a:pt x="796448" y="38530"/>
                </a:cubicBezTo>
                <a:cubicBezTo>
                  <a:pt x="818420" y="38530"/>
                  <a:pt x="831011" y="48571"/>
                  <a:pt x="834222" y="68655"/>
                </a:cubicBezTo>
                <a:lnTo>
                  <a:pt x="812502" y="70449"/>
                </a:lnTo>
                <a:cubicBezTo>
                  <a:pt x="811809" y="65098"/>
                  <a:pt x="810031" y="61084"/>
                  <a:pt x="807166" y="58408"/>
                </a:cubicBezTo>
                <a:cubicBezTo>
                  <a:pt x="804301" y="55733"/>
                  <a:pt x="800792" y="54395"/>
                  <a:pt x="796636" y="54395"/>
                </a:cubicBezTo>
                <a:cubicBezTo>
                  <a:pt x="789522" y="54395"/>
                  <a:pt x="784313" y="57197"/>
                  <a:pt x="781007" y="62800"/>
                </a:cubicBezTo>
                <a:cubicBezTo>
                  <a:pt x="777702" y="68401"/>
                  <a:pt x="776049" y="76960"/>
                  <a:pt x="776049" y="88477"/>
                </a:cubicBezTo>
                <a:cubicBezTo>
                  <a:pt x="776049" y="100185"/>
                  <a:pt x="777765" y="108934"/>
                  <a:pt x="781196" y="114725"/>
                </a:cubicBezTo>
                <a:cubicBezTo>
                  <a:pt x="784627" y="120515"/>
                  <a:pt x="789522" y="123410"/>
                  <a:pt x="795881" y="123410"/>
                </a:cubicBezTo>
                <a:cubicBezTo>
                  <a:pt x="805387" y="123410"/>
                  <a:pt x="811054" y="117466"/>
                  <a:pt x="812879" y="105579"/>
                </a:cubicBezTo>
                <a:lnTo>
                  <a:pt x="834033" y="107845"/>
                </a:lnTo>
                <a:cubicBezTo>
                  <a:pt x="830633" y="128747"/>
                  <a:pt x="817853" y="139198"/>
                  <a:pt x="795692" y="139198"/>
                </a:cubicBezTo>
                <a:close/>
                <a:moveTo>
                  <a:pt x="896100" y="56585"/>
                </a:moveTo>
                <a:cubicBezTo>
                  <a:pt x="889030" y="56585"/>
                  <a:pt x="883379" y="59685"/>
                  <a:pt x="879149" y="65887"/>
                </a:cubicBezTo>
                <a:cubicBezTo>
                  <a:pt x="874919" y="72086"/>
                  <a:pt x="872804" y="80440"/>
                  <a:pt x="872804" y="90950"/>
                </a:cubicBezTo>
                <a:lnTo>
                  <a:pt x="872804" y="137309"/>
                </a:lnTo>
                <a:lnTo>
                  <a:pt x="851084" y="137309"/>
                </a:lnTo>
                <a:lnTo>
                  <a:pt x="851084" y="64334"/>
                </a:lnTo>
                <a:cubicBezTo>
                  <a:pt x="851084" y="54125"/>
                  <a:pt x="850832" y="46153"/>
                  <a:pt x="850329" y="40418"/>
                </a:cubicBezTo>
                <a:lnTo>
                  <a:pt x="871102" y="40418"/>
                </a:lnTo>
                <a:cubicBezTo>
                  <a:pt x="871733" y="47973"/>
                  <a:pt x="872049" y="55276"/>
                  <a:pt x="872049" y="62328"/>
                </a:cubicBezTo>
                <a:lnTo>
                  <a:pt x="872427" y="62328"/>
                </a:lnTo>
                <a:cubicBezTo>
                  <a:pt x="875458" y="53423"/>
                  <a:pt x="878962" y="47231"/>
                  <a:pt x="882939" y="43750"/>
                </a:cubicBezTo>
                <a:cubicBezTo>
                  <a:pt x="886917" y="40270"/>
                  <a:pt x="892157" y="38530"/>
                  <a:pt x="898659" y="38530"/>
                </a:cubicBezTo>
                <a:cubicBezTo>
                  <a:pt x="901626" y="38530"/>
                  <a:pt x="904088" y="38939"/>
                  <a:pt x="906046" y="39757"/>
                </a:cubicBezTo>
                <a:lnTo>
                  <a:pt x="906046" y="57606"/>
                </a:lnTo>
                <a:cubicBezTo>
                  <a:pt x="902825" y="56925"/>
                  <a:pt x="899510" y="56585"/>
                  <a:pt x="896100" y="56585"/>
                </a:cubicBezTo>
                <a:close/>
                <a:moveTo>
                  <a:pt x="922833" y="18622"/>
                </a:moveTo>
                <a:lnTo>
                  <a:pt x="922833" y="0"/>
                </a:lnTo>
                <a:lnTo>
                  <a:pt x="944458" y="0"/>
                </a:lnTo>
                <a:lnTo>
                  <a:pt x="944458" y="18622"/>
                </a:lnTo>
                <a:lnTo>
                  <a:pt x="922833" y="18622"/>
                </a:lnTo>
                <a:moveTo>
                  <a:pt x="922833" y="137309"/>
                </a:moveTo>
                <a:lnTo>
                  <a:pt x="922833" y="40418"/>
                </a:lnTo>
                <a:lnTo>
                  <a:pt x="944553" y="40418"/>
                </a:lnTo>
                <a:lnTo>
                  <a:pt x="944553" y="137309"/>
                </a:lnTo>
                <a:lnTo>
                  <a:pt x="922833" y="137309"/>
                </a:lnTo>
                <a:close/>
                <a:moveTo>
                  <a:pt x="1067180" y="88392"/>
                </a:moveTo>
                <a:cubicBezTo>
                  <a:pt x="1067180" y="104257"/>
                  <a:pt x="1063491" y="116691"/>
                  <a:pt x="1056113" y="125694"/>
                </a:cubicBezTo>
                <a:cubicBezTo>
                  <a:pt x="1048736" y="134697"/>
                  <a:pt x="1038484" y="139198"/>
                  <a:pt x="1025360" y="139198"/>
                </a:cubicBezTo>
                <a:cubicBezTo>
                  <a:pt x="1017825" y="139198"/>
                  <a:pt x="1011639" y="137750"/>
                  <a:pt x="1006803" y="134854"/>
                </a:cubicBezTo>
                <a:cubicBezTo>
                  <a:pt x="1001969" y="131958"/>
                  <a:pt x="998108" y="127740"/>
                  <a:pt x="995220" y="122200"/>
                </a:cubicBezTo>
                <a:lnTo>
                  <a:pt x="994748" y="122200"/>
                </a:lnTo>
                <a:cubicBezTo>
                  <a:pt x="994874" y="124718"/>
                  <a:pt x="994984" y="127205"/>
                  <a:pt x="995078" y="129660"/>
                </a:cubicBezTo>
                <a:cubicBezTo>
                  <a:pt x="995173" y="132115"/>
                  <a:pt x="995220" y="134602"/>
                  <a:pt x="995220" y="137121"/>
                </a:cubicBezTo>
                <a:lnTo>
                  <a:pt x="995220" y="174517"/>
                </a:lnTo>
                <a:lnTo>
                  <a:pt x="973311" y="174517"/>
                </a:lnTo>
                <a:lnTo>
                  <a:pt x="973311" y="61965"/>
                </a:lnTo>
                <a:cubicBezTo>
                  <a:pt x="973311" y="55413"/>
                  <a:pt x="973059" y="48231"/>
                  <a:pt x="972556" y="40418"/>
                </a:cubicBezTo>
                <a:lnTo>
                  <a:pt x="993609" y="40418"/>
                </a:lnTo>
                <a:cubicBezTo>
                  <a:pt x="994431" y="46966"/>
                  <a:pt x="994842" y="52443"/>
                  <a:pt x="994842" y="56850"/>
                </a:cubicBezTo>
                <a:lnTo>
                  <a:pt x="995220" y="56850"/>
                </a:lnTo>
                <a:cubicBezTo>
                  <a:pt x="1001248" y="44637"/>
                  <a:pt x="1011829" y="38530"/>
                  <a:pt x="1026962" y="38530"/>
                </a:cubicBezTo>
                <a:cubicBezTo>
                  <a:pt x="1039959" y="38530"/>
                  <a:pt x="1049911" y="42827"/>
                  <a:pt x="1056819" y="51420"/>
                </a:cubicBezTo>
                <a:cubicBezTo>
                  <a:pt x="1063726" y="60014"/>
                  <a:pt x="1067180" y="72338"/>
                  <a:pt x="1067180" y="88392"/>
                </a:cubicBezTo>
                <a:moveTo>
                  <a:pt x="1044516" y="88581"/>
                </a:moveTo>
                <a:cubicBezTo>
                  <a:pt x="1044516" y="65916"/>
                  <a:pt x="1036582" y="54584"/>
                  <a:pt x="1020715" y="54584"/>
                </a:cubicBezTo>
                <a:cubicBezTo>
                  <a:pt x="1012247" y="54584"/>
                  <a:pt x="1005818" y="57511"/>
                  <a:pt x="1001426" y="63366"/>
                </a:cubicBezTo>
                <a:cubicBezTo>
                  <a:pt x="997037" y="69221"/>
                  <a:pt x="994842" y="77721"/>
                  <a:pt x="994842" y="88864"/>
                </a:cubicBezTo>
                <a:cubicBezTo>
                  <a:pt x="994842" y="100007"/>
                  <a:pt x="996975" y="108507"/>
                  <a:pt x="1001240" y="114362"/>
                </a:cubicBezTo>
                <a:cubicBezTo>
                  <a:pt x="1005506" y="120217"/>
                  <a:pt x="1011871" y="123144"/>
                  <a:pt x="1020337" y="123144"/>
                </a:cubicBezTo>
                <a:cubicBezTo>
                  <a:pt x="1036456" y="123144"/>
                  <a:pt x="1044516" y="111623"/>
                  <a:pt x="1044516" y="88581"/>
                </a:cubicBezTo>
                <a:close/>
                <a:moveTo>
                  <a:pt x="1118598" y="139009"/>
                </a:moveTo>
                <a:cubicBezTo>
                  <a:pt x="1111027" y="139009"/>
                  <a:pt x="1105049" y="136851"/>
                  <a:pt x="1100664" y="132535"/>
                </a:cubicBezTo>
                <a:cubicBezTo>
                  <a:pt x="1096281" y="128218"/>
                  <a:pt x="1094089" y="122027"/>
                  <a:pt x="1094089" y="113960"/>
                </a:cubicBezTo>
                <a:lnTo>
                  <a:pt x="1094089" y="56207"/>
                </a:lnTo>
                <a:lnTo>
                  <a:pt x="1079735" y="56207"/>
                </a:lnTo>
                <a:lnTo>
                  <a:pt x="1079735" y="40418"/>
                </a:lnTo>
                <a:lnTo>
                  <a:pt x="1094372" y="40418"/>
                </a:lnTo>
                <a:lnTo>
                  <a:pt x="1101296" y="16998"/>
                </a:lnTo>
                <a:lnTo>
                  <a:pt x="1115809" y="16998"/>
                </a:lnTo>
                <a:lnTo>
                  <a:pt x="1115809" y="40418"/>
                </a:lnTo>
                <a:lnTo>
                  <a:pt x="1139135" y="40418"/>
                </a:lnTo>
                <a:lnTo>
                  <a:pt x="1139135" y="56207"/>
                </a:lnTo>
                <a:lnTo>
                  <a:pt x="1115809" y="56207"/>
                </a:lnTo>
                <a:lnTo>
                  <a:pt x="1115809" y="108477"/>
                </a:lnTo>
                <a:cubicBezTo>
                  <a:pt x="1115809" y="118054"/>
                  <a:pt x="1119870" y="122843"/>
                  <a:pt x="1127991" y="122843"/>
                </a:cubicBezTo>
                <a:cubicBezTo>
                  <a:pt x="1131832" y="122843"/>
                  <a:pt x="1135955" y="122434"/>
                  <a:pt x="1140362" y="121615"/>
                </a:cubicBezTo>
                <a:lnTo>
                  <a:pt x="1140362" y="136173"/>
                </a:lnTo>
                <a:cubicBezTo>
                  <a:pt x="1133172" y="138064"/>
                  <a:pt x="1125917" y="139009"/>
                  <a:pt x="1118598" y="139009"/>
                </a:cubicBezTo>
                <a:close/>
                <a:moveTo>
                  <a:pt x="1159753" y="18622"/>
                </a:moveTo>
                <a:lnTo>
                  <a:pt x="1159753" y="0"/>
                </a:lnTo>
                <a:lnTo>
                  <a:pt x="1181378" y="0"/>
                </a:lnTo>
                <a:lnTo>
                  <a:pt x="1181378" y="18622"/>
                </a:lnTo>
                <a:lnTo>
                  <a:pt x="1159753" y="18622"/>
                </a:lnTo>
                <a:moveTo>
                  <a:pt x="1159753" y="137309"/>
                </a:moveTo>
                <a:lnTo>
                  <a:pt x="1159753" y="40418"/>
                </a:lnTo>
                <a:lnTo>
                  <a:pt x="1181473" y="40418"/>
                </a:lnTo>
                <a:lnTo>
                  <a:pt x="1181473" y="137309"/>
                </a:lnTo>
                <a:lnTo>
                  <a:pt x="1159753" y="137309"/>
                </a:lnTo>
                <a:close/>
                <a:moveTo>
                  <a:pt x="1303345" y="88675"/>
                </a:moveTo>
                <a:cubicBezTo>
                  <a:pt x="1303345" y="104477"/>
                  <a:pt x="1298949" y="116848"/>
                  <a:pt x="1290159" y="125788"/>
                </a:cubicBezTo>
                <a:cubicBezTo>
                  <a:pt x="1281369" y="134728"/>
                  <a:pt x="1269033" y="139198"/>
                  <a:pt x="1253152" y="139198"/>
                </a:cubicBezTo>
                <a:cubicBezTo>
                  <a:pt x="1237775" y="139198"/>
                  <a:pt x="1225738" y="134665"/>
                  <a:pt x="1217042" y="125599"/>
                </a:cubicBezTo>
                <a:cubicBezTo>
                  <a:pt x="1208346" y="116534"/>
                  <a:pt x="1203998" y="104225"/>
                  <a:pt x="1203998" y="88675"/>
                </a:cubicBezTo>
                <a:cubicBezTo>
                  <a:pt x="1203998" y="72873"/>
                  <a:pt x="1208362" y="60565"/>
                  <a:pt x="1217090" y="51751"/>
                </a:cubicBezTo>
                <a:cubicBezTo>
                  <a:pt x="1225817" y="42937"/>
                  <a:pt x="1238027" y="38530"/>
                  <a:pt x="1253719" y="38530"/>
                </a:cubicBezTo>
                <a:cubicBezTo>
                  <a:pt x="1269914" y="38530"/>
                  <a:pt x="1282234" y="42827"/>
                  <a:pt x="1290678" y="51420"/>
                </a:cubicBezTo>
                <a:cubicBezTo>
                  <a:pt x="1299123" y="60014"/>
                  <a:pt x="1303345" y="72432"/>
                  <a:pt x="1303345" y="88675"/>
                </a:cubicBezTo>
                <a:moveTo>
                  <a:pt x="1280491" y="88675"/>
                </a:moveTo>
                <a:cubicBezTo>
                  <a:pt x="1280491" y="65948"/>
                  <a:pt x="1271724" y="54584"/>
                  <a:pt x="1254191" y="54584"/>
                </a:cubicBezTo>
                <a:cubicBezTo>
                  <a:pt x="1235965" y="54584"/>
                  <a:pt x="1226852" y="65948"/>
                  <a:pt x="1226852" y="88675"/>
                </a:cubicBezTo>
                <a:cubicBezTo>
                  <a:pt x="1226852" y="99818"/>
                  <a:pt x="1229083" y="108349"/>
                  <a:pt x="1233545" y="114267"/>
                </a:cubicBezTo>
                <a:cubicBezTo>
                  <a:pt x="1238007" y="120185"/>
                  <a:pt x="1244480" y="123144"/>
                  <a:pt x="1252963" y="123144"/>
                </a:cubicBezTo>
                <a:cubicBezTo>
                  <a:pt x="1271315" y="123144"/>
                  <a:pt x="1280491" y="111654"/>
                  <a:pt x="1280491" y="88675"/>
                </a:cubicBezTo>
                <a:close/>
                <a:moveTo>
                  <a:pt x="1389343" y="137309"/>
                </a:moveTo>
                <a:lnTo>
                  <a:pt x="1389343" y="83210"/>
                </a:lnTo>
                <a:cubicBezTo>
                  <a:pt x="1389343" y="73390"/>
                  <a:pt x="1387816" y="66341"/>
                  <a:pt x="1384763" y="62062"/>
                </a:cubicBezTo>
                <a:cubicBezTo>
                  <a:pt x="1381710" y="57781"/>
                  <a:pt x="1376878" y="55640"/>
                  <a:pt x="1370267" y="55640"/>
                </a:cubicBezTo>
                <a:cubicBezTo>
                  <a:pt x="1363153" y="55640"/>
                  <a:pt x="1357565" y="58379"/>
                  <a:pt x="1353505" y="63856"/>
                </a:cubicBezTo>
                <a:cubicBezTo>
                  <a:pt x="1349444" y="69331"/>
                  <a:pt x="1347414" y="76758"/>
                  <a:pt x="1347414" y="86137"/>
                </a:cubicBezTo>
                <a:lnTo>
                  <a:pt x="1347414" y="137309"/>
                </a:lnTo>
                <a:lnTo>
                  <a:pt x="1325693" y="137309"/>
                </a:lnTo>
                <a:lnTo>
                  <a:pt x="1325693" y="62726"/>
                </a:lnTo>
                <a:cubicBezTo>
                  <a:pt x="1325693" y="55228"/>
                  <a:pt x="1325410" y="47792"/>
                  <a:pt x="1324844" y="40418"/>
                </a:cubicBezTo>
                <a:lnTo>
                  <a:pt x="1345525" y="40418"/>
                </a:lnTo>
                <a:cubicBezTo>
                  <a:pt x="1346217" y="49862"/>
                  <a:pt x="1346564" y="56095"/>
                  <a:pt x="1346564" y="59117"/>
                </a:cubicBezTo>
                <a:lnTo>
                  <a:pt x="1346941" y="59117"/>
                </a:lnTo>
                <a:cubicBezTo>
                  <a:pt x="1350662" y="51910"/>
                  <a:pt x="1354980" y="46678"/>
                  <a:pt x="1359897" y="43420"/>
                </a:cubicBezTo>
                <a:cubicBezTo>
                  <a:pt x="1364815" y="40160"/>
                  <a:pt x="1371152" y="38530"/>
                  <a:pt x="1378908" y="38530"/>
                </a:cubicBezTo>
                <a:cubicBezTo>
                  <a:pt x="1389689" y="38530"/>
                  <a:pt x="1397775" y="41709"/>
                  <a:pt x="1403166" y="48068"/>
                </a:cubicBezTo>
                <a:cubicBezTo>
                  <a:pt x="1408557" y="54426"/>
                  <a:pt x="1411252" y="64248"/>
                  <a:pt x="1411252" y="77532"/>
                </a:cubicBezTo>
                <a:lnTo>
                  <a:pt x="1411252" y="137309"/>
                </a:lnTo>
                <a:lnTo>
                  <a:pt x="1389343" y="1373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711A1-1470-4751-8782-5067932D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688" y="776826"/>
            <a:ext cx="82888" cy="243302"/>
          </a:xfrm>
          <a:custGeom xmlns:a="http://schemas.openxmlformats.org/drawingml/2006/main">
            <a:pathLst>
              <a:path w="82888" h="243302">
                <a:moveTo>
                  <a:pt x="82888" y="82888"/>
                </a:moveTo>
                <a:lnTo>
                  <a:pt x="41444" y="0"/>
                </a:lnTo>
                <a:lnTo>
                  <a:pt x="0" y="82888"/>
                </a:lnTo>
                <a:lnTo>
                  <a:pt x="31083" y="82888"/>
                </a:lnTo>
                <a:lnTo>
                  <a:pt x="31083" y="243302"/>
                </a:lnTo>
                <a:lnTo>
                  <a:pt x="51805" y="243302"/>
                </a:lnTo>
                <a:lnTo>
                  <a:pt x="51805" y="82888"/>
                </a:lnTo>
                <a:lnTo>
                  <a:pt x="82888" y="828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534E5-1BEE-46FB-B6A8-3AE03510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993" y="3657166"/>
            <a:ext cx="1741245" cy="82888"/>
          </a:xfrm>
          <a:custGeom xmlns:a="http://schemas.openxmlformats.org/drawingml/2006/main">
            <a:pathLst>
              <a:path w="1741245" h="82888">
                <a:moveTo>
                  <a:pt x="82888" y="0"/>
                </a:moveTo>
                <a:lnTo>
                  <a:pt x="0" y="41444"/>
                </a:lnTo>
                <a:lnTo>
                  <a:pt x="82888" y="82888"/>
                </a:lnTo>
                <a:lnTo>
                  <a:pt x="82888" y="51805"/>
                </a:lnTo>
                <a:lnTo>
                  <a:pt x="1741245" y="51805"/>
                </a:lnTo>
                <a:lnTo>
                  <a:pt x="1741245" y="31083"/>
                </a:lnTo>
                <a:lnTo>
                  <a:pt x="82888" y="31083"/>
                </a:lnTo>
                <a:lnTo>
                  <a:pt x="828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6AEE7C-8DAF-43E8-9AFC-914F458A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303" y="1063478"/>
            <a:ext cx="1029186" cy="635471"/>
          </a:xfrm>
          <a:custGeom xmlns:a="http://schemas.openxmlformats.org/drawingml/2006/main">
            <a:pathLst>
              <a:path w="1029186" h="635471">
                <a:moveTo>
                  <a:pt x="0" y="0"/>
                </a:moveTo>
                <a:lnTo>
                  <a:pt x="1029186" y="0"/>
                </a:lnTo>
                <a:lnTo>
                  <a:pt x="1029186" y="635471"/>
                </a:lnTo>
                <a:lnTo>
                  <a:pt x="0" y="6354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Candidate">
            <a:extLst xmlns:a="http://schemas.openxmlformats.org/drawingml/2006/main">
              <a:ext uri="{FF2B5EF4-FFF2-40B4-BE49-F238E27FC236}">
                <a16:creationId xmlns:a16="http://schemas.microsoft.com/office/drawing/2014/main" id="{5EAD21A1-27FC-4E43-82C4-FF71724F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862" y="1201975"/>
            <a:ext cx="847469" cy="133721"/>
          </a:xfrm>
          <a:custGeom xmlns:a="http://schemas.openxmlformats.org/drawingml/2006/main">
            <a:pathLst>
              <a:path w="847469" h="133721">
                <a:moveTo>
                  <a:pt x="121444" y="0"/>
                </a:moveTo>
                <a:lnTo>
                  <a:pt x="121444" y="44385"/>
                </a:lnTo>
                <a:lnTo>
                  <a:pt x="117761" y="44385"/>
                </a:lnTo>
                <a:cubicBezTo>
                  <a:pt x="114991" y="32740"/>
                  <a:pt x="109829" y="23816"/>
                  <a:pt x="102274" y="17615"/>
                </a:cubicBezTo>
                <a:cubicBezTo>
                  <a:pt x="94719" y="11412"/>
                  <a:pt x="86157" y="8310"/>
                  <a:pt x="76587" y="8310"/>
                </a:cubicBezTo>
                <a:cubicBezTo>
                  <a:pt x="68592" y="8310"/>
                  <a:pt x="61257" y="10608"/>
                  <a:pt x="54584" y="15204"/>
                </a:cubicBezTo>
                <a:cubicBezTo>
                  <a:pt x="47910" y="19800"/>
                  <a:pt x="43031" y="25812"/>
                  <a:pt x="39946" y="33241"/>
                </a:cubicBezTo>
                <a:cubicBezTo>
                  <a:pt x="35980" y="42748"/>
                  <a:pt x="33997" y="53325"/>
                  <a:pt x="33997" y="64972"/>
                </a:cubicBezTo>
                <a:cubicBezTo>
                  <a:pt x="33997" y="76430"/>
                  <a:pt x="35445" y="86865"/>
                  <a:pt x="38341" y="96277"/>
                </a:cubicBezTo>
                <a:cubicBezTo>
                  <a:pt x="41237" y="105689"/>
                  <a:pt x="45770" y="112803"/>
                  <a:pt x="51940" y="117620"/>
                </a:cubicBezTo>
                <a:cubicBezTo>
                  <a:pt x="58109" y="122436"/>
                  <a:pt x="66105" y="124844"/>
                  <a:pt x="75926" y="124844"/>
                </a:cubicBezTo>
                <a:cubicBezTo>
                  <a:pt x="83985" y="124844"/>
                  <a:pt x="91366" y="123081"/>
                  <a:pt x="98071" y="119556"/>
                </a:cubicBezTo>
                <a:cubicBezTo>
                  <a:pt x="104776" y="116030"/>
                  <a:pt x="111843" y="109955"/>
                  <a:pt x="119272" y="101329"/>
                </a:cubicBezTo>
                <a:lnTo>
                  <a:pt x="119272" y="112378"/>
                </a:lnTo>
                <a:cubicBezTo>
                  <a:pt x="112095" y="119870"/>
                  <a:pt x="104619" y="125300"/>
                  <a:pt x="96844" y="128669"/>
                </a:cubicBezTo>
                <a:cubicBezTo>
                  <a:pt x="89069" y="132037"/>
                  <a:pt x="79987" y="133721"/>
                  <a:pt x="69599" y="133721"/>
                </a:cubicBezTo>
                <a:cubicBezTo>
                  <a:pt x="55937" y="133721"/>
                  <a:pt x="43802" y="130986"/>
                  <a:pt x="33194" y="125517"/>
                </a:cubicBezTo>
                <a:cubicBezTo>
                  <a:pt x="22586" y="120047"/>
                  <a:pt x="14401" y="112190"/>
                  <a:pt x="8641" y="101943"/>
                </a:cubicBezTo>
                <a:cubicBezTo>
                  <a:pt x="2880" y="91695"/>
                  <a:pt x="0" y="80787"/>
                  <a:pt x="0" y="69218"/>
                </a:cubicBezTo>
                <a:cubicBezTo>
                  <a:pt x="0" y="57022"/>
                  <a:pt x="3195" y="45455"/>
                  <a:pt x="9585" y="34516"/>
                </a:cubicBezTo>
                <a:cubicBezTo>
                  <a:pt x="15975" y="23575"/>
                  <a:pt x="24600" y="15088"/>
                  <a:pt x="35461" y="9054"/>
                </a:cubicBezTo>
                <a:cubicBezTo>
                  <a:pt x="46321" y="3018"/>
                  <a:pt x="57858" y="0"/>
                  <a:pt x="70071" y="0"/>
                </a:cubicBezTo>
                <a:cubicBezTo>
                  <a:pt x="79074" y="0"/>
                  <a:pt x="88581" y="1952"/>
                  <a:pt x="98591" y="5855"/>
                </a:cubicBezTo>
                <a:cubicBezTo>
                  <a:pt x="104383" y="8121"/>
                  <a:pt x="108066" y="9255"/>
                  <a:pt x="109640" y="9255"/>
                </a:cubicBezTo>
                <a:cubicBezTo>
                  <a:pt x="111654" y="9255"/>
                  <a:pt x="113401" y="8515"/>
                  <a:pt x="114881" y="7035"/>
                </a:cubicBezTo>
                <a:cubicBezTo>
                  <a:pt x="116360" y="5556"/>
                  <a:pt x="117321" y="3211"/>
                  <a:pt x="117761" y="0"/>
                </a:cubicBezTo>
                <a:lnTo>
                  <a:pt x="121444" y="0"/>
                </a:lnTo>
                <a:close/>
                <a:moveTo>
                  <a:pt x="187234" y="117856"/>
                </a:moveTo>
                <a:cubicBezTo>
                  <a:pt x="176468" y="127425"/>
                  <a:pt x="166804" y="132210"/>
                  <a:pt x="158242" y="132210"/>
                </a:cubicBezTo>
                <a:cubicBezTo>
                  <a:pt x="153205" y="132210"/>
                  <a:pt x="149019" y="130552"/>
                  <a:pt x="145682" y="127237"/>
                </a:cubicBezTo>
                <a:cubicBezTo>
                  <a:pt x="142345" y="123920"/>
                  <a:pt x="140677" y="119767"/>
                  <a:pt x="140677" y="114778"/>
                </a:cubicBezTo>
                <a:cubicBezTo>
                  <a:pt x="140677" y="108018"/>
                  <a:pt x="143573" y="101937"/>
                  <a:pt x="149365" y="96537"/>
                </a:cubicBezTo>
                <a:cubicBezTo>
                  <a:pt x="155157" y="91136"/>
                  <a:pt x="167780" y="83951"/>
                  <a:pt x="187234" y="74982"/>
                </a:cubicBezTo>
                <a:lnTo>
                  <a:pt x="187234" y="66105"/>
                </a:lnTo>
                <a:cubicBezTo>
                  <a:pt x="187234" y="59431"/>
                  <a:pt x="186872" y="55229"/>
                  <a:pt x="186148" y="53498"/>
                </a:cubicBezTo>
                <a:cubicBezTo>
                  <a:pt x="185424" y="51766"/>
                  <a:pt x="184054" y="50255"/>
                  <a:pt x="182040" y="48965"/>
                </a:cubicBezTo>
                <a:cubicBezTo>
                  <a:pt x="180025" y="47674"/>
                  <a:pt x="177759" y="47029"/>
                  <a:pt x="175240" y="47029"/>
                </a:cubicBezTo>
                <a:cubicBezTo>
                  <a:pt x="171148" y="47029"/>
                  <a:pt x="167780" y="47942"/>
                  <a:pt x="165136" y="49768"/>
                </a:cubicBezTo>
                <a:cubicBezTo>
                  <a:pt x="163499" y="50901"/>
                  <a:pt x="162680" y="52223"/>
                  <a:pt x="162680" y="53734"/>
                </a:cubicBezTo>
                <a:cubicBezTo>
                  <a:pt x="162680" y="55056"/>
                  <a:pt x="163562" y="56693"/>
                  <a:pt x="165325" y="58645"/>
                </a:cubicBezTo>
                <a:cubicBezTo>
                  <a:pt x="167717" y="61352"/>
                  <a:pt x="168913" y="63964"/>
                  <a:pt x="168913" y="66483"/>
                </a:cubicBezTo>
                <a:cubicBezTo>
                  <a:pt x="168913" y="69568"/>
                  <a:pt x="167764" y="72196"/>
                  <a:pt x="165466" y="74368"/>
                </a:cubicBezTo>
                <a:cubicBezTo>
                  <a:pt x="163168" y="76540"/>
                  <a:pt x="160162" y="77626"/>
                  <a:pt x="156448" y="77626"/>
                </a:cubicBezTo>
                <a:cubicBezTo>
                  <a:pt x="152481" y="77626"/>
                  <a:pt x="149160" y="76430"/>
                  <a:pt x="146485" y="74038"/>
                </a:cubicBezTo>
                <a:cubicBezTo>
                  <a:pt x="143809" y="71645"/>
                  <a:pt x="142471" y="68844"/>
                  <a:pt x="142471" y="65633"/>
                </a:cubicBezTo>
                <a:cubicBezTo>
                  <a:pt x="142471" y="61100"/>
                  <a:pt x="144265" y="56772"/>
                  <a:pt x="147854" y="52648"/>
                </a:cubicBezTo>
                <a:cubicBezTo>
                  <a:pt x="151442" y="48524"/>
                  <a:pt x="156448" y="45361"/>
                  <a:pt x="162869" y="43157"/>
                </a:cubicBezTo>
                <a:cubicBezTo>
                  <a:pt x="169291" y="40954"/>
                  <a:pt x="175964" y="39852"/>
                  <a:pt x="182890" y="39852"/>
                </a:cubicBezTo>
                <a:cubicBezTo>
                  <a:pt x="191263" y="39852"/>
                  <a:pt x="197889" y="41635"/>
                  <a:pt x="202768" y="45202"/>
                </a:cubicBezTo>
                <a:cubicBezTo>
                  <a:pt x="207647" y="48767"/>
                  <a:pt x="210811" y="52632"/>
                  <a:pt x="212259" y="56797"/>
                </a:cubicBezTo>
                <a:cubicBezTo>
                  <a:pt x="213140" y="59447"/>
                  <a:pt x="213581" y="65536"/>
                  <a:pt x="213581" y="75065"/>
                </a:cubicBezTo>
                <a:lnTo>
                  <a:pt x="213581" y="109424"/>
                </a:lnTo>
                <a:cubicBezTo>
                  <a:pt x="213581" y="113463"/>
                  <a:pt x="213739" y="116004"/>
                  <a:pt x="214053" y="117047"/>
                </a:cubicBezTo>
                <a:cubicBezTo>
                  <a:pt x="214368" y="118088"/>
                  <a:pt x="214840" y="118861"/>
                  <a:pt x="215470" y="119367"/>
                </a:cubicBezTo>
                <a:cubicBezTo>
                  <a:pt x="216099" y="119870"/>
                  <a:pt x="216823" y="120122"/>
                  <a:pt x="217642" y="120122"/>
                </a:cubicBezTo>
                <a:cubicBezTo>
                  <a:pt x="219279" y="120122"/>
                  <a:pt x="220947" y="118957"/>
                  <a:pt x="222647" y="116628"/>
                </a:cubicBezTo>
                <a:lnTo>
                  <a:pt x="225480" y="118894"/>
                </a:lnTo>
                <a:cubicBezTo>
                  <a:pt x="222332" y="123553"/>
                  <a:pt x="219074" y="126937"/>
                  <a:pt x="215706" y="129046"/>
                </a:cubicBezTo>
                <a:cubicBezTo>
                  <a:pt x="212338" y="131155"/>
                  <a:pt x="208513" y="132210"/>
                  <a:pt x="204232" y="132210"/>
                </a:cubicBezTo>
                <a:cubicBezTo>
                  <a:pt x="199195" y="132210"/>
                  <a:pt x="195261" y="131022"/>
                  <a:pt x="192428" y="128645"/>
                </a:cubicBezTo>
                <a:cubicBezTo>
                  <a:pt x="189594" y="126268"/>
                  <a:pt x="187863" y="122672"/>
                  <a:pt x="187234" y="117856"/>
                </a:cubicBezTo>
                <a:moveTo>
                  <a:pt x="187234" y="110867"/>
                </a:moveTo>
                <a:lnTo>
                  <a:pt x="187234" y="81327"/>
                </a:lnTo>
                <a:cubicBezTo>
                  <a:pt x="179616" y="85818"/>
                  <a:pt x="173950" y="90627"/>
                  <a:pt x="170235" y="95752"/>
                </a:cubicBezTo>
                <a:cubicBezTo>
                  <a:pt x="167780" y="99167"/>
                  <a:pt x="166552" y="102615"/>
                  <a:pt x="166552" y="106095"/>
                </a:cubicBezTo>
                <a:cubicBezTo>
                  <a:pt x="166552" y="109005"/>
                  <a:pt x="167591" y="111568"/>
                  <a:pt x="169669" y="113783"/>
                </a:cubicBezTo>
                <a:cubicBezTo>
                  <a:pt x="171242" y="115491"/>
                  <a:pt x="173446" y="116345"/>
                  <a:pt x="176279" y="116345"/>
                </a:cubicBezTo>
                <a:cubicBezTo>
                  <a:pt x="179427" y="116345"/>
                  <a:pt x="183078" y="114519"/>
                  <a:pt x="187234" y="110867"/>
                </a:cubicBezTo>
                <a:close/>
                <a:moveTo>
                  <a:pt x="271280" y="42496"/>
                </a:moveTo>
                <a:lnTo>
                  <a:pt x="271280" y="54017"/>
                </a:lnTo>
                <a:cubicBezTo>
                  <a:pt x="275813" y="49073"/>
                  <a:pt x="280157" y="45477"/>
                  <a:pt x="284313" y="43228"/>
                </a:cubicBezTo>
                <a:cubicBezTo>
                  <a:pt x="288468" y="40977"/>
                  <a:pt x="292938" y="39852"/>
                  <a:pt x="297722" y="39852"/>
                </a:cubicBezTo>
                <a:cubicBezTo>
                  <a:pt x="303452" y="39852"/>
                  <a:pt x="308205" y="41443"/>
                  <a:pt x="311982" y="44627"/>
                </a:cubicBezTo>
                <a:cubicBezTo>
                  <a:pt x="315760" y="47810"/>
                  <a:pt x="318278" y="51765"/>
                  <a:pt x="319537" y="56493"/>
                </a:cubicBezTo>
                <a:cubicBezTo>
                  <a:pt x="320544" y="60088"/>
                  <a:pt x="321048" y="66991"/>
                  <a:pt x="321048" y="77204"/>
                </a:cubicBezTo>
                <a:lnTo>
                  <a:pt x="321048" y="111623"/>
                </a:lnTo>
                <a:cubicBezTo>
                  <a:pt x="321048" y="118422"/>
                  <a:pt x="321662" y="122656"/>
                  <a:pt x="322890" y="124325"/>
                </a:cubicBezTo>
                <a:cubicBezTo>
                  <a:pt x="324117" y="125993"/>
                  <a:pt x="326683" y="127047"/>
                  <a:pt x="330586" y="127488"/>
                </a:cubicBezTo>
                <a:lnTo>
                  <a:pt x="330586" y="130888"/>
                </a:lnTo>
                <a:lnTo>
                  <a:pt x="285918" y="130888"/>
                </a:lnTo>
                <a:lnTo>
                  <a:pt x="285918" y="127488"/>
                </a:lnTo>
                <a:cubicBezTo>
                  <a:pt x="289255" y="127047"/>
                  <a:pt x="291647" y="125662"/>
                  <a:pt x="293095" y="123333"/>
                </a:cubicBezTo>
                <a:cubicBezTo>
                  <a:pt x="294102" y="121759"/>
                  <a:pt x="294606" y="117856"/>
                  <a:pt x="294606" y="111623"/>
                </a:cubicBezTo>
                <a:lnTo>
                  <a:pt x="294606" y="72338"/>
                </a:lnTo>
                <a:cubicBezTo>
                  <a:pt x="294606" y="65098"/>
                  <a:pt x="294323" y="60533"/>
                  <a:pt x="293756" y="58645"/>
                </a:cubicBezTo>
                <a:cubicBezTo>
                  <a:pt x="293190" y="56756"/>
                  <a:pt x="292229" y="55292"/>
                  <a:pt x="290876" y="54253"/>
                </a:cubicBezTo>
                <a:cubicBezTo>
                  <a:pt x="289522" y="53214"/>
                  <a:pt x="288027" y="52695"/>
                  <a:pt x="286390" y="52695"/>
                </a:cubicBezTo>
                <a:cubicBezTo>
                  <a:pt x="280976" y="52695"/>
                  <a:pt x="275939" y="56598"/>
                  <a:pt x="271280" y="64405"/>
                </a:cubicBezTo>
                <a:lnTo>
                  <a:pt x="271280" y="111623"/>
                </a:lnTo>
                <a:cubicBezTo>
                  <a:pt x="271280" y="118233"/>
                  <a:pt x="271894" y="122420"/>
                  <a:pt x="273122" y="124183"/>
                </a:cubicBezTo>
                <a:cubicBezTo>
                  <a:pt x="274350" y="125946"/>
                  <a:pt x="276632" y="127047"/>
                  <a:pt x="279969" y="127488"/>
                </a:cubicBezTo>
                <a:lnTo>
                  <a:pt x="279969" y="130888"/>
                </a:lnTo>
                <a:lnTo>
                  <a:pt x="235300" y="130888"/>
                </a:lnTo>
                <a:lnTo>
                  <a:pt x="235300" y="127488"/>
                </a:lnTo>
                <a:cubicBezTo>
                  <a:pt x="239015" y="127110"/>
                  <a:pt x="241659" y="125914"/>
                  <a:pt x="243233" y="123900"/>
                </a:cubicBezTo>
                <a:cubicBezTo>
                  <a:pt x="244303" y="122514"/>
                  <a:pt x="244838" y="118422"/>
                  <a:pt x="244838" y="111623"/>
                </a:cubicBezTo>
                <a:lnTo>
                  <a:pt x="244838" y="61761"/>
                </a:lnTo>
                <a:cubicBezTo>
                  <a:pt x="244838" y="55007"/>
                  <a:pt x="244225" y="50801"/>
                  <a:pt x="242997" y="49145"/>
                </a:cubicBezTo>
                <a:cubicBezTo>
                  <a:pt x="241769" y="47488"/>
                  <a:pt x="239204" y="46405"/>
                  <a:pt x="235300" y="45896"/>
                </a:cubicBezTo>
                <a:lnTo>
                  <a:pt x="235300" y="42496"/>
                </a:lnTo>
                <a:lnTo>
                  <a:pt x="271280" y="42496"/>
                </a:lnTo>
                <a:close/>
                <a:moveTo>
                  <a:pt x="428581" y="2833"/>
                </a:moveTo>
                <a:lnTo>
                  <a:pt x="428581" y="104446"/>
                </a:lnTo>
                <a:cubicBezTo>
                  <a:pt x="428581" y="111239"/>
                  <a:pt x="428770" y="115259"/>
                  <a:pt x="429148" y="116504"/>
                </a:cubicBezTo>
                <a:cubicBezTo>
                  <a:pt x="429651" y="118562"/>
                  <a:pt x="430612" y="120090"/>
                  <a:pt x="432028" y="121087"/>
                </a:cubicBezTo>
                <a:cubicBezTo>
                  <a:pt x="433445" y="122083"/>
                  <a:pt x="435916" y="122705"/>
                  <a:pt x="439441" y="122955"/>
                </a:cubicBezTo>
                <a:lnTo>
                  <a:pt x="439441" y="126355"/>
                </a:lnTo>
                <a:lnTo>
                  <a:pt x="402139" y="133532"/>
                </a:lnTo>
                <a:lnTo>
                  <a:pt x="402139" y="119556"/>
                </a:lnTo>
                <a:cubicBezTo>
                  <a:pt x="397669" y="124970"/>
                  <a:pt x="393687" y="128653"/>
                  <a:pt x="390193" y="130604"/>
                </a:cubicBezTo>
                <a:cubicBezTo>
                  <a:pt x="386699" y="132556"/>
                  <a:pt x="382748" y="133532"/>
                  <a:pt x="378341" y="133532"/>
                </a:cubicBezTo>
                <a:cubicBezTo>
                  <a:pt x="367072" y="133532"/>
                  <a:pt x="358164" y="128490"/>
                  <a:pt x="351616" y="118408"/>
                </a:cubicBezTo>
                <a:cubicBezTo>
                  <a:pt x="346328" y="110215"/>
                  <a:pt x="343684" y="100164"/>
                  <a:pt x="343684" y="88253"/>
                </a:cubicBezTo>
                <a:cubicBezTo>
                  <a:pt x="343684" y="78737"/>
                  <a:pt x="345320" y="70213"/>
                  <a:pt x="348594" y="62682"/>
                </a:cubicBezTo>
                <a:cubicBezTo>
                  <a:pt x="351868" y="55150"/>
                  <a:pt x="356354" y="49463"/>
                  <a:pt x="362051" y="45618"/>
                </a:cubicBezTo>
                <a:cubicBezTo>
                  <a:pt x="367749" y="41774"/>
                  <a:pt x="373871" y="39852"/>
                  <a:pt x="380419" y="39852"/>
                </a:cubicBezTo>
                <a:cubicBezTo>
                  <a:pt x="384637" y="39852"/>
                  <a:pt x="388383" y="40677"/>
                  <a:pt x="391657" y="42328"/>
                </a:cubicBezTo>
                <a:cubicBezTo>
                  <a:pt x="394931" y="43978"/>
                  <a:pt x="398425" y="46868"/>
                  <a:pt x="402139" y="50995"/>
                </a:cubicBezTo>
                <a:lnTo>
                  <a:pt x="402139" y="24364"/>
                </a:lnTo>
                <a:cubicBezTo>
                  <a:pt x="402139" y="17628"/>
                  <a:pt x="401856" y="13567"/>
                  <a:pt x="401289" y="12182"/>
                </a:cubicBezTo>
                <a:cubicBezTo>
                  <a:pt x="400534" y="10356"/>
                  <a:pt x="399401" y="9003"/>
                  <a:pt x="397890" y="8121"/>
                </a:cubicBezTo>
                <a:cubicBezTo>
                  <a:pt x="396379" y="7240"/>
                  <a:pt x="393546" y="6799"/>
                  <a:pt x="389390" y="6799"/>
                </a:cubicBezTo>
                <a:lnTo>
                  <a:pt x="389390" y="2833"/>
                </a:lnTo>
                <a:lnTo>
                  <a:pt x="428581" y="2833"/>
                </a:lnTo>
                <a:moveTo>
                  <a:pt x="402139" y="62516"/>
                </a:moveTo>
                <a:cubicBezTo>
                  <a:pt x="397480" y="53702"/>
                  <a:pt x="391783" y="49295"/>
                  <a:pt x="385046" y="49295"/>
                </a:cubicBezTo>
                <a:cubicBezTo>
                  <a:pt x="382717" y="49295"/>
                  <a:pt x="380797" y="49925"/>
                  <a:pt x="379286" y="51184"/>
                </a:cubicBezTo>
                <a:cubicBezTo>
                  <a:pt x="376956" y="53136"/>
                  <a:pt x="375052" y="56567"/>
                  <a:pt x="373572" y="61478"/>
                </a:cubicBezTo>
                <a:cubicBezTo>
                  <a:pt x="372093" y="66388"/>
                  <a:pt x="371353" y="73912"/>
                  <a:pt x="371353" y="84048"/>
                </a:cubicBezTo>
                <a:cubicBezTo>
                  <a:pt x="371353" y="95191"/>
                  <a:pt x="372172" y="103438"/>
                  <a:pt x="373809" y="108790"/>
                </a:cubicBezTo>
                <a:cubicBezTo>
                  <a:pt x="375445" y="114141"/>
                  <a:pt x="377680" y="118013"/>
                  <a:pt x="380513" y="120405"/>
                </a:cubicBezTo>
                <a:cubicBezTo>
                  <a:pt x="381961" y="121602"/>
                  <a:pt x="383945" y="122200"/>
                  <a:pt x="386463" y="122200"/>
                </a:cubicBezTo>
                <a:cubicBezTo>
                  <a:pt x="392003" y="122200"/>
                  <a:pt x="397229" y="117842"/>
                  <a:pt x="402139" y="109126"/>
                </a:cubicBezTo>
                <a:lnTo>
                  <a:pt x="402139" y="62516"/>
                </a:lnTo>
                <a:close/>
                <a:moveTo>
                  <a:pt x="471520" y="0"/>
                </a:moveTo>
                <a:cubicBezTo>
                  <a:pt x="475612" y="0"/>
                  <a:pt x="479075" y="1437"/>
                  <a:pt x="481908" y="4312"/>
                </a:cubicBezTo>
                <a:cubicBezTo>
                  <a:pt x="484741" y="7184"/>
                  <a:pt x="486158" y="10642"/>
                  <a:pt x="486158" y="14685"/>
                </a:cubicBezTo>
                <a:cubicBezTo>
                  <a:pt x="486158" y="18728"/>
                  <a:pt x="484725" y="22171"/>
                  <a:pt x="481861" y="25014"/>
                </a:cubicBezTo>
                <a:cubicBezTo>
                  <a:pt x="478996" y="27855"/>
                  <a:pt x="475549" y="29275"/>
                  <a:pt x="471520" y="29275"/>
                </a:cubicBezTo>
                <a:cubicBezTo>
                  <a:pt x="467491" y="29275"/>
                  <a:pt x="464060" y="27855"/>
                  <a:pt x="461227" y="25014"/>
                </a:cubicBezTo>
                <a:cubicBezTo>
                  <a:pt x="458394" y="22171"/>
                  <a:pt x="456977" y="18728"/>
                  <a:pt x="456977" y="14685"/>
                </a:cubicBezTo>
                <a:cubicBezTo>
                  <a:pt x="456977" y="10642"/>
                  <a:pt x="458394" y="7184"/>
                  <a:pt x="461227" y="4312"/>
                </a:cubicBezTo>
                <a:cubicBezTo>
                  <a:pt x="464060" y="1437"/>
                  <a:pt x="467491" y="0"/>
                  <a:pt x="471520" y="0"/>
                </a:cubicBezTo>
                <a:moveTo>
                  <a:pt x="484741" y="42496"/>
                </a:moveTo>
                <a:lnTo>
                  <a:pt x="484741" y="112567"/>
                </a:lnTo>
                <a:cubicBezTo>
                  <a:pt x="484741" y="118800"/>
                  <a:pt x="485465" y="122782"/>
                  <a:pt x="486913" y="124513"/>
                </a:cubicBezTo>
                <a:cubicBezTo>
                  <a:pt x="488361" y="126245"/>
                  <a:pt x="491194" y="127236"/>
                  <a:pt x="495412" y="127488"/>
                </a:cubicBezTo>
                <a:lnTo>
                  <a:pt x="495412" y="130888"/>
                </a:lnTo>
                <a:lnTo>
                  <a:pt x="447722" y="130888"/>
                </a:lnTo>
                <a:lnTo>
                  <a:pt x="447722" y="127488"/>
                </a:lnTo>
                <a:cubicBezTo>
                  <a:pt x="451626" y="127362"/>
                  <a:pt x="454522" y="126229"/>
                  <a:pt x="456410" y="124088"/>
                </a:cubicBezTo>
                <a:cubicBezTo>
                  <a:pt x="457670" y="122640"/>
                  <a:pt x="458299" y="118800"/>
                  <a:pt x="458299" y="112567"/>
                </a:cubicBezTo>
                <a:lnTo>
                  <a:pt x="458299" y="61005"/>
                </a:lnTo>
                <a:cubicBezTo>
                  <a:pt x="458299" y="54694"/>
                  <a:pt x="457575" y="50662"/>
                  <a:pt x="456127" y="48909"/>
                </a:cubicBezTo>
                <a:cubicBezTo>
                  <a:pt x="454679" y="47156"/>
                  <a:pt x="451877" y="46151"/>
                  <a:pt x="447722" y="45896"/>
                </a:cubicBezTo>
                <a:lnTo>
                  <a:pt x="447722" y="42496"/>
                </a:lnTo>
                <a:lnTo>
                  <a:pt x="484741" y="42496"/>
                </a:lnTo>
                <a:close/>
                <a:moveTo>
                  <a:pt x="589880" y="2833"/>
                </a:moveTo>
                <a:lnTo>
                  <a:pt x="589880" y="104446"/>
                </a:lnTo>
                <a:cubicBezTo>
                  <a:pt x="589880" y="111239"/>
                  <a:pt x="590069" y="115259"/>
                  <a:pt x="590447" y="116504"/>
                </a:cubicBezTo>
                <a:cubicBezTo>
                  <a:pt x="590951" y="118562"/>
                  <a:pt x="591911" y="120090"/>
                  <a:pt x="593327" y="121087"/>
                </a:cubicBezTo>
                <a:cubicBezTo>
                  <a:pt x="594744" y="122083"/>
                  <a:pt x="597215" y="122705"/>
                  <a:pt x="600741" y="122955"/>
                </a:cubicBezTo>
                <a:lnTo>
                  <a:pt x="600741" y="126355"/>
                </a:lnTo>
                <a:lnTo>
                  <a:pt x="563438" y="133532"/>
                </a:lnTo>
                <a:lnTo>
                  <a:pt x="563438" y="119556"/>
                </a:lnTo>
                <a:cubicBezTo>
                  <a:pt x="558969" y="124970"/>
                  <a:pt x="554987" y="128653"/>
                  <a:pt x="551492" y="130604"/>
                </a:cubicBezTo>
                <a:cubicBezTo>
                  <a:pt x="547998" y="132556"/>
                  <a:pt x="544048" y="133532"/>
                  <a:pt x="539641" y="133532"/>
                </a:cubicBezTo>
                <a:cubicBezTo>
                  <a:pt x="528371" y="133532"/>
                  <a:pt x="519463" y="128490"/>
                  <a:pt x="512915" y="118408"/>
                </a:cubicBezTo>
                <a:cubicBezTo>
                  <a:pt x="507627" y="110215"/>
                  <a:pt x="504983" y="100164"/>
                  <a:pt x="504983" y="88253"/>
                </a:cubicBezTo>
                <a:cubicBezTo>
                  <a:pt x="504983" y="78737"/>
                  <a:pt x="506620" y="70213"/>
                  <a:pt x="509893" y="62682"/>
                </a:cubicBezTo>
                <a:cubicBezTo>
                  <a:pt x="513167" y="55150"/>
                  <a:pt x="517653" y="49463"/>
                  <a:pt x="523351" y="45618"/>
                </a:cubicBezTo>
                <a:cubicBezTo>
                  <a:pt x="529048" y="41774"/>
                  <a:pt x="535171" y="39852"/>
                  <a:pt x="541718" y="39852"/>
                </a:cubicBezTo>
                <a:cubicBezTo>
                  <a:pt x="545936" y="39852"/>
                  <a:pt x="549682" y="40677"/>
                  <a:pt x="552956" y="42328"/>
                </a:cubicBezTo>
                <a:cubicBezTo>
                  <a:pt x="556230" y="43978"/>
                  <a:pt x="559724" y="46868"/>
                  <a:pt x="563438" y="50995"/>
                </a:cubicBezTo>
                <a:lnTo>
                  <a:pt x="563438" y="24364"/>
                </a:lnTo>
                <a:cubicBezTo>
                  <a:pt x="563438" y="17628"/>
                  <a:pt x="563155" y="13567"/>
                  <a:pt x="562589" y="12182"/>
                </a:cubicBezTo>
                <a:cubicBezTo>
                  <a:pt x="561833" y="10356"/>
                  <a:pt x="560700" y="9003"/>
                  <a:pt x="559189" y="8121"/>
                </a:cubicBezTo>
                <a:cubicBezTo>
                  <a:pt x="557678" y="7240"/>
                  <a:pt x="554845" y="6799"/>
                  <a:pt x="550690" y="6799"/>
                </a:cubicBezTo>
                <a:lnTo>
                  <a:pt x="550690" y="2833"/>
                </a:lnTo>
                <a:lnTo>
                  <a:pt x="589880" y="2833"/>
                </a:lnTo>
                <a:moveTo>
                  <a:pt x="563438" y="62516"/>
                </a:moveTo>
                <a:cubicBezTo>
                  <a:pt x="558780" y="53702"/>
                  <a:pt x="553082" y="49295"/>
                  <a:pt x="546346" y="49295"/>
                </a:cubicBezTo>
                <a:cubicBezTo>
                  <a:pt x="544016" y="49295"/>
                  <a:pt x="542096" y="49925"/>
                  <a:pt x="540585" y="51184"/>
                </a:cubicBezTo>
                <a:cubicBezTo>
                  <a:pt x="538256" y="53136"/>
                  <a:pt x="536351" y="56567"/>
                  <a:pt x="534872" y="61478"/>
                </a:cubicBezTo>
                <a:cubicBezTo>
                  <a:pt x="533392" y="66388"/>
                  <a:pt x="532652" y="73912"/>
                  <a:pt x="532652" y="84048"/>
                </a:cubicBezTo>
                <a:cubicBezTo>
                  <a:pt x="532652" y="95191"/>
                  <a:pt x="533471" y="103438"/>
                  <a:pt x="535108" y="108790"/>
                </a:cubicBezTo>
                <a:cubicBezTo>
                  <a:pt x="536745" y="114141"/>
                  <a:pt x="538980" y="118013"/>
                  <a:pt x="541813" y="120405"/>
                </a:cubicBezTo>
                <a:cubicBezTo>
                  <a:pt x="543261" y="121602"/>
                  <a:pt x="545244" y="122200"/>
                  <a:pt x="547762" y="122200"/>
                </a:cubicBezTo>
                <a:cubicBezTo>
                  <a:pt x="553302" y="122200"/>
                  <a:pt x="558528" y="117842"/>
                  <a:pt x="563438" y="109126"/>
                </a:cubicBezTo>
                <a:lnTo>
                  <a:pt x="563438" y="62516"/>
                </a:lnTo>
                <a:close/>
                <a:moveTo>
                  <a:pt x="660299" y="117856"/>
                </a:moveTo>
                <a:cubicBezTo>
                  <a:pt x="649534" y="127425"/>
                  <a:pt x="639870" y="132210"/>
                  <a:pt x="631308" y="132210"/>
                </a:cubicBezTo>
                <a:cubicBezTo>
                  <a:pt x="626271" y="132210"/>
                  <a:pt x="622084" y="130552"/>
                  <a:pt x="618748" y="127237"/>
                </a:cubicBezTo>
                <a:cubicBezTo>
                  <a:pt x="615411" y="123920"/>
                  <a:pt x="613743" y="119767"/>
                  <a:pt x="613743" y="114778"/>
                </a:cubicBezTo>
                <a:cubicBezTo>
                  <a:pt x="613743" y="108018"/>
                  <a:pt x="616639" y="101937"/>
                  <a:pt x="622431" y="96537"/>
                </a:cubicBezTo>
                <a:cubicBezTo>
                  <a:pt x="628223" y="91136"/>
                  <a:pt x="640846" y="83951"/>
                  <a:pt x="660299" y="74982"/>
                </a:cubicBezTo>
                <a:lnTo>
                  <a:pt x="660299" y="66105"/>
                </a:lnTo>
                <a:cubicBezTo>
                  <a:pt x="660299" y="59431"/>
                  <a:pt x="659937" y="55229"/>
                  <a:pt x="659213" y="53498"/>
                </a:cubicBezTo>
                <a:cubicBezTo>
                  <a:pt x="658489" y="51766"/>
                  <a:pt x="657120" y="50255"/>
                  <a:pt x="655105" y="48965"/>
                </a:cubicBezTo>
                <a:cubicBezTo>
                  <a:pt x="653091" y="47674"/>
                  <a:pt x="650824" y="47029"/>
                  <a:pt x="648306" y="47029"/>
                </a:cubicBezTo>
                <a:cubicBezTo>
                  <a:pt x="644214" y="47029"/>
                  <a:pt x="640846" y="47942"/>
                  <a:pt x="638201" y="49768"/>
                </a:cubicBezTo>
                <a:cubicBezTo>
                  <a:pt x="636564" y="50901"/>
                  <a:pt x="635746" y="52223"/>
                  <a:pt x="635746" y="53734"/>
                </a:cubicBezTo>
                <a:cubicBezTo>
                  <a:pt x="635746" y="55056"/>
                  <a:pt x="636627" y="56693"/>
                  <a:pt x="638390" y="58645"/>
                </a:cubicBezTo>
                <a:cubicBezTo>
                  <a:pt x="640783" y="61352"/>
                  <a:pt x="641979" y="63964"/>
                  <a:pt x="641979" y="66483"/>
                </a:cubicBezTo>
                <a:cubicBezTo>
                  <a:pt x="641979" y="69568"/>
                  <a:pt x="640830" y="72196"/>
                  <a:pt x="638532" y="74368"/>
                </a:cubicBezTo>
                <a:cubicBezTo>
                  <a:pt x="636234" y="76540"/>
                  <a:pt x="633228" y="77626"/>
                  <a:pt x="629513" y="77626"/>
                </a:cubicBezTo>
                <a:cubicBezTo>
                  <a:pt x="625547" y="77626"/>
                  <a:pt x="622226" y="76430"/>
                  <a:pt x="619550" y="74038"/>
                </a:cubicBezTo>
                <a:cubicBezTo>
                  <a:pt x="616875" y="71645"/>
                  <a:pt x="615537" y="68844"/>
                  <a:pt x="615537" y="65633"/>
                </a:cubicBezTo>
                <a:cubicBezTo>
                  <a:pt x="615537" y="61100"/>
                  <a:pt x="617331" y="56772"/>
                  <a:pt x="620920" y="52648"/>
                </a:cubicBezTo>
                <a:cubicBezTo>
                  <a:pt x="624508" y="48524"/>
                  <a:pt x="629513" y="45361"/>
                  <a:pt x="635935" y="43157"/>
                </a:cubicBezTo>
                <a:cubicBezTo>
                  <a:pt x="642357" y="40954"/>
                  <a:pt x="649030" y="39852"/>
                  <a:pt x="655955" y="39852"/>
                </a:cubicBezTo>
                <a:cubicBezTo>
                  <a:pt x="664329" y="39852"/>
                  <a:pt x="670955" y="41635"/>
                  <a:pt x="675834" y="45202"/>
                </a:cubicBezTo>
                <a:cubicBezTo>
                  <a:pt x="680713" y="48767"/>
                  <a:pt x="683877" y="52632"/>
                  <a:pt x="685325" y="56797"/>
                </a:cubicBezTo>
                <a:cubicBezTo>
                  <a:pt x="686206" y="59447"/>
                  <a:pt x="686647" y="65536"/>
                  <a:pt x="686647" y="75065"/>
                </a:cubicBezTo>
                <a:lnTo>
                  <a:pt x="686647" y="109424"/>
                </a:lnTo>
                <a:cubicBezTo>
                  <a:pt x="686647" y="113463"/>
                  <a:pt x="686804" y="116004"/>
                  <a:pt x="687119" y="117047"/>
                </a:cubicBezTo>
                <a:cubicBezTo>
                  <a:pt x="687434" y="118088"/>
                  <a:pt x="687906" y="118861"/>
                  <a:pt x="688536" y="119367"/>
                </a:cubicBezTo>
                <a:cubicBezTo>
                  <a:pt x="689165" y="119870"/>
                  <a:pt x="689889" y="120122"/>
                  <a:pt x="690708" y="120122"/>
                </a:cubicBezTo>
                <a:cubicBezTo>
                  <a:pt x="692344" y="120122"/>
                  <a:pt x="694013" y="118957"/>
                  <a:pt x="695713" y="116628"/>
                </a:cubicBezTo>
                <a:lnTo>
                  <a:pt x="698546" y="118894"/>
                </a:lnTo>
                <a:cubicBezTo>
                  <a:pt x="695398" y="123553"/>
                  <a:pt x="692140" y="126937"/>
                  <a:pt x="688772" y="129046"/>
                </a:cubicBezTo>
                <a:cubicBezTo>
                  <a:pt x="685403" y="131155"/>
                  <a:pt x="681579" y="132210"/>
                  <a:pt x="677298" y="132210"/>
                </a:cubicBezTo>
                <a:cubicBezTo>
                  <a:pt x="672261" y="132210"/>
                  <a:pt x="668326" y="131022"/>
                  <a:pt x="665493" y="128645"/>
                </a:cubicBezTo>
                <a:cubicBezTo>
                  <a:pt x="662660" y="126268"/>
                  <a:pt x="660929" y="122672"/>
                  <a:pt x="660299" y="117856"/>
                </a:cubicBezTo>
                <a:moveTo>
                  <a:pt x="660299" y="110867"/>
                </a:moveTo>
                <a:lnTo>
                  <a:pt x="660299" y="81327"/>
                </a:lnTo>
                <a:cubicBezTo>
                  <a:pt x="652681" y="85818"/>
                  <a:pt x="647015" y="90627"/>
                  <a:pt x="643301" y="95752"/>
                </a:cubicBezTo>
                <a:cubicBezTo>
                  <a:pt x="640846" y="99167"/>
                  <a:pt x="639618" y="102615"/>
                  <a:pt x="639618" y="106095"/>
                </a:cubicBezTo>
                <a:cubicBezTo>
                  <a:pt x="639618" y="109005"/>
                  <a:pt x="640657" y="111568"/>
                  <a:pt x="642734" y="113783"/>
                </a:cubicBezTo>
                <a:cubicBezTo>
                  <a:pt x="644308" y="115491"/>
                  <a:pt x="646512" y="116345"/>
                  <a:pt x="649345" y="116345"/>
                </a:cubicBezTo>
                <a:cubicBezTo>
                  <a:pt x="652493" y="116345"/>
                  <a:pt x="656144" y="114519"/>
                  <a:pt x="660299" y="110867"/>
                </a:cubicBezTo>
                <a:close/>
                <a:moveTo>
                  <a:pt x="743308" y="10010"/>
                </a:moveTo>
                <a:lnTo>
                  <a:pt x="743308" y="42496"/>
                </a:lnTo>
                <a:lnTo>
                  <a:pt x="764273" y="42496"/>
                </a:lnTo>
                <a:lnTo>
                  <a:pt x="764273" y="51751"/>
                </a:lnTo>
                <a:lnTo>
                  <a:pt x="743308" y="51751"/>
                </a:lnTo>
                <a:lnTo>
                  <a:pt x="743308" y="106388"/>
                </a:lnTo>
                <a:cubicBezTo>
                  <a:pt x="743308" y="111501"/>
                  <a:pt x="743545" y="114799"/>
                  <a:pt x="744017" y="116283"/>
                </a:cubicBezTo>
                <a:cubicBezTo>
                  <a:pt x="744489" y="117766"/>
                  <a:pt x="745323" y="118966"/>
                  <a:pt x="746519" y="119883"/>
                </a:cubicBezTo>
                <a:cubicBezTo>
                  <a:pt x="747715" y="120798"/>
                  <a:pt x="748817" y="121255"/>
                  <a:pt x="749825" y="121255"/>
                </a:cubicBezTo>
                <a:cubicBezTo>
                  <a:pt x="753917" y="121255"/>
                  <a:pt x="757789" y="118107"/>
                  <a:pt x="761440" y="111812"/>
                </a:cubicBezTo>
                <a:lnTo>
                  <a:pt x="764273" y="113910"/>
                </a:lnTo>
                <a:cubicBezTo>
                  <a:pt x="759174" y="126110"/>
                  <a:pt x="750895" y="132210"/>
                  <a:pt x="739437" y="132210"/>
                </a:cubicBezTo>
                <a:cubicBezTo>
                  <a:pt x="733833" y="132210"/>
                  <a:pt x="729096" y="130647"/>
                  <a:pt x="725224" y="127521"/>
                </a:cubicBezTo>
                <a:cubicBezTo>
                  <a:pt x="721352" y="124392"/>
                  <a:pt x="718881" y="120901"/>
                  <a:pt x="717811" y="117047"/>
                </a:cubicBezTo>
                <a:cubicBezTo>
                  <a:pt x="717181" y="114899"/>
                  <a:pt x="716867" y="109086"/>
                  <a:pt x="716867" y="99609"/>
                </a:cubicBezTo>
                <a:lnTo>
                  <a:pt x="716867" y="51751"/>
                </a:lnTo>
                <a:lnTo>
                  <a:pt x="705345" y="51751"/>
                </a:lnTo>
                <a:lnTo>
                  <a:pt x="705345" y="48437"/>
                </a:lnTo>
                <a:cubicBezTo>
                  <a:pt x="713278" y="42822"/>
                  <a:pt x="720030" y="36922"/>
                  <a:pt x="725602" y="30739"/>
                </a:cubicBezTo>
                <a:cubicBezTo>
                  <a:pt x="731174" y="24555"/>
                  <a:pt x="736037" y="17646"/>
                  <a:pt x="740192" y="10010"/>
                </a:cubicBezTo>
                <a:lnTo>
                  <a:pt x="743308" y="10010"/>
                </a:lnTo>
                <a:close/>
                <a:moveTo>
                  <a:pt x="847469" y="83481"/>
                </a:moveTo>
                <a:lnTo>
                  <a:pt x="799024" y="83481"/>
                </a:lnTo>
                <a:cubicBezTo>
                  <a:pt x="799590" y="95223"/>
                  <a:pt x="802707" y="104502"/>
                  <a:pt x="808373" y="111319"/>
                </a:cubicBezTo>
                <a:cubicBezTo>
                  <a:pt x="812717" y="116558"/>
                  <a:pt x="817942" y="119178"/>
                  <a:pt x="824049" y="119178"/>
                </a:cubicBezTo>
                <a:cubicBezTo>
                  <a:pt x="827827" y="119178"/>
                  <a:pt x="831258" y="118123"/>
                  <a:pt x="834343" y="116014"/>
                </a:cubicBezTo>
                <a:cubicBezTo>
                  <a:pt x="837428" y="113905"/>
                  <a:pt x="840733" y="110112"/>
                  <a:pt x="844259" y="104635"/>
                </a:cubicBezTo>
                <a:lnTo>
                  <a:pt x="847469" y="106712"/>
                </a:lnTo>
                <a:cubicBezTo>
                  <a:pt x="842685" y="116471"/>
                  <a:pt x="837396" y="123380"/>
                  <a:pt x="831604" y="127441"/>
                </a:cubicBezTo>
                <a:cubicBezTo>
                  <a:pt x="825812" y="131502"/>
                  <a:pt x="819107" y="133532"/>
                  <a:pt x="811489" y="133532"/>
                </a:cubicBezTo>
                <a:cubicBezTo>
                  <a:pt x="798394" y="133532"/>
                  <a:pt x="788479" y="128490"/>
                  <a:pt x="781742" y="118408"/>
                </a:cubicBezTo>
                <a:cubicBezTo>
                  <a:pt x="776328" y="110278"/>
                  <a:pt x="773621" y="100195"/>
                  <a:pt x="773621" y="88159"/>
                </a:cubicBezTo>
                <a:cubicBezTo>
                  <a:pt x="773621" y="73411"/>
                  <a:pt x="777603" y="61673"/>
                  <a:pt x="785567" y="52946"/>
                </a:cubicBezTo>
                <a:cubicBezTo>
                  <a:pt x="793531" y="44217"/>
                  <a:pt x="802864" y="39852"/>
                  <a:pt x="813567" y="39852"/>
                </a:cubicBezTo>
                <a:cubicBezTo>
                  <a:pt x="822507" y="39852"/>
                  <a:pt x="830266" y="43519"/>
                  <a:pt x="836845" y="50854"/>
                </a:cubicBezTo>
                <a:cubicBezTo>
                  <a:pt x="843424" y="58188"/>
                  <a:pt x="846966" y="69064"/>
                  <a:pt x="847469" y="83481"/>
                </a:cubicBezTo>
                <a:moveTo>
                  <a:pt x="824238" y="77248"/>
                </a:moveTo>
                <a:cubicBezTo>
                  <a:pt x="824238" y="67112"/>
                  <a:pt x="823687" y="60155"/>
                  <a:pt x="822586" y="56378"/>
                </a:cubicBezTo>
                <a:cubicBezTo>
                  <a:pt x="821484" y="52601"/>
                  <a:pt x="819768" y="49736"/>
                  <a:pt x="817439" y="47784"/>
                </a:cubicBezTo>
                <a:cubicBezTo>
                  <a:pt x="816117" y="46651"/>
                  <a:pt x="814354" y="46085"/>
                  <a:pt x="812150" y="46085"/>
                </a:cubicBezTo>
                <a:cubicBezTo>
                  <a:pt x="808877" y="46085"/>
                  <a:pt x="806201" y="47690"/>
                  <a:pt x="804123" y="50901"/>
                </a:cubicBezTo>
                <a:cubicBezTo>
                  <a:pt x="800409" y="56504"/>
                  <a:pt x="798552" y="64185"/>
                  <a:pt x="798552" y="73943"/>
                </a:cubicBezTo>
                <a:lnTo>
                  <a:pt x="798552" y="77248"/>
                </a:lnTo>
                <a:lnTo>
                  <a:pt x="824238" y="772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Invariant">
            <a:extLst xmlns:a="http://schemas.openxmlformats.org/drawingml/2006/main">
              <a:ext uri="{FF2B5EF4-FFF2-40B4-BE49-F238E27FC236}">
                <a16:creationId xmlns:a16="http://schemas.microsoft.com/office/drawing/2014/main" id="{C220DADC-8416-43DD-8635-BE062270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218" y="1436768"/>
            <a:ext cx="778689" cy="133532"/>
          </a:xfrm>
          <a:custGeom xmlns:a="http://schemas.openxmlformats.org/drawingml/2006/main">
            <a:pathLst>
              <a:path w="778689" h="133532">
                <a:moveTo>
                  <a:pt x="66955" y="127488"/>
                </a:moveTo>
                <a:lnTo>
                  <a:pt x="66955" y="130888"/>
                </a:lnTo>
                <a:lnTo>
                  <a:pt x="0" y="130888"/>
                </a:lnTo>
                <a:lnTo>
                  <a:pt x="0" y="127488"/>
                </a:lnTo>
                <a:lnTo>
                  <a:pt x="4250" y="127488"/>
                </a:lnTo>
                <a:cubicBezTo>
                  <a:pt x="7964" y="127488"/>
                  <a:pt x="10955" y="126824"/>
                  <a:pt x="13221" y="125496"/>
                </a:cubicBezTo>
                <a:cubicBezTo>
                  <a:pt x="14858" y="124609"/>
                  <a:pt x="16117" y="123090"/>
                  <a:pt x="16998" y="120940"/>
                </a:cubicBezTo>
                <a:cubicBezTo>
                  <a:pt x="17691" y="119421"/>
                  <a:pt x="18037" y="115434"/>
                  <a:pt x="18037" y="108979"/>
                </a:cubicBezTo>
                <a:lnTo>
                  <a:pt x="18037" y="24742"/>
                </a:lnTo>
                <a:cubicBezTo>
                  <a:pt x="18037" y="18161"/>
                  <a:pt x="17691" y="14048"/>
                  <a:pt x="16998" y="12404"/>
                </a:cubicBezTo>
                <a:cubicBezTo>
                  <a:pt x="16306" y="10757"/>
                  <a:pt x="14905" y="9317"/>
                  <a:pt x="12796" y="8083"/>
                </a:cubicBezTo>
                <a:cubicBezTo>
                  <a:pt x="10687" y="6850"/>
                  <a:pt x="7838" y="6233"/>
                  <a:pt x="4250" y="6233"/>
                </a:cubicBezTo>
                <a:lnTo>
                  <a:pt x="0" y="6233"/>
                </a:lnTo>
                <a:lnTo>
                  <a:pt x="0" y="2833"/>
                </a:lnTo>
                <a:lnTo>
                  <a:pt x="66955" y="2833"/>
                </a:lnTo>
                <a:lnTo>
                  <a:pt x="66955" y="6233"/>
                </a:lnTo>
                <a:lnTo>
                  <a:pt x="62705" y="6233"/>
                </a:lnTo>
                <a:cubicBezTo>
                  <a:pt x="58991" y="6233"/>
                  <a:pt x="56000" y="6897"/>
                  <a:pt x="53734" y="8225"/>
                </a:cubicBezTo>
                <a:cubicBezTo>
                  <a:pt x="52097" y="9112"/>
                  <a:pt x="50806" y="10631"/>
                  <a:pt x="49862" y="12781"/>
                </a:cubicBezTo>
                <a:cubicBezTo>
                  <a:pt x="49169" y="14300"/>
                  <a:pt x="48823" y="18287"/>
                  <a:pt x="48823" y="24742"/>
                </a:cubicBezTo>
                <a:lnTo>
                  <a:pt x="48823" y="108979"/>
                </a:lnTo>
                <a:cubicBezTo>
                  <a:pt x="48823" y="115560"/>
                  <a:pt x="49185" y="119674"/>
                  <a:pt x="49909" y="121320"/>
                </a:cubicBezTo>
                <a:cubicBezTo>
                  <a:pt x="50633" y="122965"/>
                  <a:pt x="52050" y="124404"/>
                  <a:pt x="54159" y="125638"/>
                </a:cubicBezTo>
                <a:cubicBezTo>
                  <a:pt x="56268" y="126871"/>
                  <a:pt x="59117" y="127488"/>
                  <a:pt x="62705" y="127488"/>
                </a:cubicBezTo>
                <a:lnTo>
                  <a:pt x="66955" y="127488"/>
                </a:lnTo>
                <a:close/>
                <a:moveTo>
                  <a:pt x="113952" y="42496"/>
                </a:moveTo>
                <a:lnTo>
                  <a:pt x="113952" y="54017"/>
                </a:lnTo>
                <a:cubicBezTo>
                  <a:pt x="118485" y="49073"/>
                  <a:pt x="122829" y="45477"/>
                  <a:pt x="126984" y="43228"/>
                </a:cubicBezTo>
                <a:cubicBezTo>
                  <a:pt x="131139" y="40977"/>
                  <a:pt x="135609" y="39852"/>
                  <a:pt x="140394" y="39852"/>
                </a:cubicBezTo>
                <a:cubicBezTo>
                  <a:pt x="146123" y="39852"/>
                  <a:pt x="150876" y="41443"/>
                  <a:pt x="154654" y="44627"/>
                </a:cubicBezTo>
                <a:cubicBezTo>
                  <a:pt x="158431" y="47810"/>
                  <a:pt x="160949" y="51765"/>
                  <a:pt x="162209" y="56493"/>
                </a:cubicBezTo>
                <a:cubicBezTo>
                  <a:pt x="163216" y="60088"/>
                  <a:pt x="163720" y="66991"/>
                  <a:pt x="163720" y="77204"/>
                </a:cubicBezTo>
                <a:lnTo>
                  <a:pt x="163720" y="111623"/>
                </a:lnTo>
                <a:cubicBezTo>
                  <a:pt x="163720" y="118422"/>
                  <a:pt x="164333" y="122656"/>
                  <a:pt x="165561" y="124325"/>
                </a:cubicBezTo>
                <a:cubicBezTo>
                  <a:pt x="166789" y="125993"/>
                  <a:pt x="169354" y="127047"/>
                  <a:pt x="173258" y="127488"/>
                </a:cubicBezTo>
                <a:lnTo>
                  <a:pt x="173258" y="130888"/>
                </a:lnTo>
                <a:lnTo>
                  <a:pt x="128590" y="130888"/>
                </a:lnTo>
                <a:lnTo>
                  <a:pt x="128590" y="127488"/>
                </a:lnTo>
                <a:cubicBezTo>
                  <a:pt x="131926" y="127047"/>
                  <a:pt x="134319" y="125662"/>
                  <a:pt x="135767" y="123333"/>
                </a:cubicBezTo>
                <a:cubicBezTo>
                  <a:pt x="136774" y="121759"/>
                  <a:pt x="137278" y="117856"/>
                  <a:pt x="137278" y="111623"/>
                </a:cubicBezTo>
                <a:lnTo>
                  <a:pt x="137278" y="72338"/>
                </a:lnTo>
                <a:cubicBezTo>
                  <a:pt x="137278" y="65098"/>
                  <a:pt x="136994" y="60533"/>
                  <a:pt x="136428" y="58645"/>
                </a:cubicBezTo>
                <a:cubicBezTo>
                  <a:pt x="135861" y="56756"/>
                  <a:pt x="134901" y="55292"/>
                  <a:pt x="133547" y="54253"/>
                </a:cubicBezTo>
                <a:cubicBezTo>
                  <a:pt x="132194" y="53214"/>
                  <a:pt x="130699" y="52695"/>
                  <a:pt x="129062" y="52695"/>
                </a:cubicBezTo>
                <a:cubicBezTo>
                  <a:pt x="123647" y="52695"/>
                  <a:pt x="118611" y="56598"/>
                  <a:pt x="113952" y="64405"/>
                </a:cubicBezTo>
                <a:lnTo>
                  <a:pt x="113952" y="111623"/>
                </a:lnTo>
                <a:cubicBezTo>
                  <a:pt x="113952" y="118233"/>
                  <a:pt x="114566" y="122420"/>
                  <a:pt x="115794" y="124183"/>
                </a:cubicBezTo>
                <a:cubicBezTo>
                  <a:pt x="117021" y="125946"/>
                  <a:pt x="119303" y="127047"/>
                  <a:pt x="122640" y="127488"/>
                </a:cubicBezTo>
                <a:lnTo>
                  <a:pt x="122640" y="130888"/>
                </a:lnTo>
                <a:lnTo>
                  <a:pt x="77972" y="130888"/>
                </a:lnTo>
                <a:lnTo>
                  <a:pt x="77972" y="127488"/>
                </a:lnTo>
                <a:cubicBezTo>
                  <a:pt x="81687" y="127110"/>
                  <a:pt x="84331" y="125914"/>
                  <a:pt x="85905" y="123900"/>
                </a:cubicBezTo>
                <a:cubicBezTo>
                  <a:pt x="86975" y="122514"/>
                  <a:pt x="87510" y="118422"/>
                  <a:pt x="87510" y="111623"/>
                </a:cubicBezTo>
                <a:lnTo>
                  <a:pt x="87510" y="61761"/>
                </a:lnTo>
                <a:cubicBezTo>
                  <a:pt x="87510" y="55007"/>
                  <a:pt x="86896" y="50801"/>
                  <a:pt x="85669" y="49145"/>
                </a:cubicBezTo>
                <a:cubicBezTo>
                  <a:pt x="84441" y="47488"/>
                  <a:pt x="81875" y="46405"/>
                  <a:pt x="77972" y="45896"/>
                </a:cubicBezTo>
                <a:lnTo>
                  <a:pt x="77972" y="42496"/>
                </a:lnTo>
                <a:lnTo>
                  <a:pt x="113952" y="42496"/>
                </a:lnTo>
                <a:close/>
                <a:moveTo>
                  <a:pt x="225262" y="133532"/>
                </a:moveTo>
                <a:lnTo>
                  <a:pt x="195515" y="65025"/>
                </a:lnTo>
                <a:cubicBezTo>
                  <a:pt x="191927" y="56713"/>
                  <a:pt x="189125" y="51447"/>
                  <a:pt x="187110" y="49228"/>
                </a:cubicBezTo>
                <a:cubicBezTo>
                  <a:pt x="185662" y="47577"/>
                  <a:pt x="183522" y="46466"/>
                  <a:pt x="180689" y="45896"/>
                </a:cubicBezTo>
                <a:lnTo>
                  <a:pt x="180689" y="42496"/>
                </a:lnTo>
                <a:lnTo>
                  <a:pt x="227623" y="42496"/>
                </a:lnTo>
                <a:lnTo>
                  <a:pt x="227623" y="45896"/>
                </a:lnTo>
                <a:cubicBezTo>
                  <a:pt x="224664" y="45896"/>
                  <a:pt x="222650" y="46434"/>
                  <a:pt x="221579" y="47510"/>
                </a:cubicBezTo>
                <a:cubicBezTo>
                  <a:pt x="220068" y="48905"/>
                  <a:pt x="219313" y="50552"/>
                  <a:pt x="219313" y="52450"/>
                </a:cubicBezTo>
                <a:cubicBezTo>
                  <a:pt x="219313" y="54793"/>
                  <a:pt x="220698" y="59195"/>
                  <a:pt x="223468" y="65656"/>
                </a:cubicBezTo>
                <a:lnTo>
                  <a:pt x="238011" y="98839"/>
                </a:lnTo>
                <a:lnTo>
                  <a:pt x="249627" y="70195"/>
                </a:lnTo>
                <a:cubicBezTo>
                  <a:pt x="252963" y="61969"/>
                  <a:pt x="254632" y="56148"/>
                  <a:pt x="254632" y="52730"/>
                </a:cubicBezTo>
                <a:cubicBezTo>
                  <a:pt x="254632" y="50769"/>
                  <a:pt x="253924" y="49171"/>
                  <a:pt x="252507" y="47938"/>
                </a:cubicBezTo>
                <a:cubicBezTo>
                  <a:pt x="251090" y="46702"/>
                  <a:pt x="248588" y="46022"/>
                  <a:pt x="244999" y="45896"/>
                </a:cubicBezTo>
                <a:lnTo>
                  <a:pt x="244999" y="42496"/>
                </a:lnTo>
                <a:lnTo>
                  <a:pt x="273897" y="42496"/>
                </a:lnTo>
                <a:lnTo>
                  <a:pt x="273897" y="45896"/>
                </a:lnTo>
                <a:cubicBezTo>
                  <a:pt x="271127" y="46275"/>
                  <a:pt x="268860" y="47319"/>
                  <a:pt x="267097" y="49027"/>
                </a:cubicBezTo>
                <a:cubicBezTo>
                  <a:pt x="265334" y="50735"/>
                  <a:pt x="262690" y="55762"/>
                  <a:pt x="259165" y="64110"/>
                </a:cubicBezTo>
                <a:lnTo>
                  <a:pt x="229701" y="133532"/>
                </a:lnTo>
                <a:lnTo>
                  <a:pt x="225262" y="133532"/>
                </a:lnTo>
                <a:close/>
                <a:moveTo>
                  <a:pt x="330842" y="117856"/>
                </a:moveTo>
                <a:cubicBezTo>
                  <a:pt x="320076" y="127425"/>
                  <a:pt x="310412" y="132210"/>
                  <a:pt x="301850" y="132210"/>
                </a:cubicBezTo>
                <a:cubicBezTo>
                  <a:pt x="296813" y="132210"/>
                  <a:pt x="292627" y="130552"/>
                  <a:pt x="289290" y="127237"/>
                </a:cubicBezTo>
                <a:cubicBezTo>
                  <a:pt x="285953" y="123920"/>
                  <a:pt x="284285" y="119767"/>
                  <a:pt x="284285" y="114778"/>
                </a:cubicBezTo>
                <a:cubicBezTo>
                  <a:pt x="284285" y="108018"/>
                  <a:pt x="287181" y="101937"/>
                  <a:pt x="292973" y="96537"/>
                </a:cubicBezTo>
                <a:cubicBezTo>
                  <a:pt x="298765" y="91136"/>
                  <a:pt x="311388" y="83951"/>
                  <a:pt x="330842" y="74982"/>
                </a:cubicBezTo>
                <a:lnTo>
                  <a:pt x="330842" y="66105"/>
                </a:lnTo>
                <a:cubicBezTo>
                  <a:pt x="330842" y="59431"/>
                  <a:pt x="330480" y="55229"/>
                  <a:pt x="329756" y="53498"/>
                </a:cubicBezTo>
                <a:cubicBezTo>
                  <a:pt x="329032" y="51766"/>
                  <a:pt x="327662" y="50255"/>
                  <a:pt x="325648" y="48965"/>
                </a:cubicBezTo>
                <a:cubicBezTo>
                  <a:pt x="323633" y="47674"/>
                  <a:pt x="321367" y="47029"/>
                  <a:pt x="318848" y="47029"/>
                </a:cubicBezTo>
                <a:cubicBezTo>
                  <a:pt x="314756" y="47029"/>
                  <a:pt x="311388" y="47942"/>
                  <a:pt x="308744" y="49768"/>
                </a:cubicBezTo>
                <a:cubicBezTo>
                  <a:pt x="307107" y="50901"/>
                  <a:pt x="306288" y="52223"/>
                  <a:pt x="306288" y="53734"/>
                </a:cubicBezTo>
                <a:cubicBezTo>
                  <a:pt x="306288" y="55056"/>
                  <a:pt x="307170" y="56693"/>
                  <a:pt x="308933" y="58645"/>
                </a:cubicBezTo>
                <a:cubicBezTo>
                  <a:pt x="311325" y="61352"/>
                  <a:pt x="312521" y="63964"/>
                  <a:pt x="312521" y="66483"/>
                </a:cubicBezTo>
                <a:cubicBezTo>
                  <a:pt x="312521" y="69568"/>
                  <a:pt x="311372" y="72196"/>
                  <a:pt x="309074" y="74368"/>
                </a:cubicBezTo>
                <a:cubicBezTo>
                  <a:pt x="306776" y="76540"/>
                  <a:pt x="303770" y="77626"/>
                  <a:pt x="300056" y="77626"/>
                </a:cubicBezTo>
                <a:cubicBezTo>
                  <a:pt x="296089" y="77626"/>
                  <a:pt x="292768" y="76430"/>
                  <a:pt x="290093" y="74038"/>
                </a:cubicBezTo>
                <a:cubicBezTo>
                  <a:pt x="287417" y="71645"/>
                  <a:pt x="286079" y="68844"/>
                  <a:pt x="286079" y="65633"/>
                </a:cubicBezTo>
                <a:cubicBezTo>
                  <a:pt x="286079" y="61100"/>
                  <a:pt x="287873" y="56772"/>
                  <a:pt x="291462" y="52648"/>
                </a:cubicBezTo>
                <a:cubicBezTo>
                  <a:pt x="295051" y="48524"/>
                  <a:pt x="300056" y="45361"/>
                  <a:pt x="306477" y="43157"/>
                </a:cubicBezTo>
                <a:cubicBezTo>
                  <a:pt x="312899" y="40954"/>
                  <a:pt x="319572" y="39852"/>
                  <a:pt x="326498" y="39852"/>
                </a:cubicBezTo>
                <a:cubicBezTo>
                  <a:pt x="334871" y="39852"/>
                  <a:pt x="341497" y="41635"/>
                  <a:pt x="346376" y="45202"/>
                </a:cubicBezTo>
                <a:cubicBezTo>
                  <a:pt x="351255" y="48767"/>
                  <a:pt x="354419" y="52632"/>
                  <a:pt x="355867" y="56797"/>
                </a:cubicBezTo>
                <a:cubicBezTo>
                  <a:pt x="356748" y="59447"/>
                  <a:pt x="357189" y="65536"/>
                  <a:pt x="357189" y="75065"/>
                </a:cubicBezTo>
                <a:lnTo>
                  <a:pt x="357189" y="109424"/>
                </a:lnTo>
                <a:cubicBezTo>
                  <a:pt x="357189" y="113463"/>
                  <a:pt x="357347" y="116004"/>
                  <a:pt x="357661" y="117047"/>
                </a:cubicBezTo>
                <a:cubicBezTo>
                  <a:pt x="357976" y="118088"/>
                  <a:pt x="358448" y="118861"/>
                  <a:pt x="359078" y="119367"/>
                </a:cubicBezTo>
                <a:cubicBezTo>
                  <a:pt x="359707" y="119870"/>
                  <a:pt x="360431" y="120122"/>
                  <a:pt x="361250" y="120122"/>
                </a:cubicBezTo>
                <a:cubicBezTo>
                  <a:pt x="362887" y="120122"/>
                  <a:pt x="364555" y="118957"/>
                  <a:pt x="366255" y="116628"/>
                </a:cubicBezTo>
                <a:lnTo>
                  <a:pt x="369088" y="118894"/>
                </a:lnTo>
                <a:cubicBezTo>
                  <a:pt x="365940" y="123553"/>
                  <a:pt x="362682" y="126937"/>
                  <a:pt x="359314" y="129046"/>
                </a:cubicBezTo>
                <a:cubicBezTo>
                  <a:pt x="355946" y="131155"/>
                  <a:pt x="352121" y="132210"/>
                  <a:pt x="347840" y="132210"/>
                </a:cubicBezTo>
                <a:cubicBezTo>
                  <a:pt x="342803" y="132210"/>
                  <a:pt x="338869" y="131022"/>
                  <a:pt x="336036" y="128645"/>
                </a:cubicBezTo>
                <a:cubicBezTo>
                  <a:pt x="333203" y="126268"/>
                  <a:pt x="331471" y="122672"/>
                  <a:pt x="330842" y="117856"/>
                </a:cubicBezTo>
                <a:moveTo>
                  <a:pt x="330842" y="110867"/>
                </a:moveTo>
                <a:lnTo>
                  <a:pt x="330842" y="81327"/>
                </a:lnTo>
                <a:cubicBezTo>
                  <a:pt x="323224" y="85818"/>
                  <a:pt x="317558" y="90627"/>
                  <a:pt x="313843" y="95752"/>
                </a:cubicBezTo>
                <a:cubicBezTo>
                  <a:pt x="311388" y="99167"/>
                  <a:pt x="310160" y="102615"/>
                  <a:pt x="310160" y="106095"/>
                </a:cubicBezTo>
                <a:cubicBezTo>
                  <a:pt x="310160" y="109005"/>
                  <a:pt x="311199" y="111568"/>
                  <a:pt x="313277" y="113783"/>
                </a:cubicBezTo>
                <a:cubicBezTo>
                  <a:pt x="314851" y="115491"/>
                  <a:pt x="317054" y="116345"/>
                  <a:pt x="319887" y="116345"/>
                </a:cubicBezTo>
                <a:cubicBezTo>
                  <a:pt x="323035" y="116345"/>
                  <a:pt x="326686" y="114519"/>
                  <a:pt x="330842" y="110867"/>
                </a:cubicBezTo>
                <a:close/>
                <a:moveTo>
                  <a:pt x="415456" y="42496"/>
                </a:moveTo>
                <a:lnTo>
                  <a:pt x="415456" y="62516"/>
                </a:lnTo>
                <a:cubicBezTo>
                  <a:pt x="421311" y="53388"/>
                  <a:pt x="426442" y="47328"/>
                  <a:pt x="430849" y="44338"/>
                </a:cubicBezTo>
                <a:cubicBezTo>
                  <a:pt x="435256" y="41347"/>
                  <a:pt x="439506" y="39852"/>
                  <a:pt x="443598" y="39852"/>
                </a:cubicBezTo>
                <a:cubicBezTo>
                  <a:pt x="447124" y="39852"/>
                  <a:pt x="449941" y="40942"/>
                  <a:pt x="452050" y="43122"/>
                </a:cubicBezTo>
                <a:cubicBezTo>
                  <a:pt x="454159" y="45302"/>
                  <a:pt x="455214" y="48382"/>
                  <a:pt x="455214" y="52362"/>
                </a:cubicBezTo>
                <a:cubicBezTo>
                  <a:pt x="455214" y="56595"/>
                  <a:pt x="454191" y="59882"/>
                  <a:pt x="452144" y="62221"/>
                </a:cubicBezTo>
                <a:cubicBezTo>
                  <a:pt x="450098" y="64559"/>
                  <a:pt x="447627" y="65727"/>
                  <a:pt x="444731" y="65727"/>
                </a:cubicBezTo>
                <a:cubicBezTo>
                  <a:pt x="441395" y="65727"/>
                  <a:pt x="438499" y="64657"/>
                  <a:pt x="436043" y="62516"/>
                </a:cubicBezTo>
                <a:cubicBezTo>
                  <a:pt x="433588" y="60376"/>
                  <a:pt x="432140" y="59180"/>
                  <a:pt x="431699" y="58928"/>
                </a:cubicBezTo>
                <a:cubicBezTo>
                  <a:pt x="431070" y="58550"/>
                  <a:pt x="430346" y="58361"/>
                  <a:pt x="429527" y="58361"/>
                </a:cubicBezTo>
                <a:cubicBezTo>
                  <a:pt x="427701" y="58361"/>
                  <a:pt x="425970" y="59054"/>
                  <a:pt x="424333" y="60439"/>
                </a:cubicBezTo>
                <a:cubicBezTo>
                  <a:pt x="421752" y="62579"/>
                  <a:pt x="419800" y="65633"/>
                  <a:pt x="418478" y="69599"/>
                </a:cubicBezTo>
                <a:cubicBezTo>
                  <a:pt x="416464" y="75706"/>
                  <a:pt x="415456" y="82442"/>
                  <a:pt x="415456" y="89808"/>
                </a:cubicBezTo>
                <a:lnTo>
                  <a:pt x="415456" y="110112"/>
                </a:lnTo>
                <a:lnTo>
                  <a:pt x="415551" y="115400"/>
                </a:lnTo>
                <a:cubicBezTo>
                  <a:pt x="415551" y="118989"/>
                  <a:pt x="415771" y="121287"/>
                  <a:pt x="416212" y="122294"/>
                </a:cubicBezTo>
                <a:cubicBezTo>
                  <a:pt x="416967" y="123994"/>
                  <a:pt x="418085" y="125237"/>
                  <a:pt x="419564" y="126024"/>
                </a:cubicBezTo>
                <a:cubicBezTo>
                  <a:pt x="421044" y="126811"/>
                  <a:pt x="423546" y="127299"/>
                  <a:pt x="427072" y="127488"/>
                </a:cubicBezTo>
                <a:lnTo>
                  <a:pt x="427072" y="130888"/>
                </a:lnTo>
                <a:lnTo>
                  <a:pt x="379382" y="130888"/>
                </a:lnTo>
                <a:lnTo>
                  <a:pt x="379382" y="127488"/>
                </a:lnTo>
                <a:cubicBezTo>
                  <a:pt x="383222" y="127173"/>
                  <a:pt x="385819" y="126119"/>
                  <a:pt x="387173" y="124325"/>
                </a:cubicBezTo>
                <a:cubicBezTo>
                  <a:pt x="388526" y="122530"/>
                  <a:pt x="389203" y="117793"/>
                  <a:pt x="389203" y="110112"/>
                </a:cubicBezTo>
                <a:lnTo>
                  <a:pt x="389203" y="61194"/>
                </a:lnTo>
                <a:cubicBezTo>
                  <a:pt x="389203" y="56126"/>
                  <a:pt x="388951" y="52896"/>
                  <a:pt x="388448" y="51503"/>
                </a:cubicBezTo>
                <a:cubicBezTo>
                  <a:pt x="387818" y="49728"/>
                  <a:pt x="386905" y="48430"/>
                  <a:pt x="385709" y="47607"/>
                </a:cubicBezTo>
                <a:cubicBezTo>
                  <a:pt x="384513" y="46783"/>
                  <a:pt x="382404" y="46212"/>
                  <a:pt x="379382" y="45896"/>
                </a:cubicBezTo>
                <a:lnTo>
                  <a:pt x="379382" y="42496"/>
                </a:lnTo>
                <a:lnTo>
                  <a:pt x="415456" y="42496"/>
                </a:lnTo>
                <a:close/>
                <a:moveTo>
                  <a:pt x="485935" y="0"/>
                </a:moveTo>
                <a:cubicBezTo>
                  <a:pt x="490027" y="0"/>
                  <a:pt x="493489" y="1437"/>
                  <a:pt x="496322" y="4312"/>
                </a:cubicBezTo>
                <a:cubicBezTo>
                  <a:pt x="499156" y="7184"/>
                  <a:pt x="500572" y="10642"/>
                  <a:pt x="500572" y="14685"/>
                </a:cubicBezTo>
                <a:cubicBezTo>
                  <a:pt x="500572" y="18728"/>
                  <a:pt x="499140" y="22171"/>
                  <a:pt x="496275" y="25014"/>
                </a:cubicBezTo>
                <a:cubicBezTo>
                  <a:pt x="493411" y="27855"/>
                  <a:pt x="489964" y="29275"/>
                  <a:pt x="485935" y="29275"/>
                </a:cubicBezTo>
                <a:cubicBezTo>
                  <a:pt x="481905" y="29275"/>
                  <a:pt x="478474" y="27855"/>
                  <a:pt x="475641" y="25014"/>
                </a:cubicBezTo>
                <a:cubicBezTo>
                  <a:pt x="472808" y="22171"/>
                  <a:pt x="471391" y="18728"/>
                  <a:pt x="471391" y="14685"/>
                </a:cubicBezTo>
                <a:cubicBezTo>
                  <a:pt x="471391" y="10642"/>
                  <a:pt x="472808" y="7184"/>
                  <a:pt x="475641" y="4312"/>
                </a:cubicBezTo>
                <a:cubicBezTo>
                  <a:pt x="478474" y="1437"/>
                  <a:pt x="481905" y="0"/>
                  <a:pt x="485935" y="0"/>
                </a:cubicBezTo>
                <a:moveTo>
                  <a:pt x="499156" y="42496"/>
                </a:moveTo>
                <a:lnTo>
                  <a:pt x="499156" y="112567"/>
                </a:lnTo>
                <a:cubicBezTo>
                  <a:pt x="499156" y="118800"/>
                  <a:pt x="499880" y="122782"/>
                  <a:pt x="501328" y="124513"/>
                </a:cubicBezTo>
                <a:cubicBezTo>
                  <a:pt x="502776" y="126245"/>
                  <a:pt x="505609" y="127236"/>
                  <a:pt x="509827" y="127488"/>
                </a:cubicBezTo>
                <a:lnTo>
                  <a:pt x="509827" y="130888"/>
                </a:lnTo>
                <a:lnTo>
                  <a:pt x="462137" y="130888"/>
                </a:lnTo>
                <a:lnTo>
                  <a:pt x="462137" y="127488"/>
                </a:lnTo>
                <a:cubicBezTo>
                  <a:pt x="466040" y="127362"/>
                  <a:pt x="468936" y="126229"/>
                  <a:pt x="470825" y="124088"/>
                </a:cubicBezTo>
                <a:cubicBezTo>
                  <a:pt x="472084" y="122640"/>
                  <a:pt x="472714" y="118800"/>
                  <a:pt x="472714" y="112567"/>
                </a:cubicBezTo>
                <a:lnTo>
                  <a:pt x="472714" y="61005"/>
                </a:lnTo>
                <a:cubicBezTo>
                  <a:pt x="472714" y="54694"/>
                  <a:pt x="471990" y="50662"/>
                  <a:pt x="470542" y="48909"/>
                </a:cubicBezTo>
                <a:cubicBezTo>
                  <a:pt x="469094" y="47156"/>
                  <a:pt x="466292" y="46151"/>
                  <a:pt x="462137" y="45896"/>
                </a:cubicBezTo>
                <a:lnTo>
                  <a:pt x="462137" y="42496"/>
                </a:lnTo>
                <a:lnTo>
                  <a:pt x="499156" y="42496"/>
                </a:lnTo>
                <a:close/>
                <a:moveTo>
                  <a:pt x="567182" y="117856"/>
                </a:moveTo>
                <a:cubicBezTo>
                  <a:pt x="556416" y="127425"/>
                  <a:pt x="546752" y="132210"/>
                  <a:pt x="538190" y="132210"/>
                </a:cubicBezTo>
                <a:cubicBezTo>
                  <a:pt x="533153" y="132210"/>
                  <a:pt x="528967" y="130552"/>
                  <a:pt x="525630" y="127237"/>
                </a:cubicBezTo>
                <a:cubicBezTo>
                  <a:pt x="522293" y="123920"/>
                  <a:pt x="520625" y="119767"/>
                  <a:pt x="520625" y="114778"/>
                </a:cubicBezTo>
                <a:cubicBezTo>
                  <a:pt x="520625" y="108018"/>
                  <a:pt x="523521" y="101937"/>
                  <a:pt x="529313" y="96537"/>
                </a:cubicBezTo>
                <a:cubicBezTo>
                  <a:pt x="535105" y="91136"/>
                  <a:pt x="547728" y="83951"/>
                  <a:pt x="567182" y="74982"/>
                </a:cubicBezTo>
                <a:lnTo>
                  <a:pt x="567182" y="66105"/>
                </a:lnTo>
                <a:cubicBezTo>
                  <a:pt x="567182" y="59431"/>
                  <a:pt x="566820" y="55229"/>
                  <a:pt x="566096" y="53498"/>
                </a:cubicBezTo>
                <a:cubicBezTo>
                  <a:pt x="565372" y="51766"/>
                  <a:pt x="564002" y="50255"/>
                  <a:pt x="561988" y="48965"/>
                </a:cubicBezTo>
                <a:cubicBezTo>
                  <a:pt x="559973" y="47674"/>
                  <a:pt x="557707" y="47029"/>
                  <a:pt x="555188" y="47029"/>
                </a:cubicBezTo>
                <a:cubicBezTo>
                  <a:pt x="551096" y="47029"/>
                  <a:pt x="547728" y="47942"/>
                  <a:pt x="545084" y="49768"/>
                </a:cubicBezTo>
                <a:cubicBezTo>
                  <a:pt x="543447" y="50901"/>
                  <a:pt x="542628" y="52223"/>
                  <a:pt x="542628" y="53734"/>
                </a:cubicBezTo>
                <a:cubicBezTo>
                  <a:pt x="542628" y="55056"/>
                  <a:pt x="543510" y="56693"/>
                  <a:pt x="545273" y="58645"/>
                </a:cubicBezTo>
                <a:cubicBezTo>
                  <a:pt x="547665" y="61352"/>
                  <a:pt x="548861" y="63964"/>
                  <a:pt x="548861" y="66483"/>
                </a:cubicBezTo>
                <a:cubicBezTo>
                  <a:pt x="548861" y="69568"/>
                  <a:pt x="547712" y="72196"/>
                  <a:pt x="545414" y="74368"/>
                </a:cubicBezTo>
                <a:cubicBezTo>
                  <a:pt x="543116" y="76540"/>
                  <a:pt x="540110" y="77626"/>
                  <a:pt x="536396" y="77626"/>
                </a:cubicBezTo>
                <a:cubicBezTo>
                  <a:pt x="532429" y="77626"/>
                  <a:pt x="529108" y="76430"/>
                  <a:pt x="526433" y="74038"/>
                </a:cubicBezTo>
                <a:cubicBezTo>
                  <a:pt x="523757" y="71645"/>
                  <a:pt x="522419" y="68844"/>
                  <a:pt x="522419" y="65633"/>
                </a:cubicBezTo>
                <a:cubicBezTo>
                  <a:pt x="522419" y="61100"/>
                  <a:pt x="524214" y="56772"/>
                  <a:pt x="527802" y="52648"/>
                </a:cubicBezTo>
                <a:cubicBezTo>
                  <a:pt x="531391" y="48524"/>
                  <a:pt x="536396" y="45361"/>
                  <a:pt x="542817" y="43157"/>
                </a:cubicBezTo>
                <a:cubicBezTo>
                  <a:pt x="549239" y="40954"/>
                  <a:pt x="555912" y="39852"/>
                  <a:pt x="562838" y="39852"/>
                </a:cubicBezTo>
                <a:cubicBezTo>
                  <a:pt x="571211" y="39852"/>
                  <a:pt x="577837" y="41635"/>
                  <a:pt x="582716" y="45202"/>
                </a:cubicBezTo>
                <a:cubicBezTo>
                  <a:pt x="587596" y="48767"/>
                  <a:pt x="590759" y="52632"/>
                  <a:pt x="592207" y="56797"/>
                </a:cubicBezTo>
                <a:cubicBezTo>
                  <a:pt x="593089" y="59447"/>
                  <a:pt x="593529" y="65536"/>
                  <a:pt x="593529" y="75065"/>
                </a:cubicBezTo>
                <a:lnTo>
                  <a:pt x="593529" y="109424"/>
                </a:lnTo>
                <a:cubicBezTo>
                  <a:pt x="593529" y="113463"/>
                  <a:pt x="593687" y="116004"/>
                  <a:pt x="594001" y="117047"/>
                </a:cubicBezTo>
                <a:cubicBezTo>
                  <a:pt x="594316" y="118088"/>
                  <a:pt x="594788" y="118861"/>
                  <a:pt x="595418" y="119367"/>
                </a:cubicBezTo>
                <a:cubicBezTo>
                  <a:pt x="596048" y="119870"/>
                  <a:pt x="596772" y="120122"/>
                  <a:pt x="597590" y="120122"/>
                </a:cubicBezTo>
                <a:cubicBezTo>
                  <a:pt x="599227" y="120122"/>
                  <a:pt x="600895" y="118957"/>
                  <a:pt x="602595" y="116628"/>
                </a:cubicBezTo>
                <a:lnTo>
                  <a:pt x="605428" y="118894"/>
                </a:lnTo>
                <a:cubicBezTo>
                  <a:pt x="602280" y="123553"/>
                  <a:pt x="599022" y="126937"/>
                  <a:pt x="595654" y="129046"/>
                </a:cubicBezTo>
                <a:cubicBezTo>
                  <a:pt x="592286" y="131155"/>
                  <a:pt x="588461" y="132210"/>
                  <a:pt x="584180" y="132210"/>
                </a:cubicBezTo>
                <a:cubicBezTo>
                  <a:pt x="579144" y="132210"/>
                  <a:pt x="575209" y="131022"/>
                  <a:pt x="572376" y="128645"/>
                </a:cubicBezTo>
                <a:cubicBezTo>
                  <a:pt x="569543" y="126268"/>
                  <a:pt x="567811" y="122672"/>
                  <a:pt x="567182" y="117856"/>
                </a:cubicBezTo>
                <a:moveTo>
                  <a:pt x="567182" y="110867"/>
                </a:moveTo>
                <a:lnTo>
                  <a:pt x="567182" y="81327"/>
                </a:lnTo>
                <a:cubicBezTo>
                  <a:pt x="559564" y="85818"/>
                  <a:pt x="553898" y="90627"/>
                  <a:pt x="550183" y="95752"/>
                </a:cubicBezTo>
                <a:cubicBezTo>
                  <a:pt x="547728" y="99167"/>
                  <a:pt x="546500" y="102615"/>
                  <a:pt x="546500" y="106095"/>
                </a:cubicBezTo>
                <a:cubicBezTo>
                  <a:pt x="546500" y="109005"/>
                  <a:pt x="547539" y="111568"/>
                  <a:pt x="549617" y="113783"/>
                </a:cubicBezTo>
                <a:cubicBezTo>
                  <a:pt x="551191" y="115491"/>
                  <a:pt x="553394" y="116345"/>
                  <a:pt x="556227" y="116345"/>
                </a:cubicBezTo>
                <a:cubicBezTo>
                  <a:pt x="559375" y="116345"/>
                  <a:pt x="563027" y="114519"/>
                  <a:pt x="567182" y="110867"/>
                </a:cubicBezTo>
                <a:close/>
                <a:moveTo>
                  <a:pt x="651230" y="42496"/>
                </a:moveTo>
                <a:lnTo>
                  <a:pt x="651230" y="54017"/>
                </a:lnTo>
                <a:cubicBezTo>
                  <a:pt x="655763" y="49073"/>
                  <a:pt x="660107" y="45477"/>
                  <a:pt x="664262" y="43228"/>
                </a:cubicBezTo>
                <a:cubicBezTo>
                  <a:pt x="668417" y="40977"/>
                  <a:pt x="672887" y="39852"/>
                  <a:pt x="677672" y="39852"/>
                </a:cubicBezTo>
                <a:cubicBezTo>
                  <a:pt x="683401" y="39852"/>
                  <a:pt x="688154" y="41443"/>
                  <a:pt x="691931" y="44627"/>
                </a:cubicBezTo>
                <a:cubicBezTo>
                  <a:pt x="695709" y="47810"/>
                  <a:pt x="698227" y="51765"/>
                  <a:pt x="699486" y="56493"/>
                </a:cubicBezTo>
                <a:cubicBezTo>
                  <a:pt x="700494" y="60088"/>
                  <a:pt x="700997" y="66991"/>
                  <a:pt x="700997" y="77204"/>
                </a:cubicBezTo>
                <a:lnTo>
                  <a:pt x="700997" y="111623"/>
                </a:lnTo>
                <a:cubicBezTo>
                  <a:pt x="700997" y="118422"/>
                  <a:pt x="701611" y="122656"/>
                  <a:pt x="702839" y="124325"/>
                </a:cubicBezTo>
                <a:cubicBezTo>
                  <a:pt x="704066" y="125993"/>
                  <a:pt x="706632" y="127047"/>
                  <a:pt x="710535" y="127488"/>
                </a:cubicBezTo>
                <a:lnTo>
                  <a:pt x="710535" y="130888"/>
                </a:lnTo>
                <a:lnTo>
                  <a:pt x="665867" y="130888"/>
                </a:lnTo>
                <a:lnTo>
                  <a:pt x="665867" y="127488"/>
                </a:lnTo>
                <a:cubicBezTo>
                  <a:pt x="669204" y="127047"/>
                  <a:pt x="671596" y="125662"/>
                  <a:pt x="673044" y="123333"/>
                </a:cubicBezTo>
                <a:cubicBezTo>
                  <a:pt x="674052" y="121759"/>
                  <a:pt x="674555" y="117856"/>
                  <a:pt x="674555" y="111623"/>
                </a:cubicBezTo>
                <a:lnTo>
                  <a:pt x="674555" y="72338"/>
                </a:lnTo>
                <a:cubicBezTo>
                  <a:pt x="674555" y="65098"/>
                  <a:pt x="674272" y="60533"/>
                  <a:pt x="673705" y="58645"/>
                </a:cubicBezTo>
                <a:cubicBezTo>
                  <a:pt x="673139" y="56756"/>
                  <a:pt x="672179" y="55292"/>
                  <a:pt x="670825" y="54253"/>
                </a:cubicBezTo>
                <a:cubicBezTo>
                  <a:pt x="669472" y="53214"/>
                  <a:pt x="667976" y="52695"/>
                  <a:pt x="666339" y="52695"/>
                </a:cubicBezTo>
                <a:cubicBezTo>
                  <a:pt x="660925" y="52695"/>
                  <a:pt x="655889" y="56598"/>
                  <a:pt x="651230" y="64405"/>
                </a:cubicBezTo>
                <a:lnTo>
                  <a:pt x="651230" y="111623"/>
                </a:lnTo>
                <a:cubicBezTo>
                  <a:pt x="651230" y="118233"/>
                  <a:pt x="651844" y="122420"/>
                  <a:pt x="653071" y="124183"/>
                </a:cubicBezTo>
                <a:cubicBezTo>
                  <a:pt x="654299" y="125946"/>
                  <a:pt x="656581" y="127047"/>
                  <a:pt x="659918" y="127488"/>
                </a:cubicBezTo>
                <a:lnTo>
                  <a:pt x="659918" y="130888"/>
                </a:lnTo>
                <a:lnTo>
                  <a:pt x="615250" y="130888"/>
                </a:lnTo>
                <a:lnTo>
                  <a:pt x="615250" y="127488"/>
                </a:lnTo>
                <a:cubicBezTo>
                  <a:pt x="618964" y="127110"/>
                  <a:pt x="621608" y="125914"/>
                  <a:pt x="623182" y="123900"/>
                </a:cubicBezTo>
                <a:cubicBezTo>
                  <a:pt x="624253" y="122514"/>
                  <a:pt x="624788" y="118422"/>
                  <a:pt x="624788" y="111623"/>
                </a:cubicBezTo>
                <a:lnTo>
                  <a:pt x="624788" y="61761"/>
                </a:lnTo>
                <a:cubicBezTo>
                  <a:pt x="624788" y="55007"/>
                  <a:pt x="624174" y="50801"/>
                  <a:pt x="622946" y="49145"/>
                </a:cubicBezTo>
                <a:cubicBezTo>
                  <a:pt x="621719" y="47488"/>
                  <a:pt x="619153" y="46405"/>
                  <a:pt x="615250" y="45896"/>
                </a:cubicBezTo>
                <a:lnTo>
                  <a:pt x="615250" y="42496"/>
                </a:lnTo>
                <a:lnTo>
                  <a:pt x="651230" y="42496"/>
                </a:lnTo>
                <a:close/>
                <a:moveTo>
                  <a:pt x="757724" y="10010"/>
                </a:moveTo>
                <a:lnTo>
                  <a:pt x="757724" y="42496"/>
                </a:lnTo>
                <a:lnTo>
                  <a:pt x="778689" y="42496"/>
                </a:lnTo>
                <a:lnTo>
                  <a:pt x="778689" y="51751"/>
                </a:lnTo>
                <a:lnTo>
                  <a:pt x="757724" y="51751"/>
                </a:lnTo>
                <a:lnTo>
                  <a:pt x="757724" y="106388"/>
                </a:lnTo>
                <a:cubicBezTo>
                  <a:pt x="757724" y="111501"/>
                  <a:pt x="757960" y="114799"/>
                  <a:pt x="758432" y="116283"/>
                </a:cubicBezTo>
                <a:cubicBezTo>
                  <a:pt x="758904" y="117766"/>
                  <a:pt x="759738" y="118966"/>
                  <a:pt x="760935" y="119883"/>
                </a:cubicBezTo>
                <a:cubicBezTo>
                  <a:pt x="762131" y="120798"/>
                  <a:pt x="763233" y="121255"/>
                  <a:pt x="764240" y="121255"/>
                </a:cubicBezTo>
                <a:cubicBezTo>
                  <a:pt x="768332" y="121255"/>
                  <a:pt x="772204" y="118107"/>
                  <a:pt x="775855" y="111812"/>
                </a:cubicBezTo>
                <a:lnTo>
                  <a:pt x="778689" y="113910"/>
                </a:lnTo>
                <a:cubicBezTo>
                  <a:pt x="773589" y="126110"/>
                  <a:pt x="765310" y="132210"/>
                  <a:pt x="753852" y="132210"/>
                </a:cubicBezTo>
                <a:cubicBezTo>
                  <a:pt x="748249" y="132210"/>
                  <a:pt x="743511" y="130647"/>
                  <a:pt x="739639" y="127521"/>
                </a:cubicBezTo>
                <a:cubicBezTo>
                  <a:pt x="735768" y="124392"/>
                  <a:pt x="733296" y="120901"/>
                  <a:pt x="732226" y="117047"/>
                </a:cubicBezTo>
                <a:cubicBezTo>
                  <a:pt x="731597" y="114899"/>
                  <a:pt x="731282" y="109086"/>
                  <a:pt x="731282" y="99609"/>
                </a:cubicBezTo>
                <a:lnTo>
                  <a:pt x="731282" y="51751"/>
                </a:lnTo>
                <a:lnTo>
                  <a:pt x="719761" y="51751"/>
                </a:lnTo>
                <a:lnTo>
                  <a:pt x="719761" y="48437"/>
                </a:lnTo>
                <a:cubicBezTo>
                  <a:pt x="727693" y="42822"/>
                  <a:pt x="734445" y="36922"/>
                  <a:pt x="740017" y="30739"/>
                </a:cubicBezTo>
                <a:cubicBezTo>
                  <a:pt x="745589" y="24555"/>
                  <a:pt x="750452" y="17646"/>
                  <a:pt x="754607" y="10010"/>
                </a:cubicBezTo>
                <a:lnTo>
                  <a:pt x="757724" y="100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C774FB-9A5A-4C19-8011-688E8FE2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192" y="1343224"/>
            <a:ext cx="1669907" cy="82888"/>
          </a:xfrm>
          <a:custGeom xmlns:a="http://schemas.openxmlformats.org/drawingml/2006/main">
            <a:pathLst>
              <a:path w="1669907" h="82888">
                <a:moveTo>
                  <a:pt x="0" y="31083"/>
                </a:moveTo>
                <a:lnTo>
                  <a:pt x="0" y="51805"/>
                </a:lnTo>
                <a:lnTo>
                  <a:pt x="1587019" y="51805"/>
                </a:lnTo>
                <a:lnTo>
                  <a:pt x="1587019" y="82888"/>
                </a:lnTo>
                <a:lnTo>
                  <a:pt x="1669907" y="41444"/>
                </a:lnTo>
                <a:lnTo>
                  <a:pt x="1587019" y="0"/>
                </a:lnTo>
                <a:lnTo>
                  <a:pt x="1587019" y="31083"/>
                </a:lnTo>
                <a:lnTo>
                  <a:pt x="0" y="31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2C6E6-5932-4448-904C-A437EE87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7572" y="1847456"/>
            <a:ext cx="82888" cy="1534929"/>
          </a:xfrm>
          <a:custGeom xmlns:a="http://schemas.openxmlformats.org/drawingml/2006/main">
            <a:pathLst>
              <a:path w="82888" h="1534929">
                <a:moveTo>
                  <a:pt x="51805" y="0"/>
                </a:moveTo>
                <a:lnTo>
                  <a:pt x="31083" y="0"/>
                </a:lnTo>
                <a:lnTo>
                  <a:pt x="31083" y="1452042"/>
                </a:lnTo>
                <a:lnTo>
                  <a:pt x="0" y="1452042"/>
                </a:lnTo>
                <a:lnTo>
                  <a:pt x="41444" y="1534929"/>
                </a:lnTo>
                <a:lnTo>
                  <a:pt x="82888" y="1452042"/>
                </a:lnTo>
                <a:lnTo>
                  <a:pt x="51805" y="1452042"/>
                </a:lnTo>
                <a:lnTo>
                  <a:pt x="518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33786C-E2E5-4B1A-96CC-CFBB3A70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823" y="4071604"/>
            <a:ext cx="82888" cy="222691"/>
          </a:xfrm>
          <a:custGeom xmlns:a="http://schemas.openxmlformats.org/drawingml/2006/main">
            <a:pathLst>
              <a:path w="82888" h="222691">
                <a:moveTo>
                  <a:pt x="51805" y="0"/>
                </a:moveTo>
                <a:lnTo>
                  <a:pt x="31083" y="0"/>
                </a:lnTo>
                <a:lnTo>
                  <a:pt x="31083" y="139804"/>
                </a:lnTo>
                <a:lnTo>
                  <a:pt x="0" y="139804"/>
                </a:lnTo>
                <a:lnTo>
                  <a:pt x="41444" y="222691"/>
                </a:lnTo>
                <a:lnTo>
                  <a:pt x="82888" y="139804"/>
                </a:lnTo>
                <a:lnTo>
                  <a:pt x="51805" y="139804"/>
                </a:lnTo>
                <a:lnTo>
                  <a:pt x="518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3D23FA-A58B-44B2-BDC9-752B37E4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3785" y="952962"/>
            <a:ext cx="1029186" cy="366086"/>
          </a:xfrm>
          <a:custGeom xmlns:a="http://schemas.openxmlformats.org/drawingml/2006/main">
            <a:pathLst>
              <a:path w="1029186" h="366086">
                <a:moveTo>
                  <a:pt x="0" y="0"/>
                </a:moveTo>
                <a:lnTo>
                  <a:pt x="1029186" y="0"/>
                </a:lnTo>
                <a:lnTo>
                  <a:pt x="1029186" y="366086"/>
                </a:lnTo>
                <a:lnTo>
                  <a:pt x="0" y="3660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CF6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Split">
            <a:extLst xmlns:a="http://schemas.openxmlformats.org/drawingml/2006/main">
              <a:ext uri="{FF2B5EF4-FFF2-40B4-BE49-F238E27FC236}">
                <a16:creationId xmlns:a16="http://schemas.microsoft.com/office/drawing/2014/main" id="{33076F48-FA5F-447F-B688-11644BE5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193" y="1065853"/>
            <a:ext cx="428691" cy="196858"/>
          </a:xfrm>
          <a:custGeom xmlns:a="http://schemas.openxmlformats.org/drawingml/2006/main">
            <a:pathLst>
              <a:path w="428691" h="196858">
                <a:moveTo>
                  <a:pt x="92385" y="0"/>
                </a:moveTo>
                <a:lnTo>
                  <a:pt x="93572" y="48783"/>
                </a:lnTo>
                <a:lnTo>
                  <a:pt x="89147" y="48783"/>
                </a:lnTo>
                <a:cubicBezTo>
                  <a:pt x="87061" y="36583"/>
                  <a:pt x="81934" y="26769"/>
                  <a:pt x="73768" y="19342"/>
                </a:cubicBezTo>
                <a:cubicBezTo>
                  <a:pt x="65601" y="11916"/>
                  <a:pt x="56769" y="8202"/>
                  <a:pt x="47272" y="8202"/>
                </a:cubicBezTo>
                <a:cubicBezTo>
                  <a:pt x="39933" y="8202"/>
                  <a:pt x="34123" y="10157"/>
                  <a:pt x="29842" y="14068"/>
                </a:cubicBezTo>
                <a:cubicBezTo>
                  <a:pt x="25561" y="17975"/>
                  <a:pt x="23420" y="22476"/>
                  <a:pt x="23420" y="27568"/>
                </a:cubicBezTo>
                <a:cubicBezTo>
                  <a:pt x="23420" y="30795"/>
                  <a:pt x="24176" y="33664"/>
                  <a:pt x="25686" y="36176"/>
                </a:cubicBezTo>
                <a:cubicBezTo>
                  <a:pt x="27773" y="39546"/>
                  <a:pt x="31119" y="42881"/>
                  <a:pt x="35724" y="46179"/>
                </a:cubicBezTo>
                <a:cubicBezTo>
                  <a:pt x="39105" y="48547"/>
                  <a:pt x="46912" y="52743"/>
                  <a:pt x="59144" y="58769"/>
                </a:cubicBezTo>
                <a:cubicBezTo>
                  <a:pt x="76268" y="67161"/>
                  <a:pt x="87816" y="75088"/>
                  <a:pt x="93788" y="82550"/>
                </a:cubicBezTo>
                <a:cubicBezTo>
                  <a:pt x="99688" y="90011"/>
                  <a:pt x="102638" y="98548"/>
                  <a:pt x="102638" y="108163"/>
                </a:cubicBezTo>
                <a:cubicBezTo>
                  <a:pt x="102638" y="120358"/>
                  <a:pt x="97871" y="130851"/>
                  <a:pt x="88338" y="139640"/>
                </a:cubicBezTo>
                <a:cubicBezTo>
                  <a:pt x="78804" y="148429"/>
                  <a:pt x="66699" y="152824"/>
                  <a:pt x="52021" y="152824"/>
                </a:cubicBezTo>
                <a:cubicBezTo>
                  <a:pt x="47416" y="152824"/>
                  <a:pt x="43063" y="152356"/>
                  <a:pt x="38961" y="151421"/>
                </a:cubicBezTo>
                <a:cubicBezTo>
                  <a:pt x="34860" y="150485"/>
                  <a:pt x="29716" y="148723"/>
                  <a:pt x="23528" y="146132"/>
                </a:cubicBezTo>
                <a:cubicBezTo>
                  <a:pt x="20074" y="144693"/>
                  <a:pt x="17232" y="143974"/>
                  <a:pt x="15002" y="143974"/>
                </a:cubicBezTo>
                <a:cubicBezTo>
                  <a:pt x="13131" y="143974"/>
                  <a:pt x="11152" y="144702"/>
                  <a:pt x="9066" y="146159"/>
                </a:cubicBezTo>
                <a:cubicBezTo>
                  <a:pt x="6979" y="147616"/>
                  <a:pt x="5288" y="149838"/>
                  <a:pt x="3993" y="152824"/>
                </a:cubicBezTo>
                <a:lnTo>
                  <a:pt x="0" y="152824"/>
                </a:lnTo>
                <a:lnTo>
                  <a:pt x="0" y="97565"/>
                </a:lnTo>
                <a:lnTo>
                  <a:pt x="3993" y="97565"/>
                </a:lnTo>
                <a:cubicBezTo>
                  <a:pt x="7159" y="113071"/>
                  <a:pt x="13257" y="124898"/>
                  <a:pt x="22287" y="133046"/>
                </a:cubicBezTo>
                <a:cubicBezTo>
                  <a:pt x="31317" y="141195"/>
                  <a:pt x="41048" y="145269"/>
                  <a:pt x="51481" y="145269"/>
                </a:cubicBezTo>
                <a:cubicBezTo>
                  <a:pt x="59539" y="145269"/>
                  <a:pt x="65961" y="143081"/>
                  <a:pt x="70746" y="138706"/>
                </a:cubicBezTo>
                <a:cubicBezTo>
                  <a:pt x="75531" y="134330"/>
                  <a:pt x="77923" y="129237"/>
                  <a:pt x="77923" y="123427"/>
                </a:cubicBezTo>
                <a:cubicBezTo>
                  <a:pt x="77923" y="119985"/>
                  <a:pt x="77006" y="116650"/>
                  <a:pt x="75171" y="113424"/>
                </a:cubicBezTo>
                <a:cubicBezTo>
                  <a:pt x="73336" y="110195"/>
                  <a:pt x="70548" y="107128"/>
                  <a:pt x="66806" y="104223"/>
                </a:cubicBezTo>
                <a:cubicBezTo>
                  <a:pt x="63065" y="101318"/>
                  <a:pt x="56446" y="97535"/>
                  <a:pt x="46948" y="92874"/>
                </a:cubicBezTo>
                <a:cubicBezTo>
                  <a:pt x="33637" y="86347"/>
                  <a:pt x="24068" y="80784"/>
                  <a:pt x="18240" y="76186"/>
                </a:cubicBezTo>
                <a:cubicBezTo>
                  <a:pt x="12412" y="71588"/>
                  <a:pt x="7933" y="66451"/>
                  <a:pt x="4803" y="60776"/>
                </a:cubicBezTo>
                <a:cubicBezTo>
                  <a:pt x="1673" y="55101"/>
                  <a:pt x="108" y="48851"/>
                  <a:pt x="108" y="42027"/>
                </a:cubicBezTo>
                <a:cubicBezTo>
                  <a:pt x="108" y="30389"/>
                  <a:pt x="4389" y="20476"/>
                  <a:pt x="12951" y="12287"/>
                </a:cubicBezTo>
                <a:cubicBezTo>
                  <a:pt x="21513" y="4096"/>
                  <a:pt x="32306" y="0"/>
                  <a:pt x="45329" y="0"/>
                </a:cubicBezTo>
                <a:cubicBezTo>
                  <a:pt x="50078" y="0"/>
                  <a:pt x="54683" y="582"/>
                  <a:pt x="59144" y="1747"/>
                </a:cubicBezTo>
                <a:cubicBezTo>
                  <a:pt x="62525" y="2619"/>
                  <a:pt x="66645" y="4237"/>
                  <a:pt x="71501" y="6600"/>
                </a:cubicBezTo>
                <a:cubicBezTo>
                  <a:pt x="76358" y="8964"/>
                  <a:pt x="79758" y="10145"/>
                  <a:pt x="81700" y="10145"/>
                </a:cubicBezTo>
                <a:cubicBezTo>
                  <a:pt x="83571" y="10145"/>
                  <a:pt x="85046" y="9564"/>
                  <a:pt x="86125" y="8401"/>
                </a:cubicBezTo>
                <a:cubicBezTo>
                  <a:pt x="87205" y="7237"/>
                  <a:pt x="88212" y="4436"/>
                  <a:pt x="89147" y="0"/>
                </a:cubicBezTo>
                <a:lnTo>
                  <a:pt x="92385" y="0"/>
                </a:lnTo>
                <a:close/>
                <a:moveTo>
                  <a:pt x="157971" y="139333"/>
                </a:moveTo>
                <a:lnTo>
                  <a:pt x="157971" y="176783"/>
                </a:lnTo>
                <a:cubicBezTo>
                  <a:pt x="157971" y="182034"/>
                  <a:pt x="158385" y="185606"/>
                  <a:pt x="159212" y="187502"/>
                </a:cubicBezTo>
                <a:cubicBezTo>
                  <a:pt x="160039" y="189400"/>
                  <a:pt x="161317" y="190786"/>
                  <a:pt x="163043" y="191660"/>
                </a:cubicBezTo>
                <a:cubicBezTo>
                  <a:pt x="164770" y="192535"/>
                  <a:pt x="168152" y="192972"/>
                  <a:pt x="173189" y="192972"/>
                </a:cubicBezTo>
                <a:lnTo>
                  <a:pt x="173189" y="196858"/>
                </a:lnTo>
                <a:lnTo>
                  <a:pt x="115664" y="196858"/>
                </a:lnTo>
                <a:lnTo>
                  <a:pt x="115664" y="192972"/>
                </a:lnTo>
                <a:cubicBezTo>
                  <a:pt x="120125" y="192826"/>
                  <a:pt x="123434" y="191550"/>
                  <a:pt x="125593" y="189144"/>
                </a:cubicBezTo>
                <a:cubicBezTo>
                  <a:pt x="127032" y="187469"/>
                  <a:pt x="127751" y="183133"/>
                  <a:pt x="127751" y="176136"/>
                </a:cubicBezTo>
                <a:lnTo>
                  <a:pt x="127751" y="69720"/>
                </a:lnTo>
                <a:cubicBezTo>
                  <a:pt x="127751" y="62507"/>
                  <a:pt x="126924" y="57899"/>
                  <a:pt x="125269" y="55896"/>
                </a:cubicBezTo>
                <a:cubicBezTo>
                  <a:pt x="123614" y="53892"/>
                  <a:pt x="120412" y="52745"/>
                  <a:pt x="115664" y="52452"/>
                </a:cubicBezTo>
                <a:lnTo>
                  <a:pt x="115664" y="48567"/>
                </a:lnTo>
                <a:lnTo>
                  <a:pt x="157971" y="48567"/>
                </a:lnTo>
                <a:lnTo>
                  <a:pt x="157971" y="61842"/>
                </a:lnTo>
                <a:cubicBezTo>
                  <a:pt x="161496" y="56661"/>
                  <a:pt x="165094" y="52920"/>
                  <a:pt x="168764" y="50617"/>
                </a:cubicBezTo>
                <a:cubicBezTo>
                  <a:pt x="174016" y="47236"/>
                  <a:pt x="179736" y="45545"/>
                  <a:pt x="185924" y="45545"/>
                </a:cubicBezTo>
                <a:cubicBezTo>
                  <a:pt x="193335" y="45545"/>
                  <a:pt x="200080" y="47886"/>
                  <a:pt x="206160" y="52567"/>
                </a:cubicBezTo>
                <a:cubicBezTo>
                  <a:pt x="212240" y="57248"/>
                  <a:pt x="216863" y="63713"/>
                  <a:pt x="220029" y="71960"/>
                </a:cubicBezTo>
                <a:cubicBezTo>
                  <a:pt x="223194" y="80207"/>
                  <a:pt x="224777" y="89084"/>
                  <a:pt x="224777" y="98591"/>
                </a:cubicBezTo>
                <a:cubicBezTo>
                  <a:pt x="224777" y="108817"/>
                  <a:pt x="223140" y="118161"/>
                  <a:pt x="219867" y="126625"/>
                </a:cubicBezTo>
                <a:cubicBezTo>
                  <a:pt x="216593" y="135088"/>
                  <a:pt x="211844" y="141534"/>
                  <a:pt x="205620" y="145964"/>
                </a:cubicBezTo>
                <a:cubicBezTo>
                  <a:pt x="199397" y="150393"/>
                  <a:pt x="192471" y="152608"/>
                  <a:pt x="184845" y="152608"/>
                </a:cubicBezTo>
                <a:cubicBezTo>
                  <a:pt x="179304" y="152608"/>
                  <a:pt x="174124" y="151385"/>
                  <a:pt x="169303" y="148938"/>
                </a:cubicBezTo>
                <a:cubicBezTo>
                  <a:pt x="165706" y="147068"/>
                  <a:pt x="161928" y="143866"/>
                  <a:pt x="157971" y="139333"/>
                </a:cubicBezTo>
                <a:moveTo>
                  <a:pt x="157971" y="128416"/>
                </a:moveTo>
                <a:cubicBezTo>
                  <a:pt x="164159" y="137205"/>
                  <a:pt x="170778" y="141599"/>
                  <a:pt x="177829" y="141599"/>
                </a:cubicBezTo>
                <a:cubicBezTo>
                  <a:pt x="181715" y="141599"/>
                  <a:pt x="184917" y="139547"/>
                  <a:pt x="187435" y="135441"/>
                </a:cubicBezTo>
                <a:cubicBezTo>
                  <a:pt x="191176" y="129388"/>
                  <a:pt x="193047" y="117860"/>
                  <a:pt x="193047" y="100857"/>
                </a:cubicBezTo>
                <a:cubicBezTo>
                  <a:pt x="193047" y="83423"/>
                  <a:pt x="190996" y="71499"/>
                  <a:pt x="186895" y="65086"/>
                </a:cubicBezTo>
                <a:cubicBezTo>
                  <a:pt x="184161" y="60837"/>
                  <a:pt x="180492" y="58712"/>
                  <a:pt x="175887" y="58712"/>
                </a:cubicBezTo>
                <a:cubicBezTo>
                  <a:pt x="168620" y="58712"/>
                  <a:pt x="162648" y="63971"/>
                  <a:pt x="157971" y="74489"/>
                </a:cubicBezTo>
                <a:lnTo>
                  <a:pt x="157971" y="128416"/>
                </a:lnTo>
                <a:close/>
                <a:moveTo>
                  <a:pt x="281297" y="3238"/>
                </a:moveTo>
                <a:lnTo>
                  <a:pt x="281297" y="128648"/>
                </a:lnTo>
                <a:cubicBezTo>
                  <a:pt x="281297" y="135771"/>
                  <a:pt x="282124" y="140322"/>
                  <a:pt x="283779" y="142301"/>
                </a:cubicBezTo>
                <a:cubicBezTo>
                  <a:pt x="285434" y="144280"/>
                  <a:pt x="288671" y="145413"/>
                  <a:pt x="293492" y="145701"/>
                </a:cubicBezTo>
                <a:lnTo>
                  <a:pt x="293492" y="149586"/>
                </a:lnTo>
                <a:lnTo>
                  <a:pt x="238989" y="149586"/>
                </a:lnTo>
                <a:lnTo>
                  <a:pt x="238989" y="145701"/>
                </a:lnTo>
                <a:cubicBezTo>
                  <a:pt x="243450" y="145557"/>
                  <a:pt x="246760" y="144262"/>
                  <a:pt x="248919" y="141815"/>
                </a:cubicBezTo>
                <a:cubicBezTo>
                  <a:pt x="250358" y="140160"/>
                  <a:pt x="251077" y="135771"/>
                  <a:pt x="251077" y="128648"/>
                </a:cubicBezTo>
                <a:lnTo>
                  <a:pt x="251077" y="24176"/>
                </a:lnTo>
                <a:cubicBezTo>
                  <a:pt x="251077" y="17079"/>
                  <a:pt x="250250" y="12536"/>
                  <a:pt x="248595" y="10546"/>
                </a:cubicBezTo>
                <a:cubicBezTo>
                  <a:pt x="246940" y="8554"/>
                  <a:pt x="243738" y="7413"/>
                  <a:pt x="238989" y="7123"/>
                </a:cubicBezTo>
                <a:lnTo>
                  <a:pt x="238989" y="3238"/>
                </a:lnTo>
                <a:lnTo>
                  <a:pt x="281297" y="3238"/>
                </a:lnTo>
                <a:close/>
                <a:moveTo>
                  <a:pt x="327527" y="0"/>
                </a:moveTo>
                <a:cubicBezTo>
                  <a:pt x="332203" y="0"/>
                  <a:pt x="336161" y="1642"/>
                  <a:pt x="339398" y="4928"/>
                </a:cubicBezTo>
                <a:cubicBezTo>
                  <a:pt x="342636" y="8210"/>
                  <a:pt x="344255" y="12162"/>
                  <a:pt x="344255" y="16783"/>
                </a:cubicBezTo>
                <a:cubicBezTo>
                  <a:pt x="344255" y="21403"/>
                  <a:pt x="342618" y="25338"/>
                  <a:pt x="339345" y="28587"/>
                </a:cubicBezTo>
                <a:cubicBezTo>
                  <a:pt x="336071" y="31834"/>
                  <a:pt x="332131" y="33457"/>
                  <a:pt x="327527" y="33457"/>
                </a:cubicBezTo>
                <a:cubicBezTo>
                  <a:pt x="322922" y="33457"/>
                  <a:pt x="319000" y="31834"/>
                  <a:pt x="315763" y="28587"/>
                </a:cubicBezTo>
                <a:cubicBezTo>
                  <a:pt x="312525" y="25338"/>
                  <a:pt x="310906" y="21403"/>
                  <a:pt x="310906" y="16783"/>
                </a:cubicBezTo>
                <a:cubicBezTo>
                  <a:pt x="310906" y="12162"/>
                  <a:pt x="312525" y="8210"/>
                  <a:pt x="315763" y="4928"/>
                </a:cubicBezTo>
                <a:cubicBezTo>
                  <a:pt x="319000" y="1642"/>
                  <a:pt x="322922" y="0"/>
                  <a:pt x="327527" y="0"/>
                </a:cubicBezTo>
                <a:moveTo>
                  <a:pt x="342636" y="48567"/>
                </a:moveTo>
                <a:lnTo>
                  <a:pt x="342636" y="128648"/>
                </a:lnTo>
                <a:cubicBezTo>
                  <a:pt x="342636" y="135771"/>
                  <a:pt x="343464" y="140322"/>
                  <a:pt x="345119" y="142301"/>
                </a:cubicBezTo>
                <a:cubicBezTo>
                  <a:pt x="346773" y="144280"/>
                  <a:pt x="350011" y="145413"/>
                  <a:pt x="354832" y="145701"/>
                </a:cubicBezTo>
                <a:lnTo>
                  <a:pt x="354832" y="149586"/>
                </a:lnTo>
                <a:lnTo>
                  <a:pt x="300329" y="149586"/>
                </a:lnTo>
                <a:lnTo>
                  <a:pt x="300329" y="145701"/>
                </a:lnTo>
                <a:cubicBezTo>
                  <a:pt x="304790" y="145557"/>
                  <a:pt x="308100" y="144262"/>
                  <a:pt x="310258" y="141815"/>
                </a:cubicBezTo>
                <a:cubicBezTo>
                  <a:pt x="311697" y="140160"/>
                  <a:pt x="312417" y="135771"/>
                  <a:pt x="312417" y="128648"/>
                </a:cubicBezTo>
                <a:lnTo>
                  <a:pt x="312417" y="69720"/>
                </a:lnTo>
                <a:cubicBezTo>
                  <a:pt x="312417" y="62507"/>
                  <a:pt x="311589" y="57899"/>
                  <a:pt x="309935" y="55896"/>
                </a:cubicBezTo>
                <a:cubicBezTo>
                  <a:pt x="308280" y="53892"/>
                  <a:pt x="305078" y="52745"/>
                  <a:pt x="300329" y="52452"/>
                </a:cubicBezTo>
                <a:lnTo>
                  <a:pt x="300329" y="48567"/>
                </a:lnTo>
                <a:lnTo>
                  <a:pt x="342636" y="48567"/>
                </a:lnTo>
                <a:close/>
                <a:moveTo>
                  <a:pt x="404731" y="11440"/>
                </a:moveTo>
                <a:lnTo>
                  <a:pt x="404731" y="48567"/>
                </a:lnTo>
                <a:lnTo>
                  <a:pt x="428691" y="48567"/>
                </a:lnTo>
                <a:lnTo>
                  <a:pt x="428691" y="59144"/>
                </a:lnTo>
                <a:lnTo>
                  <a:pt x="404731" y="59144"/>
                </a:lnTo>
                <a:lnTo>
                  <a:pt x="404731" y="121586"/>
                </a:lnTo>
                <a:cubicBezTo>
                  <a:pt x="404731" y="127430"/>
                  <a:pt x="405001" y="131199"/>
                  <a:pt x="405541" y="132895"/>
                </a:cubicBezTo>
                <a:cubicBezTo>
                  <a:pt x="406080" y="134590"/>
                  <a:pt x="407034" y="135961"/>
                  <a:pt x="408401" y="137009"/>
                </a:cubicBezTo>
                <a:cubicBezTo>
                  <a:pt x="409768" y="138055"/>
                  <a:pt x="411027" y="138578"/>
                  <a:pt x="412178" y="138578"/>
                </a:cubicBezTo>
                <a:cubicBezTo>
                  <a:pt x="416855" y="138578"/>
                  <a:pt x="421280" y="134980"/>
                  <a:pt x="425453" y="127785"/>
                </a:cubicBezTo>
                <a:lnTo>
                  <a:pt x="428691" y="130183"/>
                </a:lnTo>
                <a:cubicBezTo>
                  <a:pt x="422863" y="144126"/>
                  <a:pt x="413401" y="151097"/>
                  <a:pt x="400306" y="151097"/>
                </a:cubicBezTo>
                <a:cubicBezTo>
                  <a:pt x="393903" y="151097"/>
                  <a:pt x="388488" y="149311"/>
                  <a:pt x="384063" y="145738"/>
                </a:cubicBezTo>
                <a:cubicBezTo>
                  <a:pt x="379638" y="142163"/>
                  <a:pt x="376814" y="138173"/>
                  <a:pt x="375591" y="133768"/>
                </a:cubicBezTo>
                <a:cubicBezTo>
                  <a:pt x="374872" y="131313"/>
                  <a:pt x="374512" y="124670"/>
                  <a:pt x="374512" y="113839"/>
                </a:cubicBezTo>
                <a:lnTo>
                  <a:pt x="374512" y="59144"/>
                </a:lnTo>
                <a:lnTo>
                  <a:pt x="361345" y="59144"/>
                </a:lnTo>
                <a:lnTo>
                  <a:pt x="361345" y="55356"/>
                </a:lnTo>
                <a:cubicBezTo>
                  <a:pt x="370411" y="48939"/>
                  <a:pt x="378127" y="42197"/>
                  <a:pt x="384495" y="35130"/>
                </a:cubicBezTo>
                <a:cubicBezTo>
                  <a:pt x="390863" y="28063"/>
                  <a:pt x="396421" y="20166"/>
                  <a:pt x="401170" y="11440"/>
                </a:cubicBezTo>
                <a:lnTo>
                  <a:pt x="404731" y="114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A0989-0208-4B86-95B1-F907F1F7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308" y="932240"/>
            <a:ext cx="1125889" cy="372994"/>
          </a:xfrm>
          <a:custGeom xmlns:a="http://schemas.openxmlformats.org/drawingml/2006/main">
            <a:pathLst>
              <a:path w="1125889" h="372994">
                <a:moveTo>
                  <a:pt x="0" y="0"/>
                </a:moveTo>
                <a:lnTo>
                  <a:pt x="1125889" y="0"/>
                </a:lnTo>
                <a:lnTo>
                  <a:pt x="1125889" y="372994"/>
                </a:lnTo>
                <a:lnTo>
                  <a:pt x="0" y="37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CF6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Query">
            <a:extLst xmlns:a="http://schemas.openxmlformats.org/drawingml/2006/main">
              <a:ext uri="{FF2B5EF4-FFF2-40B4-BE49-F238E27FC236}">
                <a16:creationId xmlns:a16="http://schemas.microsoft.com/office/drawing/2014/main" id="{F94EAB11-D362-4F6F-AF3B-9EF6AA78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901" y="1058945"/>
            <a:ext cx="590968" cy="197290"/>
          </a:xfrm>
          <a:custGeom xmlns:a="http://schemas.openxmlformats.org/drawingml/2006/main">
            <a:pathLst>
              <a:path w="590968" h="197290">
                <a:moveTo>
                  <a:pt x="97026" y="150881"/>
                </a:moveTo>
                <a:cubicBezTo>
                  <a:pt x="100336" y="160487"/>
                  <a:pt x="105480" y="167709"/>
                  <a:pt x="112459" y="172547"/>
                </a:cubicBezTo>
                <a:cubicBezTo>
                  <a:pt x="119439" y="177386"/>
                  <a:pt x="128181" y="179805"/>
                  <a:pt x="138685" y="179805"/>
                </a:cubicBezTo>
                <a:cubicBezTo>
                  <a:pt x="141563" y="179805"/>
                  <a:pt x="144621" y="179518"/>
                  <a:pt x="147859" y="178942"/>
                </a:cubicBezTo>
                <a:lnTo>
                  <a:pt x="147859" y="185633"/>
                </a:lnTo>
                <a:cubicBezTo>
                  <a:pt x="136995" y="188512"/>
                  <a:pt x="127281" y="189951"/>
                  <a:pt x="118719" y="189951"/>
                </a:cubicBezTo>
                <a:cubicBezTo>
                  <a:pt x="105336" y="189951"/>
                  <a:pt x="93374" y="186640"/>
                  <a:pt x="82834" y="180018"/>
                </a:cubicBezTo>
                <a:cubicBezTo>
                  <a:pt x="72293" y="173398"/>
                  <a:pt x="64360" y="163686"/>
                  <a:pt x="59036" y="150881"/>
                </a:cubicBezTo>
                <a:cubicBezTo>
                  <a:pt x="41336" y="147142"/>
                  <a:pt x="27072" y="138479"/>
                  <a:pt x="16243" y="124891"/>
                </a:cubicBezTo>
                <a:cubicBezTo>
                  <a:pt x="5414" y="111301"/>
                  <a:pt x="0" y="95088"/>
                  <a:pt x="0" y="76250"/>
                </a:cubicBezTo>
                <a:cubicBezTo>
                  <a:pt x="0" y="54393"/>
                  <a:pt x="7339" y="36221"/>
                  <a:pt x="22017" y="21734"/>
                </a:cubicBezTo>
                <a:cubicBezTo>
                  <a:pt x="36695" y="7245"/>
                  <a:pt x="55330" y="0"/>
                  <a:pt x="77923" y="0"/>
                </a:cubicBezTo>
                <a:cubicBezTo>
                  <a:pt x="100444" y="0"/>
                  <a:pt x="119007" y="7263"/>
                  <a:pt x="133613" y="21788"/>
                </a:cubicBezTo>
                <a:cubicBezTo>
                  <a:pt x="148219" y="36310"/>
                  <a:pt x="155522" y="54465"/>
                  <a:pt x="155522" y="76250"/>
                </a:cubicBezTo>
                <a:cubicBezTo>
                  <a:pt x="155522" y="95232"/>
                  <a:pt x="149802" y="111733"/>
                  <a:pt x="138362" y="125755"/>
                </a:cubicBezTo>
                <a:cubicBezTo>
                  <a:pt x="126921" y="139774"/>
                  <a:pt x="113143" y="148149"/>
                  <a:pt x="97026" y="150881"/>
                </a:cubicBezTo>
                <a:moveTo>
                  <a:pt x="77815" y="8202"/>
                </a:moveTo>
                <a:cubicBezTo>
                  <a:pt x="64864" y="8202"/>
                  <a:pt x="54863" y="14924"/>
                  <a:pt x="47811" y="28368"/>
                </a:cubicBezTo>
                <a:cubicBezTo>
                  <a:pt x="41911" y="39655"/>
                  <a:pt x="38961" y="55724"/>
                  <a:pt x="38961" y="76574"/>
                </a:cubicBezTo>
                <a:cubicBezTo>
                  <a:pt x="38961" y="101592"/>
                  <a:pt x="43386" y="120141"/>
                  <a:pt x="52236" y="132220"/>
                </a:cubicBezTo>
                <a:cubicBezTo>
                  <a:pt x="58424" y="140632"/>
                  <a:pt x="66950" y="144837"/>
                  <a:pt x="77815" y="144837"/>
                </a:cubicBezTo>
                <a:cubicBezTo>
                  <a:pt x="88752" y="144837"/>
                  <a:pt x="97278" y="140703"/>
                  <a:pt x="103394" y="132436"/>
                </a:cubicBezTo>
                <a:cubicBezTo>
                  <a:pt x="112243" y="120573"/>
                  <a:pt x="116668" y="102743"/>
                  <a:pt x="116668" y="78945"/>
                </a:cubicBezTo>
                <a:cubicBezTo>
                  <a:pt x="116668" y="55509"/>
                  <a:pt x="113898" y="38542"/>
                  <a:pt x="108358" y="28044"/>
                </a:cubicBezTo>
                <a:cubicBezTo>
                  <a:pt x="101451" y="14816"/>
                  <a:pt x="91270" y="8202"/>
                  <a:pt x="77815" y="8202"/>
                </a:cubicBezTo>
                <a:close/>
                <a:moveTo>
                  <a:pt x="268234" y="48567"/>
                </a:moveTo>
                <a:lnTo>
                  <a:pt x="268234" y="127569"/>
                </a:lnTo>
                <a:cubicBezTo>
                  <a:pt x="268234" y="135315"/>
                  <a:pt x="268954" y="140147"/>
                  <a:pt x="270393" y="142065"/>
                </a:cubicBezTo>
                <a:cubicBezTo>
                  <a:pt x="271832" y="143983"/>
                  <a:pt x="274746" y="145195"/>
                  <a:pt x="279135" y="145701"/>
                </a:cubicBezTo>
                <a:lnTo>
                  <a:pt x="279135" y="149586"/>
                </a:lnTo>
                <a:lnTo>
                  <a:pt x="238015" y="149586"/>
                </a:lnTo>
                <a:lnTo>
                  <a:pt x="238015" y="136095"/>
                </a:lnTo>
                <a:cubicBezTo>
                  <a:pt x="233194" y="141851"/>
                  <a:pt x="228373" y="146042"/>
                  <a:pt x="223553" y="148669"/>
                </a:cubicBezTo>
                <a:cubicBezTo>
                  <a:pt x="218732" y="151295"/>
                  <a:pt x="213336" y="152608"/>
                  <a:pt x="207364" y="152608"/>
                </a:cubicBezTo>
                <a:cubicBezTo>
                  <a:pt x="201680" y="152608"/>
                  <a:pt x="196625" y="150863"/>
                  <a:pt x="192200" y="147374"/>
                </a:cubicBezTo>
                <a:cubicBezTo>
                  <a:pt x="187775" y="143884"/>
                  <a:pt x="184807" y="139801"/>
                  <a:pt x="183296" y="135124"/>
                </a:cubicBezTo>
                <a:cubicBezTo>
                  <a:pt x="181785" y="130447"/>
                  <a:pt x="181030" y="122281"/>
                  <a:pt x="181030" y="110625"/>
                </a:cubicBezTo>
                <a:lnTo>
                  <a:pt x="181030" y="70584"/>
                </a:lnTo>
                <a:cubicBezTo>
                  <a:pt x="181030" y="62865"/>
                  <a:pt x="180328" y="58059"/>
                  <a:pt x="178925" y="56166"/>
                </a:cubicBezTo>
                <a:cubicBezTo>
                  <a:pt x="177522" y="54272"/>
                  <a:pt x="174590" y="53035"/>
                  <a:pt x="170129" y="52452"/>
                </a:cubicBezTo>
                <a:lnTo>
                  <a:pt x="170129" y="48567"/>
                </a:lnTo>
                <a:lnTo>
                  <a:pt x="211249" y="48567"/>
                </a:lnTo>
                <a:lnTo>
                  <a:pt x="211249" y="117616"/>
                </a:lnTo>
                <a:cubicBezTo>
                  <a:pt x="211249" y="124820"/>
                  <a:pt x="211591" y="129467"/>
                  <a:pt x="212274" y="131556"/>
                </a:cubicBezTo>
                <a:cubicBezTo>
                  <a:pt x="212958" y="133644"/>
                  <a:pt x="214037" y="135230"/>
                  <a:pt x="215512" y="136311"/>
                </a:cubicBezTo>
                <a:cubicBezTo>
                  <a:pt x="216987" y="137390"/>
                  <a:pt x="218696" y="137930"/>
                  <a:pt x="220639" y="137930"/>
                </a:cubicBezTo>
                <a:cubicBezTo>
                  <a:pt x="223229" y="137930"/>
                  <a:pt x="225567" y="137246"/>
                  <a:pt x="227654" y="135879"/>
                </a:cubicBezTo>
                <a:cubicBezTo>
                  <a:pt x="230532" y="134009"/>
                  <a:pt x="233986" y="130231"/>
                  <a:pt x="238015" y="124547"/>
                </a:cubicBezTo>
                <a:lnTo>
                  <a:pt x="238015" y="70584"/>
                </a:lnTo>
                <a:cubicBezTo>
                  <a:pt x="238015" y="62865"/>
                  <a:pt x="237313" y="58059"/>
                  <a:pt x="235910" y="56166"/>
                </a:cubicBezTo>
                <a:cubicBezTo>
                  <a:pt x="234507" y="54272"/>
                  <a:pt x="231575" y="53035"/>
                  <a:pt x="227114" y="52452"/>
                </a:cubicBezTo>
                <a:lnTo>
                  <a:pt x="227114" y="48567"/>
                </a:lnTo>
                <a:lnTo>
                  <a:pt x="268234" y="48567"/>
                </a:lnTo>
                <a:close/>
                <a:moveTo>
                  <a:pt x="379149" y="95407"/>
                </a:moveTo>
                <a:lnTo>
                  <a:pt x="323783" y="95407"/>
                </a:lnTo>
                <a:cubicBezTo>
                  <a:pt x="324430" y="108826"/>
                  <a:pt x="327992" y="119431"/>
                  <a:pt x="334468" y="127222"/>
                </a:cubicBezTo>
                <a:cubicBezTo>
                  <a:pt x="339432" y="133209"/>
                  <a:pt x="345404" y="136203"/>
                  <a:pt x="352383" y="136203"/>
                </a:cubicBezTo>
                <a:cubicBezTo>
                  <a:pt x="356700" y="136203"/>
                  <a:pt x="360622" y="134998"/>
                  <a:pt x="364147" y="132588"/>
                </a:cubicBezTo>
                <a:cubicBezTo>
                  <a:pt x="367673" y="130177"/>
                  <a:pt x="371450" y="125842"/>
                  <a:pt x="375480" y="119582"/>
                </a:cubicBezTo>
                <a:lnTo>
                  <a:pt x="379149" y="121957"/>
                </a:lnTo>
                <a:cubicBezTo>
                  <a:pt x="373681" y="133109"/>
                  <a:pt x="367637" y="141006"/>
                  <a:pt x="361017" y="145647"/>
                </a:cubicBezTo>
                <a:cubicBezTo>
                  <a:pt x="354398" y="150288"/>
                  <a:pt x="346735" y="152608"/>
                  <a:pt x="338029" y="152608"/>
                </a:cubicBezTo>
                <a:cubicBezTo>
                  <a:pt x="323063" y="152608"/>
                  <a:pt x="311731" y="146846"/>
                  <a:pt x="304032" y="135323"/>
                </a:cubicBezTo>
                <a:cubicBezTo>
                  <a:pt x="297845" y="126032"/>
                  <a:pt x="294751" y="114509"/>
                  <a:pt x="294751" y="100753"/>
                </a:cubicBezTo>
                <a:cubicBezTo>
                  <a:pt x="294751" y="83898"/>
                  <a:pt x="299302" y="70484"/>
                  <a:pt x="308403" y="60510"/>
                </a:cubicBezTo>
                <a:cubicBezTo>
                  <a:pt x="317505" y="50533"/>
                  <a:pt x="328172" y="45545"/>
                  <a:pt x="340404" y="45545"/>
                </a:cubicBezTo>
                <a:cubicBezTo>
                  <a:pt x="350621" y="45545"/>
                  <a:pt x="359489" y="49736"/>
                  <a:pt x="367007" y="58118"/>
                </a:cubicBezTo>
                <a:cubicBezTo>
                  <a:pt x="374526" y="66501"/>
                  <a:pt x="378574" y="78930"/>
                  <a:pt x="379149" y="95407"/>
                </a:cubicBezTo>
                <a:moveTo>
                  <a:pt x="352599" y="88284"/>
                </a:moveTo>
                <a:cubicBezTo>
                  <a:pt x="352599" y="76700"/>
                  <a:pt x="351970" y="68749"/>
                  <a:pt x="350711" y="64432"/>
                </a:cubicBezTo>
                <a:cubicBezTo>
                  <a:pt x="349451" y="60115"/>
                  <a:pt x="347491" y="56841"/>
                  <a:pt x="344829" y="54611"/>
                </a:cubicBezTo>
                <a:cubicBezTo>
                  <a:pt x="343318" y="53316"/>
                  <a:pt x="341303" y="52668"/>
                  <a:pt x="338785" y="52668"/>
                </a:cubicBezTo>
                <a:cubicBezTo>
                  <a:pt x="335043" y="52668"/>
                  <a:pt x="331985" y="54503"/>
                  <a:pt x="329611" y="58172"/>
                </a:cubicBezTo>
                <a:cubicBezTo>
                  <a:pt x="325366" y="64576"/>
                  <a:pt x="323243" y="73354"/>
                  <a:pt x="323243" y="84506"/>
                </a:cubicBezTo>
                <a:lnTo>
                  <a:pt x="323243" y="88284"/>
                </a:lnTo>
                <a:lnTo>
                  <a:pt x="352599" y="88284"/>
                </a:lnTo>
                <a:close/>
                <a:moveTo>
                  <a:pt x="433685" y="48567"/>
                </a:moveTo>
                <a:lnTo>
                  <a:pt x="433685" y="71447"/>
                </a:lnTo>
                <a:cubicBezTo>
                  <a:pt x="440377" y="61014"/>
                  <a:pt x="446241" y="54089"/>
                  <a:pt x="451277" y="50671"/>
                </a:cubicBezTo>
                <a:cubicBezTo>
                  <a:pt x="456314" y="47254"/>
                  <a:pt x="461171" y="45545"/>
                  <a:pt x="465847" y="45545"/>
                </a:cubicBezTo>
                <a:cubicBezTo>
                  <a:pt x="469877" y="45545"/>
                  <a:pt x="473097" y="46791"/>
                  <a:pt x="475507" y="49282"/>
                </a:cubicBezTo>
                <a:cubicBezTo>
                  <a:pt x="477917" y="51773"/>
                  <a:pt x="479122" y="55293"/>
                  <a:pt x="479122" y="59842"/>
                </a:cubicBezTo>
                <a:cubicBezTo>
                  <a:pt x="479122" y="64681"/>
                  <a:pt x="477953" y="68437"/>
                  <a:pt x="475615" y="71110"/>
                </a:cubicBezTo>
                <a:cubicBezTo>
                  <a:pt x="473276" y="73781"/>
                  <a:pt x="470452" y="75117"/>
                  <a:pt x="467143" y="75117"/>
                </a:cubicBezTo>
                <a:cubicBezTo>
                  <a:pt x="463329" y="75117"/>
                  <a:pt x="460019" y="73894"/>
                  <a:pt x="457213" y="71447"/>
                </a:cubicBezTo>
                <a:cubicBezTo>
                  <a:pt x="454407" y="69001"/>
                  <a:pt x="452752" y="67634"/>
                  <a:pt x="452249" y="67346"/>
                </a:cubicBezTo>
                <a:cubicBezTo>
                  <a:pt x="451529" y="66914"/>
                  <a:pt x="450702" y="66699"/>
                  <a:pt x="449766" y="66699"/>
                </a:cubicBezTo>
                <a:cubicBezTo>
                  <a:pt x="447680" y="66699"/>
                  <a:pt x="445701" y="67490"/>
                  <a:pt x="443830" y="69073"/>
                </a:cubicBezTo>
                <a:cubicBezTo>
                  <a:pt x="440880" y="71519"/>
                  <a:pt x="438650" y="75009"/>
                  <a:pt x="437139" y="79542"/>
                </a:cubicBezTo>
                <a:cubicBezTo>
                  <a:pt x="434837" y="86521"/>
                  <a:pt x="433685" y="94220"/>
                  <a:pt x="433685" y="102638"/>
                </a:cubicBezTo>
                <a:lnTo>
                  <a:pt x="433685" y="125842"/>
                </a:lnTo>
                <a:lnTo>
                  <a:pt x="433793" y="131886"/>
                </a:lnTo>
                <a:cubicBezTo>
                  <a:pt x="433793" y="135987"/>
                  <a:pt x="434045" y="138614"/>
                  <a:pt x="434549" y="139765"/>
                </a:cubicBezTo>
                <a:cubicBezTo>
                  <a:pt x="435412" y="141707"/>
                  <a:pt x="436689" y="143128"/>
                  <a:pt x="438380" y="144028"/>
                </a:cubicBezTo>
                <a:cubicBezTo>
                  <a:pt x="440071" y="144927"/>
                  <a:pt x="442931" y="145485"/>
                  <a:pt x="446960" y="145701"/>
                </a:cubicBezTo>
                <a:lnTo>
                  <a:pt x="446960" y="149586"/>
                </a:lnTo>
                <a:lnTo>
                  <a:pt x="392457" y="149586"/>
                </a:lnTo>
                <a:lnTo>
                  <a:pt x="392457" y="145701"/>
                </a:lnTo>
                <a:cubicBezTo>
                  <a:pt x="396846" y="145341"/>
                  <a:pt x="399814" y="144136"/>
                  <a:pt x="401361" y="142085"/>
                </a:cubicBezTo>
                <a:cubicBezTo>
                  <a:pt x="402908" y="140035"/>
                  <a:pt x="403682" y="134620"/>
                  <a:pt x="403682" y="125842"/>
                </a:cubicBezTo>
                <a:lnTo>
                  <a:pt x="403682" y="69936"/>
                </a:lnTo>
                <a:cubicBezTo>
                  <a:pt x="403682" y="64144"/>
                  <a:pt x="403394" y="60452"/>
                  <a:pt x="402818" y="58860"/>
                </a:cubicBezTo>
                <a:cubicBezTo>
                  <a:pt x="402099" y="56832"/>
                  <a:pt x="401056" y="55348"/>
                  <a:pt x="399689" y="54408"/>
                </a:cubicBezTo>
                <a:cubicBezTo>
                  <a:pt x="398321" y="53466"/>
                  <a:pt x="395911" y="52814"/>
                  <a:pt x="392457" y="52452"/>
                </a:cubicBezTo>
                <a:lnTo>
                  <a:pt x="392457" y="48567"/>
                </a:lnTo>
                <a:lnTo>
                  <a:pt x="433685" y="48567"/>
                </a:lnTo>
                <a:close/>
                <a:moveTo>
                  <a:pt x="536249" y="153785"/>
                </a:moveTo>
                <a:lnTo>
                  <a:pt x="503656" y="78817"/>
                </a:lnTo>
                <a:cubicBezTo>
                  <a:pt x="498763" y="67462"/>
                  <a:pt x="495147" y="60483"/>
                  <a:pt x="492809" y="57879"/>
                </a:cubicBezTo>
                <a:cubicBezTo>
                  <a:pt x="490471" y="55273"/>
                  <a:pt x="487647" y="53464"/>
                  <a:pt x="484337" y="52452"/>
                </a:cubicBezTo>
                <a:lnTo>
                  <a:pt x="484337" y="48567"/>
                </a:lnTo>
                <a:lnTo>
                  <a:pt x="537976" y="48567"/>
                </a:lnTo>
                <a:lnTo>
                  <a:pt x="537976" y="52452"/>
                </a:lnTo>
                <a:cubicBezTo>
                  <a:pt x="534451" y="52596"/>
                  <a:pt x="531968" y="53283"/>
                  <a:pt x="530529" y="54513"/>
                </a:cubicBezTo>
                <a:cubicBezTo>
                  <a:pt x="529090" y="55741"/>
                  <a:pt x="528371" y="57222"/>
                  <a:pt x="528371" y="58958"/>
                </a:cubicBezTo>
                <a:cubicBezTo>
                  <a:pt x="528371" y="61704"/>
                  <a:pt x="530170" y="67125"/>
                  <a:pt x="533767" y="75221"/>
                </a:cubicBezTo>
                <a:lnTo>
                  <a:pt x="551035" y="114908"/>
                </a:lnTo>
                <a:lnTo>
                  <a:pt x="562799" y="84240"/>
                </a:lnTo>
                <a:cubicBezTo>
                  <a:pt x="567044" y="73319"/>
                  <a:pt x="569167" y="65725"/>
                  <a:pt x="569167" y="61457"/>
                </a:cubicBezTo>
                <a:cubicBezTo>
                  <a:pt x="569167" y="58782"/>
                  <a:pt x="568286" y="56648"/>
                  <a:pt x="566523" y="55056"/>
                </a:cubicBezTo>
                <a:cubicBezTo>
                  <a:pt x="564760" y="53464"/>
                  <a:pt x="561648" y="52596"/>
                  <a:pt x="557187" y="52452"/>
                </a:cubicBezTo>
                <a:lnTo>
                  <a:pt x="557187" y="48567"/>
                </a:lnTo>
                <a:lnTo>
                  <a:pt x="590968" y="48567"/>
                </a:lnTo>
                <a:lnTo>
                  <a:pt x="590968" y="52452"/>
                </a:lnTo>
                <a:cubicBezTo>
                  <a:pt x="587658" y="52814"/>
                  <a:pt x="584960" y="54098"/>
                  <a:pt x="582874" y="56304"/>
                </a:cubicBezTo>
                <a:cubicBezTo>
                  <a:pt x="580787" y="58510"/>
                  <a:pt x="577297" y="66014"/>
                  <a:pt x="572405" y="78817"/>
                </a:cubicBezTo>
                <a:lnTo>
                  <a:pt x="543588" y="153687"/>
                </a:lnTo>
                <a:cubicBezTo>
                  <a:pt x="536321" y="172394"/>
                  <a:pt x="530925" y="183907"/>
                  <a:pt x="527399" y="188224"/>
                </a:cubicBezTo>
                <a:cubicBezTo>
                  <a:pt x="522435" y="194268"/>
                  <a:pt x="516211" y="197290"/>
                  <a:pt x="508728" y="197290"/>
                </a:cubicBezTo>
                <a:cubicBezTo>
                  <a:pt x="502756" y="197290"/>
                  <a:pt x="497918" y="195581"/>
                  <a:pt x="494212" y="192163"/>
                </a:cubicBezTo>
                <a:cubicBezTo>
                  <a:pt x="490507" y="188745"/>
                  <a:pt x="488654" y="184626"/>
                  <a:pt x="488654" y="179805"/>
                </a:cubicBezTo>
                <a:cubicBezTo>
                  <a:pt x="488654" y="175632"/>
                  <a:pt x="489931" y="172179"/>
                  <a:pt x="492485" y="169445"/>
                </a:cubicBezTo>
                <a:cubicBezTo>
                  <a:pt x="495040" y="166710"/>
                  <a:pt x="498187" y="165343"/>
                  <a:pt x="501929" y="165343"/>
                </a:cubicBezTo>
                <a:cubicBezTo>
                  <a:pt x="505526" y="165343"/>
                  <a:pt x="508422" y="166488"/>
                  <a:pt x="510617" y="168777"/>
                </a:cubicBezTo>
                <a:cubicBezTo>
                  <a:pt x="512811" y="171068"/>
                  <a:pt x="513945" y="174611"/>
                  <a:pt x="514017" y="179407"/>
                </a:cubicBezTo>
                <a:cubicBezTo>
                  <a:pt x="514089" y="182128"/>
                  <a:pt x="514412" y="183882"/>
                  <a:pt x="514988" y="184669"/>
                </a:cubicBezTo>
                <a:cubicBezTo>
                  <a:pt x="515564" y="185456"/>
                  <a:pt x="516391" y="185849"/>
                  <a:pt x="517470" y="185849"/>
                </a:cubicBezTo>
                <a:cubicBezTo>
                  <a:pt x="519197" y="185849"/>
                  <a:pt x="521032" y="184811"/>
                  <a:pt x="522975" y="182733"/>
                </a:cubicBezTo>
                <a:cubicBezTo>
                  <a:pt x="525853" y="179724"/>
                  <a:pt x="529234" y="172849"/>
                  <a:pt x="533120" y="162106"/>
                </a:cubicBezTo>
                <a:lnTo>
                  <a:pt x="536249" y="153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3332F-3014-4D60-94A0-06600E90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223" y="1933797"/>
            <a:ext cx="1719916" cy="372994"/>
          </a:xfrm>
          <a:custGeom xmlns:a="http://schemas.openxmlformats.org/drawingml/2006/main">
            <a:pathLst>
              <a:path w="1719916" h="372994">
                <a:moveTo>
                  <a:pt x="0" y="186497"/>
                </a:moveTo>
                <a:cubicBezTo>
                  <a:pt x="0" y="83495"/>
                  <a:pt x="83495" y="0"/>
                  <a:pt x="186497" y="0"/>
                </a:cubicBezTo>
                <a:lnTo>
                  <a:pt x="1533419" y="0"/>
                </a:lnTo>
                <a:cubicBezTo>
                  <a:pt x="1636420" y="0"/>
                  <a:pt x="1719916" y="83495"/>
                  <a:pt x="1719916" y="186497"/>
                </a:cubicBezTo>
                <a:cubicBezTo>
                  <a:pt x="1719916" y="289498"/>
                  <a:pt x="1636420" y="372994"/>
                  <a:pt x="1533419" y="372994"/>
                </a:cubicBezTo>
                <a:lnTo>
                  <a:pt x="186497" y="372994"/>
                </a:lnTo>
                <a:cubicBezTo>
                  <a:pt x="83495" y="372994"/>
                  <a:pt x="0" y="289498"/>
                  <a:pt x="0" y="186497"/>
                </a:cubicBezTo>
                <a:close/>
              </a:path>
            </a:pathLst>
          </a:custGeom>
          <a:solidFill xmlns:a="http://schemas.openxmlformats.org/drawingml/2006/main">
            <a:srgbClr val="006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BMCtool">
            <a:extLst xmlns:a="http://schemas.openxmlformats.org/drawingml/2006/main">
              <a:ext uri="{FF2B5EF4-FFF2-40B4-BE49-F238E27FC236}">
                <a16:creationId xmlns:a16="http://schemas.microsoft.com/office/drawing/2014/main" id="{EB10C991-C815-490C-BB6B-4708BCE6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419" y="2060503"/>
            <a:ext cx="920069" cy="152824"/>
          </a:xfrm>
          <a:custGeom xmlns:a="http://schemas.openxmlformats.org/drawingml/2006/main">
            <a:pathLst>
              <a:path w="920069" h="152824">
                <a:moveTo>
                  <a:pt x="93680" y="71987"/>
                </a:moveTo>
                <a:cubicBezTo>
                  <a:pt x="107567" y="75225"/>
                  <a:pt x="117316" y="79146"/>
                  <a:pt x="122928" y="83751"/>
                </a:cubicBezTo>
                <a:cubicBezTo>
                  <a:pt x="130987" y="90298"/>
                  <a:pt x="135016" y="98789"/>
                  <a:pt x="135016" y="109222"/>
                </a:cubicBezTo>
                <a:cubicBezTo>
                  <a:pt x="135016" y="120230"/>
                  <a:pt x="130591" y="129332"/>
                  <a:pt x="121741" y="136527"/>
                </a:cubicBezTo>
                <a:cubicBezTo>
                  <a:pt x="110876" y="145233"/>
                  <a:pt x="95083" y="149586"/>
                  <a:pt x="74361" y="149586"/>
                </a:cubicBezTo>
                <a:lnTo>
                  <a:pt x="0" y="149586"/>
                </a:lnTo>
                <a:lnTo>
                  <a:pt x="0" y="145701"/>
                </a:lnTo>
                <a:cubicBezTo>
                  <a:pt x="6763" y="145701"/>
                  <a:pt x="11350" y="145068"/>
                  <a:pt x="13761" y="143802"/>
                </a:cubicBezTo>
                <a:cubicBezTo>
                  <a:pt x="16171" y="142536"/>
                  <a:pt x="17862" y="140891"/>
                  <a:pt x="18833" y="138868"/>
                </a:cubicBezTo>
                <a:cubicBezTo>
                  <a:pt x="19805" y="136844"/>
                  <a:pt x="20290" y="131855"/>
                  <a:pt x="20290" y="123900"/>
                </a:cubicBezTo>
                <a:lnTo>
                  <a:pt x="20290" y="28924"/>
                </a:lnTo>
                <a:cubicBezTo>
                  <a:pt x="20290" y="20969"/>
                  <a:pt x="19805" y="15962"/>
                  <a:pt x="18833" y="13902"/>
                </a:cubicBezTo>
                <a:cubicBezTo>
                  <a:pt x="17862" y="11840"/>
                  <a:pt x="16153" y="10196"/>
                  <a:pt x="13707" y="8968"/>
                </a:cubicBezTo>
                <a:cubicBezTo>
                  <a:pt x="11260" y="7738"/>
                  <a:pt x="6691" y="7123"/>
                  <a:pt x="0" y="7123"/>
                </a:cubicBezTo>
                <a:lnTo>
                  <a:pt x="0" y="3238"/>
                </a:lnTo>
                <a:lnTo>
                  <a:pt x="70152" y="3238"/>
                </a:lnTo>
                <a:cubicBezTo>
                  <a:pt x="86917" y="3238"/>
                  <a:pt x="98789" y="4731"/>
                  <a:pt x="105768" y="7717"/>
                </a:cubicBezTo>
                <a:cubicBezTo>
                  <a:pt x="112747" y="10703"/>
                  <a:pt x="118251" y="15164"/>
                  <a:pt x="122281" y="21100"/>
                </a:cubicBezTo>
                <a:cubicBezTo>
                  <a:pt x="126310" y="27036"/>
                  <a:pt x="128325" y="33349"/>
                  <a:pt x="128325" y="40041"/>
                </a:cubicBezTo>
                <a:cubicBezTo>
                  <a:pt x="128325" y="47092"/>
                  <a:pt x="125770" y="53370"/>
                  <a:pt x="120662" y="58874"/>
                </a:cubicBezTo>
                <a:cubicBezTo>
                  <a:pt x="115553" y="64378"/>
                  <a:pt x="106559" y="68749"/>
                  <a:pt x="93680" y="71987"/>
                </a:cubicBezTo>
                <a:moveTo>
                  <a:pt x="54395" y="69073"/>
                </a:moveTo>
                <a:cubicBezTo>
                  <a:pt x="64612" y="69073"/>
                  <a:pt x="72149" y="67922"/>
                  <a:pt x="77006" y="65619"/>
                </a:cubicBezTo>
                <a:cubicBezTo>
                  <a:pt x="81862" y="63317"/>
                  <a:pt x="85586" y="60079"/>
                  <a:pt x="88176" y="55906"/>
                </a:cubicBezTo>
                <a:cubicBezTo>
                  <a:pt x="90766" y="51733"/>
                  <a:pt x="92061" y="46408"/>
                  <a:pt x="92061" y="39933"/>
                </a:cubicBezTo>
                <a:cubicBezTo>
                  <a:pt x="92061" y="33457"/>
                  <a:pt x="90784" y="28151"/>
                  <a:pt x="88230" y="24014"/>
                </a:cubicBezTo>
                <a:cubicBezTo>
                  <a:pt x="85676" y="19876"/>
                  <a:pt x="82024" y="16729"/>
                  <a:pt x="77275" y="14570"/>
                </a:cubicBezTo>
                <a:cubicBezTo>
                  <a:pt x="72527" y="12412"/>
                  <a:pt x="64900" y="11368"/>
                  <a:pt x="54395" y="11440"/>
                </a:cubicBezTo>
                <a:lnTo>
                  <a:pt x="54395" y="69073"/>
                </a:lnTo>
                <a:moveTo>
                  <a:pt x="54395" y="77491"/>
                </a:moveTo>
                <a:lnTo>
                  <a:pt x="54395" y="124439"/>
                </a:lnTo>
                <a:lnTo>
                  <a:pt x="54287" y="129768"/>
                </a:lnTo>
                <a:cubicBezTo>
                  <a:pt x="54287" y="133604"/>
                  <a:pt x="55276" y="136499"/>
                  <a:pt x="57255" y="138453"/>
                </a:cubicBezTo>
                <a:cubicBezTo>
                  <a:pt x="59234" y="140407"/>
                  <a:pt x="62166" y="141384"/>
                  <a:pt x="66051" y="141384"/>
                </a:cubicBezTo>
                <a:cubicBezTo>
                  <a:pt x="71807" y="141384"/>
                  <a:pt x="77113" y="140111"/>
                  <a:pt x="81970" y="137566"/>
                </a:cubicBezTo>
                <a:cubicBezTo>
                  <a:pt x="86827" y="135020"/>
                  <a:pt x="90550" y="131327"/>
                  <a:pt x="93141" y="126486"/>
                </a:cubicBezTo>
                <a:cubicBezTo>
                  <a:pt x="95731" y="121645"/>
                  <a:pt x="97026" y="116249"/>
                  <a:pt x="97026" y="110297"/>
                </a:cubicBezTo>
                <a:cubicBezTo>
                  <a:pt x="97026" y="103487"/>
                  <a:pt x="95443" y="97374"/>
                  <a:pt x="92277" y="91960"/>
                </a:cubicBezTo>
                <a:cubicBezTo>
                  <a:pt x="89111" y="86546"/>
                  <a:pt x="84758" y="82763"/>
                  <a:pt x="79218" y="80611"/>
                </a:cubicBezTo>
                <a:cubicBezTo>
                  <a:pt x="73678" y="78459"/>
                  <a:pt x="65403" y="77419"/>
                  <a:pt x="54395" y="77491"/>
                </a:cubicBezTo>
                <a:close/>
                <a:moveTo>
                  <a:pt x="248125" y="99596"/>
                </a:moveTo>
                <a:lnTo>
                  <a:pt x="287842" y="3238"/>
                </a:lnTo>
                <a:lnTo>
                  <a:pt x="347417" y="3238"/>
                </a:lnTo>
                <a:lnTo>
                  <a:pt x="347417" y="7123"/>
                </a:lnTo>
                <a:lnTo>
                  <a:pt x="342668" y="7123"/>
                </a:lnTo>
                <a:cubicBezTo>
                  <a:pt x="338351" y="7123"/>
                  <a:pt x="334898" y="7890"/>
                  <a:pt x="332308" y="9423"/>
                </a:cubicBezTo>
                <a:cubicBezTo>
                  <a:pt x="330509" y="10446"/>
                  <a:pt x="329070" y="12164"/>
                  <a:pt x="327990" y="14577"/>
                </a:cubicBezTo>
                <a:cubicBezTo>
                  <a:pt x="327199" y="16331"/>
                  <a:pt x="326803" y="20897"/>
                  <a:pt x="326803" y="28277"/>
                </a:cubicBezTo>
                <a:lnTo>
                  <a:pt x="326803" y="124547"/>
                </a:lnTo>
                <a:cubicBezTo>
                  <a:pt x="326803" y="132068"/>
                  <a:pt x="327199" y="136770"/>
                  <a:pt x="327990" y="138652"/>
                </a:cubicBezTo>
                <a:cubicBezTo>
                  <a:pt x="328782" y="140531"/>
                  <a:pt x="330401" y="142176"/>
                  <a:pt x="332847" y="143586"/>
                </a:cubicBezTo>
                <a:cubicBezTo>
                  <a:pt x="335294" y="144996"/>
                  <a:pt x="338567" y="145701"/>
                  <a:pt x="342668" y="145701"/>
                </a:cubicBezTo>
                <a:lnTo>
                  <a:pt x="347417" y="145701"/>
                </a:lnTo>
                <a:lnTo>
                  <a:pt x="347417" y="149586"/>
                </a:lnTo>
                <a:lnTo>
                  <a:pt x="271005" y="149586"/>
                </a:lnTo>
                <a:lnTo>
                  <a:pt x="271005" y="145701"/>
                </a:lnTo>
                <a:lnTo>
                  <a:pt x="275754" y="145701"/>
                </a:lnTo>
                <a:cubicBezTo>
                  <a:pt x="280071" y="145701"/>
                  <a:pt x="283525" y="144942"/>
                  <a:pt x="286115" y="143424"/>
                </a:cubicBezTo>
                <a:cubicBezTo>
                  <a:pt x="287914" y="142410"/>
                  <a:pt x="289353" y="140674"/>
                  <a:pt x="290432" y="138217"/>
                </a:cubicBezTo>
                <a:cubicBezTo>
                  <a:pt x="291224" y="136481"/>
                  <a:pt x="291619" y="131924"/>
                  <a:pt x="291619" y="124547"/>
                </a:cubicBezTo>
                <a:lnTo>
                  <a:pt x="291619" y="16081"/>
                </a:lnTo>
                <a:lnTo>
                  <a:pt x="235498" y="149586"/>
                </a:lnTo>
                <a:lnTo>
                  <a:pt x="232907" y="149586"/>
                </a:lnTo>
                <a:lnTo>
                  <a:pt x="175922" y="16944"/>
                </a:lnTo>
                <a:lnTo>
                  <a:pt x="175922" y="120014"/>
                </a:lnTo>
                <a:cubicBezTo>
                  <a:pt x="175922" y="127270"/>
                  <a:pt x="176102" y="131732"/>
                  <a:pt x="176462" y="133400"/>
                </a:cubicBezTo>
                <a:cubicBezTo>
                  <a:pt x="177397" y="137029"/>
                  <a:pt x="179430" y="139987"/>
                  <a:pt x="182560" y="142274"/>
                </a:cubicBezTo>
                <a:cubicBezTo>
                  <a:pt x="185689" y="144558"/>
                  <a:pt x="190600" y="145701"/>
                  <a:pt x="197292" y="145701"/>
                </a:cubicBezTo>
                <a:lnTo>
                  <a:pt x="197292" y="149586"/>
                </a:lnTo>
                <a:lnTo>
                  <a:pt x="147214" y="149586"/>
                </a:lnTo>
                <a:lnTo>
                  <a:pt x="147214" y="145701"/>
                </a:lnTo>
                <a:lnTo>
                  <a:pt x="148725" y="145701"/>
                </a:lnTo>
                <a:cubicBezTo>
                  <a:pt x="151962" y="145773"/>
                  <a:pt x="154984" y="145244"/>
                  <a:pt x="157791" y="144116"/>
                </a:cubicBezTo>
                <a:cubicBezTo>
                  <a:pt x="160597" y="142987"/>
                  <a:pt x="162719" y="141475"/>
                  <a:pt x="164158" y="139579"/>
                </a:cubicBezTo>
                <a:cubicBezTo>
                  <a:pt x="165597" y="137684"/>
                  <a:pt x="166712" y="135023"/>
                  <a:pt x="167504" y="131596"/>
                </a:cubicBezTo>
                <a:cubicBezTo>
                  <a:pt x="167648" y="130796"/>
                  <a:pt x="167720" y="127079"/>
                  <a:pt x="167720" y="120446"/>
                </a:cubicBezTo>
                <a:lnTo>
                  <a:pt x="167720" y="28277"/>
                </a:lnTo>
                <a:cubicBezTo>
                  <a:pt x="167720" y="20751"/>
                  <a:pt x="167324" y="16056"/>
                  <a:pt x="166533" y="14192"/>
                </a:cubicBezTo>
                <a:cubicBezTo>
                  <a:pt x="165741" y="12328"/>
                  <a:pt x="164122" y="10685"/>
                  <a:pt x="161676" y="9261"/>
                </a:cubicBezTo>
                <a:cubicBezTo>
                  <a:pt x="159230" y="7836"/>
                  <a:pt x="155956" y="7123"/>
                  <a:pt x="151855" y="7123"/>
                </a:cubicBezTo>
                <a:lnTo>
                  <a:pt x="147214" y="7123"/>
                </a:lnTo>
                <a:lnTo>
                  <a:pt x="147214" y="3238"/>
                </a:lnTo>
                <a:lnTo>
                  <a:pt x="207005" y="3238"/>
                </a:lnTo>
                <a:lnTo>
                  <a:pt x="248125" y="99596"/>
                </a:lnTo>
                <a:close/>
                <a:moveTo>
                  <a:pt x="498980" y="0"/>
                </a:moveTo>
                <a:lnTo>
                  <a:pt x="498980" y="50725"/>
                </a:lnTo>
                <a:lnTo>
                  <a:pt x="494771" y="50725"/>
                </a:lnTo>
                <a:cubicBezTo>
                  <a:pt x="491605" y="37417"/>
                  <a:pt x="485705" y="27219"/>
                  <a:pt x="477071" y="20132"/>
                </a:cubicBezTo>
                <a:cubicBezTo>
                  <a:pt x="468437" y="13042"/>
                  <a:pt x="458651" y="9498"/>
                  <a:pt x="447715" y="9498"/>
                </a:cubicBezTo>
                <a:cubicBezTo>
                  <a:pt x="438577" y="9498"/>
                  <a:pt x="430195" y="12124"/>
                  <a:pt x="422568" y="17376"/>
                </a:cubicBezTo>
                <a:cubicBezTo>
                  <a:pt x="414941" y="22629"/>
                  <a:pt x="409365" y="29500"/>
                  <a:pt x="405839" y="37990"/>
                </a:cubicBezTo>
                <a:cubicBezTo>
                  <a:pt x="401306" y="48855"/>
                  <a:pt x="399040" y="60942"/>
                  <a:pt x="399040" y="74253"/>
                </a:cubicBezTo>
                <a:cubicBezTo>
                  <a:pt x="399040" y="87348"/>
                  <a:pt x="400695" y="99274"/>
                  <a:pt x="404004" y="110031"/>
                </a:cubicBezTo>
                <a:cubicBezTo>
                  <a:pt x="407314" y="120788"/>
                  <a:pt x="412495" y="128918"/>
                  <a:pt x="419546" y="134422"/>
                </a:cubicBezTo>
                <a:cubicBezTo>
                  <a:pt x="426597" y="139927"/>
                  <a:pt x="435735" y="142679"/>
                  <a:pt x="446959" y="142679"/>
                </a:cubicBezTo>
                <a:cubicBezTo>
                  <a:pt x="456169" y="142679"/>
                  <a:pt x="464605" y="140664"/>
                  <a:pt x="472268" y="136635"/>
                </a:cubicBezTo>
                <a:cubicBezTo>
                  <a:pt x="479931" y="132606"/>
                  <a:pt x="488007" y="125662"/>
                  <a:pt x="496497" y="115805"/>
                </a:cubicBezTo>
                <a:lnTo>
                  <a:pt x="496497" y="128432"/>
                </a:lnTo>
                <a:cubicBezTo>
                  <a:pt x="488295" y="136995"/>
                  <a:pt x="479751" y="143200"/>
                  <a:pt x="470865" y="147050"/>
                </a:cubicBezTo>
                <a:cubicBezTo>
                  <a:pt x="461979" y="150899"/>
                  <a:pt x="451600" y="152824"/>
                  <a:pt x="439728" y="152824"/>
                </a:cubicBezTo>
                <a:cubicBezTo>
                  <a:pt x="424115" y="152824"/>
                  <a:pt x="410246" y="149698"/>
                  <a:pt x="398122" y="143448"/>
                </a:cubicBezTo>
                <a:cubicBezTo>
                  <a:pt x="385999" y="137197"/>
                  <a:pt x="376645" y="128217"/>
                  <a:pt x="370062" y="116507"/>
                </a:cubicBezTo>
                <a:cubicBezTo>
                  <a:pt x="363478" y="104794"/>
                  <a:pt x="360186" y="92328"/>
                  <a:pt x="360186" y="79107"/>
                </a:cubicBezTo>
                <a:cubicBezTo>
                  <a:pt x="360186" y="65168"/>
                  <a:pt x="363838" y="51949"/>
                  <a:pt x="371141" y="39447"/>
                </a:cubicBezTo>
                <a:cubicBezTo>
                  <a:pt x="378444" y="26943"/>
                  <a:pt x="388301" y="17243"/>
                  <a:pt x="400713" y="10347"/>
                </a:cubicBezTo>
                <a:cubicBezTo>
                  <a:pt x="413124" y="3449"/>
                  <a:pt x="426309" y="0"/>
                  <a:pt x="440268" y="0"/>
                </a:cubicBezTo>
                <a:cubicBezTo>
                  <a:pt x="450557" y="0"/>
                  <a:pt x="461421" y="2230"/>
                  <a:pt x="472861" y="6691"/>
                </a:cubicBezTo>
                <a:cubicBezTo>
                  <a:pt x="479481" y="9282"/>
                  <a:pt x="483690" y="10577"/>
                  <a:pt x="485489" y="10577"/>
                </a:cubicBezTo>
                <a:cubicBezTo>
                  <a:pt x="487791" y="10577"/>
                  <a:pt x="489788" y="9731"/>
                  <a:pt x="491479" y="8041"/>
                </a:cubicBezTo>
                <a:cubicBezTo>
                  <a:pt x="493170" y="6350"/>
                  <a:pt x="494267" y="3669"/>
                  <a:pt x="494771" y="0"/>
                </a:cubicBezTo>
                <a:lnTo>
                  <a:pt x="498980" y="0"/>
                </a:lnTo>
                <a:close/>
                <a:moveTo>
                  <a:pt x="613776" y="11440"/>
                </a:moveTo>
                <a:lnTo>
                  <a:pt x="613776" y="48567"/>
                </a:lnTo>
                <a:lnTo>
                  <a:pt x="637736" y="48567"/>
                </a:lnTo>
                <a:lnTo>
                  <a:pt x="637736" y="59144"/>
                </a:lnTo>
                <a:lnTo>
                  <a:pt x="613776" y="59144"/>
                </a:lnTo>
                <a:lnTo>
                  <a:pt x="613776" y="121586"/>
                </a:lnTo>
                <a:cubicBezTo>
                  <a:pt x="613776" y="127430"/>
                  <a:pt x="614046" y="131199"/>
                  <a:pt x="614586" y="132895"/>
                </a:cubicBezTo>
                <a:cubicBezTo>
                  <a:pt x="615125" y="134590"/>
                  <a:pt x="616079" y="135961"/>
                  <a:pt x="617446" y="137009"/>
                </a:cubicBezTo>
                <a:cubicBezTo>
                  <a:pt x="618813" y="138055"/>
                  <a:pt x="620072" y="138578"/>
                  <a:pt x="621223" y="138578"/>
                </a:cubicBezTo>
                <a:cubicBezTo>
                  <a:pt x="625900" y="138578"/>
                  <a:pt x="630325" y="134980"/>
                  <a:pt x="634498" y="127785"/>
                </a:cubicBezTo>
                <a:lnTo>
                  <a:pt x="637736" y="130183"/>
                </a:lnTo>
                <a:cubicBezTo>
                  <a:pt x="631908" y="144126"/>
                  <a:pt x="622446" y="151097"/>
                  <a:pt x="609351" y="151097"/>
                </a:cubicBezTo>
                <a:cubicBezTo>
                  <a:pt x="602948" y="151097"/>
                  <a:pt x="597533" y="149311"/>
                  <a:pt x="593108" y="145738"/>
                </a:cubicBezTo>
                <a:cubicBezTo>
                  <a:pt x="588683" y="142163"/>
                  <a:pt x="585859" y="138173"/>
                  <a:pt x="584636" y="133768"/>
                </a:cubicBezTo>
                <a:cubicBezTo>
                  <a:pt x="583917" y="131313"/>
                  <a:pt x="583557" y="124670"/>
                  <a:pt x="583557" y="113839"/>
                </a:cubicBezTo>
                <a:lnTo>
                  <a:pt x="583557" y="59144"/>
                </a:lnTo>
                <a:lnTo>
                  <a:pt x="570390" y="59144"/>
                </a:lnTo>
                <a:lnTo>
                  <a:pt x="570390" y="55356"/>
                </a:lnTo>
                <a:cubicBezTo>
                  <a:pt x="579456" y="48939"/>
                  <a:pt x="587172" y="42197"/>
                  <a:pt x="593540" y="35130"/>
                </a:cubicBezTo>
                <a:cubicBezTo>
                  <a:pt x="599908" y="28063"/>
                  <a:pt x="605466" y="20166"/>
                  <a:pt x="610215" y="11440"/>
                </a:cubicBezTo>
                <a:lnTo>
                  <a:pt x="613776" y="11440"/>
                </a:lnTo>
                <a:close/>
                <a:moveTo>
                  <a:pt x="694934" y="45545"/>
                </a:moveTo>
                <a:cubicBezTo>
                  <a:pt x="703713" y="45545"/>
                  <a:pt x="711879" y="47814"/>
                  <a:pt x="719434" y="52351"/>
                </a:cubicBezTo>
                <a:cubicBezTo>
                  <a:pt x="726989" y="56888"/>
                  <a:pt x="732727" y="63335"/>
                  <a:pt x="736648" y="71690"/>
                </a:cubicBezTo>
                <a:cubicBezTo>
                  <a:pt x="740569" y="80045"/>
                  <a:pt x="742530" y="89192"/>
                  <a:pt x="742530" y="99130"/>
                </a:cubicBezTo>
                <a:cubicBezTo>
                  <a:pt x="742530" y="113462"/>
                  <a:pt x="738897" y="125454"/>
                  <a:pt x="731629" y="135107"/>
                </a:cubicBezTo>
                <a:cubicBezTo>
                  <a:pt x="722851" y="146774"/>
                  <a:pt x="710728" y="152608"/>
                  <a:pt x="695258" y="152608"/>
                </a:cubicBezTo>
                <a:cubicBezTo>
                  <a:pt x="680077" y="152608"/>
                  <a:pt x="668385" y="147278"/>
                  <a:pt x="660182" y="136618"/>
                </a:cubicBezTo>
                <a:cubicBezTo>
                  <a:pt x="651980" y="125958"/>
                  <a:pt x="647879" y="113606"/>
                  <a:pt x="647879" y="99562"/>
                </a:cubicBezTo>
                <a:cubicBezTo>
                  <a:pt x="647879" y="85086"/>
                  <a:pt x="652070" y="72465"/>
                  <a:pt x="660452" y="61697"/>
                </a:cubicBezTo>
                <a:cubicBezTo>
                  <a:pt x="668834" y="50929"/>
                  <a:pt x="680328" y="45545"/>
                  <a:pt x="694934" y="45545"/>
                </a:cubicBezTo>
                <a:moveTo>
                  <a:pt x="695366" y="53100"/>
                </a:moveTo>
                <a:cubicBezTo>
                  <a:pt x="691697" y="53100"/>
                  <a:pt x="688549" y="54487"/>
                  <a:pt x="685923" y="57262"/>
                </a:cubicBezTo>
                <a:cubicBezTo>
                  <a:pt x="683296" y="60034"/>
                  <a:pt x="681570" y="65508"/>
                  <a:pt x="680742" y="73683"/>
                </a:cubicBezTo>
                <a:cubicBezTo>
                  <a:pt x="679915" y="81859"/>
                  <a:pt x="679501" y="93223"/>
                  <a:pt x="679501" y="107775"/>
                </a:cubicBezTo>
                <a:cubicBezTo>
                  <a:pt x="679501" y="115482"/>
                  <a:pt x="680005" y="122686"/>
                  <a:pt x="681012" y="129387"/>
                </a:cubicBezTo>
                <a:cubicBezTo>
                  <a:pt x="681803" y="134500"/>
                  <a:pt x="683494" y="138390"/>
                  <a:pt x="686085" y="141056"/>
                </a:cubicBezTo>
                <a:cubicBezTo>
                  <a:pt x="688675" y="143721"/>
                  <a:pt x="691625" y="145053"/>
                  <a:pt x="694934" y="145053"/>
                </a:cubicBezTo>
                <a:cubicBezTo>
                  <a:pt x="698172" y="145053"/>
                  <a:pt x="700870" y="144153"/>
                  <a:pt x="703029" y="142352"/>
                </a:cubicBezTo>
                <a:cubicBezTo>
                  <a:pt x="705835" y="139903"/>
                  <a:pt x="707706" y="136481"/>
                  <a:pt x="708641" y="132085"/>
                </a:cubicBezTo>
                <a:cubicBezTo>
                  <a:pt x="710080" y="125243"/>
                  <a:pt x="710800" y="111413"/>
                  <a:pt x="710800" y="90594"/>
                </a:cubicBezTo>
                <a:cubicBezTo>
                  <a:pt x="710800" y="78349"/>
                  <a:pt x="710116" y="69940"/>
                  <a:pt x="708749" y="65366"/>
                </a:cubicBezTo>
                <a:cubicBezTo>
                  <a:pt x="707382" y="60791"/>
                  <a:pt x="705367" y="57458"/>
                  <a:pt x="702705" y="55370"/>
                </a:cubicBezTo>
                <a:cubicBezTo>
                  <a:pt x="700834" y="53856"/>
                  <a:pt x="698388" y="53100"/>
                  <a:pt x="695366" y="53100"/>
                </a:cubicBezTo>
                <a:close/>
                <a:moveTo>
                  <a:pt x="805452" y="45545"/>
                </a:moveTo>
                <a:cubicBezTo>
                  <a:pt x="814230" y="45545"/>
                  <a:pt x="822396" y="47814"/>
                  <a:pt x="829951" y="52351"/>
                </a:cubicBezTo>
                <a:cubicBezTo>
                  <a:pt x="837506" y="56888"/>
                  <a:pt x="843244" y="63335"/>
                  <a:pt x="847166" y="71690"/>
                </a:cubicBezTo>
                <a:cubicBezTo>
                  <a:pt x="851087" y="80045"/>
                  <a:pt x="853048" y="89192"/>
                  <a:pt x="853048" y="99130"/>
                </a:cubicBezTo>
                <a:cubicBezTo>
                  <a:pt x="853048" y="113462"/>
                  <a:pt x="849414" y="125454"/>
                  <a:pt x="842147" y="135107"/>
                </a:cubicBezTo>
                <a:cubicBezTo>
                  <a:pt x="833369" y="146774"/>
                  <a:pt x="821245" y="152608"/>
                  <a:pt x="805776" y="152608"/>
                </a:cubicBezTo>
                <a:cubicBezTo>
                  <a:pt x="790594" y="152608"/>
                  <a:pt x="778902" y="147278"/>
                  <a:pt x="770700" y="136618"/>
                </a:cubicBezTo>
                <a:cubicBezTo>
                  <a:pt x="762497" y="125958"/>
                  <a:pt x="758396" y="113606"/>
                  <a:pt x="758396" y="99562"/>
                </a:cubicBezTo>
                <a:cubicBezTo>
                  <a:pt x="758396" y="85086"/>
                  <a:pt x="762587" y="72465"/>
                  <a:pt x="770970" y="61697"/>
                </a:cubicBezTo>
                <a:cubicBezTo>
                  <a:pt x="779352" y="50929"/>
                  <a:pt x="790846" y="45545"/>
                  <a:pt x="805452" y="45545"/>
                </a:cubicBezTo>
                <a:moveTo>
                  <a:pt x="805884" y="53100"/>
                </a:moveTo>
                <a:cubicBezTo>
                  <a:pt x="802214" y="53100"/>
                  <a:pt x="799066" y="54487"/>
                  <a:pt x="796440" y="57262"/>
                </a:cubicBezTo>
                <a:cubicBezTo>
                  <a:pt x="793814" y="60034"/>
                  <a:pt x="792087" y="65508"/>
                  <a:pt x="791260" y="73683"/>
                </a:cubicBezTo>
                <a:cubicBezTo>
                  <a:pt x="790432" y="81859"/>
                  <a:pt x="790019" y="93223"/>
                  <a:pt x="790019" y="107775"/>
                </a:cubicBezTo>
                <a:cubicBezTo>
                  <a:pt x="790019" y="115482"/>
                  <a:pt x="790522" y="122686"/>
                  <a:pt x="791530" y="129387"/>
                </a:cubicBezTo>
                <a:cubicBezTo>
                  <a:pt x="792321" y="134500"/>
                  <a:pt x="794012" y="138390"/>
                  <a:pt x="796602" y="141056"/>
                </a:cubicBezTo>
                <a:cubicBezTo>
                  <a:pt x="799192" y="143721"/>
                  <a:pt x="802142" y="145053"/>
                  <a:pt x="805452" y="145053"/>
                </a:cubicBezTo>
                <a:cubicBezTo>
                  <a:pt x="808690" y="145053"/>
                  <a:pt x="811388" y="144153"/>
                  <a:pt x="813546" y="142352"/>
                </a:cubicBezTo>
                <a:cubicBezTo>
                  <a:pt x="816353" y="139903"/>
                  <a:pt x="818223" y="136481"/>
                  <a:pt x="819159" y="132085"/>
                </a:cubicBezTo>
                <a:cubicBezTo>
                  <a:pt x="820598" y="125243"/>
                  <a:pt x="821317" y="111413"/>
                  <a:pt x="821317" y="90594"/>
                </a:cubicBezTo>
                <a:cubicBezTo>
                  <a:pt x="821317" y="78349"/>
                  <a:pt x="820634" y="69940"/>
                  <a:pt x="819267" y="65366"/>
                </a:cubicBezTo>
                <a:cubicBezTo>
                  <a:pt x="817900" y="60791"/>
                  <a:pt x="815885" y="57458"/>
                  <a:pt x="813223" y="55370"/>
                </a:cubicBezTo>
                <a:cubicBezTo>
                  <a:pt x="811352" y="53856"/>
                  <a:pt x="808906" y="53100"/>
                  <a:pt x="805884" y="53100"/>
                </a:cubicBezTo>
                <a:close/>
                <a:moveTo>
                  <a:pt x="907873" y="3238"/>
                </a:moveTo>
                <a:lnTo>
                  <a:pt x="907873" y="128648"/>
                </a:lnTo>
                <a:cubicBezTo>
                  <a:pt x="907873" y="135771"/>
                  <a:pt x="908701" y="140322"/>
                  <a:pt x="910356" y="142301"/>
                </a:cubicBezTo>
                <a:cubicBezTo>
                  <a:pt x="912011" y="144280"/>
                  <a:pt x="915248" y="145413"/>
                  <a:pt x="920069" y="145701"/>
                </a:cubicBezTo>
                <a:lnTo>
                  <a:pt x="920069" y="149586"/>
                </a:lnTo>
                <a:lnTo>
                  <a:pt x="865566" y="149586"/>
                </a:lnTo>
                <a:lnTo>
                  <a:pt x="865566" y="145701"/>
                </a:lnTo>
                <a:cubicBezTo>
                  <a:pt x="870027" y="145557"/>
                  <a:pt x="873337" y="144262"/>
                  <a:pt x="875495" y="141815"/>
                </a:cubicBezTo>
                <a:cubicBezTo>
                  <a:pt x="876934" y="140160"/>
                  <a:pt x="877654" y="135771"/>
                  <a:pt x="877654" y="128648"/>
                </a:cubicBezTo>
                <a:lnTo>
                  <a:pt x="877654" y="24176"/>
                </a:lnTo>
                <a:cubicBezTo>
                  <a:pt x="877654" y="17079"/>
                  <a:pt x="876827" y="12536"/>
                  <a:pt x="875172" y="10546"/>
                </a:cubicBezTo>
                <a:cubicBezTo>
                  <a:pt x="873517" y="8554"/>
                  <a:pt x="870315" y="7413"/>
                  <a:pt x="865566" y="7123"/>
                </a:cubicBezTo>
                <a:lnTo>
                  <a:pt x="865566" y="3238"/>
                </a:lnTo>
                <a:lnTo>
                  <a:pt x="907873" y="32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0BDC1-CFF2-4074-B36C-4528E682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139" y="1966823"/>
            <a:ext cx="165490" cy="165130"/>
          </a:xfrm>
          <a:custGeom xmlns:a="http://schemas.openxmlformats.org/drawingml/2006/main">
            <a:pathLst>
              <a:path w="165490" h="165130">
                <a:moveTo>
                  <a:pt x="82749" y="111880"/>
                </a:moveTo>
                <a:cubicBezTo>
                  <a:pt x="66374" y="111880"/>
                  <a:pt x="53601" y="98682"/>
                  <a:pt x="53601" y="82777"/>
                </a:cubicBezTo>
                <a:cubicBezTo>
                  <a:pt x="53601" y="66844"/>
                  <a:pt x="66807" y="53601"/>
                  <a:pt x="82749" y="53601"/>
                </a:cubicBezTo>
                <a:cubicBezTo>
                  <a:pt x="99041" y="53601"/>
                  <a:pt x="111815" y="66844"/>
                  <a:pt x="111815" y="82777"/>
                </a:cubicBezTo>
                <a:cubicBezTo>
                  <a:pt x="111815" y="98682"/>
                  <a:pt x="98645" y="111880"/>
                  <a:pt x="82749" y="111880"/>
                </a:cubicBezTo>
                <a:close/>
                <a:moveTo>
                  <a:pt x="148369" y="64505"/>
                </a:moveTo>
                <a:cubicBezTo>
                  <a:pt x="146849" y="59071"/>
                  <a:pt x="144915" y="53997"/>
                  <a:pt x="142143" y="49355"/>
                </a:cubicBezTo>
                <a:lnTo>
                  <a:pt x="148369" y="31083"/>
                </a:lnTo>
                <a:lnTo>
                  <a:pt x="134407" y="17084"/>
                </a:lnTo>
                <a:lnTo>
                  <a:pt x="116098" y="23310"/>
                </a:lnTo>
                <a:cubicBezTo>
                  <a:pt x="111493" y="20611"/>
                  <a:pt x="106455" y="18631"/>
                  <a:pt x="100985" y="17084"/>
                </a:cubicBezTo>
                <a:lnTo>
                  <a:pt x="92420" y="0"/>
                </a:lnTo>
                <a:lnTo>
                  <a:pt x="72996" y="0"/>
                </a:lnTo>
                <a:lnTo>
                  <a:pt x="64431" y="17084"/>
                </a:lnTo>
                <a:cubicBezTo>
                  <a:pt x="59071" y="18631"/>
                  <a:pt x="53932" y="20611"/>
                  <a:pt x="49327" y="23310"/>
                </a:cubicBezTo>
                <a:lnTo>
                  <a:pt x="31083" y="17084"/>
                </a:lnTo>
                <a:lnTo>
                  <a:pt x="17056" y="31083"/>
                </a:lnTo>
                <a:lnTo>
                  <a:pt x="23273" y="49355"/>
                </a:lnTo>
                <a:cubicBezTo>
                  <a:pt x="20584" y="53997"/>
                  <a:pt x="18567" y="59071"/>
                  <a:pt x="17056" y="64505"/>
                </a:cubicBezTo>
                <a:lnTo>
                  <a:pt x="0" y="73033"/>
                </a:lnTo>
                <a:lnTo>
                  <a:pt x="0" y="92456"/>
                </a:lnTo>
                <a:lnTo>
                  <a:pt x="17056" y="101021"/>
                </a:lnTo>
                <a:cubicBezTo>
                  <a:pt x="18567" y="106455"/>
                  <a:pt x="20584" y="111521"/>
                  <a:pt x="23273" y="116162"/>
                </a:cubicBezTo>
                <a:lnTo>
                  <a:pt x="17056" y="134444"/>
                </a:lnTo>
                <a:lnTo>
                  <a:pt x="30650" y="148037"/>
                </a:lnTo>
                <a:lnTo>
                  <a:pt x="48894" y="141811"/>
                </a:lnTo>
                <a:cubicBezTo>
                  <a:pt x="53601" y="144547"/>
                  <a:pt x="58638" y="146490"/>
                  <a:pt x="64109" y="148037"/>
                </a:cubicBezTo>
                <a:lnTo>
                  <a:pt x="72600" y="165130"/>
                </a:lnTo>
                <a:lnTo>
                  <a:pt x="92060" y="165130"/>
                </a:lnTo>
                <a:lnTo>
                  <a:pt x="100552" y="148037"/>
                </a:lnTo>
                <a:cubicBezTo>
                  <a:pt x="106022" y="146490"/>
                  <a:pt x="111060" y="144547"/>
                  <a:pt x="115766" y="141811"/>
                </a:cubicBezTo>
                <a:lnTo>
                  <a:pt x="134011" y="148037"/>
                </a:lnTo>
                <a:lnTo>
                  <a:pt x="148037" y="134444"/>
                </a:lnTo>
                <a:lnTo>
                  <a:pt x="141821" y="116162"/>
                </a:lnTo>
                <a:cubicBezTo>
                  <a:pt x="144519" y="111521"/>
                  <a:pt x="146849" y="106087"/>
                  <a:pt x="148369" y="101021"/>
                </a:cubicBezTo>
                <a:lnTo>
                  <a:pt x="165490" y="92456"/>
                </a:lnTo>
                <a:lnTo>
                  <a:pt x="165490" y="73033"/>
                </a:lnTo>
                <a:lnTo>
                  <a:pt x="148369" y="6450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1000D-89D4-4D55-8125-EC1FEE67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87" y="2108239"/>
            <a:ext cx="165490" cy="165130"/>
          </a:xfrm>
          <a:custGeom xmlns:a="http://schemas.openxmlformats.org/drawingml/2006/main">
            <a:pathLst>
              <a:path w="165490" h="165130">
                <a:moveTo>
                  <a:pt x="82740" y="111926"/>
                </a:moveTo>
                <a:cubicBezTo>
                  <a:pt x="66448" y="111926"/>
                  <a:pt x="53674" y="98682"/>
                  <a:pt x="53674" y="82786"/>
                </a:cubicBezTo>
                <a:cubicBezTo>
                  <a:pt x="53674" y="66448"/>
                  <a:pt x="66844" y="53647"/>
                  <a:pt x="82740" y="53647"/>
                </a:cubicBezTo>
                <a:cubicBezTo>
                  <a:pt x="99115" y="53647"/>
                  <a:pt x="111889" y="66844"/>
                  <a:pt x="111889" y="82786"/>
                </a:cubicBezTo>
                <a:cubicBezTo>
                  <a:pt x="111889" y="98682"/>
                  <a:pt x="99115" y="111926"/>
                  <a:pt x="82740" y="111926"/>
                </a:cubicBezTo>
                <a:close/>
                <a:moveTo>
                  <a:pt x="142217" y="49364"/>
                </a:moveTo>
                <a:lnTo>
                  <a:pt x="148433" y="31083"/>
                </a:lnTo>
                <a:lnTo>
                  <a:pt x="134407" y="17093"/>
                </a:lnTo>
                <a:lnTo>
                  <a:pt x="116162" y="23319"/>
                </a:lnTo>
                <a:cubicBezTo>
                  <a:pt x="111557" y="20621"/>
                  <a:pt x="106096" y="18677"/>
                  <a:pt x="101058" y="17093"/>
                </a:cubicBezTo>
                <a:lnTo>
                  <a:pt x="92493" y="0"/>
                </a:lnTo>
                <a:lnTo>
                  <a:pt x="73070" y="0"/>
                </a:lnTo>
                <a:lnTo>
                  <a:pt x="64505" y="17093"/>
                </a:lnTo>
                <a:cubicBezTo>
                  <a:pt x="59034" y="18677"/>
                  <a:pt x="53997" y="20621"/>
                  <a:pt x="49392" y="23319"/>
                </a:cubicBezTo>
                <a:lnTo>
                  <a:pt x="31083" y="17093"/>
                </a:lnTo>
                <a:lnTo>
                  <a:pt x="17452" y="30687"/>
                </a:lnTo>
                <a:lnTo>
                  <a:pt x="23347" y="48968"/>
                </a:lnTo>
                <a:cubicBezTo>
                  <a:pt x="20575" y="53647"/>
                  <a:pt x="18640" y="59071"/>
                  <a:pt x="17121" y="64109"/>
                </a:cubicBezTo>
                <a:lnTo>
                  <a:pt x="0" y="72674"/>
                </a:lnTo>
                <a:lnTo>
                  <a:pt x="0" y="92097"/>
                </a:lnTo>
                <a:lnTo>
                  <a:pt x="17121" y="100625"/>
                </a:lnTo>
                <a:cubicBezTo>
                  <a:pt x="18640" y="106096"/>
                  <a:pt x="20575" y="111134"/>
                  <a:pt x="23347" y="115812"/>
                </a:cubicBezTo>
                <a:lnTo>
                  <a:pt x="17452" y="134048"/>
                </a:lnTo>
                <a:lnTo>
                  <a:pt x="31083" y="147650"/>
                </a:lnTo>
                <a:lnTo>
                  <a:pt x="49392" y="141821"/>
                </a:lnTo>
                <a:cubicBezTo>
                  <a:pt x="53997" y="144556"/>
                  <a:pt x="59034" y="146499"/>
                  <a:pt x="64505" y="148046"/>
                </a:cubicBezTo>
                <a:lnTo>
                  <a:pt x="73070" y="165130"/>
                </a:lnTo>
                <a:lnTo>
                  <a:pt x="92493" y="165130"/>
                </a:lnTo>
                <a:lnTo>
                  <a:pt x="101058" y="148046"/>
                </a:lnTo>
                <a:cubicBezTo>
                  <a:pt x="106418" y="146499"/>
                  <a:pt x="111557" y="144556"/>
                  <a:pt x="116162" y="141821"/>
                </a:cubicBezTo>
                <a:lnTo>
                  <a:pt x="134407" y="148046"/>
                </a:lnTo>
                <a:lnTo>
                  <a:pt x="148000" y="134048"/>
                </a:lnTo>
                <a:lnTo>
                  <a:pt x="142217" y="116171"/>
                </a:lnTo>
                <a:cubicBezTo>
                  <a:pt x="144906" y="111530"/>
                  <a:pt x="146923" y="106455"/>
                  <a:pt x="148433" y="101021"/>
                </a:cubicBezTo>
                <a:lnTo>
                  <a:pt x="165490" y="92493"/>
                </a:lnTo>
                <a:lnTo>
                  <a:pt x="165490" y="73070"/>
                </a:lnTo>
                <a:lnTo>
                  <a:pt x="148433" y="64505"/>
                </a:lnTo>
                <a:cubicBezTo>
                  <a:pt x="146923" y="59071"/>
                  <a:pt x="144906" y="54006"/>
                  <a:pt x="142217" y="4936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2A80B-41F7-4C5B-ABC2-74296F2F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073" y="1464101"/>
            <a:ext cx="1726823" cy="372994"/>
          </a:xfrm>
          <a:custGeom xmlns:a="http://schemas.openxmlformats.org/drawingml/2006/main">
            <a:pathLst>
              <a:path w="1726823" h="372994">
                <a:moveTo>
                  <a:pt x="0" y="186497"/>
                </a:moveTo>
                <a:cubicBezTo>
                  <a:pt x="0" y="83495"/>
                  <a:pt x="83495" y="0"/>
                  <a:pt x="186497" y="0"/>
                </a:cubicBezTo>
                <a:lnTo>
                  <a:pt x="1540326" y="0"/>
                </a:lnTo>
                <a:cubicBezTo>
                  <a:pt x="1643328" y="0"/>
                  <a:pt x="1726823" y="83495"/>
                  <a:pt x="1726823" y="186497"/>
                </a:cubicBezTo>
                <a:cubicBezTo>
                  <a:pt x="1726823" y="289498"/>
                  <a:pt x="1643328" y="372994"/>
                  <a:pt x="1540326" y="372994"/>
                </a:cubicBezTo>
                <a:lnTo>
                  <a:pt x="186497" y="372994"/>
                </a:lnTo>
                <a:cubicBezTo>
                  <a:pt x="83495" y="372994"/>
                  <a:pt x="0" y="289498"/>
                  <a:pt x="0" y="186497"/>
                </a:cubicBezTo>
                <a:close/>
              </a:path>
            </a:pathLst>
          </a:custGeom>
          <a:solidFill xmlns:a="http://schemas.openxmlformats.org/drawingml/2006/main">
            <a:srgbClr val="006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SMTsolver">
            <a:extLst xmlns:a="http://schemas.openxmlformats.org/drawingml/2006/main">
              <a:ext uri="{FF2B5EF4-FFF2-40B4-BE49-F238E27FC236}">
                <a16:creationId xmlns:a16="http://schemas.microsoft.com/office/drawing/2014/main" id="{6F6BCA72-3732-40E4-B731-8A759097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817" y="1590807"/>
            <a:ext cx="1080179" cy="152824"/>
          </a:xfrm>
          <a:custGeom xmlns:a="http://schemas.openxmlformats.org/drawingml/2006/main">
            <a:pathLst>
              <a:path w="1080179" h="152824">
                <a:moveTo>
                  <a:pt x="92385" y="0"/>
                </a:moveTo>
                <a:lnTo>
                  <a:pt x="93572" y="48783"/>
                </a:lnTo>
                <a:lnTo>
                  <a:pt x="89147" y="48783"/>
                </a:lnTo>
                <a:cubicBezTo>
                  <a:pt x="87061" y="36583"/>
                  <a:pt x="81934" y="26769"/>
                  <a:pt x="73768" y="19342"/>
                </a:cubicBezTo>
                <a:cubicBezTo>
                  <a:pt x="65601" y="11916"/>
                  <a:pt x="56769" y="8202"/>
                  <a:pt x="47272" y="8202"/>
                </a:cubicBezTo>
                <a:cubicBezTo>
                  <a:pt x="39933" y="8202"/>
                  <a:pt x="34123" y="10157"/>
                  <a:pt x="29842" y="14068"/>
                </a:cubicBezTo>
                <a:cubicBezTo>
                  <a:pt x="25561" y="17975"/>
                  <a:pt x="23420" y="22476"/>
                  <a:pt x="23420" y="27568"/>
                </a:cubicBezTo>
                <a:cubicBezTo>
                  <a:pt x="23420" y="30795"/>
                  <a:pt x="24176" y="33664"/>
                  <a:pt x="25686" y="36176"/>
                </a:cubicBezTo>
                <a:cubicBezTo>
                  <a:pt x="27773" y="39546"/>
                  <a:pt x="31119" y="42881"/>
                  <a:pt x="35724" y="46179"/>
                </a:cubicBezTo>
                <a:cubicBezTo>
                  <a:pt x="39105" y="48547"/>
                  <a:pt x="46912" y="52743"/>
                  <a:pt x="59144" y="58769"/>
                </a:cubicBezTo>
                <a:cubicBezTo>
                  <a:pt x="76268" y="67161"/>
                  <a:pt x="87816" y="75088"/>
                  <a:pt x="93788" y="82550"/>
                </a:cubicBezTo>
                <a:cubicBezTo>
                  <a:pt x="99688" y="90011"/>
                  <a:pt x="102638" y="98548"/>
                  <a:pt x="102638" y="108163"/>
                </a:cubicBezTo>
                <a:cubicBezTo>
                  <a:pt x="102638" y="120358"/>
                  <a:pt x="97871" y="130851"/>
                  <a:pt x="88338" y="139640"/>
                </a:cubicBezTo>
                <a:cubicBezTo>
                  <a:pt x="78804" y="148429"/>
                  <a:pt x="66699" y="152824"/>
                  <a:pt x="52021" y="152824"/>
                </a:cubicBezTo>
                <a:cubicBezTo>
                  <a:pt x="47416" y="152824"/>
                  <a:pt x="43063" y="152356"/>
                  <a:pt x="38961" y="151421"/>
                </a:cubicBezTo>
                <a:cubicBezTo>
                  <a:pt x="34860" y="150485"/>
                  <a:pt x="29716" y="148723"/>
                  <a:pt x="23528" y="146132"/>
                </a:cubicBezTo>
                <a:cubicBezTo>
                  <a:pt x="20074" y="144693"/>
                  <a:pt x="17232" y="143974"/>
                  <a:pt x="15002" y="143974"/>
                </a:cubicBezTo>
                <a:cubicBezTo>
                  <a:pt x="13131" y="143974"/>
                  <a:pt x="11152" y="144702"/>
                  <a:pt x="9066" y="146159"/>
                </a:cubicBezTo>
                <a:cubicBezTo>
                  <a:pt x="6979" y="147616"/>
                  <a:pt x="5288" y="149838"/>
                  <a:pt x="3993" y="152824"/>
                </a:cubicBezTo>
                <a:lnTo>
                  <a:pt x="0" y="152824"/>
                </a:lnTo>
                <a:lnTo>
                  <a:pt x="0" y="97565"/>
                </a:lnTo>
                <a:lnTo>
                  <a:pt x="3993" y="97565"/>
                </a:lnTo>
                <a:cubicBezTo>
                  <a:pt x="7159" y="113071"/>
                  <a:pt x="13257" y="124898"/>
                  <a:pt x="22287" y="133046"/>
                </a:cubicBezTo>
                <a:cubicBezTo>
                  <a:pt x="31317" y="141195"/>
                  <a:pt x="41048" y="145269"/>
                  <a:pt x="51481" y="145269"/>
                </a:cubicBezTo>
                <a:cubicBezTo>
                  <a:pt x="59539" y="145269"/>
                  <a:pt x="65961" y="143081"/>
                  <a:pt x="70746" y="138706"/>
                </a:cubicBezTo>
                <a:cubicBezTo>
                  <a:pt x="75531" y="134330"/>
                  <a:pt x="77923" y="129237"/>
                  <a:pt x="77923" y="123427"/>
                </a:cubicBezTo>
                <a:cubicBezTo>
                  <a:pt x="77923" y="119985"/>
                  <a:pt x="77006" y="116650"/>
                  <a:pt x="75171" y="113424"/>
                </a:cubicBezTo>
                <a:cubicBezTo>
                  <a:pt x="73336" y="110195"/>
                  <a:pt x="70548" y="107128"/>
                  <a:pt x="66806" y="104223"/>
                </a:cubicBezTo>
                <a:cubicBezTo>
                  <a:pt x="63065" y="101318"/>
                  <a:pt x="56446" y="97535"/>
                  <a:pt x="46948" y="92874"/>
                </a:cubicBezTo>
                <a:cubicBezTo>
                  <a:pt x="33637" y="86347"/>
                  <a:pt x="24068" y="80784"/>
                  <a:pt x="18240" y="76186"/>
                </a:cubicBezTo>
                <a:cubicBezTo>
                  <a:pt x="12412" y="71588"/>
                  <a:pt x="7933" y="66451"/>
                  <a:pt x="4803" y="60776"/>
                </a:cubicBezTo>
                <a:cubicBezTo>
                  <a:pt x="1673" y="55101"/>
                  <a:pt x="108" y="48851"/>
                  <a:pt x="108" y="42027"/>
                </a:cubicBezTo>
                <a:cubicBezTo>
                  <a:pt x="108" y="30389"/>
                  <a:pt x="4389" y="20476"/>
                  <a:pt x="12951" y="12287"/>
                </a:cubicBezTo>
                <a:cubicBezTo>
                  <a:pt x="21513" y="4096"/>
                  <a:pt x="32306" y="0"/>
                  <a:pt x="45329" y="0"/>
                </a:cubicBezTo>
                <a:cubicBezTo>
                  <a:pt x="50078" y="0"/>
                  <a:pt x="54683" y="582"/>
                  <a:pt x="59144" y="1747"/>
                </a:cubicBezTo>
                <a:cubicBezTo>
                  <a:pt x="62525" y="2619"/>
                  <a:pt x="66645" y="4237"/>
                  <a:pt x="71501" y="6600"/>
                </a:cubicBezTo>
                <a:cubicBezTo>
                  <a:pt x="76358" y="8964"/>
                  <a:pt x="79758" y="10145"/>
                  <a:pt x="81700" y="10145"/>
                </a:cubicBezTo>
                <a:cubicBezTo>
                  <a:pt x="83571" y="10145"/>
                  <a:pt x="85046" y="9564"/>
                  <a:pt x="86125" y="8401"/>
                </a:cubicBezTo>
                <a:cubicBezTo>
                  <a:pt x="87205" y="7237"/>
                  <a:pt x="88212" y="4436"/>
                  <a:pt x="89147" y="0"/>
                </a:cubicBezTo>
                <a:lnTo>
                  <a:pt x="92385" y="0"/>
                </a:lnTo>
                <a:close/>
                <a:moveTo>
                  <a:pt x="216791" y="99596"/>
                </a:moveTo>
                <a:lnTo>
                  <a:pt x="256508" y="3238"/>
                </a:lnTo>
                <a:lnTo>
                  <a:pt x="316083" y="3238"/>
                </a:lnTo>
                <a:lnTo>
                  <a:pt x="316083" y="7123"/>
                </a:lnTo>
                <a:lnTo>
                  <a:pt x="311334" y="7123"/>
                </a:lnTo>
                <a:cubicBezTo>
                  <a:pt x="307017" y="7123"/>
                  <a:pt x="303564" y="7890"/>
                  <a:pt x="300973" y="9423"/>
                </a:cubicBezTo>
                <a:cubicBezTo>
                  <a:pt x="299175" y="10446"/>
                  <a:pt x="297736" y="12164"/>
                  <a:pt x="296656" y="14577"/>
                </a:cubicBezTo>
                <a:cubicBezTo>
                  <a:pt x="295865" y="16331"/>
                  <a:pt x="295469" y="20897"/>
                  <a:pt x="295469" y="28277"/>
                </a:cubicBezTo>
                <a:lnTo>
                  <a:pt x="295469" y="124547"/>
                </a:lnTo>
                <a:cubicBezTo>
                  <a:pt x="295469" y="132068"/>
                  <a:pt x="295865" y="136770"/>
                  <a:pt x="296656" y="138652"/>
                </a:cubicBezTo>
                <a:cubicBezTo>
                  <a:pt x="297448" y="140531"/>
                  <a:pt x="299067" y="142176"/>
                  <a:pt x="301513" y="143586"/>
                </a:cubicBezTo>
                <a:cubicBezTo>
                  <a:pt x="303959" y="144996"/>
                  <a:pt x="307233" y="145701"/>
                  <a:pt x="311334" y="145701"/>
                </a:cubicBezTo>
                <a:lnTo>
                  <a:pt x="316083" y="145701"/>
                </a:lnTo>
                <a:lnTo>
                  <a:pt x="316083" y="149586"/>
                </a:lnTo>
                <a:lnTo>
                  <a:pt x="239671" y="149586"/>
                </a:lnTo>
                <a:lnTo>
                  <a:pt x="239671" y="145701"/>
                </a:lnTo>
                <a:lnTo>
                  <a:pt x="244420" y="145701"/>
                </a:lnTo>
                <a:cubicBezTo>
                  <a:pt x="248737" y="145701"/>
                  <a:pt x="252191" y="144942"/>
                  <a:pt x="254781" y="143424"/>
                </a:cubicBezTo>
                <a:cubicBezTo>
                  <a:pt x="256580" y="142410"/>
                  <a:pt x="258019" y="140674"/>
                  <a:pt x="259098" y="138217"/>
                </a:cubicBezTo>
                <a:cubicBezTo>
                  <a:pt x="259889" y="136481"/>
                  <a:pt x="260285" y="131924"/>
                  <a:pt x="260285" y="124547"/>
                </a:cubicBezTo>
                <a:lnTo>
                  <a:pt x="260285" y="16081"/>
                </a:lnTo>
                <a:lnTo>
                  <a:pt x="204163" y="149586"/>
                </a:lnTo>
                <a:lnTo>
                  <a:pt x="201573" y="149586"/>
                </a:lnTo>
                <a:lnTo>
                  <a:pt x="144588" y="16944"/>
                </a:lnTo>
                <a:lnTo>
                  <a:pt x="144588" y="120014"/>
                </a:lnTo>
                <a:cubicBezTo>
                  <a:pt x="144588" y="127270"/>
                  <a:pt x="144768" y="131732"/>
                  <a:pt x="145128" y="133400"/>
                </a:cubicBezTo>
                <a:cubicBezTo>
                  <a:pt x="146063" y="137029"/>
                  <a:pt x="148096" y="139987"/>
                  <a:pt x="151225" y="142274"/>
                </a:cubicBezTo>
                <a:cubicBezTo>
                  <a:pt x="154355" y="144558"/>
                  <a:pt x="159266" y="145701"/>
                  <a:pt x="165957" y="145701"/>
                </a:cubicBezTo>
                <a:lnTo>
                  <a:pt x="165957" y="149586"/>
                </a:lnTo>
                <a:lnTo>
                  <a:pt x="115880" y="149586"/>
                </a:lnTo>
                <a:lnTo>
                  <a:pt x="115880" y="145701"/>
                </a:lnTo>
                <a:lnTo>
                  <a:pt x="117391" y="145701"/>
                </a:lnTo>
                <a:cubicBezTo>
                  <a:pt x="120628" y="145773"/>
                  <a:pt x="123650" y="145244"/>
                  <a:pt x="126456" y="144116"/>
                </a:cubicBezTo>
                <a:cubicBezTo>
                  <a:pt x="129262" y="142987"/>
                  <a:pt x="131385" y="141475"/>
                  <a:pt x="132824" y="139579"/>
                </a:cubicBezTo>
                <a:cubicBezTo>
                  <a:pt x="134263" y="137684"/>
                  <a:pt x="135378" y="135023"/>
                  <a:pt x="136170" y="131596"/>
                </a:cubicBezTo>
                <a:cubicBezTo>
                  <a:pt x="136314" y="130796"/>
                  <a:pt x="136386" y="127079"/>
                  <a:pt x="136386" y="120446"/>
                </a:cubicBezTo>
                <a:lnTo>
                  <a:pt x="136386" y="28277"/>
                </a:lnTo>
                <a:cubicBezTo>
                  <a:pt x="136386" y="20751"/>
                  <a:pt x="135990" y="16056"/>
                  <a:pt x="135198" y="14192"/>
                </a:cubicBezTo>
                <a:cubicBezTo>
                  <a:pt x="134407" y="12328"/>
                  <a:pt x="132788" y="10685"/>
                  <a:pt x="130342" y="9261"/>
                </a:cubicBezTo>
                <a:cubicBezTo>
                  <a:pt x="127895" y="7836"/>
                  <a:pt x="124622" y="7123"/>
                  <a:pt x="120520" y="7123"/>
                </a:cubicBezTo>
                <a:lnTo>
                  <a:pt x="115880" y="7123"/>
                </a:lnTo>
                <a:lnTo>
                  <a:pt x="115880" y="3238"/>
                </a:lnTo>
                <a:lnTo>
                  <a:pt x="175671" y="3238"/>
                </a:lnTo>
                <a:lnTo>
                  <a:pt x="216791" y="99596"/>
                </a:lnTo>
                <a:close/>
                <a:moveTo>
                  <a:pt x="459551" y="3238"/>
                </a:moveTo>
                <a:lnTo>
                  <a:pt x="459551" y="42955"/>
                </a:lnTo>
                <a:lnTo>
                  <a:pt x="455666" y="42955"/>
                </a:lnTo>
                <a:cubicBezTo>
                  <a:pt x="453363" y="33785"/>
                  <a:pt x="450809" y="27197"/>
                  <a:pt x="448003" y="23191"/>
                </a:cubicBezTo>
                <a:cubicBezTo>
                  <a:pt x="445197" y="19184"/>
                  <a:pt x="441347" y="15989"/>
                  <a:pt x="436455" y="13605"/>
                </a:cubicBezTo>
                <a:cubicBezTo>
                  <a:pt x="433721" y="12306"/>
                  <a:pt x="428936" y="11656"/>
                  <a:pt x="422101" y="11656"/>
                </a:cubicBezTo>
                <a:lnTo>
                  <a:pt x="411200" y="11656"/>
                </a:lnTo>
                <a:lnTo>
                  <a:pt x="411200" y="124547"/>
                </a:lnTo>
                <a:cubicBezTo>
                  <a:pt x="411200" y="132068"/>
                  <a:pt x="411614" y="136770"/>
                  <a:pt x="412441" y="138652"/>
                </a:cubicBezTo>
                <a:cubicBezTo>
                  <a:pt x="413269" y="140531"/>
                  <a:pt x="414887" y="142176"/>
                  <a:pt x="417298" y="143586"/>
                </a:cubicBezTo>
                <a:cubicBezTo>
                  <a:pt x="419708" y="144996"/>
                  <a:pt x="423000" y="145701"/>
                  <a:pt x="427173" y="145701"/>
                </a:cubicBezTo>
                <a:lnTo>
                  <a:pt x="432030" y="145701"/>
                </a:lnTo>
                <a:lnTo>
                  <a:pt x="432030" y="149586"/>
                </a:lnTo>
                <a:lnTo>
                  <a:pt x="355402" y="149586"/>
                </a:lnTo>
                <a:lnTo>
                  <a:pt x="355402" y="145701"/>
                </a:lnTo>
                <a:lnTo>
                  <a:pt x="360259" y="145701"/>
                </a:lnTo>
                <a:cubicBezTo>
                  <a:pt x="364504" y="145701"/>
                  <a:pt x="367922" y="144942"/>
                  <a:pt x="370512" y="143424"/>
                </a:cubicBezTo>
                <a:cubicBezTo>
                  <a:pt x="372382" y="142410"/>
                  <a:pt x="373857" y="140674"/>
                  <a:pt x="374937" y="138217"/>
                </a:cubicBezTo>
                <a:cubicBezTo>
                  <a:pt x="375728" y="136481"/>
                  <a:pt x="376124" y="131924"/>
                  <a:pt x="376124" y="124547"/>
                </a:cubicBezTo>
                <a:lnTo>
                  <a:pt x="376124" y="11656"/>
                </a:lnTo>
                <a:lnTo>
                  <a:pt x="365547" y="11656"/>
                </a:lnTo>
                <a:cubicBezTo>
                  <a:pt x="355690" y="11656"/>
                  <a:pt x="348531" y="13749"/>
                  <a:pt x="344070" y="17936"/>
                </a:cubicBezTo>
                <a:cubicBezTo>
                  <a:pt x="337810" y="23784"/>
                  <a:pt x="333853" y="32124"/>
                  <a:pt x="332198" y="42955"/>
                </a:cubicBezTo>
                <a:lnTo>
                  <a:pt x="328097" y="42955"/>
                </a:lnTo>
                <a:lnTo>
                  <a:pt x="328097" y="3238"/>
                </a:lnTo>
                <a:lnTo>
                  <a:pt x="459551" y="3238"/>
                </a:lnTo>
                <a:close/>
                <a:moveTo>
                  <a:pt x="590051" y="45977"/>
                </a:moveTo>
                <a:lnTo>
                  <a:pt x="591670" y="80513"/>
                </a:lnTo>
                <a:lnTo>
                  <a:pt x="588000" y="80513"/>
                </a:lnTo>
                <a:cubicBezTo>
                  <a:pt x="583611" y="70213"/>
                  <a:pt x="579060" y="63177"/>
                  <a:pt x="574347" y="59407"/>
                </a:cubicBezTo>
                <a:cubicBezTo>
                  <a:pt x="569635" y="55634"/>
                  <a:pt x="564940" y="53747"/>
                  <a:pt x="560263" y="53747"/>
                </a:cubicBezTo>
                <a:cubicBezTo>
                  <a:pt x="557313" y="53747"/>
                  <a:pt x="554795" y="54737"/>
                  <a:pt x="552708" y="56715"/>
                </a:cubicBezTo>
                <a:cubicBezTo>
                  <a:pt x="550622" y="58694"/>
                  <a:pt x="549578" y="60978"/>
                  <a:pt x="549578" y="63569"/>
                </a:cubicBezTo>
                <a:cubicBezTo>
                  <a:pt x="549578" y="65511"/>
                  <a:pt x="550298" y="67382"/>
                  <a:pt x="551737" y="69181"/>
                </a:cubicBezTo>
                <a:cubicBezTo>
                  <a:pt x="554039" y="72131"/>
                  <a:pt x="560479" y="77185"/>
                  <a:pt x="571056" y="84345"/>
                </a:cubicBezTo>
                <a:cubicBezTo>
                  <a:pt x="581632" y="91504"/>
                  <a:pt x="588594" y="97583"/>
                  <a:pt x="591939" y="102584"/>
                </a:cubicBezTo>
                <a:cubicBezTo>
                  <a:pt x="595285" y="107585"/>
                  <a:pt x="596958" y="113179"/>
                  <a:pt x="596958" y="119367"/>
                </a:cubicBezTo>
                <a:cubicBezTo>
                  <a:pt x="596958" y="124979"/>
                  <a:pt x="595555" y="130483"/>
                  <a:pt x="592749" y="135879"/>
                </a:cubicBezTo>
                <a:cubicBezTo>
                  <a:pt x="589943" y="141276"/>
                  <a:pt x="585985" y="145413"/>
                  <a:pt x="580877" y="148291"/>
                </a:cubicBezTo>
                <a:cubicBezTo>
                  <a:pt x="575768" y="151169"/>
                  <a:pt x="570120" y="152608"/>
                  <a:pt x="563932" y="152608"/>
                </a:cubicBezTo>
                <a:cubicBezTo>
                  <a:pt x="559112" y="152608"/>
                  <a:pt x="552672" y="151069"/>
                  <a:pt x="544614" y="147991"/>
                </a:cubicBezTo>
                <a:cubicBezTo>
                  <a:pt x="542455" y="147184"/>
                  <a:pt x="540980" y="146780"/>
                  <a:pt x="540189" y="146780"/>
                </a:cubicBezTo>
                <a:cubicBezTo>
                  <a:pt x="537814" y="146780"/>
                  <a:pt x="535836" y="148579"/>
                  <a:pt x="534253" y="152176"/>
                </a:cubicBezTo>
                <a:lnTo>
                  <a:pt x="530691" y="152176"/>
                </a:lnTo>
                <a:lnTo>
                  <a:pt x="528964" y="115913"/>
                </a:lnTo>
                <a:lnTo>
                  <a:pt x="532634" y="115913"/>
                </a:lnTo>
                <a:cubicBezTo>
                  <a:pt x="535872" y="125411"/>
                  <a:pt x="540315" y="132534"/>
                  <a:pt x="545963" y="137282"/>
                </a:cubicBezTo>
                <a:cubicBezTo>
                  <a:pt x="551611" y="142031"/>
                  <a:pt x="556953" y="144406"/>
                  <a:pt x="561990" y="144406"/>
                </a:cubicBezTo>
                <a:cubicBezTo>
                  <a:pt x="565443" y="144406"/>
                  <a:pt x="568268" y="143344"/>
                  <a:pt x="570462" y="141222"/>
                </a:cubicBezTo>
                <a:cubicBezTo>
                  <a:pt x="572657" y="139099"/>
                  <a:pt x="573754" y="136527"/>
                  <a:pt x="573754" y="133505"/>
                </a:cubicBezTo>
                <a:cubicBezTo>
                  <a:pt x="573754" y="130051"/>
                  <a:pt x="572675" y="127065"/>
                  <a:pt x="570516" y="124547"/>
                </a:cubicBezTo>
                <a:cubicBezTo>
                  <a:pt x="568357" y="122029"/>
                  <a:pt x="563537" y="118215"/>
                  <a:pt x="556054" y="113107"/>
                </a:cubicBezTo>
                <a:cubicBezTo>
                  <a:pt x="545045" y="105480"/>
                  <a:pt x="537922" y="99652"/>
                  <a:pt x="534684" y="95623"/>
                </a:cubicBezTo>
                <a:cubicBezTo>
                  <a:pt x="529936" y="89723"/>
                  <a:pt x="527561" y="83211"/>
                  <a:pt x="527561" y="76088"/>
                </a:cubicBezTo>
                <a:cubicBezTo>
                  <a:pt x="527561" y="68317"/>
                  <a:pt x="530241" y="61284"/>
                  <a:pt x="535602" y="54989"/>
                </a:cubicBezTo>
                <a:cubicBezTo>
                  <a:pt x="540962" y="48693"/>
                  <a:pt x="548715" y="45545"/>
                  <a:pt x="558860" y="45545"/>
                </a:cubicBezTo>
                <a:cubicBezTo>
                  <a:pt x="564328" y="45545"/>
                  <a:pt x="569617" y="46928"/>
                  <a:pt x="574725" y="49693"/>
                </a:cubicBezTo>
                <a:cubicBezTo>
                  <a:pt x="576668" y="50813"/>
                  <a:pt x="578251" y="51373"/>
                  <a:pt x="579474" y="51373"/>
                </a:cubicBezTo>
                <a:cubicBezTo>
                  <a:pt x="580769" y="51373"/>
                  <a:pt x="581812" y="51103"/>
                  <a:pt x="582604" y="50564"/>
                </a:cubicBezTo>
                <a:cubicBezTo>
                  <a:pt x="583395" y="50024"/>
                  <a:pt x="584654" y="48495"/>
                  <a:pt x="586381" y="45977"/>
                </a:cubicBezTo>
                <a:lnTo>
                  <a:pt x="590051" y="45977"/>
                </a:lnTo>
                <a:close/>
                <a:moveTo>
                  <a:pt x="659843" y="45545"/>
                </a:moveTo>
                <a:cubicBezTo>
                  <a:pt x="668621" y="45545"/>
                  <a:pt x="676787" y="47814"/>
                  <a:pt x="684342" y="52351"/>
                </a:cubicBezTo>
                <a:cubicBezTo>
                  <a:pt x="691897" y="56888"/>
                  <a:pt x="697635" y="63335"/>
                  <a:pt x="701557" y="71690"/>
                </a:cubicBezTo>
                <a:cubicBezTo>
                  <a:pt x="705478" y="80045"/>
                  <a:pt x="707439" y="89192"/>
                  <a:pt x="707439" y="99130"/>
                </a:cubicBezTo>
                <a:cubicBezTo>
                  <a:pt x="707439" y="113462"/>
                  <a:pt x="703805" y="125454"/>
                  <a:pt x="696538" y="135107"/>
                </a:cubicBezTo>
                <a:cubicBezTo>
                  <a:pt x="687760" y="146774"/>
                  <a:pt x="675636" y="152608"/>
                  <a:pt x="660167" y="152608"/>
                </a:cubicBezTo>
                <a:cubicBezTo>
                  <a:pt x="644985" y="152608"/>
                  <a:pt x="633293" y="147278"/>
                  <a:pt x="625091" y="136618"/>
                </a:cubicBezTo>
                <a:cubicBezTo>
                  <a:pt x="616888" y="125958"/>
                  <a:pt x="612787" y="113606"/>
                  <a:pt x="612787" y="99562"/>
                </a:cubicBezTo>
                <a:cubicBezTo>
                  <a:pt x="612787" y="85086"/>
                  <a:pt x="616978" y="72465"/>
                  <a:pt x="625361" y="61697"/>
                </a:cubicBezTo>
                <a:cubicBezTo>
                  <a:pt x="633743" y="50929"/>
                  <a:pt x="645237" y="45545"/>
                  <a:pt x="659843" y="45545"/>
                </a:cubicBezTo>
                <a:moveTo>
                  <a:pt x="660275" y="53100"/>
                </a:moveTo>
                <a:cubicBezTo>
                  <a:pt x="656605" y="53100"/>
                  <a:pt x="653457" y="54487"/>
                  <a:pt x="650831" y="57262"/>
                </a:cubicBezTo>
                <a:cubicBezTo>
                  <a:pt x="648205" y="60034"/>
                  <a:pt x="646478" y="65508"/>
                  <a:pt x="645651" y="73683"/>
                </a:cubicBezTo>
                <a:cubicBezTo>
                  <a:pt x="644823" y="81859"/>
                  <a:pt x="644410" y="93223"/>
                  <a:pt x="644410" y="107775"/>
                </a:cubicBezTo>
                <a:cubicBezTo>
                  <a:pt x="644410" y="115482"/>
                  <a:pt x="644913" y="122686"/>
                  <a:pt x="645921" y="129387"/>
                </a:cubicBezTo>
                <a:cubicBezTo>
                  <a:pt x="646712" y="134500"/>
                  <a:pt x="648403" y="138390"/>
                  <a:pt x="650993" y="141056"/>
                </a:cubicBezTo>
                <a:cubicBezTo>
                  <a:pt x="653583" y="143721"/>
                  <a:pt x="656533" y="145053"/>
                  <a:pt x="659843" y="145053"/>
                </a:cubicBezTo>
                <a:cubicBezTo>
                  <a:pt x="663081" y="145053"/>
                  <a:pt x="665779" y="144153"/>
                  <a:pt x="667937" y="142352"/>
                </a:cubicBezTo>
                <a:cubicBezTo>
                  <a:pt x="670744" y="139903"/>
                  <a:pt x="672614" y="136481"/>
                  <a:pt x="673550" y="132085"/>
                </a:cubicBezTo>
                <a:cubicBezTo>
                  <a:pt x="674989" y="125243"/>
                  <a:pt x="675708" y="111413"/>
                  <a:pt x="675708" y="90594"/>
                </a:cubicBezTo>
                <a:cubicBezTo>
                  <a:pt x="675708" y="78349"/>
                  <a:pt x="675025" y="69940"/>
                  <a:pt x="673658" y="65366"/>
                </a:cubicBezTo>
                <a:cubicBezTo>
                  <a:pt x="672291" y="60791"/>
                  <a:pt x="670276" y="57458"/>
                  <a:pt x="667614" y="55370"/>
                </a:cubicBezTo>
                <a:cubicBezTo>
                  <a:pt x="665743" y="53856"/>
                  <a:pt x="663297" y="53100"/>
                  <a:pt x="660275" y="53100"/>
                </a:cubicBezTo>
                <a:close/>
                <a:moveTo>
                  <a:pt x="762265" y="3238"/>
                </a:moveTo>
                <a:lnTo>
                  <a:pt x="762265" y="128648"/>
                </a:lnTo>
                <a:cubicBezTo>
                  <a:pt x="762265" y="135771"/>
                  <a:pt x="763093" y="140322"/>
                  <a:pt x="764748" y="142301"/>
                </a:cubicBezTo>
                <a:cubicBezTo>
                  <a:pt x="766403" y="144280"/>
                  <a:pt x="769640" y="145413"/>
                  <a:pt x="774461" y="145701"/>
                </a:cubicBezTo>
                <a:lnTo>
                  <a:pt x="774461" y="149586"/>
                </a:lnTo>
                <a:lnTo>
                  <a:pt x="719958" y="149586"/>
                </a:lnTo>
                <a:lnTo>
                  <a:pt x="719958" y="145701"/>
                </a:lnTo>
                <a:cubicBezTo>
                  <a:pt x="724419" y="145557"/>
                  <a:pt x="727729" y="144262"/>
                  <a:pt x="729888" y="141815"/>
                </a:cubicBezTo>
                <a:cubicBezTo>
                  <a:pt x="731327" y="140160"/>
                  <a:pt x="732046" y="135771"/>
                  <a:pt x="732046" y="128648"/>
                </a:cubicBezTo>
                <a:lnTo>
                  <a:pt x="732046" y="24176"/>
                </a:lnTo>
                <a:cubicBezTo>
                  <a:pt x="732046" y="17079"/>
                  <a:pt x="731219" y="12536"/>
                  <a:pt x="729564" y="10546"/>
                </a:cubicBezTo>
                <a:cubicBezTo>
                  <a:pt x="727909" y="8554"/>
                  <a:pt x="724707" y="7413"/>
                  <a:pt x="719958" y="7123"/>
                </a:cubicBezTo>
                <a:lnTo>
                  <a:pt x="719958" y="3238"/>
                </a:lnTo>
                <a:lnTo>
                  <a:pt x="762265" y="3238"/>
                </a:lnTo>
                <a:close/>
                <a:moveTo>
                  <a:pt x="829757" y="152608"/>
                </a:moveTo>
                <a:lnTo>
                  <a:pt x="795760" y="74314"/>
                </a:lnTo>
                <a:cubicBezTo>
                  <a:pt x="791659" y="64814"/>
                  <a:pt x="788457" y="58796"/>
                  <a:pt x="786155" y="56260"/>
                </a:cubicBezTo>
                <a:cubicBezTo>
                  <a:pt x="784500" y="54374"/>
                  <a:pt x="782054" y="53104"/>
                  <a:pt x="778816" y="52452"/>
                </a:cubicBezTo>
                <a:lnTo>
                  <a:pt x="778816" y="48567"/>
                </a:lnTo>
                <a:lnTo>
                  <a:pt x="832455" y="48567"/>
                </a:lnTo>
                <a:lnTo>
                  <a:pt x="832455" y="52452"/>
                </a:lnTo>
                <a:cubicBezTo>
                  <a:pt x="829074" y="52452"/>
                  <a:pt x="826771" y="53067"/>
                  <a:pt x="825548" y="54297"/>
                </a:cubicBezTo>
                <a:cubicBezTo>
                  <a:pt x="823821" y="55891"/>
                  <a:pt x="822958" y="57773"/>
                  <a:pt x="822958" y="59943"/>
                </a:cubicBezTo>
                <a:cubicBezTo>
                  <a:pt x="822958" y="62621"/>
                  <a:pt x="824541" y="67652"/>
                  <a:pt x="827706" y="75036"/>
                </a:cubicBezTo>
                <a:lnTo>
                  <a:pt x="844327" y="112959"/>
                </a:lnTo>
                <a:lnTo>
                  <a:pt x="857602" y="80223"/>
                </a:lnTo>
                <a:cubicBezTo>
                  <a:pt x="861415" y="70822"/>
                  <a:pt x="863322" y="64169"/>
                  <a:pt x="863322" y="60263"/>
                </a:cubicBezTo>
                <a:cubicBezTo>
                  <a:pt x="863322" y="58022"/>
                  <a:pt x="862513" y="56196"/>
                  <a:pt x="860894" y="54786"/>
                </a:cubicBezTo>
                <a:cubicBezTo>
                  <a:pt x="859275" y="53374"/>
                  <a:pt x="856415" y="52596"/>
                  <a:pt x="852314" y="52452"/>
                </a:cubicBezTo>
                <a:lnTo>
                  <a:pt x="852314" y="48567"/>
                </a:lnTo>
                <a:lnTo>
                  <a:pt x="885339" y="48567"/>
                </a:lnTo>
                <a:lnTo>
                  <a:pt x="885339" y="52452"/>
                </a:lnTo>
                <a:cubicBezTo>
                  <a:pt x="882173" y="52886"/>
                  <a:pt x="879583" y="54079"/>
                  <a:pt x="877568" y="56031"/>
                </a:cubicBezTo>
                <a:cubicBezTo>
                  <a:pt x="875554" y="57982"/>
                  <a:pt x="872532" y="63728"/>
                  <a:pt x="868503" y="73269"/>
                </a:cubicBezTo>
                <a:lnTo>
                  <a:pt x="834830" y="152608"/>
                </a:lnTo>
                <a:lnTo>
                  <a:pt x="829757" y="152608"/>
                </a:lnTo>
                <a:close/>
                <a:moveTo>
                  <a:pt x="980206" y="95407"/>
                </a:moveTo>
                <a:lnTo>
                  <a:pt x="924840" y="95407"/>
                </a:lnTo>
                <a:cubicBezTo>
                  <a:pt x="925487" y="108826"/>
                  <a:pt x="929049" y="119431"/>
                  <a:pt x="935524" y="127222"/>
                </a:cubicBezTo>
                <a:cubicBezTo>
                  <a:pt x="940489" y="133209"/>
                  <a:pt x="946461" y="136203"/>
                  <a:pt x="953440" y="136203"/>
                </a:cubicBezTo>
                <a:cubicBezTo>
                  <a:pt x="957757" y="136203"/>
                  <a:pt x="961679" y="134998"/>
                  <a:pt x="965204" y="132588"/>
                </a:cubicBezTo>
                <a:cubicBezTo>
                  <a:pt x="968730" y="130177"/>
                  <a:pt x="972507" y="125842"/>
                  <a:pt x="976536" y="119582"/>
                </a:cubicBezTo>
                <a:lnTo>
                  <a:pt x="980206" y="121957"/>
                </a:lnTo>
                <a:cubicBezTo>
                  <a:pt x="974738" y="133109"/>
                  <a:pt x="968694" y="141006"/>
                  <a:pt x="962074" y="145647"/>
                </a:cubicBezTo>
                <a:cubicBezTo>
                  <a:pt x="955455" y="150288"/>
                  <a:pt x="947792" y="152608"/>
                  <a:pt x="939086" y="152608"/>
                </a:cubicBezTo>
                <a:cubicBezTo>
                  <a:pt x="924120" y="152608"/>
                  <a:pt x="912788" y="146846"/>
                  <a:pt x="905089" y="135323"/>
                </a:cubicBezTo>
                <a:cubicBezTo>
                  <a:pt x="898901" y="126032"/>
                  <a:pt x="895807" y="114509"/>
                  <a:pt x="895807" y="100753"/>
                </a:cubicBezTo>
                <a:cubicBezTo>
                  <a:pt x="895807" y="83898"/>
                  <a:pt x="900358" y="70484"/>
                  <a:pt x="909460" y="60510"/>
                </a:cubicBezTo>
                <a:cubicBezTo>
                  <a:pt x="918562" y="50533"/>
                  <a:pt x="929229" y="45545"/>
                  <a:pt x="941460" y="45545"/>
                </a:cubicBezTo>
                <a:cubicBezTo>
                  <a:pt x="951677" y="45545"/>
                  <a:pt x="960545" y="49736"/>
                  <a:pt x="968064" y="58118"/>
                </a:cubicBezTo>
                <a:cubicBezTo>
                  <a:pt x="975583" y="66501"/>
                  <a:pt x="979630" y="78930"/>
                  <a:pt x="980206" y="95407"/>
                </a:cubicBezTo>
                <a:moveTo>
                  <a:pt x="953656" y="88284"/>
                </a:moveTo>
                <a:cubicBezTo>
                  <a:pt x="953656" y="76700"/>
                  <a:pt x="953026" y="68749"/>
                  <a:pt x="951767" y="64432"/>
                </a:cubicBezTo>
                <a:cubicBezTo>
                  <a:pt x="950508" y="60115"/>
                  <a:pt x="948548" y="56841"/>
                  <a:pt x="945885" y="54611"/>
                </a:cubicBezTo>
                <a:cubicBezTo>
                  <a:pt x="944374" y="53316"/>
                  <a:pt x="942360" y="52668"/>
                  <a:pt x="939841" y="52668"/>
                </a:cubicBezTo>
                <a:cubicBezTo>
                  <a:pt x="936100" y="52668"/>
                  <a:pt x="933042" y="54503"/>
                  <a:pt x="930668" y="58172"/>
                </a:cubicBezTo>
                <a:cubicBezTo>
                  <a:pt x="926423" y="64576"/>
                  <a:pt x="924300" y="73354"/>
                  <a:pt x="924300" y="84506"/>
                </a:cubicBezTo>
                <a:lnTo>
                  <a:pt x="924300" y="88284"/>
                </a:lnTo>
                <a:lnTo>
                  <a:pt x="953656" y="88284"/>
                </a:lnTo>
                <a:close/>
                <a:moveTo>
                  <a:pt x="1034742" y="48567"/>
                </a:moveTo>
                <a:lnTo>
                  <a:pt x="1034742" y="71447"/>
                </a:lnTo>
                <a:cubicBezTo>
                  <a:pt x="1041434" y="61014"/>
                  <a:pt x="1047298" y="54089"/>
                  <a:pt x="1052334" y="50671"/>
                </a:cubicBezTo>
                <a:cubicBezTo>
                  <a:pt x="1057371" y="47254"/>
                  <a:pt x="1062227" y="45545"/>
                  <a:pt x="1066904" y="45545"/>
                </a:cubicBezTo>
                <a:cubicBezTo>
                  <a:pt x="1070934" y="45545"/>
                  <a:pt x="1074153" y="46791"/>
                  <a:pt x="1076564" y="49282"/>
                </a:cubicBezTo>
                <a:cubicBezTo>
                  <a:pt x="1078974" y="51773"/>
                  <a:pt x="1080179" y="55293"/>
                  <a:pt x="1080179" y="59842"/>
                </a:cubicBezTo>
                <a:cubicBezTo>
                  <a:pt x="1080179" y="64681"/>
                  <a:pt x="1079010" y="68437"/>
                  <a:pt x="1076672" y="71110"/>
                </a:cubicBezTo>
                <a:cubicBezTo>
                  <a:pt x="1074333" y="73781"/>
                  <a:pt x="1071509" y="75117"/>
                  <a:pt x="1068199" y="75117"/>
                </a:cubicBezTo>
                <a:cubicBezTo>
                  <a:pt x="1064386" y="75117"/>
                  <a:pt x="1061076" y="73894"/>
                  <a:pt x="1058270" y="71447"/>
                </a:cubicBezTo>
                <a:cubicBezTo>
                  <a:pt x="1055464" y="69001"/>
                  <a:pt x="1053809" y="67634"/>
                  <a:pt x="1053306" y="67346"/>
                </a:cubicBezTo>
                <a:cubicBezTo>
                  <a:pt x="1052586" y="66914"/>
                  <a:pt x="1051759" y="66699"/>
                  <a:pt x="1050823" y="66699"/>
                </a:cubicBezTo>
                <a:cubicBezTo>
                  <a:pt x="1048737" y="66699"/>
                  <a:pt x="1046758" y="67490"/>
                  <a:pt x="1044887" y="69073"/>
                </a:cubicBezTo>
                <a:cubicBezTo>
                  <a:pt x="1041937" y="71519"/>
                  <a:pt x="1039707" y="75009"/>
                  <a:pt x="1038196" y="79542"/>
                </a:cubicBezTo>
                <a:cubicBezTo>
                  <a:pt x="1035893" y="86521"/>
                  <a:pt x="1034742" y="94220"/>
                  <a:pt x="1034742" y="102638"/>
                </a:cubicBezTo>
                <a:lnTo>
                  <a:pt x="1034742" y="125842"/>
                </a:lnTo>
                <a:lnTo>
                  <a:pt x="1034850" y="131886"/>
                </a:lnTo>
                <a:cubicBezTo>
                  <a:pt x="1034850" y="135987"/>
                  <a:pt x="1035102" y="138614"/>
                  <a:pt x="1035606" y="139765"/>
                </a:cubicBezTo>
                <a:cubicBezTo>
                  <a:pt x="1036469" y="141707"/>
                  <a:pt x="1037746" y="143128"/>
                  <a:pt x="1039437" y="144028"/>
                </a:cubicBezTo>
                <a:cubicBezTo>
                  <a:pt x="1041128" y="144927"/>
                  <a:pt x="1043988" y="145485"/>
                  <a:pt x="1048017" y="145701"/>
                </a:cubicBezTo>
                <a:lnTo>
                  <a:pt x="1048017" y="149586"/>
                </a:lnTo>
                <a:lnTo>
                  <a:pt x="993514" y="149586"/>
                </a:lnTo>
                <a:lnTo>
                  <a:pt x="993514" y="145701"/>
                </a:lnTo>
                <a:cubicBezTo>
                  <a:pt x="997903" y="145341"/>
                  <a:pt x="1000871" y="144136"/>
                  <a:pt x="1002418" y="142085"/>
                </a:cubicBezTo>
                <a:cubicBezTo>
                  <a:pt x="1003965" y="140035"/>
                  <a:pt x="1004739" y="134620"/>
                  <a:pt x="1004739" y="125842"/>
                </a:cubicBezTo>
                <a:lnTo>
                  <a:pt x="1004739" y="69936"/>
                </a:lnTo>
                <a:cubicBezTo>
                  <a:pt x="1004739" y="64144"/>
                  <a:pt x="1004451" y="60452"/>
                  <a:pt x="1003875" y="58860"/>
                </a:cubicBezTo>
                <a:cubicBezTo>
                  <a:pt x="1003156" y="56832"/>
                  <a:pt x="1002112" y="55348"/>
                  <a:pt x="1000745" y="54408"/>
                </a:cubicBezTo>
                <a:cubicBezTo>
                  <a:pt x="999378" y="53466"/>
                  <a:pt x="996968" y="52814"/>
                  <a:pt x="993514" y="52452"/>
                </a:cubicBezTo>
                <a:lnTo>
                  <a:pt x="993514" y="48567"/>
                </a:lnTo>
                <a:lnTo>
                  <a:pt x="1034742" y="485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88DB1-0F88-49A9-8220-31A9F0AE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0044" y="1497127"/>
            <a:ext cx="165526" cy="165130"/>
          </a:xfrm>
          <a:custGeom xmlns:a="http://schemas.openxmlformats.org/drawingml/2006/main">
            <a:pathLst>
              <a:path w="165526" h="165130">
                <a:moveTo>
                  <a:pt x="82749" y="111880"/>
                </a:moveTo>
                <a:cubicBezTo>
                  <a:pt x="66448" y="111880"/>
                  <a:pt x="53610" y="98682"/>
                  <a:pt x="53610" y="82777"/>
                </a:cubicBezTo>
                <a:cubicBezTo>
                  <a:pt x="53610" y="66844"/>
                  <a:pt x="66844" y="53601"/>
                  <a:pt x="82749" y="53601"/>
                </a:cubicBezTo>
                <a:cubicBezTo>
                  <a:pt x="99078" y="53601"/>
                  <a:pt x="111889" y="66844"/>
                  <a:pt x="111889" y="82777"/>
                </a:cubicBezTo>
                <a:cubicBezTo>
                  <a:pt x="111889" y="98682"/>
                  <a:pt x="98682" y="111880"/>
                  <a:pt x="82749" y="111880"/>
                </a:cubicBezTo>
                <a:close/>
                <a:moveTo>
                  <a:pt x="148433" y="64505"/>
                </a:moveTo>
                <a:cubicBezTo>
                  <a:pt x="146858" y="59071"/>
                  <a:pt x="144915" y="53997"/>
                  <a:pt x="142217" y="49355"/>
                </a:cubicBezTo>
                <a:lnTo>
                  <a:pt x="148433" y="31083"/>
                </a:lnTo>
                <a:lnTo>
                  <a:pt x="134444" y="17084"/>
                </a:lnTo>
                <a:lnTo>
                  <a:pt x="116171" y="23310"/>
                </a:lnTo>
                <a:cubicBezTo>
                  <a:pt x="111530" y="20611"/>
                  <a:pt x="106455" y="18631"/>
                  <a:pt x="101021" y="17084"/>
                </a:cubicBezTo>
                <a:lnTo>
                  <a:pt x="92456" y="0"/>
                </a:lnTo>
                <a:lnTo>
                  <a:pt x="73033" y="0"/>
                </a:lnTo>
                <a:lnTo>
                  <a:pt x="64505" y="17084"/>
                </a:lnTo>
                <a:cubicBezTo>
                  <a:pt x="59071" y="18631"/>
                  <a:pt x="54006" y="20611"/>
                  <a:pt x="49364" y="23310"/>
                </a:cubicBezTo>
                <a:lnTo>
                  <a:pt x="31083" y="17084"/>
                </a:lnTo>
                <a:lnTo>
                  <a:pt x="17093" y="31083"/>
                </a:lnTo>
                <a:lnTo>
                  <a:pt x="23310" y="49355"/>
                </a:lnTo>
                <a:cubicBezTo>
                  <a:pt x="20584" y="53997"/>
                  <a:pt x="18640" y="59071"/>
                  <a:pt x="17093" y="64505"/>
                </a:cubicBezTo>
                <a:lnTo>
                  <a:pt x="0" y="73033"/>
                </a:lnTo>
                <a:lnTo>
                  <a:pt x="0" y="92456"/>
                </a:lnTo>
                <a:lnTo>
                  <a:pt x="17093" y="101021"/>
                </a:lnTo>
                <a:cubicBezTo>
                  <a:pt x="18640" y="106455"/>
                  <a:pt x="20584" y="111521"/>
                  <a:pt x="23310" y="116162"/>
                </a:cubicBezTo>
                <a:lnTo>
                  <a:pt x="17093" y="134444"/>
                </a:lnTo>
                <a:lnTo>
                  <a:pt x="30687" y="148037"/>
                </a:lnTo>
                <a:lnTo>
                  <a:pt x="48968" y="141811"/>
                </a:lnTo>
                <a:cubicBezTo>
                  <a:pt x="53610" y="144547"/>
                  <a:pt x="58675" y="146490"/>
                  <a:pt x="64109" y="148037"/>
                </a:cubicBezTo>
                <a:lnTo>
                  <a:pt x="72674" y="165130"/>
                </a:lnTo>
                <a:lnTo>
                  <a:pt x="92097" y="165130"/>
                </a:lnTo>
                <a:lnTo>
                  <a:pt x="100625" y="148037"/>
                </a:lnTo>
                <a:cubicBezTo>
                  <a:pt x="106059" y="146490"/>
                  <a:pt x="111134" y="144547"/>
                  <a:pt x="115775" y="141811"/>
                </a:cubicBezTo>
                <a:lnTo>
                  <a:pt x="134048" y="148037"/>
                </a:lnTo>
                <a:lnTo>
                  <a:pt x="148037" y="134444"/>
                </a:lnTo>
                <a:lnTo>
                  <a:pt x="141821" y="116162"/>
                </a:lnTo>
                <a:cubicBezTo>
                  <a:pt x="144556" y="111521"/>
                  <a:pt x="146858" y="106087"/>
                  <a:pt x="148433" y="101021"/>
                </a:cubicBezTo>
                <a:lnTo>
                  <a:pt x="165526" y="92456"/>
                </a:lnTo>
                <a:lnTo>
                  <a:pt x="165526" y="73033"/>
                </a:lnTo>
                <a:lnTo>
                  <a:pt x="148433" y="6450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C4AF8D-76B1-4417-BCC2-D624A494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230" y="1638543"/>
            <a:ext cx="165526" cy="165130"/>
          </a:xfrm>
          <a:custGeom xmlns:a="http://schemas.openxmlformats.org/drawingml/2006/main">
            <a:pathLst>
              <a:path w="165526" h="165130">
                <a:moveTo>
                  <a:pt x="82777" y="111926"/>
                </a:moveTo>
                <a:cubicBezTo>
                  <a:pt x="66448" y="111926"/>
                  <a:pt x="53637" y="98682"/>
                  <a:pt x="53637" y="82786"/>
                </a:cubicBezTo>
                <a:cubicBezTo>
                  <a:pt x="53637" y="66448"/>
                  <a:pt x="66844" y="53647"/>
                  <a:pt x="82777" y="53647"/>
                </a:cubicBezTo>
                <a:cubicBezTo>
                  <a:pt x="99078" y="53647"/>
                  <a:pt x="111917" y="66844"/>
                  <a:pt x="111917" y="82786"/>
                </a:cubicBezTo>
                <a:cubicBezTo>
                  <a:pt x="111917" y="98682"/>
                  <a:pt x="99078" y="111926"/>
                  <a:pt x="82777" y="111926"/>
                </a:cubicBezTo>
                <a:close/>
                <a:moveTo>
                  <a:pt x="142217" y="49364"/>
                </a:moveTo>
                <a:lnTo>
                  <a:pt x="148433" y="31083"/>
                </a:lnTo>
                <a:lnTo>
                  <a:pt x="134444" y="17093"/>
                </a:lnTo>
                <a:lnTo>
                  <a:pt x="116162" y="23319"/>
                </a:lnTo>
                <a:cubicBezTo>
                  <a:pt x="111521" y="20621"/>
                  <a:pt x="106096" y="18677"/>
                  <a:pt x="101021" y="17093"/>
                </a:cubicBezTo>
                <a:lnTo>
                  <a:pt x="92493" y="0"/>
                </a:lnTo>
                <a:lnTo>
                  <a:pt x="73070" y="0"/>
                </a:lnTo>
                <a:lnTo>
                  <a:pt x="64505" y="17093"/>
                </a:lnTo>
                <a:cubicBezTo>
                  <a:pt x="59071" y="18677"/>
                  <a:pt x="53997" y="20621"/>
                  <a:pt x="49355" y="23319"/>
                </a:cubicBezTo>
                <a:lnTo>
                  <a:pt x="31083" y="17093"/>
                </a:lnTo>
                <a:lnTo>
                  <a:pt x="17489" y="30687"/>
                </a:lnTo>
                <a:lnTo>
                  <a:pt x="23310" y="48968"/>
                </a:lnTo>
                <a:cubicBezTo>
                  <a:pt x="20611" y="53647"/>
                  <a:pt x="18668" y="59071"/>
                  <a:pt x="17093" y="64109"/>
                </a:cubicBezTo>
                <a:lnTo>
                  <a:pt x="0" y="72674"/>
                </a:lnTo>
                <a:lnTo>
                  <a:pt x="0" y="92097"/>
                </a:lnTo>
                <a:lnTo>
                  <a:pt x="17093" y="100625"/>
                </a:lnTo>
                <a:cubicBezTo>
                  <a:pt x="18668" y="106096"/>
                  <a:pt x="20611" y="111134"/>
                  <a:pt x="23310" y="115812"/>
                </a:cubicBezTo>
                <a:lnTo>
                  <a:pt x="17489" y="134048"/>
                </a:lnTo>
                <a:lnTo>
                  <a:pt x="31083" y="147650"/>
                </a:lnTo>
                <a:lnTo>
                  <a:pt x="49355" y="141821"/>
                </a:lnTo>
                <a:cubicBezTo>
                  <a:pt x="53997" y="144556"/>
                  <a:pt x="59071" y="146499"/>
                  <a:pt x="64505" y="148046"/>
                </a:cubicBezTo>
                <a:lnTo>
                  <a:pt x="73070" y="165130"/>
                </a:lnTo>
                <a:lnTo>
                  <a:pt x="92493" y="165130"/>
                </a:lnTo>
                <a:lnTo>
                  <a:pt x="101021" y="148046"/>
                </a:lnTo>
                <a:cubicBezTo>
                  <a:pt x="106455" y="146499"/>
                  <a:pt x="111521" y="144556"/>
                  <a:pt x="116162" y="141821"/>
                </a:cubicBezTo>
                <a:lnTo>
                  <a:pt x="134444" y="148046"/>
                </a:lnTo>
                <a:lnTo>
                  <a:pt x="148037" y="134048"/>
                </a:lnTo>
                <a:lnTo>
                  <a:pt x="142217" y="116171"/>
                </a:lnTo>
                <a:cubicBezTo>
                  <a:pt x="144943" y="111530"/>
                  <a:pt x="146886" y="106455"/>
                  <a:pt x="148433" y="101021"/>
                </a:cubicBezTo>
                <a:lnTo>
                  <a:pt x="165526" y="92493"/>
                </a:lnTo>
                <a:lnTo>
                  <a:pt x="165526" y="73070"/>
                </a:lnTo>
                <a:lnTo>
                  <a:pt x="148433" y="64505"/>
                </a:lnTo>
                <a:cubicBezTo>
                  <a:pt x="146886" y="59071"/>
                  <a:pt x="144943" y="54006"/>
                  <a:pt x="142217" y="4936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48AAC-67C8-41A2-BC56-A06A2EFD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401" y="1429565"/>
            <a:ext cx="1132796" cy="372994"/>
          </a:xfrm>
          <a:custGeom xmlns:a="http://schemas.openxmlformats.org/drawingml/2006/main">
            <a:pathLst>
              <a:path w="1132796" h="372994">
                <a:moveTo>
                  <a:pt x="0" y="186497"/>
                </a:moveTo>
                <a:cubicBezTo>
                  <a:pt x="0" y="83495"/>
                  <a:pt x="83495" y="0"/>
                  <a:pt x="186497" y="0"/>
                </a:cubicBezTo>
                <a:lnTo>
                  <a:pt x="946299" y="0"/>
                </a:lnTo>
                <a:cubicBezTo>
                  <a:pt x="1049301" y="0"/>
                  <a:pt x="1132796" y="83495"/>
                  <a:pt x="1132796" y="186497"/>
                </a:cubicBezTo>
                <a:cubicBezTo>
                  <a:pt x="1132796" y="289498"/>
                  <a:pt x="1049301" y="372994"/>
                  <a:pt x="946299" y="372994"/>
                </a:cubicBezTo>
                <a:lnTo>
                  <a:pt x="186497" y="372994"/>
                </a:lnTo>
                <a:cubicBezTo>
                  <a:pt x="83495" y="372994"/>
                  <a:pt x="0" y="289498"/>
                  <a:pt x="0" y="186497"/>
                </a:cubicBezTo>
                <a:close/>
              </a:path>
            </a:pathLst>
          </a:custGeom>
          <a:solidFill xmlns:a="http://schemas.openxmlformats.org/drawingml/2006/main">
            <a:srgbClr val="006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LLM">
            <a:extLst xmlns:a="http://schemas.openxmlformats.org/drawingml/2006/main">
              <a:ext uri="{FF2B5EF4-FFF2-40B4-BE49-F238E27FC236}">
                <a16:creationId xmlns:a16="http://schemas.microsoft.com/office/drawing/2014/main" id="{16FA3D0E-F146-456C-A466-CA2ECBB7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107" y="1552601"/>
            <a:ext cx="495386" cy="146348"/>
          </a:xfrm>
          <a:custGeom xmlns:a="http://schemas.openxmlformats.org/drawingml/2006/main">
            <a:pathLst>
              <a:path w="495386" h="146348">
                <a:moveTo>
                  <a:pt x="135448" y="94975"/>
                </a:moveTo>
                <a:lnTo>
                  <a:pt x="129943" y="146348"/>
                </a:lnTo>
                <a:lnTo>
                  <a:pt x="0" y="146348"/>
                </a:lnTo>
                <a:lnTo>
                  <a:pt x="0" y="142463"/>
                </a:lnTo>
                <a:lnTo>
                  <a:pt x="4857" y="142463"/>
                </a:lnTo>
                <a:cubicBezTo>
                  <a:pt x="9102" y="142463"/>
                  <a:pt x="12519" y="141704"/>
                  <a:pt x="15110" y="140186"/>
                </a:cubicBezTo>
                <a:cubicBezTo>
                  <a:pt x="16980" y="139172"/>
                  <a:pt x="18419" y="137436"/>
                  <a:pt x="19427" y="134979"/>
                </a:cubicBezTo>
                <a:cubicBezTo>
                  <a:pt x="20218" y="133243"/>
                  <a:pt x="20614" y="128687"/>
                  <a:pt x="20614" y="121309"/>
                </a:cubicBezTo>
                <a:lnTo>
                  <a:pt x="20614" y="25039"/>
                </a:lnTo>
                <a:cubicBezTo>
                  <a:pt x="20614" y="17518"/>
                  <a:pt x="20218" y="12817"/>
                  <a:pt x="19427" y="10938"/>
                </a:cubicBezTo>
                <a:cubicBezTo>
                  <a:pt x="18635" y="9056"/>
                  <a:pt x="17034" y="7410"/>
                  <a:pt x="14624" y="6000"/>
                </a:cubicBezTo>
                <a:cubicBezTo>
                  <a:pt x="12214" y="4590"/>
                  <a:pt x="8958" y="3885"/>
                  <a:pt x="4857" y="3885"/>
                </a:cubicBezTo>
                <a:lnTo>
                  <a:pt x="0" y="3885"/>
                </a:lnTo>
                <a:lnTo>
                  <a:pt x="0" y="0"/>
                </a:lnTo>
                <a:lnTo>
                  <a:pt x="78031" y="0"/>
                </a:lnTo>
                <a:lnTo>
                  <a:pt x="78031" y="3885"/>
                </a:lnTo>
                <a:lnTo>
                  <a:pt x="71663" y="3885"/>
                </a:lnTo>
                <a:cubicBezTo>
                  <a:pt x="67418" y="3885"/>
                  <a:pt x="64000" y="4644"/>
                  <a:pt x="61410" y="6162"/>
                </a:cubicBezTo>
                <a:cubicBezTo>
                  <a:pt x="59539" y="7176"/>
                  <a:pt x="58064" y="8912"/>
                  <a:pt x="56985" y="11369"/>
                </a:cubicBezTo>
                <a:cubicBezTo>
                  <a:pt x="56194" y="13105"/>
                  <a:pt x="55798" y="17662"/>
                  <a:pt x="55798" y="25039"/>
                </a:cubicBezTo>
                <a:lnTo>
                  <a:pt x="55798" y="118287"/>
                </a:lnTo>
                <a:cubicBezTo>
                  <a:pt x="55798" y="125770"/>
                  <a:pt x="56230" y="130537"/>
                  <a:pt x="57093" y="132588"/>
                </a:cubicBezTo>
                <a:cubicBezTo>
                  <a:pt x="57956" y="134638"/>
                  <a:pt x="59647" y="136167"/>
                  <a:pt x="62166" y="137175"/>
                </a:cubicBezTo>
                <a:cubicBezTo>
                  <a:pt x="63964" y="137822"/>
                  <a:pt x="68317" y="138146"/>
                  <a:pt x="75225" y="138146"/>
                </a:cubicBezTo>
                <a:lnTo>
                  <a:pt x="87420" y="138146"/>
                </a:lnTo>
                <a:cubicBezTo>
                  <a:pt x="95191" y="138146"/>
                  <a:pt x="101667" y="136779"/>
                  <a:pt x="106847" y="134045"/>
                </a:cubicBezTo>
                <a:cubicBezTo>
                  <a:pt x="112028" y="131311"/>
                  <a:pt x="116507" y="126993"/>
                  <a:pt x="120284" y="121093"/>
                </a:cubicBezTo>
                <a:cubicBezTo>
                  <a:pt x="124061" y="115193"/>
                  <a:pt x="127641" y="106487"/>
                  <a:pt x="131023" y="94975"/>
                </a:cubicBezTo>
                <a:lnTo>
                  <a:pt x="135448" y="94975"/>
                </a:lnTo>
                <a:close/>
                <a:moveTo>
                  <a:pt x="282877" y="94975"/>
                </a:moveTo>
                <a:lnTo>
                  <a:pt x="277372" y="146348"/>
                </a:lnTo>
                <a:lnTo>
                  <a:pt x="147429" y="146348"/>
                </a:lnTo>
                <a:lnTo>
                  <a:pt x="147429" y="142463"/>
                </a:lnTo>
                <a:lnTo>
                  <a:pt x="152286" y="142463"/>
                </a:lnTo>
                <a:cubicBezTo>
                  <a:pt x="156531" y="142463"/>
                  <a:pt x="159948" y="141704"/>
                  <a:pt x="162539" y="140186"/>
                </a:cubicBezTo>
                <a:cubicBezTo>
                  <a:pt x="164409" y="139172"/>
                  <a:pt x="165848" y="137436"/>
                  <a:pt x="166856" y="134979"/>
                </a:cubicBezTo>
                <a:cubicBezTo>
                  <a:pt x="167647" y="133243"/>
                  <a:pt x="168043" y="128687"/>
                  <a:pt x="168043" y="121309"/>
                </a:cubicBezTo>
                <a:lnTo>
                  <a:pt x="168043" y="25039"/>
                </a:lnTo>
                <a:cubicBezTo>
                  <a:pt x="168043" y="17518"/>
                  <a:pt x="167647" y="12817"/>
                  <a:pt x="166856" y="10938"/>
                </a:cubicBezTo>
                <a:cubicBezTo>
                  <a:pt x="166064" y="9056"/>
                  <a:pt x="164463" y="7410"/>
                  <a:pt x="162053" y="6000"/>
                </a:cubicBezTo>
                <a:cubicBezTo>
                  <a:pt x="159643" y="4590"/>
                  <a:pt x="156387" y="3885"/>
                  <a:pt x="152286" y="3885"/>
                </a:cubicBezTo>
                <a:lnTo>
                  <a:pt x="147429" y="3885"/>
                </a:lnTo>
                <a:lnTo>
                  <a:pt x="147429" y="0"/>
                </a:lnTo>
                <a:lnTo>
                  <a:pt x="225460" y="0"/>
                </a:lnTo>
                <a:lnTo>
                  <a:pt x="225460" y="3885"/>
                </a:lnTo>
                <a:lnTo>
                  <a:pt x="219092" y="3885"/>
                </a:lnTo>
                <a:cubicBezTo>
                  <a:pt x="214847" y="3885"/>
                  <a:pt x="211429" y="4644"/>
                  <a:pt x="208839" y="6162"/>
                </a:cubicBezTo>
                <a:cubicBezTo>
                  <a:pt x="206968" y="7176"/>
                  <a:pt x="205493" y="8912"/>
                  <a:pt x="204414" y="11369"/>
                </a:cubicBezTo>
                <a:cubicBezTo>
                  <a:pt x="203623" y="13105"/>
                  <a:pt x="203227" y="17662"/>
                  <a:pt x="203227" y="25039"/>
                </a:cubicBezTo>
                <a:lnTo>
                  <a:pt x="203227" y="118287"/>
                </a:lnTo>
                <a:cubicBezTo>
                  <a:pt x="203227" y="125770"/>
                  <a:pt x="203659" y="130537"/>
                  <a:pt x="204522" y="132588"/>
                </a:cubicBezTo>
                <a:cubicBezTo>
                  <a:pt x="205385" y="134638"/>
                  <a:pt x="207076" y="136167"/>
                  <a:pt x="209595" y="137175"/>
                </a:cubicBezTo>
                <a:cubicBezTo>
                  <a:pt x="211393" y="137822"/>
                  <a:pt x="215746" y="138146"/>
                  <a:pt x="222654" y="138146"/>
                </a:cubicBezTo>
                <a:lnTo>
                  <a:pt x="234849" y="138146"/>
                </a:lnTo>
                <a:cubicBezTo>
                  <a:pt x="242620" y="138146"/>
                  <a:pt x="249096" y="136779"/>
                  <a:pt x="254276" y="134045"/>
                </a:cubicBezTo>
                <a:cubicBezTo>
                  <a:pt x="259457" y="131311"/>
                  <a:pt x="263936" y="126993"/>
                  <a:pt x="267713" y="121093"/>
                </a:cubicBezTo>
                <a:cubicBezTo>
                  <a:pt x="271490" y="115193"/>
                  <a:pt x="275070" y="106487"/>
                  <a:pt x="278452" y="94975"/>
                </a:cubicBezTo>
                <a:lnTo>
                  <a:pt x="282877" y="94975"/>
                </a:lnTo>
                <a:close/>
                <a:moveTo>
                  <a:pt x="396093" y="96358"/>
                </a:moveTo>
                <a:lnTo>
                  <a:pt x="435810" y="0"/>
                </a:lnTo>
                <a:lnTo>
                  <a:pt x="495386" y="0"/>
                </a:lnTo>
                <a:lnTo>
                  <a:pt x="495386" y="3885"/>
                </a:lnTo>
                <a:lnTo>
                  <a:pt x="490637" y="3885"/>
                </a:lnTo>
                <a:cubicBezTo>
                  <a:pt x="486320" y="3885"/>
                  <a:pt x="482866" y="4652"/>
                  <a:pt x="480276" y="6186"/>
                </a:cubicBezTo>
                <a:cubicBezTo>
                  <a:pt x="478477" y="7209"/>
                  <a:pt x="477038" y="8926"/>
                  <a:pt x="475959" y="11339"/>
                </a:cubicBezTo>
                <a:cubicBezTo>
                  <a:pt x="475167" y="13093"/>
                  <a:pt x="474772" y="17659"/>
                  <a:pt x="474772" y="25039"/>
                </a:cubicBezTo>
                <a:lnTo>
                  <a:pt x="474772" y="121309"/>
                </a:lnTo>
                <a:cubicBezTo>
                  <a:pt x="474772" y="128830"/>
                  <a:pt x="475167" y="133532"/>
                  <a:pt x="475959" y="135414"/>
                </a:cubicBezTo>
                <a:cubicBezTo>
                  <a:pt x="476750" y="137294"/>
                  <a:pt x="478369" y="138938"/>
                  <a:pt x="480816" y="140348"/>
                </a:cubicBezTo>
                <a:cubicBezTo>
                  <a:pt x="483262" y="141758"/>
                  <a:pt x="486536" y="142463"/>
                  <a:pt x="490637" y="142463"/>
                </a:cubicBezTo>
                <a:lnTo>
                  <a:pt x="495386" y="142463"/>
                </a:lnTo>
                <a:lnTo>
                  <a:pt x="495386" y="146348"/>
                </a:lnTo>
                <a:lnTo>
                  <a:pt x="418974" y="146348"/>
                </a:lnTo>
                <a:lnTo>
                  <a:pt x="418974" y="142463"/>
                </a:lnTo>
                <a:lnTo>
                  <a:pt x="423722" y="142463"/>
                </a:lnTo>
                <a:cubicBezTo>
                  <a:pt x="428040" y="142463"/>
                  <a:pt x="431493" y="141704"/>
                  <a:pt x="434083" y="140186"/>
                </a:cubicBezTo>
                <a:cubicBezTo>
                  <a:pt x="435882" y="139172"/>
                  <a:pt x="437321" y="137436"/>
                  <a:pt x="438400" y="134979"/>
                </a:cubicBezTo>
                <a:cubicBezTo>
                  <a:pt x="439192" y="133243"/>
                  <a:pt x="439588" y="128687"/>
                  <a:pt x="439588" y="121309"/>
                </a:cubicBezTo>
                <a:lnTo>
                  <a:pt x="439588" y="12843"/>
                </a:lnTo>
                <a:lnTo>
                  <a:pt x="383466" y="146348"/>
                </a:lnTo>
                <a:lnTo>
                  <a:pt x="380876" y="146348"/>
                </a:lnTo>
                <a:lnTo>
                  <a:pt x="323890" y="13707"/>
                </a:lnTo>
                <a:lnTo>
                  <a:pt x="323890" y="116776"/>
                </a:lnTo>
                <a:cubicBezTo>
                  <a:pt x="323890" y="124032"/>
                  <a:pt x="324070" y="128494"/>
                  <a:pt x="324430" y="130163"/>
                </a:cubicBezTo>
                <a:cubicBezTo>
                  <a:pt x="325365" y="133792"/>
                  <a:pt x="327398" y="136750"/>
                  <a:pt x="330528" y="139036"/>
                </a:cubicBezTo>
                <a:cubicBezTo>
                  <a:pt x="333658" y="141321"/>
                  <a:pt x="338568" y="142463"/>
                  <a:pt x="345260" y="142463"/>
                </a:cubicBezTo>
                <a:lnTo>
                  <a:pt x="345260" y="146348"/>
                </a:lnTo>
                <a:lnTo>
                  <a:pt x="295182" y="146348"/>
                </a:lnTo>
                <a:lnTo>
                  <a:pt x="295182" y="142463"/>
                </a:lnTo>
                <a:lnTo>
                  <a:pt x="296693" y="142463"/>
                </a:lnTo>
                <a:cubicBezTo>
                  <a:pt x="299931" y="142535"/>
                  <a:pt x="302953" y="142006"/>
                  <a:pt x="305759" y="140878"/>
                </a:cubicBezTo>
                <a:cubicBezTo>
                  <a:pt x="308565" y="139749"/>
                  <a:pt x="310687" y="138237"/>
                  <a:pt x="312127" y="136341"/>
                </a:cubicBezTo>
                <a:cubicBezTo>
                  <a:pt x="313566" y="134446"/>
                  <a:pt x="314681" y="131785"/>
                  <a:pt x="315472" y="128358"/>
                </a:cubicBezTo>
                <a:cubicBezTo>
                  <a:pt x="315616" y="127558"/>
                  <a:pt x="315688" y="123841"/>
                  <a:pt x="315688" y="117208"/>
                </a:cubicBezTo>
                <a:lnTo>
                  <a:pt x="315688" y="25039"/>
                </a:lnTo>
                <a:cubicBezTo>
                  <a:pt x="315688" y="17513"/>
                  <a:pt x="315292" y="12819"/>
                  <a:pt x="314501" y="10955"/>
                </a:cubicBezTo>
                <a:cubicBezTo>
                  <a:pt x="313709" y="9091"/>
                  <a:pt x="312091" y="7447"/>
                  <a:pt x="309644" y="6024"/>
                </a:cubicBezTo>
                <a:cubicBezTo>
                  <a:pt x="307198" y="4598"/>
                  <a:pt x="303924" y="3885"/>
                  <a:pt x="299823" y="3885"/>
                </a:cubicBezTo>
                <a:lnTo>
                  <a:pt x="295182" y="3885"/>
                </a:lnTo>
                <a:lnTo>
                  <a:pt x="295182" y="0"/>
                </a:lnTo>
                <a:lnTo>
                  <a:pt x="354973" y="0"/>
                </a:lnTo>
                <a:lnTo>
                  <a:pt x="396093" y="9635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3D5ED-643A-4C8D-8B8B-791FA6C1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963" y="1711032"/>
            <a:ext cx="183043" cy="57202"/>
          </a:xfrm>
          <a:custGeom xmlns:a="http://schemas.openxmlformats.org/drawingml/2006/main">
            <a:pathLst>
              <a:path w="183043" h="57202">
                <a:moveTo>
                  <a:pt x="154410" y="0"/>
                </a:moveTo>
                <a:lnTo>
                  <a:pt x="28569" y="0"/>
                </a:lnTo>
                <a:cubicBezTo>
                  <a:pt x="12811" y="0"/>
                  <a:pt x="0" y="12811"/>
                  <a:pt x="0" y="28605"/>
                </a:cubicBezTo>
                <a:cubicBezTo>
                  <a:pt x="0" y="44400"/>
                  <a:pt x="12811" y="57202"/>
                  <a:pt x="28569" y="57202"/>
                </a:cubicBezTo>
                <a:lnTo>
                  <a:pt x="154410" y="57202"/>
                </a:lnTo>
                <a:cubicBezTo>
                  <a:pt x="170242" y="57202"/>
                  <a:pt x="183043" y="44400"/>
                  <a:pt x="183043" y="28605"/>
                </a:cubicBezTo>
                <a:cubicBezTo>
                  <a:pt x="183043" y="12811"/>
                  <a:pt x="170242" y="0"/>
                  <a:pt x="154410" y="0"/>
                </a:cubicBezTo>
                <a:close/>
                <a:moveTo>
                  <a:pt x="36231" y="40044"/>
                </a:moveTo>
                <a:cubicBezTo>
                  <a:pt x="29895" y="40044"/>
                  <a:pt x="24756" y="34932"/>
                  <a:pt x="24756" y="28605"/>
                </a:cubicBezTo>
                <a:cubicBezTo>
                  <a:pt x="24756" y="22269"/>
                  <a:pt x="29895" y="17167"/>
                  <a:pt x="36231" y="17167"/>
                </a:cubicBezTo>
                <a:cubicBezTo>
                  <a:pt x="42521" y="17167"/>
                  <a:pt x="47670" y="22269"/>
                  <a:pt x="47670" y="28605"/>
                </a:cubicBezTo>
                <a:cubicBezTo>
                  <a:pt x="47670" y="34932"/>
                  <a:pt x="42521" y="40044"/>
                  <a:pt x="36231" y="40044"/>
                </a:cubicBezTo>
                <a:close/>
                <a:moveTo>
                  <a:pt x="91526" y="40044"/>
                </a:moveTo>
                <a:cubicBezTo>
                  <a:pt x="85190" y="40044"/>
                  <a:pt x="80088" y="34932"/>
                  <a:pt x="80088" y="28605"/>
                </a:cubicBezTo>
                <a:cubicBezTo>
                  <a:pt x="80088" y="22269"/>
                  <a:pt x="85190" y="17167"/>
                  <a:pt x="91526" y="17167"/>
                </a:cubicBezTo>
                <a:cubicBezTo>
                  <a:pt x="97816" y="17167"/>
                  <a:pt x="102965" y="22269"/>
                  <a:pt x="102965" y="28605"/>
                </a:cubicBezTo>
                <a:cubicBezTo>
                  <a:pt x="102965" y="34932"/>
                  <a:pt x="97816" y="40044"/>
                  <a:pt x="91526" y="40044"/>
                </a:cubicBezTo>
                <a:close/>
                <a:moveTo>
                  <a:pt x="146821" y="40044"/>
                </a:moveTo>
                <a:cubicBezTo>
                  <a:pt x="140485" y="40044"/>
                  <a:pt x="135374" y="34932"/>
                  <a:pt x="135374" y="28605"/>
                </a:cubicBezTo>
                <a:cubicBezTo>
                  <a:pt x="135374" y="22269"/>
                  <a:pt x="140485" y="17167"/>
                  <a:pt x="146821" y="17167"/>
                </a:cubicBezTo>
                <a:cubicBezTo>
                  <a:pt x="153112" y="17167"/>
                  <a:pt x="158223" y="22269"/>
                  <a:pt x="158223" y="28605"/>
                </a:cubicBezTo>
                <a:cubicBezTo>
                  <a:pt x="158223" y="34932"/>
                  <a:pt x="153112" y="40044"/>
                  <a:pt x="146821" y="4004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E4E42-1E09-4450-9CAB-E2FF9132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382" y="1537530"/>
            <a:ext cx="11438" cy="11438"/>
          </a:xfrm>
          <a:custGeom xmlns:a="http://schemas.openxmlformats.org/drawingml/2006/main">
            <a:pathLst>
              <a:path w="11438" h="11438">
                <a:moveTo>
                  <a:pt x="11438" y="5719"/>
                </a:moveTo>
                <a:cubicBezTo>
                  <a:pt x="11438" y="8887"/>
                  <a:pt x="8887" y="11438"/>
                  <a:pt x="5719" y="11438"/>
                </a:cubicBezTo>
                <a:cubicBezTo>
                  <a:pt x="2551" y="11438"/>
                  <a:pt x="0" y="8887"/>
                  <a:pt x="0" y="5719"/>
                </a:cubicBezTo>
                <a:cubicBezTo>
                  <a:pt x="0" y="2551"/>
                  <a:pt x="2551" y="0"/>
                  <a:pt x="5719" y="0"/>
                </a:cubicBezTo>
                <a:cubicBezTo>
                  <a:pt x="8887" y="0"/>
                  <a:pt x="11438" y="2551"/>
                  <a:pt x="11438" y="571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DFEFB6-7398-4339-BFC9-105D7209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199" y="1457120"/>
            <a:ext cx="99152" cy="124258"/>
          </a:xfrm>
          <a:custGeom xmlns:a="http://schemas.openxmlformats.org/drawingml/2006/main">
            <a:pathLst>
              <a:path w="99152" h="124258">
                <a:moveTo>
                  <a:pt x="82418" y="47992"/>
                </a:moveTo>
                <a:lnTo>
                  <a:pt x="57202" y="47992"/>
                </a:lnTo>
                <a:lnTo>
                  <a:pt x="57202" y="30650"/>
                </a:lnTo>
                <a:cubicBezTo>
                  <a:pt x="64505" y="26441"/>
                  <a:pt x="66992" y="17093"/>
                  <a:pt x="62783" y="9827"/>
                </a:cubicBezTo>
                <a:cubicBezTo>
                  <a:pt x="58574" y="2523"/>
                  <a:pt x="49254" y="0"/>
                  <a:pt x="41950" y="4209"/>
                </a:cubicBezTo>
                <a:cubicBezTo>
                  <a:pt x="34647" y="8418"/>
                  <a:pt x="32160" y="17775"/>
                  <a:pt x="36369" y="25041"/>
                </a:cubicBezTo>
                <a:cubicBezTo>
                  <a:pt x="37705" y="27381"/>
                  <a:pt x="39648" y="29324"/>
                  <a:pt x="41950" y="30650"/>
                </a:cubicBezTo>
                <a:lnTo>
                  <a:pt x="41950" y="47992"/>
                </a:lnTo>
                <a:lnTo>
                  <a:pt x="16734" y="47992"/>
                </a:lnTo>
                <a:cubicBezTo>
                  <a:pt x="7524" y="48029"/>
                  <a:pt x="37" y="55516"/>
                  <a:pt x="0" y="64726"/>
                </a:cubicBezTo>
                <a:lnTo>
                  <a:pt x="0" y="107533"/>
                </a:lnTo>
                <a:cubicBezTo>
                  <a:pt x="37" y="116742"/>
                  <a:pt x="7524" y="124221"/>
                  <a:pt x="16734" y="124258"/>
                </a:cubicBezTo>
                <a:lnTo>
                  <a:pt x="82418" y="124258"/>
                </a:lnTo>
                <a:cubicBezTo>
                  <a:pt x="91628" y="124221"/>
                  <a:pt x="99115" y="116742"/>
                  <a:pt x="99152" y="107533"/>
                </a:cubicBezTo>
                <a:lnTo>
                  <a:pt x="99152" y="64726"/>
                </a:lnTo>
                <a:cubicBezTo>
                  <a:pt x="99115" y="55516"/>
                  <a:pt x="91628" y="48029"/>
                  <a:pt x="82418" y="47992"/>
                </a:cubicBezTo>
                <a:close/>
                <a:moveTo>
                  <a:pt x="30512" y="97568"/>
                </a:moveTo>
                <a:cubicBezTo>
                  <a:pt x="24176" y="97568"/>
                  <a:pt x="19064" y="92456"/>
                  <a:pt x="19064" y="86129"/>
                </a:cubicBezTo>
                <a:cubicBezTo>
                  <a:pt x="19064" y="79793"/>
                  <a:pt x="24176" y="74691"/>
                  <a:pt x="30512" y="74691"/>
                </a:cubicBezTo>
                <a:cubicBezTo>
                  <a:pt x="36839" y="74691"/>
                  <a:pt x="41950" y="79793"/>
                  <a:pt x="41950" y="86129"/>
                </a:cubicBezTo>
                <a:cubicBezTo>
                  <a:pt x="41950" y="92456"/>
                  <a:pt x="36839" y="97568"/>
                  <a:pt x="30512" y="97568"/>
                </a:cubicBezTo>
                <a:close/>
                <a:moveTo>
                  <a:pt x="68640" y="97568"/>
                </a:moveTo>
                <a:cubicBezTo>
                  <a:pt x="62313" y="97568"/>
                  <a:pt x="57202" y="92456"/>
                  <a:pt x="57202" y="86129"/>
                </a:cubicBezTo>
                <a:cubicBezTo>
                  <a:pt x="57202" y="79793"/>
                  <a:pt x="62313" y="74691"/>
                  <a:pt x="68640" y="74691"/>
                </a:cubicBezTo>
                <a:cubicBezTo>
                  <a:pt x="74976" y="74691"/>
                  <a:pt x="80088" y="79793"/>
                  <a:pt x="80088" y="86129"/>
                </a:cubicBezTo>
                <a:cubicBezTo>
                  <a:pt x="80088" y="92456"/>
                  <a:pt x="74976" y="97568"/>
                  <a:pt x="68640" y="9756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DC5AB-85BB-4BC8-BAE7-A158CA64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244" y="1537530"/>
            <a:ext cx="11438" cy="11438"/>
          </a:xfrm>
          <a:custGeom xmlns:a="http://schemas.openxmlformats.org/drawingml/2006/main">
            <a:pathLst>
              <a:path w="11438" h="11438">
                <a:moveTo>
                  <a:pt x="11438" y="5719"/>
                </a:moveTo>
                <a:cubicBezTo>
                  <a:pt x="11438" y="8887"/>
                  <a:pt x="8887" y="11438"/>
                  <a:pt x="5719" y="11438"/>
                </a:cubicBezTo>
                <a:cubicBezTo>
                  <a:pt x="2560" y="11438"/>
                  <a:pt x="0" y="8887"/>
                  <a:pt x="0" y="5719"/>
                </a:cubicBezTo>
                <a:cubicBezTo>
                  <a:pt x="0" y="2551"/>
                  <a:pt x="2560" y="0"/>
                  <a:pt x="5719" y="0"/>
                </a:cubicBezTo>
                <a:cubicBezTo>
                  <a:pt x="8887" y="0"/>
                  <a:pt x="11438" y="2551"/>
                  <a:pt x="11438" y="571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7442E-1267-4793-B0E0-67D66AB6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648" y="1541988"/>
            <a:ext cx="245273" cy="158831"/>
          </a:xfrm>
          <a:custGeom xmlns:a="http://schemas.openxmlformats.org/drawingml/2006/main">
            <a:pathLst>
              <a:path w="245273" h="158831">
                <a:moveTo>
                  <a:pt x="225279" y="118787"/>
                </a:moveTo>
                <a:lnTo>
                  <a:pt x="225279" y="87023"/>
                </a:lnTo>
                <a:cubicBezTo>
                  <a:pt x="225279" y="77564"/>
                  <a:pt x="217617" y="69902"/>
                  <a:pt x="208149" y="69902"/>
                </a:cubicBezTo>
                <a:lnTo>
                  <a:pt x="187142" y="69902"/>
                </a:lnTo>
                <a:lnTo>
                  <a:pt x="187142" y="50838"/>
                </a:lnTo>
                <a:lnTo>
                  <a:pt x="65113" y="50838"/>
                </a:lnTo>
                <a:lnTo>
                  <a:pt x="65113" y="73715"/>
                </a:lnTo>
                <a:lnTo>
                  <a:pt x="36480" y="73715"/>
                </a:lnTo>
                <a:cubicBezTo>
                  <a:pt x="35430" y="73715"/>
                  <a:pt x="34610" y="72886"/>
                  <a:pt x="34610" y="71845"/>
                </a:cubicBezTo>
                <a:lnTo>
                  <a:pt x="34610" y="40219"/>
                </a:lnTo>
                <a:cubicBezTo>
                  <a:pt x="47697" y="36369"/>
                  <a:pt x="55221" y="22591"/>
                  <a:pt x="51335" y="9495"/>
                </a:cubicBezTo>
                <a:cubicBezTo>
                  <a:pt x="50294" y="5968"/>
                  <a:pt x="48489" y="2735"/>
                  <a:pt x="46049" y="0"/>
                </a:cubicBezTo>
                <a:lnTo>
                  <a:pt x="34610" y="10149"/>
                </a:lnTo>
                <a:cubicBezTo>
                  <a:pt x="36222" y="11871"/>
                  <a:pt x="37124" y="14137"/>
                  <a:pt x="37161" y="16513"/>
                </a:cubicBezTo>
                <a:cubicBezTo>
                  <a:pt x="37124" y="21763"/>
                  <a:pt x="32842" y="26008"/>
                  <a:pt x="27592" y="25971"/>
                </a:cubicBezTo>
                <a:cubicBezTo>
                  <a:pt x="22306" y="25971"/>
                  <a:pt x="18060" y="21661"/>
                  <a:pt x="18097" y="16403"/>
                </a:cubicBezTo>
                <a:cubicBezTo>
                  <a:pt x="18097" y="14137"/>
                  <a:pt x="18917" y="11945"/>
                  <a:pt x="20427" y="10214"/>
                </a:cubicBezTo>
                <a:lnTo>
                  <a:pt x="8989" y="184"/>
                </a:lnTo>
                <a:cubicBezTo>
                  <a:pt x="0" y="10508"/>
                  <a:pt x="1078" y="26156"/>
                  <a:pt x="11402" y="35144"/>
                </a:cubicBezTo>
                <a:cubicBezTo>
                  <a:pt x="13741" y="37198"/>
                  <a:pt x="16439" y="38782"/>
                  <a:pt x="19350" y="39823"/>
                </a:cubicBezTo>
                <a:lnTo>
                  <a:pt x="19350" y="71845"/>
                </a:lnTo>
                <a:cubicBezTo>
                  <a:pt x="19350" y="81303"/>
                  <a:pt x="27012" y="88966"/>
                  <a:pt x="36480" y="88966"/>
                </a:cubicBezTo>
                <a:lnTo>
                  <a:pt x="65113" y="88966"/>
                </a:lnTo>
                <a:lnTo>
                  <a:pt x="65113" y="157606"/>
                </a:lnTo>
                <a:lnTo>
                  <a:pt x="187142" y="157606"/>
                </a:lnTo>
                <a:lnTo>
                  <a:pt x="187142" y="85153"/>
                </a:lnTo>
                <a:lnTo>
                  <a:pt x="208149" y="85153"/>
                </a:lnTo>
                <a:cubicBezTo>
                  <a:pt x="209199" y="85153"/>
                  <a:pt x="210019" y="85982"/>
                  <a:pt x="210019" y="87023"/>
                </a:cubicBezTo>
                <a:lnTo>
                  <a:pt x="210019" y="118787"/>
                </a:lnTo>
                <a:cubicBezTo>
                  <a:pt x="196996" y="122996"/>
                  <a:pt x="189840" y="136995"/>
                  <a:pt x="194086" y="149980"/>
                </a:cubicBezTo>
                <a:cubicBezTo>
                  <a:pt x="195126" y="153259"/>
                  <a:pt x="196858" y="156280"/>
                  <a:pt x="199123" y="158831"/>
                </a:cubicBezTo>
                <a:lnTo>
                  <a:pt x="210562" y="148691"/>
                </a:lnTo>
                <a:cubicBezTo>
                  <a:pt x="208978" y="146960"/>
                  <a:pt x="208112" y="144694"/>
                  <a:pt x="208112" y="142355"/>
                </a:cubicBezTo>
                <a:cubicBezTo>
                  <a:pt x="208112" y="137105"/>
                  <a:pt x="212395" y="132823"/>
                  <a:pt x="217644" y="132823"/>
                </a:cubicBezTo>
                <a:cubicBezTo>
                  <a:pt x="222903" y="132823"/>
                  <a:pt x="227185" y="137105"/>
                  <a:pt x="227185" y="142392"/>
                </a:cubicBezTo>
                <a:cubicBezTo>
                  <a:pt x="227185" y="144694"/>
                  <a:pt x="226357" y="146923"/>
                  <a:pt x="224809" y="148654"/>
                </a:cubicBezTo>
                <a:lnTo>
                  <a:pt x="236248" y="158693"/>
                </a:lnTo>
                <a:cubicBezTo>
                  <a:pt x="245273" y="148396"/>
                  <a:pt x="244269" y="132786"/>
                  <a:pt x="234019" y="123760"/>
                </a:cubicBezTo>
                <a:cubicBezTo>
                  <a:pt x="231459" y="121522"/>
                  <a:pt x="228475" y="119837"/>
                  <a:pt x="225279" y="118787"/>
                </a:cubicBezTo>
                <a:close/>
                <a:moveTo>
                  <a:pt x="171890" y="104217"/>
                </a:moveTo>
                <a:lnTo>
                  <a:pt x="161271" y="104217"/>
                </a:lnTo>
                <a:cubicBezTo>
                  <a:pt x="160912" y="104291"/>
                  <a:pt x="160553" y="104438"/>
                  <a:pt x="160268" y="104650"/>
                </a:cubicBezTo>
                <a:lnTo>
                  <a:pt x="148571" y="116558"/>
                </a:lnTo>
                <a:lnTo>
                  <a:pt x="139693" y="95514"/>
                </a:lnTo>
                <a:lnTo>
                  <a:pt x="123106" y="129839"/>
                </a:lnTo>
                <a:lnTo>
                  <a:pt x="111484" y="85153"/>
                </a:lnTo>
                <a:lnTo>
                  <a:pt x="102523" y="104217"/>
                </a:lnTo>
                <a:lnTo>
                  <a:pt x="84177" y="104217"/>
                </a:lnTo>
                <a:lnTo>
                  <a:pt x="84177" y="96592"/>
                </a:lnTo>
                <a:lnTo>
                  <a:pt x="97669" y="96592"/>
                </a:lnTo>
                <a:lnTo>
                  <a:pt x="113537" y="62847"/>
                </a:lnTo>
                <a:lnTo>
                  <a:pt x="125298" y="107781"/>
                </a:lnTo>
                <a:lnTo>
                  <a:pt x="140190" y="77279"/>
                </a:lnTo>
                <a:lnTo>
                  <a:pt x="151168" y="103287"/>
                </a:lnTo>
                <a:lnTo>
                  <a:pt x="154981" y="99437"/>
                </a:lnTo>
                <a:cubicBezTo>
                  <a:pt x="156667" y="97743"/>
                  <a:pt x="158905" y="96739"/>
                  <a:pt x="161271" y="96592"/>
                </a:cubicBezTo>
                <a:lnTo>
                  <a:pt x="171890" y="96592"/>
                </a:lnTo>
                <a:lnTo>
                  <a:pt x="171890" y="1042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C69976-B8B7-4B42-9B7B-E5414FA4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6079" y="1947612"/>
            <a:ext cx="1029186" cy="366086"/>
          </a:xfrm>
          <a:custGeom xmlns:a="http://schemas.openxmlformats.org/drawingml/2006/main">
            <a:pathLst>
              <a:path w="1029186" h="366086">
                <a:moveTo>
                  <a:pt x="0" y="0"/>
                </a:moveTo>
                <a:lnTo>
                  <a:pt x="1029186" y="0"/>
                </a:lnTo>
                <a:lnTo>
                  <a:pt x="1029186" y="366086"/>
                </a:lnTo>
                <a:lnTo>
                  <a:pt x="0" y="3660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CF6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Filter">
            <a:extLst xmlns:a="http://schemas.openxmlformats.org/drawingml/2006/main">
              <a:ext uri="{FF2B5EF4-FFF2-40B4-BE49-F238E27FC236}">
                <a16:creationId xmlns:a16="http://schemas.microsoft.com/office/drawing/2014/main" id="{F7CB1B04-FA91-4EF0-991C-CB57CB4D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156" y="2060503"/>
            <a:ext cx="519483" cy="152608"/>
          </a:xfrm>
          <a:custGeom xmlns:a="http://schemas.openxmlformats.org/drawingml/2006/main">
            <a:pathLst>
              <a:path w="519483" h="152608">
                <a:moveTo>
                  <a:pt x="55798" y="11656"/>
                </a:moveTo>
                <a:lnTo>
                  <a:pt x="55798" y="71663"/>
                </a:lnTo>
                <a:lnTo>
                  <a:pt x="60007" y="71663"/>
                </a:lnTo>
                <a:cubicBezTo>
                  <a:pt x="66483" y="71663"/>
                  <a:pt x="71771" y="70688"/>
                  <a:pt x="75872" y="68739"/>
                </a:cubicBezTo>
                <a:cubicBezTo>
                  <a:pt x="79973" y="66790"/>
                  <a:pt x="83445" y="63505"/>
                  <a:pt x="86287" y="58884"/>
                </a:cubicBezTo>
                <a:cubicBezTo>
                  <a:pt x="89129" y="54263"/>
                  <a:pt x="90982" y="48018"/>
                  <a:pt x="91845" y="40149"/>
                </a:cubicBezTo>
                <a:lnTo>
                  <a:pt x="95623" y="40149"/>
                </a:lnTo>
                <a:lnTo>
                  <a:pt x="95623" y="113754"/>
                </a:lnTo>
                <a:lnTo>
                  <a:pt x="91845" y="113754"/>
                </a:lnTo>
                <a:cubicBezTo>
                  <a:pt x="90478" y="99868"/>
                  <a:pt x="86755" y="90712"/>
                  <a:pt x="80675" y="86287"/>
                </a:cubicBezTo>
                <a:cubicBezTo>
                  <a:pt x="74595" y="81862"/>
                  <a:pt x="67706" y="79650"/>
                  <a:pt x="60007" y="79650"/>
                </a:cubicBezTo>
                <a:lnTo>
                  <a:pt x="55798" y="79650"/>
                </a:lnTo>
                <a:lnTo>
                  <a:pt x="55798" y="124547"/>
                </a:lnTo>
                <a:cubicBezTo>
                  <a:pt x="55798" y="132068"/>
                  <a:pt x="56212" y="136770"/>
                  <a:pt x="57039" y="138652"/>
                </a:cubicBezTo>
                <a:cubicBezTo>
                  <a:pt x="57867" y="140531"/>
                  <a:pt x="59485" y="142176"/>
                  <a:pt x="61896" y="143586"/>
                </a:cubicBezTo>
                <a:cubicBezTo>
                  <a:pt x="64306" y="144996"/>
                  <a:pt x="67562" y="145701"/>
                  <a:pt x="71663" y="145701"/>
                </a:cubicBezTo>
                <a:lnTo>
                  <a:pt x="76520" y="145701"/>
                </a:lnTo>
                <a:lnTo>
                  <a:pt x="76520" y="149586"/>
                </a:lnTo>
                <a:lnTo>
                  <a:pt x="0" y="149586"/>
                </a:lnTo>
                <a:lnTo>
                  <a:pt x="0" y="145701"/>
                </a:lnTo>
                <a:lnTo>
                  <a:pt x="4857" y="145701"/>
                </a:lnTo>
                <a:cubicBezTo>
                  <a:pt x="9102" y="145701"/>
                  <a:pt x="12519" y="144942"/>
                  <a:pt x="15110" y="143424"/>
                </a:cubicBezTo>
                <a:cubicBezTo>
                  <a:pt x="16980" y="142410"/>
                  <a:pt x="18419" y="140674"/>
                  <a:pt x="19427" y="138217"/>
                </a:cubicBezTo>
                <a:cubicBezTo>
                  <a:pt x="20218" y="136481"/>
                  <a:pt x="20614" y="131924"/>
                  <a:pt x="20614" y="124547"/>
                </a:cubicBezTo>
                <a:lnTo>
                  <a:pt x="20614" y="28277"/>
                </a:lnTo>
                <a:cubicBezTo>
                  <a:pt x="20614" y="20756"/>
                  <a:pt x="20218" y="16055"/>
                  <a:pt x="19427" y="14175"/>
                </a:cubicBezTo>
                <a:cubicBezTo>
                  <a:pt x="18635" y="12293"/>
                  <a:pt x="17034" y="10648"/>
                  <a:pt x="14624" y="9238"/>
                </a:cubicBezTo>
                <a:cubicBezTo>
                  <a:pt x="12214" y="7828"/>
                  <a:pt x="8958" y="7123"/>
                  <a:pt x="4857" y="7123"/>
                </a:cubicBezTo>
                <a:lnTo>
                  <a:pt x="0" y="7123"/>
                </a:lnTo>
                <a:lnTo>
                  <a:pt x="0" y="3238"/>
                </a:lnTo>
                <a:lnTo>
                  <a:pt x="123468" y="3238"/>
                </a:lnTo>
                <a:lnTo>
                  <a:pt x="123468" y="45329"/>
                </a:lnTo>
                <a:lnTo>
                  <a:pt x="119043" y="45329"/>
                </a:lnTo>
                <a:cubicBezTo>
                  <a:pt x="118036" y="35440"/>
                  <a:pt x="115463" y="28114"/>
                  <a:pt x="111326" y="23349"/>
                </a:cubicBezTo>
                <a:cubicBezTo>
                  <a:pt x="107189" y="18585"/>
                  <a:pt x="101199" y="15229"/>
                  <a:pt x="93356" y="13282"/>
                </a:cubicBezTo>
                <a:cubicBezTo>
                  <a:pt x="89039" y="12198"/>
                  <a:pt x="81053" y="11656"/>
                  <a:pt x="69397" y="11656"/>
                </a:cubicBezTo>
                <a:lnTo>
                  <a:pt x="55798" y="11656"/>
                </a:lnTo>
                <a:close/>
                <a:moveTo>
                  <a:pt x="161817" y="0"/>
                </a:moveTo>
                <a:cubicBezTo>
                  <a:pt x="166494" y="0"/>
                  <a:pt x="170451" y="1642"/>
                  <a:pt x="173689" y="4928"/>
                </a:cubicBezTo>
                <a:cubicBezTo>
                  <a:pt x="176927" y="8210"/>
                  <a:pt x="178546" y="12162"/>
                  <a:pt x="178546" y="16783"/>
                </a:cubicBezTo>
                <a:cubicBezTo>
                  <a:pt x="178546" y="21403"/>
                  <a:pt x="176909" y="25338"/>
                  <a:pt x="173635" y="28587"/>
                </a:cubicBezTo>
                <a:cubicBezTo>
                  <a:pt x="170361" y="31834"/>
                  <a:pt x="166422" y="33457"/>
                  <a:pt x="161817" y="33457"/>
                </a:cubicBezTo>
                <a:cubicBezTo>
                  <a:pt x="157212" y="33457"/>
                  <a:pt x="153291" y="31834"/>
                  <a:pt x="150053" y="28587"/>
                </a:cubicBezTo>
                <a:cubicBezTo>
                  <a:pt x="146815" y="25338"/>
                  <a:pt x="145196" y="21403"/>
                  <a:pt x="145196" y="16783"/>
                </a:cubicBezTo>
                <a:cubicBezTo>
                  <a:pt x="145196" y="12162"/>
                  <a:pt x="146815" y="8210"/>
                  <a:pt x="150053" y="4928"/>
                </a:cubicBezTo>
                <a:cubicBezTo>
                  <a:pt x="153291" y="1642"/>
                  <a:pt x="157212" y="0"/>
                  <a:pt x="161817" y="0"/>
                </a:cubicBezTo>
                <a:moveTo>
                  <a:pt x="176927" y="48567"/>
                </a:moveTo>
                <a:lnTo>
                  <a:pt x="176927" y="128648"/>
                </a:lnTo>
                <a:cubicBezTo>
                  <a:pt x="176927" y="135771"/>
                  <a:pt x="177754" y="140322"/>
                  <a:pt x="179409" y="142301"/>
                </a:cubicBezTo>
                <a:cubicBezTo>
                  <a:pt x="181064" y="144280"/>
                  <a:pt x="184302" y="145413"/>
                  <a:pt x="189122" y="145701"/>
                </a:cubicBezTo>
                <a:lnTo>
                  <a:pt x="189122" y="149586"/>
                </a:lnTo>
                <a:lnTo>
                  <a:pt x="134619" y="149586"/>
                </a:lnTo>
                <a:lnTo>
                  <a:pt x="134619" y="145701"/>
                </a:lnTo>
                <a:cubicBezTo>
                  <a:pt x="139080" y="145557"/>
                  <a:pt x="142390" y="144262"/>
                  <a:pt x="144549" y="141815"/>
                </a:cubicBezTo>
                <a:cubicBezTo>
                  <a:pt x="145988" y="140160"/>
                  <a:pt x="146707" y="135771"/>
                  <a:pt x="146707" y="128648"/>
                </a:cubicBezTo>
                <a:lnTo>
                  <a:pt x="146707" y="69720"/>
                </a:lnTo>
                <a:cubicBezTo>
                  <a:pt x="146707" y="62507"/>
                  <a:pt x="145880" y="57899"/>
                  <a:pt x="144225" y="55896"/>
                </a:cubicBezTo>
                <a:cubicBezTo>
                  <a:pt x="142570" y="53892"/>
                  <a:pt x="139368" y="52745"/>
                  <a:pt x="134619" y="52452"/>
                </a:cubicBezTo>
                <a:lnTo>
                  <a:pt x="134619" y="48567"/>
                </a:lnTo>
                <a:lnTo>
                  <a:pt x="176927" y="48567"/>
                </a:lnTo>
                <a:close/>
                <a:moveTo>
                  <a:pt x="238482" y="3238"/>
                </a:moveTo>
                <a:lnTo>
                  <a:pt x="238482" y="128648"/>
                </a:lnTo>
                <a:cubicBezTo>
                  <a:pt x="238482" y="135771"/>
                  <a:pt x="239309" y="140322"/>
                  <a:pt x="240964" y="142301"/>
                </a:cubicBezTo>
                <a:cubicBezTo>
                  <a:pt x="242619" y="144280"/>
                  <a:pt x="245857" y="145413"/>
                  <a:pt x="250678" y="145701"/>
                </a:cubicBezTo>
                <a:lnTo>
                  <a:pt x="250678" y="149586"/>
                </a:lnTo>
                <a:lnTo>
                  <a:pt x="196175" y="149586"/>
                </a:lnTo>
                <a:lnTo>
                  <a:pt x="196175" y="145701"/>
                </a:lnTo>
                <a:cubicBezTo>
                  <a:pt x="200636" y="145557"/>
                  <a:pt x="203945" y="144262"/>
                  <a:pt x="206104" y="141815"/>
                </a:cubicBezTo>
                <a:cubicBezTo>
                  <a:pt x="207543" y="140160"/>
                  <a:pt x="208263" y="135771"/>
                  <a:pt x="208263" y="128648"/>
                </a:cubicBezTo>
                <a:lnTo>
                  <a:pt x="208263" y="24176"/>
                </a:lnTo>
                <a:cubicBezTo>
                  <a:pt x="208263" y="17079"/>
                  <a:pt x="207435" y="12536"/>
                  <a:pt x="205780" y="10546"/>
                </a:cubicBezTo>
                <a:cubicBezTo>
                  <a:pt x="204125" y="8554"/>
                  <a:pt x="200924" y="7413"/>
                  <a:pt x="196175" y="7123"/>
                </a:cubicBezTo>
                <a:lnTo>
                  <a:pt x="196175" y="3238"/>
                </a:lnTo>
                <a:lnTo>
                  <a:pt x="238482" y="3238"/>
                </a:lnTo>
                <a:close/>
                <a:moveTo>
                  <a:pt x="300469" y="11440"/>
                </a:moveTo>
                <a:lnTo>
                  <a:pt x="300469" y="48567"/>
                </a:lnTo>
                <a:lnTo>
                  <a:pt x="324429" y="48567"/>
                </a:lnTo>
                <a:lnTo>
                  <a:pt x="324429" y="59144"/>
                </a:lnTo>
                <a:lnTo>
                  <a:pt x="300469" y="59144"/>
                </a:lnTo>
                <a:lnTo>
                  <a:pt x="300469" y="121586"/>
                </a:lnTo>
                <a:cubicBezTo>
                  <a:pt x="300469" y="127430"/>
                  <a:pt x="300739" y="131199"/>
                  <a:pt x="301278" y="132895"/>
                </a:cubicBezTo>
                <a:cubicBezTo>
                  <a:pt x="301818" y="134590"/>
                  <a:pt x="302771" y="135961"/>
                  <a:pt x="304138" y="137009"/>
                </a:cubicBezTo>
                <a:cubicBezTo>
                  <a:pt x="305506" y="138055"/>
                  <a:pt x="306765" y="138578"/>
                  <a:pt x="307916" y="138578"/>
                </a:cubicBezTo>
                <a:cubicBezTo>
                  <a:pt x="312593" y="138578"/>
                  <a:pt x="317018" y="134980"/>
                  <a:pt x="321191" y="127785"/>
                </a:cubicBezTo>
                <a:lnTo>
                  <a:pt x="324429" y="130183"/>
                </a:lnTo>
                <a:cubicBezTo>
                  <a:pt x="318601" y="144126"/>
                  <a:pt x="309139" y="151097"/>
                  <a:pt x="296044" y="151097"/>
                </a:cubicBezTo>
                <a:cubicBezTo>
                  <a:pt x="289640" y="151097"/>
                  <a:pt x="284226" y="149311"/>
                  <a:pt x="279801" y="145738"/>
                </a:cubicBezTo>
                <a:cubicBezTo>
                  <a:pt x="275376" y="142163"/>
                  <a:pt x="272552" y="138173"/>
                  <a:pt x="271329" y="133768"/>
                </a:cubicBezTo>
                <a:cubicBezTo>
                  <a:pt x="270609" y="131313"/>
                  <a:pt x="270250" y="124670"/>
                  <a:pt x="270250" y="113839"/>
                </a:cubicBezTo>
                <a:lnTo>
                  <a:pt x="270250" y="59144"/>
                </a:lnTo>
                <a:lnTo>
                  <a:pt x="257083" y="59144"/>
                </a:lnTo>
                <a:lnTo>
                  <a:pt x="257083" y="55356"/>
                </a:lnTo>
                <a:cubicBezTo>
                  <a:pt x="266148" y="48939"/>
                  <a:pt x="273865" y="42197"/>
                  <a:pt x="280233" y="35130"/>
                </a:cubicBezTo>
                <a:cubicBezTo>
                  <a:pt x="286600" y="28063"/>
                  <a:pt x="292159" y="20166"/>
                  <a:pt x="296907" y="11440"/>
                </a:cubicBezTo>
                <a:lnTo>
                  <a:pt x="300469" y="11440"/>
                </a:lnTo>
                <a:close/>
                <a:moveTo>
                  <a:pt x="419509" y="95407"/>
                </a:moveTo>
                <a:lnTo>
                  <a:pt x="364143" y="95407"/>
                </a:lnTo>
                <a:cubicBezTo>
                  <a:pt x="364791" y="108826"/>
                  <a:pt x="368352" y="119431"/>
                  <a:pt x="374828" y="127222"/>
                </a:cubicBezTo>
                <a:cubicBezTo>
                  <a:pt x="379793" y="133209"/>
                  <a:pt x="385764" y="136203"/>
                  <a:pt x="392744" y="136203"/>
                </a:cubicBezTo>
                <a:cubicBezTo>
                  <a:pt x="397061" y="136203"/>
                  <a:pt x="400982" y="134998"/>
                  <a:pt x="404508" y="132588"/>
                </a:cubicBezTo>
                <a:cubicBezTo>
                  <a:pt x="408033" y="130177"/>
                  <a:pt x="411811" y="125842"/>
                  <a:pt x="415840" y="119582"/>
                </a:cubicBezTo>
                <a:lnTo>
                  <a:pt x="419509" y="121957"/>
                </a:lnTo>
                <a:cubicBezTo>
                  <a:pt x="414041" y="133109"/>
                  <a:pt x="407997" y="141006"/>
                  <a:pt x="401378" y="145647"/>
                </a:cubicBezTo>
                <a:cubicBezTo>
                  <a:pt x="394758" y="150288"/>
                  <a:pt x="387096" y="152608"/>
                  <a:pt x="378390" y="152608"/>
                </a:cubicBezTo>
                <a:cubicBezTo>
                  <a:pt x="363424" y="152608"/>
                  <a:pt x="352091" y="146846"/>
                  <a:pt x="344393" y="135323"/>
                </a:cubicBezTo>
                <a:cubicBezTo>
                  <a:pt x="338205" y="126032"/>
                  <a:pt x="335111" y="114509"/>
                  <a:pt x="335111" y="100753"/>
                </a:cubicBezTo>
                <a:cubicBezTo>
                  <a:pt x="335111" y="83898"/>
                  <a:pt x="339662" y="70484"/>
                  <a:pt x="348764" y="60510"/>
                </a:cubicBezTo>
                <a:cubicBezTo>
                  <a:pt x="357866" y="50533"/>
                  <a:pt x="368532" y="45545"/>
                  <a:pt x="380764" y="45545"/>
                </a:cubicBezTo>
                <a:cubicBezTo>
                  <a:pt x="390981" y="45545"/>
                  <a:pt x="399849" y="49736"/>
                  <a:pt x="407368" y="58118"/>
                </a:cubicBezTo>
                <a:cubicBezTo>
                  <a:pt x="414887" y="66501"/>
                  <a:pt x="418934" y="78930"/>
                  <a:pt x="419509" y="95407"/>
                </a:cubicBezTo>
                <a:moveTo>
                  <a:pt x="392960" y="88284"/>
                </a:moveTo>
                <a:cubicBezTo>
                  <a:pt x="392960" y="76700"/>
                  <a:pt x="392330" y="68749"/>
                  <a:pt x="391071" y="64432"/>
                </a:cubicBezTo>
                <a:cubicBezTo>
                  <a:pt x="389812" y="60115"/>
                  <a:pt x="387851" y="56841"/>
                  <a:pt x="385189" y="54611"/>
                </a:cubicBezTo>
                <a:cubicBezTo>
                  <a:pt x="383678" y="53316"/>
                  <a:pt x="381663" y="52668"/>
                  <a:pt x="379145" y="52668"/>
                </a:cubicBezTo>
                <a:cubicBezTo>
                  <a:pt x="375404" y="52668"/>
                  <a:pt x="372346" y="54503"/>
                  <a:pt x="369971" y="58172"/>
                </a:cubicBezTo>
                <a:cubicBezTo>
                  <a:pt x="365726" y="64576"/>
                  <a:pt x="363604" y="73354"/>
                  <a:pt x="363604" y="84506"/>
                </a:cubicBezTo>
                <a:lnTo>
                  <a:pt x="363604" y="88284"/>
                </a:lnTo>
                <a:lnTo>
                  <a:pt x="392960" y="88284"/>
                </a:lnTo>
                <a:close/>
                <a:moveTo>
                  <a:pt x="474046" y="48567"/>
                </a:moveTo>
                <a:lnTo>
                  <a:pt x="474046" y="71447"/>
                </a:lnTo>
                <a:cubicBezTo>
                  <a:pt x="480737" y="61014"/>
                  <a:pt x="486601" y="54089"/>
                  <a:pt x="491638" y="50671"/>
                </a:cubicBezTo>
                <a:cubicBezTo>
                  <a:pt x="496674" y="47254"/>
                  <a:pt x="501531" y="45545"/>
                  <a:pt x="506208" y="45545"/>
                </a:cubicBezTo>
                <a:cubicBezTo>
                  <a:pt x="510237" y="45545"/>
                  <a:pt x="513457" y="46791"/>
                  <a:pt x="515867" y="49282"/>
                </a:cubicBezTo>
                <a:cubicBezTo>
                  <a:pt x="518278" y="51773"/>
                  <a:pt x="519483" y="55293"/>
                  <a:pt x="519483" y="59842"/>
                </a:cubicBezTo>
                <a:cubicBezTo>
                  <a:pt x="519483" y="64681"/>
                  <a:pt x="518314" y="68437"/>
                  <a:pt x="515975" y="71110"/>
                </a:cubicBezTo>
                <a:cubicBezTo>
                  <a:pt x="513637" y="73781"/>
                  <a:pt x="510813" y="75117"/>
                  <a:pt x="507503" y="75117"/>
                </a:cubicBezTo>
                <a:cubicBezTo>
                  <a:pt x="503690" y="75117"/>
                  <a:pt x="500380" y="73894"/>
                  <a:pt x="497574" y="71447"/>
                </a:cubicBezTo>
                <a:cubicBezTo>
                  <a:pt x="494768" y="69001"/>
                  <a:pt x="493113" y="67634"/>
                  <a:pt x="492609" y="67346"/>
                </a:cubicBezTo>
                <a:cubicBezTo>
                  <a:pt x="491890" y="66914"/>
                  <a:pt x="491062" y="66699"/>
                  <a:pt x="490127" y="66699"/>
                </a:cubicBezTo>
                <a:cubicBezTo>
                  <a:pt x="488040" y="66699"/>
                  <a:pt x="486062" y="67490"/>
                  <a:pt x="484191" y="69073"/>
                </a:cubicBezTo>
                <a:cubicBezTo>
                  <a:pt x="481241" y="71519"/>
                  <a:pt x="479010" y="75009"/>
                  <a:pt x="477499" y="79542"/>
                </a:cubicBezTo>
                <a:cubicBezTo>
                  <a:pt x="475197" y="86521"/>
                  <a:pt x="474046" y="94220"/>
                  <a:pt x="474046" y="102638"/>
                </a:cubicBezTo>
                <a:lnTo>
                  <a:pt x="474046" y="125842"/>
                </a:lnTo>
                <a:lnTo>
                  <a:pt x="474154" y="131886"/>
                </a:lnTo>
                <a:cubicBezTo>
                  <a:pt x="474154" y="135987"/>
                  <a:pt x="474406" y="138614"/>
                  <a:pt x="474909" y="139765"/>
                </a:cubicBezTo>
                <a:cubicBezTo>
                  <a:pt x="475773" y="141707"/>
                  <a:pt x="477050" y="143128"/>
                  <a:pt x="478741" y="144028"/>
                </a:cubicBezTo>
                <a:cubicBezTo>
                  <a:pt x="480431" y="144927"/>
                  <a:pt x="483291" y="145485"/>
                  <a:pt x="487321" y="145701"/>
                </a:cubicBezTo>
                <a:lnTo>
                  <a:pt x="487321" y="149586"/>
                </a:lnTo>
                <a:lnTo>
                  <a:pt x="432818" y="149586"/>
                </a:lnTo>
                <a:lnTo>
                  <a:pt x="432818" y="145701"/>
                </a:lnTo>
                <a:cubicBezTo>
                  <a:pt x="437207" y="145341"/>
                  <a:pt x="440175" y="144136"/>
                  <a:pt x="441722" y="142085"/>
                </a:cubicBezTo>
                <a:cubicBezTo>
                  <a:pt x="443269" y="140035"/>
                  <a:pt x="444042" y="134620"/>
                  <a:pt x="444042" y="125842"/>
                </a:cubicBezTo>
                <a:lnTo>
                  <a:pt x="444042" y="69936"/>
                </a:lnTo>
                <a:cubicBezTo>
                  <a:pt x="444042" y="64144"/>
                  <a:pt x="443754" y="60452"/>
                  <a:pt x="443179" y="58860"/>
                </a:cubicBezTo>
                <a:cubicBezTo>
                  <a:pt x="442459" y="56832"/>
                  <a:pt x="441416" y="55348"/>
                  <a:pt x="440049" y="54408"/>
                </a:cubicBezTo>
                <a:cubicBezTo>
                  <a:pt x="438682" y="53466"/>
                  <a:pt x="436272" y="52814"/>
                  <a:pt x="432818" y="52452"/>
                </a:cubicBezTo>
                <a:lnTo>
                  <a:pt x="432818" y="48567"/>
                </a:lnTo>
                <a:lnTo>
                  <a:pt x="474046" y="485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B2293-C68A-4FED-B570-3282753B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344" y="3253090"/>
            <a:ext cx="1029186" cy="366086"/>
          </a:xfrm>
          <a:custGeom xmlns:a="http://schemas.openxmlformats.org/drawingml/2006/main">
            <a:pathLst>
              <a:path w="1029186" h="366086">
                <a:moveTo>
                  <a:pt x="0" y="0"/>
                </a:moveTo>
                <a:lnTo>
                  <a:pt x="1029186" y="0"/>
                </a:lnTo>
                <a:lnTo>
                  <a:pt x="1029186" y="366086"/>
                </a:lnTo>
                <a:lnTo>
                  <a:pt x="0" y="3660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CF6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V">
            <a:extLst xmlns:a="http://schemas.openxmlformats.org/drawingml/2006/main">
              <a:ext uri="{FF2B5EF4-FFF2-40B4-BE49-F238E27FC236}">
                <a16:creationId xmlns:a16="http://schemas.microsoft.com/office/drawing/2014/main" id="{1940000D-42D0-4E57-8D9A-24786661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661" y="3369219"/>
            <a:ext cx="155630" cy="149586"/>
          </a:xfrm>
          <a:custGeom xmlns:a="http://schemas.openxmlformats.org/drawingml/2006/main">
            <a:pathLst>
              <a:path w="155630" h="149586">
                <a:moveTo>
                  <a:pt x="155630" y="0"/>
                </a:moveTo>
                <a:lnTo>
                  <a:pt x="155630" y="3885"/>
                </a:lnTo>
                <a:cubicBezTo>
                  <a:pt x="150306" y="4749"/>
                  <a:pt x="145557" y="7593"/>
                  <a:pt x="141384" y="12418"/>
                </a:cubicBezTo>
                <a:cubicBezTo>
                  <a:pt x="138362" y="16016"/>
                  <a:pt x="133865" y="24475"/>
                  <a:pt x="127893" y="37794"/>
                </a:cubicBezTo>
                <a:lnTo>
                  <a:pt x="77491" y="149586"/>
                </a:lnTo>
                <a:lnTo>
                  <a:pt x="73930" y="149586"/>
                </a:lnTo>
                <a:lnTo>
                  <a:pt x="23744" y="33285"/>
                </a:lnTo>
                <a:cubicBezTo>
                  <a:pt x="17700" y="19235"/>
                  <a:pt x="13653" y="10984"/>
                  <a:pt x="11602" y="8533"/>
                </a:cubicBezTo>
                <a:cubicBezTo>
                  <a:pt x="9551" y="6082"/>
                  <a:pt x="5684" y="4533"/>
                  <a:pt x="0" y="3885"/>
                </a:cubicBezTo>
                <a:lnTo>
                  <a:pt x="0" y="0"/>
                </a:lnTo>
                <a:lnTo>
                  <a:pt x="70152" y="0"/>
                </a:lnTo>
                <a:lnTo>
                  <a:pt x="70152" y="3885"/>
                </a:lnTo>
                <a:lnTo>
                  <a:pt x="67778" y="3885"/>
                </a:lnTo>
                <a:cubicBezTo>
                  <a:pt x="61446" y="3885"/>
                  <a:pt x="57129" y="4682"/>
                  <a:pt x="54827" y="6277"/>
                </a:cubicBezTo>
                <a:cubicBezTo>
                  <a:pt x="53172" y="7363"/>
                  <a:pt x="52344" y="8956"/>
                  <a:pt x="52344" y="11056"/>
                </a:cubicBezTo>
                <a:cubicBezTo>
                  <a:pt x="52344" y="12360"/>
                  <a:pt x="52632" y="13899"/>
                  <a:pt x="53208" y="15673"/>
                </a:cubicBezTo>
                <a:cubicBezTo>
                  <a:pt x="53783" y="17447"/>
                  <a:pt x="55726" y="22189"/>
                  <a:pt x="59036" y="29899"/>
                </a:cubicBezTo>
                <a:lnTo>
                  <a:pt x="90227" y="102672"/>
                </a:lnTo>
                <a:lnTo>
                  <a:pt x="119151" y="37855"/>
                </a:lnTo>
                <a:cubicBezTo>
                  <a:pt x="122604" y="30017"/>
                  <a:pt x="124727" y="24762"/>
                  <a:pt x="125518" y="22091"/>
                </a:cubicBezTo>
                <a:cubicBezTo>
                  <a:pt x="126310" y="19418"/>
                  <a:pt x="126706" y="17141"/>
                  <a:pt x="126706" y="15261"/>
                </a:cubicBezTo>
                <a:cubicBezTo>
                  <a:pt x="126706" y="13096"/>
                  <a:pt x="126130" y="11183"/>
                  <a:pt x="124979" y="9521"/>
                </a:cubicBezTo>
                <a:cubicBezTo>
                  <a:pt x="123828" y="7860"/>
                  <a:pt x="122137" y="6595"/>
                  <a:pt x="119906" y="5727"/>
                </a:cubicBezTo>
                <a:cubicBezTo>
                  <a:pt x="116812" y="4499"/>
                  <a:pt x="112711" y="3885"/>
                  <a:pt x="107603" y="3885"/>
                </a:cubicBezTo>
                <a:lnTo>
                  <a:pt x="107603" y="0"/>
                </a:lnTo>
                <a:lnTo>
                  <a:pt x="1556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erif">
            <a:extLst xmlns:a="http://schemas.openxmlformats.org/drawingml/2006/main">
              <a:ext uri="{FF2B5EF4-FFF2-40B4-BE49-F238E27FC236}">
                <a16:creationId xmlns:a16="http://schemas.microsoft.com/office/drawing/2014/main" id="{1BA7FC7D-56D3-4CE1-8249-EDA0EA4A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12" y="3365981"/>
            <a:ext cx="339210" cy="152608"/>
          </a:xfrm>
          <a:custGeom xmlns:a="http://schemas.openxmlformats.org/drawingml/2006/main">
            <a:pathLst>
              <a:path w="339210" h="152608">
                <a:moveTo>
                  <a:pt x="84398" y="95407"/>
                </a:moveTo>
                <a:lnTo>
                  <a:pt x="29032" y="95407"/>
                </a:lnTo>
                <a:cubicBezTo>
                  <a:pt x="29680" y="108826"/>
                  <a:pt x="33241" y="119431"/>
                  <a:pt x="39717" y="127222"/>
                </a:cubicBezTo>
                <a:cubicBezTo>
                  <a:pt x="44682" y="133209"/>
                  <a:pt x="50653" y="136203"/>
                  <a:pt x="57633" y="136203"/>
                </a:cubicBezTo>
                <a:cubicBezTo>
                  <a:pt x="61950" y="136203"/>
                  <a:pt x="65871" y="134998"/>
                  <a:pt x="69397" y="132588"/>
                </a:cubicBezTo>
                <a:cubicBezTo>
                  <a:pt x="72922" y="130177"/>
                  <a:pt x="76700" y="125842"/>
                  <a:pt x="80729" y="119582"/>
                </a:cubicBezTo>
                <a:lnTo>
                  <a:pt x="84398" y="121957"/>
                </a:lnTo>
                <a:cubicBezTo>
                  <a:pt x="78930" y="133109"/>
                  <a:pt x="72886" y="141006"/>
                  <a:pt x="66267" y="145647"/>
                </a:cubicBezTo>
                <a:cubicBezTo>
                  <a:pt x="59647" y="150288"/>
                  <a:pt x="51985" y="152608"/>
                  <a:pt x="43279" y="152608"/>
                </a:cubicBezTo>
                <a:cubicBezTo>
                  <a:pt x="28313" y="152608"/>
                  <a:pt x="16980" y="146846"/>
                  <a:pt x="9282" y="135323"/>
                </a:cubicBezTo>
                <a:cubicBezTo>
                  <a:pt x="3094" y="126032"/>
                  <a:pt x="0" y="114509"/>
                  <a:pt x="0" y="100753"/>
                </a:cubicBezTo>
                <a:cubicBezTo>
                  <a:pt x="0" y="83898"/>
                  <a:pt x="4551" y="70484"/>
                  <a:pt x="13653" y="60510"/>
                </a:cubicBezTo>
                <a:cubicBezTo>
                  <a:pt x="22754" y="50533"/>
                  <a:pt x="33421" y="45545"/>
                  <a:pt x="45653" y="45545"/>
                </a:cubicBezTo>
                <a:cubicBezTo>
                  <a:pt x="55870" y="45545"/>
                  <a:pt x="64738" y="49736"/>
                  <a:pt x="72257" y="58118"/>
                </a:cubicBezTo>
                <a:cubicBezTo>
                  <a:pt x="79776" y="66501"/>
                  <a:pt x="83823" y="78930"/>
                  <a:pt x="84398" y="95407"/>
                </a:cubicBezTo>
                <a:moveTo>
                  <a:pt x="57849" y="88284"/>
                </a:moveTo>
                <a:cubicBezTo>
                  <a:pt x="57849" y="76700"/>
                  <a:pt x="57219" y="68749"/>
                  <a:pt x="55960" y="64432"/>
                </a:cubicBezTo>
                <a:cubicBezTo>
                  <a:pt x="54701" y="60115"/>
                  <a:pt x="52740" y="56841"/>
                  <a:pt x="50078" y="54611"/>
                </a:cubicBezTo>
                <a:cubicBezTo>
                  <a:pt x="48567" y="53316"/>
                  <a:pt x="46552" y="52668"/>
                  <a:pt x="44034" y="52668"/>
                </a:cubicBezTo>
                <a:cubicBezTo>
                  <a:pt x="40293" y="52668"/>
                  <a:pt x="37235" y="54503"/>
                  <a:pt x="34860" y="58172"/>
                </a:cubicBezTo>
                <a:cubicBezTo>
                  <a:pt x="30615" y="64576"/>
                  <a:pt x="28493" y="73354"/>
                  <a:pt x="28493" y="84506"/>
                </a:cubicBezTo>
                <a:lnTo>
                  <a:pt x="28493" y="88284"/>
                </a:lnTo>
                <a:lnTo>
                  <a:pt x="57849" y="88284"/>
                </a:lnTo>
                <a:close/>
                <a:moveTo>
                  <a:pt x="138936" y="48567"/>
                </a:moveTo>
                <a:lnTo>
                  <a:pt x="138936" y="71447"/>
                </a:lnTo>
                <a:cubicBezTo>
                  <a:pt x="145627" y="61014"/>
                  <a:pt x="151491" y="54089"/>
                  <a:pt x="156528" y="50671"/>
                </a:cubicBezTo>
                <a:cubicBezTo>
                  <a:pt x="161564" y="47254"/>
                  <a:pt x="166421" y="45545"/>
                  <a:pt x="171098" y="45545"/>
                </a:cubicBezTo>
                <a:cubicBezTo>
                  <a:pt x="175127" y="45545"/>
                  <a:pt x="178347" y="46791"/>
                  <a:pt x="180757" y="49282"/>
                </a:cubicBezTo>
                <a:cubicBezTo>
                  <a:pt x="183167" y="51773"/>
                  <a:pt x="184373" y="55293"/>
                  <a:pt x="184373" y="59842"/>
                </a:cubicBezTo>
                <a:cubicBezTo>
                  <a:pt x="184373" y="64681"/>
                  <a:pt x="183203" y="68437"/>
                  <a:pt x="180865" y="71110"/>
                </a:cubicBezTo>
                <a:cubicBezTo>
                  <a:pt x="178527" y="73781"/>
                  <a:pt x="175703" y="75117"/>
                  <a:pt x="172393" y="75117"/>
                </a:cubicBezTo>
                <a:cubicBezTo>
                  <a:pt x="168579" y="75117"/>
                  <a:pt x="165270" y="73894"/>
                  <a:pt x="162464" y="71447"/>
                </a:cubicBezTo>
                <a:cubicBezTo>
                  <a:pt x="159657" y="69001"/>
                  <a:pt x="158003" y="67634"/>
                  <a:pt x="157499" y="67346"/>
                </a:cubicBezTo>
                <a:cubicBezTo>
                  <a:pt x="156779" y="66914"/>
                  <a:pt x="155952" y="66699"/>
                  <a:pt x="155017" y="66699"/>
                </a:cubicBezTo>
                <a:cubicBezTo>
                  <a:pt x="152930" y="66699"/>
                  <a:pt x="150951" y="67490"/>
                  <a:pt x="149081" y="69073"/>
                </a:cubicBezTo>
                <a:cubicBezTo>
                  <a:pt x="146131" y="71519"/>
                  <a:pt x="143900" y="75009"/>
                  <a:pt x="142389" y="79542"/>
                </a:cubicBezTo>
                <a:cubicBezTo>
                  <a:pt x="140087" y="86521"/>
                  <a:pt x="138936" y="94220"/>
                  <a:pt x="138936" y="102638"/>
                </a:cubicBezTo>
                <a:lnTo>
                  <a:pt x="138936" y="125842"/>
                </a:lnTo>
                <a:lnTo>
                  <a:pt x="139044" y="131886"/>
                </a:lnTo>
                <a:cubicBezTo>
                  <a:pt x="139044" y="135987"/>
                  <a:pt x="139295" y="138614"/>
                  <a:pt x="139799" y="139765"/>
                </a:cubicBezTo>
                <a:cubicBezTo>
                  <a:pt x="140662" y="141707"/>
                  <a:pt x="141940" y="143128"/>
                  <a:pt x="143630" y="144028"/>
                </a:cubicBezTo>
                <a:cubicBezTo>
                  <a:pt x="145321" y="144927"/>
                  <a:pt x="148181" y="145485"/>
                  <a:pt x="152211" y="145701"/>
                </a:cubicBezTo>
                <a:lnTo>
                  <a:pt x="152211" y="149586"/>
                </a:lnTo>
                <a:lnTo>
                  <a:pt x="97708" y="149586"/>
                </a:lnTo>
                <a:lnTo>
                  <a:pt x="97708" y="145701"/>
                </a:lnTo>
                <a:cubicBezTo>
                  <a:pt x="102097" y="145341"/>
                  <a:pt x="105065" y="144136"/>
                  <a:pt x="106612" y="142085"/>
                </a:cubicBezTo>
                <a:cubicBezTo>
                  <a:pt x="108159" y="140035"/>
                  <a:pt x="108932" y="134620"/>
                  <a:pt x="108932" y="125842"/>
                </a:cubicBezTo>
                <a:lnTo>
                  <a:pt x="108932" y="69936"/>
                </a:lnTo>
                <a:cubicBezTo>
                  <a:pt x="108932" y="64144"/>
                  <a:pt x="108644" y="60452"/>
                  <a:pt x="108069" y="58860"/>
                </a:cubicBezTo>
                <a:cubicBezTo>
                  <a:pt x="107349" y="56832"/>
                  <a:pt x="106306" y="55348"/>
                  <a:pt x="104939" y="54408"/>
                </a:cubicBezTo>
                <a:cubicBezTo>
                  <a:pt x="103572" y="53466"/>
                  <a:pt x="101161" y="52814"/>
                  <a:pt x="97708" y="52452"/>
                </a:cubicBezTo>
                <a:lnTo>
                  <a:pt x="97708" y="48567"/>
                </a:lnTo>
                <a:lnTo>
                  <a:pt x="138936" y="48567"/>
                </a:lnTo>
                <a:close/>
                <a:moveTo>
                  <a:pt x="219482" y="0"/>
                </a:moveTo>
                <a:cubicBezTo>
                  <a:pt x="224159" y="0"/>
                  <a:pt x="228116" y="1642"/>
                  <a:pt x="231354" y="4928"/>
                </a:cubicBezTo>
                <a:cubicBezTo>
                  <a:pt x="234592" y="8210"/>
                  <a:pt x="236210" y="12162"/>
                  <a:pt x="236210" y="16783"/>
                </a:cubicBezTo>
                <a:cubicBezTo>
                  <a:pt x="236210" y="21403"/>
                  <a:pt x="234574" y="25338"/>
                  <a:pt x="231300" y="28587"/>
                </a:cubicBezTo>
                <a:cubicBezTo>
                  <a:pt x="228026" y="31834"/>
                  <a:pt x="224087" y="33457"/>
                  <a:pt x="219482" y="33457"/>
                </a:cubicBezTo>
                <a:cubicBezTo>
                  <a:pt x="214877" y="33457"/>
                  <a:pt x="210956" y="31834"/>
                  <a:pt x="207718" y="28587"/>
                </a:cubicBezTo>
                <a:cubicBezTo>
                  <a:pt x="204480" y="25338"/>
                  <a:pt x="202861" y="21403"/>
                  <a:pt x="202861" y="16783"/>
                </a:cubicBezTo>
                <a:cubicBezTo>
                  <a:pt x="202861" y="12162"/>
                  <a:pt x="204480" y="8210"/>
                  <a:pt x="207718" y="4928"/>
                </a:cubicBezTo>
                <a:cubicBezTo>
                  <a:pt x="210956" y="1642"/>
                  <a:pt x="214877" y="0"/>
                  <a:pt x="219482" y="0"/>
                </a:cubicBezTo>
                <a:moveTo>
                  <a:pt x="234592" y="48567"/>
                </a:moveTo>
                <a:lnTo>
                  <a:pt x="234592" y="128648"/>
                </a:lnTo>
                <a:cubicBezTo>
                  <a:pt x="234592" y="135771"/>
                  <a:pt x="235419" y="140322"/>
                  <a:pt x="237074" y="142301"/>
                </a:cubicBezTo>
                <a:cubicBezTo>
                  <a:pt x="238729" y="144280"/>
                  <a:pt x="241967" y="145413"/>
                  <a:pt x="246787" y="145701"/>
                </a:cubicBezTo>
                <a:lnTo>
                  <a:pt x="246787" y="149586"/>
                </a:lnTo>
                <a:lnTo>
                  <a:pt x="192284" y="149586"/>
                </a:lnTo>
                <a:lnTo>
                  <a:pt x="192284" y="145701"/>
                </a:lnTo>
                <a:cubicBezTo>
                  <a:pt x="196745" y="145557"/>
                  <a:pt x="200055" y="144262"/>
                  <a:pt x="202214" y="141815"/>
                </a:cubicBezTo>
                <a:cubicBezTo>
                  <a:pt x="203653" y="140160"/>
                  <a:pt x="204372" y="135771"/>
                  <a:pt x="204372" y="128648"/>
                </a:cubicBezTo>
                <a:lnTo>
                  <a:pt x="204372" y="69720"/>
                </a:lnTo>
                <a:cubicBezTo>
                  <a:pt x="204372" y="62507"/>
                  <a:pt x="203545" y="57899"/>
                  <a:pt x="201890" y="55896"/>
                </a:cubicBezTo>
                <a:cubicBezTo>
                  <a:pt x="200235" y="53892"/>
                  <a:pt x="197033" y="52745"/>
                  <a:pt x="192284" y="52452"/>
                </a:cubicBezTo>
                <a:lnTo>
                  <a:pt x="192284" y="48567"/>
                </a:lnTo>
                <a:lnTo>
                  <a:pt x="234592" y="48567"/>
                </a:lnTo>
                <a:close/>
                <a:moveTo>
                  <a:pt x="300896" y="59144"/>
                </a:moveTo>
                <a:lnTo>
                  <a:pt x="300896" y="129296"/>
                </a:lnTo>
                <a:cubicBezTo>
                  <a:pt x="300896" y="136059"/>
                  <a:pt x="301615" y="140304"/>
                  <a:pt x="303054" y="142031"/>
                </a:cubicBezTo>
                <a:cubicBezTo>
                  <a:pt x="305357" y="144693"/>
                  <a:pt x="309602" y="145917"/>
                  <a:pt x="315789" y="145701"/>
                </a:cubicBezTo>
                <a:lnTo>
                  <a:pt x="315789" y="149586"/>
                </a:lnTo>
                <a:lnTo>
                  <a:pt x="256322" y="149586"/>
                </a:lnTo>
                <a:lnTo>
                  <a:pt x="256322" y="145701"/>
                </a:lnTo>
                <a:cubicBezTo>
                  <a:pt x="260855" y="145629"/>
                  <a:pt x="264075" y="145107"/>
                  <a:pt x="265981" y="144136"/>
                </a:cubicBezTo>
                <a:cubicBezTo>
                  <a:pt x="267888" y="143164"/>
                  <a:pt x="269201" y="141815"/>
                  <a:pt x="269921" y="140089"/>
                </a:cubicBezTo>
                <a:cubicBezTo>
                  <a:pt x="270640" y="138362"/>
                  <a:pt x="271000" y="134764"/>
                  <a:pt x="271000" y="129296"/>
                </a:cubicBezTo>
                <a:lnTo>
                  <a:pt x="271000" y="59144"/>
                </a:lnTo>
                <a:lnTo>
                  <a:pt x="256322" y="59144"/>
                </a:lnTo>
                <a:lnTo>
                  <a:pt x="256322" y="48567"/>
                </a:lnTo>
                <a:lnTo>
                  <a:pt x="271000" y="48567"/>
                </a:lnTo>
                <a:lnTo>
                  <a:pt x="271000" y="41154"/>
                </a:lnTo>
                <a:lnTo>
                  <a:pt x="270892" y="36101"/>
                </a:lnTo>
                <a:cubicBezTo>
                  <a:pt x="270892" y="25788"/>
                  <a:pt x="274688" y="17193"/>
                  <a:pt x="282278" y="10317"/>
                </a:cubicBezTo>
                <a:cubicBezTo>
                  <a:pt x="289869" y="3439"/>
                  <a:pt x="300140" y="0"/>
                  <a:pt x="313091" y="0"/>
                </a:cubicBezTo>
                <a:cubicBezTo>
                  <a:pt x="321941" y="0"/>
                  <a:pt x="328507" y="1662"/>
                  <a:pt x="332788" y="4985"/>
                </a:cubicBezTo>
                <a:cubicBezTo>
                  <a:pt x="337069" y="8306"/>
                  <a:pt x="339210" y="11989"/>
                  <a:pt x="339210" y="16034"/>
                </a:cubicBezTo>
                <a:cubicBezTo>
                  <a:pt x="339210" y="19285"/>
                  <a:pt x="337878" y="22102"/>
                  <a:pt x="335216" y="24486"/>
                </a:cubicBezTo>
                <a:cubicBezTo>
                  <a:pt x="332554" y="26869"/>
                  <a:pt x="329028" y="28061"/>
                  <a:pt x="324639" y="28061"/>
                </a:cubicBezTo>
                <a:cubicBezTo>
                  <a:pt x="320898" y="28061"/>
                  <a:pt x="317930" y="27090"/>
                  <a:pt x="315736" y="25147"/>
                </a:cubicBezTo>
                <a:cubicBezTo>
                  <a:pt x="313541" y="23204"/>
                  <a:pt x="312444" y="21046"/>
                  <a:pt x="312444" y="18671"/>
                </a:cubicBezTo>
                <a:cubicBezTo>
                  <a:pt x="312444" y="18024"/>
                  <a:pt x="312660" y="16693"/>
                  <a:pt x="313091" y="14678"/>
                </a:cubicBezTo>
                <a:cubicBezTo>
                  <a:pt x="313379" y="13455"/>
                  <a:pt x="313523" y="12304"/>
                  <a:pt x="313523" y="11224"/>
                </a:cubicBezTo>
                <a:cubicBezTo>
                  <a:pt x="313523" y="9713"/>
                  <a:pt x="313091" y="8598"/>
                  <a:pt x="312228" y="7879"/>
                </a:cubicBezTo>
                <a:cubicBezTo>
                  <a:pt x="311077" y="6799"/>
                  <a:pt x="309674" y="6260"/>
                  <a:pt x="308019" y="6260"/>
                </a:cubicBezTo>
                <a:cubicBezTo>
                  <a:pt x="305932" y="6260"/>
                  <a:pt x="304187" y="7116"/>
                  <a:pt x="302784" y="8830"/>
                </a:cubicBezTo>
                <a:cubicBezTo>
                  <a:pt x="301381" y="10543"/>
                  <a:pt x="300680" y="13292"/>
                  <a:pt x="300680" y="17076"/>
                </a:cubicBezTo>
                <a:lnTo>
                  <a:pt x="300896" y="35821"/>
                </a:lnTo>
                <a:lnTo>
                  <a:pt x="300896" y="48567"/>
                </a:lnTo>
                <a:lnTo>
                  <a:pt x="315789" y="48567"/>
                </a:lnTo>
                <a:lnTo>
                  <a:pt x="315789" y="59144"/>
                </a:lnTo>
                <a:lnTo>
                  <a:pt x="300896" y="591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y">
            <a:extLst xmlns:a="http://schemas.openxmlformats.org/drawingml/2006/main">
              <a:ext uri="{FF2B5EF4-FFF2-40B4-BE49-F238E27FC236}">
                <a16:creationId xmlns:a16="http://schemas.microsoft.com/office/drawing/2014/main" id="{25143DCB-CC7B-4A5B-AE67-CBF1FD65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349" y="3414548"/>
            <a:ext cx="106631" cy="148723"/>
          </a:xfrm>
          <a:custGeom xmlns:a="http://schemas.openxmlformats.org/drawingml/2006/main">
            <a:pathLst>
              <a:path w="106631" h="148723">
                <a:moveTo>
                  <a:pt x="51913" y="105218"/>
                </a:moveTo>
                <a:lnTo>
                  <a:pt x="19319" y="30250"/>
                </a:lnTo>
                <a:cubicBezTo>
                  <a:pt x="14426" y="18895"/>
                  <a:pt x="10811" y="11916"/>
                  <a:pt x="8472" y="9312"/>
                </a:cubicBezTo>
                <a:cubicBezTo>
                  <a:pt x="6134" y="6706"/>
                  <a:pt x="3310" y="4897"/>
                  <a:pt x="0" y="3885"/>
                </a:cubicBezTo>
                <a:lnTo>
                  <a:pt x="0" y="0"/>
                </a:lnTo>
                <a:lnTo>
                  <a:pt x="53639" y="0"/>
                </a:lnTo>
                <a:lnTo>
                  <a:pt x="53639" y="3885"/>
                </a:lnTo>
                <a:cubicBezTo>
                  <a:pt x="50114" y="4029"/>
                  <a:pt x="47632" y="4716"/>
                  <a:pt x="46193" y="5946"/>
                </a:cubicBezTo>
                <a:cubicBezTo>
                  <a:pt x="44753" y="7174"/>
                  <a:pt x="44034" y="8655"/>
                  <a:pt x="44034" y="10391"/>
                </a:cubicBezTo>
                <a:cubicBezTo>
                  <a:pt x="44034" y="13137"/>
                  <a:pt x="45833" y="18558"/>
                  <a:pt x="49430" y="26654"/>
                </a:cubicBezTo>
                <a:lnTo>
                  <a:pt x="66699" y="66341"/>
                </a:lnTo>
                <a:lnTo>
                  <a:pt x="78463" y="35673"/>
                </a:lnTo>
                <a:cubicBezTo>
                  <a:pt x="82708" y="24752"/>
                  <a:pt x="84830" y="17158"/>
                  <a:pt x="84830" y="12890"/>
                </a:cubicBezTo>
                <a:cubicBezTo>
                  <a:pt x="84830" y="10215"/>
                  <a:pt x="83949" y="8081"/>
                  <a:pt x="82186" y="6489"/>
                </a:cubicBezTo>
                <a:cubicBezTo>
                  <a:pt x="80423" y="4897"/>
                  <a:pt x="77311" y="4029"/>
                  <a:pt x="72850" y="3885"/>
                </a:cubicBezTo>
                <a:lnTo>
                  <a:pt x="72850" y="0"/>
                </a:lnTo>
                <a:lnTo>
                  <a:pt x="106631" y="0"/>
                </a:lnTo>
                <a:lnTo>
                  <a:pt x="106631" y="3885"/>
                </a:lnTo>
                <a:cubicBezTo>
                  <a:pt x="103322" y="4247"/>
                  <a:pt x="100623" y="5531"/>
                  <a:pt x="98537" y="7737"/>
                </a:cubicBezTo>
                <a:cubicBezTo>
                  <a:pt x="96450" y="9943"/>
                  <a:pt x="92961" y="17447"/>
                  <a:pt x="88068" y="30250"/>
                </a:cubicBezTo>
                <a:lnTo>
                  <a:pt x="59252" y="105120"/>
                </a:lnTo>
                <a:cubicBezTo>
                  <a:pt x="51985" y="123828"/>
                  <a:pt x="46588" y="135340"/>
                  <a:pt x="43063" y="139657"/>
                </a:cubicBezTo>
                <a:cubicBezTo>
                  <a:pt x="38098" y="145701"/>
                  <a:pt x="31874" y="148723"/>
                  <a:pt x="24391" y="148723"/>
                </a:cubicBezTo>
                <a:cubicBezTo>
                  <a:pt x="18419" y="148723"/>
                  <a:pt x="13581" y="147014"/>
                  <a:pt x="9875" y="143596"/>
                </a:cubicBezTo>
                <a:cubicBezTo>
                  <a:pt x="6170" y="140178"/>
                  <a:pt x="4317" y="136059"/>
                  <a:pt x="4317" y="131239"/>
                </a:cubicBezTo>
                <a:cubicBezTo>
                  <a:pt x="4317" y="127065"/>
                  <a:pt x="5594" y="123612"/>
                  <a:pt x="8148" y="120878"/>
                </a:cubicBezTo>
                <a:cubicBezTo>
                  <a:pt x="10703" y="118143"/>
                  <a:pt x="13851" y="116776"/>
                  <a:pt x="17592" y="116776"/>
                </a:cubicBezTo>
                <a:cubicBezTo>
                  <a:pt x="21190" y="116776"/>
                  <a:pt x="24086" y="117921"/>
                  <a:pt x="26280" y="120210"/>
                </a:cubicBezTo>
                <a:cubicBezTo>
                  <a:pt x="28475" y="122501"/>
                  <a:pt x="29608" y="126045"/>
                  <a:pt x="29680" y="130841"/>
                </a:cubicBezTo>
                <a:cubicBezTo>
                  <a:pt x="29752" y="133561"/>
                  <a:pt x="30076" y="135315"/>
                  <a:pt x="30651" y="136102"/>
                </a:cubicBezTo>
                <a:cubicBezTo>
                  <a:pt x="31227" y="136889"/>
                  <a:pt x="32054" y="137282"/>
                  <a:pt x="33133" y="137282"/>
                </a:cubicBezTo>
                <a:cubicBezTo>
                  <a:pt x="34860" y="137282"/>
                  <a:pt x="36695" y="136244"/>
                  <a:pt x="38638" y="134166"/>
                </a:cubicBezTo>
                <a:cubicBezTo>
                  <a:pt x="41516" y="131158"/>
                  <a:pt x="44897" y="124282"/>
                  <a:pt x="48783" y="113539"/>
                </a:cubicBezTo>
                <a:lnTo>
                  <a:pt x="51913" y="105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85102-C5C4-45F7-AA80-7292E2F3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084" y="3349792"/>
            <a:ext cx="1388366" cy="718358"/>
          </a:xfrm>
          <a:custGeom xmlns:a="http://schemas.openxmlformats.org/drawingml/2006/main">
            <a:pathLst>
              <a:path w="1388366" h="718358">
                <a:moveTo>
                  <a:pt x="0" y="359179"/>
                </a:moveTo>
                <a:lnTo>
                  <a:pt x="694183" y="0"/>
                </a:lnTo>
                <a:lnTo>
                  <a:pt x="1388366" y="359179"/>
                </a:lnTo>
                <a:lnTo>
                  <a:pt x="694183" y="718358"/>
                </a:lnTo>
                <a:lnTo>
                  <a:pt x="0" y="359179"/>
                </a:lnTo>
                <a:close/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Ifsat">
            <a:extLst xmlns:a="http://schemas.openxmlformats.org/drawingml/2006/main">
              <a:ext uri="{FF2B5EF4-FFF2-40B4-BE49-F238E27FC236}">
                <a16:creationId xmlns:a16="http://schemas.microsoft.com/office/drawing/2014/main" id="{19358940-D585-4776-9ACB-1C66D1A1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798" y="3642272"/>
            <a:ext cx="478366" cy="152608"/>
          </a:xfrm>
          <a:custGeom xmlns:a="http://schemas.openxmlformats.org/drawingml/2006/main">
            <a:pathLst>
              <a:path w="478366" h="152608">
                <a:moveTo>
                  <a:pt x="76520" y="145701"/>
                </a:moveTo>
                <a:lnTo>
                  <a:pt x="76520" y="149586"/>
                </a:lnTo>
                <a:lnTo>
                  <a:pt x="0" y="149586"/>
                </a:lnTo>
                <a:lnTo>
                  <a:pt x="0" y="145701"/>
                </a:lnTo>
                <a:lnTo>
                  <a:pt x="4857" y="145701"/>
                </a:lnTo>
                <a:cubicBezTo>
                  <a:pt x="9102" y="145701"/>
                  <a:pt x="12519" y="144942"/>
                  <a:pt x="15110" y="143424"/>
                </a:cubicBezTo>
                <a:cubicBezTo>
                  <a:pt x="16980" y="142410"/>
                  <a:pt x="18419" y="140674"/>
                  <a:pt x="19427" y="138217"/>
                </a:cubicBezTo>
                <a:cubicBezTo>
                  <a:pt x="20218" y="136481"/>
                  <a:pt x="20614" y="131924"/>
                  <a:pt x="20614" y="124547"/>
                </a:cubicBezTo>
                <a:lnTo>
                  <a:pt x="20614" y="28277"/>
                </a:lnTo>
                <a:cubicBezTo>
                  <a:pt x="20614" y="20756"/>
                  <a:pt x="20218" y="16055"/>
                  <a:pt x="19427" y="14175"/>
                </a:cubicBezTo>
                <a:cubicBezTo>
                  <a:pt x="18635" y="12293"/>
                  <a:pt x="17034" y="10648"/>
                  <a:pt x="14624" y="9238"/>
                </a:cubicBezTo>
                <a:cubicBezTo>
                  <a:pt x="12214" y="7828"/>
                  <a:pt x="8958" y="7123"/>
                  <a:pt x="4857" y="7123"/>
                </a:cubicBezTo>
                <a:lnTo>
                  <a:pt x="0" y="7123"/>
                </a:lnTo>
                <a:lnTo>
                  <a:pt x="0" y="3238"/>
                </a:lnTo>
                <a:lnTo>
                  <a:pt x="76520" y="3238"/>
                </a:lnTo>
                <a:lnTo>
                  <a:pt x="76520" y="7123"/>
                </a:lnTo>
                <a:lnTo>
                  <a:pt x="71663" y="7123"/>
                </a:lnTo>
                <a:cubicBezTo>
                  <a:pt x="67418" y="7123"/>
                  <a:pt x="64000" y="7882"/>
                  <a:pt x="61410" y="9400"/>
                </a:cubicBezTo>
                <a:cubicBezTo>
                  <a:pt x="59539" y="10414"/>
                  <a:pt x="58064" y="12150"/>
                  <a:pt x="56985" y="14607"/>
                </a:cubicBezTo>
                <a:cubicBezTo>
                  <a:pt x="56194" y="16343"/>
                  <a:pt x="55798" y="20900"/>
                  <a:pt x="55798" y="28277"/>
                </a:cubicBezTo>
                <a:lnTo>
                  <a:pt x="55798" y="124547"/>
                </a:lnTo>
                <a:cubicBezTo>
                  <a:pt x="55798" y="132068"/>
                  <a:pt x="56212" y="136770"/>
                  <a:pt x="57039" y="138652"/>
                </a:cubicBezTo>
                <a:cubicBezTo>
                  <a:pt x="57867" y="140531"/>
                  <a:pt x="59485" y="142176"/>
                  <a:pt x="61896" y="143586"/>
                </a:cubicBezTo>
                <a:cubicBezTo>
                  <a:pt x="64306" y="144996"/>
                  <a:pt x="67562" y="145701"/>
                  <a:pt x="71663" y="145701"/>
                </a:cubicBezTo>
                <a:lnTo>
                  <a:pt x="76520" y="145701"/>
                </a:lnTo>
                <a:close/>
                <a:moveTo>
                  <a:pt x="133254" y="59144"/>
                </a:moveTo>
                <a:lnTo>
                  <a:pt x="133254" y="129296"/>
                </a:lnTo>
                <a:cubicBezTo>
                  <a:pt x="133254" y="136059"/>
                  <a:pt x="133973" y="140304"/>
                  <a:pt x="135412" y="142031"/>
                </a:cubicBezTo>
                <a:cubicBezTo>
                  <a:pt x="137715" y="144693"/>
                  <a:pt x="141960" y="145917"/>
                  <a:pt x="148148" y="145701"/>
                </a:cubicBezTo>
                <a:lnTo>
                  <a:pt x="148148" y="149586"/>
                </a:lnTo>
                <a:lnTo>
                  <a:pt x="88680" y="149586"/>
                </a:lnTo>
                <a:lnTo>
                  <a:pt x="88680" y="145701"/>
                </a:lnTo>
                <a:cubicBezTo>
                  <a:pt x="93213" y="145629"/>
                  <a:pt x="96433" y="145107"/>
                  <a:pt x="98340" y="144136"/>
                </a:cubicBezTo>
                <a:cubicBezTo>
                  <a:pt x="100246" y="143164"/>
                  <a:pt x="101560" y="141815"/>
                  <a:pt x="102279" y="140089"/>
                </a:cubicBezTo>
                <a:cubicBezTo>
                  <a:pt x="102999" y="138362"/>
                  <a:pt x="103358" y="134764"/>
                  <a:pt x="103358" y="129296"/>
                </a:cubicBezTo>
                <a:lnTo>
                  <a:pt x="103358" y="59144"/>
                </a:lnTo>
                <a:lnTo>
                  <a:pt x="88680" y="59144"/>
                </a:lnTo>
                <a:lnTo>
                  <a:pt x="88680" y="48567"/>
                </a:lnTo>
                <a:lnTo>
                  <a:pt x="103358" y="48567"/>
                </a:lnTo>
                <a:lnTo>
                  <a:pt x="103358" y="41154"/>
                </a:lnTo>
                <a:lnTo>
                  <a:pt x="103250" y="36101"/>
                </a:lnTo>
                <a:cubicBezTo>
                  <a:pt x="103250" y="25788"/>
                  <a:pt x="107046" y="17193"/>
                  <a:pt x="114637" y="10317"/>
                </a:cubicBezTo>
                <a:cubicBezTo>
                  <a:pt x="122227" y="3439"/>
                  <a:pt x="132498" y="0"/>
                  <a:pt x="145450" y="0"/>
                </a:cubicBezTo>
                <a:cubicBezTo>
                  <a:pt x="154300" y="0"/>
                  <a:pt x="160865" y="1662"/>
                  <a:pt x="165146" y="4985"/>
                </a:cubicBezTo>
                <a:cubicBezTo>
                  <a:pt x="169427" y="8306"/>
                  <a:pt x="171568" y="11989"/>
                  <a:pt x="171568" y="16034"/>
                </a:cubicBezTo>
                <a:cubicBezTo>
                  <a:pt x="171568" y="19285"/>
                  <a:pt x="170237" y="22102"/>
                  <a:pt x="167575" y="24486"/>
                </a:cubicBezTo>
                <a:cubicBezTo>
                  <a:pt x="164912" y="26869"/>
                  <a:pt x="161387" y="28061"/>
                  <a:pt x="156998" y="28061"/>
                </a:cubicBezTo>
                <a:cubicBezTo>
                  <a:pt x="153256" y="28061"/>
                  <a:pt x="150288" y="27090"/>
                  <a:pt x="148094" y="25147"/>
                </a:cubicBezTo>
                <a:cubicBezTo>
                  <a:pt x="145899" y="23204"/>
                  <a:pt x="144802" y="21046"/>
                  <a:pt x="144802" y="18671"/>
                </a:cubicBezTo>
                <a:cubicBezTo>
                  <a:pt x="144802" y="18024"/>
                  <a:pt x="145018" y="16693"/>
                  <a:pt x="145450" y="14678"/>
                </a:cubicBezTo>
                <a:cubicBezTo>
                  <a:pt x="145737" y="13455"/>
                  <a:pt x="145881" y="12304"/>
                  <a:pt x="145881" y="11224"/>
                </a:cubicBezTo>
                <a:cubicBezTo>
                  <a:pt x="145881" y="9713"/>
                  <a:pt x="145450" y="8598"/>
                  <a:pt x="144586" y="7879"/>
                </a:cubicBezTo>
                <a:cubicBezTo>
                  <a:pt x="143435" y="6799"/>
                  <a:pt x="142032" y="6260"/>
                  <a:pt x="140377" y="6260"/>
                </a:cubicBezTo>
                <a:cubicBezTo>
                  <a:pt x="138291" y="6260"/>
                  <a:pt x="136546" y="7116"/>
                  <a:pt x="135143" y="8830"/>
                </a:cubicBezTo>
                <a:cubicBezTo>
                  <a:pt x="133740" y="10543"/>
                  <a:pt x="133038" y="13292"/>
                  <a:pt x="133038" y="17076"/>
                </a:cubicBezTo>
                <a:lnTo>
                  <a:pt x="133254" y="35821"/>
                </a:lnTo>
                <a:lnTo>
                  <a:pt x="133254" y="48567"/>
                </a:lnTo>
                <a:lnTo>
                  <a:pt x="148148" y="48567"/>
                </a:lnTo>
                <a:lnTo>
                  <a:pt x="148148" y="59144"/>
                </a:lnTo>
                <a:lnTo>
                  <a:pt x="133254" y="59144"/>
                </a:lnTo>
                <a:close/>
                <a:moveTo>
                  <a:pt x="281651" y="45977"/>
                </a:moveTo>
                <a:lnTo>
                  <a:pt x="283270" y="80513"/>
                </a:lnTo>
                <a:lnTo>
                  <a:pt x="279600" y="80513"/>
                </a:lnTo>
                <a:cubicBezTo>
                  <a:pt x="275211" y="70213"/>
                  <a:pt x="270660" y="63177"/>
                  <a:pt x="265947" y="59407"/>
                </a:cubicBezTo>
                <a:cubicBezTo>
                  <a:pt x="261235" y="55634"/>
                  <a:pt x="256540" y="53747"/>
                  <a:pt x="251863" y="53747"/>
                </a:cubicBezTo>
                <a:cubicBezTo>
                  <a:pt x="248913" y="53747"/>
                  <a:pt x="246395" y="54737"/>
                  <a:pt x="244308" y="56715"/>
                </a:cubicBezTo>
                <a:cubicBezTo>
                  <a:pt x="242222" y="58694"/>
                  <a:pt x="241178" y="60978"/>
                  <a:pt x="241178" y="63569"/>
                </a:cubicBezTo>
                <a:cubicBezTo>
                  <a:pt x="241178" y="65511"/>
                  <a:pt x="241898" y="67382"/>
                  <a:pt x="243337" y="69181"/>
                </a:cubicBezTo>
                <a:cubicBezTo>
                  <a:pt x="245639" y="72131"/>
                  <a:pt x="252079" y="77185"/>
                  <a:pt x="262656" y="84345"/>
                </a:cubicBezTo>
                <a:cubicBezTo>
                  <a:pt x="273232" y="91504"/>
                  <a:pt x="280194" y="97583"/>
                  <a:pt x="283539" y="102584"/>
                </a:cubicBezTo>
                <a:cubicBezTo>
                  <a:pt x="286885" y="107585"/>
                  <a:pt x="288558" y="113179"/>
                  <a:pt x="288558" y="119367"/>
                </a:cubicBezTo>
                <a:cubicBezTo>
                  <a:pt x="288558" y="124979"/>
                  <a:pt x="287155" y="130483"/>
                  <a:pt x="284349" y="135879"/>
                </a:cubicBezTo>
                <a:cubicBezTo>
                  <a:pt x="281543" y="141276"/>
                  <a:pt x="277586" y="145413"/>
                  <a:pt x="272477" y="148291"/>
                </a:cubicBezTo>
                <a:cubicBezTo>
                  <a:pt x="267368" y="151169"/>
                  <a:pt x="261720" y="152608"/>
                  <a:pt x="255533" y="152608"/>
                </a:cubicBezTo>
                <a:cubicBezTo>
                  <a:pt x="250712" y="152608"/>
                  <a:pt x="244272" y="151069"/>
                  <a:pt x="236214" y="147991"/>
                </a:cubicBezTo>
                <a:cubicBezTo>
                  <a:pt x="234055" y="147184"/>
                  <a:pt x="232580" y="146780"/>
                  <a:pt x="231789" y="146780"/>
                </a:cubicBezTo>
                <a:cubicBezTo>
                  <a:pt x="229414" y="146780"/>
                  <a:pt x="227436" y="148579"/>
                  <a:pt x="225853" y="152176"/>
                </a:cubicBezTo>
                <a:lnTo>
                  <a:pt x="222291" y="152176"/>
                </a:lnTo>
                <a:lnTo>
                  <a:pt x="220564" y="115913"/>
                </a:lnTo>
                <a:lnTo>
                  <a:pt x="224234" y="115913"/>
                </a:lnTo>
                <a:cubicBezTo>
                  <a:pt x="227472" y="125411"/>
                  <a:pt x="231915" y="132534"/>
                  <a:pt x="237563" y="137282"/>
                </a:cubicBezTo>
                <a:cubicBezTo>
                  <a:pt x="243211" y="142031"/>
                  <a:pt x="248553" y="144406"/>
                  <a:pt x="253590" y="144406"/>
                </a:cubicBezTo>
                <a:cubicBezTo>
                  <a:pt x="257044" y="144406"/>
                  <a:pt x="259868" y="143344"/>
                  <a:pt x="262062" y="141222"/>
                </a:cubicBezTo>
                <a:cubicBezTo>
                  <a:pt x="264257" y="139099"/>
                  <a:pt x="265354" y="136527"/>
                  <a:pt x="265354" y="133505"/>
                </a:cubicBezTo>
                <a:cubicBezTo>
                  <a:pt x="265354" y="130051"/>
                  <a:pt x="264275" y="127065"/>
                  <a:pt x="262116" y="124547"/>
                </a:cubicBezTo>
                <a:cubicBezTo>
                  <a:pt x="259958" y="122029"/>
                  <a:pt x="255137" y="118215"/>
                  <a:pt x="247654" y="113107"/>
                </a:cubicBezTo>
                <a:cubicBezTo>
                  <a:pt x="236645" y="105480"/>
                  <a:pt x="229522" y="99652"/>
                  <a:pt x="226284" y="95623"/>
                </a:cubicBezTo>
                <a:cubicBezTo>
                  <a:pt x="221536" y="89723"/>
                  <a:pt x="219161" y="83211"/>
                  <a:pt x="219161" y="76088"/>
                </a:cubicBezTo>
                <a:cubicBezTo>
                  <a:pt x="219161" y="68317"/>
                  <a:pt x="221842" y="61284"/>
                  <a:pt x="227202" y="54989"/>
                </a:cubicBezTo>
                <a:cubicBezTo>
                  <a:pt x="232562" y="48693"/>
                  <a:pt x="240315" y="45545"/>
                  <a:pt x="250460" y="45545"/>
                </a:cubicBezTo>
                <a:cubicBezTo>
                  <a:pt x="255928" y="45545"/>
                  <a:pt x="261217" y="46928"/>
                  <a:pt x="266325" y="49693"/>
                </a:cubicBezTo>
                <a:cubicBezTo>
                  <a:pt x="268268" y="50813"/>
                  <a:pt x="269851" y="51373"/>
                  <a:pt x="271074" y="51373"/>
                </a:cubicBezTo>
                <a:cubicBezTo>
                  <a:pt x="272369" y="51373"/>
                  <a:pt x="273412" y="51103"/>
                  <a:pt x="274204" y="50564"/>
                </a:cubicBezTo>
                <a:cubicBezTo>
                  <a:pt x="274995" y="50024"/>
                  <a:pt x="276254" y="48495"/>
                  <a:pt x="277981" y="45977"/>
                </a:cubicBezTo>
                <a:lnTo>
                  <a:pt x="281651" y="45977"/>
                </a:lnTo>
                <a:close/>
                <a:moveTo>
                  <a:pt x="359539" y="134692"/>
                </a:moveTo>
                <a:cubicBezTo>
                  <a:pt x="347235" y="145629"/>
                  <a:pt x="336191" y="151097"/>
                  <a:pt x="326405" y="151097"/>
                </a:cubicBezTo>
                <a:cubicBezTo>
                  <a:pt x="320649" y="151097"/>
                  <a:pt x="315864" y="149203"/>
                  <a:pt x="312051" y="145414"/>
                </a:cubicBezTo>
                <a:cubicBezTo>
                  <a:pt x="308238" y="141623"/>
                  <a:pt x="306331" y="136877"/>
                  <a:pt x="306331" y="131174"/>
                </a:cubicBezTo>
                <a:cubicBezTo>
                  <a:pt x="306331" y="123449"/>
                  <a:pt x="309641" y="116500"/>
                  <a:pt x="316260" y="110328"/>
                </a:cubicBezTo>
                <a:cubicBezTo>
                  <a:pt x="322880" y="104156"/>
                  <a:pt x="337306" y="95944"/>
                  <a:pt x="359539" y="85694"/>
                </a:cubicBezTo>
                <a:lnTo>
                  <a:pt x="359539" y="75548"/>
                </a:lnTo>
                <a:cubicBezTo>
                  <a:pt x="359539" y="67922"/>
                  <a:pt x="359125" y="63119"/>
                  <a:pt x="358298" y="61140"/>
                </a:cubicBezTo>
                <a:cubicBezTo>
                  <a:pt x="357470" y="59162"/>
                  <a:pt x="355905" y="57435"/>
                  <a:pt x="353603" y="55960"/>
                </a:cubicBezTo>
                <a:cubicBezTo>
                  <a:pt x="351300" y="54485"/>
                  <a:pt x="348710" y="53747"/>
                  <a:pt x="345832" y="53747"/>
                </a:cubicBezTo>
                <a:cubicBezTo>
                  <a:pt x="341155" y="53747"/>
                  <a:pt x="337306" y="54791"/>
                  <a:pt x="334284" y="56877"/>
                </a:cubicBezTo>
                <a:cubicBezTo>
                  <a:pt x="332413" y="58172"/>
                  <a:pt x="331478" y="59683"/>
                  <a:pt x="331478" y="61410"/>
                </a:cubicBezTo>
                <a:cubicBezTo>
                  <a:pt x="331478" y="62921"/>
                  <a:pt x="332485" y="64792"/>
                  <a:pt x="334500" y="67022"/>
                </a:cubicBezTo>
                <a:cubicBezTo>
                  <a:pt x="337234" y="70116"/>
                  <a:pt x="338601" y="73102"/>
                  <a:pt x="338601" y="75980"/>
                </a:cubicBezTo>
                <a:cubicBezTo>
                  <a:pt x="338601" y="79506"/>
                  <a:pt x="337288" y="82510"/>
                  <a:pt x="334662" y="84992"/>
                </a:cubicBezTo>
                <a:cubicBezTo>
                  <a:pt x="332035" y="87474"/>
                  <a:pt x="328600" y="88716"/>
                  <a:pt x="324355" y="88716"/>
                </a:cubicBezTo>
                <a:cubicBezTo>
                  <a:pt x="319822" y="88716"/>
                  <a:pt x="316026" y="87348"/>
                  <a:pt x="312968" y="84614"/>
                </a:cubicBezTo>
                <a:cubicBezTo>
                  <a:pt x="309911" y="81880"/>
                  <a:pt x="308382" y="78678"/>
                  <a:pt x="308382" y="75009"/>
                </a:cubicBezTo>
                <a:cubicBezTo>
                  <a:pt x="308382" y="69828"/>
                  <a:pt x="310432" y="64882"/>
                  <a:pt x="314533" y="60169"/>
                </a:cubicBezTo>
                <a:cubicBezTo>
                  <a:pt x="318635" y="55456"/>
                  <a:pt x="324355" y="51841"/>
                  <a:pt x="331694" y="49322"/>
                </a:cubicBezTo>
                <a:cubicBezTo>
                  <a:pt x="339033" y="46804"/>
                  <a:pt x="346660" y="45545"/>
                  <a:pt x="354574" y="45545"/>
                </a:cubicBezTo>
                <a:cubicBezTo>
                  <a:pt x="364144" y="45545"/>
                  <a:pt x="371716" y="47583"/>
                  <a:pt x="377293" y="51660"/>
                </a:cubicBezTo>
                <a:cubicBezTo>
                  <a:pt x="382869" y="55734"/>
                  <a:pt x="386484" y="60151"/>
                  <a:pt x="388139" y="64911"/>
                </a:cubicBezTo>
                <a:cubicBezTo>
                  <a:pt x="389147" y="67940"/>
                  <a:pt x="389650" y="74899"/>
                  <a:pt x="389650" y="85788"/>
                </a:cubicBezTo>
                <a:lnTo>
                  <a:pt x="389650" y="125056"/>
                </a:lnTo>
                <a:cubicBezTo>
                  <a:pt x="389650" y="129672"/>
                  <a:pt x="389830" y="132576"/>
                  <a:pt x="390190" y="133768"/>
                </a:cubicBezTo>
                <a:cubicBezTo>
                  <a:pt x="390550" y="134958"/>
                  <a:pt x="391089" y="135841"/>
                  <a:pt x="391809" y="136419"/>
                </a:cubicBezTo>
                <a:cubicBezTo>
                  <a:pt x="392528" y="136995"/>
                  <a:pt x="393356" y="137282"/>
                  <a:pt x="394291" y="137282"/>
                </a:cubicBezTo>
                <a:cubicBezTo>
                  <a:pt x="396162" y="137282"/>
                  <a:pt x="398068" y="135951"/>
                  <a:pt x="400011" y="133289"/>
                </a:cubicBezTo>
                <a:lnTo>
                  <a:pt x="403249" y="135879"/>
                </a:lnTo>
                <a:cubicBezTo>
                  <a:pt x="399651" y="141204"/>
                  <a:pt x="395928" y="145071"/>
                  <a:pt x="392079" y="147481"/>
                </a:cubicBezTo>
                <a:cubicBezTo>
                  <a:pt x="388229" y="149892"/>
                  <a:pt x="383858" y="151097"/>
                  <a:pt x="378965" y="151097"/>
                </a:cubicBezTo>
                <a:cubicBezTo>
                  <a:pt x="373209" y="151097"/>
                  <a:pt x="368712" y="149739"/>
                  <a:pt x="365475" y="147023"/>
                </a:cubicBezTo>
                <a:cubicBezTo>
                  <a:pt x="362237" y="144307"/>
                  <a:pt x="360258" y="140196"/>
                  <a:pt x="359539" y="134692"/>
                </a:cubicBezTo>
                <a:moveTo>
                  <a:pt x="359539" y="126706"/>
                </a:moveTo>
                <a:lnTo>
                  <a:pt x="359539" y="92945"/>
                </a:lnTo>
                <a:cubicBezTo>
                  <a:pt x="350833" y="98078"/>
                  <a:pt x="344357" y="103573"/>
                  <a:pt x="340112" y="109431"/>
                </a:cubicBezTo>
                <a:cubicBezTo>
                  <a:pt x="337306" y="113334"/>
                  <a:pt x="335903" y="117274"/>
                  <a:pt x="335903" y="121252"/>
                </a:cubicBezTo>
                <a:cubicBezTo>
                  <a:pt x="335903" y="124577"/>
                  <a:pt x="337090" y="127506"/>
                  <a:pt x="339464" y="130038"/>
                </a:cubicBezTo>
                <a:cubicBezTo>
                  <a:pt x="341263" y="131990"/>
                  <a:pt x="343781" y="132965"/>
                  <a:pt x="347019" y="132965"/>
                </a:cubicBezTo>
                <a:cubicBezTo>
                  <a:pt x="350617" y="132965"/>
                  <a:pt x="354790" y="130879"/>
                  <a:pt x="359539" y="126706"/>
                </a:cubicBezTo>
                <a:close/>
                <a:moveTo>
                  <a:pt x="454406" y="11440"/>
                </a:moveTo>
                <a:lnTo>
                  <a:pt x="454406" y="48567"/>
                </a:lnTo>
                <a:lnTo>
                  <a:pt x="478366" y="48567"/>
                </a:lnTo>
                <a:lnTo>
                  <a:pt x="478366" y="59144"/>
                </a:lnTo>
                <a:lnTo>
                  <a:pt x="454406" y="59144"/>
                </a:lnTo>
                <a:lnTo>
                  <a:pt x="454406" y="121586"/>
                </a:lnTo>
                <a:cubicBezTo>
                  <a:pt x="454406" y="127430"/>
                  <a:pt x="454676" y="131199"/>
                  <a:pt x="455216" y="132895"/>
                </a:cubicBezTo>
                <a:cubicBezTo>
                  <a:pt x="455755" y="134590"/>
                  <a:pt x="456709" y="135961"/>
                  <a:pt x="458076" y="137009"/>
                </a:cubicBezTo>
                <a:cubicBezTo>
                  <a:pt x="459443" y="138055"/>
                  <a:pt x="460702" y="138578"/>
                  <a:pt x="461853" y="138578"/>
                </a:cubicBezTo>
                <a:cubicBezTo>
                  <a:pt x="466530" y="138578"/>
                  <a:pt x="470955" y="134980"/>
                  <a:pt x="475128" y="127785"/>
                </a:cubicBezTo>
                <a:lnTo>
                  <a:pt x="478366" y="130183"/>
                </a:lnTo>
                <a:cubicBezTo>
                  <a:pt x="472538" y="144126"/>
                  <a:pt x="463076" y="151097"/>
                  <a:pt x="449981" y="151097"/>
                </a:cubicBezTo>
                <a:cubicBezTo>
                  <a:pt x="443578" y="151097"/>
                  <a:pt x="438163" y="149311"/>
                  <a:pt x="433738" y="145738"/>
                </a:cubicBezTo>
                <a:cubicBezTo>
                  <a:pt x="429313" y="142163"/>
                  <a:pt x="426489" y="138173"/>
                  <a:pt x="425266" y="133768"/>
                </a:cubicBezTo>
                <a:cubicBezTo>
                  <a:pt x="424547" y="131313"/>
                  <a:pt x="424187" y="124670"/>
                  <a:pt x="424187" y="113839"/>
                </a:cubicBezTo>
                <a:lnTo>
                  <a:pt x="424187" y="59144"/>
                </a:lnTo>
                <a:lnTo>
                  <a:pt x="411020" y="59144"/>
                </a:lnTo>
                <a:lnTo>
                  <a:pt x="411020" y="55356"/>
                </a:lnTo>
                <a:cubicBezTo>
                  <a:pt x="420086" y="48939"/>
                  <a:pt x="427802" y="42197"/>
                  <a:pt x="434170" y="35130"/>
                </a:cubicBezTo>
                <a:cubicBezTo>
                  <a:pt x="440538" y="28063"/>
                  <a:pt x="446096" y="20166"/>
                  <a:pt x="450845" y="11440"/>
                </a:cubicBezTo>
                <a:lnTo>
                  <a:pt x="454406" y="114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Y">
            <a:extLst xmlns:a="http://schemas.openxmlformats.org/drawingml/2006/main">
              <a:ext uri="{FF2B5EF4-FFF2-40B4-BE49-F238E27FC236}">
                <a16:creationId xmlns:a16="http://schemas.microsoft.com/office/drawing/2014/main" id="{FC4994AA-08FE-47E8-9E52-C4866506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017" y="3479735"/>
            <a:ext cx="155198" cy="146348"/>
          </a:xfrm>
          <a:custGeom xmlns:a="http://schemas.openxmlformats.org/drawingml/2006/main">
            <a:pathLst>
              <a:path w="155198" h="146348">
                <a:moveTo>
                  <a:pt x="155198" y="0"/>
                </a:moveTo>
                <a:lnTo>
                  <a:pt x="155198" y="3885"/>
                </a:lnTo>
                <a:cubicBezTo>
                  <a:pt x="150377" y="4533"/>
                  <a:pt x="146672" y="5938"/>
                  <a:pt x="144082" y="8101"/>
                </a:cubicBezTo>
                <a:cubicBezTo>
                  <a:pt x="140484" y="11125"/>
                  <a:pt x="134800" y="19374"/>
                  <a:pt x="127029" y="32847"/>
                </a:cubicBezTo>
                <a:lnTo>
                  <a:pt x="95299" y="85909"/>
                </a:lnTo>
                <a:lnTo>
                  <a:pt x="95299" y="121309"/>
                </a:lnTo>
                <a:cubicBezTo>
                  <a:pt x="95299" y="128902"/>
                  <a:pt x="95695" y="133622"/>
                  <a:pt x="96486" y="135468"/>
                </a:cubicBezTo>
                <a:cubicBezTo>
                  <a:pt x="97278" y="137312"/>
                  <a:pt x="98843" y="138938"/>
                  <a:pt x="101181" y="140348"/>
                </a:cubicBezTo>
                <a:cubicBezTo>
                  <a:pt x="103519" y="141758"/>
                  <a:pt x="106631" y="142463"/>
                  <a:pt x="110517" y="142463"/>
                </a:cubicBezTo>
                <a:lnTo>
                  <a:pt x="118719" y="142463"/>
                </a:lnTo>
                <a:lnTo>
                  <a:pt x="118719" y="146348"/>
                </a:lnTo>
                <a:lnTo>
                  <a:pt x="36587" y="146348"/>
                </a:lnTo>
                <a:lnTo>
                  <a:pt x="36587" y="142463"/>
                </a:lnTo>
                <a:lnTo>
                  <a:pt x="44250" y="142463"/>
                </a:lnTo>
                <a:cubicBezTo>
                  <a:pt x="48567" y="142463"/>
                  <a:pt x="51985" y="141704"/>
                  <a:pt x="54503" y="140186"/>
                </a:cubicBezTo>
                <a:cubicBezTo>
                  <a:pt x="56374" y="139172"/>
                  <a:pt x="57849" y="137436"/>
                  <a:pt x="58928" y="134979"/>
                </a:cubicBezTo>
                <a:cubicBezTo>
                  <a:pt x="59719" y="133243"/>
                  <a:pt x="60115" y="128687"/>
                  <a:pt x="60115" y="121309"/>
                </a:cubicBezTo>
                <a:lnTo>
                  <a:pt x="60115" y="91953"/>
                </a:lnTo>
                <a:lnTo>
                  <a:pt x="25686" y="29170"/>
                </a:lnTo>
                <a:cubicBezTo>
                  <a:pt x="18851" y="16779"/>
                  <a:pt x="14030" y="9485"/>
                  <a:pt x="11224" y="7288"/>
                </a:cubicBezTo>
                <a:cubicBezTo>
                  <a:pt x="8418" y="5092"/>
                  <a:pt x="4677" y="3957"/>
                  <a:pt x="0" y="3885"/>
                </a:cubicBezTo>
                <a:lnTo>
                  <a:pt x="0" y="0"/>
                </a:lnTo>
                <a:lnTo>
                  <a:pt x="70152" y="0"/>
                </a:lnTo>
                <a:lnTo>
                  <a:pt x="70152" y="3885"/>
                </a:lnTo>
                <a:lnTo>
                  <a:pt x="67022" y="3885"/>
                </a:lnTo>
                <a:cubicBezTo>
                  <a:pt x="62777" y="3885"/>
                  <a:pt x="59809" y="4500"/>
                  <a:pt x="58118" y="5730"/>
                </a:cubicBezTo>
                <a:cubicBezTo>
                  <a:pt x="56428" y="6958"/>
                  <a:pt x="55582" y="8259"/>
                  <a:pt x="55582" y="9632"/>
                </a:cubicBezTo>
                <a:cubicBezTo>
                  <a:pt x="55582" y="12236"/>
                  <a:pt x="58460" y="18780"/>
                  <a:pt x="64216" y="29265"/>
                </a:cubicBezTo>
                <a:lnTo>
                  <a:pt x="90658" y="77474"/>
                </a:lnTo>
                <a:lnTo>
                  <a:pt x="116992" y="33606"/>
                </a:lnTo>
                <a:cubicBezTo>
                  <a:pt x="123540" y="22759"/>
                  <a:pt x="126814" y="15564"/>
                  <a:pt x="126814" y="12020"/>
                </a:cubicBezTo>
                <a:cubicBezTo>
                  <a:pt x="126814" y="10069"/>
                  <a:pt x="125878" y="8442"/>
                  <a:pt x="124007" y="7140"/>
                </a:cubicBezTo>
                <a:cubicBezTo>
                  <a:pt x="121561" y="5332"/>
                  <a:pt x="117064" y="4247"/>
                  <a:pt x="110517" y="3885"/>
                </a:cubicBezTo>
                <a:lnTo>
                  <a:pt x="110517" y="0"/>
                </a:lnTo>
                <a:lnTo>
                  <a:pt x="1551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N">
            <a:extLst xmlns:a="http://schemas.openxmlformats.org/drawingml/2006/main">
              <a:ext uri="{FF2B5EF4-FFF2-40B4-BE49-F238E27FC236}">
                <a16:creationId xmlns:a16="http://schemas.microsoft.com/office/drawing/2014/main" id="{BB19C852-5C62-4E40-9B8B-69BDA183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496" y="4059948"/>
            <a:ext cx="151313" cy="149586"/>
          </a:xfrm>
          <a:custGeom xmlns:a="http://schemas.openxmlformats.org/drawingml/2006/main">
            <a:pathLst>
              <a:path w="151313" h="149586">
                <a:moveTo>
                  <a:pt x="51913" y="0"/>
                </a:moveTo>
                <a:lnTo>
                  <a:pt x="124115" y="90584"/>
                </a:lnTo>
                <a:lnTo>
                  <a:pt x="124115" y="27845"/>
                </a:lnTo>
                <a:cubicBezTo>
                  <a:pt x="124115" y="19027"/>
                  <a:pt x="122856" y="13064"/>
                  <a:pt x="120338" y="9956"/>
                </a:cubicBezTo>
                <a:cubicBezTo>
                  <a:pt x="116884" y="5765"/>
                  <a:pt x="111092" y="3741"/>
                  <a:pt x="102962" y="3885"/>
                </a:cubicBezTo>
                <a:lnTo>
                  <a:pt x="102962" y="0"/>
                </a:lnTo>
                <a:lnTo>
                  <a:pt x="151313" y="0"/>
                </a:lnTo>
                <a:lnTo>
                  <a:pt x="151313" y="3885"/>
                </a:lnTo>
                <a:cubicBezTo>
                  <a:pt x="145125" y="4681"/>
                  <a:pt x="140970" y="5712"/>
                  <a:pt x="138847" y="6978"/>
                </a:cubicBezTo>
                <a:cubicBezTo>
                  <a:pt x="136725" y="8242"/>
                  <a:pt x="135070" y="10301"/>
                  <a:pt x="133883" y="13157"/>
                </a:cubicBezTo>
                <a:cubicBezTo>
                  <a:pt x="132696" y="16010"/>
                  <a:pt x="132102" y="20906"/>
                  <a:pt x="132102" y="27845"/>
                </a:cubicBezTo>
                <a:lnTo>
                  <a:pt x="132102" y="149586"/>
                </a:lnTo>
                <a:lnTo>
                  <a:pt x="128432" y="149586"/>
                </a:lnTo>
                <a:lnTo>
                  <a:pt x="29464" y="27653"/>
                </a:lnTo>
                <a:lnTo>
                  <a:pt x="29464" y="120878"/>
                </a:lnTo>
                <a:cubicBezTo>
                  <a:pt x="29464" y="129339"/>
                  <a:pt x="31389" y="135052"/>
                  <a:pt x="35238" y="138018"/>
                </a:cubicBezTo>
                <a:cubicBezTo>
                  <a:pt x="39087" y="140981"/>
                  <a:pt x="43494" y="142463"/>
                  <a:pt x="48459" y="142463"/>
                </a:cubicBezTo>
                <a:lnTo>
                  <a:pt x="51913" y="142463"/>
                </a:lnTo>
                <a:lnTo>
                  <a:pt x="51913" y="146348"/>
                </a:lnTo>
                <a:lnTo>
                  <a:pt x="0" y="146348"/>
                </a:lnTo>
                <a:lnTo>
                  <a:pt x="0" y="142463"/>
                </a:lnTo>
                <a:cubicBezTo>
                  <a:pt x="8059" y="142391"/>
                  <a:pt x="13671" y="140728"/>
                  <a:pt x="16837" y="137475"/>
                </a:cubicBezTo>
                <a:cubicBezTo>
                  <a:pt x="20002" y="134219"/>
                  <a:pt x="21585" y="128687"/>
                  <a:pt x="21585" y="120878"/>
                </a:cubicBezTo>
                <a:lnTo>
                  <a:pt x="21585" y="17575"/>
                </a:lnTo>
                <a:lnTo>
                  <a:pt x="18455" y="13707"/>
                </a:lnTo>
                <a:cubicBezTo>
                  <a:pt x="15362" y="9779"/>
                  <a:pt x="12627" y="7196"/>
                  <a:pt x="10253" y="5960"/>
                </a:cubicBezTo>
                <a:cubicBezTo>
                  <a:pt x="7879" y="4723"/>
                  <a:pt x="4461" y="4031"/>
                  <a:pt x="0" y="3885"/>
                </a:cubicBezTo>
                <a:lnTo>
                  <a:pt x="0" y="0"/>
                </a:lnTo>
                <a:lnTo>
                  <a:pt x="5191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F6384-2C86-4F3A-93B2-33619938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634" y="918425"/>
            <a:ext cx="1954764" cy="925577"/>
          </a:xfrm>
          <a:custGeom xmlns:a="http://schemas.openxmlformats.org/drawingml/2006/main">
            <a:pathLst>
              <a:path w="1954764" h="925577">
                <a:moveTo>
                  <a:pt x="0" y="0"/>
                </a:moveTo>
                <a:lnTo>
                  <a:pt x="1954764" y="0"/>
                </a:lnTo>
                <a:lnTo>
                  <a:pt x="1954764" y="925577"/>
                </a:lnTo>
                <a:lnTo>
                  <a:pt x="0" y="9255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Candidatepredicate1">
            <a:extLst xmlns:a="http://schemas.openxmlformats.org/drawingml/2006/main">
              <a:ext uri="{FF2B5EF4-FFF2-40B4-BE49-F238E27FC236}">
                <a16:creationId xmlns:a16="http://schemas.microsoft.com/office/drawing/2014/main" id="{939C6108-B1C4-4D67-8B2E-18B5B8E6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866" y="1034176"/>
            <a:ext cx="1543330" cy="147643"/>
          </a:xfrm>
          <a:custGeom xmlns:a="http://schemas.openxmlformats.org/drawingml/2006/main">
            <a:pathLst>
              <a:path w="1543330" h="147643">
                <a:moveTo>
                  <a:pt x="104095" y="0"/>
                </a:moveTo>
                <a:lnTo>
                  <a:pt x="104095" y="38044"/>
                </a:lnTo>
                <a:lnTo>
                  <a:pt x="100938" y="38044"/>
                </a:lnTo>
                <a:cubicBezTo>
                  <a:pt x="98564" y="28063"/>
                  <a:pt x="94139" y="20414"/>
                  <a:pt x="87663" y="15099"/>
                </a:cubicBezTo>
                <a:cubicBezTo>
                  <a:pt x="81188" y="9782"/>
                  <a:pt x="73849" y="7123"/>
                  <a:pt x="65646" y="7123"/>
                </a:cubicBezTo>
                <a:cubicBezTo>
                  <a:pt x="58793" y="7123"/>
                  <a:pt x="52506" y="9093"/>
                  <a:pt x="46786" y="13032"/>
                </a:cubicBezTo>
                <a:cubicBezTo>
                  <a:pt x="41066" y="16971"/>
                  <a:pt x="36884" y="22125"/>
                  <a:pt x="34240" y="28493"/>
                </a:cubicBezTo>
                <a:cubicBezTo>
                  <a:pt x="30840" y="36641"/>
                  <a:pt x="29140" y="45707"/>
                  <a:pt x="29140" y="55690"/>
                </a:cubicBezTo>
                <a:cubicBezTo>
                  <a:pt x="29140" y="65511"/>
                  <a:pt x="30381" y="74456"/>
                  <a:pt x="32864" y="82523"/>
                </a:cubicBezTo>
                <a:cubicBezTo>
                  <a:pt x="35346" y="90591"/>
                  <a:pt x="39231" y="96689"/>
                  <a:pt x="44520" y="100817"/>
                </a:cubicBezTo>
                <a:cubicBezTo>
                  <a:pt x="49808" y="104945"/>
                  <a:pt x="56661" y="107009"/>
                  <a:pt x="65080" y="107009"/>
                </a:cubicBezTo>
                <a:cubicBezTo>
                  <a:pt x="71987" y="107009"/>
                  <a:pt x="78314" y="105498"/>
                  <a:pt x="84061" y="102476"/>
                </a:cubicBezTo>
                <a:cubicBezTo>
                  <a:pt x="89808" y="99454"/>
                  <a:pt x="95866" y="94247"/>
                  <a:pt x="102233" y="86854"/>
                </a:cubicBezTo>
                <a:lnTo>
                  <a:pt x="102233" y="96324"/>
                </a:lnTo>
                <a:cubicBezTo>
                  <a:pt x="96082" y="102746"/>
                  <a:pt x="89673" y="107400"/>
                  <a:pt x="83009" y="110287"/>
                </a:cubicBezTo>
                <a:cubicBezTo>
                  <a:pt x="76344" y="113174"/>
                  <a:pt x="68560" y="114618"/>
                  <a:pt x="59656" y="114618"/>
                </a:cubicBezTo>
                <a:cubicBezTo>
                  <a:pt x="47946" y="114618"/>
                  <a:pt x="37545" y="112274"/>
                  <a:pt x="28452" y="107586"/>
                </a:cubicBezTo>
                <a:cubicBezTo>
                  <a:pt x="19359" y="102898"/>
                  <a:pt x="12344" y="96162"/>
                  <a:pt x="7406" y="87380"/>
                </a:cubicBezTo>
                <a:cubicBezTo>
                  <a:pt x="2469" y="78596"/>
                  <a:pt x="0" y="69246"/>
                  <a:pt x="0" y="59330"/>
                </a:cubicBezTo>
                <a:cubicBezTo>
                  <a:pt x="0" y="48876"/>
                  <a:pt x="2739" y="38961"/>
                  <a:pt x="8216" y="29585"/>
                </a:cubicBezTo>
                <a:cubicBezTo>
                  <a:pt x="13693" y="20208"/>
                  <a:pt x="21086" y="12933"/>
                  <a:pt x="30395" y="7761"/>
                </a:cubicBezTo>
                <a:cubicBezTo>
                  <a:pt x="39703" y="2587"/>
                  <a:pt x="49592" y="0"/>
                  <a:pt x="60061" y="0"/>
                </a:cubicBezTo>
                <a:cubicBezTo>
                  <a:pt x="67778" y="0"/>
                  <a:pt x="75926" y="1673"/>
                  <a:pt x="84506" y="5019"/>
                </a:cubicBezTo>
                <a:cubicBezTo>
                  <a:pt x="89471" y="6961"/>
                  <a:pt x="92628" y="7933"/>
                  <a:pt x="93977" y="7933"/>
                </a:cubicBezTo>
                <a:cubicBezTo>
                  <a:pt x="95704" y="7933"/>
                  <a:pt x="97201" y="7299"/>
                  <a:pt x="98469" y="6030"/>
                </a:cubicBezTo>
                <a:cubicBezTo>
                  <a:pt x="99738" y="4762"/>
                  <a:pt x="100560" y="2752"/>
                  <a:pt x="100938" y="0"/>
                </a:cubicBezTo>
                <a:lnTo>
                  <a:pt x="104095" y="0"/>
                </a:lnTo>
                <a:close/>
                <a:moveTo>
                  <a:pt x="160485" y="101019"/>
                </a:moveTo>
                <a:cubicBezTo>
                  <a:pt x="151258" y="109222"/>
                  <a:pt x="142974" y="113323"/>
                  <a:pt x="135635" y="113323"/>
                </a:cubicBezTo>
                <a:cubicBezTo>
                  <a:pt x="131318" y="113323"/>
                  <a:pt x="127730" y="111902"/>
                  <a:pt x="124870" y="109061"/>
                </a:cubicBezTo>
                <a:cubicBezTo>
                  <a:pt x="122010" y="106217"/>
                  <a:pt x="120580" y="102657"/>
                  <a:pt x="120580" y="98381"/>
                </a:cubicBezTo>
                <a:cubicBezTo>
                  <a:pt x="120580" y="92587"/>
                  <a:pt x="123062" y="87375"/>
                  <a:pt x="128027" y="82746"/>
                </a:cubicBezTo>
                <a:cubicBezTo>
                  <a:pt x="132991" y="78117"/>
                  <a:pt x="143811" y="71958"/>
                  <a:pt x="160485" y="64270"/>
                </a:cubicBezTo>
                <a:lnTo>
                  <a:pt x="160485" y="56661"/>
                </a:lnTo>
                <a:cubicBezTo>
                  <a:pt x="160485" y="50941"/>
                  <a:pt x="160175" y="47339"/>
                  <a:pt x="159555" y="45855"/>
                </a:cubicBezTo>
                <a:cubicBezTo>
                  <a:pt x="158934" y="44371"/>
                  <a:pt x="157760" y="43076"/>
                  <a:pt x="156033" y="41970"/>
                </a:cubicBezTo>
                <a:cubicBezTo>
                  <a:pt x="154307" y="40864"/>
                  <a:pt x="152364" y="40311"/>
                  <a:pt x="150205" y="40311"/>
                </a:cubicBezTo>
                <a:cubicBezTo>
                  <a:pt x="146698" y="40311"/>
                  <a:pt x="143811" y="41093"/>
                  <a:pt x="141544" y="42658"/>
                </a:cubicBezTo>
                <a:cubicBezTo>
                  <a:pt x="140141" y="43629"/>
                  <a:pt x="139440" y="44762"/>
                  <a:pt x="139440" y="46058"/>
                </a:cubicBezTo>
                <a:cubicBezTo>
                  <a:pt x="139440" y="47191"/>
                  <a:pt x="140195" y="48594"/>
                  <a:pt x="141706" y="50267"/>
                </a:cubicBezTo>
                <a:cubicBezTo>
                  <a:pt x="143757" y="52587"/>
                  <a:pt x="144782" y="54827"/>
                  <a:pt x="144782" y="56985"/>
                </a:cubicBezTo>
                <a:cubicBezTo>
                  <a:pt x="144782" y="59629"/>
                  <a:pt x="143797" y="61882"/>
                  <a:pt x="141828" y="63744"/>
                </a:cubicBezTo>
                <a:cubicBezTo>
                  <a:pt x="139858" y="65606"/>
                  <a:pt x="137281" y="66537"/>
                  <a:pt x="134097" y="66537"/>
                </a:cubicBezTo>
                <a:cubicBezTo>
                  <a:pt x="130698" y="66537"/>
                  <a:pt x="127851" y="65511"/>
                  <a:pt x="125558" y="63461"/>
                </a:cubicBezTo>
                <a:cubicBezTo>
                  <a:pt x="123264" y="61410"/>
                  <a:pt x="122118" y="59009"/>
                  <a:pt x="122118" y="56257"/>
                </a:cubicBezTo>
                <a:cubicBezTo>
                  <a:pt x="122118" y="52371"/>
                  <a:pt x="123656" y="48661"/>
                  <a:pt x="126731" y="45127"/>
                </a:cubicBezTo>
                <a:cubicBezTo>
                  <a:pt x="129807" y="41592"/>
                  <a:pt x="134097" y="38880"/>
                  <a:pt x="139602" y="36992"/>
                </a:cubicBezTo>
                <a:cubicBezTo>
                  <a:pt x="145106" y="35103"/>
                  <a:pt x="150826" y="34159"/>
                  <a:pt x="156762" y="34159"/>
                </a:cubicBezTo>
                <a:cubicBezTo>
                  <a:pt x="163939" y="34159"/>
                  <a:pt x="169619" y="35687"/>
                  <a:pt x="173801" y="38745"/>
                </a:cubicBezTo>
                <a:cubicBezTo>
                  <a:pt x="177983" y="41800"/>
                  <a:pt x="180695" y="45113"/>
                  <a:pt x="181936" y="48683"/>
                </a:cubicBezTo>
                <a:cubicBezTo>
                  <a:pt x="182691" y="50955"/>
                  <a:pt x="183069" y="56174"/>
                  <a:pt x="183069" y="64341"/>
                </a:cubicBezTo>
                <a:lnTo>
                  <a:pt x="183069" y="93792"/>
                </a:lnTo>
                <a:cubicBezTo>
                  <a:pt x="183069" y="97254"/>
                  <a:pt x="183204" y="99432"/>
                  <a:pt x="183474" y="100326"/>
                </a:cubicBezTo>
                <a:cubicBezTo>
                  <a:pt x="183744" y="101218"/>
                  <a:pt x="184148" y="101881"/>
                  <a:pt x="184688" y="102314"/>
                </a:cubicBezTo>
                <a:cubicBezTo>
                  <a:pt x="185228" y="102746"/>
                  <a:pt x="185848" y="102962"/>
                  <a:pt x="186550" y="102962"/>
                </a:cubicBezTo>
                <a:cubicBezTo>
                  <a:pt x="187953" y="102962"/>
                  <a:pt x="189383" y="101963"/>
                  <a:pt x="190840" y="99967"/>
                </a:cubicBezTo>
                <a:lnTo>
                  <a:pt x="193268" y="101910"/>
                </a:lnTo>
                <a:cubicBezTo>
                  <a:pt x="190570" y="105903"/>
                  <a:pt x="187777" y="108803"/>
                  <a:pt x="184890" y="110611"/>
                </a:cubicBezTo>
                <a:cubicBezTo>
                  <a:pt x="182003" y="112419"/>
                  <a:pt x="178725" y="113323"/>
                  <a:pt x="175056" y="113323"/>
                </a:cubicBezTo>
                <a:cubicBezTo>
                  <a:pt x="170738" y="113323"/>
                  <a:pt x="167366" y="112304"/>
                  <a:pt x="164937" y="110267"/>
                </a:cubicBezTo>
                <a:cubicBezTo>
                  <a:pt x="162509" y="108230"/>
                  <a:pt x="161025" y="105147"/>
                  <a:pt x="160485" y="101019"/>
                </a:cubicBezTo>
                <a:moveTo>
                  <a:pt x="160485" y="95029"/>
                </a:moveTo>
                <a:lnTo>
                  <a:pt x="160485" y="69709"/>
                </a:lnTo>
                <a:cubicBezTo>
                  <a:pt x="153956" y="73559"/>
                  <a:pt x="149099" y="77680"/>
                  <a:pt x="145915" y="82073"/>
                </a:cubicBezTo>
                <a:cubicBezTo>
                  <a:pt x="143811" y="85000"/>
                  <a:pt x="142759" y="87956"/>
                  <a:pt x="142759" y="90939"/>
                </a:cubicBezTo>
                <a:cubicBezTo>
                  <a:pt x="142759" y="93433"/>
                  <a:pt x="143649" y="95630"/>
                  <a:pt x="145430" y="97528"/>
                </a:cubicBezTo>
                <a:cubicBezTo>
                  <a:pt x="146779" y="98992"/>
                  <a:pt x="148667" y="99724"/>
                  <a:pt x="151096" y="99724"/>
                </a:cubicBezTo>
                <a:cubicBezTo>
                  <a:pt x="153794" y="99724"/>
                  <a:pt x="156924" y="98159"/>
                  <a:pt x="160485" y="95029"/>
                </a:cubicBezTo>
                <a:close/>
                <a:moveTo>
                  <a:pt x="232526" y="36425"/>
                </a:moveTo>
                <a:lnTo>
                  <a:pt x="232526" y="46300"/>
                </a:lnTo>
                <a:cubicBezTo>
                  <a:pt x="236412" y="42063"/>
                  <a:pt x="240135" y="38980"/>
                  <a:pt x="243697" y="37052"/>
                </a:cubicBezTo>
                <a:cubicBezTo>
                  <a:pt x="247258" y="35123"/>
                  <a:pt x="251090" y="34159"/>
                  <a:pt x="255191" y="34159"/>
                </a:cubicBezTo>
                <a:cubicBezTo>
                  <a:pt x="260102" y="34159"/>
                  <a:pt x="264176" y="35523"/>
                  <a:pt x="267414" y="38251"/>
                </a:cubicBezTo>
                <a:cubicBezTo>
                  <a:pt x="270651" y="40980"/>
                  <a:pt x="272810" y="44370"/>
                  <a:pt x="273889" y="48423"/>
                </a:cubicBezTo>
                <a:cubicBezTo>
                  <a:pt x="274753" y="51504"/>
                  <a:pt x="275184" y="57421"/>
                  <a:pt x="275184" y="66175"/>
                </a:cubicBezTo>
                <a:lnTo>
                  <a:pt x="275184" y="95677"/>
                </a:lnTo>
                <a:cubicBezTo>
                  <a:pt x="275184" y="101505"/>
                  <a:pt x="275710" y="105134"/>
                  <a:pt x="276763" y="106564"/>
                </a:cubicBezTo>
                <a:cubicBezTo>
                  <a:pt x="277815" y="107994"/>
                  <a:pt x="280014" y="108898"/>
                  <a:pt x="283360" y="109276"/>
                </a:cubicBezTo>
                <a:lnTo>
                  <a:pt x="283360" y="112190"/>
                </a:lnTo>
                <a:lnTo>
                  <a:pt x="245073" y="112190"/>
                </a:lnTo>
                <a:lnTo>
                  <a:pt x="245073" y="109276"/>
                </a:lnTo>
                <a:cubicBezTo>
                  <a:pt x="247933" y="108898"/>
                  <a:pt x="249983" y="107711"/>
                  <a:pt x="251225" y="105714"/>
                </a:cubicBezTo>
                <a:cubicBezTo>
                  <a:pt x="252088" y="104365"/>
                  <a:pt x="252520" y="101019"/>
                  <a:pt x="252520" y="95677"/>
                </a:cubicBezTo>
                <a:lnTo>
                  <a:pt x="252520" y="62004"/>
                </a:lnTo>
                <a:cubicBezTo>
                  <a:pt x="252520" y="55798"/>
                  <a:pt x="252277" y="51886"/>
                  <a:pt x="251791" y="50267"/>
                </a:cubicBezTo>
                <a:cubicBezTo>
                  <a:pt x="251306" y="48648"/>
                  <a:pt x="250483" y="47393"/>
                  <a:pt x="249322" y="46503"/>
                </a:cubicBezTo>
                <a:cubicBezTo>
                  <a:pt x="248162" y="45612"/>
                  <a:pt x="246881" y="45167"/>
                  <a:pt x="245478" y="45167"/>
                </a:cubicBezTo>
                <a:cubicBezTo>
                  <a:pt x="240837" y="45167"/>
                  <a:pt x="236520" y="48513"/>
                  <a:pt x="232526" y="55204"/>
                </a:cubicBezTo>
                <a:lnTo>
                  <a:pt x="232526" y="95677"/>
                </a:lnTo>
                <a:cubicBezTo>
                  <a:pt x="232526" y="101343"/>
                  <a:pt x="233052" y="104931"/>
                  <a:pt x="234105" y="106442"/>
                </a:cubicBezTo>
                <a:cubicBezTo>
                  <a:pt x="235157" y="107953"/>
                  <a:pt x="237113" y="108898"/>
                  <a:pt x="239973" y="109276"/>
                </a:cubicBezTo>
                <a:lnTo>
                  <a:pt x="239973" y="112190"/>
                </a:lnTo>
                <a:lnTo>
                  <a:pt x="201686" y="112190"/>
                </a:lnTo>
                <a:lnTo>
                  <a:pt x="201686" y="109276"/>
                </a:lnTo>
                <a:cubicBezTo>
                  <a:pt x="204870" y="108952"/>
                  <a:pt x="207137" y="107926"/>
                  <a:pt x="208486" y="106200"/>
                </a:cubicBezTo>
                <a:cubicBezTo>
                  <a:pt x="209403" y="105012"/>
                  <a:pt x="209862" y="101505"/>
                  <a:pt x="209862" y="95677"/>
                </a:cubicBezTo>
                <a:lnTo>
                  <a:pt x="209862" y="52938"/>
                </a:lnTo>
                <a:cubicBezTo>
                  <a:pt x="209862" y="47149"/>
                  <a:pt x="209336" y="43544"/>
                  <a:pt x="208283" y="42124"/>
                </a:cubicBezTo>
                <a:cubicBezTo>
                  <a:pt x="207231" y="40704"/>
                  <a:pt x="205032" y="39776"/>
                  <a:pt x="201686" y="39339"/>
                </a:cubicBezTo>
                <a:lnTo>
                  <a:pt x="201686" y="36425"/>
                </a:lnTo>
                <a:lnTo>
                  <a:pt x="232526" y="36425"/>
                </a:lnTo>
                <a:close/>
                <a:moveTo>
                  <a:pt x="367355" y="2428"/>
                </a:moveTo>
                <a:lnTo>
                  <a:pt x="367355" y="89525"/>
                </a:lnTo>
                <a:cubicBezTo>
                  <a:pt x="367355" y="95348"/>
                  <a:pt x="367517" y="98793"/>
                  <a:pt x="367841" y="99861"/>
                </a:cubicBezTo>
                <a:cubicBezTo>
                  <a:pt x="368273" y="101625"/>
                  <a:pt x="369096" y="102934"/>
                  <a:pt x="370310" y="103789"/>
                </a:cubicBezTo>
                <a:cubicBezTo>
                  <a:pt x="371524" y="104642"/>
                  <a:pt x="373642" y="105176"/>
                  <a:pt x="376664" y="105390"/>
                </a:cubicBezTo>
                <a:lnTo>
                  <a:pt x="376664" y="108304"/>
                </a:lnTo>
                <a:lnTo>
                  <a:pt x="344691" y="114456"/>
                </a:lnTo>
                <a:lnTo>
                  <a:pt x="344691" y="102476"/>
                </a:lnTo>
                <a:cubicBezTo>
                  <a:pt x="340859" y="107117"/>
                  <a:pt x="337446" y="110274"/>
                  <a:pt x="334451" y="111947"/>
                </a:cubicBezTo>
                <a:cubicBezTo>
                  <a:pt x="331456" y="113620"/>
                  <a:pt x="328070" y="114456"/>
                  <a:pt x="324293" y="114456"/>
                </a:cubicBezTo>
                <a:cubicBezTo>
                  <a:pt x="314633" y="114456"/>
                  <a:pt x="306997" y="110135"/>
                  <a:pt x="301385" y="101492"/>
                </a:cubicBezTo>
                <a:cubicBezTo>
                  <a:pt x="296852" y="94470"/>
                  <a:pt x="294586" y="85855"/>
                  <a:pt x="294586" y="75645"/>
                </a:cubicBezTo>
                <a:cubicBezTo>
                  <a:pt x="294586" y="67489"/>
                  <a:pt x="295989" y="60182"/>
                  <a:pt x="298795" y="53727"/>
                </a:cubicBezTo>
                <a:cubicBezTo>
                  <a:pt x="301601" y="47272"/>
                  <a:pt x="305446" y="42397"/>
                  <a:pt x="310330" y="39101"/>
                </a:cubicBezTo>
                <a:cubicBezTo>
                  <a:pt x="315213" y="35806"/>
                  <a:pt x="320461" y="34159"/>
                  <a:pt x="326073" y="34159"/>
                </a:cubicBezTo>
                <a:cubicBezTo>
                  <a:pt x="329689" y="34159"/>
                  <a:pt x="332900" y="34866"/>
                  <a:pt x="335706" y="36281"/>
                </a:cubicBezTo>
                <a:cubicBezTo>
                  <a:pt x="338512" y="37696"/>
                  <a:pt x="341507" y="40172"/>
                  <a:pt x="344691" y="43710"/>
                </a:cubicBezTo>
                <a:lnTo>
                  <a:pt x="344691" y="20884"/>
                </a:lnTo>
                <a:cubicBezTo>
                  <a:pt x="344691" y="15110"/>
                  <a:pt x="344448" y="11629"/>
                  <a:pt x="343962" y="10442"/>
                </a:cubicBezTo>
                <a:cubicBezTo>
                  <a:pt x="343315" y="8877"/>
                  <a:pt x="342343" y="7717"/>
                  <a:pt x="341048" y="6961"/>
                </a:cubicBezTo>
                <a:cubicBezTo>
                  <a:pt x="339753" y="6206"/>
                  <a:pt x="337325" y="5828"/>
                  <a:pt x="333763" y="5828"/>
                </a:cubicBezTo>
                <a:lnTo>
                  <a:pt x="333763" y="2428"/>
                </a:lnTo>
                <a:lnTo>
                  <a:pt x="367355" y="2428"/>
                </a:lnTo>
                <a:moveTo>
                  <a:pt x="344691" y="53585"/>
                </a:moveTo>
                <a:cubicBezTo>
                  <a:pt x="340697" y="46031"/>
                  <a:pt x="335814" y="42253"/>
                  <a:pt x="330040" y="42253"/>
                </a:cubicBezTo>
                <a:cubicBezTo>
                  <a:pt x="328043" y="42253"/>
                  <a:pt x="326397" y="42793"/>
                  <a:pt x="325102" y="43872"/>
                </a:cubicBezTo>
                <a:cubicBezTo>
                  <a:pt x="323105" y="45545"/>
                  <a:pt x="321473" y="48486"/>
                  <a:pt x="320205" y="52695"/>
                </a:cubicBezTo>
                <a:cubicBezTo>
                  <a:pt x="318937" y="56904"/>
                  <a:pt x="318303" y="63353"/>
                  <a:pt x="318303" y="72041"/>
                </a:cubicBezTo>
                <a:cubicBezTo>
                  <a:pt x="318303" y="81592"/>
                  <a:pt x="319004" y="88662"/>
                  <a:pt x="320407" y="93248"/>
                </a:cubicBezTo>
                <a:cubicBezTo>
                  <a:pt x="321810" y="97835"/>
                  <a:pt x="323726" y="101154"/>
                  <a:pt x="326154" y="103205"/>
                </a:cubicBezTo>
                <a:cubicBezTo>
                  <a:pt x="327395" y="104230"/>
                  <a:pt x="329095" y="104743"/>
                  <a:pt x="331254" y="104743"/>
                </a:cubicBezTo>
                <a:cubicBezTo>
                  <a:pt x="336003" y="104743"/>
                  <a:pt x="340482" y="101007"/>
                  <a:pt x="344691" y="93537"/>
                </a:cubicBezTo>
                <a:lnTo>
                  <a:pt x="344691" y="53585"/>
                </a:lnTo>
                <a:close/>
                <a:moveTo>
                  <a:pt x="404160" y="0"/>
                </a:moveTo>
                <a:cubicBezTo>
                  <a:pt x="407668" y="0"/>
                  <a:pt x="410636" y="1232"/>
                  <a:pt x="413064" y="3696"/>
                </a:cubicBezTo>
                <a:cubicBezTo>
                  <a:pt x="415492" y="6158"/>
                  <a:pt x="416707" y="9121"/>
                  <a:pt x="416707" y="12587"/>
                </a:cubicBezTo>
                <a:cubicBezTo>
                  <a:pt x="416707" y="16052"/>
                  <a:pt x="415479" y="19003"/>
                  <a:pt x="413024" y="21440"/>
                </a:cubicBezTo>
                <a:cubicBezTo>
                  <a:pt x="410568" y="23875"/>
                  <a:pt x="407614" y="25093"/>
                  <a:pt x="404160" y="25093"/>
                </a:cubicBezTo>
                <a:cubicBezTo>
                  <a:pt x="400707" y="25093"/>
                  <a:pt x="397766" y="23875"/>
                  <a:pt x="395337" y="21440"/>
                </a:cubicBezTo>
                <a:cubicBezTo>
                  <a:pt x="392909" y="19003"/>
                  <a:pt x="391695" y="16052"/>
                  <a:pt x="391695" y="12587"/>
                </a:cubicBezTo>
                <a:cubicBezTo>
                  <a:pt x="391695" y="9121"/>
                  <a:pt x="392909" y="6158"/>
                  <a:pt x="395337" y="3696"/>
                </a:cubicBezTo>
                <a:cubicBezTo>
                  <a:pt x="397766" y="1232"/>
                  <a:pt x="400707" y="0"/>
                  <a:pt x="404160" y="0"/>
                </a:cubicBezTo>
                <a:moveTo>
                  <a:pt x="415492" y="36425"/>
                </a:moveTo>
                <a:lnTo>
                  <a:pt x="415492" y="96486"/>
                </a:lnTo>
                <a:cubicBezTo>
                  <a:pt x="415492" y="101829"/>
                  <a:pt x="416113" y="105242"/>
                  <a:pt x="417354" y="106726"/>
                </a:cubicBezTo>
                <a:cubicBezTo>
                  <a:pt x="418595" y="108210"/>
                  <a:pt x="421024" y="109060"/>
                  <a:pt x="424639" y="109276"/>
                </a:cubicBezTo>
                <a:lnTo>
                  <a:pt x="424639" y="112190"/>
                </a:lnTo>
                <a:lnTo>
                  <a:pt x="383762" y="112190"/>
                </a:lnTo>
                <a:lnTo>
                  <a:pt x="383762" y="109276"/>
                </a:lnTo>
                <a:cubicBezTo>
                  <a:pt x="387108" y="109168"/>
                  <a:pt x="389590" y="108196"/>
                  <a:pt x="391209" y="106361"/>
                </a:cubicBezTo>
                <a:cubicBezTo>
                  <a:pt x="392288" y="105120"/>
                  <a:pt x="392828" y="101829"/>
                  <a:pt x="392828" y="96486"/>
                </a:cubicBezTo>
                <a:lnTo>
                  <a:pt x="392828" y="52290"/>
                </a:lnTo>
                <a:cubicBezTo>
                  <a:pt x="392828" y="46881"/>
                  <a:pt x="392207" y="43424"/>
                  <a:pt x="390966" y="41922"/>
                </a:cubicBezTo>
                <a:cubicBezTo>
                  <a:pt x="389725" y="40419"/>
                  <a:pt x="387324" y="39558"/>
                  <a:pt x="383762" y="39339"/>
                </a:cubicBezTo>
                <a:lnTo>
                  <a:pt x="383762" y="36425"/>
                </a:lnTo>
                <a:lnTo>
                  <a:pt x="415492" y="36425"/>
                </a:lnTo>
                <a:close/>
                <a:moveTo>
                  <a:pt x="505613" y="2428"/>
                </a:moveTo>
                <a:lnTo>
                  <a:pt x="505613" y="89525"/>
                </a:lnTo>
                <a:cubicBezTo>
                  <a:pt x="505613" y="95348"/>
                  <a:pt x="505775" y="98793"/>
                  <a:pt x="506098" y="99861"/>
                </a:cubicBezTo>
                <a:cubicBezTo>
                  <a:pt x="506530" y="101625"/>
                  <a:pt x="507353" y="102934"/>
                  <a:pt x="508567" y="103789"/>
                </a:cubicBezTo>
                <a:cubicBezTo>
                  <a:pt x="509781" y="104642"/>
                  <a:pt x="511899" y="105176"/>
                  <a:pt x="514921" y="105390"/>
                </a:cubicBezTo>
                <a:lnTo>
                  <a:pt x="514921" y="108304"/>
                </a:lnTo>
                <a:lnTo>
                  <a:pt x="482948" y="114456"/>
                </a:lnTo>
                <a:lnTo>
                  <a:pt x="482948" y="102476"/>
                </a:lnTo>
                <a:cubicBezTo>
                  <a:pt x="479117" y="107117"/>
                  <a:pt x="475704" y="110274"/>
                  <a:pt x="472709" y="111947"/>
                </a:cubicBezTo>
                <a:cubicBezTo>
                  <a:pt x="469714" y="113620"/>
                  <a:pt x="466328" y="114456"/>
                  <a:pt x="462550" y="114456"/>
                </a:cubicBezTo>
                <a:cubicBezTo>
                  <a:pt x="452891" y="114456"/>
                  <a:pt x="445255" y="110135"/>
                  <a:pt x="439643" y="101492"/>
                </a:cubicBezTo>
                <a:cubicBezTo>
                  <a:pt x="435110" y="94470"/>
                  <a:pt x="432843" y="85855"/>
                  <a:pt x="432843" y="75645"/>
                </a:cubicBezTo>
                <a:cubicBezTo>
                  <a:pt x="432843" y="67489"/>
                  <a:pt x="434246" y="60182"/>
                  <a:pt x="437053" y="53727"/>
                </a:cubicBezTo>
                <a:cubicBezTo>
                  <a:pt x="439859" y="47272"/>
                  <a:pt x="443703" y="42397"/>
                  <a:pt x="448587" y="39101"/>
                </a:cubicBezTo>
                <a:cubicBezTo>
                  <a:pt x="453471" y="35806"/>
                  <a:pt x="458719" y="34159"/>
                  <a:pt x="464331" y="34159"/>
                </a:cubicBezTo>
                <a:cubicBezTo>
                  <a:pt x="467946" y="34159"/>
                  <a:pt x="471157" y="34866"/>
                  <a:pt x="473963" y="36281"/>
                </a:cubicBezTo>
                <a:cubicBezTo>
                  <a:pt x="476769" y="37696"/>
                  <a:pt x="479764" y="40172"/>
                  <a:pt x="482948" y="43710"/>
                </a:cubicBezTo>
                <a:lnTo>
                  <a:pt x="482948" y="20884"/>
                </a:lnTo>
                <a:cubicBezTo>
                  <a:pt x="482948" y="15110"/>
                  <a:pt x="482705" y="11629"/>
                  <a:pt x="482220" y="10442"/>
                </a:cubicBezTo>
                <a:cubicBezTo>
                  <a:pt x="481572" y="8877"/>
                  <a:pt x="480601" y="7717"/>
                  <a:pt x="479306" y="6961"/>
                </a:cubicBezTo>
                <a:cubicBezTo>
                  <a:pt x="478011" y="6206"/>
                  <a:pt x="475582" y="5828"/>
                  <a:pt x="472021" y="5828"/>
                </a:cubicBezTo>
                <a:lnTo>
                  <a:pt x="472021" y="2428"/>
                </a:lnTo>
                <a:lnTo>
                  <a:pt x="505613" y="2428"/>
                </a:lnTo>
                <a:moveTo>
                  <a:pt x="482948" y="53585"/>
                </a:moveTo>
                <a:cubicBezTo>
                  <a:pt x="478955" y="46031"/>
                  <a:pt x="474071" y="42253"/>
                  <a:pt x="468297" y="42253"/>
                </a:cubicBezTo>
                <a:cubicBezTo>
                  <a:pt x="466301" y="42253"/>
                  <a:pt x="464655" y="42793"/>
                  <a:pt x="463360" y="43872"/>
                </a:cubicBezTo>
                <a:cubicBezTo>
                  <a:pt x="461363" y="45545"/>
                  <a:pt x="459731" y="48486"/>
                  <a:pt x="458462" y="52695"/>
                </a:cubicBezTo>
                <a:cubicBezTo>
                  <a:pt x="457194" y="56904"/>
                  <a:pt x="456560" y="63353"/>
                  <a:pt x="456560" y="72041"/>
                </a:cubicBezTo>
                <a:cubicBezTo>
                  <a:pt x="456560" y="81592"/>
                  <a:pt x="457262" y="88662"/>
                  <a:pt x="458665" y="93248"/>
                </a:cubicBezTo>
                <a:cubicBezTo>
                  <a:pt x="460068" y="97835"/>
                  <a:pt x="461984" y="101154"/>
                  <a:pt x="464412" y="103205"/>
                </a:cubicBezTo>
                <a:cubicBezTo>
                  <a:pt x="465653" y="104230"/>
                  <a:pt x="467353" y="104743"/>
                  <a:pt x="469511" y="104743"/>
                </a:cubicBezTo>
                <a:cubicBezTo>
                  <a:pt x="474260" y="104743"/>
                  <a:pt x="478739" y="101007"/>
                  <a:pt x="482948" y="93537"/>
                </a:cubicBezTo>
                <a:lnTo>
                  <a:pt x="482948" y="53585"/>
                </a:lnTo>
                <a:close/>
                <a:moveTo>
                  <a:pt x="565973" y="101019"/>
                </a:moveTo>
                <a:cubicBezTo>
                  <a:pt x="556745" y="109222"/>
                  <a:pt x="548462" y="113323"/>
                  <a:pt x="541123" y="113323"/>
                </a:cubicBezTo>
                <a:cubicBezTo>
                  <a:pt x="536806" y="113323"/>
                  <a:pt x="533217" y="111902"/>
                  <a:pt x="530357" y="109061"/>
                </a:cubicBezTo>
                <a:cubicBezTo>
                  <a:pt x="527497" y="106217"/>
                  <a:pt x="526067" y="102657"/>
                  <a:pt x="526067" y="98381"/>
                </a:cubicBezTo>
                <a:cubicBezTo>
                  <a:pt x="526067" y="92587"/>
                  <a:pt x="528549" y="87375"/>
                  <a:pt x="533514" y="82746"/>
                </a:cubicBezTo>
                <a:cubicBezTo>
                  <a:pt x="538478" y="78117"/>
                  <a:pt x="549298" y="71958"/>
                  <a:pt x="565973" y="64270"/>
                </a:cubicBezTo>
                <a:lnTo>
                  <a:pt x="565973" y="56661"/>
                </a:lnTo>
                <a:cubicBezTo>
                  <a:pt x="565973" y="50941"/>
                  <a:pt x="565662" y="47339"/>
                  <a:pt x="565042" y="45855"/>
                </a:cubicBezTo>
                <a:cubicBezTo>
                  <a:pt x="564421" y="44371"/>
                  <a:pt x="563248" y="43076"/>
                  <a:pt x="561521" y="41970"/>
                </a:cubicBezTo>
                <a:cubicBezTo>
                  <a:pt x="559794" y="40864"/>
                  <a:pt x="557851" y="40311"/>
                  <a:pt x="555693" y="40311"/>
                </a:cubicBezTo>
                <a:cubicBezTo>
                  <a:pt x="552185" y="40311"/>
                  <a:pt x="549298" y="41093"/>
                  <a:pt x="547032" y="42658"/>
                </a:cubicBezTo>
                <a:cubicBezTo>
                  <a:pt x="545629" y="43629"/>
                  <a:pt x="544927" y="44762"/>
                  <a:pt x="544927" y="46058"/>
                </a:cubicBezTo>
                <a:cubicBezTo>
                  <a:pt x="544927" y="47191"/>
                  <a:pt x="545683" y="48594"/>
                  <a:pt x="547193" y="50267"/>
                </a:cubicBezTo>
                <a:cubicBezTo>
                  <a:pt x="549244" y="52587"/>
                  <a:pt x="550269" y="54827"/>
                  <a:pt x="550269" y="56985"/>
                </a:cubicBezTo>
                <a:cubicBezTo>
                  <a:pt x="550269" y="59629"/>
                  <a:pt x="549285" y="61882"/>
                  <a:pt x="547315" y="63744"/>
                </a:cubicBezTo>
                <a:cubicBezTo>
                  <a:pt x="545345" y="65606"/>
                  <a:pt x="542769" y="66537"/>
                  <a:pt x="539585" y="66537"/>
                </a:cubicBezTo>
                <a:cubicBezTo>
                  <a:pt x="536185" y="66537"/>
                  <a:pt x="533338" y="65511"/>
                  <a:pt x="531045" y="63461"/>
                </a:cubicBezTo>
                <a:cubicBezTo>
                  <a:pt x="528752" y="61410"/>
                  <a:pt x="527605" y="59009"/>
                  <a:pt x="527605" y="56257"/>
                </a:cubicBezTo>
                <a:cubicBezTo>
                  <a:pt x="527605" y="52371"/>
                  <a:pt x="529143" y="48661"/>
                  <a:pt x="532219" y="45127"/>
                </a:cubicBezTo>
                <a:cubicBezTo>
                  <a:pt x="535295" y="41592"/>
                  <a:pt x="539585" y="38880"/>
                  <a:pt x="545089" y="36992"/>
                </a:cubicBezTo>
                <a:cubicBezTo>
                  <a:pt x="550593" y="35103"/>
                  <a:pt x="556313" y="34159"/>
                  <a:pt x="562249" y="34159"/>
                </a:cubicBezTo>
                <a:cubicBezTo>
                  <a:pt x="569426" y="34159"/>
                  <a:pt x="575106" y="35687"/>
                  <a:pt x="579288" y="38745"/>
                </a:cubicBezTo>
                <a:cubicBezTo>
                  <a:pt x="583470" y="41800"/>
                  <a:pt x="586182" y="45113"/>
                  <a:pt x="587423" y="48683"/>
                </a:cubicBezTo>
                <a:cubicBezTo>
                  <a:pt x="588179" y="50955"/>
                  <a:pt x="588556" y="56174"/>
                  <a:pt x="588556" y="64341"/>
                </a:cubicBezTo>
                <a:lnTo>
                  <a:pt x="588556" y="93792"/>
                </a:lnTo>
                <a:cubicBezTo>
                  <a:pt x="588556" y="97254"/>
                  <a:pt x="588691" y="99432"/>
                  <a:pt x="588961" y="100326"/>
                </a:cubicBezTo>
                <a:cubicBezTo>
                  <a:pt x="589231" y="101218"/>
                  <a:pt x="589636" y="101881"/>
                  <a:pt x="590175" y="102314"/>
                </a:cubicBezTo>
                <a:cubicBezTo>
                  <a:pt x="590715" y="102746"/>
                  <a:pt x="591335" y="102962"/>
                  <a:pt x="592037" y="102962"/>
                </a:cubicBezTo>
                <a:cubicBezTo>
                  <a:pt x="593440" y="102962"/>
                  <a:pt x="594870" y="101963"/>
                  <a:pt x="596327" y="99967"/>
                </a:cubicBezTo>
                <a:lnTo>
                  <a:pt x="598755" y="101910"/>
                </a:lnTo>
                <a:cubicBezTo>
                  <a:pt x="596057" y="105903"/>
                  <a:pt x="593265" y="108803"/>
                  <a:pt x="590378" y="110611"/>
                </a:cubicBezTo>
                <a:cubicBezTo>
                  <a:pt x="587491" y="112419"/>
                  <a:pt x="584212" y="113323"/>
                  <a:pt x="580543" y="113323"/>
                </a:cubicBezTo>
                <a:cubicBezTo>
                  <a:pt x="576226" y="113323"/>
                  <a:pt x="572853" y="112304"/>
                  <a:pt x="570425" y="110267"/>
                </a:cubicBezTo>
                <a:cubicBezTo>
                  <a:pt x="567996" y="108230"/>
                  <a:pt x="566512" y="105147"/>
                  <a:pt x="565973" y="101019"/>
                </a:cubicBezTo>
                <a:moveTo>
                  <a:pt x="565973" y="95029"/>
                </a:moveTo>
                <a:lnTo>
                  <a:pt x="565973" y="69709"/>
                </a:lnTo>
                <a:cubicBezTo>
                  <a:pt x="559443" y="73559"/>
                  <a:pt x="554586" y="77680"/>
                  <a:pt x="551403" y="82073"/>
                </a:cubicBezTo>
                <a:cubicBezTo>
                  <a:pt x="549298" y="85000"/>
                  <a:pt x="548246" y="87956"/>
                  <a:pt x="548246" y="90939"/>
                </a:cubicBezTo>
                <a:cubicBezTo>
                  <a:pt x="548246" y="93433"/>
                  <a:pt x="549136" y="95630"/>
                  <a:pt x="550917" y="97528"/>
                </a:cubicBezTo>
                <a:cubicBezTo>
                  <a:pt x="552266" y="98992"/>
                  <a:pt x="554155" y="99724"/>
                  <a:pt x="556583" y="99724"/>
                </a:cubicBezTo>
                <a:cubicBezTo>
                  <a:pt x="559281" y="99724"/>
                  <a:pt x="562411" y="98159"/>
                  <a:pt x="565973" y="95029"/>
                </a:cubicBezTo>
                <a:close/>
                <a:moveTo>
                  <a:pt x="637123" y="8580"/>
                </a:moveTo>
                <a:lnTo>
                  <a:pt x="637123" y="36425"/>
                </a:lnTo>
                <a:lnTo>
                  <a:pt x="655093" y="36425"/>
                </a:lnTo>
                <a:lnTo>
                  <a:pt x="655093" y="44358"/>
                </a:lnTo>
                <a:lnTo>
                  <a:pt x="637123" y="44358"/>
                </a:lnTo>
                <a:lnTo>
                  <a:pt x="637123" y="91189"/>
                </a:lnTo>
                <a:cubicBezTo>
                  <a:pt x="637123" y="95572"/>
                  <a:pt x="637326" y="98399"/>
                  <a:pt x="637730" y="99671"/>
                </a:cubicBezTo>
                <a:cubicBezTo>
                  <a:pt x="638135" y="100942"/>
                  <a:pt x="638850" y="101971"/>
                  <a:pt x="639875" y="102757"/>
                </a:cubicBezTo>
                <a:cubicBezTo>
                  <a:pt x="640901" y="103541"/>
                  <a:pt x="641845" y="103933"/>
                  <a:pt x="642708" y="103933"/>
                </a:cubicBezTo>
                <a:cubicBezTo>
                  <a:pt x="646216" y="103933"/>
                  <a:pt x="649535" y="101235"/>
                  <a:pt x="652665" y="95839"/>
                </a:cubicBezTo>
                <a:lnTo>
                  <a:pt x="655093" y="97637"/>
                </a:lnTo>
                <a:cubicBezTo>
                  <a:pt x="650722" y="108094"/>
                  <a:pt x="643626" y="113323"/>
                  <a:pt x="633804" y="113323"/>
                </a:cubicBezTo>
                <a:cubicBezTo>
                  <a:pt x="629002" y="113323"/>
                  <a:pt x="624941" y="111983"/>
                  <a:pt x="621622" y="109303"/>
                </a:cubicBezTo>
                <a:cubicBezTo>
                  <a:pt x="618304" y="106622"/>
                  <a:pt x="616185" y="103630"/>
                  <a:pt x="615268" y="100326"/>
                </a:cubicBezTo>
                <a:cubicBezTo>
                  <a:pt x="614728" y="98485"/>
                  <a:pt x="614459" y="93502"/>
                  <a:pt x="614459" y="85379"/>
                </a:cubicBezTo>
                <a:lnTo>
                  <a:pt x="614459" y="44358"/>
                </a:lnTo>
                <a:lnTo>
                  <a:pt x="604583" y="44358"/>
                </a:lnTo>
                <a:lnTo>
                  <a:pt x="604583" y="41517"/>
                </a:lnTo>
                <a:cubicBezTo>
                  <a:pt x="611383" y="36704"/>
                  <a:pt x="617170" y="31648"/>
                  <a:pt x="621946" y="26348"/>
                </a:cubicBezTo>
                <a:cubicBezTo>
                  <a:pt x="626722" y="21047"/>
                  <a:pt x="630890" y="15125"/>
                  <a:pt x="634452" y="8580"/>
                </a:cubicBezTo>
                <a:lnTo>
                  <a:pt x="637123" y="8580"/>
                </a:lnTo>
                <a:close/>
                <a:moveTo>
                  <a:pt x="726404" y="71555"/>
                </a:moveTo>
                <a:lnTo>
                  <a:pt x="684880" y="71555"/>
                </a:lnTo>
                <a:cubicBezTo>
                  <a:pt x="685365" y="81619"/>
                  <a:pt x="688037" y="89573"/>
                  <a:pt x="692893" y="95416"/>
                </a:cubicBezTo>
                <a:cubicBezTo>
                  <a:pt x="696617" y="99907"/>
                  <a:pt x="701096" y="102152"/>
                  <a:pt x="706330" y="102152"/>
                </a:cubicBezTo>
                <a:cubicBezTo>
                  <a:pt x="709568" y="102152"/>
                  <a:pt x="712509" y="101248"/>
                  <a:pt x="715153" y="99441"/>
                </a:cubicBezTo>
                <a:cubicBezTo>
                  <a:pt x="717797" y="97633"/>
                  <a:pt x="720630" y="94382"/>
                  <a:pt x="723652" y="89687"/>
                </a:cubicBezTo>
                <a:lnTo>
                  <a:pt x="726404" y="91468"/>
                </a:lnTo>
                <a:cubicBezTo>
                  <a:pt x="722303" y="99832"/>
                  <a:pt x="717770" y="105754"/>
                  <a:pt x="712806" y="109235"/>
                </a:cubicBezTo>
                <a:cubicBezTo>
                  <a:pt x="707841" y="112716"/>
                  <a:pt x="702094" y="114456"/>
                  <a:pt x="695564" y="114456"/>
                </a:cubicBezTo>
                <a:cubicBezTo>
                  <a:pt x="684340" y="114456"/>
                  <a:pt x="675841" y="110135"/>
                  <a:pt x="670067" y="101492"/>
                </a:cubicBezTo>
                <a:cubicBezTo>
                  <a:pt x="665426" y="94524"/>
                  <a:pt x="663106" y="85882"/>
                  <a:pt x="663106" y="75565"/>
                </a:cubicBezTo>
                <a:cubicBezTo>
                  <a:pt x="663106" y="62924"/>
                  <a:pt x="666519" y="52863"/>
                  <a:pt x="673345" y="45382"/>
                </a:cubicBezTo>
                <a:cubicBezTo>
                  <a:pt x="680171" y="37900"/>
                  <a:pt x="688171" y="34159"/>
                  <a:pt x="697345" y="34159"/>
                </a:cubicBezTo>
                <a:cubicBezTo>
                  <a:pt x="705008" y="34159"/>
                  <a:pt x="711659" y="37302"/>
                  <a:pt x="717298" y="43589"/>
                </a:cubicBezTo>
                <a:cubicBezTo>
                  <a:pt x="722937" y="49876"/>
                  <a:pt x="725973" y="59198"/>
                  <a:pt x="726404" y="71555"/>
                </a:cubicBezTo>
                <a:moveTo>
                  <a:pt x="706492" y="66213"/>
                </a:moveTo>
                <a:cubicBezTo>
                  <a:pt x="706492" y="57525"/>
                  <a:pt x="706020" y="51562"/>
                  <a:pt x="705075" y="48324"/>
                </a:cubicBezTo>
                <a:cubicBezTo>
                  <a:pt x="704131" y="45086"/>
                  <a:pt x="702661" y="42631"/>
                  <a:pt x="700664" y="40958"/>
                </a:cubicBezTo>
                <a:cubicBezTo>
                  <a:pt x="699531" y="39987"/>
                  <a:pt x="698020" y="39501"/>
                  <a:pt x="696131" y="39501"/>
                </a:cubicBezTo>
                <a:cubicBezTo>
                  <a:pt x="693325" y="39501"/>
                  <a:pt x="691032" y="40877"/>
                  <a:pt x="689251" y="43629"/>
                </a:cubicBezTo>
                <a:cubicBezTo>
                  <a:pt x="686067" y="48432"/>
                  <a:pt x="684475" y="55016"/>
                  <a:pt x="684475" y="63380"/>
                </a:cubicBezTo>
                <a:lnTo>
                  <a:pt x="684475" y="66213"/>
                </a:lnTo>
                <a:lnTo>
                  <a:pt x="706492" y="66213"/>
                </a:lnTo>
                <a:close/>
                <a:moveTo>
                  <a:pt x="806645" y="104500"/>
                </a:moveTo>
                <a:lnTo>
                  <a:pt x="806645" y="132588"/>
                </a:lnTo>
                <a:cubicBezTo>
                  <a:pt x="806645" y="136525"/>
                  <a:pt x="806955" y="139205"/>
                  <a:pt x="807576" y="140626"/>
                </a:cubicBezTo>
                <a:cubicBezTo>
                  <a:pt x="808197" y="142050"/>
                  <a:pt x="809154" y="143089"/>
                  <a:pt x="810450" y="143745"/>
                </a:cubicBezTo>
                <a:cubicBezTo>
                  <a:pt x="811745" y="144401"/>
                  <a:pt x="814281" y="144729"/>
                  <a:pt x="818058" y="144729"/>
                </a:cubicBezTo>
                <a:lnTo>
                  <a:pt x="818058" y="147643"/>
                </a:lnTo>
                <a:lnTo>
                  <a:pt x="774915" y="147643"/>
                </a:lnTo>
                <a:lnTo>
                  <a:pt x="774915" y="144729"/>
                </a:lnTo>
                <a:cubicBezTo>
                  <a:pt x="778260" y="144620"/>
                  <a:pt x="780743" y="143663"/>
                  <a:pt x="782362" y="141858"/>
                </a:cubicBezTo>
                <a:cubicBezTo>
                  <a:pt x="783441" y="140602"/>
                  <a:pt x="783981" y="137350"/>
                  <a:pt x="783981" y="132102"/>
                </a:cubicBezTo>
                <a:lnTo>
                  <a:pt x="783981" y="52290"/>
                </a:lnTo>
                <a:cubicBezTo>
                  <a:pt x="783981" y="46881"/>
                  <a:pt x="783360" y="43424"/>
                  <a:pt x="782119" y="41922"/>
                </a:cubicBezTo>
                <a:cubicBezTo>
                  <a:pt x="780878" y="40419"/>
                  <a:pt x="778476" y="39558"/>
                  <a:pt x="774915" y="39339"/>
                </a:cubicBezTo>
                <a:lnTo>
                  <a:pt x="774915" y="36425"/>
                </a:lnTo>
                <a:lnTo>
                  <a:pt x="806645" y="36425"/>
                </a:lnTo>
                <a:lnTo>
                  <a:pt x="806645" y="46381"/>
                </a:lnTo>
                <a:cubicBezTo>
                  <a:pt x="809289" y="42496"/>
                  <a:pt x="811987" y="39690"/>
                  <a:pt x="814740" y="37963"/>
                </a:cubicBezTo>
                <a:cubicBezTo>
                  <a:pt x="818679" y="35427"/>
                  <a:pt x="822969" y="34159"/>
                  <a:pt x="827610" y="34159"/>
                </a:cubicBezTo>
                <a:cubicBezTo>
                  <a:pt x="833168" y="34159"/>
                  <a:pt x="838227" y="35914"/>
                  <a:pt x="842787" y="39425"/>
                </a:cubicBezTo>
                <a:cubicBezTo>
                  <a:pt x="847347" y="42936"/>
                  <a:pt x="850814" y="47784"/>
                  <a:pt x="853188" y="53970"/>
                </a:cubicBezTo>
                <a:cubicBezTo>
                  <a:pt x="855563" y="60155"/>
                  <a:pt x="856750" y="66813"/>
                  <a:pt x="856750" y="73943"/>
                </a:cubicBezTo>
                <a:cubicBezTo>
                  <a:pt x="856750" y="81613"/>
                  <a:pt x="855522" y="88621"/>
                  <a:pt x="853067" y="94969"/>
                </a:cubicBezTo>
                <a:cubicBezTo>
                  <a:pt x="850612" y="101316"/>
                  <a:pt x="847050" y="106151"/>
                  <a:pt x="842382" y="109473"/>
                </a:cubicBezTo>
                <a:cubicBezTo>
                  <a:pt x="837714" y="112795"/>
                  <a:pt x="832520" y="114456"/>
                  <a:pt x="826800" y="114456"/>
                </a:cubicBezTo>
                <a:cubicBezTo>
                  <a:pt x="822645" y="114456"/>
                  <a:pt x="818760" y="113539"/>
                  <a:pt x="815144" y="111704"/>
                </a:cubicBezTo>
                <a:cubicBezTo>
                  <a:pt x="812446" y="110301"/>
                  <a:pt x="809613" y="107899"/>
                  <a:pt x="806645" y="104500"/>
                </a:cubicBezTo>
                <a:moveTo>
                  <a:pt x="806645" y="96312"/>
                </a:moveTo>
                <a:cubicBezTo>
                  <a:pt x="811286" y="102904"/>
                  <a:pt x="816251" y="106200"/>
                  <a:pt x="821539" y="106200"/>
                </a:cubicBezTo>
                <a:cubicBezTo>
                  <a:pt x="824453" y="106200"/>
                  <a:pt x="826854" y="104660"/>
                  <a:pt x="828743" y="101581"/>
                </a:cubicBezTo>
                <a:cubicBezTo>
                  <a:pt x="831549" y="97041"/>
                  <a:pt x="832952" y="88395"/>
                  <a:pt x="832952" y="75643"/>
                </a:cubicBezTo>
                <a:cubicBezTo>
                  <a:pt x="832952" y="62567"/>
                  <a:pt x="831414" y="53624"/>
                  <a:pt x="828338" y="48815"/>
                </a:cubicBezTo>
                <a:cubicBezTo>
                  <a:pt x="826288" y="45628"/>
                  <a:pt x="823536" y="44034"/>
                  <a:pt x="820082" y="44034"/>
                </a:cubicBezTo>
                <a:cubicBezTo>
                  <a:pt x="814632" y="44034"/>
                  <a:pt x="810153" y="47978"/>
                  <a:pt x="806645" y="55867"/>
                </a:cubicBezTo>
                <a:lnTo>
                  <a:pt x="806645" y="96312"/>
                </a:lnTo>
                <a:close/>
                <a:moveTo>
                  <a:pt x="900921" y="36425"/>
                </a:moveTo>
                <a:lnTo>
                  <a:pt x="900921" y="53585"/>
                </a:lnTo>
                <a:cubicBezTo>
                  <a:pt x="905940" y="45761"/>
                  <a:pt x="910338" y="40567"/>
                  <a:pt x="914115" y="38004"/>
                </a:cubicBezTo>
                <a:cubicBezTo>
                  <a:pt x="917893" y="35440"/>
                  <a:pt x="921535" y="34159"/>
                  <a:pt x="925043" y="34159"/>
                </a:cubicBezTo>
                <a:cubicBezTo>
                  <a:pt x="928065" y="34159"/>
                  <a:pt x="930480" y="35093"/>
                  <a:pt x="932287" y="36961"/>
                </a:cubicBezTo>
                <a:cubicBezTo>
                  <a:pt x="934095" y="38830"/>
                  <a:pt x="934999" y="41470"/>
                  <a:pt x="934999" y="44881"/>
                </a:cubicBezTo>
                <a:cubicBezTo>
                  <a:pt x="934999" y="48510"/>
                  <a:pt x="934122" y="51327"/>
                  <a:pt x="932368" y="53333"/>
                </a:cubicBezTo>
                <a:cubicBezTo>
                  <a:pt x="930614" y="55336"/>
                  <a:pt x="928496" y="56338"/>
                  <a:pt x="926014" y="56338"/>
                </a:cubicBezTo>
                <a:cubicBezTo>
                  <a:pt x="923154" y="56338"/>
                  <a:pt x="920672" y="55420"/>
                  <a:pt x="918567" y="53585"/>
                </a:cubicBezTo>
                <a:cubicBezTo>
                  <a:pt x="916463" y="51751"/>
                  <a:pt x="915221" y="50725"/>
                  <a:pt x="914844" y="50510"/>
                </a:cubicBezTo>
                <a:cubicBezTo>
                  <a:pt x="914304" y="50186"/>
                  <a:pt x="913683" y="50024"/>
                  <a:pt x="912982" y="50024"/>
                </a:cubicBezTo>
                <a:cubicBezTo>
                  <a:pt x="911417" y="50024"/>
                  <a:pt x="909933" y="50617"/>
                  <a:pt x="908530" y="51805"/>
                </a:cubicBezTo>
                <a:cubicBezTo>
                  <a:pt x="906318" y="53639"/>
                  <a:pt x="904645" y="56257"/>
                  <a:pt x="903511" y="59656"/>
                </a:cubicBezTo>
                <a:cubicBezTo>
                  <a:pt x="901785" y="64891"/>
                  <a:pt x="900921" y="70665"/>
                  <a:pt x="900921" y="76979"/>
                </a:cubicBezTo>
                <a:lnTo>
                  <a:pt x="900921" y="94382"/>
                </a:lnTo>
                <a:lnTo>
                  <a:pt x="901002" y="98915"/>
                </a:lnTo>
                <a:cubicBezTo>
                  <a:pt x="901002" y="101990"/>
                  <a:pt x="901191" y="103960"/>
                  <a:pt x="901569" y="104824"/>
                </a:cubicBezTo>
                <a:cubicBezTo>
                  <a:pt x="902216" y="106281"/>
                  <a:pt x="903174" y="107346"/>
                  <a:pt x="904442" y="108021"/>
                </a:cubicBezTo>
                <a:cubicBezTo>
                  <a:pt x="905710" y="108695"/>
                  <a:pt x="907855" y="109114"/>
                  <a:pt x="910877" y="109276"/>
                </a:cubicBezTo>
                <a:lnTo>
                  <a:pt x="910877" y="112190"/>
                </a:lnTo>
                <a:lnTo>
                  <a:pt x="870000" y="112190"/>
                </a:lnTo>
                <a:lnTo>
                  <a:pt x="870000" y="109276"/>
                </a:lnTo>
                <a:cubicBezTo>
                  <a:pt x="873292" y="109006"/>
                  <a:pt x="875518" y="108102"/>
                  <a:pt x="876678" y="106564"/>
                </a:cubicBezTo>
                <a:cubicBezTo>
                  <a:pt x="877838" y="105026"/>
                  <a:pt x="878419" y="100965"/>
                  <a:pt x="878419" y="94382"/>
                </a:cubicBezTo>
                <a:lnTo>
                  <a:pt x="878419" y="52452"/>
                </a:lnTo>
                <a:cubicBezTo>
                  <a:pt x="878419" y="48108"/>
                  <a:pt x="878203" y="45339"/>
                  <a:pt x="877771" y="44145"/>
                </a:cubicBezTo>
                <a:cubicBezTo>
                  <a:pt x="877231" y="42624"/>
                  <a:pt x="876449" y="41511"/>
                  <a:pt x="875424" y="40806"/>
                </a:cubicBezTo>
                <a:cubicBezTo>
                  <a:pt x="874398" y="40100"/>
                  <a:pt x="872591" y="39611"/>
                  <a:pt x="870000" y="39339"/>
                </a:cubicBezTo>
                <a:lnTo>
                  <a:pt x="870000" y="36425"/>
                </a:lnTo>
                <a:lnTo>
                  <a:pt x="900921" y="36425"/>
                </a:lnTo>
                <a:close/>
                <a:moveTo>
                  <a:pt x="1004242" y="71555"/>
                </a:moveTo>
                <a:lnTo>
                  <a:pt x="962718" y="71555"/>
                </a:lnTo>
                <a:cubicBezTo>
                  <a:pt x="963203" y="81619"/>
                  <a:pt x="965874" y="89573"/>
                  <a:pt x="970731" y="95416"/>
                </a:cubicBezTo>
                <a:cubicBezTo>
                  <a:pt x="974455" y="99907"/>
                  <a:pt x="978934" y="102152"/>
                  <a:pt x="984168" y="102152"/>
                </a:cubicBezTo>
                <a:cubicBezTo>
                  <a:pt x="987406" y="102152"/>
                  <a:pt x="990347" y="101248"/>
                  <a:pt x="992991" y="99441"/>
                </a:cubicBezTo>
                <a:cubicBezTo>
                  <a:pt x="995635" y="97633"/>
                  <a:pt x="998468" y="94382"/>
                  <a:pt x="1001490" y="89687"/>
                </a:cubicBezTo>
                <a:lnTo>
                  <a:pt x="1004242" y="91468"/>
                </a:lnTo>
                <a:cubicBezTo>
                  <a:pt x="1000141" y="99832"/>
                  <a:pt x="995608" y="105754"/>
                  <a:pt x="990644" y="109235"/>
                </a:cubicBezTo>
                <a:cubicBezTo>
                  <a:pt x="985679" y="112716"/>
                  <a:pt x="979932" y="114456"/>
                  <a:pt x="973402" y="114456"/>
                </a:cubicBezTo>
                <a:cubicBezTo>
                  <a:pt x="962178" y="114456"/>
                  <a:pt x="953679" y="110135"/>
                  <a:pt x="947905" y="101492"/>
                </a:cubicBezTo>
                <a:cubicBezTo>
                  <a:pt x="943264" y="94524"/>
                  <a:pt x="940943" y="85882"/>
                  <a:pt x="940943" y="75565"/>
                </a:cubicBezTo>
                <a:cubicBezTo>
                  <a:pt x="940943" y="62924"/>
                  <a:pt x="944357" y="52863"/>
                  <a:pt x="951183" y="45382"/>
                </a:cubicBezTo>
                <a:cubicBezTo>
                  <a:pt x="958009" y="37900"/>
                  <a:pt x="966009" y="34159"/>
                  <a:pt x="975183" y="34159"/>
                </a:cubicBezTo>
                <a:cubicBezTo>
                  <a:pt x="982846" y="34159"/>
                  <a:pt x="989497" y="37302"/>
                  <a:pt x="995136" y="43589"/>
                </a:cubicBezTo>
                <a:cubicBezTo>
                  <a:pt x="1000775" y="49876"/>
                  <a:pt x="1003811" y="59198"/>
                  <a:pt x="1004242" y="71555"/>
                </a:cubicBezTo>
                <a:moveTo>
                  <a:pt x="984330" y="66213"/>
                </a:moveTo>
                <a:cubicBezTo>
                  <a:pt x="984330" y="57525"/>
                  <a:pt x="983858" y="51562"/>
                  <a:pt x="982913" y="48324"/>
                </a:cubicBezTo>
                <a:cubicBezTo>
                  <a:pt x="981969" y="45086"/>
                  <a:pt x="980498" y="42631"/>
                  <a:pt x="978502" y="40958"/>
                </a:cubicBezTo>
                <a:cubicBezTo>
                  <a:pt x="977369" y="39987"/>
                  <a:pt x="975858" y="39501"/>
                  <a:pt x="973969" y="39501"/>
                </a:cubicBezTo>
                <a:cubicBezTo>
                  <a:pt x="971163" y="39501"/>
                  <a:pt x="968869" y="40877"/>
                  <a:pt x="967089" y="43629"/>
                </a:cubicBezTo>
                <a:cubicBezTo>
                  <a:pt x="963905" y="48432"/>
                  <a:pt x="962313" y="55016"/>
                  <a:pt x="962313" y="63380"/>
                </a:cubicBezTo>
                <a:lnTo>
                  <a:pt x="962313" y="66213"/>
                </a:lnTo>
                <a:lnTo>
                  <a:pt x="984330" y="66213"/>
                </a:lnTo>
                <a:close/>
                <a:moveTo>
                  <a:pt x="1087317" y="2428"/>
                </a:moveTo>
                <a:lnTo>
                  <a:pt x="1087317" y="89525"/>
                </a:lnTo>
                <a:cubicBezTo>
                  <a:pt x="1087317" y="95348"/>
                  <a:pt x="1087479" y="98793"/>
                  <a:pt x="1087802" y="99861"/>
                </a:cubicBezTo>
                <a:cubicBezTo>
                  <a:pt x="1088234" y="101625"/>
                  <a:pt x="1089057" y="102934"/>
                  <a:pt x="1090271" y="103789"/>
                </a:cubicBezTo>
                <a:cubicBezTo>
                  <a:pt x="1091485" y="104642"/>
                  <a:pt x="1093603" y="105176"/>
                  <a:pt x="1096625" y="105390"/>
                </a:cubicBezTo>
                <a:lnTo>
                  <a:pt x="1096625" y="108304"/>
                </a:lnTo>
                <a:lnTo>
                  <a:pt x="1064652" y="114456"/>
                </a:lnTo>
                <a:lnTo>
                  <a:pt x="1064652" y="102476"/>
                </a:lnTo>
                <a:cubicBezTo>
                  <a:pt x="1060821" y="107117"/>
                  <a:pt x="1057408" y="110274"/>
                  <a:pt x="1054413" y="111947"/>
                </a:cubicBezTo>
                <a:cubicBezTo>
                  <a:pt x="1051418" y="113620"/>
                  <a:pt x="1048031" y="114456"/>
                  <a:pt x="1044254" y="114456"/>
                </a:cubicBezTo>
                <a:cubicBezTo>
                  <a:pt x="1034595" y="114456"/>
                  <a:pt x="1026959" y="110135"/>
                  <a:pt x="1021347" y="101492"/>
                </a:cubicBezTo>
                <a:cubicBezTo>
                  <a:pt x="1016814" y="94470"/>
                  <a:pt x="1014547" y="85855"/>
                  <a:pt x="1014547" y="75645"/>
                </a:cubicBezTo>
                <a:cubicBezTo>
                  <a:pt x="1014547" y="67489"/>
                  <a:pt x="1015950" y="60182"/>
                  <a:pt x="1018756" y="53727"/>
                </a:cubicBezTo>
                <a:cubicBezTo>
                  <a:pt x="1021562" y="47272"/>
                  <a:pt x="1025407" y="42397"/>
                  <a:pt x="1030291" y="39101"/>
                </a:cubicBezTo>
                <a:cubicBezTo>
                  <a:pt x="1035175" y="35806"/>
                  <a:pt x="1040423" y="34159"/>
                  <a:pt x="1046035" y="34159"/>
                </a:cubicBezTo>
                <a:cubicBezTo>
                  <a:pt x="1049650" y="34159"/>
                  <a:pt x="1052861" y="34866"/>
                  <a:pt x="1055667" y="36281"/>
                </a:cubicBezTo>
                <a:cubicBezTo>
                  <a:pt x="1058473" y="37696"/>
                  <a:pt x="1061468" y="40172"/>
                  <a:pt x="1064652" y="43710"/>
                </a:cubicBezTo>
                <a:lnTo>
                  <a:pt x="1064652" y="20884"/>
                </a:lnTo>
                <a:cubicBezTo>
                  <a:pt x="1064652" y="15110"/>
                  <a:pt x="1064409" y="11629"/>
                  <a:pt x="1063924" y="10442"/>
                </a:cubicBezTo>
                <a:cubicBezTo>
                  <a:pt x="1063276" y="8877"/>
                  <a:pt x="1062305" y="7717"/>
                  <a:pt x="1061010" y="6961"/>
                </a:cubicBezTo>
                <a:cubicBezTo>
                  <a:pt x="1059714" y="6206"/>
                  <a:pt x="1057286" y="5828"/>
                  <a:pt x="1053725" y="5828"/>
                </a:cubicBezTo>
                <a:lnTo>
                  <a:pt x="1053725" y="2428"/>
                </a:lnTo>
                <a:lnTo>
                  <a:pt x="1087317" y="2428"/>
                </a:lnTo>
                <a:moveTo>
                  <a:pt x="1064652" y="53585"/>
                </a:moveTo>
                <a:cubicBezTo>
                  <a:pt x="1060659" y="46031"/>
                  <a:pt x="1055775" y="42253"/>
                  <a:pt x="1050001" y="42253"/>
                </a:cubicBezTo>
                <a:cubicBezTo>
                  <a:pt x="1048004" y="42253"/>
                  <a:pt x="1046359" y="42793"/>
                  <a:pt x="1045063" y="43872"/>
                </a:cubicBezTo>
                <a:cubicBezTo>
                  <a:pt x="1043067" y="45545"/>
                  <a:pt x="1041434" y="48486"/>
                  <a:pt x="1040166" y="52695"/>
                </a:cubicBezTo>
                <a:cubicBezTo>
                  <a:pt x="1038898" y="56904"/>
                  <a:pt x="1038264" y="63353"/>
                  <a:pt x="1038264" y="72041"/>
                </a:cubicBezTo>
                <a:cubicBezTo>
                  <a:pt x="1038264" y="81592"/>
                  <a:pt x="1038966" y="88662"/>
                  <a:pt x="1040369" y="93248"/>
                </a:cubicBezTo>
                <a:cubicBezTo>
                  <a:pt x="1041772" y="97835"/>
                  <a:pt x="1043687" y="101154"/>
                  <a:pt x="1046116" y="103205"/>
                </a:cubicBezTo>
                <a:cubicBezTo>
                  <a:pt x="1047357" y="104230"/>
                  <a:pt x="1049057" y="104743"/>
                  <a:pt x="1051215" y="104743"/>
                </a:cubicBezTo>
                <a:cubicBezTo>
                  <a:pt x="1055964" y="104743"/>
                  <a:pt x="1060443" y="101007"/>
                  <a:pt x="1064652" y="93537"/>
                </a:cubicBezTo>
                <a:lnTo>
                  <a:pt x="1064652" y="53585"/>
                </a:lnTo>
                <a:close/>
                <a:moveTo>
                  <a:pt x="1124122" y="0"/>
                </a:moveTo>
                <a:cubicBezTo>
                  <a:pt x="1127630" y="0"/>
                  <a:pt x="1130598" y="1232"/>
                  <a:pt x="1133026" y="3696"/>
                </a:cubicBezTo>
                <a:cubicBezTo>
                  <a:pt x="1135455" y="6158"/>
                  <a:pt x="1136669" y="9121"/>
                  <a:pt x="1136669" y="12587"/>
                </a:cubicBezTo>
                <a:cubicBezTo>
                  <a:pt x="1136669" y="16052"/>
                  <a:pt x="1135441" y="19003"/>
                  <a:pt x="1132986" y="21440"/>
                </a:cubicBezTo>
                <a:cubicBezTo>
                  <a:pt x="1130531" y="23875"/>
                  <a:pt x="1127576" y="25093"/>
                  <a:pt x="1124122" y="25093"/>
                </a:cubicBezTo>
                <a:cubicBezTo>
                  <a:pt x="1120669" y="25093"/>
                  <a:pt x="1117728" y="23875"/>
                  <a:pt x="1115299" y="21440"/>
                </a:cubicBezTo>
                <a:cubicBezTo>
                  <a:pt x="1112871" y="19003"/>
                  <a:pt x="1111657" y="16052"/>
                  <a:pt x="1111657" y="12587"/>
                </a:cubicBezTo>
                <a:cubicBezTo>
                  <a:pt x="1111657" y="9121"/>
                  <a:pt x="1112871" y="6158"/>
                  <a:pt x="1115299" y="3696"/>
                </a:cubicBezTo>
                <a:cubicBezTo>
                  <a:pt x="1117728" y="1232"/>
                  <a:pt x="1120669" y="0"/>
                  <a:pt x="1124122" y="0"/>
                </a:cubicBezTo>
                <a:moveTo>
                  <a:pt x="1135455" y="36425"/>
                </a:moveTo>
                <a:lnTo>
                  <a:pt x="1135455" y="96486"/>
                </a:lnTo>
                <a:cubicBezTo>
                  <a:pt x="1135455" y="101829"/>
                  <a:pt x="1136075" y="105242"/>
                  <a:pt x="1137316" y="106726"/>
                </a:cubicBezTo>
                <a:cubicBezTo>
                  <a:pt x="1138558" y="108210"/>
                  <a:pt x="1140986" y="109060"/>
                  <a:pt x="1144601" y="109276"/>
                </a:cubicBezTo>
                <a:lnTo>
                  <a:pt x="1144601" y="112190"/>
                </a:lnTo>
                <a:lnTo>
                  <a:pt x="1103724" y="112190"/>
                </a:lnTo>
                <a:lnTo>
                  <a:pt x="1103724" y="109276"/>
                </a:lnTo>
                <a:cubicBezTo>
                  <a:pt x="1107070" y="109168"/>
                  <a:pt x="1109552" y="108196"/>
                  <a:pt x="1111171" y="106361"/>
                </a:cubicBezTo>
                <a:cubicBezTo>
                  <a:pt x="1112251" y="105120"/>
                  <a:pt x="1112790" y="101829"/>
                  <a:pt x="1112790" y="96486"/>
                </a:cubicBezTo>
                <a:lnTo>
                  <a:pt x="1112790" y="52290"/>
                </a:lnTo>
                <a:cubicBezTo>
                  <a:pt x="1112790" y="46881"/>
                  <a:pt x="1112170" y="43424"/>
                  <a:pt x="1110928" y="41922"/>
                </a:cubicBezTo>
                <a:cubicBezTo>
                  <a:pt x="1109687" y="40419"/>
                  <a:pt x="1107286" y="39558"/>
                  <a:pt x="1103724" y="39339"/>
                </a:cubicBezTo>
                <a:lnTo>
                  <a:pt x="1103724" y="36425"/>
                </a:lnTo>
                <a:lnTo>
                  <a:pt x="1135455" y="36425"/>
                </a:lnTo>
                <a:close/>
                <a:moveTo>
                  <a:pt x="1213756" y="92619"/>
                </a:moveTo>
                <a:lnTo>
                  <a:pt x="1216266" y="94559"/>
                </a:lnTo>
                <a:cubicBezTo>
                  <a:pt x="1212704" y="101272"/>
                  <a:pt x="1208265" y="106267"/>
                  <a:pt x="1202950" y="109544"/>
                </a:cubicBezTo>
                <a:cubicBezTo>
                  <a:pt x="1197635" y="112819"/>
                  <a:pt x="1191982" y="114456"/>
                  <a:pt x="1185992" y="114456"/>
                </a:cubicBezTo>
                <a:cubicBezTo>
                  <a:pt x="1175901" y="114456"/>
                  <a:pt x="1167834" y="110648"/>
                  <a:pt x="1161790" y="103033"/>
                </a:cubicBezTo>
                <a:cubicBezTo>
                  <a:pt x="1155746" y="95415"/>
                  <a:pt x="1152724" y="86259"/>
                  <a:pt x="1152724" y="75565"/>
                </a:cubicBezTo>
                <a:cubicBezTo>
                  <a:pt x="1152724" y="65246"/>
                  <a:pt x="1155476" y="56171"/>
                  <a:pt x="1160980" y="48339"/>
                </a:cubicBezTo>
                <a:cubicBezTo>
                  <a:pt x="1167618" y="38886"/>
                  <a:pt x="1176764" y="34159"/>
                  <a:pt x="1188421" y="34159"/>
                </a:cubicBezTo>
                <a:cubicBezTo>
                  <a:pt x="1196245" y="34159"/>
                  <a:pt x="1202464" y="36134"/>
                  <a:pt x="1207078" y="40085"/>
                </a:cubicBezTo>
                <a:cubicBezTo>
                  <a:pt x="1211692" y="44035"/>
                  <a:pt x="1213999" y="48445"/>
                  <a:pt x="1213999" y="53315"/>
                </a:cubicBezTo>
                <a:cubicBezTo>
                  <a:pt x="1213999" y="56399"/>
                  <a:pt x="1213068" y="58861"/>
                  <a:pt x="1211206" y="60701"/>
                </a:cubicBezTo>
                <a:cubicBezTo>
                  <a:pt x="1209345" y="62541"/>
                  <a:pt x="1206903" y="63461"/>
                  <a:pt x="1203881" y="63461"/>
                </a:cubicBezTo>
                <a:cubicBezTo>
                  <a:pt x="1200697" y="63461"/>
                  <a:pt x="1198066" y="62405"/>
                  <a:pt x="1195989" y="60294"/>
                </a:cubicBezTo>
                <a:cubicBezTo>
                  <a:pt x="1193911" y="58181"/>
                  <a:pt x="1192630" y="54417"/>
                  <a:pt x="1192144" y="49002"/>
                </a:cubicBezTo>
                <a:cubicBezTo>
                  <a:pt x="1191820" y="45590"/>
                  <a:pt x="1191038" y="43208"/>
                  <a:pt x="1189797" y="41854"/>
                </a:cubicBezTo>
                <a:cubicBezTo>
                  <a:pt x="1188555" y="40501"/>
                  <a:pt x="1187098" y="39825"/>
                  <a:pt x="1185426" y="39825"/>
                </a:cubicBezTo>
                <a:cubicBezTo>
                  <a:pt x="1182835" y="39825"/>
                  <a:pt x="1180623" y="41201"/>
                  <a:pt x="1178788" y="43953"/>
                </a:cubicBezTo>
                <a:cubicBezTo>
                  <a:pt x="1175982" y="48108"/>
                  <a:pt x="1174579" y="54476"/>
                  <a:pt x="1174579" y="63056"/>
                </a:cubicBezTo>
                <a:cubicBezTo>
                  <a:pt x="1174579" y="70179"/>
                  <a:pt x="1175712" y="76992"/>
                  <a:pt x="1177979" y="83495"/>
                </a:cubicBezTo>
                <a:cubicBezTo>
                  <a:pt x="1180245" y="89997"/>
                  <a:pt x="1183348" y="94840"/>
                  <a:pt x="1187287" y="98024"/>
                </a:cubicBezTo>
                <a:cubicBezTo>
                  <a:pt x="1190255" y="100345"/>
                  <a:pt x="1193763" y="101505"/>
                  <a:pt x="1197810" y="101505"/>
                </a:cubicBezTo>
                <a:cubicBezTo>
                  <a:pt x="1200454" y="101505"/>
                  <a:pt x="1202964" y="100886"/>
                  <a:pt x="1205338" y="99648"/>
                </a:cubicBezTo>
                <a:cubicBezTo>
                  <a:pt x="1207712" y="98409"/>
                  <a:pt x="1210518" y="96065"/>
                  <a:pt x="1213756" y="92619"/>
                </a:cubicBezTo>
                <a:close/>
                <a:moveTo>
                  <a:pt x="1267366" y="101019"/>
                </a:moveTo>
                <a:cubicBezTo>
                  <a:pt x="1258139" y="109222"/>
                  <a:pt x="1249855" y="113323"/>
                  <a:pt x="1242516" y="113323"/>
                </a:cubicBezTo>
                <a:cubicBezTo>
                  <a:pt x="1238199" y="113323"/>
                  <a:pt x="1234611" y="111902"/>
                  <a:pt x="1231751" y="109061"/>
                </a:cubicBezTo>
                <a:cubicBezTo>
                  <a:pt x="1228891" y="106217"/>
                  <a:pt x="1227461" y="102657"/>
                  <a:pt x="1227461" y="98381"/>
                </a:cubicBezTo>
                <a:cubicBezTo>
                  <a:pt x="1227461" y="92587"/>
                  <a:pt x="1229943" y="87375"/>
                  <a:pt x="1234907" y="82746"/>
                </a:cubicBezTo>
                <a:cubicBezTo>
                  <a:pt x="1239872" y="78117"/>
                  <a:pt x="1250692" y="71958"/>
                  <a:pt x="1267366" y="64270"/>
                </a:cubicBezTo>
                <a:lnTo>
                  <a:pt x="1267366" y="56661"/>
                </a:lnTo>
                <a:cubicBezTo>
                  <a:pt x="1267366" y="50941"/>
                  <a:pt x="1267056" y="47339"/>
                  <a:pt x="1266435" y="45855"/>
                </a:cubicBezTo>
                <a:cubicBezTo>
                  <a:pt x="1265815" y="44371"/>
                  <a:pt x="1264641" y="43076"/>
                  <a:pt x="1262914" y="41970"/>
                </a:cubicBezTo>
                <a:cubicBezTo>
                  <a:pt x="1261188" y="40864"/>
                  <a:pt x="1259245" y="40311"/>
                  <a:pt x="1257086" y="40311"/>
                </a:cubicBezTo>
                <a:cubicBezTo>
                  <a:pt x="1253579" y="40311"/>
                  <a:pt x="1250692" y="41093"/>
                  <a:pt x="1248425" y="42658"/>
                </a:cubicBezTo>
                <a:cubicBezTo>
                  <a:pt x="1247022" y="43629"/>
                  <a:pt x="1246321" y="44762"/>
                  <a:pt x="1246321" y="46058"/>
                </a:cubicBezTo>
                <a:cubicBezTo>
                  <a:pt x="1246321" y="47191"/>
                  <a:pt x="1247076" y="48594"/>
                  <a:pt x="1248587" y="50267"/>
                </a:cubicBezTo>
                <a:cubicBezTo>
                  <a:pt x="1250638" y="52587"/>
                  <a:pt x="1251663" y="54827"/>
                  <a:pt x="1251663" y="56985"/>
                </a:cubicBezTo>
                <a:cubicBezTo>
                  <a:pt x="1251663" y="59629"/>
                  <a:pt x="1250678" y="61882"/>
                  <a:pt x="1248709" y="63744"/>
                </a:cubicBezTo>
                <a:cubicBezTo>
                  <a:pt x="1246739" y="65606"/>
                  <a:pt x="1244162" y="66537"/>
                  <a:pt x="1240978" y="66537"/>
                </a:cubicBezTo>
                <a:cubicBezTo>
                  <a:pt x="1237579" y="66537"/>
                  <a:pt x="1234732" y="65511"/>
                  <a:pt x="1232439" y="63461"/>
                </a:cubicBezTo>
                <a:cubicBezTo>
                  <a:pt x="1230145" y="61410"/>
                  <a:pt x="1228999" y="59009"/>
                  <a:pt x="1228999" y="56257"/>
                </a:cubicBezTo>
                <a:cubicBezTo>
                  <a:pt x="1228999" y="52371"/>
                  <a:pt x="1230536" y="48661"/>
                  <a:pt x="1233612" y="45127"/>
                </a:cubicBezTo>
                <a:cubicBezTo>
                  <a:pt x="1236688" y="41592"/>
                  <a:pt x="1240978" y="38880"/>
                  <a:pt x="1246483" y="36992"/>
                </a:cubicBezTo>
                <a:cubicBezTo>
                  <a:pt x="1251987" y="35103"/>
                  <a:pt x="1257707" y="34159"/>
                  <a:pt x="1263643" y="34159"/>
                </a:cubicBezTo>
                <a:cubicBezTo>
                  <a:pt x="1270820" y="34159"/>
                  <a:pt x="1276500" y="35687"/>
                  <a:pt x="1280682" y="38745"/>
                </a:cubicBezTo>
                <a:cubicBezTo>
                  <a:pt x="1284864" y="41800"/>
                  <a:pt x="1287576" y="45113"/>
                  <a:pt x="1288817" y="48683"/>
                </a:cubicBezTo>
                <a:cubicBezTo>
                  <a:pt x="1289572" y="50955"/>
                  <a:pt x="1289950" y="56174"/>
                  <a:pt x="1289950" y="64341"/>
                </a:cubicBezTo>
                <a:lnTo>
                  <a:pt x="1289950" y="93792"/>
                </a:lnTo>
                <a:cubicBezTo>
                  <a:pt x="1289950" y="97254"/>
                  <a:pt x="1290085" y="99432"/>
                  <a:pt x="1290355" y="100326"/>
                </a:cubicBezTo>
                <a:cubicBezTo>
                  <a:pt x="1290624" y="101218"/>
                  <a:pt x="1291029" y="101881"/>
                  <a:pt x="1291569" y="102314"/>
                </a:cubicBezTo>
                <a:cubicBezTo>
                  <a:pt x="1292108" y="102746"/>
                  <a:pt x="1292729" y="102962"/>
                  <a:pt x="1293431" y="102962"/>
                </a:cubicBezTo>
                <a:cubicBezTo>
                  <a:pt x="1294834" y="102962"/>
                  <a:pt x="1296264" y="101963"/>
                  <a:pt x="1297721" y="99967"/>
                </a:cubicBezTo>
                <a:lnTo>
                  <a:pt x="1300149" y="101910"/>
                </a:lnTo>
                <a:cubicBezTo>
                  <a:pt x="1297451" y="105903"/>
                  <a:pt x="1294658" y="108803"/>
                  <a:pt x="1291771" y="110611"/>
                </a:cubicBezTo>
                <a:cubicBezTo>
                  <a:pt x="1288884" y="112419"/>
                  <a:pt x="1285606" y="113323"/>
                  <a:pt x="1281936" y="113323"/>
                </a:cubicBezTo>
                <a:cubicBezTo>
                  <a:pt x="1277619" y="113323"/>
                  <a:pt x="1274247" y="112304"/>
                  <a:pt x="1271818" y="110267"/>
                </a:cubicBezTo>
                <a:cubicBezTo>
                  <a:pt x="1269390" y="108230"/>
                  <a:pt x="1267906" y="105147"/>
                  <a:pt x="1267366" y="101019"/>
                </a:cubicBezTo>
                <a:moveTo>
                  <a:pt x="1267366" y="95029"/>
                </a:moveTo>
                <a:lnTo>
                  <a:pt x="1267366" y="69709"/>
                </a:lnTo>
                <a:cubicBezTo>
                  <a:pt x="1260837" y="73559"/>
                  <a:pt x="1255980" y="77680"/>
                  <a:pt x="1252796" y="82073"/>
                </a:cubicBezTo>
                <a:cubicBezTo>
                  <a:pt x="1250692" y="85000"/>
                  <a:pt x="1249639" y="87956"/>
                  <a:pt x="1249639" y="90939"/>
                </a:cubicBezTo>
                <a:cubicBezTo>
                  <a:pt x="1249639" y="93433"/>
                  <a:pt x="1250530" y="95630"/>
                  <a:pt x="1252311" y="97528"/>
                </a:cubicBezTo>
                <a:cubicBezTo>
                  <a:pt x="1253660" y="98992"/>
                  <a:pt x="1255548" y="99724"/>
                  <a:pt x="1257977" y="99724"/>
                </a:cubicBezTo>
                <a:cubicBezTo>
                  <a:pt x="1260675" y="99724"/>
                  <a:pt x="1263805" y="98159"/>
                  <a:pt x="1267366" y="95029"/>
                </a:cubicBezTo>
                <a:close/>
                <a:moveTo>
                  <a:pt x="1338517" y="8580"/>
                </a:moveTo>
                <a:lnTo>
                  <a:pt x="1338517" y="36425"/>
                </a:lnTo>
                <a:lnTo>
                  <a:pt x="1356487" y="36425"/>
                </a:lnTo>
                <a:lnTo>
                  <a:pt x="1356487" y="44358"/>
                </a:lnTo>
                <a:lnTo>
                  <a:pt x="1338517" y="44358"/>
                </a:lnTo>
                <a:lnTo>
                  <a:pt x="1338517" y="91189"/>
                </a:lnTo>
                <a:cubicBezTo>
                  <a:pt x="1338517" y="95572"/>
                  <a:pt x="1338719" y="98399"/>
                  <a:pt x="1339124" y="99671"/>
                </a:cubicBezTo>
                <a:cubicBezTo>
                  <a:pt x="1339529" y="100942"/>
                  <a:pt x="1340244" y="101971"/>
                  <a:pt x="1341269" y="102757"/>
                </a:cubicBezTo>
                <a:cubicBezTo>
                  <a:pt x="1342294" y="103541"/>
                  <a:pt x="1343239" y="103933"/>
                  <a:pt x="1344102" y="103933"/>
                </a:cubicBezTo>
                <a:cubicBezTo>
                  <a:pt x="1347610" y="103933"/>
                  <a:pt x="1350928" y="101235"/>
                  <a:pt x="1354058" y="95839"/>
                </a:cubicBezTo>
                <a:lnTo>
                  <a:pt x="1356487" y="97637"/>
                </a:lnTo>
                <a:cubicBezTo>
                  <a:pt x="1352116" y="108094"/>
                  <a:pt x="1345019" y="113323"/>
                  <a:pt x="1335198" y="113323"/>
                </a:cubicBezTo>
                <a:cubicBezTo>
                  <a:pt x="1330395" y="113323"/>
                  <a:pt x="1326335" y="111983"/>
                  <a:pt x="1323016" y="109303"/>
                </a:cubicBezTo>
                <a:cubicBezTo>
                  <a:pt x="1319697" y="106622"/>
                  <a:pt x="1317579" y="103630"/>
                  <a:pt x="1316662" y="100326"/>
                </a:cubicBezTo>
                <a:cubicBezTo>
                  <a:pt x="1316122" y="98485"/>
                  <a:pt x="1315852" y="93502"/>
                  <a:pt x="1315852" y="85379"/>
                </a:cubicBezTo>
                <a:lnTo>
                  <a:pt x="1315852" y="44358"/>
                </a:lnTo>
                <a:lnTo>
                  <a:pt x="1305977" y="44358"/>
                </a:lnTo>
                <a:lnTo>
                  <a:pt x="1305977" y="41517"/>
                </a:lnTo>
                <a:cubicBezTo>
                  <a:pt x="1312776" y="36704"/>
                  <a:pt x="1318564" y="31648"/>
                  <a:pt x="1323340" y="26348"/>
                </a:cubicBezTo>
                <a:cubicBezTo>
                  <a:pt x="1328115" y="21047"/>
                  <a:pt x="1332284" y="15125"/>
                  <a:pt x="1335846" y="8580"/>
                </a:cubicBezTo>
                <a:lnTo>
                  <a:pt x="1338517" y="8580"/>
                </a:lnTo>
                <a:close/>
                <a:moveTo>
                  <a:pt x="1427798" y="71555"/>
                </a:moveTo>
                <a:lnTo>
                  <a:pt x="1386273" y="71555"/>
                </a:lnTo>
                <a:cubicBezTo>
                  <a:pt x="1386758" y="81619"/>
                  <a:pt x="1389430" y="89573"/>
                  <a:pt x="1394286" y="95416"/>
                </a:cubicBezTo>
                <a:cubicBezTo>
                  <a:pt x="1398010" y="99907"/>
                  <a:pt x="1402489" y="102152"/>
                  <a:pt x="1407723" y="102152"/>
                </a:cubicBezTo>
                <a:cubicBezTo>
                  <a:pt x="1410961" y="102152"/>
                  <a:pt x="1413902" y="101248"/>
                  <a:pt x="1416546" y="99441"/>
                </a:cubicBezTo>
                <a:cubicBezTo>
                  <a:pt x="1419190" y="97633"/>
                  <a:pt x="1422023" y="94382"/>
                  <a:pt x="1425045" y="89687"/>
                </a:cubicBezTo>
                <a:lnTo>
                  <a:pt x="1427798" y="91468"/>
                </a:lnTo>
                <a:cubicBezTo>
                  <a:pt x="1423696" y="99832"/>
                  <a:pt x="1419163" y="105754"/>
                  <a:pt x="1414199" y="109235"/>
                </a:cubicBezTo>
                <a:cubicBezTo>
                  <a:pt x="1409234" y="112716"/>
                  <a:pt x="1403487" y="114456"/>
                  <a:pt x="1396958" y="114456"/>
                </a:cubicBezTo>
                <a:cubicBezTo>
                  <a:pt x="1385733" y="114456"/>
                  <a:pt x="1377234" y="110135"/>
                  <a:pt x="1371460" y="101492"/>
                </a:cubicBezTo>
                <a:cubicBezTo>
                  <a:pt x="1366819" y="94524"/>
                  <a:pt x="1364499" y="85882"/>
                  <a:pt x="1364499" y="75565"/>
                </a:cubicBezTo>
                <a:cubicBezTo>
                  <a:pt x="1364499" y="62924"/>
                  <a:pt x="1367912" y="52863"/>
                  <a:pt x="1374738" y="45382"/>
                </a:cubicBezTo>
                <a:cubicBezTo>
                  <a:pt x="1381565" y="37900"/>
                  <a:pt x="1389565" y="34159"/>
                  <a:pt x="1398738" y="34159"/>
                </a:cubicBezTo>
                <a:cubicBezTo>
                  <a:pt x="1406401" y="34159"/>
                  <a:pt x="1413052" y="37302"/>
                  <a:pt x="1418691" y="43589"/>
                </a:cubicBezTo>
                <a:cubicBezTo>
                  <a:pt x="1424330" y="49876"/>
                  <a:pt x="1427366" y="59198"/>
                  <a:pt x="1427798" y="71555"/>
                </a:cubicBezTo>
                <a:moveTo>
                  <a:pt x="1407885" y="66213"/>
                </a:moveTo>
                <a:cubicBezTo>
                  <a:pt x="1407885" y="57525"/>
                  <a:pt x="1407413" y="51562"/>
                  <a:pt x="1406469" y="48324"/>
                </a:cubicBezTo>
                <a:cubicBezTo>
                  <a:pt x="1405524" y="45086"/>
                  <a:pt x="1404054" y="42631"/>
                  <a:pt x="1402057" y="40958"/>
                </a:cubicBezTo>
                <a:cubicBezTo>
                  <a:pt x="1400924" y="39987"/>
                  <a:pt x="1399413" y="39501"/>
                  <a:pt x="1397524" y="39501"/>
                </a:cubicBezTo>
                <a:cubicBezTo>
                  <a:pt x="1394718" y="39501"/>
                  <a:pt x="1392425" y="40877"/>
                  <a:pt x="1390644" y="43629"/>
                </a:cubicBezTo>
                <a:cubicBezTo>
                  <a:pt x="1387460" y="48432"/>
                  <a:pt x="1385868" y="55016"/>
                  <a:pt x="1385868" y="63380"/>
                </a:cubicBezTo>
                <a:lnTo>
                  <a:pt x="1385868" y="66213"/>
                </a:lnTo>
                <a:lnTo>
                  <a:pt x="1407885" y="66213"/>
                </a:lnTo>
                <a:close/>
                <a:moveTo>
                  <a:pt x="1527141" y="162"/>
                </a:moveTo>
                <a:lnTo>
                  <a:pt x="1527141" y="89849"/>
                </a:lnTo>
                <a:cubicBezTo>
                  <a:pt x="1527141" y="96651"/>
                  <a:pt x="1527438" y="100991"/>
                  <a:pt x="1528032" y="102868"/>
                </a:cubicBezTo>
                <a:cubicBezTo>
                  <a:pt x="1528625" y="104745"/>
                  <a:pt x="1529867" y="106282"/>
                  <a:pt x="1531755" y="107480"/>
                </a:cubicBezTo>
                <a:cubicBezTo>
                  <a:pt x="1533644" y="108677"/>
                  <a:pt x="1536666" y="109276"/>
                  <a:pt x="1540821" y="109276"/>
                </a:cubicBezTo>
                <a:lnTo>
                  <a:pt x="1543330" y="109276"/>
                </a:lnTo>
                <a:lnTo>
                  <a:pt x="1543330" y="112190"/>
                </a:lnTo>
                <a:lnTo>
                  <a:pt x="1485536" y="112190"/>
                </a:lnTo>
                <a:lnTo>
                  <a:pt x="1485536" y="109276"/>
                </a:lnTo>
                <a:lnTo>
                  <a:pt x="1488450" y="109276"/>
                </a:lnTo>
                <a:cubicBezTo>
                  <a:pt x="1493145" y="109276"/>
                  <a:pt x="1496490" y="108732"/>
                  <a:pt x="1498487" y="107644"/>
                </a:cubicBezTo>
                <a:cubicBezTo>
                  <a:pt x="1500484" y="106555"/>
                  <a:pt x="1501833" y="105058"/>
                  <a:pt x="1502534" y="103154"/>
                </a:cubicBezTo>
                <a:cubicBezTo>
                  <a:pt x="1503236" y="101248"/>
                  <a:pt x="1503587" y="96813"/>
                  <a:pt x="1503587" y="89849"/>
                </a:cubicBezTo>
                <a:lnTo>
                  <a:pt x="1503587" y="33025"/>
                </a:lnTo>
                <a:cubicBezTo>
                  <a:pt x="1503587" y="27953"/>
                  <a:pt x="1503344" y="24783"/>
                  <a:pt x="1502858" y="23514"/>
                </a:cubicBezTo>
                <a:cubicBezTo>
                  <a:pt x="1502372" y="22246"/>
                  <a:pt x="1501468" y="21167"/>
                  <a:pt x="1500146" y="20277"/>
                </a:cubicBezTo>
                <a:cubicBezTo>
                  <a:pt x="1498824" y="19386"/>
                  <a:pt x="1497300" y="18941"/>
                  <a:pt x="1495573" y="18941"/>
                </a:cubicBezTo>
                <a:cubicBezTo>
                  <a:pt x="1492821" y="18941"/>
                  <a:pt x="1489475" y="19804"/>
                  <a:pt x="1485536" y="21531"/>
                </a:cubicBezTo>
                <a:lnTo>
                  <a:pt x="1484079" y="18617"/>
                </a:lnTo>
                <a:lnTo>
                  <a:pt x="1524470" y="162"/>
                </a:lnTo>
                <a:lnTo>
                  <a:pt x="1527141" y="1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Candidatepredicate2">
            <a:extLst xmlns:a="http://schemas.openxmlformats.org/drawingml/2006/main">
              <a:ext uri="{FF2B5EF4-FFF2-40B4-BE49-F238E27FC236}">
                <a16:creationId xmlns:a16="http://schemas.microsoft.com/office/drawing/2014/main" id="{6CFD67F4-B204-4A40-89F3-34151573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866" y="1234432"/>
            <a:ext cx="1547944" cy="147643"/>
          </a:xfrm>
          <a:custGeom xmlns:a="http://schemas.openxmlformats.org/drawingml/2006/main">
            <a:pathLst>
              <a:path w="1547944" h="147643">
                <a:moveTo>
                  <a:pt x="104095" y="0"/>
                </a:moveTo>
                <a:lnTo>
                  <a:pt x="104095" y="38044"/>
                </a:lnTo>
                <a:lnTo>
                  <a:pt x="100938" y="38044"/>
                </a:lnTo>
                <a:cubicBezTo>
                  <a:pt x="98564" y="28063"/>
                  <a:pt x="94139" y="20414"/>
                  <a:pt x="87663" y="15099"/>
                </a:cubicBezTo>
                <a:cubicBezTo>
                  <a:pt x="81188" y="9782"/>
                  <a:pt x="73849" y="7123"/>
                  <a:pt x="65646" y="7123"/>
                </a:cubicBezTo>
                <a:cubicBezTo>
                  <a:pt x="58793" y="7123"/>
                  <a:pt x="52506" y="9093"/>
                  <a:pt x="46786" y="13032"/>
                </a:cubicBezTo>
                <a:cubicBezTo>
                  <a:pt x="41066" y="16971"/>
                  <a:pt x="36884" y="22125"/>
                  <a:pt x="34240" y="28493"/>
                </a:cubicBezTo>
                <a:cubicBezTo>
                  <a:pt x="30840" y="36641"/>
                  <a:pt x="29140" y="45707"/>
                  <a:pt x="29140" y="55690"/>
                </a:cubicBezTo>
                <a:cubicBezTo>
                  <a:pt x="29140" y="65511"/>
                  <a:pt x="30381" y="74456"/>
                  <a:pt x="32864" y="82523"/>
                </a:cubicBezTo>
                <a:cubicBezTo>
                  <a:pt x="35346" y="90591"/>
                  <a:pt x="39231" y="96689"/>
                  <a:pt x="44520" y="100817"/>
                </a:cubicBezTo>
                <a:cubicBezTo>
                  <a:pt x="49808" y="104945"/>
                  <a:pt x="56661" y="107009"/>
                  <a:pt x="65080" y="107009"/>
                </a:cubicBezTo>
                <a:cubicBezTo>
                  <a:pt x="71987" y="107009"/>
                  <a:pt x="78314" y="105498"/>
                  <a:pt x="84061" y="102476"/>
                </a:cubicBezTo>
                <a:cubicBezTo>
                  <a:pt x="89808" y="99454"/>
                  <a:pt x="95866" y="94247"/>
                  <a:pt x="102233" y="86854"/>
                </a:cubicBezTo>
                <a:lnTo>
                  <a:pt x="102233" y="96324"/>
                </a:lnTo>
                <a:cubicBezTo>
                  <a:pt x="96082" y="102746"/>
                  <a:pt x="89673" y="107400"/>
                  <a:pt x="83009" y="110287"/>
                </a:cubicBezTo>
                <a:cubicBezTo>
                  <a:pt x="76344" y="113174"/>
                  <a:pt x="68560" y="114618"/>
                  <a:pt x="59656" y="114618"/>
                </a:cubicBezTo>
                <a:cubicBezTo>
                  <a:pt x="47946" y="114618"/>
                  <a:pt x="37545" y="112274"/>
                  <a:pt x="28452" y="107586"/>
                </a:cubicBezTo>
                <a:cubicBezTo>
                  <a:pt x="19359" y="102898"/>
                  <a:pt x="12344" y="96162"/>
                  <a:pt x="7406" y="87380"/>
                </a:cubicBezTo>
                <a:cubicBezTo>
                  <a:pt x="2469" y="78596"/>
                  <a:pt x="0" y="69246"/>
                  <a:pt x="0" y="59330"/>
                </a:cubicBezTo>
                <a:cubicBezTo>
                  <a:pt x="0" y="48876"/>
                  <a:pt x="2739" y="38961"/>
                  <a:pt x="8216" y="29585"/>
                </a:cubicBezTo>
                <a:cubicBezTo>
                  <a:pt x="13693" y="20208"/>
                  <a:pt x="21086" y="12933"/>
                  <a:pt x="30395" y="7761"/>
                </a:cubicBezTo>
                <a:cubicBezTo>
                  <a:pt x="39703" y="2587"/>
                  <a:pt x="49592" y="0"/>
                  <a:pt x="60061" y="0"/>
                </a:cubicBezTo>
                <a:cubicBezTo>
                  <a:pt x="67778" y="0"/>
                  <a:pt x="75926" y="1673"/>
                  <a:pt x="84506" y="5019"/>
                </a:cubicBezTo>
                <a:cubicBezTo>
                  <a:pt x="89471" y="6961"/>
                  <a:pt x="92628" y="7933"/>
                  <a:pt x="93977" y="7933"/>
                </a:cubicBezTo>
                <a:cubicBezTo>
                  <a:pt x="95704" y="7933"/>
                  <a:pt x="97201" y="7299"/>
                  <a:pt x="98469" y="6030"/>
                </a:cubicBezTo>
                <a:cubicBezTo>
                  <a:pt x="99738" y="4762"/>
                  <a:pt x="100560" y="2752"/>
                  <a:pt x="100938" y="0"/>
                </a:cubicBezTo>
                <a:lnTo>
                  <a:pt x="104095" y="0"/>
                </a:lnTo>
                <a:close/>
                <a:moveTo>
                  <a:pt x="160485" y="101019"/>
                </a:moveTo>
                <a:cubicBezTo>
                  <a:pt x="151258" y="109222"/>
                  <a:pt x="142974" y="113323"/>
                  <a:pt x="135635" y="113323"/>
                </a:cubicBezTo>
                <a:cubicBezTo>
                  <a:pt x="131318" y="113323"/>
                  <a:pt x="127730" y="111902"/>
                  <a:pt x="124870" y="109061"/>
                </a:cubicBezTo>
                <a:cubicBezTo>
                  <a:pt x="122010" y="106217"/>
                  <a:pt x="120580" y="102657"/>
                  <a:pt x="120580" y="98381"/>
                </a:cubicBezTo>
                <a:cubicBezTo>
                  <a:pt x="120580" y="92587"/>
                  <a:pt x="123062" y="87375"/>
                  <a:pt x="128027" y="82746"/>
                </a:cubicBezTo>
                <a:cubicBezTo>
                  <a:pt x="132991" y="78117"/>
                  <a:pt x="143811" y="71958"/>
                  <a:pt x="160485" y="64270"/>
                </a:cubicBezTo>
                <a:lnTo>
                  <a:pt x="160485" y="56661"/>
                </a:lnTo>
                <a:cubicBezTo>
                  <a:pt x="160485" y="50941"/>
                  <a:pt x="160175" y="47339"/>
                  <a:pt x="159555" y="45855"/>
                </a:cubicBezTo>
                <a:cubicBezTo>
                  <a:pt x="158934" y="44371"/>
                  <a:pt x="157760" y="43076"/>
                  <a:pt x="156033" y="41970"/>
                </a:cubicBezTo>
                <a:cubicBezTo>
                  <a:pt x="154307" y="40864"/>
                  <a:pt x="152364" y="40311"/>
                  <a:pt x="150205" y="40311"/>
                </a:cubicBezTo>
                <a:cubicBezTo>
                  <a:pt x="146698" y="40311"/>
                  <a:pt x="143811" y="41093"/>
                  <a:pt x="141544" y="42658"/>
                </a:cubicBezTo>
                <a:cubicBezTo>
                  <a:pt x="140141" y="43629"/>
                  <a:pt x="139440" y="44762"/>
                  <a:pt x="139440" y="46058"/>
                </a:cubicBezTo>
                <a:cubicBezTo>
                  <a:pt x="139440" y="47191"/>
                  <a:pt x="140195" y="48594"/>
                  <a:pt x="141706" y="50267"/>
                </a:cubicBezTo>
                <a:cubicBezTo>
                  <a:pt x="143757" y="52587"/>
                  <a:pt x="144782" y="54827"/>
                  <a:pt x="144782" y="56985"/>
                </a:cubicBezTo>
                <a:cubicBezTo>
                  <a:pt x="144782" y="59629"/>
                  <a:pt x="143797" y="61882"/>
                  <a:pt x="141828" y="63744"/>
                </a:cubicBezTo>
                <a:cubicBezTo>
                  <a:pt x="139858" y="65606"/>
                  <a:pt x="137281" y="66537"/>
                  <a:pt x="134097" y="66537"/>
                </a:cubicBezTo>
                <a:cubicBezTo>
                  <a:pt x="130698" y="66537"/>
                  <a:pt x="127851" y="65511"/>
                  <a:pt x="125558" y="63461"/>
                </a:cubicBezTo>
                <a:cubicBezTo>
                  <a:pt x="123264" y="61410"/>
                  <a:pt x="122118" y="59009"/>
                  <a:pt x="122118" y="56257"/>
                </a:cubicBezTo>
                <a:cubicBezTo>
                  <a:pt x="122118" y="52371"/>
                  <a:pt x="123656" y="48661"/>
                  <a:pt x="126731" y="45127"/>
                </a:cubicBezTo>
                <a:cubicBezTo>
                  <a:pt x="129807" y="41592"/>
                  <a:pt x="134097" y="38880"/>
                  <a:pt x="139602" y="36992"/>
                </a:cubicBezTo>
                <a:cubicBezTo>
                  <a:pt x="145106" y="35103"/>
                  <a:pt x="150826" y="34159"/>
                  <a:pt x="156762" y="34159"/>
                </a:cubicBezTo>
                <a:cubicBezTo>
                  <a:pt x="163939" y="34159"/>
                  <a:pt x="169619" y="35687"/>
                  <a:pt x="173801" y="38745"/>
                </a:cubicBezTo>
                <a:cubicBezTo>
                  <a:pt x="177983" y="41800"/>
                  <a:pt x="180695" y="45113"/>
                  <a:pt x="181936" y="48683"/>
                </a:cubicBezTo>
                <a:cubicBezTo>
                  <a:pt x="182691" y="50955"/>
                  <a:pt x="183069" y="56174"/>
                  <a:pt x="183069" y="64341"/>
                </a:cubicBezTo>
                <a:lnTo>
                  <a:pt x="183069" y="93792"/>
                </a:lnTo>
                <a:cubicBezTo>
                  <a:pt x="183069" y="97254"/>
                  <a:pt x="183204" y="99432"/>
                  <a:pt x="183474" y="100326"/>
                </a:cubicBezTo>
                <a:cubicBezTo>
                  <a:pt x="183744" y="101218"/>
                  <a:pt x="184148" y="101881"/>
                  <a:pt x="184688" y="102314"/>
                </a:cubicBezTo>
                <a:cubicBezTo>
                  <a:pt x="185228" y="102746"/>
                  <a:pt x="185848" y="102962"/>
                  <a:pt x="186550" y="102962"/>
                </a:cubicBezTo>
                <a:cubicBezTo>
                  <a:pt x="187953" y="102962"/>
                  <a:pt x="189383" y="101963"/>
                  <a:pt x="190840" y="99967"/>
                </a:cubicBezTo>
                <a:lnTo>
                  <a:pt x="193268" y="101910"/>
                </a:lnTo>
                <a:cubicBezTo>
                  <a:pt x="190570" y="105903"/>
                  <a:pt x="187777" y="108803"/>
                  <a:pt x="184890" y="110611"/>
                </a:cubicBezTo>
                <a:cubicBezTo>
                  <a:pt x="182003" y="112419"/>
                  <a:pt x="178725" y="113323"/>
                  <a:pt x="175056" y="113323"/>
                </a:cubicBezTo>
                <a:cubicBezTo>
                  <a:pt x="170738" y="113323"/>
                  <a:pt x="167366" y="112304"/>
                  <a:pt x="164937" y="110267"/>
                </a:cubicBezTo>
                <a:cubicBezTo>
                  <a:pt x="162509" y="108230"/>
                  <a:pt x="161025" y="105147"/>
                  <a:pt x="160485" y="101019"/>
                </a:cubicBezTo>
                <a:moveTo>
                  <a:pt x="160485" y="95029"/>
                </a:moveTo>
                <a:lnTo>
                  <a:pt x="160485" y="69709"/>
                </a:lnTo>
                <a:cubicBezTo>
                  <a:pt x="153956" y="73559"/>
                  <a:pt x="149099" y="77680"/>
                  <a:pt x="145915" y="82073"/>
                </a:cubicBezTo>
                <a:cubicBezTo>
                  <a:pt x="143811" y="85000"/>
                  <a:pt x="142759" y="87956"/>
                  <a:pt x="142759" y="90939"/>
                </a:cubicBezTo>
                <a:cubicBezTo>
                  <a:pt x="142759" y="93433"/>
                  <a:pt x="143649" y="95630"/>
                  <a:pt x="145430" y="97528"/>
                </a:cubicBezTo>
                <a:cubicBezTo>
                  <a:pt x="146779" y="98992"/>
                  <a:pt x="148667" y="99724"/>
                  <a:pt x="151096" y="99724"/>
                </a:cubicBezTo>
                <a:cubicBezTo>
                  <a:pt x="153794" y="99724"/>
                  <a:pt x="156924" y="98159"/>
                  <a:pt x="160485" y="95029"/>
                </a:cubicBezTo>
                <a:close/>
                <a:moveTo>
                  <a:pt x="232526" y="36425"/>
                </a:moveTo>
                <a:lnTo>
                  <a:pt x="232526" y="46300"/>
                </a:lnTo>
                <a:cubicBezTo>
                  <a:pt x="236412" y="42063"/>
                  <a:pt x="240135" y="38980"/>
                  <a:pt x="243697" y="37052"/>
                </a:cubicBezTo>
                <a:cubicBezTo>
                  <a:pt x="247258" y="35123"/>
                  <a:pt x="251090" y="34159"/>
                  <a:pt x="255191" y="34159"/>
                </a:cubicBezTo>
                <a:cubicBezTo>
                  <a:pt x="260102" y="34159"/>
                  <a:pt x="264176" y="35523"/>
                  <a:pt x="267414" y="38251"/>
                </a:cubicBezTo>
                <a:cubicBezTo>
                  <a:pt x="270651" y="40980"/>
                  <a:pt x="272810" y="44370"/>
                  <a:pt x="273889" y="48423"/>
                </a:cubicBezTo>
                <a:cubicBezTo>
                  <a:pt x="274753" y="51504"/>
                  <a:pt x="275184" y="57421"/>
                  <a:pt x="275184" y="66175"/>
                </a:cubicBezTo>
                <a:lnTo>
                  <a:pt x="275184" y="95677"/>
                </a:lnTo>
                <a:cubicBezTo>
                  <a:pt x="275184" y="101505"/>
                  <a:pt x="275710" y="105134"/>
                  <a:pt x="276763" y="106564"/>
                </a:cubicBezTo>
                <a:cubicBezTo>
                  <a:pt x="277815" y="107994"/>
                  <a:pt x="280014" y="108898"/>
                  <a:pt x="283360" y="109276"/>
                </a:cubicBezTo>
                <a:lnTo>
                  <a:pt x="283360" y="112190"/>
                </a:lnTo>
                <a:lnTo>
                  <a:pt x="245073" y="112190"/>
                </a:lnTo>
                <a:lnTo>
                  <a:pt x="245073" y="109276"/>
                </a:lnTo>
                <a:cubicBezTo>
                  <a:pt x="247933" y="108898"/>
                  <a:pt x="249983" y="107711"/>
                  <a:pt x="251225" y="105714"/>
                </a:cubicBezTo>
                <a:cubicBezTo>
                  <a:pt x="252088" y="104365"/>
                  <a:pt x="252520" y="101019"/>
                  <a:pt x="252520" y="95677"/>
                </a:cubicBezTo>
                <a:lnTo>
                  <a:pt x="252520" y="62004"/>
                </a:lnTo>
                <a:cubicBezTo>
                  <a:pt x="252520" y="55798"/>
                  <a:pt x="252277" y="51886"/>
                  <a:pt x="251791" y="50267"/>
                </a:cubicBezTo>
                <a:cubicBezTo>
                  <a:pt x="251306" y="48648"/>
                  <a:pt x="250483" y="47393"/>
                  <a:pt x="249322" y="46503"/>
                </a:cubicBezTo>
                <a:cubicBezTo>
                  <a:pt x="248162" y="45612"/>
                  <a:pt x="246881" y="45167"/>
                  <a:pt x="245478" y="45167"/>
                </a:cubicBezTo>
                <a:cubicBezTo>
                  <a:pt x="240837" y="45167"/>
                  <a:pt x="236520" y="48513"/>
                  <a:pt x="232526" y="55204"/>
                </a:cubicBezTo>
                <a:lnTo>
                  <a:pt x="232526" y="95677"/>
                </a:lnTo>
                <a:cubicBezTo>
                  <a:pt x="232526" y="101343"/>
                  <a:pt x="233052" y="104931"/>
                  <a:pt x="234105" y="106442"/>
                </a:cubicBezTo>
                <a:cubicBezTo>
                  <a:pt x="235157" y="107953"/>
                  <a:pt x="237113" y="108898"/>
                  <a:pt x="239973" y="109276"/>
                </a:cubicBezTo>
                <a:lnTo>
                  <a:pt x="239973" y="112190"/>
                </a:lnTo>
                <a:lnTo>
                  <a:pt x="201686" y="112190"/>
                </a:lnTo>
                <a:lnTo>
                  <a:pt x="201686" y="109276"/>
                </a:lnTo>
                <a:cubicBezTo>
                  <a:pt x="204870" y="108952"/>
                  <a:pt x="207137" y="107926"/>
                  <a:pt x="208486" y="106200"/>
                </a:cubicBezTo>
                <a:cubicBezTo>
                  <a:pt x="209403" y="105012"/>
                  <a:pt x="209862" y="101505"/>
                  <a:pt x="209862" y="95677"/>
                </a:cubicBezTo>
                <a:lnTo>
                  <a:pt x="209862" y="52938"/>
                </a:lnTo>
                <a:cubicBezTo>
                  <a:pt x="209862" y="47149"/>
                  <a:pt x="209336" y="43544"/>
                  <a:pt x="208283" y="42124"/>
                </a:cubicBezTo>
                <a:cubicBezTo>
                  <a:pt x="207231" y="40704"/>
                  <a:pt x="205032" y="39776"/>
                  <a:pt x="201686" y="39339"/>
                </a:cubicBezTo>
                <a:lnTo>
                  <a:pt x="201686" y="36425"/>
                </a:lnTo>
                <a:lnTo>
                  <a:pt x="232526" y="36425"/>
                </a:lnTo>
                <a:close/>
                <a:moveTo>
                  <a:pt x="367355" y="2428"/>
                </a:moveTo>
                <a:lnTo>
                  <a:pt x="367355" y="89525"/>
                </a:lnTo>
                <a:cubicBezTo>
                  <a:pt x="367355" y="95348"/>
                  <a:pt x="367517" y="98793"/>
                  <a:pt x="367841" y="99861"/>
                </a:cubicBezTo>
                <a:cubicBezTo>
                  <a:pt x="368273" y="101625"/>
                  <a:pt x="369096" y="102934"/>
                  <a:pt x="370310" y="103789"/>
                </a:cubicBezTo>
                <a:cubicBezTo>
                  <a:pt x="371524" y="104642"/>
                  <a:pt x="373642" y="105176"/>
                  <a:pt x="376664" y="105390"/>
                </a:cubicBezTo>
                <a:lnTo>
                  <a:pt x="376664" y="108304"/>
                </a:lnTo>
                <a:lnTo>
                  <a:pt x="344691" y="114456"/>
                </a:lnTo>
                <a:lnTo>
                  <a:pt x="344691" y="102476"/>
                </a:lnTo>
                <a:cubicBezTo>
                  <a:pt x="340859" y="107117"/>
                  <a:pt x="337446" y="110274"/>
                  <a:pt x="334451" y="111947"/>
                </a:cubicBezTo>
                <a:cubicBezTo>
                  <a:pt x="331456" y="113620"/>
                  <a:pt x="328070" y="114456"/>
                  <a:pt x="324293" y="114456"/>
                </a:cubicBezTo>
                <a:cubicBezTo>
                  <a:pt x="314633" y="114456"/>
                  <a:pt x="306997" y="110135"/>
                  <a:pt x="301385" y="101492"/>
                </a:cubicBezTo>
                <a:cubicBezTo>
                  <a:pt x="296852" y="94470"/>
                  <a:pt x="294586" y="85855"/>
                  <a:pt x="294586" y="75645"/>
                </a:cubicBezTo>
                <a:cubicBezTo>
                  <a:pt x="294586" y="67489"/>
                  <a:pt x="295989" y="60182"/>
                  <a:pt x="298795" y="53727"/>
                </a:cubicBezTo>
                <a:cubicBezTo>
                  <a:pt x="301601" y="47272"/>
                  <a:pt x="305446" y="42397"/>
                  <a:pt x="310330" y="39101"/>
                </a:cubicBezTo>
                <a:cubicBezTo>
                  <a:pt x="315213" y="35806"/>
                  <a:pt x="320461" y="34159"/>
                  <a:pt x="326073" y="34159"/>
                </a:cubicBezTo>
                <a:cubicBezTo>
                  <a:pt x="329689" y="34159"/>
                  <a:pt x="332900" y="34866"/>
                  <a:pt x="335706" y="36281"/>
                </a:cubicBezTo>
                <a:cubicBezTo>
                  <a:pt x="338512" y="37696"/>
                  <a:pt x="341507" y="40172"/>
                  <a:pt x="344691" y="43710"/>
                </a:cubicBezTo>
                <a:lnTo>
                  <a:pt x="344691" y="20884"/>
                </a:lnTo>
                <a:cubicBezTo>
                  <a:pt x="344691" y="15110"/>
                  <a:pt x="344448" y="11629"/>
                  <a:pt x="343962" y="10442"/>
                </a:cubicBezTo>
                <a:cubicBezTo>
                  <a:pt x="343315" y="8877"/>
                  <a:pt x="342343" y="7717"/>
                  <a:pt x="341048" y="6961"/>
                </a:cubicBezTo>
                <a:cubicBezTo>
                  <a:pt x="339753" y="6206"/>
                  <a:pt x="337325" y="5828"/>
                  <a:pt x="333763" y="5828"/>
                </a:cubicBezTo>
                <a:lnTo>
                  <a:pt x="333763" y="2428"/>
                </a:lnTo>
                <a:lnTo>
                  <a:pt x="367355" y="2428"/>
                </a:lnTo>
                <a:moveTo>
                  <a:pt x="344691" y="53585"/>
                </a:moveTo>
                <a:cubicBezTo>
                  <a:pt x="340697" y="46031"/>
                  <a:pt x="335814" y="42253"/>
                  <a:pt x="330040" y="42253"/>
                </a:cubicBezTo>
                <a:cubicBezTo>
                  <a:pt x="328043" y="42253"/>
                  <a:pt x="326397" y="42793"/>
                  <a:pt x="325102" y="43872"/>
                </a:cubicBezTo>
                <a:cubicBezTo>
                  <a:pt x="323105" y="45545"/>
                  <a:pt x="321473" y="48486"/>
                  <a:pt x="320205" y="52695"/>
                </a:cubicBezTo>
                <a:cubicBezTo>
                  <a:pt x="318937" y="56904"/>
                  <a:pt x="318303" y="63353"/>
                  <a:pt x="318303" y="72041"/>
                </a:cubicBezTo>
                <a:cubicBezTo>
                  <a:pt x="318303" y="81592"/>
                  <a:pt x="319004" y="88662"/>
                  <a:pt x="320407" y="93248"/>
                </a:cubicBezTo>
                <a:cubicBezTo>
                  <a:pt x="321810" y="97835"/>
                  <a:pt x="323726" y="101154"/>
                  <a:pt x="326154" y="103205"/>
                </a:cubicBezTo>
                <a:cubicBezTo>
                  <a:pt x="327395" y="104230"/>
                  <a:pt x="329095" y="104743"/>
                  <a:pt x="331254" y="104743"/>
                </a:cubicBezTo>
                <a:cubicBezTo>
                  <a:pt x="336003" y="104743"/>
                  <a:pt x="340482" y="101007"/>
                  <a:pt x="344691" y="93537"/>
                </a:cubicBezTo>
                <a:lnTo>
                  <a:pt x="344691" y="53585"/>
                </a:lnTo>
                <a:close/>
                <a:moveTo>
                  <a:pt x="404160" y="0"/>
                </a:moveTo>
                <a:cubicBezTo>
                  <a:pt x="407668" y="0"/>
                  <a:pt x="410636" y="1232"/>
                  <a:pt x="413064" y="3696"/>
                </a:cubicBezTo>
                <a:cubicBezTo>
                  <a:pt x="415492" y="6158"/>
                  <a:pt x="416707" y="9121"/>
                  <a:pt x="416707" y="12587"/>
                </a:cubicBezTo>
                <a:cubicBezTo>
                  <a:pt x="416707" y="16052"/>
                  <a:pt x="415479" y="19003"/>
                  <a:pt x="413024" y="21440"/>
                </a:cubicBezTo>
                <a:cubicBezTo>
                  <a:pt x="410568" y="23875"/>
                  <a:pt x="407614" y="25093"/>
                  <a:pt x="404160" y="25093"/>
                </a:cubicBezTo>
                <a:cubicBezTo>
                  <a:pt x="400707" y="25093"/>
                  <a:pt x="397766" y="23875"/>
                  <a:pt x="395337" y="21440"/>
                </a:cubicBezTo>
                <a:cubicBezTo>
                  <a:pt x="392909" y="19003"/>
                  <a:pt x="391695" y="16052"/>
                  <a:pt x="391695" y="12587"/>
                </a:cubicBezTo>
                <a:cubicBezTo>
                  <a:pt x="391695" y="9121"/>
                  <a:pt x="392909" y="6158"/>
                  <a:pt x="395337" y="3696"/>
                </a:cubicBezTo>
                <a:cubicBezTo>
                  <a:pt x="397766" y="1232"/>
                  <a:pt x="400707" y="0"/>
                  <a:pt x="404160" y="0"/>
                </a:cubicBezTo>
                <a:moveTo>
                  <a:pt x="415492" y="36425"/>
                </a:moveTo>
                <a:lnTo>
                  <a:pt x="415492" y="96486"/>
                </a:lnTo>
                <a:cubicBezTo>
                  <a:pt x="415492" y="101829"/>
                  <a:pt x="416113" y="105242"/>
                  <a:pt x="417354" y="106726"/>
                </a:cubicBezTo>
                <a:cubicBezTo>
                  <a:pt x="418595" y="108210"/>
                  <a:pt x="421024" y="109060"/>
                  <a:pt x="424639" y="109276"/>
                </a:cubicBezTo>
                <a:lnTo>
                  <a:pt x="424639" y="112190"/>
                </a:lnTo>
                <a:lnTo>
                  <a:pt x="383762" y="112190"/>
                </a:lnTo>
                <a:lnTo>
                  <a:pt x="383762" y="109276"/>
                </a:lnTo>
                <a:cubicBezTo>
                  <a:pt x="387108" y="109168"/>
                  <a:pt x="389590" y="108196"/>
                  <a:pt x="391209" y="106361"/>
                </a:cubicBezTo>
                <a:cubicBezTo>
                  <a:pt x="392288" y="105120"/>
                  <a:pt x="392828" y="101829"/>
                  <a:pt x="392828" y="96486"/>
                </a:cubicBezTo>
                <a:lnTo>
                  <a:pt x="392828" y="52290"/>
                </a:lnTo>
                <a:cubicBezTo>
                  <a:pt x="392828" y="46881"/>
                  <a:pt x="392207" y="43424"/>
                  <a:pt x="390966" y="41922"/>
                </a:cubicBezTo>
                <a:cubicBezTo>
                  <a:pt x="389725" y="40419"/>
                  <a:pt x="387324" y="39558"/>
                  <a:pt x="383762" y="39339"/>
                </a:cubicBezTo>
                <a:lnTo>
                  <a:pt x="383762" y="36425"/>
                </a:lnTo>
                <a:lnTo>
                  <a:pt x="415492" y="36425"/>
                </a:lnTo>
                <a:close/>
                <a:moveTo>
                  <a:pt x="505613" y="2428"/>
                </a:moveTo>
                <a:lnTo>
                  <a:pt x="505613" y="89525"/>
                </a:lnTo>
                <a:cubicBezTo>
                  <a:pt x="505613" y="95348"/>
                  <a:pt x="505775" y="98793"/>
                  <a:pt x="506098" y="99861"/>
                </a:cubicBezTo>
                <a:cubicBezTo>
                  <a:pt x="506530" y="101625"/>
                  <a:pt x="507353" y="102934"/>
                  <a:pt x="508567" y="103789"/>
                </a:cubicBezTo>
                <a:cubicBezTo>
                  <a:pt x="509781" y="104642"/>
                  <a:pt x="511899" y="105176"/>
                  <a:pt x="514921" y="105390"/>
                </a:cubicBezTo>
                <a:lnTo>
                  <a:pt x="514921" y="108304"/>
                </a:lnTo>
                <a:lnTo>
                  <a:pt x="482948" y="114456"/>
                </a:lnTo>
                <a:lnTo>
                  <a:pt x="482948" y="102476"/>
                </a:lnTo>
                <a:cubicBezTo>
                  <a:pt x="479117" y="107117"/>
                  <a:pt x="475704" y="110274"/>
                  <a:pt x="472709" y="111947"/>
                </a:cubicBezTo>
                <a:cubicBezTo>
                  <a:pt x="469714" y="113620"/>
                  <a:pt x="466328" y="114456"/>
                  <a:pt x="462550" y="114456"/>
                </a:cubicBezTo>
                <a:cubicBezTo>
                  <a:pt x="452891" y="114456"/>
                  <a:pt x="445255" y="110135"/>
                  <a:pt x="439643" y="101492"/>
                </a:cubicBezTo>
                <a:cubicBezTo>
                  <a:pt x="435110" y="94470"/>
                  <a:pt x="432843" y="85855"/>
                  <a:pt x="432843" y="75645"/>
                </a:cubicBezTo>
                <a:cubicBezTo>
                  <a:pt x="432843" y="67489"/>
                  <a:pt x="434246" y="60182"/>
                  <a:pt x="437053" y="53727"/>
                </a:cubicBezTo>
                <a:cubicBezTo>
                  <a:pt x="439859" y="47272"/>
                  <a:pt x="443703" y="42397"/>
                  <a:pt x="448587" y="39101"/>
                </a:cubicBezTo>
                <a:cubicBezTo>
                  <a:pt x="453471" y="35806"/>
                  <a:pt x="458719" y="34159"/>
                  <a:pt x="464331" y="34159"/>
                </a:cubicBezTo>
                <a:cubicBezTo>
                  <a:pt x="467946" y="34159"/>
                  <a:pt x="471157" y="34866"/>
                  <a:pt x="473963" y="36281"/>
                </a:cubicBezTo>
                <a:cubicBezTo>
                  <a:pt x="476769" y="37696"/>
                  <a:pt x="479764" y="40172"/>
                  <a:pt x="482948" y="43710"/>
                </a:cubicBezTo>
                <a:lnTo>
                  <a:pt x="482948" y="20884"/>
                </a:lnTo>
                <a:cubicBezTo>
                  <a:pt x="482948" y="15110"/>
                  <a:pt x="482705" y="11629"/>
                  <a:pt x="482220" y="10442"/>
                </a:cubicBezTo>
                <a:cubicBezTo>
                  <a:pt x="481572" y="8877"/>
                  <a:pt x="480601" y="7717"/>
                  <a:pt x="479306" y="6961"/>
                </a:cubicBezTo>
                <a:cubicBezTo>
                  <a:pt x="478011" y="6206"/>
                  <a:pt x="475582" y="5828"/>
                  <a:pt x="472021" y="5828"/>
                </a:cubicBezTo>
                <a:lnTo>
                  <a:pt x="472021" y="2428"/>
                </a:lnTo>
                <a:lnTo>
                  <a:pt x="505613" y="2428"/>
                </a:lnTo>
                <a:moveTo>
                  <a:pt x="482948" y="53585"/>
                </a:moveTo>
                <a:cubicBezTo>
                  <a:pt x="478955" y="46031"/>
                  <a:pt x="474071" y="42253"/>
                  <a:pt x="468297" y="42253"/>
                </a:cubicBezTo>
                <a:cubicBezTo>
                  <a:pt x="466301" y="42253"/>
                  <a:pt x="464655" y="42793"/>
                  <a:pt x="463360" y="43872"/>
                </a:cubicBezTo>
                <a:cubicBezTo>
                  <a:pt x="461363" y="45545"/>
                  <a:pt x="459731" y="48486"/>
                  <a:pt x="458462" y="52695"/>
                </a:cubicBezTo>
                <a:cubicBezTo>
                  <a:pt x="457194" y="56904"/>
                  <a:pt x="456560" y="63353"/>
                  <a:pt x="456560" y="72041"/>
                </a:cubicBezTo>
                <a:cubicBezTo>
                  <a:pt x="456560" y="81592"/>
                  <a:pt x="457262" y="88662"/>
                  <a:pt x="458665" y="93248"/>
                </a:cubicBezTo>
                <a:cubicBezTo>
                  <a:pt x="460068" y="97835"/>
                  <a:pt x="461984" y="101154"/>
                  <a:pt x="464412" y="103205"/>
                </a:cubicBezTo>
                <a:cubicBezTo>
                  <a:pt x="465653" y="104230"/>
                  <a:pt x="467353" y="104743"/>
                  <a:pt x="469511" y="104743"/>
                </a:cubicBezTo>
                <a:cubicBezTo>
                  <a:pt x="474260" y="104743"/>
                  <a:pt x="478739" y="101007"/>
                  <a:pt x="482948" y="93537"/>
                </a:cubicBezTo>
                <a:lnTo>
                  <a:pt x="482948" y="53585"/>
                </a:lnTo>
                <a:close/>
                <a:moveTo>
                  <a:pt x="565973" y="101019"/>
                </a:moveTo>
                <a:cubicBezTo>
                  <a:pt x="556745" y="109222"/>
                  <a:pt x="548462" y="113323"/>
                  <a:pt x="541123" y="113323"/>
                </a:cubicBezTo>
                <a:cubicBezTo>
                  <a:pt x="536806" y="113323"/>
                  <a:pt x="533217" y="111902"/>
                  <a:pt x="530357" y="109061"/>
                </a:cubicBezTo>
                <a:cubicBezTo>
                  <a:pt x="527497" y="106217"/>
                  <a:pt x="526067" y="102657"/>
                  <a:pt x="526067" y="98381"/>
                </a:cubicBezTo>
                <a:cubicBezTo>
                  <a:pt x="526067" y="92587"/>
                  <a:pt x="528549" y="87375"/>
                  <a:pt x="533514" y="82746"/>
                </a:cubicBezTo>
                <a:cubicBezTo>
                  <a:pt x="538478" y="78117"/>
                  <a:pt x="549298" y="71958"/>
                  <a:pt x="565973" y="64270"/>
                </a:cubicBezTo>
                <a:lnTo>
                  <a:pt x="565973" y="56661"/>
                </a:lnTo>
                <a:cubicBezTo>
                  <a:pt x="565973" y="50941"/>
                  <a:pt x="565662" y="47339"/>
                  <a:pt x="565042" y="45855"/>
                </a:cubicBezTo>
                <a:cubicBezTo>
                  <a:pt x="564421" y="44371"/>
                  <a:pt x="563248" y="43076"/>
                  <a:pt x="561521" y="41970"/>
                </a:cubicBezTo>
                <a:cubicBezTo>
                  <a:pt x="559794" y="40864"/>
                  <a:pt x="557851" y="40311"/>
                  <a:pt x="555693" y="40311"/>
                </a:cubicBezTo>
                <a:cubicBezTo>
                  <a:pt x="552185" y="40311"/>
                  <a:pt x="549298" y="41093"/>
                  <a:pt x="547032" y="42658"/>
                </a:cubicBezTo>
                <a:cubicBezTo>
                  <a:pt x="545629" y="43629"/>
                  <a:pt x="544927" y="44762"/>
                  <a:pt x="544927" y="46058"/>
                </a:cubicBezTo>
                <a:cubicBezTo>
                  <a:pt x="544927" y="47191"/>
                  <a:pt x="545683" y="48594"/>
                  <a:pt x="547193" y="50267"/>
                </a:cubicBezTo>
                <a:cubicBezTo>
                  <a:pt x="549244" y="52587"/>
                  <a:pt x="550269" y="54827"/>
                  <a:pt x="550269" y="56985"/>
                </a:cubicBezTo>
                <a:cubicBezTo>
                  <a:pt x="550269" y="59629"/>
                  <a:pt x="549285" y="61882"/>
                  <a:pt x="547315" y="63744"/>
                </a:cubicBezTo>
                <a:cubicBezTo>
                  <a:pt x="545345" y="65606"/>
                  <a:pt x="542769" y="66537"/>
                  <a:pt x="539585" y="66537"/>
                </a:cubicBezTo>
                <a:cubicBezTo>
                  <a:pt x="536185" y="66537"/>
                  <a:pt x="533338" y="65511"/>
                  <a:pt x="531045" y="63461"/>
                </a:cubicBezTo>
                <a:cubicBezTo>
                  <a:pt x="528752" y="61410"/>
                  <a:pt x="527605" y="59009"/>
                  <a:pt x="527605" y="56257"/>
                </a:cubicBezTo>
                <a:cubicBezTo>
                  <a:pt x="527605" y="52371"/>
                  <a:pt x="529143" y="48661"/>
                  <a:pt x="532219" y="45127"/>
                </a:cubicBezTo>
                <a:cubicBezTo>
                  <a:pt x="535295" y="41592"/>
                  <a:pt x="539585" y="38880"/>
                  <a:pt x="545089" y="36992"/>
                </a:cubicBezTo>
                <a:cubicBezTo>
                  <a:pt x="550593" y="35103"/>
                  <a:pt x="556313" y="34159"/>
                  <a:pt x="562249" y="34159"/>
                </a:cubicBezTo>
                <a:cubicBezTo>
                  <a:pt x="569426" y="34159"/>
                  <a:pt x="575106" y="35687"/>
                  <a:pt x="579288" y="38745"/>
                </a:cubicBezTo>
                <a:cubicBezTo>
                  <a:pt x="583470" y="41800"/>
                  <a:pt x="586182" y="45113"/>
                  <a:pt x="587423" y="48683"/>
                </a:cubicBezTo>
                <a:cubicBezTo>
                  <a:pt x="588179" y="50955"/>
                  <a:pt x="588556" y="56174"/>
                  <a:pt x="588556" y="64341"/>
                </a:cubicBezTo>
                <a:lnTo>
                  <a:pt x="588556" y="93792"/>
                </a:lnTo>
                <a:cubicBezTo>
                  <a:pt x="588556" y="97254"/>
                  <a:pt x="588691" y="99432"/>
                  <a:pt x="588961" y="100326"/>
                </a:cubicBezTo>
                <a:cubicBezTo>
                  <a:pt x="589231" y="101218"/>
                  <a:pt x="589636" y="101881"/>
                  <a:pt x="590175" y="102314"/>
                </a:cubicBezTo>
                <a:cubicBezTo>
                  <a:pt x="590715" y="102746"/>
                  <a:pt x="591335" y="102962"/>
                  <a:pt x="592037" y="102962"/>
                </a:cubicBezTo>
                <a:cubicBezTo>
                  <a:pt x="593440" y="102962"/>
                  <a:pt x="594870" y="101963"/>
                  <a:pt x="596327" y="99967"/>
                </a:cubicBezTo>
                <a:lnTo>
                  <a:pt x="598755" y="101910"/>
                </a:lnTo>
                <a:cubicBezTo>
                  <a:pt x="596057" y="105903"/>
                  <a:pt x="593265" y="108803"/>
                  <a:pt x="590378" y="110611"/>
                </a:cubicBezTo>
                <a:cubicBezTo>
                  <a:pt x="587491" y="112419"/>
                  <a:pt x="584212" y="113323"/>
                  <a:pt x="580543" y="113323"/>
                </a:cubicBezTo>
                <a:cubicBezTo>
                  <a:pt x="576226" y="113323"/>
                  <a:pt x="572853" y="112304"/>
                  <a:pt x="570425" y="110267"/>
                </a:cubicBezTo>
                <a:cubicBezTo>
                  <a:pt x="567996" y="108230"/>
                  <a:pt x="566512" y="105147"/>
                  <a:pt x="565973" y="101019"/>
                </a:cubicBezTo>
                <a:moveTo>
                  <a:pt x="565973" y="95029"/>
                </a:moveTo>
                <a:lnTo>
                  <a:pt x="565973" y="69709"/>
                </a:lnTo>
                <a:cubicBezTo>
                  <a:pt x="559443" y="73559"/>
                  <a:pt x="554586" y="77680"/>
                  <a:pt x="551403" y="82073"/>
                </a:cubicBezTo>
                <a:cubicBezTo>
                  <a:pt x="549298" y="85000"/>
                  <a:pt x="548246" y="87956"/>
                  <a:pt x="548246" y="90939"/>
                </a:cubicBezTo>
                <a:cubicBezTo>
                  <a:pt x="548246" y="93433"/>
                  <a:pt x="549136" y="95630"/>
                  <a:pt x="550917" y="97528"/>
                </a:cubicBezTo>
                <a:cubicBezTo>
                  <a:pt x="552266" y="98992"/>
                  <a:pt x="554155" y="99724"/>
                  <a:pt x="556583" y="99724"/>
                </a:cubicBezTo>
                <a:cubicBezTo>
                  <a:pt x="559281" y="99724"/>
                  <a:pt x="562411" y="98159"/>
                  <a:pt x="565973" y="95029"/>
                </a:cubicBezTo>
                <a:close/>
                <a:moveTo>
                  <a:pt x="637123" y="8580"/>
                </a:moveTo>
                <a:lnTo>
                  <a:pt x="637123" y="36425"/>
                </a:lnTo>
                <a:lnTo>
                  <a:pt x="655093" y="36425"/>
                </a:lnTo>
                <a:lnTo>
                  <a:pt x="655093" y="44358"/>
                </a:lnTo>
                <a:lnTo>
                  <a:pt x="637123" y="44358"/>
                </a:lnTo>
                <a:lnTo>
                  <a:pt x="637123" y="91189"/>
                </a:lnTo>
                <a:cubicBezTo>
                  <a:pt x="637123" y="95572"/>
                  <a:pt x="637326" y="98399"/>
                  <a:pt x="637730" y="99671"/>
                </a:cubicBezTo>
                <a:cubicBezTo>
                  <a:pt x="638135" y="100942"/>
                  <a:pt x="638850" y="101971"/>
                  <a:pt x="639875" y="102757"/>
                </a:cubicBezTo>
                <a:cubicBezTo>
                  <a:pt x="640901" y="103541"/>
                  <a:pt x="641845" y="103933"/>
                  <a:pt x="642708" y="103933"/>
                </a:cubicBezTo>
                <a:cubicBezTo>
                  <a:pt x="646216" y="103933"/>
                  <a:pt x="649535" y="101235"/>
                  <a:pt x="652665" y="95839"/>
                </a:cubicBezTo>
                <a:lnTo>
                  <a:pt x="655093" y="97637"/>
                </a:lnTo>
                <a:cubicBezTo>
                  <a:pt x="650722" y="108094"/>
                  <a:pt x="643626" y="113323"/>
                  <a:pt x="633804" y="113323"/>
                </a:cubicBezTo>
                <a:cubicBezTo>
                  <a:pt x="629002" y="113323"/>
                  <a:pt x="624941" y="111983"/>
                  <a:pt x="621622" y="109303"/>
                </a:cubicBezTo>
                <a:cubicBezTo>
                  <a:pt x="618304" y="106622"/>
                  <a:pt x="616185" y="103630"/>
                  <a:pt x="615268" y="100326"/>
                </a:cubicBezTo>
                <a:cubicBezTo>
                  <a:pt x="614728" y="98485"/>
                  <a:pt x="614459" y="93502"/>
                  <a:pt x="614459" y="85379"/>
                </a:cubicBezTo>
                <a:lnTo>
                  <a:pt x="614459" y="44358"/>
                </a:lnTo>
                <a:lnTo>
                  <a:pt x="604583" y="44358"/>
                </a:lnTo>
                <a:lnTo>
                  <a:pt x="604583" y="41517"/>
                </a:lnTo>
                <a:cubicBezTo>
                  <a:pt x="611383" y="36704"/>
                  <a:pt x="617170" y="31648"/>
                  <a:pt x="621946" y="26348"/>
                </a:cubicBezTo>
                <a:cubicBezTo>
                  <a:pt x="626722" y="21047"/>
                  <a:pt x="630890" y="15125"/>
                  <a:pt x="634452" y="8580"/>
                </a:cubicBezTo>
                <a:lnTo>
                  <a:pt x="637123" y="8580"/>
                </a:lnTo>
                <a:close/>
                <a:moveTo>
                  <a:pt x="726404" y="71555"/>
                </a:moveTo>
                <a:lnTo>
                  <a:pt x="684880" y="71555"/>
                </a:lnTo>
                <a:cubicBezTo>
                  <a:pt x="685365" y="81619"/>
                  <a:pt x="688037" y="89573"/>
                  <a:pt x="692893" y="95416"/>
                </a:cubicBezTo>
                <a:cubicBezTo>
                  <a:pt x="696617" y="99907"/>
                  <a:pt x="701096" y="102152"/>
                  <a:pt x="706330" y="102152"/>
                </a:cubicBezTo>
                <a:cubicBezTo>
                  <a:pt x="709568" y="102152"/>
                  <a:pt x="712509" y="101248"/>
                  <a:pt x="715153" y="99441"/>
                </a:cubicBezTo>
                <a:cubicBezTo>
                  <a:pt x="717797" y="97633"/>
                  <a:pt x="720630" y="94382"/>
                  <a:pt x="723652" y="89687"/>
                </a:cubicBezTo>
                <a:lnTo>
                  <a:pt x="726404" y="91468"/>
                </a:lnTo>
                <a:cubicBezTo>
                  <a:pt x="722303" y="99832"/>
                  <a:pt x="717770" y="105754"/>
                  <a:pt x="712806" y="109235"/>
                </a:cubicBezTo>
                <a:cubicBezTo>
                  <a:pt x="707841" y="112716"/>
                  <a:pt x="702094" y="114456"/>
                  <a:pt x="695564" y="114456"/>
                </a:cubicBezTo>
                <a:cubicBezTo>
                  <a:pt x="684340" y="114456"/>
                  <a:pt x="675841" y="110135"/>
                  <a:pt x="670067" y="101492"/>
                </a:cubicBezTo>
                <a:cubicBezTo>
                  <a:pt x="665426" y="94524"/>
                  <a:pt x="663106" y="85882"/>
                  <a:pt x="663106" y="75565"/>
                </a:cubicBezTo>
                <a:cubicBezTo>
                  <a:pt x="663106" y="62924"/>
                  <a:pt x="666519" y="52863"/>
                  <a:pt x="673345" y="45382"/>
                </a:cubicBezTo>
                <a:cubicBezTo>
                  <a:pt x="680171" y="37900"/>
                  <a:pt x="688171" y="34159"/>
                  <a:pt x="697345" y="34159"/>
                </a:cubicBezTo>
                <a:cubicBezTo>
                  <a:pt x="705008" y="34159"/>
                  <a:pt x="711659" y="37302"/>
                  <a:pt x="717298" y="43589"/>
                </a:cubicBezTo>
                <a:cubicBezTo>
                  <a:pt x="722937" y="49876"/>
                  <a:pt x="725973" y="59198"/>
                  <a:pt x="726404" y="71555"/>
                </a:cubicBezTo>
                <a:moveTo>
                  <a:pt x="706492" y="66213"/>
                </a:moveTo>
                <a:cubicBezTo>
                  <a:pt x="706492" y="57525"/>
                  <a:pt x="706020" y="51562"/>
                  <a:pt x="705075" y="48324"/>
                </a:cubicBezTo>
                <a:cubicBezTo>
                  <a:pt x="704131" y="45086"/>
                  <a:pt x="702661" y="42631"/>
                  <a:pt x="700664" y="40958"/>
                </a:cubicBezTo>
                <a:cubicBezTo>
                  <a:pt x="699531" y="39987"/>
                  <a:pt x="698020" y="39501"/>
                  <a:pt x="696131" y="39501"/>
                </a:cubicBezTo>
                <a:cubicBezTo>
                  <a:pt x="693325" y="39501"/>
                  <a:pt x="691032" y="40877"/>
                  <a:pt x="689251" y="43629"/>
                </a:cubicBezTo>
                <a:cubicBezTo>
                  <a:pt x="686067" y="48432"/>
                  <a:pt x="684475" y="55016"/>
                  <a:pt x="684475" y="63380"/>
                </a:cubicBezTo>
                <a:lnTo>
                  <a:pt x="684475" y="66213"/>
                </a:lnTo>
                <a:lnTo>
                  <a:pt x="706492" y="66213"/>
                </a:lnTo>
                <a:close/>
                <a:moveTo>
                  <a:pt x="806645" y="104500"/>
                </a:moveTo>
                <a:lnTo>
                  <a:pt x="806645" y="132588"/>
                </a:lnTo>
                <a:cubicBezTo>
                  <a:pt x="806645" y="136525"/>
                  <a:pt x="806955" y="139205"/>
                  <a:pt x="807576" y="140626"/>
                </a:cubicBezTo>
                <a:cubicBezTo>
                  <a:pt x="808197" y="142050"/>
                  <a:pt x="809154" y="143089"/>
                  <a:pt x="810450" y="143745"/>
                </a:cubicBezTo>
                <a:cubicBezTo>
                  <a:pt x="811745" y="144401"/>
                  <a:pt x="814281" y="144729"/>
                  <a:pt x="818058" y="144729"/>
                </a:cubicBezTo>
                <a:lnTo>
                  <a:pt x="818058" y="147643"/>
                </a:lnTo>
                <a:lnTo>
                  <a:pt x="774915" y="147643"/>
                </a:lnTo>
                <a:lnTo>
                  <a:pt x="774915" y="144729"/>
                </a:lnTo>
                <a:cubicBezTo>
                  <a:pt x="778260" y="144620"/>
                  <a:pt x="780743" y="143663"/>
                  <a:pt x="782362" y="141858"/>
                </a:cubicBezTo>
                <a:cubicBezTo>
                  <a:pt x="783441" y="140602"/>
                  <a:pt x="783981" y="137350"/>
                  <a:pt x="783981" y="132102"/>
                </a:cubicBezTo>
                <a:lnTo>
                  <a:pt x="783981" y="52290"/>
                </a:lnTo>
                <a:cubicBezTo>
                  <a:pt x="783981" y="46881"/>
                  <a:pt x="783360" y="43424"/>
                  <a:pt x="782119" y="41922"/>
                </a:cubicBezTo>
                <a:cubicBezTo>
                  <a:pt x="780878" y="40419"/>
                  <a:pt x="778476" y="39558"/>
                  <a:pt x="774915" y="39339"/>
                </a:cubicBezTo>
                <a:lnTo>
                  <a:pt x="774915" y="36425"/>
                </a:lnTo>
                <a:lnTo>
                  <a:pt x="806645" y="36425"/>
                </a:lnTo>
                <a:lnTo>
                  <a:pt x="806645" y="46381"/>
                </a:lnTo>
                <a:cubicBezTo>
                  <a:pt x="809289" y="42496"/>
                  <a:pt x="811987" y="39690"/>
                  <a:pt x="814740" y="37963"/>
                </a:cubicBezTo>
                <a:cubicBezTo>
                  <a:pt x="818679" y="35427"/>
                  <a:pt x="822969" y="34159"/>
                  <a:pt x="827610" y="34159"/>
                </a:cubicBezTo>
                <a:cubicBezTo>
                  <a:pt x="833168" y="34159"/>
                  <a:pt x="838227" y="35914"/>
                  <a:pt x="842787" y="39425"/>
                </a:cubicBezTo>
                <a:cubicBezTo>
                  <a:pt x="847347" y="42936"/>
                  <a:pt x="850814" y="47784"/>
                  <a:pt x="853188" y="53970"/>
                </a:cubicBezTo>
                <a:cubicBezTo>
                  <a:pt x="855563" y="60155"/>
                  <a:pt x="856750" y="66813"/>
                  <a:pt x="856750" y="73943"/>
                </a:cubicBezTo>
                <a:cubicBezTo>
                  <a:pt x="856750" y="81613"/>
                  <a:pt x="855522" y="88621"/>
                  <a:pt x="853067" y="94969"/>
                </a:cubicBezTo>
                <a:cubicBezTo>
                  <a:pt x="850612" y="101316"/>
                  <a:pt x="847050" y="106151"/>
                  <a:pt x="842382" y="109473"/>
                </a:cubicBezTo>
                <a:cubicBezTo>
                  <a:pt x="837714" y="112795"/>
                  <a:pt x="832520" y="114456"/>
                  <a:pt x="826800" y="114456"/>
                </a:cubicBezTo>
                <a:cubicBezTo>
                  <a:pt x="822645" y="114456"/>
                  <a:pt x="818760" y="113539"/>
                  <a:pt x="815144" y="111704"/>
                </a:cubicBezTo>
                <a:cubicBezTo>
                  <a:pt x="812446" y="110301"/>
                  <a:pt x="809613" y="107899"/>
                  <a:pt x="806645" y="104500"/>
                </a:cubicBezTo>
                <a:moveTo>
                  <a:pt x="806645" y="96312"/>
                </a:moveTo>
                <a:cubicBezTo>
                  <a:pt x="811286" y="102904"/>
                  <a:pt x="816251" y="106200"/>
                  <a:pt x="821539" y="106200"/>
                </a:cubicBezTo>
                <a:cubicBezTo>
                  <a:pt x="824453" y="106200"/>
                  <a:pt x="826854" y="104660"/>
                  <a:pt x="828743" y="101581"/>
                </a:cubicBezTo>
                <a:cubicBezTo>
                  <a:pt x="831549" y="97041"/>
                  <a:pt x="832952" y="88395"/>
                  <a:pt x="832952" y="75643"/>
                </a:cubicBezTo>
                <a:cubicBezTo>
                  <a:pt x="832952" y="62567"/>
                  <a:pt x="831414" y="53624"/>
                  <a:pt x="828338" y="48815"/>
                </a:cubicBezTo>
                <a:cubicBezTo>
                  <a:pt x="826288" y="45628"/>
                  <a:pt x="823536" y="44034"/>
                  <a:pt x="820082" y="44034"/>
                </a:cubicBezTo>
                <a:cubicBezTo>
                  <a:pt x="814632" y="44034"/>
                  <a:pt x="810153" y="47978"/>
                  <a:pt x="806645" y="55867"/>
                </a:cubicBezTo>
                <a:lnTo>
                  <a:pt x="806645" y="96312"/>
                </a:lnTo>
                <a:close/>
                <a:moveTo>
                  <a:pt x="900921" y="36425"/>
                </a:moveTo>
                <a:lnTo>
                  <a:pt x="900921" y="53585"/>
                </a:lnTo>
                <a:cubicBezTo>
                  <a:pt x="905940" y="45761"/>
                  <a:pt x="910338" y="40567"/>
                  <a:pt x="914115" y="38004"/>
                </a:cubicBezTo>
                <a:cubicBezTo>
                  <a:pt x="917893" y="35440"/>
                  <a:pt x="921535" y="34159"/>
                  <a:pt x="925043" y="34159"/>
                </a:cubicBezTo>
                <a:cubicBezTo>
                  <a:pt x="928065" y="34159"/>
                  <a:pt x="930480" y="35093"/>
                  <a:pt x="932287" y="36961"/>
                </a:cubicBezTo>
                <a:cubicBezTo>
                  <a:pt x="934095" y="38830"/>
                  <a:pt x="934999" y="41470"/>
                  <a:pt x="934999" y="44881"/>
                </a:cubicBezTo>
                <a:cubicBezTo>
                  <a:pt x="934999" y="48510"/>
                  <a:pt x="934122" y="51327"/>
                  <a:pt x="932368" y="53333"/>
                </a:cubicBezTo>
                <a:cubicBezTo>
                  <a:pt x="930614" y="55336"/>
                  <a:pt x="928496" y="56338"/>
                  <a:pt x="926014" y="56338"/>
                </a:cubicBezTo>
                <a:cubicBezTo>
                  <a:pt x="923154" y="56338"/>
                  <a:pt x="920672" y="55420"/>
                  <a:pt x="918567" y="53585"/>
                </a:cubicBezTo>
                <a:cubicBezTo>
                  <a:pt x="916463" y="51751"/>
                  <a:pt x="915221" y="50725"/>
                  <a:pt x="914844" y="50510"/>
                </a:cubicBezTo>
                <a:cubicBezTo>
                  <a:pt x="914304" y="50186"/>
                  <a:pt x="913683" y="50024"/>
                  <a:pt x="912982" y="50024"/>
                </a:cubicBezTo>
                <a:cubicBezTo>
                  <a:pt x="911417" y="50024"/>
                  <a:pt x="909933" y="50617"/>
                  <a:pt x="908530" y="51805"/>
                </a:cubicBezTo>
                <a:cubicBezTo>
                  <a:pt x="906318" y="53639"/>
                  <a:pt x="904645" y="56257"/>
                  <a:pt x="903511" y="59656"/>
                </a:cubicBezTo>
                <a:cubicBezTo>
                  <a:pt x="901785" y="64891"/>
                  <a:pt x="900921" y="70665"/>
                  <a:pt x="900921" y="76979"/>
                </a:cubicBezTo>
                <a:lnTo>
                  <a:pt x="900921" y="94382"/>
                </a:lnTo>
                <a:lnTo>
                  <a:pt x="901002" y="98915"/>
                </a:lnTo>
                <a:cubicBezTo>
                  <a:pt x="901002" y="101990"/>
                  <a:pt x="901191" y="103960"/>
                  <a:pt x="901569" y="104824"/>
                </a:cubicBezTo>
                <a:cubicBezTo>
                  <a:pt x="902216" y="106281"/>
                  <a:pt x="903174" y="107346"/>
                  <a:pt x="904442" y="108021"/>
                </a:cubicBezTo>
                <a:cubicBezTo>
                  <a:pt x="905710" y="108695"/>
                  <a:pt x="907855" y="109114"/>
                  <a:pt x="910877" y="109276"/>
                </a:cubicBezTo>
                <a:lnTo>
                  <a:pt x="910877" y="112190"/>
                </a:lnTo>
                <a:lnTo>
                  <a:pt x="870000" y="112190"/>
                </a:lnTo>
                <a:lnTo>
                  <a:pt x="870000" y="109276"/>
                </a:lnTo>
                <a:cubicBezTo>
                  <a:pt x="873292" y="109006"/>
                  <a:pt x="875518" y="108102"/>
                  <a:pt x="876678" y="106564"/>
                </a:cubicBezTo>
                <a:cubicBezTo>
                  <a:pt x="877838" y="105026"/>
                  <a:pt x="878419" y="100965"/>
                  <a:pt x="878419" y="94382"/>
                </a:cubicBezTo>
                <a:lnTo>
                  <a:pt x="878419" y="52452"/>
                </a:lnTo>
                <a:cubicBezTo>
                  <a:pt x="878419" y="48108"/>
                  <a:pt x="878203" y="45339"/>
                  <a:pt x="877771" y="44145"/>
                </a:cubicBezTo>
                <a:cubicBezTo>
                  <a:pt x="877231" y="42624"/>
                  <a:pt x="876449" y="41511"/>
                  <a:pt x="875424" y="40806"/>
                </a:cubicBezTo>
                <a:cubicBezTo>
                  <a:pt x="874398" y="40100"/>
                  <a:pt x="872591" y="39611"/>
                  <a:pt x="870000" y="39339"/>
                </a:cubicBezTo>
                <a:lnTo>
                  <a:pt x="870000" y="36425"/>
                </a:lnTo>
                <a:lnTo>
                  <a:pt x="900921" y="36425"/>
                </a:lnTo>
                <a:close/>
                <a:moveTo>
                  <a:pt x="1004242" y="71555"/>
                </a:moveTo>
                <a:lnTo>
                  <a:pt x="962718" y="71555"/>
                </a:lnTo>
                <a:cubicBezTo>
                  <a:pt x="963203" y="81619"/>
                  <a:pt x="965874" y="89573"/>
                  <a:pt x="970731" y="95416"/>
                </a:cubicBezTo>
                <a:cubicBezTo>
                  <a:pt x="974455" y="99907"/>
                  <a:pt x="978934" y="102152"/>
                  <a:pt x="984168" y="102152"/>
                </a:cubicBezTo>
                <a:cubicBezTo>
                  <a:pt x="987406" y="102152"/>
                  <a:pt x="990347" y="101248"/>
                  <a:pt x="992991" y="99441"/>
                </a:cubicBezTo>
                <a:cubicBezTo>
                  <a:pt x="995635" y="97633"/>
                  <a:pt x="998468" y="94382"/>
                  <a:pt x="1001490" y="89687"/>
                </a:cubicBezTo>
                <a:lnTo>
                  <a:pt x="1004242" y="91468"/>
                </a:lnTo>
                <a:cubicBezTo>
                  <a:pt x="1000141" y="99832"/>
                  <a:pt x="995608" y="105754"/>
                  <a:pt x="990644" y="109235"/>
                </a:cubicBezTo>
                <a:cubicBezTo>
                  <a:pt x="985679" y="112716"/>
                  <a:pt x="979932" y="114456"/>
                  <a:pt x="973402" y="114456"/>
                </a:cubicBezTo>
                <a:cubicBezTo>
                  <a:pt x="962178" y="114456"/>
                  <a:pt x="953679" y="110135"/>
                  <a:pt x="947905" y="101492"/>
                </a:cubicBezTo>
                <a:cubicBezTo>
                  <a:pt x="943264" y="94524"/>
                  <a:pt x="940943" y="85882"/>
                  <a:pt x="940943" y="75565"/>
                </a:cubicBezTo>
                <a:cubicBezTo>
                  <a:pt x="940943" y="62924"/>
                  <a:pt x="944357" y="52863"/>
                  <a:pt x="951183" y="45382"/>
                </a:cubicBezTo>
                <a:cubicBezTo>
                  <a:pt x="958009" y="37900"/>
                  <a:pt x="966009" y="34159"/>
                  <a:pt x="975183" y="34159"/>
                </a:cubicBezTo>
                <a:cubicBezTo>
                  <a:pt x="982846" y="34159"/>
                  <a:pt x="989497" y="37302"/>
                  <a:pt x="995136" y="43589"/>
                </a:cubicBezTo>
                <a:cubicBezTo>
                  <a:pt x="1000775" y="49876"/>
                  <a:pt x="1003811" y="59198"/>
                  <a:pt x="1004242" y="71555"/>
                </a:cubicBezTo>
                <a:moveTo>
                  <a:pt x="984330" y="66213"/>
                </a:moveTo>
                <a:cubicBezTo>
                  <a:pt x="984330" y="57525"/>
                  <a:pt x="983858" y="51562"/>
                  <a:pt x="982913" y="48324"/>
                </a:cubicBezTo>
                <a:cubicBezTo>
                  <a:pt x="981969" y="45086"/>
                  <a:pt x="980498" y="42631"/>
                  <a:pt x="978502" y="40958"/>
                </a:cubicBezTo>
                <a:cubicBezTo>
                  <a:pt x="977369" y="39987"/>
                  <a:pt x="975858" y="39501"/>
                  <a:pt x="973969" y="39501"/>
                </a:cubicBezTo>
                <a:cubicBezTo>
                  <a:pt x="971163" y="39501"/>
                  <a:pt x="968869" y="40877"/>
                  <a:pt x="967089" y="43629"/>
                </a:cubicBezTo>
                <a:cubicBezTo>
                  <a:pt x="963905" y="48432"/>
                  <a:pt x="962313" y="55016"/>
                  <a:pt x="962313" y="63380"/>
                </a:cubicBezTo>
                <a:lnTo>
                  <a:pt x="962313" y="66213"/>
                </a:lnTo>
                <a:lnTo>
                  <a:pt x="984330" y="66213"/>
                </a:lnTo>
                <a:close/>
                <a:moveTo>
                  <a:pt x="1087317" y="2428"/>
                </a:moveTo>
                <a:lnTo>
                  <a:pt x="1087317" y="89525"/>
                </a:lnTo>
                <a:cubicBezTo>
                  <a:pt x="1087317" y="95348"/>
                  <a:pt x="1087479" y="98793"/>
                  <a:pt x="1087802" y="99861"/>
                </a:cubicBezTo>
                <a:cubicBezTo>
                  <a:pt x="1088234" y="101625"/>
                  <a:pt x="1089057" y="102934"/>
                  <a:pt x="1090271" y="103789"/>
                </a:cubicBezTo>
                <a:cubicBezTo>
                  <a:pt x="1091485" y="104642"/>
                  <a:pt x="1093603" y="105176"/>
                  <a:pt x="1096625" y="105390"/>
                </a:cubicBezTo>
                <a:lnTo>
                  <a:pt x="1096625" y="108304"/>
                </a:lnTo>
                <a:lnTo>
                  <a:pt x="1064652" y="114456"/>
                </a:lnTo>
                <a:lnTo>
                  <a:pt x="1064652" y="102476"/>
                </a:lnTo>
                <a:cubicBezTo>
                  <a:pt x="1060821" y="107117"/>
                  <a:pt x="1057408" y="110274"/>
                  <a:pt x="1054413" y="111947"/>
                </a:cubicBezTo>
                <a:cubicBezTo>
                  <a:pt x="1051418" y="113620"/>
                  <a:pt x="1048031" y="114456"/>
                  <a:pt x="1044254" y="114456"/>
                </a:cubicBezTo>
                <a:cubicBezTo>
                  <a:pt x="1034595" y="114456"/>
                  <a:pt x="1026959" y="110135"/>
                  <a:pt x="1021347" y="101492"/>
                </a:cubicBezTo>
                <a:cubicBezTo>
                  <a:pt x="1016814" y="94470"/>
                  <a:pt x="1014547" y="85855"/>
                  <a:pt x="1014547" y="75645"/>
                </a:cubicBezTo>
                <a:cubicBezTo>
                  <a:pt x="1014547" y="67489"/>
                  <a:pt x="1015950" y="60182"/>
                  <a:pt x="1018756" y="53727"/>
                </a:cubicBezTo>
                <a:cubicBezTo>
                  <a:pt x="1021562" y="47272"/>
                  <a:pt x="1025407" y="42397"/>
                  <a:pt x="1030291" y="39101"/>
                </a:cubicBezTo>
                <a:cubicBezTo>
                  <a:pt x="1035175" y="35806"/>
                  <a:pt x="1040423" y="34159"/>
                  <a:pt x="1046035" y="34159"/>
                </a:cubicBezTo>
                <a:cubicBezTo>
                  <a:pt x="1049650" y="34159"/>
                  <a:pt x="1052861" y="34866"/>
                  <a:pt x="1055667" y="36281"/>
                </a:cubicBezTo>
                <a:cubicBezTo>
                  <a:pt x="1058473" y="37696"/>
                  <a:pt x="1061468" y="40172"/>
                  <a:pt x="1064652" y="43710"/>
                </a:cubicBezTo>
                <a:lnTo>
                  <a:pt x="1064652" y="20884"/>
                </a:lnTo>
                <a:cubicBezTo>
                  <a:pt x="1064652" y="15110"/>
                  <a:pt x="1064409" y="11629"/>
                  <a:pt x="1063924" y="10442"/>
                </a:cubicBezTo>
                <a:cubicBezTo>
                  <a:pt x="1063276" y="8877"/>
                  <a:pt x="1062305" y="7717"/>
                  <a:pt x="1061010" y="6961"/>
                </a:cubicBezTo>
                <a:cubicBezTo>
                  <a:pt x="1059714" y="6206"/>
                  <a:pt x="1057286" y="5828"/>
                  <a:pt x="1053725" y="5828"/>
                </a:cubicBezTo>
                <a:lnTo>
                  <a:pt x="1053725" y="2428"/>
                </a:lnTo>
                <a:lnTo>
                  <a:pt x="1087317" y="2428"/>
                </a:lnTo>
                <a:moveTo>
                  <a:pt x="1064652" y="53585"/>
                </a:moveTo>
                <a:cubicBezTo>
                  <a:pt x="1060659" y="46031"/>
                  <a:pt x="1055775" y="42253"/>
                  <a:pt x="1050001" y="42253"/>
                </a:cubicBezTo>
                <a:cubicBezTo>
                  <a:pt x="1048004" y="42253"/>
                  <a:pt x="1046359" y="42793"/>
                  <a:pt x="1045063" y="43872"/>
                </a:cubicBezTo>
                <a:cubicBezTo>
                  <a:pt x="1043067" y="45545"/>
                  <a:pt x="1041434" y="48486"/>
                  <a:pt x="1040166" y="52695"/>
                </a:cubicBezTo>
                <a:cubicBezTo>
                  <a:pt x="1038898" y="56904"/>
                  <a:pt x="1038264" y="63353"/>
                  <a:pt x="1038264" y="72041"/>
                </a:cubicBezTo>
                <a:cubicBezTo>
                  <a:pt x="1038264" y="81592"/>
                  <a:pt x="1038966" y="88662"/>
                  <a:pt x="1040369" y="93248"/>
                </a:cubicBezTo>
                <a:cubicBezTo>
                  <a:pt x="1041772" y="97835"/>
                  <a:pt x="1043687" y="101154"/>
                  <a:pt x="1046116" y="103205"/>
                </a:cubicBezTo>
                <a:cubicBezTo>
                  <a:pt x="1047357" y="104230"/>
                  <a:pt x="1049057" y="104743"/>
                  <a:pt x="1051215" y="104743"/>
                </a:cubicBezTo>
                <a:cubicBezTo>
                  <a:pt x="1055964" y="104743"/>
                  <a:pt x="1060443" y="101007"/>
                  <a:pt x="1064652" y="93537"/>
                </a:cubicBezTo>
                <a:lnTo>
                  <a:pt x="1064652" y="53585"/>
                </a:lnTo>
                <a:close/>
                <a:moveTo>
                  <a:pt x="1124122" y="0"/>
                </a:moveTo>
                <a:cubicBezTo>
                  <a:pt x="1127630" y="0"/>
                  <a:pt x="1130598" y="1232"/>
                  <a:pt x="1133026" y="3696"/>
                </a:cubicBezTo>
                <a:cubicBezTo>
                  <a:pt x="1135455" y="6158"/>
                  <a:pt x="1136669" y="9121"/>
                  <a:pt x="1136669" y="12587"/>
                </a:cubicBezTo>
                <a:cubicBezTo>
                  <a:pt x="1136669" y="16052"/>
                  <a:pt x="1135441" y="19003"/>
                  <a:pt x="1132986" y="21440"/>
                </a:cubicBezTo>
                <a:cubicBezTo>
                  <a:pt x="1130531" y="23875"/>
                  <a:pt x="1127576" y="25093"/>
                  <a:pt x="1124122" y="25093"/>
                </a:cubicBezTo>
                <a:cubicBezTo>
                  <a:pt x="1120669" y="25093"/>
                  <a:pt x="1117728" y="23875"/>
                  <a:pt x="1115299" y="21440"/>
                </a:cubicBezTo>
                <a:cubicBezTo>
                  <a:pt x="1112871" y="19003"/>
                  <a:pt x="1111657" y="16052"/>
                  <a:pt x="1111657" y="12587"/>
                </a:cubicBezTo>
                <a:cubicBezTo>
                  <a:pt x="1111657" y="9121"/>
                  <a:pt x="1112871" y="6158"/>
                  <a:pt x="1115299" y="3696"/>
                </a:cubicBezTo>
                <a:cubicBezTo>
                  <a:pt x="1117728" y="1232"/>
                  <a:pt x="1120669" y="0"/>
                  <a:pt x="1124122" y="0"/>
                </a:cubicBezTo>
                <a:moveTo>
                  <a:pt x="1135455" y="36425"/>
                </a:moveTo>
                <a:lnTo>
                  <a:pt x="1135455" y="96486"/>
                </a:lnTo>
                <a:cubicBezTo>
                  <a:pt x="1135455" y="101829"/>
                  <a:pt x="1136075" y="105242"/>
                  <a:pt x="1137316" y="106726"/>
                </a:cubicBezTo>
                <a:cubicBezTo>
                  <a:pt x="1138558" y="108210"/>
                  <a:pt x="1140986" y="109060"/>
                  <a:pt x="1144601" y="109276"/>
                </a:cubicBezTo>
                <a:lnTo>
                  <a:pt x="1144601" y="112190"/>
                </a:lnTo>
                <a:lnTo>
                  <a:pt x="1103724" y="112190"/>
                </a:lnTo>
                <a:lnTo>
                  <a:pt x="1103724" y="109276"/>
                </a:lnTo>
                <a:cubicBezTo>
                  <a:pt x="1107070" y="109168"/>
                  <a:pt x="1109552" y="108196"/>
                  <a:pt x="1111171" y="106361"/>
                </a:cubicBezTo>
                <a:cubicBezTo>
                  <a:pt x="1112251" y="105120"/>
                  <a:pt x="1112790" y="101829"/>
                  <a:pt x="1112790" y="96486"/>
                </a:cubicBezTo>
                <a:lnTo>
                  <a:pt x="1112790" y="52290"/>
                </a:lnTo>
                <a:cubicBezTo>
                  <a:pt x="1112790" y="46881"/>
                  <a:pt x="1112170" y="43424"/>
                  <a:pt x="1110928" y="41922"/>
                </a:cubicBezTo>
                <a:cubicBezTo>
                  <a:pt x="1109687" y="40419"/>
                  <a:pt x="1107286" y="39558"/>
                  <a:pt x="1103724" y="39339"/>
                </a:cubicBezTo>
                <a:lnTo>
                  <a:pt x="1103724" y="36425"/>
                </a:lnTo>
                <a:lnTo>
                  <a:pt x="1135455" y="36425"/>
                </a:lnTo>
                <a:close/>
                <a:moveTo>
                  <a:pt x="1213756" y="92619"/>
                </a:moveTo>
                <a:lnTo>
                  <a:pt x="1216266" y="94559"/>
                </a:lnTo>
                <a:cubicBezTo>
                  <a:pt x="1212704" y="101272"/>
                  <a:pt x="1208265" y="106267"/>
                  <a:pt x="1202950" y="109544"/>
                </a:cubicBezTo>
                <a:cubicBezTo>
                  <a:pt x="1197635" y="112819"/>
                  <a:pt x="1191982" y="114456"/>
                  <a:pt x="1185992" y="114456"/>
                </a:cubicBezTo>
                <a:cubicBezTo>
                  <a:pt x="1175901" y="114456"/>
                  <a:pt x="1167834" y="110648"/>
                  <a:pt x="1161790" y="103033"/>
                </a:cubicBezTo>
                <a:cubicBezTo>
                  <a:pt x="1155746" y="95415"/>
                  <a:pt x="1152724" y="86259"/>
                  <a:pt x="1152724" y="75565"/>
                </a:cubicBezTo>
                <a:cubicBezTo>
                  <a:pt x="1152724" y="65246"/>
                  <a:pt x="1155476" y="56171"/>
                  <a:pt x="1160980" y="48339"/>
                </a:cubicBezTo>
                <a:cubicBezTo>
                  <a:pt x="1167618" y="38886"/>
                  <a:pt x="1176764" y="34159"/>
                  <a:pt x="1188421" y="34159"/>
                </a:cubicBezTo>
                <a:cubicBezTo>
                  <a:pt x="1196245" y="34159"/>
                  <a:pt x="1202464" y="36134"/>
                  <a:pt x="1207078" y="40085"/>
                </a:cubicBezTo>
                <a:cubicBezTo>
                  <a:pt x="1211692" y="44035"/>
                  <a:pt x="1213999" y="48445"/>
                  <a:pt x="1213999" y="53315"/>
                </a:cubicBezTo>
                <a:cubicBezTo>
                  <a:pt x="1213999" y="56399"/>
                  <a:pt x="1213068" y="58861"/>
                  <a:pt x="1211206" y="60701"/>
                </a:cubicBezTo>
                <a:cubicBezTo>
                  <a:pt x="1209345" y="62541"/>
                  <a:pt x="1206903" y="63461"/>
                  <a:pt x="1203881" y="63461"/>
                </a:cubicBezTo>
                <a:cubicBezTo>
                  <a:pt x="1200697" y="63461"/>
                  <a:pt x="1198066" y="62405"/>
                  <a:pt x="1195989" y="60294"/>
                </a:cubicBezTo>
                <a:cubicBezTo>
                  <a:pt x="1193911" y="58181"/>
                  <a:pt x="1192630" y="54417"/>
                  <a:pt x="1192144" y="49002"/>
                </a:cubicBezTo>
                <a:cubicBezTo>
                  <a:pt x="1191820" y="45590"/>
                  <a:pt x="1191038" y="43208"/>
                  <a:pt x="1189797" y="41854"/>
                </a:cubicBezTo>
                <a:cubicBezTo>
                  <a:pt x="1188555" y="40501"/>
                  <a:pt x="1187098" y="39825"/>
                  <a:pt x="1185426" y="39825"/>
                </a:cubicBezTo>
                <a:cubicBezTo>
                  <a:pt x="1182835" y="39825"/>
                  <a:pt x="1180623" y="41201"/>
                  <a:pt x="1178788" y="43953"/>
                </a:cubicBezTo>
                <a:cubicBezTo>
                  <a:pt x="1175982" y="48108"/>
                  <a:pt x="1174579" y="54476"/>
                  <a:pt x="1174579" y="63056"/>
                </a:cubicBezTo>
                <a:cubicBezTo>
                  <a:pt x="1174579" y="70179"/>
                  <a:pt x="1175712" y="76992"/>
                  <a:pt x="1177979" y="83495"/>
                </a:cubicBezTo>
                <a:cubicBezTo>
                  <a:pt x="1180245" y="89997"/>
                  <a:pt x="1183348" y="94840"/>
                  <a:pt x="1187287" y="98024"/>
                </a:cubicBezTo>
                <a:cubicBezTo>
                  <a:pt x="1190255" y="100345"/>
                  <a:pt x="1193763" y="101505"/>
                  <a:pt x="1197810" y="101505"/>
                </a:cubicBezTo>
                <a:cubicBezTo>
                  <a:pt x="1200454" y="101505"/>
                  <a:pt x="1202964" y="100886"/>
                  <a:pt x="1205338" y="99648"/>
                </a:cubicBezTo>
                <a:cubicBezTo>
                  <a:pt x="1207712" y="98409"/>
                  <a:pt x="1210518" y="96065"/>
                  <a:pt x="1213756" y="92619"/>
                </a:cubicBezTo>
                <a:close/>
                <a:moveTo>
                  <a:pt x="1267366" y="101019"/>
                </a:moveTo>
                <a:cubicBezTo>
                  <a:pt x="1258139" y="109222"/>
                  <a:pt x="1249855" y="113323"/>
                  <a:pt x="1242516" y="113323"/>
                </a:cubicBezTo>
                <a:cubicBezTo>
                  <a:pt x="1238199" y="113323"/>
                  <a:pt x="1234611" y="111902"/>
                  <a:pt x="1231751" y="109061"/>
                </a:cubicBezTo>
                <a:cubicBezTo>
                  <a:pt x="1228891" y="106217"/>
                  <a:pt x="1227461" y="102657"/>
                  <a:pt x="1227461" y="98381"/>
                </a:cubicBezTo>
                <a:cubicBezTo>
                  <a:pt x="1227461" y="92587"/>
                  <a:pt x="1229943" y="87375"/>
                  <a:pt x="1234907" y="82746"/>
                </a:cubicBezTo>
                <a:cubicBezTo>
                  <a:pt x="1239872" y="78117"/>
                  <a:pt x="1250692" y="71958"/>
                  <a:pt x="1267366" y="64270"/>
                </a:cubicBezTo>
                <a:lnTo>
                  <a:pt x="1267366" y="56661"/>
                </a:lnTo>
                <a:cubicBezTo>
                  <a:pt x="1267366" y="50941"/>
                  <a:pt x="1267056" y="47339"/>
                  <a:pt x="1266435" y="45855"/>
                </a:cubicBezTo>
                <a:cubicBezTo>
                  <a:pt x="1265815" y="44371"/>
                  <a:pt x="1264641" y="43076"/>
                  <a:pt x="1262914" y="41970"/>
                </a:cubicBezTo>
                <a:cubicBezTo>
                  <a:pt x="1261188" y="40864"/>
                  <a:pt x="1259245" y="40311"/>
                  <a:pt x="1257086" y="40311"/>
                </a:cubicBezTo>
                <a:cubicBezTo>
                  <a:pt x="1253579" y="40311"/>
                  <a:pt x="1250692" y="41093"/>
                  <a:pt x="1248425" y="42658"/>
                </a:cubicBezTo>
                <a:cubicBezTo>
                  <a:pt x="1247022" y="43629"/>
                  <a:pt x="1246321" y="44762"/>
                  <a:pt x="1246321" y="46058"/>
                </a:cubicBezTo>
                <a:cubicBezTo>
                  <a:pt x="1246321" y="47191"/>
                  <a:pt x="1247076" y="48594"/>
                  <a:pt x="1248587" y="50267"/>
                </a:cubicBezTo>
                <a:cubicBezTo>
                  <a:pt x="1250638" y="52587"/>
                  <a:pt x="1251663" y="54827"/>
                  <a:pt x="1251663" y="56985"/>
                </a:cubicBezTo>
                <a:cubicBezTo>
                  <a:pt x="1251663" y="59629"/>
                  <a:pt x="1250678" y="61882"/>
                  <a:pt x="1248709" y="63744"/>
                </a:cubicBezTo>
                <a:cubicBezTo>
                  <a:pt x="1246739" y="65606"/>
                  <a:pt x="1244162" y="66537"/>
                  <a:pt x="1240978" y="66537"/>
                </a:cubicBezTo>
                <a:cubicBezTo>
                  <a:pt x="1237579" y="66537"/>
                  <a:pt x="1234732" y="65511"/>
                  <a:pt x="1232439" y="63461"/>
                </a:cubicBezTo>
                <a:cubicBezTo>
                  <a:pt x="1230145" y="61410"/>
                  <a:pt x="1228999" y="59009"/>
                  <a:pt x="1228999" y="56257"/>
                </a:cubicBezTo>
                <a:cubicBezTo>
                  <a:pt x="1228999" y="52371"/>
                  <a:pt x="1230536" y="48661"/>
                  <a:pt x="1233612" y="45127"/>
                </a:cubicBezTo>
                <a:cubicBezTo>
                  <a:pt x="1236688" y="41592"/>
                  <a:pt x="1240978" y="38880"/>
                  <a:pt x="1246483" y="36992"/>
                </a:cubicBezTo>
                <a:cubicBezTo>
                  <a:pt x="1251987" y="35103"/>
                  <a:pt x="1257707" y="34159"/>
                  <a:pt x="1263643" y="34159"/>
                </a:cubicBezTo>
                <a:cubicBezTo>
                  <a:pt x="1270820" y="34159"/>
                  <a:pt x="1276500" y="35687"/>
                  <a:pt x="1280682" y="38745"/>
                </a:cubicBezTo>
                <a:cubicBezTo>
                  <a:pt x="1284864" y="41800"/>
                  <a:pt x="1287576" y="45113"/>
                  <a:pt x="1288817" y="48683"/>
                </a:cubicBezTo>
                <a:cubicBezTo>
                  <a:pt x="1289572" y="50955"/>
                  <a:pt x="1289950" y="56174"/>
                  <a:pt x="1289950" y="64341"/>
                </a:cubicBezTo>
                <a:lnTo>
                  <a:pt x="1289950" y="93792"/>
                </a:lnTo>
                <a:cubicBezTo>
                  <a:pt x="1289950" y="97254"/>
                  <a:pt x="1290085" y="99432"/>
                  <a:pt x="1290355" y="100326"/>
                </a:cubicBezTo>
                <a:cubicBezTo>
                  <a:pt x="1290624" y="101218"/>
                  <a:pt x="1291029" y="101881"/>
                  <a:pt x="1291569" y="102314"/>
                </a:cubicBezTo>
                <a:cubicBezTo>
                  <a:pt x="1292108" y="102746"/>
                  <a:pt x="1292729" y="102962"/>
                  <a:pt x="1293431" y="102962"/>
                </a:cubicBezTo>
                <a:cubicBezTo>
                  <a:pt x="1294834" y="102962"/>
                  <a:pt x="1296264" y="101963"/>
                  <a:pt x="1297721" y="99967"/>
                </a:cubicBezTo>
                <a:lnTo>
                  <a:pt x="1300149" y="101910"/>
                </a:lnTo>
                <a:cubicBezTo>
                  <a:pt x="1297451" y="105903"/>
                  <a:pt x="1294658" y="108803"/>
                  <a:pt x="1291771" y="110611"/>
                </a:cubicBezTo>
                <a:cubicBezTo>
                  <a:pt x="1288884" y="112419"/>
                  <a:pt x="1285606" y="113323"/>
                  <a:pt x="1281936" y="113323"/>
                </a:cubicBezTo>
                <a:cubicBezTo>
                  <a:pt x="1277619" y="113323"/>
                  <a:pt x="1274247" y="112304"/>
                  <a:pt x="1271818" y="110267"/>
                </a:cubicBezTo>
                <a:cubicBezTo>
                  <a:pt x="1269390" y="108230"/>
                  <a:pt x="1267906" y="105147"/>
                  <a:pt x="1267366" y="101019"/>
                </a:cubicBezTo>
                <a:moveTo>
                  <a:pt x="1267366" y="95029"/>
                </a:moveTo>
                <a:lnTo>
                  <a:pt x="1267366" y="69709"/>
                </a:lnTo>
                <a:cubicBezTo>
                  <a:pt x="1260837" y="73559"/>
                  <a:pt x="1255980" y="77680"/>
                  <a:pt x="1252796" y="82073"/>
                </a:cubicBezTo>
                <a:cubicBezTo>
                  <a:pt x="1250692" y="85000"/>
                  <a:pt x="1249639" y="87956"/>
                  <a:pt x="1249639" y="90939"/>
                </a:cubicBezTo>
                <a:cubicBezTo>
                  <a:pt x="1249639" y="93433"/>
                  <a:pt x="1250530" y="95630"/>
                  <a:pt x="1252311" y="97528"/>
                </a:cubicBezTo>
                <a:cubicBezTo>
                  <a:pt x="1253660" y="98992"/>
                  <a:pt x="1255548" y="99724"/>
                  <a:pt x="1257977" y="99724"/>
                </a:cubicBezTo>
                <a:cubicBezTo>
                  <a:pt x="1260675" y="99724"/>
                  <a:pt x="1263805" y="98159"/>
                  <a:pt x="1267366" y="95029"/>
                </a:cubicBezTo>
                <a:close/>
                <a:moveTo>
                  <a:pt x="1338517" y="8580"/>
                </a:moveTo>
                <a:lnTo>
                  <a:pt x="1338517" y="36425"/>
                </a:lnTo>
                <a:lnTo>
                  <a:pt x="1356487" y="36425"/>
                </a:lnTo>
                <a:lnTo>
                  <a:pt x="1356487" y="44358"/>
                </a:lnTo>
                <a:lnTo>
                  <a:pt x="1338517" y="44358"/>
                </a:lnTo>
                <a:lnTo>
                  <a:pt x="1338517" y="91189"/>
                </a:lnTo>
                <a:cubicBezTo>
                  <a:pt x="1338517" y="95572"/>
                  <a:pt x="1338719" y="98399"/>
                  <a:pt x="1339124" y="99671"/>
                </a:cubicBezTo>
                <a:cubicBezTo>
                  <a:pt x="1339529" y="100942"/>
                  <a:pt x="1340244" y="101971"/>
                  <a:pt x="1341269" y="102757"/>
                </a:cubicBezTo>
                <a:cubicBezTo>
                  <a:pt x="1342294" y="103541"/>
                  <a:pt x="1343239" y="103933"/>
                  <a:pt x="1344102" y="103933"/>
                </a:cubicBezTo>
                <a:cubicBezTo>
                  <a:pt x="1347610" y="103933"/>
                  <a:pt x="1350928" y="101235"/>
                  <a:pt x="1354058" y="95839"/>
                </a:cubicBezTo>
                <a:lnTo>
                  <a:pt x="1356487" y="97637"/>
                </a:lnTo>
                <a:cubicBezTo>
                  <a:pt x="1352116" y="108094"/>
                  <a:pt x="1345019" y="113323"/>
                  <a:pt x="1335198" y="113323"/>
                </a:cubicBezTo>
                <a:cubicBezTo>
                  <a:pt x="1330395" y="113323"/>
                  <a:pt x="1326335" y="111983"/>
                  <a:pt x="1323016" y="109303"/>
                </a:cubicBezTo>
                <a:cubicBezTo>
                  <a:pt x="1319697" y="106622"/>
                  <a:pt x="1317579" y="103630"/>
                  <a:pt x="1316662" y="100326"/>
                </a:cubicBezTo>
                <a:cubicBezTo>
                  <a:pt x="1316122" y="98485"/>
                  <a:pt x="1315852" y="93502"/>
                  <a:pt x="1315852" y="85379"/>
                </a:cubicBezTo>
                <a:lnTo>
                  <a:pt x="1315852" y="44358"/>
                </a:lnTo>
                <a:lnTo>
                  <a:pt x="1305977" y="44358"/>
                </a:lnTo>
                <a:lnTo>
                  <a:pt x="1305977" y="41517"/>
                </a:lnTo>
                <a:cubicBezTo>
                  <a:pt x="1312776" y="36704"/>
                  <a:pt x="1318564" y="31648"/>
                  <a:pt x="1323340" y="26348"/>
                </a:cubicBezTo>
                <a:cubicBezTo>
                  <a:pt x="1328115" y="21047"/>
                  <a:pt x="1332284" y="15125"/>
                  <a:pt x="1335846" y="8580"/>
                </a:cubicBezTo>
                <a:lnTo>
                  <a:pt x="1338517" y="8580"/>
                </a:lnTo>
                <a:close/>
                <a:moveTo>
                  <a:pt x="1427798" y="71555"/>
                </a:moveTo>
                <a:lnTo>
                  <a:pt x="1386273" y="71555"/>
                </a:lnTo>
                <a:cubicBezTo>
                  <a:pt x="1386758" y="81619"/>
                  <a:pt x="1389430" y="89573"/>
                  <a:pt x="1394286" y="95416"/>
                </a:cubicBezTo>
                <a:cubicBezTo>
                  <a:pt x="1398010" y="99907"/>
                  <a:pt x="1402489" y="102152"/>
                  <a:pt x="1407723" y="102152"/>
                </a:cubicBezTo>
                <a:cubicBezTo>
                  <a:pt x="1410961" y="102152"/>
                  <a:pt x="1413902" y="101248"/>
                  <a:pt x="1416546" y="99441"/>
                </a:cubicBezTo>
                <a:cubicBezTo>
                  <a:pt x="1419190" y="97633"/>
                  <a:pt x="1422023" y="94382"/>
                  <a:pt x="1425045" y="89687"/>
                </a:cubicBezTo>
                <a:lnTo>
                  <a:pt x="1427798" y="91468"/>
                </a:lnTo>
                <a:cubicBezTo>
                  <a:pt x="1423696" y="99832"/>
                  <a:pt x="1419163" y="105754"/>
                  <a:pt x="1414199" y="109235"/>
                </a:cubicBezTo>
                <a:cubicBezTo>
                  <a:pt x="1409234" y="112716"/>
                  <a:pt x="1403487" y="114456"/>
                  <a:pt x="1396958" y="114456"/>
                </a:cubicBezTo>
                <a:cubicBezTo>
                  <a:pt x="1385733" y="114456"/>
                  <a:pt x="1377234" y="110135"/>
                  <a:pt x="1371460" y="101492"/>
                </a:cubicBezTo>
                <a:cubicBezTo>
                  <a:pt x="1366819" y="94524"/>
                  <a:pt x="1364499" y="85882"/>
                  <a:pt x="1364499" y="75565"/>
                </a:cubicBezTo>
                <a:cubicBezTo>
                  <a:pt x="1364499" y="62924"/>
                  <a:pt x="1367912" y="52863"/>
                  <a:pt x="1374738" y="45382"/>
                </a:cubicBezTo>
                <a:cubicBezTo>
                  <a:pt x="1381565" y="37900"/>
                  <a:pt x="1389565" y="34159"/>
                  <a:pt x="1398738" y="34159"/>
                </a:cubicBezTo>
                <a:cubicBezTo>
                  <a:pt x="1406401" y="34159"/>
                  <a:pt x="1413052" y="37302"/>
                  <a:pt x="1418691" y="43589"/>
                </a:cubicBezTo>
                <a:cubicBezTo>
                  <a:pt x="1424330" y="49876"/>
                  <a:pt x="1427366" y="59198"/>
                  <a:pt x="1427798" y="71555"/>
                </a:cubicBezTo>
                <a:moveTo>
                  <a:pt x="1407885" y="66213"/>
                </a:moveTo>
                <a:cubicBezTo>
                  <a:pt x="1407885" y="57525"/>
                  <a:pt x="1407413" y="51562"/>
                  <a:pt x="1406469" y="48324"/>
                </a:cubicBezTo>
                <a:cubicBezTo>
                  <a:pt x="1405524" y="45086"/>
                  <a:pt x="1404054" y="42631"/>
                  <a:pt x="1402057" y="40958"/>
                </a:cubicBezTo>
                <a:cubicBezTo>
                  <a:pt x="1400924" y="39987"/>
                  <a:pt x="1399413" y="39501"/>
                  <a:pt x="1397524" y="39501"/>
                </a:cubicBezTo>
                <a:cubicBezTo>
                  <a:pt x="1394718" y="39501"/>
                  <a:pt x="1392425" y="40877"/>
                  <a:pt x="1390644" y="43629"/>
                </a:cubicBezTo>
                <a:cubicBezTo>
                  <a:pt x="1387460" y="48432"/>
                  <a:pt x="1385868" y="55016"/>
                  <a:pt x="1385868" y="63380"/>
                </a:cubicBezTo>
                <a:lnTo>
                  <a:pt x="1385868" y="66213"/>
                </a:lnTo>
                <a:lnTo>
                  <a:pt x="1407885" y="66213"/>
                </a:lnTo>
                <a:close/>
                <a:moveTo>
                  <a:pt x="1541792" y="112190"/>
                </a:moveTo>
                <a:lnTo>
                  <a:pt x="1477199" y="112190"/>
                </a:lnTo>
                <a:lnTo>
                  <a:pt x="1477199" y="110409"/>
                </a:lnTo>
                <a:cubicBezTo>
                  <a:pt x="1497003" y="86847"/>
                  <a:pt x="1509023" y="70996"/>
                  <a:pt x="1513259" y="62856"/>
                </a:cubicBezTo>
                <a:cubicBezTo>
                  <a:pt x="1517496" y="54714"/>
                  <a:pt x="1519614" y="46762"/>
                  <a:pt x="1519614" y="38998"/>
                </a:cubicBezTo>
                <a:cubicBezTo>
                  <a:pt x="1519614" y="33337"/>
                  <a:pt x="1517860" y="28633"/>
                  <a:pt x="1514352" y="24885"/>
                </a:cubicBezTo>
                <a:cubicBezTo>
                  <a:pt x="1510845" y="21138"/>
                  <a:pt x="1506554" y="19265"/>
                  <a:pt x="1501482" y="19265"/>
                </a:cubicBezTo>
                <a:cubicBezTo>
                  <a:pt x="1493172" y="19265"/>
                  <a:pt x="1486723" y="23414"/>
                  <a:pt x="1482136" y="31713"/>
                </a:cubicBezTo>
                <a:lnTo>
                  <a:pt x="1479141" y="30663"/>
                </a:lnTo>
                <a:cubicBezTo>
                  <a:pt x="1482055" y="20280"/>
                  <a:pt x="1486480" y="12601"/>
                  <a:pt x="1492416" y="7627"/>
                </a:cubicBezTo>
                <a:cubicBezTo>
                  <a:pt x="1498352" y="2650"/>
                  <a:pt x="1505205" y="162"/>
                  <a:pt x="1512976" y="162"/>
                </a:cubicBezTo>
                <a:cubicBezTo>
                  <a:pt x="1518534" y="162"/>
                  <a:pt x="1523607" y="1457"/>
                  <a:pt x="1528194" y="4047"/>
                </a:cubicBezTo>
                <a:cubicBezTo>
                  <a:pt x="1532781" y="6637"/>
                  <a:pt x="1536369" y="10186"/>
                  <a:pt x="1538959" y="14691"/>
                </a:cubicBezTo>
                <a:cubicBezTo>
                  <a:pt x="1541550" y="19197"/>
                  <a:pt x="1542845" y="23420"/>
                  <a:pt x="1542845" y="27359"/>
                </a:cubicBezTo>
                <a:cubicBezTo>
                  <a:pt x="1542845" y="34536"/>
                  <a:pt x="1540848" y="41821"/>
                  <a:pt x="1536855" y="49214"/>
                </a:cubicBezTo>
                <a:cubicBezTo>
                  <a:pt x="1531405" y="59198"/>
                  <a:pt x="1519506" y="73120"/>
                  <a:pt x="1501158" y="90982"/>
                </a:cubicBezTo>
                <a:lnTo>
                  <a:pt x="1524875" y="90982"/>
                </a:lnTo>
                <a:cubicBezTo>
                  <a:pt x="1530703" y="90982"/>
                  <a:pt x="1534494" y="90739"/>
                  <a:pt x="1536248" y="90253"/>
                </a:cubicBezTo>
                <a:cubicBezTo>
                  <a:pt x="1538002" y="89768"/>
                  <a:pt x="1539445" y="88945"/>
                  <a:pt x="1540578" y="87785"/>
                </a:cubicBezTo>
                <a:cubicBezTo>
                  <a:pt x="1541712" y="86624"/>
                  <a:pt x="1543196" y="84183"/>
                  <a:pt x="1545030" y="80459"/>
                </a:cubicBezTo>
                <a:lnTo>
                  <a:pt x="1547944" y="80459"/>
                </a:lnTo>
                <a:lnTo>
                  <a:pt x="1541792" y="1121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Candidatepredicate3">
            <a:extLst xmlns:a="http://schemas.openxmlformats.org/drawingml/2006/main">
              <a:ext uri="{FF2B5EF4-FFF2-40B4-BE49-F238E27FC236}">
                <a16:creationId xmlns:a16="http://schemas.microsoft.com/office/drawing/2014/main" id="{3A9436F9-6EFE-40D0-AC0C-37853E86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866" y="1434689"/>
            <a:ext cx="1546487" cy="147643"/>
          </a:xfrm>
          <a:custGeom xmlns:a="http://schemas.openxmlformats.org/drawingml/2006/main">
            <a:pathLst>
              <a:path w="1546487" h="147643">
                <a:moveTo>
                  <a:pt x="104095" y="0"/>
                </a:moveTo>
                <a:lnTo>
                  <a:pt x="104095" y="38044"/>
                </a:lnTo>
                <a:lnTo>
                  <a:pt x="100938" y="38044"/>
                </a:lnTo>
                <a:cubicBezTo>
                  <a:pt x="98564" y="28063"/>
                  <a:pt x="94139" y="20414"/>
                  <a:pt x="87663" y="15099"/>
                </a:cubicBezTo>
                <a:cubicBezTo>
                  <a:pt x="81188" y="9782"/>
                  <a:pt x="73849" y="7123"/>
                  <a:pt x="65646" y="7123"/>
                </a:cubicBezTo>
                <a:cubicBezTo>
                  <a:pt x="58793" y="7123"/>
                  <a:pt x="52506" y="9093"/>
                  <a:pt x="46786" y="13032"/>
                </a:cubicBezTo>
                <a:cubicBezTo>
                  <a:pt x="41066" y="16971"/>
                  <a:pt x="36884" y="22125"/>
                  <a:pt x="34240" y="28493"/>
                </a:cubicBezTo>
                <a:cubicBezTo>
                  <a:pt x="30840" y="36641"/>
                  <a:pt x="29140" y="45707"/>
                  <a:pt x="29140" y="55690"/>
                </a:cubicBezTo>
                <a:cubicBezTo>
                  <a:pt x="29140" y="65511"/>
                  <a:pt x="30381" y="74456"/>
                  <a:pt x="32864" y="82523"/>
                </a:cubicBezTo>
                <a:cubicBezTo>
                  <a:pt x="35346" y="90591"/>
                  <a:pt x="39231" y="96689"/>
                  <a:pt x="44520" y="100817"/>
                </a:cubicBezTo>
                <a:cubicBezTo>
                  <a:pt x="49808" y="104945"/>
                  <a:pt x="56661" y="107009"/>
                  <a:pt x="65080" y="107009"/>
                </a:cubicBezTo>
                <a:cubicBezTo>
                  <a:pt x="71987" y="107009"/>
                  <a:pt x="78314" y="105498"/>
                  <a:pt x="84061" y="102476"/>
                </a:cubicBezTo>
                <a:cubicBezTo>
                  <a:pt x="89808" y="99454"/>
                  <a:pt x="95866" y="94247"/>
                  <a:pt x="102233" y="86854"/>
                </a:cubicBezTo>
                <a:lnTo>
                  <a:pt x="102233" y="96324"/>
                </a:lnTo>
                <a:cubicBezTo>
                  <a:pt x="96082" y="102746"/>
                  <a:pt x="89673" y="107400"/>
                  <a:pt x="83009" y="110287"/>
                </a:cubicBezTo>
                <a:cubicBezTo>
                  <a:pt x="76344" y="113174"/>
                  <a:pt x="68560" y="114618"/>
                  <a:pt x="59656" y="114618"/>
                </a:cubicBezTo>
                <a:cubicBezTo>
                  <a:pt x="47946" y="114618"/>
                  <a:pt x="37545" y="112274"/>
                  <a:pt x="28452" y="107586"/>
                </a:cubicBezTo>
                <a:cubicBezTo>
                  <a:pt x="19359" y="102898"/>
                  <a:pt x="12344" y="96162"/>
                  <a:pt x="7406" y="87380"/>
                </a:cubicBezTo>
                <a:cubicBezTo>
                  <a:pt x="2469" y="78596"/>
                  <a:pt x="0" y="69246"/>
                  <a:pt x="0" y="59330"/>
                </a:cubicBezTo>
                <a:cubicBezTo>
                  <a:pt x="0" y="48876"/>
                  <a:pt x="2739" y="38961"/>
                  <a:pt x="8216" y="29585"/>
                </a:cubicBezTo>
                <a:cubicBezTo>
                  <a:pt x="13693" y="20208"/>
                  <a:pt x="21086" y="12933"/>
                  <a:pt x="30395" y="7761"/>
                </a:cubicBezTo>
                <a:cubicBezTo>
                  <a:pt x="39703" y="2587"/>
                  <a:pt x="49592" y="0"/>
                  <a:pt x="60061" y="0"/>
                </a:cubicBezTo>
                <a:cubicBezTo>
                  <a:pt x="67778" y="0"/>
                  <a:pt x="75926" y="1673"/>
                  <a:pt x="84506" y="5019"/>
                </a:cubicBezTo>
                <a:cubicBezTo>
                  <a:pt x="89471" y="6961"/>
                  <a:pt x="92628" y="7933"/>
                  <a:pt x="93977" y="7933"/>
                </a:cubicBezTo>
                <a:cubicBezTo>
                  <a:pt x="95704" y="7933"/>
                  <a:pt x="97201" y="7299"/>
                  <a:pt x="98469" y="6030"/>
                </a:cubicBezTo>
                <a:cubicBezTo>
                  <a:pt x="99738" y="4762"/>
                  <a:pt x="100560" y="2752"/>
                  <a:pt x="100938" y="0"/>
                </a:cubicBezTo>
                <a:lnTo>
                  <a:pt x="104095" y="0"/>
                </a:lnTo>
                <a:close/>
                <a:moveTo>
                  <a:pt x="160485" y="101019"/>
                </a:moveTo>
                <a:cubicBezTo>
                  <a:pt x="151258" y="109222"/>
                  <a:pt x="142974" y="113323"/>
                  <a:pt x="135635" y="113323"/>
                </a:cubicBezTo>
                <a:cubicBezTo>
                  <a:pt x="131318" y="113323"/>
                  <a:pt x="127730" y="111902"/>
                  <a:pt x="124870" y="109061"/>
                </a:cubicBezTo>
                <a:cubicBezTo>
                  <a:pt x="122010" y="106217"/>
                  <a:pt x="120580" y="102657"/>
                  <a:pt x="120580" y="98381"/>
                </a:cubicBezTo>
                <a:cubicBezTo>
                  <a:pt x="120580" y="92587"/>
                  <a:pt x="123062" y="87375"/>
                  <a:pt x="128027" y="82746"/>
                </a:cubicBezTo>
                <a:cubicBezTo>
                  <a:pt x="132991" y="78117"/>
                  <a:pt x="143811" y="71958"/>
                  <a:pt x="160485" y="64270"/>
                </a:cubicBezTo>
                <a:lnTo>
                  <a:pt x="160485" y="56661"/>
                </a:lnTo>
                <a:cubicBezTo>
                  <a:pt x="160485" y="50941"/>
                  <a:pt x="160175" y="47339"/>
                  <a:pt x="159555" y="45855"/>
                </a:cubicBezTo>
                <a:cubicBezTo>
                  <a:pt x="158934" y="44371"/>
                  <a:pt x="157760" y="43076"/>
                  <a:pt x="156033" y="41970"/>
                </a:cubicBezTo>
                <a:cubicBezTo>
                  <a:pt x="154307" y="40864"/>
                  <a:pt x="152364" y="40311"/>
                  <a:pt x="150205" y="40311"/>
                </a:cubicBezTo>
                <a:cubicBezTo>
                  <a:pt x="146698" y="40311"/>
                  <a:pt x="143811" y="41093"/>
                  <a:pt x="141544" y="42658"/>
                </a:cubicBezTo>
                <a:cubicBezTo>
                  <a:pt x="140141" y="43629"/>
                  <a:pt x="139440" y="44762"/>
                  <a:pt x="139440" y="46058"/>
                </a:cubicBezTo>
                <a:cubicBezTo>
                  <a:pt x="139440" y="47191"/>
                  <a:pt x="140195" y="48594"/>
                  <a:pt x="141706" y="50267"/>
                </a:cubicBezTo>
                <a:cubicBezTo>
                  <a:pt x="143757" y="52587"/>
                  <a:pt x="144782" y="54827"/>
                  <a:pt x="144782" y="56985"/>
                </a:cubicBezTo>
                <a:cubicBezTo>
                  <a:pt x="144782" y="59629"/>
                  <a:pt x="143797" y="61882"/>
                  <a:pt x="141828" y="63744"/>
                </a:cubicBezTo>
                <a:cubicBezTo>
                  <a:pt x="139858" y="65606"/>
                  <a:pt x="137281" y="66537"/>
                  <a:pt x="134097" y="66537"/>
                </a:cubicBezTo>
                <a:cubicBezTo>
                  <a:pt x="130698" y="66537"/>
                  <a:pt x="127851" y="65511"/>
                  <a:pt x="125558" y="63461"/>
                </a:cubicBezTo>
                <a:cubicBezTo>
                  <a:pt x="123264" y="61410"/>
                  <a:pt x="122118" y="59009"/>
                  <a:pt x="122118" y="56257"/>
                </a:cubicBezTo>
                <a:cubicBezTo>
                  <a:pt x="122118" y="52371"/>
                  <a:pt x="123656" y="48661"/>
                  <a:pt x="126731" y="45127"/>
                </a:cubicBezTo>
                <a:cubicBezTo>
                  <a:pt x="129807" y="41592"/>
                  <a:pt x="134097" y="38880"/>
                  <a:pt x="139602" y="36992"/>
                </a:cubicBezTo>
                <a:cubicBezTo>
                  <a:pt x="145106" y="35103"/>
                  <a:pt x="150826" y="34159"/>
                  <a:pt x="156762" y="34159"/>
                </a:cubicBezTo>
                <a:cubicBezTo>
                  <a:pt x="163939" y="34159"/>
                  <a:pt x="169619" y="35687"/>
                  <a:pt x="173801" y="38745"/>
                </a:cubicBezTo>
                <a:cubicBezTo>
                  <a:pt x="177983" y="41800"/>
                  <a:pt x="180695" y="45113"/>
                  <a:pt x="181936" y="48683"/>
                </a:cubicBezTo>
                <a:cubicBezTo>
                  <a:pt x="182691" y="50955"/>
                  <a:pt x="183069" y="56174"/>
                  <a:pt x="183069" y="64341"/>
                </a:cubicBezTo>
                <a:lnTo>
                  <a:pt x="183069" y="93792"/>
                </a:lnTo>
                <a:cubicBezTo>
                  <a:pt x="183069" y="97254"/>
                  <a:pt x="183204" y="99432"/>
                  <a:pt x="183474" y="100326"/>
                </a:cubicBezTo>
                <a:cubicBezTo>
                  <a:pt x="183744" y="101218"/>
                  <a:pt x="184148" y="101881"/>
                  <a:pt x="184688" y="102314"/>
                </a:cubicBezTo>
                <a:cubicBezTo>
                  <a:pt x="185228" y="102746"/>
                  <a:pt x="185848" y="102962"/>
                  <a:pt x="186550" y="102962"/>
                </a:cubicBezTo>
                <a:cubicBezTo>
                  <a:pt x="187953" y="102962"/>
                  <a:pt x="189383" y="101963"/>
                  <a:pt x="190840" y="99967"/>
                </a:cubicBezTo>
                <a:lnTo>
                  <a:pt x="193268" y="101910"/>
                </a:lnTo>
                <a:cubicBezTo>
                  <a:pt x="190570" y="105903"/>
                  <a:pt x="187777" y="108803"/>
                  <a:pt x="184890" y="110611"/>
                </a:cubicBezTo>
                <a:cubicBezTo>
                  <a:pt x="182003" y="112419"/>
                  <a:pt x="178725" y="113323"/>
                  <a:pt x="175056" y="113323"/>
                </a:cubicBezTo>
                <a:cubicBezTo>
                  <a:pt x="170738" y="113323"/>
                  <a:pt x="167366" y="112304"/>
                  <a:pt x="164937" y="110267"/>
                </a:cubicBezTo>
                <a:cubicBezTo>
                  <a:pt x="162509" y="108230"/>
                  <a:pt x="161025" y="105147"/>
                  <a:pt x="160485" y="101019"/>
                </a:cubicBezTo>
                <a:moveTo>
                  <a:pt x="160485" y="95029"/>
                </a:moveTo>
                <a:lnTo>
                  <a:pt x="160485" y="69709"/>
                </a:lnTo>
                <a:cubicBezTo>
                  <a:pt x="153956" y="73559"/>
                  <a:pt x="149099" y="77680"/>
                  <a:pt x="145915" y="82073"/>
                </a:cubicBezTo>
                <a:cubicBezTo>
                  <a:pt x="143811" y="85000"/>
                  <a:pt x="142759" y="87956"/>
                  <a:pt x="142759" y="90939"/>
                </a:cubicBezTo>
                <a:cubicBezTo>
                  <a:pt x="142759" y="93433"/>
                  <a:pt x="143649" y="95630"/>
                  <a:pt x="145430" y="97528"/>
                </a:cubicBezTo>
                <a:cubicBezTo>
                  <a:pt x="146779" y="98992"/>
                  <a:pt x="148667" y="99724"/>
                  <a:pt x="151096" y="99724"/>
                </a:cubicBezTo>
                <a:cubicBezTo>
                  <a:pt x="153794" y="99724"/>
                  <a:pt x="156924" y="98159"/>
                  <a:pt x="160485" y="95029"/>
                </a:cubicBezTo>
                <a:close/>
                <a:moveTo>
                  <a:pt x="232526" y="36425"/>
                </a:moveTo>
                <a:lnTo>
                  <a:pt x="232526" y="46300"/>
                </a:lnTo>
                <a:cubicBezTo>
                  <a:pt x="236412" y="42063"/>
                  <a:pt x="240135" y="38980"/>
                  <a:pt x="243697" y="37052"/>
                </a:cubicBezTo>
                <a:cubicBezTo>
                  <a:pt x="247258" y="35123"/>
                  <a:pt x="251090" y="34159"/>
                  <a:pt x="255191" y="34159"/>
                </a:cubicBezTo>
                <a:cubicBezTo>
                  <a:pt x="260102" y="34159"/>
                  <a:pt x="264176" y="35523"/>
                  <a:pt x="267414" y="38251"/>
                </a:cubicBezTo>
                <a:cubicBezTo>
                  <a:pt x="270651" y="40980"/>
                  <a:pt x="272810" y="44370"/>
                  <a:pt x="273889" y="48423"/>
                </a:cubicBezTo>
                <a:cubicBezTo>
                  <a:pt x="274753" y="51504"/>
                  <a:pt x="275184" y="57421"/>
                  <a:pt x="275184" y="66175"/>
                </a:cubicBezTo>
                <a:lnTo>
                  <a:pt x="275184" y="95677"/>
                </a:lnTo>
                <a:cubicBezTo>
                  <a:pt x="275184" y="101505"/>
                  <a:pt x="275710" y="105134"/>
                  <a:pt x="276763" y="106564"/>
                </a:cubicBezTo>
                <a:cubicBezTo>
                  <a:pt x="277815" y="107994"/>
                  <a:pt x="280014" y="108898"/>
                  <a:pt x="283360" y="109276"/>
                </a:cubicBezTo>
                <a:lnTo>
                  <a:pt x="283360" y="112190"/>
                </a:lnTo>
                <a:lnTo>
                  <a:pt x="245073" y="112190"/>
                </a:lnTo>
                <a:lnTo>
                  <a:pt x="245073" y="109276"/>
                </a:lnTo>
                <a:cubicBezTo>
                  <a:pt x="247933" y="108898"/>
                  <a:pt x="249983" y="107711"/>
                  <a:pt x="251225" y="105714"/>
                </a:cubicBezTo>
                <a:cubicBezTo>
                  <a:pt x="252088" y="104365"/>
                  <a:pt x="252520" y="101019"/>
                  <a:pt x="252520" y="95677"/>
                </a:cubicBezTo>
                <a:lnTo>
                  <a:pt x="252520" y="62004"/>
                </a:lnTo>
                <a:cubicBezTo>
                  <a:pt x="252520" y="55798"/>
                  <a:pt x="252277" y="51886"/>
                  <a:pt x="251791" y="50267"/>
                </a:cubicBezTo>
                <a:cubicBezTo>
                  <a:pt x="251306" y="48648"/>
                  <a:pt x="250483" y="47393"/>
                  <a:pt x="249322" y="46503"/>
                </a:cubicBezTo>
                <a:cubicBezTo>
                  <a:pt x="248162" y="45612"/>
                  <a:pt x="246881" y="45167"/>
                  <a:pt x="245478" y="45167"/>
                </a:cubicBezTo>
                <a:cubicBezTo>
                  <a:pt x="240837" y="45167"/>
                  <a:pt x="236520" y="48513"/>
                  <a:pt x="232526" y="55204"/>
                </a:cubicBezTo>
                <a:lnTo>
                  <a:pt x="232526" y="95677"/>
                </a:lnTo>
                <a:cubicBezTo>
                  <a:pt x="232526" y="101343"/>
                  <a:pt x="233052" y="104931"/>
                  <a:pt x="234105" y="106442"/>
                </a:cubicBezTo>
                <a:cubicBezTo>
                  <a:pt x="235157" y="107953"/>
                  <a:pt x="237113" y="108898"/>
                  <a:pt x="239973" y="109276"/>
                </a:cubicBezTo>
                <a:lnTo>
                  <a:pt x="239973" y="112190"/>
                </a:lnTo>
                <a:lnTo>
                  <a:pt x="201686" y="112190"/>
                </a:lnTo>
                <a:lnTo>
                  <a:pt x="201686" y="109276"/>
                </a:lnTo>
                <a:cubicBezTo>
                  <a:pt x="204870" y="108952"/>
                  <a:pt x="207137" y="107926"/>
                  <a:pt x="208486" y="106200"/>
                </a:cubicBezTo>
                <a:cubicBezTo>
                  <a:pt x="209403" y="105012"/>
                  <a:pt x="209862" y="101505"/>
                  <a:pt x="209862" y="95677"/>
                </a:cubicBezTo>
                <a:lnTo>
                  <a:pt x="209862" y="52938"/>
                </a:lnTo>
                <a:cubicBezTo>
                  <a:pt x="209862" y="47149"/>
                  <a:pt x="209336" y="43544"/>
                  <a:pt x="208283" y="42124"/>
                </a:cubicBezTo>
                <a:cubicBezTo>
                  <a:pt x="207231" y="40704"/>
                  <a:pt x="205032" y="39776"/>
                  <a:pt x="201686" y="39339"/>
                </a:cubicBezTo>
                <a:lnTo>
                  <a:pt x="201686" y="36425"/>
                </a:lnTo>
                <a:lnTo>
                  <a:pt x="232526" y="36425"/>
                </a:lnTo>
                <a:close/>
                <a:moveTo>
                  <a:pt x="367355" y="2428"/>
                </a:moveTo>
                <a:lnTo>
                  <a:pt x="367355" y="89525"/>
                </a:lnTo>
                <a:cubicBezTo>
                  <a:pt x="367355" y="95348"/>
                  <a:pt x="367517" y="98793"/>
                  <a:pt x="367841" y="99861"/>
                </a:cubicBezTo>
                <a:cubicBezTo>
                  <a:pt x="368273" y="101625"/>
                  <a:pt x="369096" y="102934"/>
                  <a:pt x="370310" y="103789"/>
                </a:cubicBezTo>
                <a:cubicBezTo>
                  <a:pt x="371524" y="104642"/>
                  <a:pt x="373642" y="105176"/>
                  <a:pt x="376664" y="105390"/>
                </a:cubicBezTo>
                <a:lnTo>
                  <a:pt x="376664" y="108304"/>
                </a:lnTo>
                <a:lnTo>
                  <a:pt x="344691" y="114456"/>
                </a:lnTo>
                <a:lnTo>
                  <a:pt x="344691" y="102476"/>
                </a:lnTo>
                <a:cubicBezTo>
                  <a:pt x="340859" y="107117"/>
                  <a:pt x="337446" y="110274"/>
                  <a:pt x="334451" y="111947"/>
                </a:cubicBezTo>
                <a:cubicBezTo>
                  <a:pt x="331456" y="113620"/>
                  <a:pt x="328070" y="114456"/>
                  <a:pt x="324293" y="114456"/>
                </a:cubicBezTo>
                <a:cubicBezTo>
                  <a:pt x="314633" y="114456"/>
                  <a:pt x="306997" y="110135"/>
                  <a:pt x="301385" y="101492"/>
                </a:cubicBezTo>
                <a:cubicBezTo>
                  <a:pt x="296852" y="94470"/>
                  <a:pt x="294586" y="85855"/>
                  <a:pt x="294586" y="75645"/>
                </a:cubicBezTo>
                <a:cubicBezTo>
                  <a:pt x="294586" y="67489"/>
                  <a:pt x="295989" y="60182"/>
                  <a:pt x="298795" y="53727"/>
                </a:cubicBezTo>
                <a:cubicBezTo>
                  <a:pt x="301601" y="47272"/>
                  <a:pt x="305446" y="42397"/>
                  <a:pt x="310330" y="39101"/>
                </a:cubicBezTo>
                <a:cubicBezTo>
                  <a:pt x="315213" y="35806"/>
                  <a:pt x="320461" y="34159"/>
                  <a:pt x="326073" y="34159"/>
                </a:cubicBezTo>
                <a:cubicBezTo>
                  <a:pt x="329689" y="34159"/>
                  <a:pt x="332900" y="34866"/>
                  <a:pt x="335706" y="36281"/>
                </a:cubicBezTo>
                <a:cubicBezTo>
                  <a:pt x="338512" y="37696"/>
                  <a:pt x="341507" y="40172"/>
                  <a:pt x="344691" y="43710"/>
                </a:cubicBezTo>
                <a:lnTo>
                  <a:pt x="344691" y="20884"/>
                </a:lnTo>
                <a:cubicBezTo>
                  <a:pt x="344691" y="15110"/>
                  <a:pt x="344448" y="11629"/>
                  <a:pt x="343962" y="10442"/>
                </a:cubicBezTo>
                <a:cubicBezTo>
                  <a:pt x="343315" y="8877"/>
                  <a:pt x="342343" y="7717"/>
                  <a:pt x="341048" y="6961"/>
                </a:cubicBezTo>
                <a:cubicBezTo>
                  <a:pt x="339753" y="6206"/>
                  <a:pt x="337325" y="5828"/>
                  <a:pt x="333763" y="5828"/>
                </a:cubicBezTo>
                <a:lnTo>
                  <a:pt x="333763" y="2428"/>
                </a:lnTo>
                <a:lnTo>
                  <a:pt x="367355" y="2428"/>
                </a:lnTo>
                <a:moveTo>
                  <a:pt x="344691" y="53585"/>
                </a:moveTo>
                <a:cubicBezTo>
                  <a:pt x="340697" y="46031"/>
                  <a:pt x="335814" y="42253"/>
                  <a:pt x="330040" y="42253"/>
                </a:cubicBezTo>
                <a:cubicBezTo>
                  <a:pt x="328043" y="42253"/>
                  <a:pt x="326397" y="42793"/>
                  <a:pt x="325102" y="43872"/>
                </a:cubicBezTo>
                <a:cubicBezTo>
                  <a:pt x="323105" y="45545"/>
                  <a:pt x="321473" y="48486"/>
                  <a:pt x="320205" y="52695"/>
                </a:cubicBezTo>
                <a:cubicBezTo>
                  <a:pt x="318937" y="56904"/>
                  <a:pt x="318303" y="63353"/>
                  <a:pt x="318303" y="72041"/>
                </a:cubicBezTo>
                <a:cubicBezTo>
                  <a:pt x="318303" y="81592"/>
                  <a:pt x="319004" y="88662"/>
                  <a:pt x="320407" y="93248"/>
                </a:cubicBezTo>
                <a:cubicBezTo>
                  <a:pt x="321810" y="97835"/>
                  <a:pt x="323726" y="101154"/>
                  <a:pt x="326154" y="103205"/>
                </a:cubicBezTo>
                <a:cubicBezTo>
                  <a:pt x="327395" y="104230"/>
                  <a:pt x="329095" y="104743"/>
                  <a:pt x="331254" y="104743"/>
                </a:cubicBezTo>
                <a:cubicBezTo>
                  <a:pt x="336003" y="104743"/>
                  <a:pt x="340482" y="101007"/>
                  <a:pt x="344691" y="93537"/>
                </a:cubicBezTo>
                <a:lnTo>
                  <a:pt x="344691" y="53585"/>
                </a:lnTo>
                <a:close/>
                <a:moveTo>
                  <a:pt x="404160" y="0"/>
                </a:moveTo>
                <a:cubicBezTo>
                  <a:pt x="407668" y="0"/>
                  <a:pt x="410636" y="1232"/>
                  <a:pt x="413064" y="3696"/>
                </a:cubicBezTo>
                <a:cubicBezTo>
                  <a:pt x="415492" y="6158"/>
                  <a:pt x="416707" y="9121"/>
                  <a:pt x="416707" y="12587"/>
                </a:cubicBezTo>
                <a:cubicBezTo>
                  <a:pt x="416707" y="16052"/>
                  <a:pt x="415479" y="19003"/>
                  <a:pt x="413024" y="21440"/>
                </a:cubicBezTo>
                <a:cubicBezTo>
                  <a:pt x="410568" y="23875"/>
                  <a:pt x="407614" y="25093"/>
                  <a:pt x="404160" y="25093"/>
                </a:cubicBezTo>
                <a:cubicBezTo>
                  <a:pt x="400707" y="25093"/>
                  <a:pt x="397766" y="23875"/>
                  <a:pt x="395337" y="21440"/>
                </a:cubicBezTo>
                <a:cubicBezTo>
                  <a:pt x="392909" y="19003"/>
                  <a:pt x="391695" y="16052"/>
                  <a:pt x="391695" y="12587"/>
                </a:cubicBezTo>
                <a:cubicBezTo>
                  <a:pt x="391695" y="9121"/>
                  <a:pt x="392909" y="6158"/>
                  <a:pt x="395337" y="3696"/>
                </a:cubicBezTo>
                <a:cubicBezTo>
                  <a:pt x="397766" y="1232"/>
                  <a:pt x="400707" y="0"/>
                  <a:pt x="404160" y="0"/>
                </a:cubicBezTo>
                <a:moveTo>
                  <a:pt x="415492" y="36425"/>
                </a:moveTo>
                <a:lnTo>
                  <a:pt x="415492" y="96486"/>
                </a:lnTo>
                <a:cubicBezTo>
                  <a:pt x="415492" y="101829"/>
                  <a:pt x="416113" y="105242"/>
                  <a:pt x="417354" y="106726"/>
                </a:cubicBezTo>
                <a:cubicBezTo>
                  <a:pt x="418595" y="108210"/>
                  <a:pt x="421024" y="109060"/>
                  <a:pt x="424639" y="109276"/>
                </a:cubicBezTo>
                <a:lnTo>
                  <a:pt x="424639" y="112190"/>
                </a:lnTo>
                <a:lnTo>
                  <a:pt x="383762" y="112190"/>
                </a:lnTo>
                <a:lnTo>
                  <a:pt x="383762" y="109276"/>
                </a:lnTo>
                <a:cubicBezTo>
                  <a:pt x="387108" y="109168"/>
                  <a:pt x="389590" y="108196"/>
                  <a:pt x="391209" y="106361"/>
                </a:cubicBezTo>
                <a:cubicBezTo>
                  <a:pt x="392288" y="105120"/>
                  <a:pt x="392828" y="101829"/>
                  <a:pt x="392828" y="96486"/>
                </a:cubicBezTo>
                <a:lnTo>
                  <a:pt x="392828" y="52290"/>
                </a:lnTo>
                <a:cubicBezTo>
                  <a:pt x="392828" y="46881"/>
                  <a:pt x="392207" y="43424"/>
                  <a:pt x="390966" y="41922"/>
                </a:cubicBezTo>
                <a:cubicBezTo>
                  <a:pt x="389725" y="40419"/>
                  <a:pt x="387324" y="39558"/>
                  <a:pt x="383762" y="39339"/>
                </a:cubicBezTo>
                <a:lnTo>
                  <a:pt x="383762" y="36425"/>
                </a:lnTo>
                <a:lnTo>
                  <a:pt x="415492" y="36425"/>
                </a:lnTo>
                <a:close/>
                <a:moveTo>
                  <a:pt x="505613" y="2428"/>
                </a:moveTo>
                <a:lnTo>
                  <a:pt x="505613" y="89525"/>
                </a:lnTo>
                <a:cubicBezTo>
                  <a:pt x="505613" y="95348"/>
                  <a:pt x="505775" y="98793"/>
                  <a:pt x="506098" y="99861"/>
                </a:cubicBezTo>
                <a:cubicBezTo>
                  <a:pt x="506530" y="101625"/>
                  <a:pt x="507353" y="102934"/>
                  <a:pt x="508567" y="103789"/>
                </a:cubicBezTo>
                <a:cubicBezTo>
                  <a:pt x="509781" y="104642"/>
                  <a:pt x="511899" y="105176"/>
                  <a:pt x="514921" y="105390"/>
                </a:cubicBezTo>
                <a:lnTo>
                  <a:pt x="514921" y="108304"/>
                </a:lnTo>
                <a:lnTo>
                  <a:pt x="482948" y="114456"/>
                </a:lnTo>
                <a:lnTo>
                  <a:pt x="482948" y="102476"/>
                </a:lnTo>
                <a:cubicBezTo>
                  <a:pt x="479117" y="107117"/>
                  <a:pt x="475704" y="110274"/>
                  <a:pt x="472709" y="111947"/>
                </a:cubicBezTo>
                <a:cubicBezTo>
                  <a:pt x="469714" y="113620"/>
                  <a:pt x="466328" y="114456"/>
                  <a:pt x="462550" y="114456"/>
                </a:cubicBezTo>
                <a:cubicBezTo>
                  <a:pt x="452891" y="114456"/>
                  <a:pt x="445255" y="110135"/>
                  <a:pt x="439643" y="101492"/>
                </a:cubicBezTo>
                <a:cubicBezTo>
                  <a:pt x="435110" y="94470"/>
                  <a:pt x="432843" y="85855"/>
                  <a:pt x="432843" y="75645"/>
                </a:cubicBezTo>
                <a:cubicBezTo>
                  <a:pt x="432843" y="67489"/>
                  <a:pt x="434246" y="60182"/>
                  <a:pt x="437053" y="53727"/>
                </a:cubicBezTo>
                <a:cubicBezTo>
                  <a:pt x="439859" y="47272"/>
                  <a:pt x="443703" y="42397"/>
                  <a:pt x="448587" y="39101"/>
                </a:cubicBezTo>
                <a:cubicBezTo>
                  <a:pt x="453471" y="35806"/>
                  <a:pt x="458719" y="34159"/>
                  <a:pt x="464331" y="34159"/>
                </a:cubicBezTo>
                <a:cubicBezTo>
                  <a:pt x="467946" y="34159"/>
                  <a:pt x="471157" y="34866"/>
                  <a:pt x="473963" y="36281"/>
                </a:cubicBezTo>
                <a:cubicBezTo>
                  <a:pt x="476769" y="37696"/>
                  <a:pt x="479764" y="40172"/>
                  <a:pt x="482948" y="43710"/>
                </a:cubicBezTo>
                <a:lnTo>
                  <a:pt x="482948" y="20884"/>
                </a:lnTo>
                <a:cubicBezTo>
                  <a:pt x="482948" y="15110"/>
                  <a:pt x="482705" y="11629"/>
                  <a:pt x="482220" y="10442"/>
                </a:cubicBezTo>
                <a:cubicBezTo>
                  <a:pt x="481572" y="8877"/>
                  <a:pt x="480601" y="7717"/>
                  <a:pt x="479306" y="6961"/>
                </a:cubicBezTo>
                <a:cubicBezTo>
                  <a:pt x="478011" y="6206"/>
                  <a:pt x="475582" y="5828"/>
                  <a:pt x="472021" y="5828"/>
                </a:cubicBezTo>
                <a:lnTo>
                  <a:pt x="472021" y="2428"/>
                </a:lnTo>
                <a:lnTo>
                  <a:pt x="505613" y="2428"/>
                </a:lnTo>
                <a:moveTo>
                  <a:pt x="482948" y="53585"/>
                </a:moveTo>
                <a:cubicBezTo>
                  <a:pt x="478955" y="46031"/>
                  <a:pt x="474071" y="42253"/>
                  <a:pt x="468297" y="42253"/>
                </a:cubicBezTo>
                <a:cubicBezTo>
                  <a:pt x="466301" y="42253"/>
                  <a:pt x="464655" y="42793"/>
                  <a:pt x="463360" y="43872"/>
                </a:cubicBezTo>
                <a:cubicBezTo>
                  <a:pt x="461363" y="45545"/>
                  <a:pt x="459731" y="48486"/>
                  <a:pt x="458462" y="52695"/>
                </a:cubicBezTo>
                <a:cubicBezTo>
                  <a:pt x="457194" y="56904"/>
                  <a:pt x="456560" y="63353"/>
                  <a:pt x="456560" y="72041"/>
                </a:cubicBezTo>
                <a:cubicBezTo>
                  <a:pt x="456560" y="81592"/>
                  <a:pt x="457262" y="88662"/>
                  <a:pt x="458665" y="93248"/>
                </a:cubicBezTo>
                <a:cubicBezTo>
                  <a:pt x="460068" y="97835"/>
                  <a:pt x="461984" y="101154"/>
                  <a:pt x="464412" y="103205"/>
                </a:cubicBezTo>
                <a:cubicBezTo>
                  <a:pt x="465653" y="104230"/>
                  <a:pt x="467353" y="104743"/>
                  <a:pt x="469511" y="104743"/>
                </a:cubicBezTo>
                <a:cubicBezTo>
                  <a:pt x="474260" y="104743"/>
                  <a:pt x="478739" y="101007"/>
                  <a:pt x="482948" y="93537"/>
                </a:cubicBezTo>
                <a:lnTo>
                  <a:pt x="482948" y="53585"/>
                </a:lnTo>
                <a:close/>
                <a:moveTo>
                  <a:pt x="565973" y="101019"/>
                </a:moveTo>
                <a:cubicBezTo>
                  <a:pt x="556745" y="109222"/>
                  <a:pt x="548462" y="113323"/>
                  <a:pt x="541123" y="113323"/>
                </a:cubicBezTo>
                <a:cubicBezTo>
                  <a:pt x="536806" y="113323"/>
                  <a:pt x="533217" y="111902"/>
                  <a:pt x="530357" y="109061"/>
                </a:cubicBezTo>
                <a:cubicBezTo>
                  <a:pt x="527497" y="106217"/>
                  <a:pt x="526067" y="102657"/>
                  <a:pt x="526067" y="98381"/>
                </a:cubicBezTo>
                <a:cubicBezTo>
                  <a:pt x="526067" y="92587"/>
                  <a:pt x="528549" y="87375"/>
                  <a:pt x="533514" y="82746"/>
                </a:cubicBezTo>
                <a:cubicBezTo>
                  <a:pt x="538478" y="78117"/>
                  <a:pt x="549298" y="71958"/>
                  <a:pt x="565973" y="64270"/>
                </a:cubicBezTo>
                <a:lnTo>
                  <a:pt x="565973" y="56661"/>
                </a:lnTo>
                <a:cubicBezTo>
                  <a:pt x="565973" y="50941"/>
                  <a:pt x="565662" y="47339"/>
                  <a:pt x="565042" y="45855"/>
                </a:cubicBezTo>
                <a:cubicBezTo>
                  <a:pt x="564421" y="44371"/>
                  <a:pt x="563248" y="43076"/>
                  <a:pt x="561521" y="41970"/>
                </a:cubicBezTo>
                <a:cubicBezTo>
                  <a:pt x="559794" y="40864"/>
                  <a:pt x="557851" y="40311"/>
                  <a:pt x="555693" y="40311"/>
                </a:cubicBezTo>
                <a:cubicBezTo>
                  <a:pt x="552185" y="40311"/>
                  <a:pt x="549298" y="41093"/>
                  <a:pt x="547032" y="42658"/>
                </a:cubicBezTo>
                <a:cubicBezTo>
                  <a:pt x="545629" y="43629"/>
                  <a:pt x="544927" y="44762"/>
                  <a:pt x="544927" y="46058"/>
                </a:cubicBezTo>
                <a:cubicBezTo>
                  <a:pt x="544927" y="47191"/>
                  <a:pt x="545683" y="48594"/>
                  <a:pt x="547193" y="50267"/>
                </a:cubicBezTo>
                <a:cubicBezTo>
                  <a:pt x="549244" y="52587"/>
                  <a:pt x="550269" y="54827"/>
                  <a:pt x="550269" y="56985"/>
                </a:cubicBezTo>
                <a:cubicBezTo>
                  <a:pt x="550269" y="59629"/>
                  <a:pt x="549285" y="61882"/>
                  <a:pt x="547315" y="63744"/>
                </a:cubicBezTo>
                <a:cubicBezTo>
                  <a:pt x="545345" y="65606"/>
                  <a:pt x="542769" y="66537"/>
                  <a:pt x="539585" y="66537"/>
                </a:cubicBezTo>
                <a:cubicBezTo>
                  <a:pt x="536185" y="66537"/>
                  <a:pt x="533338" y="65511"/>
                  <a:pt x="531045" y="63461"/>
                </a:cubicBezTo>
                <a:cubicBezTo>
                  <a:pt x="528752" y="61410"/>
                  <a:pt x="527605" y="59009"/>
                  <a:pt x="527605" y="56257"/>
                </a:cubicBezTo>
                <a:cubicBezTo>
                  <a:pt x="527605" y="52371"/>
                  <a:pt x="529143" y="48661"/>
                  <a:pt x="532219" y="45127"/>
                </a:cubicBezTo>
                <a:cubicBezTo>
                  <a:pt x="535295" y="41592"/>
                  <a:pt x="539585" y="38880"/>
                  <a:pt x="545089" y="36992"/>
                </a:cubicBezTo>
                <a:cubicBezTo>
                  <a:pt x="550593" y="35103"/>
                  <a:pt x="556313" y="34159"/>
                  <a:pt x="562249" y="34159"/>
                </a:cubicBezTo>
                <a:cubicBezTo>
                  <a:pt x="569426" y="34159"/>
                  <a:pt x="575106" y="35687"/>
                  <a:pt x="579288" y="38745"/>
                </a:cubicBezTo>
                <a:cubicBezTo>
                  <a:pt x="583470" y="41800"/>
                  <a:pt x="586182" y="45113"/>
                  <a:pt x="587423" y="48683"/>
                </a:cubicBezTo>
                <a:cubicBezTo>
                  <a:pt x="588179" y="50955"/>
                  <a:pt x="588556" y="56174"/>
                  <a:pt x="588556" y="64341"/>
                </a:cubicBezTo>
                <a:lnTo>
                  <a:pt x="588556" y="93792"/>
                </a:lnTo>
                <a:cubicBezTo>
                  <a:pt x="588556" y="97254"/>
                  <a:pt x="588691" y="99432"/>
                  <a:pt x="588961" y="100326"/>
                </a:cubicBezTo>
                <a:cubicBezTo>
                  <a:pt x="589231" y="101218"/>
                  <a:pt x="589636" y="101881"/>
                  <a:pt x="590175" y="102314"/>
                </a:cubicBezTo>
                <a:cubicBezTo>
                  <a:pt x="590715" y="102746"/>
                  <a:pt x="591335" y="102962"/>
                  <a:pt x="592037" y="102962"/>
                </a:cubicBezTo>
                <a:cubicBezTo>
                  <a:pt x="593440" y="102962"/>
                  <a:pt x="594870" y="101963"/>
                  <a:pt x="596327" y="99967"/>
                </a:cubicBezTo>
                <a:lnTo>
                  <a:pt x="598755" y="101910"/>
                </a:lnTo>
                <a:cubicBezTo>
                  <a:pt x="596057" y="105903"/>
                  <a:pt x="593265" y="108803"/>
                  <a:pt x="590378" y="110611"/>
                </a:cubicBezTo>
                <a:cubicBezTo>
                  <a:pt x="587491" y="112419"/>
                  <a:pt x="584212" y="113323"/>
                  <a:pt x="580543" y="113323"/>
                </a:cubicBezTo>
                <a:cubicBezTo>
                  <a:pt x="576226" y="113323"/>
                  <a:pt x="572853" y="112304"/>
                  <a:pt x="570425" y="110267"/>
                </a:cubicBezTo>
                <a:cubicBezTo>
                  <a:pt x="567996" y="108230"/>
                  <a:pt x="566512" y="105147"/>
                  <a:pt x="565973" y="101019"/>
                </a:cubicBezTo>
                <a:moveTo>
                  <a:pt x="565973" y="95029"/>
                </a:moveTo>
                <a:lnTo>
                  <a:pt x="565973" y="69709"/>
                </a:lnTo>
                <a:cubicBezTo>
                  <a:pt x="559443" y="73559"/>
                  <a:pt x="554586" y="77680"/>
                  <a:pt x="551403" y="82073"/>
                </a:cubicBezTo>
                <a:cubicBezTo>
                  <a:pt x="549298" y="85000"/>
                  <a:pt x="548246" y="87956"/>
                  <a:pt x="548246" y="90939"/>
                </a:cubicBezTo>
                <a:cubicBezTo>
                  <a:pt x="548246" y="93433"/>
                  <a:pt x="549136" y="95630"/>
                  <a:pt x="550917" y="97528"/>
                </a:cubicBezTo>
                <a:cubicBezTo>
                  <a:pt x="552266" y="98992"/>
                  <a:pt x="554155" y="99724"/>
                  <a:pt x="556583" y="99724"/>
                </a:cubicBezTo>
                <a:cubicBezTo>
                  <a:pt x="559281" y="99724"/>
                  <a:pt x="562411" y="98159"/>
                  <a:pt x="565973" y="95029"/>
                </a:cubicBezTo>
                <a:close/>
                <a:moveTo>
                  <a:pt x="637123" y="8580"/>
                </a:moveTo>
                <a:lnTo>
                  <a:pt x="637123" y="36425"/>
                </a:lnTo>
                <a:lnTo>
                  <a:pt x="655093" y="36425"/>
                </a:lnTo>
                <a:lnTo>
                  <a:pt x="655093" y="44358"/>
                </a:lnTo>
                <a:lnTo>
                  <a:pt x="637123" y="44358"/>
                </a:lnTo>
                <a:lnTo>
                  <a:pt x="637123" y="91189"/>
                </a:lnTo>
                <a:cubicBezTo>
                  <a:pt x="637123" y="95572"/>
                  <a:pt x="637326" y="98399"/>
                  <a:pt x="637730" y="99671"/>
                </a:cubicBezTo>
                <a:cubicBezTo>
                  <a:pt x="638135" y="100942"/>
                  <a:pt x="638850" y="101971"/>
                  <a:pt x="639875" y="102757"/>
                </a:cubicBezTo>
                <a:cubicBezTo>
                  <a:pt x="640901" y="103541"/>
                  <a:pt x="641845" y="103933"/>
                  <a:pt x="642708" y="103933"/>
                </a:cubicBezTo>
                <a:cubicBezTo>
                  <a:pt x="646216" y="103933"/>
                  <a:pt x="649535" y="101235"/>
                  <a:pt x="652665" y="95839"/>
                </a:cubicBezTo>
                <a:lnTo>
                  <a:pt x="655093" y="97637"/>
                </a:lnTo>
                <a:cubicBezTo>
                  <a:pt x="650722" y="108094"/>
                  <a:pt x="643626" y="113323"/>
                  <a:pt x="633804" y="113323"/>
                </a:cubicBezTo>
                <a:cubicBezTo>
                  <a:pt x="629002" y="113323"/>
                  <a:pt x="624941" y="111983"/>
                  <a:pt x="621622" y="109303"/>
                </a:cubicBezTo>
                <a:cubicBezTo>
                  <a:pt x="618304" y="106622"/>
                  <a:pt x="616185" y="103630"/>
                  <a:pt x="615268" y="100326"/>
                </a:cubicBezTo>
                <a:cubicBezTo>
                  <a:pt x="614728" y="98485"/>
                  <a:pt x="614459" y="93502"/>
                  <a:pt x="614459" y="85379"/>
                </a:cubicBezTo>
                <a:lnTo>
                  <a:pt x="614459" y="44358"/>
                </a:lnTo>
                <a:lnTo>
                  <a:pt x="604583" y="44358"/>
                </a:lnTo>
                <a:lnTo>
                  <a:pt x="604583" y="41517"/>
                </a:lnTo>
                <a:cubicBezTo>
                  <a:pt x="611383" y="36704"/>
                  <a:pt x="617170" y="31648"/>
                  <a:pt x="621946" y="26348"/>
                </a:cubicBezTo>
                <a:cubicBezTo>
                  <a:pt x="626722" y="21047"/>
                  <a:pt x="630890" y="15125"/>
                  <a:pt x="634452" y="8580"/>
                </a:cubicBezTo>
                <a:lnTo>
                  <a:pt x="637123" y="8580"/>
                </a:lnTo>
                <a:close/>
                <a:moveTo>
                  <a:pt x="726404" y="71555"/>
                </a:moveTo>
                <a:lnTo>
                  <a:pt x="684880" y="71555"/>
                </a:lnTo>
                <a:cubicBezTo>
                  <a:pt x="685365" y="81619"/>
                  <a:pt x="688037" y="89573"/>
                  <a:pt x="692893" y="95416"/>
                </a:cubicBezTo>
                <a:cubicBezTo>
                  <a:pt x="696617" y="99907"/>
                  <a:pt x="701096" y="102152"/>
                  <a:pt x="706330" y="102152"/>
                </a:cubicBezTo>
                <a:cubicBezTo>
                  <a:pt x="709568" y="102152"/>
                  <a:pt x="712509" y="101248"/>
                  <a:pt x="715153" y="99441"/>
                </a:cubicBezTo>
                <a:cubicBezTo>
                  <a:pt x="717797" y="97633"/>
                  <a:pt x="720630" y="94382"/>
                  <a:pt x="723652" y="89687"/>
                </a:cubicBezTo>
                <a:lnTo>
                  <a:pt x="726404" y="91468"/>
                </a:lnTo>
                <a:cubicBezTo>
                  <a:pt x="722303" y="99832"/>
                  <a:pt x="717770" y="105754"/>
                  <a:pt x="712806" y="109235"/>
                </a:cubicBezTo>
                <a:cubicBezTo>
                  <a:pt x="707841" y="112716"/>
                  <a:pt x="702094" y="114456"/>
                  <a:pt x="695564" y="114456"/>
                </a:cubicBezTo>
                <a:cubicBezTo>
                  <a:pt x="684340" y="114456"/>
                  <a:pt x="675841" y="110135"/>
                  <a:pt x="670067" y="101492"/>
                </a:cubicBezTo>
                <a:cubicBezTo>
                  <a:pt x="665426" y="94524"/>
                  <a:pt x="663106" y="85882"/>
                  <a:pt x="663106" y="75565"/>
                </a:cubicBezTo>
                <a:cubicBezTo>
                  <a:pt x="663106" y="62924"/>
                  <a:pt x="666519" y="52863"/>
                  <a:pt x="673345" y="45382"/>
                </a:cubicBezTo>
                <a:cubicBezTo>
                  <a:pt x="680171" y="37900"/>
                  <a:pt x="688171" y="34159"/>
                  <a:pt x="697345" y="34159"/>
                </a:cubicBezTo>
                <a:cubicBezTo>
                  <a:pt x="705008" y="34159"/>
                  <a:pt x="711659" y="37302"/>
                  <a:pt x="717298" y="43589"/>
                </a:cubicBezTo>
                <a:cubicBezTo>
                  <a:pt x="722937" y="49876"/>
                  <a:pt x="725973" y="59198"/>
                  <a:pt x="726404" y="71555"/>
                </a:cubicBezTo>
                <a:moveTo>
                  <a:pt x="706492" y="66213"/>
                </a:moveTo>
                <a:cubicBezTo>
                  <a:pt x="706492" y="57525"/>
                  <a:pt x="706020" y="51562"/>
                  <a:pt x="705075" y="48324"/>
                </a:cubicBezTo>
                <a:cubicBezTo>
                  <a:pt x="704131" y="45086"/>
                  <a:pt x="702661" y="42631"/>
                  <a:pt x="700664" y="40958"/>
                </a:cubicBezTo>
                <a:cubicBezTo>
                  <a:pt x="699531" y="39987"/>
                  <a:pt x="698020" y="39501"/>
                  <a:pt x="696131" y="39501"/>
                </a:cubicBezTo>
                <a:cubicBezTo>
                  <a:pt x="693325" y="39501"/>
                  <a:pt x="691032" y="40877"/>
                  <a:pt x="689251" y="43629"/>
                </a:cubicBezTo>
                <a:cubicBezTo>
                  <a:pt x="686067" y="48432"/>
                  <a:pt x="684475" y="55016"/>
                  <a:pt x="684475" y="63380"/>
                </a:cubicBezTo>
                <a:lnTo>
                  <a:pt x="684475" y="66213"/>
                </a:lnTo>
                <a:lnTo>
                  <a:pt x="706492" y="66213"/>
                </a:lnTo>
                <a:close/>
                <a:moveTo>
                  <a:pt x="806645" y="104500"/>
                </a:moveTo>
                <a:lnTo>
                  <a:pt x="806645" y="132588"/>
                </a:lnTo>
                <a:cubicBezTo>
                  <a:pt x="806645" y="136525"/>
                  <a:pt x="806955" y="139205"/>
                  <a:pt x="807576" y="140626"/>
                </a:cubicBezTo>
                <a:cubicBezTo>
                  <a:pt x="808197" y="142050"/>
                  <a:pt x="809154" y="143089"/>
                  <a:pt x="810450" y="143745"/>
                </a:cubicBezTo>
                <a:cubicBezTo>
                  <a:pt x="811745" y="144401"/>
                  <a:pt x="814281" y="144729"/>
                  <a:pt x="818058" y="144729"/>
                </a:cubicBezTo>
                <a:lnTo>
                  <a:pt x="818058" y="147643"/>
                </a:lnTo>
                <a:lnTo>
                  <a:pt x="774915" y="147643"/>
                </a:lnTo>
                <a:lnTo>
                  <a:pt x="774915" y="144729"/>
                </a:lnTo>
                <a:cubicBezTo>
                  <a:pt x="778260" y="144620"/>
                  <a:pt x="780743" y="143663"/>
                  <a:pt x="782362" y="141858"/>
                </a:cubicBezTo>
                <a:cubicBezTo>
                  <a:pt x="783441" y="140602"/>
                  <a:pt x="783981" y="137350"/>
                  <a:pt x="783981" y="132102"/>
                </a:cubicBezTo>
                <a:lnTo>
                  <a:pt x="783981" y="52290"/>
                </a:lnTo>
                <a:cubicBezTo>
                  <a:pt x="783981" y="46881"/>
                  <a:pt x="783360" y="43424"/>
                  <a:pt x="782119" y="41922"/>
                </a:cubicBezTo>
                <a:cubicBezTo>
                  <a:pt x="780878" y="40419"/>
                  <a:pt x="778476" y="39558"/>
                  <a:pt x="774915" y="39339"/>
                </a:cubicBezTo>
                <a:lnTo>
                  <a:pt x="774915" y="36425"/>
                </a:lnTo>
                <a:lnTo>
                  <a:pt x="806645" y="36425"/>
                </a:lnTo>
                <a:lnTo>
                  <a:pt x="806645" y="46381"/>
                </a:lnTo>
                <a:cubicBezTo>
                  <a:pt x="809289" y="42496"/>
                  <a:pt x="811987" y="39690"/>
                  <a:pt x="814740" y="37963"/>
                </a:cubicBezTo>
                <a:cubicBezTo>
                  <a:pt x="818679" y="35427"/>
                  <a:pt x="822969" y="34159"/>
                  <a:pt x="827610" y="34159"/>
                </a:cubicBezTo>
                <a:cubicBezTo>
                  <a:pt x="833168" y="34159"/>
                  <a:pt x="838227" y="35914"/>
                  <a:pt x="842787" y="39425"/>
                </a:cubicBezTo>
                <a:cubicBezTo>
                  <a:pt x="847347" y="42936"/>
                  <a:pt x="850814" y="47784"/>
                  <a:pt x="853188" y="53970"/>
                </a:cubicBezTo>
                <a:cubicBezTo>
                  <a:pt x="855563" y="60155"/>
                  <a:pt x="856750" y="66813"/>
                  <a:pt x="856750" y="73943"/>
                </a:cubicBezTo>
                <a:cubicBezTo>
                  <a:pt x="856750" y="81613"/>
                  <a:pt x="855522" y="88621"/>
                  <a:pt x="853067" y="94969"/>
                </a:cubicBezTo>
                <a:cubicBezTo>
                  <a:pt x="850612" y="101316"/>
                  <a:pt x="847050" y="106151"/>
                  <a:pt x="842382" y="109473"/>
                </a:cubicBezTo>
                <a:cubicBezTo>
                  <a:pt x="837714" y="112795"/>
                  <a:pt x="832520" y="114456"/>
                  <a:pt x="826800" y="114456"/>
                </a:cubicBezTo>
                <a:cubicBezTo>
                  <a:pt x="822645" y="114456"/>
                  <a:pt x="818760" y="113539"/>
                  <a:pt x="815144" y="111704"/>
                </a:cubicBezTo>
                <a:cubicBezTo>
                  <a:pt x="812446" y="110301"/>
                  <a:pt x="809613" y="107899"/>
                  <a:pt x="806645" y="104500"/>
                </a:cubicBezTo>
                <a:moveTo>
                  <a:pt x="806645" y="96312"/>
                </a:moveTo>
                <a:cubicBezTo>
                  <a:pt x="811286" y="102904"/>
                  <a:pt x="816251" y="106200"/>
                  <a:pt x="821539" y="106200"/>
                </a:cubicBezTo>
                <a:cubicBezTo>
                  <a:pt x="824453" y="106200"/>
                  <a:pt x="826854" y="104660"/>
                  <a:pt x="828743" y="101581"/>
                </a:cubicBezTo>
                <a:cubicBezTo>
                  <a:pt x="831549" y="97041"/>
                  <a:pt x="832952" y="88395"/>
                  <a:pt x="832952" y="75643"/>
                </a:cubicBezTo>
                <a:cubicBezTo>
                  <a:pt x="832952" y="62567"/>
                  <a:pt x="831414" y="53624"/>
                  <a:pt x="828338" y="48815"/>
                </a:cubicBezTo>
                <a:cubicBezTo>
                  <a:pt x="826288" y="45628"/>
                  <a:pt x="823536" y="44034"/>
                  <a:pt x="820082" y="44034"/>
                </a:cubicBezTo>
                <a:cubicBezTo>
                  <a:pt x="814632" y="44034"/>
                  <a:pt x="810153" y="47978"/>
                  <a:pt x="806645" y="55867"/>
                </a:cubicBezTo>
                <a:lnTo>
                  <a:pt x="806645" y="96312"/>
                </a:lnTo>
                <a:close/>
                <a:moveTo>
                  <a:pt x="900921" y="36425"/>
                </a:moveTo>
                <a:lnTo>
                  <a:pt x="900921" y="53585"/>
                </a:lnTo>
                <a:cubicBezTo>
                  <a:pt x="905940" y="45761"/>
                  <a:pt x="910338" y="40567"/>
                  <a:pt x="914115" y="38004"/>
                </a:cubicBezTo>
                <a:cubicBezTo>
                  <a:pt x="917893" y="35440"/>
                  <a:pt x="921535" y="34159"/>
                  <a:pt x="925043" y="34159"/>
                </a:cubicBezTo>
                <a:cubicBezTo>
                  <a:pt x="928065" y="34159"/>
                  <a:pt x="930480" y="35093"/>
                  <a:pt x="932287" y="36961"/>
                </a:cubicBezTo>
                <a:cubicBezTo>
                  <a:pt x="934095" y="38830"/>
                  <a:pt x="934999" y="41470"/>
                  <a:pt x="934999" y="44881"/>
                </a:cubicBezTo>
                <a:cubicBezTo>
                  <a:pt x="934999" y="48510"/>
                  <a:pt x="934122" y="51327"/>
                  <a:pt x="932368" y="53333"/>
                </a:cubicBezTo>
                <a:cubicBezTo>
                  <a:pt x="930614" y="55336"/>
                  <a:pt x="928496" y="56338"/>
                  <a:pt x="926014" y="56338"/>
                </a:cubicBezTo>
                <a:cubicBezTo>
                  <a:pt x="923154" y="56338"/>
                  <a:pt x="920672" y="55420"/>
                  <a:pt x="918567" y="53585"/>
                </a:cubicBezTo>
                <a:cubicBezTo>
                  <a:pt x="916463" y="51751"/>
                  <a:pt x="915221" y="50725"/>
                  <a:pt x="914844" y="50510"/>
                </a:cubicBezTo>
                <a:cubicBezTo>
                  <a:pt x="914304" y="50186"/>
                  <a:pt x="913683" y="50024"/>
                  <a:pt x="912982" y="50024"/>
                </a:cubicBezTo>
                <a:cubicBezTo>
                  <a:pt x="911417" y="50024"/>
                  <a:pt x="909933" y="50617"/>
                  <a:pt x="908530" y="51805"/>
                </a:cubicBezTo>
                <a:cubicBezTo>
                  <a:pt x="906318" y="53639"/>
                  <a:pt x="904645" y="56257"/>
                  <a:pt x="903511" y="59656"/>
                </a:cubicBezTo>
                <a:cubicBezTo>
                  <a:pt x="901785" y="64891"/>
                  <a:pt x="900921" y="70665"/>
                  <a:pt x="900921" y="76979"/>
                </a:cubicBezTo>
                <a:lnTo>
                  <a:pt x="900921" y="94382"/>
                </a:lnTo>
                <a:lnTo>
                  <a:pt x="901002" y="98915"/>
                </a:lnTo>
                <a:cubicBezTo>
                  <a:pt x="901002" y="101990"/>
                  <a:pt x="901191" y="103960"/>
                  <a:pt x="901569" y="104824"/>
                </a:cubicBezTo>
                <a:cubicBezTo>
                  <a:pt x="902216" y="106281"/>
                  <a:pt x="903174" y="107346"/>
                  <a:pt x="904442" y="108021"/>
                </a:cubicBezTo>
                <a:cubicBezTo>
                  <a:pt x="905710" y="108695"/>
                  <a:pt x="907855" y="109114"/>
                  <a:pt x="910877" y="109276"/>
                </a:cubicBezTo>
                <a:lnTo>
                  <a:pt x="910877" y="112190"/>
                </a:lnTo>
                <a:lnTo>
                  <a:pt x="870000" y="112190"/>
                </a:lnTo>
                <a:lnTo>
                  <a:pt x="870000" y="109276"/>
                </a:lnTo>
                <a:cubicBezTo>
                  <a:pt x="873292" y="109006"/>
                  <a:pt x="875518" y="108102"/>
                  <a:pt x="876678" y="106564"/>
                </a:cubicBezTo>
                <a:cubicBezTo>
                  <a:pt x="877838" y="105026"/>
                  <a:pt x="878419" y="100965"/>
                  <a:pt x="878419" y="94382"/>
                </a:cubicBezTo>
                <a:lnTo>
                  <a:pt x="878419" y="52452"/>
                </a:lnTo>
                <a:cubicBezTo>
                  <a:pt x="878419" y="48108"/>
                  <a:pt x="878203" y="45339"/>
                  <a:pt x="877771" y="44145"/>
                </a:cubicBezTo>
                <a:cubicBezTo>
                  <a:pt x="877231" y="42624"/>
                  <a:pt x="876449" y="41511"/>
                  <a:pt x="875424" y="40806"/>
                </a:cubicBezTo>
                <a:cubicBezTo>
                  <a:pt x="874398" y="40100"/>
                  <a:pt x="872591" y="39611"/>
                  <a:pt x="870000" y="39339"/>
                </a:cubicBezTo>
                <a:lnTo>
                  <a:pt x="870000" y="36425"/>
                </a:lnTo>
                <a:lnTo>
                  <a:pt x="900921" y="36425"/>
                </a:lnTo>
                <a:close/>
                <a:moveTo>
                  <a:pt x="1004242" y="71555"/>
                </a:moveTo>
                <a:lnTo>
                  <a:pt x="962718" y="71555"/>
                </a:lnTo>
                <a:cubicBezTo>
                  <a:pt x="963203" y="81619"/>
                  <a:pt x="965874" y="89573"/>
                  <a:pt x="970731" y="95416"/>
                </a:cubicBezTo>
                <a:cubicBezTo>
                  <a:pt x="974455" y="99907"/>
                  <a:pt x="978934" y="102152"/>
                  <a:pt x="984168" y="102152"/>
                </a:cubicBezTo>
                <a:cubicBezTo>
                  <a:pt x="987406" y="102152"/>
                  <a:pt x="990347" y="101248"/>
                  <a:pt x="992991" y="99441"/>
                </a:cubicBezTo>
                <a:cubicBezTo>
                  <a:pt x="995635" y="97633"/>
                  <a:pt x="998468" y="94382"/>
                  <a:pt x="1001490" y="89687"/>
                </a:cubicBezTo>
                <a:lnTo>
                  <a:pt x="1004242" y="91468"/>
                </a:lnTo>
                <a:cubicBezTo>
                  <a:pt x="1000141" y="99832"/>
                  <a:pt x="995608" y="105754"/>
                  <a:pt x="990644" y="109235"/>
                </a:cubicBezTo>
                <a:cubicBezTo>
                  <a:pt x="985679" y="112716"/>
                  <a:pt x="979932" y="114456"/>
                  <a:pt x="973402" y="114456"/>
                </a:cubicBezTo>
                <a:cubicBezTo>
                  <a:pt x="962178" y="114456"/>
                  <a:pt x="953679" y="110135"/>
                  <a:pt x="947905" y="101492"/>
                </a:cubicBezTo>
                <a:cubicBezTo>
                  <a:pt x="943264" y="94524"/>
                  <a:pt x="940943" y="85882"/>
                  <a:pt x="940943" y="75565"/>
                </a:cubicBezTo>
                <a:cubicBezTo>
                  <a:pt x="940943" y="62924"/>
                  <a:pt x="944357" y="52863"/>
                  <a:pt x="951183" y="45382"/>
                </a:cubicBezTo>
                <a:cubicBezTo>
                  <a:pt x="958009" y="37900"/>
                  <a:pt x="966009" y="34159"/>
                  <a:pt x="975183" y="34159"/>
                </a:cubicBezTo>
                <a:cubicBezTo>
                  <a:pt x="982846" y="34159"/>
                  <a:pt x="989497" y="37302"/>
                  <a:pt x="995136" y="43589"/>
                </a:cubicBezTo>
                <a:cubicBezTo>
                  <a:pt x="1000775" y="49876"/>
                  <a:pt x="1003811" y="59198"/>
                  <a:pt x="1004242" y="71555"/>
                </a:cubicBezTo>
                <a:moveTo>
                  <a:pt x="984330" y="66213"/>
                </a:moveTo>
                <a:cubicBezTo>
                  <a:pt x="984330" y="57525"/>
                  <a:pt x="983858" y="51562"/>
                  <a:pt x="982913" y="48324"/>
                </a:cubicBezTo>
                <a:cubicBezTo>
                  <a:pt x="981969" y="45086"/>
                  <a:pt x="980498" y="42631"/>
                  <a:pt x="978502" y="40958"/>
                </a:cubicBezTo>
                <a:cubicBezTo>
                  <a:pt x="977369" y="39987"/>
                  <a:pt x="975858" y="39501"/>
                  <a:pt x="973969" y="39501"/>
                </a:cubicBezTo>
                <a:cubicBezTo>
                  <a:pt x="971163" y="39501"/>
                  <a:pt x="968869" y="40877"/>
                  <a:pt x="967089" y="43629"/>
                </a:cubicBezTo>
                <a:cubicBezTo>
                  <a:pt x="963905" y="48432"/>
                  <a:pt x="962313" y="55016"/>
                  <a:pt x="962313" y="63380"/>
                </a:cubicBezTo>
                <a:lnTo>
                  <a:pt x="962313" y="66213"/>
                </a:lnTo>
                <a:lnTo>
                  <a:pt x="984330" y="66213"/>
                </a:lnTo>
                <a:close/>
                <a:moveTo>
                  <a:pt x="1087317" y="2428"/>
                </a:moveTo>
                <a:lnTo>
                  <a:pt x="1087317" y="89525"/>
                </a:lnTo>
                <a:cubicBezTo>
                  <a:pt x="1087317" y="95348"/>
                  <a:pt x="1087479" y="98793"/>
                  <a:pt x="1087802" y="99861"/>
                </a:cubicBezTo>
                <a:cubicBezTo>
                  <a:pt x="1088234" y="101625"/>
                  <a:pt x="1089057" y="102934"/>
                  <a:pt x="1090271" y="103789"/>
                </a:cubicBezTo>
                <a:cubicBezTo>
                  <a:pt x="1091485" y="104642"/>
                  <a:pt x="1093603" y="105176"/>
                  <a:pt x="1096625" y="105390"/>
                </a:cubicBezTo>
                <a:lnTo>
                  <a:pt x="1096625" y="108304"/>
                </a:lnTo>
                <a:lnTo>
                  <a:pt x="1064652" y="114456"/>
                </a:lnTo>
                <a:lnTo>
                  <a:pt x="1064652" y="102476"/>
                </a:lnTo>
                <a:cubicBezTo>
                  <a:pt x="1060821" y="107117"/>
                  <a:pt x="1057408" y="110274"/>
                  <a:pt x="1054413" y="111947"/>
                </a:cubicBezTo>
                <a:cubicBezTo>
                  <a:pt x="1051418" y="113620"/>
                  <a:pt x="1048031" y="114456"/>
                  <a:pt x="1044254" y="114456"/>
                </a:cubicBezTo>
                <a:cubicBezTo>
                  <a:pt x="1034595" y="114456"/>
                  <a:pt x="1026959" y="110135"/>
                  <a:pt x="1021347" y="101492"/>
                </a:cubicBezTo>
                <a:cubicBezTo>
                  <a:pt x="1016814" y="94470"/>
                  <a:pt x="1014547" y="85855"/>
                  <a:pt x="1014547" y="75645"/>
                </a:cubicBezTo>
                <a:cubicBezTo>
                  <a:pt x="1014547" y="67489"/>
                  <a:pt x="1015950" y="60182"/>
                  <a:pt x="1018756" y="53727"/>
                </a:cubicBezTo>
                <a:cubicBezTo>
                  <a:pt x="1021562" y="47272"/>
                  <a:pt x="1025407" y="42397"/>
                  <a:pt x="1030291" y="39101"/>
                </a:cubicBezTo>
                <a:cubicBezTo>
                  <a:pt x="1035175" y="35806"/>
                  <a:pt x="1040423" y="34159"/>
                  <a:pt x="1046035" y="34159"/>
                </a:cubicBezTo>
                <a:cubicBezTo>
                  <a:pt x="1049650" y="34159"/>
                  <a:pt x="1052861" y="34866"/>
                  <a:pt x="1055667" y="36281"/>
                </a:cubicBezTo>
                <a:cubicBezTo>
                  <a:pt x="1058473" y="37696"/>
                  <a:pt x="1061468" y="40172"/>
                  <a:pt x="1064652" y="43710"/>
                </a:cubicBezTo>
                <a:lnTo>
                  <a:pt x="1064652" y="20884"/>
                </a:lnTo>
                <a:cubicBezTo>
                  <a:pt x="1064652" y="15110"/>
                  <a:pt x="1064409" y="11629"/>
                  <a:pt x="1063924" y="10442"/>
                </a:cubicBezTo>
                <a:cubicBezTo>
                  <a:pt x="1063276" y="8877"/>
                  <a:pt x="1062305" y="7717"/>
                  <a:pt x="1061010" y="6961"/>
                </a:cubicBezTo>
                <a:cubicBezTo>
                  <a:pt x="1059714" y="6206"/>
                  <a:pt x="1057286" y="5828"/>
                  <a:pt x="1053725" y="5828"/>
                </a:cubicBezTo>
                <a:lnTo>
                  <a:pt x="1053725" y="2428"/>
                </a:lnTo>
                <a:lnTo>
                  <a:pt x="1087317" y="2428"/>
                </a:lnTo>
                <a:moveTo>
                  <a:pt x="1064652" y="53585"/>
                </a:moveTo>
                <a:cubicBezTo>
                  <a:pt x="1060659" y="46031"/>
                  <a:pt x="1055775" y="42253"/>
                  <a:pt x="1050001" y="42253"/>
                </a:cubicBezTo>
                <a:cubicBezTo>
                  <a:pt x="1048004" y="42253"/>
                  <a:pt x="1046359" y="42793"/>
                  <a:pt x="1045063" y="43872"/>
                </a:cubicBezTo>
                <a:cubicBezTo>
                  <a:pt x="1043067" y="45545"/>
                  <a:pt x="1041434" y="48486"/>
                  <a:pt x="1040166" y="52695"/>
                </a:cubicBezTo>
                <a:cubicBezTo>
                  <a:pt x="1038898" y="56904"/>
                  <a:pt x="1038264" y="63353"/>
                  <a:pt x="1038264" y="72041"/>
                </a:cubicBezTo>
                <a:cubicBezTo>
                  <a:pt x="1038264" y="81592"/>
                  <a:pt x="1038966" y="88662"/>
                  <a:pt x="1040369" y="93248"/>
                </a:cubicBezTo>
                <a:cubicBezTo>
                  <a:pt x="1041772" y="97835"/>
                  <a:pt x="1043687" y="101154"/>
                  <a:pt x="1046116" y="103205"/>
                </a:cubicBezTo>
                <a:cubicBezTo>
                  <a:pt x="1047357" y="104230"/>
                  <a:pt x="1049057" y="104743"/>
                  <a:pt x="1051215" y="104743"/>
                </a:cubicBezTo>
                <a:cubicBezTo>
                  <a:pt x="1055964" y="104743"/>
                  <a:pt x="1060443" y="101007"/>
                  <a:pt x="1064652" y="93537"/>
                </a:cubicBezTo>
                <a:lnTo>
                  <a:pt x="1064652" y="53585"/>
                </a:lnTo>
                <a:close/>
                <a:moveTo>
                  <a:pt x="1124122" y="0"/>
                </a:moveTo>
                <a:cubicBezTo>
                  <a:pt x="1127630" y="0"/>
                  <a:pt x="1130598" y="1232"/>
                  <a:pt x="1133026" y="3696"/>
                </a:cubicBezTo>
                <a:cubicBezTo>
                  <a:pt x="1135455" y="6158"/>
                  <a:pt x="1136669" y="9121"/>
                  <a:pt x="1136669" y="12587"/>
                </a:cubicBezTo>
                <a:cubicBezTo>
                  <a:pt x="1136669" y="16052"/>
                  <a:pt x="1135441" y="19003"/>
                  <a:pt x="1132986" y="21440"/>
                </a:cubicBezTo>
                <a:cubicBezTo>
                  <a:pt x="1130531" y="23875"/>
                  <a:pt x="1127576" y="25093"/>
                  <a:pt x="1124122" y="25093"/>
                </a:cubicBezTo>
                <a:cubicBezTo>
                  <a:pt x="1120669" y="25093"/>
                  <a:pt x="1117728" y="23875"/>
                  <a:pt x="1115299" y="21440"/>
                </a:cubicBezTo>
                <a:cubicBezTo>
                  <a:pt x="1112871" y="19003"/>
                  <a:pt x="1111657" y="16052"/>
                  <a:pt x="1111657" y="12587"/>
                </a:cubicBezTo>
                <a:cubicBezTo>
                  <a:pt x="1111657" y="9121"/>
                  <a:pt x="1112871" y="6158"/>
                  <a:pt x="1115299" y="3696"/>
                </a:cubicBezTo>
                <a:cubicBezTo>
                  <a:pt x="1117728" y="1232"/>
                  <a:pt x="1120669" y="0"/>
                  <a:pt x="1124122" y="0"/>
                </a:cubicBezTo>
                <a:moveTo>
                  <a:pt x="1135455" y="36425"/>
                </a:moveTo>
                <a:lnTo>
                  <a:pt x="1135455" y="96486"/>
                </a:lnTo>
                <a:cubicBezTo>
                  <a:pt x="1135455" y="101829"/>
                  <a:pt x="1136075" y="105242"/>
                  <a:pt x="1137316" y="106726"/>
                </a:cubicBezTo>
                <a:cubicBezTo>
                  <a:pt x="1138558" y="108210"/>
                  <a:pt x="1140986" y="109060"/>
                  <a:pt x="1144601" y="109276"/>
                </a:cubicBezTo>
                <a:lnTo>
                  <a:pt x="1144601" y="112190"/>
                </a:lnTo>
                <a:lnTo>
                  <a:pt x="1103724" y="112190"/>
                </a:lnTo>
                <a:lnTo>
                  <a:pt x="1103724" y="109276"/>
                </a:lnTo>
                <a:cubicBezTo>
                  <a:pt x="1107070" y="109168"/>
                  <a:pt x="1109552" y="108196"/>
                  <a:pt x="1111171" y="106361"/>
                </a:cubicBezTo>
                <a:cubicBezTo>
                  <a:pt x="1112251" y="105120"/>
                  <a:pt x="1112790" y="101829"/>
                  <a:pt x="1112790" y="96486"/>
                </a:cubicBezTo>
                <a:lnTo>
                  <a:pt x="1112790" y="52290"/>
                </a:lnTo>
                <a:cubicBezTo>
                  <a:pt x="1112790" y="46881"/>
                  <a:pt x="1112170" y="43424"/>
                  <a:pt x="1110928" y="41922"/>
                </a:cubicBezTo>
                <a:cubicBezTo>
                  <a:pt x="1109687" y="40419"/>
                  <a:pt x="1107286" y="39558"/>
                  <a:pt x="1103724" y="39339"/>
                </a:cubicBezTo>
                <a:lnTo>
                  <a:pt x="1103724" y="36425"/>
                </a:lnTo>
                <a:lnTo>
                  <a:pt x="1135455" y="36425"/>
                </a:lnTo>
                <a:close/>
                <a:moveTo>
                  <a:pt x="1213756" y="92619"/>
                </a:moveTo>
                <a:lnTo>
                  <a:pt x="1216266" y="94559"/>
                </a:lnTo>
                <a:cubicBezTo>
                  <a:pt x="1212704" y="101272"/>
                  <a:pt x="1208265" y="106267"/>
                  <a:pt x="1202950" y="109544"/>
                </a:cubicBezTo>
                <a:cubicBezTo>
                  <a:pt x="1197635" y="112819"/>
                  <a:pt x="1191982" y="114456"/>
                  <a:pt x="1185992" y="114456"/>
                </a:cubicBezTo>
                <a:cubicBezTo>
                  <a:pt x="1175901" y="114456"/>
                  <a:pt x="1167834" y="110648"/>
                  <a:pt x="1161790" y="103033"/>
                </a:cubicBezTo>
                <a:cubicBezTo>
                  <a:pt x="1155746" y="95415"/>
                  <a:pt x="1152724" y="86259"/>
                  <a:pt x="1152724" y="75565"/>
                </a:cubicBezTo>
                <a:cubicBezTo>
                  <a:pt x="1152724" y="65246"/>
                  <a:pt x="1155476" y="56171"/>
                  <a:pt x="1160980" y="48339"/>
                </a:cubicBezTo>
                <a:cubicBezTo>
                  <a:pt x="1167618" y="38886"/>
                  <a:pt x="1176764" y="34159"/>
                  <a:pt x="1188421" y="34159"/>
                </a:cubicBezTo>
                <a:cubicBezTo>
                  <a:pt x="1196245" y="34159"/>
                  <a:pt x="1202464" y="36134"/>
                  <a:pt x="1207078" y="40085"/>
                </a:cubicBezTo>
                <a:cubicBezTo>
                  <a:pt x="1211692" y="44035"/>
                  <a:pt x="1213999" y="48445"/>
                  <a:pt x="1213999" y="53315"/>
                </a:cubicBezTo>
                <a:cubicBezTo>
                  <a:pt x="1213999" y="56399"/>
                  <a:pt x="1213068" y="58861"/>
                  <a:pt x="1211206" y="60701"/>
                </a:cubicBezTo>
                <a:cubicBezTo>
                  <a:pt x="1209345" y="62541"/>
                  <a:pt x="1206903" y="63461"/>
                  <a:pt x="1203881" y="63461"/>
                </a:cubicBezTo>
                <a:cubicBezTo>
                  <a:pt x="1200697" y="63461"/>
                  <a:pt x="1198066" y="62405"/>
                  <a:pt x="1195989" y="60294"/>
                </a:cubicBezTo>
                <a:cubicBezTo>
                  <a:pt x="1193911" y="58181"/>
                  <a:pt x="1192630" y="54417"/>
                  <a:pt x="1192144" y="49002"/>
                </a:cubicBezTo>
                <a:cubicBezTo>
                  <a:pt x="1191820" y="45590"/>
                  <a:pt x="1191038" y="43208"/>
                  <a:pt x="1189797" y="41854"/>
                </a:cubicBezTo>
                <a:cubicBezTo>
                  <a:pt x="1188555" y="40501"/>
                  <a:pt x="1187098" y="39825"/>
                  <a:pt x="1185426" y="39825"/>
                </a:cubicBezTo>
                <a:cubicBezTo>
                  <a:pt x="1182835" y="39825"/>
                  <a:pt x="1180623" y="41201"/>
                  <a:pt x="1178788" y="43953"/>
                </a:cubicBezTo>
                <a:cubicBezTo>
                  <a:pt x="1175982" y="48108"/>
                  <a:pt x="1174579" y="54476"/>
                  <a:pt x="1174579" y="63056"/>
                </a:cubicBezTo>
                <a:cubicBezTo>
                  <a:pt x="1174579" y="70179"/>
                  <a:pt x="1175712" y="76992"/>
                  <a:pt x="1177979" y="83495"/>
                </a:cubicBezTo>
                <a:cubicBezTo>
                  <a:pt x="1180245" y="89997"/>
                  <a:pt x="1183348" y="94840"/>
                  <a:pt x="1187287" y="98024"/>
                </a:cubicBezTo>
                <a:cubicBezTo>
                  <a:pt x="1190255" y="100345"/>
                  <a:pt x="1193763" y="101505"/>
                  <a:pt x="1197810" y="101505"/>
                </a:cubicBezTo>
                <a:cubicBezTo>
                  <a:pt x="1200454" y="101505"/>
                  <a:pt x="1202964" y="100886"/>
                  <a:pt x="1205338" y="99648"/>
                </a:cubicBezTo>
                <a:cubicBezTo>
                  <a:pt x="1207712" y="98409"/>
                  <a:pt x="1210518" y="96065"/>
                  <a:pt x="1213756" y="92619"/>
                </a:cubicBezTo>
                <a:close/>
                <a:moveTo>
                  <a:pt x="1267366" y="101019"/>
                </a:moveTo>
                <a:cubicBezTo>
                  <a:pt x="1258139" y="109222"/>
                  <a:pt x="1249855" y="113323"/>
                  <a:pt x="1242516" y="113323"/>
                </a:cubicBezTo>
                <a:cubicBezTo>
                  <a:pt x="1238199" y="113323"/>
                  <a:pt x="1234611" y="111902"/>
                  <a:pt x="1231751" y="109061"/>
                </a:cubicBezTo>
                <a:cubicBezTo>
                  <a:pt x="1228891" y="106217"/>
                  <a:pt x="1227461" y="102657"/>
                  <a:pt x="1227461" y="98381"/>
                </a:cubicBezTo>
                <a:cubicBezTo>
                  <a:pt x="1227461" y="92587"/>
                  <a:pt x="1229943" y="87375"/>
                  <a:pt x="1234907" y="82746"/>
                </a:cubicBezTo>
                <a:cubicBezTo>
                  <a:pt x="1239872" y="78117"/>
                  <a:pt x="1250692" y="71958"/>
                  <a:pt x="1267366" y="64270"/>
                </a:cubicBezTo>
                <a:lnTo>
                  <a:pt x="1267366" y="56661"/>
                </a:lnTo>
                <a:cubicBezTo>
                  <a:pt x="1267366" y="50941"/>
                  <a:pt x="1267056" y="47339"/>
                  <a:pt x="1266435" y="45855"/>
                </a:cubicBezTo>
                <a:cubicBezTo>
                  <a:pt x="1265815" y="44371"/>
                  <a:pt x="1264641" y="43076"/>
                  <a:pt x="1262914" y="41970"/>
                </a:cubicBezTo>
                <a:cubicBezTo>
                  <a:pt x="1261188" y="40864"/>
                  <a:pt x="1259245" y="40311"/>
                  <a:pt x="1257086" y="40311"/>
                </a:cubicBezTo>
                <a:cubicBezTo>
                  <a:pt x="1253579" y="40311"/>
                  <a:pt x="1250692" y="41093"/>
                  <a:pt x="1248425" y="42658"/>
                </a:cubicBezTo>
                <a:cubicBezTo>
                  <a:pt x="1247022" y="43629"/>
                  <a:pt x="1246321" y="44762"/>
                  <a:pt x="1246321" y="46058"/>
                </a:cubicBezTo>
                <a:cubicBezTo>
                  <a:pt x="1246321" y="47191"/>
                  <a:pt x="1247076" y="48594"/>
                  <a:pt x="1248587" y="50267"/>
                </a:cubicBezTo>
                <a:cubicBezTo>
                  <a:pt x="1250638" y="52587"/>
                  <a:pt x="1251663" y="54827"/>
                  <a:pt x="1251663" y="56985"/>
                </a:cubicBezTo>
                <a:cubicBezTo>
                  <a:pt x="1251663" y="59629"/>
                  <a:pt x="1250678" y="61882"/>
                  <a:pt x="1248709" y="63744"/>
                </a:cubicBezTo>
                <a:cubicBezTo>
                  <a:pt x="1246739" y="65606"/>
                  <a:pt x="1244162" y="66537"/>
                  <a:pt x="1240978" y="66537"/>
                </a:cubicBezTo>
                <a:cubicBezTo>
                  <a:pt x="1237579" y="66537"/>
                  <a:pt x="1234732" y="65511"/>
                  <a:pt x="1232439" y="63461"/>
                </a:cubicBezTo>
                <a:cubicBezTo>
                  <a:pt x="1230145" y="61410"/>
                  <a:pt x="1228999" y="59009"/>
                  <a:pt x="1228999" y="56257"/>
                </a:cubicBezTo>
                <a:cubicBezTo>
                  <a:pt x="1228999" y="52371"/>
                  <a:pt x="1230536" y="48661"/>
                  <a:pt x="1233612" y="45127"/>
                </a:cubicBezTo>
                <a:cubicBezTo>
                  <a:pt x="1236688" y="41592"/>
                  <a:pt x="1240978" y="38880"/>
                  <a:pt x="1246483" y="36992"/>
                </a:cubicBezTo>
                <a:cubicBezTo>
                  <a:pt x="1251987" y="35103"/>
                  <a:pt x="1257707" y="34159"/>
                  <a:pt x="1263643" y="34159"/>
                </a:cubicBezTo>
                <a:cubicBezTo>
                  <a:pt x="1270820" y="34159"/>
                  <a:pt x="1276500" y="35687"/>
                  <a:pt x="1280682" y="38745"/>
                </a:cubicBezTo>
                <a:cubicBezTo>
                  <a:pt x="1284864" y="41800"/>
                  <a:pt x="1287576" y="45113"/>
                  <a:pt x="1288817" y="48683"/>
                </a:cubicBezTo>
                <a:cubicBezTo>
                  <a:pt x="1289572" y="50955"/>
                  <a:pt x="1289950" y="56174"/>
                  <a:pt x="1289950" y="64341"/>
                </a:cubicBezTo>
                <a:lnTo>
                  <a:pt x="1289950" y="93792"/>
                </a:lnTo>
                <a:cubicBezTo>
                  <a:pt x="1289950" y="97254"/>
                  <a:pt x="1290085" y="99432"/>
                  <a:pt x="1290355" y="100326"/>
                </a:cubicBezTo>
                <a:cubicBezTo>
                  <a:pt x="1290624" y="101218"/>
                  <a:pt x="1291029" y="101881"/>
                  <a:pt x="1291569" y="102314"/>
                </a:cubicBezTo>
                <a:cubicBezTo>
                  <a:pt x="1292108" y="102746"/>
                  <a:pt x="1292729" y="102962"/>
                  <a:pt x="1293431" y="102962"/>
                </a:cubicBezTo>
                <a:cubicBezTo>
                  <a:pt x="1294834" y="102962"/>
                  <a:pt x="1296264" y="101963"/>
                  <a:pt x="1297721" y="99967"/>
                </a:cubicBezTo>
                <a:lnTo>
                  <a:pt x="1300149" y="101910"/>
                </a:lnTo>
                <a:cubicBezTo>
                  <a:pt x="1297451" y="105903"/>
                  <a:pt x="1294658" y="108803"/>
                  <a:pt x="1291771" y="110611"/>
                </a:cubicBezTo>
                <a:cubicBezTo>
                  <a:pt x="1288884" y="112419"/>
                  <a:pt x="1285606" y="113323"/>
                  <a:pt x="1281936" y="113323"/>
                </a:cubicBezTo>
                <a:cubicBezTo>
                  <a:pt x="1277619" y="113323"/>
                  <a:pt x="1274247" y="112304"/>
                  <a:pt x="1271818" y="110267"/>
                </a:cubicBezTo>
                <a:cubicBezTo>
                  <a:pt x="1269390" y="108230"/>
                  <a:pt x="1267906" y="105147"/>
                  <a:pt x="1267366" y="101019"/>
                </a:cubicBezTo>
                <a:moveTo>
                  <a:pt x="1267366" y="95029"/>
                </a:moveTo>
                <a:lnTo>
                  <a:pt x="1267366" y="69709"/>
                </a:lnTo>
                <a:cubicBezTo>
                  <a:pt x="1260837" y="73559"/>
                  <a:pt x="1255980" y="77680"/>
                  <a:pt x="1252796" y="82073"/>
                </a:cubicBezTo>
                <a:cubicBezTo>
                  <a:pt x="1250692" y="85000"/>
                  <a:pt x="1249639" y="87956"/>
                  <a:pt x="1249639" y="90939"/>
                </a:cubicBezTo>
                <a:cubicBezTo>
                  <a:pt x="1249639" y="93433"/>
                  <a:pt x="1250530" y="95630"/>
                  <a:pt x="1252311" y="97528"/>
                </a:cubicBezTo>
                <a:cubicBezTo>
                  <a:pt x="1253660" y="98992"/>
                  <a:pt x="1255548" y="99724"/>
                  <a:pt x="1257977" y="99724"/>
                </a:cubicBezTo>
                <a:cubicBezTo>
                  <a:pt x="1260675" y="99724"/>
                  <a:pt x="1263805" y="98159"/>
                  <a:pt x="1267366" y="95029"/>
                </a:cubicBezTo>
                <a:close/>
                <a:moveTo>
                  <a:pt x="1338517" y="8580"/>
                </a:moveTo>
                <a:lnTo>
                  <a:pt x="1338517" y="36425"/>
                </a:lnTo>
                <a:lnTo>
                  <a:pt x="1356487" y="36425"/>
                </a:lnTo>
                <a:lnTo>
                  <a:pt x="1356487" y="44358"/>
                </a:lnTo>
                <a:lnTo>
                  <a:pt x="1338517" y="44358"/>
                </a:lnTo>
                <a:lnTo>
                  <a:pt x="1338517" y="91189"/>
                </a:lnTo>
                <a:cubicBezTo>
                  <a:pt x="1338517" y="95572"/>
                  <a:pt x="1338719" y="98399"/>
                  <a:pt x="1339124" y="99671"/>
                </a:cubicBezTo>
                <a:cubicBezTo>
                  <a:pt x="1339529" y="100942"/>
                  <a:pt x="1340244" y="101971"/>
                  <a:pt x="1341269" y="102757"/>
                </a:cubicBezTo>
                <a:cubicBezTo>
                  <a:pt x="1342294" y="103541"/>
                  <a:pt x="1343239" y="103933"/>
                  <a:pt x="1344102" y="103933"/>
                </a:cubicBezTo>
                <a:cubicBezTo>
                  <a:pt x="1347610" y="103933"/>
                  <a:pt x="1350928" y="101235"/>
                  <a:pt x="1354058" y="95839"/>
                </a:cubicBezTo>
                <a:lnTo>
                  <a:pt x="1356487" y="97637"/>
                </a:lnTo>
                <a:cubicBezTo>
                  <a:pt x="1352116" y="108094"/>
                  <a:pt x="1345019" y="113323"/>
                  <a:pt x="1335198" y="113323"/>
                </a:cubicBezTo>
                <a:cubicBezTo>
                  <a:pt x="1330395" y="113323"/>
                  <a:pt x="1326335" y="111983"/>
                  <a:pt x="1323016" y="109303"/>
                </a:cubicBezTo>
                <a:cubicBezTo>
                  <a:pt x="1319697" y="106622"/>
                  <a:pt x="1317579" y="103630"/>
                  <a:pt x="1316662" y="100326"/>
                </a:cubicBezTo>
                <a:cubicBezTo>
                  <a:pt x="1316122" y="98485"/>
                  <a:pt x="1315852" y="93502"/>
                  <a:pt x="1315852" y="85379"/>
                </a:cubicBezTo>
                <a:lnTo>
                  <a:pt x="1315852" y="44358"/>
                </a:lnTo>
                <a:lnTo>
                  <a:pt x="1305977" y="44358"/>
                </a:lnTo>
                <a:lnTo>
                  <a:pt x="1305977" y="41517"/>
                </a:lnTo>
                <a:cubicBezTo>
                  <a:pt x="1312776" y="36704"/>
                  <a:pt x="1318564" y="31648"/>
                  <a:pt x="1323340" y="26348"/>
                </a:cubicBezTo>
                <a:cubicBezTo>
                  <a:pt x="1328115" y="21047"/>
                  <a:pt x="1332284" y="15125"/>
                  <a:pt x="1335846" y="8580"/>
                </a:cubicBezTo>
                <a:lnTo>
                  <a:pt x="1338517" y="8580"/>
                </a:lnTo>
                <a:close/>
                <a:moveTo>
                  <a:pt x="1427798" y="71555"/>
                </a:moveTo>
                <a:lnTo>
                  <a:pt x="1386273" y="71555"/>
                </a:lnTo>
                <a:cubicBezTo>
                  <a:pt x="1386758" y="81619"/>
                  <a:pt x="1389430" y="89573"/>
                  <a:pt x="1394286" y="95416"/>
                </a:cubicBezTo>
                <a:cubicBezTo>
                  <a:pt x="1398010" y="99907"/>
                  <a:pt x="1402489" y="102152"/>
                  <a:pt x="1407723" y="102152"/>
                </a:cubicBezTo>
                <a:cubicBezTo>
                  <a:pt x="1410961" y="102152"/>
                  <a:pt x="1413902" y="101248"/>
                  <a:pt x="1416546" y="99441"/>
                </a:cubicBezTo>
                <a:cubicBezTo>
                  <a:pt x="1419190" y="97633"/>
                  <a:pt x="1422023" y="94382"/>
                  <a:pt x="1425045" y="89687"/>
                </a:cubicBezTo>
                <a:lnTo>
                  <a:pt x="1427798" y="91468"/>
                </a:lnTo>
                <a:cubicBezTo>
                  <a:pt x="1423696" y="99832"/>
                  <a:pt x="1419163" y="105754"/>
                  <a:pt x="1414199" y="109235"/>
                </a:cubicBezTo>
                <a:cubicBezTo>
                  <a:pt x="1409234" y="112716"/>
                  <a:pt x="1403487" y="114456"/>
                  <a:pt x="1396958" y="114456"/>
                </a:cubicBezTo>
                <a:cubicBezTo>
                  <a:pt x="1385733" y="114456"/>
                  <a:pt x="1377234" y="110135"/>
                  <a:pt x="1371460" y="101492"/>
                </a:cubicBezTo>
                <a:cubicBezTo>
                  <a:pt x="1366819" y="94524"/>
                  <a:pt x="1364499" y="85882"/>
                  <a:pt x="1364499" y="75565"/>
                </a:cubicBezTo>
                <a:cubicBezTo>
                  <a:pt x="1364499" y="62924"/>
                  <a:pt x="1367912" y="52863"/>
                  <a:pt x="1374738" y="45382"/>
                </a:cubicBezTo>
                <a:cubicBezTo>
                  <a:pt x="1381565" y="37900"/>
                  <a:pt x="1389565" y="34159"/>
                  <a:pt x="1398738" y="34159"/>
                </a:cubicBezTo>
                <a:cubicBezTo>
                  <a:pt x="1406401" y="34159"/>
                  <a:pt x="1413052" y="37302"/>
                  <a:pt x="1418691" y="43589"/>
                </a:cubicBezTo>
                <a:cubicBezTo>
                  <a:pt x="1424330" y="49876"/>
                  <a:pt x="1427366" y="59198"/>
                  <a:pt x="1427798" y="71555"/>
                </a:cubicBezTo>
                <a:moveTo>
                  <a:pt x="1407885" y="66213"/>
                </a:moveTo>
                <a:cubicBezTo>
                  <a:pt x="1407885" y="57525"/>
                  <a:pt x="1407413" y="51562"/>
                  <a:pt x="1406469" y="48324"/>
                </a:cubicBezTo>
                <a:cubicBezTo>
                  <a:pt x="1405524" y="45086"/>
                  <a:pt x="1404054" y="42631"/>
                  <a:pt x="1402057" y="40958"/>
                </a:cubicBezTo>
                <a:cubicBezTo>
                  <a:pt x="1400924" y="39987"/>
                  <a:pt x="1399413" y="39501"/>
                  <a:pt x="1397524" y="39501"/>
                </a:cubicBezTo>
                <a:cubicBezTo>
                  <a:pt x="1394718" y="39501"/>
                  <a:pt x="1392425" y="40877"/>
                  <a:pt x="1390644" y="43629"/>
                </a:cubicBezTo>
                <a:cubicBezTo>
                  <a:pt x="1387460" y="48432"/>
                  <a:pt x="1385868" y="55016"/>
                  <a:pt x="1385868" y="63380"/>
                </a:cubicBezTo>
                <a:lnTo>
                  <a:pt x="1385868" y="66213"/>
                </a:lnTo>
                <a:lnTo>
                  <a:pt x="1407885" y="66213"/>
                </a:lnTo>
                <a:close/>
                <a:moveTo>
                  <a:pt x="1497678" y="57147"/>
                </a:moveTo>
                <a:lnTo>
                  <a:pt x="1497678" y="54233"/>
                </a:lnTo>
                <a:cubicBezTo>
                  <a:pt x="1503829" y="52456"/>
                  <a:pt x="1508092" y="50800"/>
                  <a:pt x="1510467" y="49265"/>
                </a:cubicBezTo>
                <a:cubicBezTo>
                  <a:pt x="1512841" y="47730"/>
                  <a:pt x="1514892" y="45388"/>
                  <a:pt x="1516619" y="42238"/>
                </a:cubicBezTo>
                <a:cubicBezTo>
                  <a:pt x="1518345" y="39088"/>
                  <a:pt x="1519209" y="35897"/>
                  <a:pt x="1519209" y="32666"/>
                </a:cubicBezTo>
                <a:cubicBezTo>
                  <a:pt x="1519209" y="28197"/>
                  <a:pt x="1517576" y="24361"/>
                  <a:pt x="1514312" y="21157"/>
                </a:cubicBezTo>
                <a:cubicBezTo>
                  <a:pt x="1511047" y="17953"/>
                  <a:pt x="1506986" y="16351"/>
                  <a:pt x="1502130" y="16351"/>
                </a:cubicBezTo>
                <a:cubicBezTo>
                  <a:pt x="1494575" y="16351"/>
                  <a:pt x="1488153" y="20371"/>
                  <a:pt x="1482865" y="28412"/>
                </a:cubicBezTo>
                <a:lnTo>
                  <a:pt x="1479870" y="27359"/>
                </a:lnTo>
                <a:cubicBezTo>
                  <a:pt x="1483755" y="18321"/>
                  <a:pt x="1488733" y="11528"/>
                  <a:pt x="1494804" y="6981"/>
                </a:cubicBezTo>
                <a:cubicBezTo>
                  <a:pt x="1500875" y="2435"/>
                  <a:pt x="1507634" y="162"/>
                  <a:pt x="1515081" y="162"/>
                </a:cubicBezTo>
                <a:cubicBezTo>
                  <a:pt x="1522690" y="162"/>
                  <a:pt x="1528963" y="2482"/>
                  <a:pt x="1533900" y="7123"/>
                </a:cubicBezTo>
                <a:cubicBezTo>
                  <a:pt x="1538838" y="11764"/>
                  <a:pt x="1541307" y="17187"/>
                  <a:pt x="1541307" y="23393"/>
                </a:cubicBezTo>
                <a:cubicBezTo>
                  <a:pt x="1541307" y="27440"/>
                  <a:pt x="1540160" y="31339"/>
                  <a:pt x="1537867" y="35090"/>
                </a:cubicBezTo>
                <a:cubicBezTo>
                  <a:pt x="1535573" y="38840"/>
                  <a:pt x="1531971" y="42145"/>
                  <a:pt x="1527061" y="45005"/>
                </a:cubicBezTo>
                <a:cubicBezTo>
                  <a:pt x="1533374" y="48085"/>
                  <a:pt x="1538190" y="51880"/>
                  <a:pt x="1541509" y="56391"/>
                </a:cubicBezTo>
                <a:cubicBezTo>
                  <a:pt x="1544828" y="60902"/>
                  <a:pt x="1546487" y="66561"/>
                  <a:pt x="1546487" y="73369"/>
                </a:cubicBezTo>
                <a:cubicBezTo>
                  <a:pt x="1546487" y="84823"/>
                  <a:pt x="1542346" y="94561"/>
                  <a:pt x="1534062" y="102585"/>
                </a:cubicBezTo>
                <a:cubicBezTo>
                  <a:pt x="1525779" y="110607"/>
                  <a:pt x="1514676" y="114618"/>
                  <a:pt x="1500753" y="114618"/>
                </a:cubicBezTo>
                <a:cubicBezTo>
                  <a:pt x="1491472" y="114618"/>
                  <a:pt x="1484699" y="113074"/>
                  <a:pt x="1480436" y="109986"/>
                </a:cubicBezTo>
                <a:cubicBezTo>
                  <a:pt x="1477360" y="107821"/>
                  <a:pt x="1475822" y="105032"/>
                  <a:pt x="1475822" y="101619"/>
                </a:cubicBezTo>
                <a:cubicBezTo>
                  <a:pt x="1475822" y="99128"/>
                  <a:pt x="1476713" y="97002"/>
                  <a:pt x="1478494" y="95242"/>
                </a:cubicBezTo>
                <a:cubicBezTo>
                  <a:pt x="1480274" y="93481"/>
                  <a:pt x="1482325" y="92601"/>
                  <a:pt x="1484645" y="92601"/>
                </a:cubicBezTo>
                <a:cubicBezTo>
                  <a:pt x="1486426" y="92601"/>
                  <a:pt x="1488099" y="92980"/>
                  <a:pt x="1489664" y="93739"/>
                </a:cubicBezTo>
                <a:cubicBezTo>
                  <a:pt x="1490527" y="94174"/>
                  <a:pt x="1493590" y="96549"/>
                  <a:pt x="1498851" y="100862"/>
                </a:cubicBezTo>
                <a:cubicBezTo>
                  <a:pt x="1504113" y="105176"/>
                  <a:pt x="1509037" y="107333"/>
                  <a:pt x="1513624" y="107333"/>
                </a:cubicBezTo>
                <a:cubicBezTo>
                  <a:pt x="1517617" y="107333"/>
                  <a:pt x="1521044" y="105752"/>
                  <a:pt x="1523904" y="102590"/>
                </a:cubicBezTo>
                <a:cubicBezTo>
                  <a:pt x="1526764" y="99428"/>
                  <a:pt x="1528194" y="95415"/>
                  <a:pt x="1528194" y="90549"/>
                </a:cubicBezTo>
                <a:cubicBezTo>
                  <a:pt x="1528194" y="83145"/>
                  <a:pt x="1525604" y="76321"/>
                  <a:pt x="1520423" y="70078"/>
                </a:cubicBezTo>
                <a:cubicBezTo>
                  <a:pt x="1515243" y="63835"/>
                  <a:pt x="1507661" y="59525"/>
                  <a:pt x="1497678" y="571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……">
            <a:extLst xmlns:a="http://schemas.openxmlformats.org/drawingml/2006/main">
              <a:ext uri="{FF2B5EF4-FFF2-40B4-BE49-F238E27FC236}">
                <a16:creationId xmlns:a16="http://schemas.microsoft.com/office/drawing/2014/main" id="{482B3023-4CC3-47E4-9C22-98E940DD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7475" y="1722204"/>
            <a:ext cx="303219" cy="27197"/>
          </a:xfrm>
          <a:custGeom xmlns:a="http://schemas.openxmlformats.org/drawingml/2006/main">
            <a:pathLst>
              <a:path w="303219" h="27197">
                <a:moveTo>
                  <a:pt x="13437" y="0"/>
                </a:moveTo>
                <a:cubicBezTo>
                  <a:pt x="17214" y="0"/>
                  <a:pt x="20412" y="1326"/>
                  <a:pt x="23029" y="3979"/>
                </a:cubicBezTo>
                <a:cubicBezTo>
                  <a:pt x="25646" y="6630"/>
                  <a:pt x="26955" y="9823"/>
                  <a:pt x="26955" y="13558"/>
                </a:cubicBezTo>
                <a:cubicBezTo>
                  <a:pt x="26955" y="17294"/>
                  <a:pt x="25633" y="20474"/>
                  <a:pt x="22988" y="23100"/>
                </a:cubicBezTo>
                <a:cubicBezTo>
                  <a:pt x="20344" y="25724"/>
                  <a:pt x="17160" y="27036"/>
                  <a:pt x="13437" y="27036"/>
                </a:cubicBezTo>
                <a:cubicBezTo>
                  <a:pt x="9713" y="27036"/>
                  <a:pt x="6543" y="25724"/>
                  <a:pt x="3926" y="23100"/>
                </a:cubicBezTo>
                <a:cubicBezTo>
                  <a:pt x="1309" y="20474"/>
                  <a:pt x="0" y="17294"/>
                  <a:pt x="0" y="13558"/>
                </a:cubicBezTo>
                <a:cubicBezTo>
                  <a:pt x="0" y="9823"/>
                  <a:pt x="1309" y="6630"/>
                  <a:pt x="3926" y="3979"/>
                </a:cubicBezTo>
                <a:cubicBezTo>
                  <a:pt x="6543" y="1326"/>
                  <a:pt x="9713" y="0"/>
                  <a:pt x="13437" y="0"/>
                </a:cubicBezTo>
                <a:moveTo>
                  <a:pt x="68722" y="162"/>
                </a:moveTo>
                <a:cubicBezTo>
                  <a:pt x="72446" y="162"/>
                  <a:pt x="75616" y="1470"/>
                  <a:pt x="78233" y="4088"/>
                </a:cubicBezTo>
                <a:cubicBezTo>
                  <a:pt x="80850" y="6705"/>
                  <a:pt x="82159" y="9875"/>
                  <a:pt x="82159" y="13599"/>
                </a:cubicBezTo>
                <a:cubicBezTo>
                  <a:pt x="82159" y="17322"/>
                  <a:pt x="80850" y="20493"/>
                  <a:pt x="78233" y="23110"/>
                </a:cubicBezTo>
                <a:cubicBezTo>
                  <a:pt x="75616" y="25727"/>
                  <a:pt x="72446" y="27036"/>
                  <a:pt x="68722" y="27036"/>
                </a:cubicBezTo>
                <a:cubicBezTo>
                  <a:pt x="64999" y="27036"/>
                  <a:pt x="61828" y="25727"/>
                  <a:pt x="59211" y="23110"/>
                </a:cubicBezTo>
                <a:cubicBezTo>
                  <a:pt x="56594" y="20493"/>
                  <a:pt x="55285" y="17322"/>
                  <a:pt x="55285" y="13599"/>
                </a:cubicBezTo>
                <a:cubicBezTo>
                  <a:pt x="55285" y="9875"/>
                  <a:pt x="56594" y="6705"/>
                  <a:pt x="59211" y="4088"/>
                </a:cubicBezTo>
                <a:cubicBezTo>
                  <a:pt x="61828" y="1470"/>
                  <a:pt x="64999" y="162"/>
                  <a:pt x="68722" y="162"/>
                </a:cubicBezTo>
                <a:moveTo>
                  <a:pt x="124007" y="324"/>
                </a:moveTo>
                <a:cubicBezTo>
                  <a:pt x="127785" y="324"/>
                  <a:pt x="130969" y="1632"/>
                  <a:pt x="133559" y="4250"/>
                </a:cubicBezTo>
                <a:cubicBezTo>
                  <a:pt x="136149" y="6867"/>
                  <a:pt x="137444" y="10037"/>
                  <a:pt x="137444" y="13761"/>
                </a:cubicBezTo>
                <a:cubicBezTo>
                  <a:pt x="137444" y="17484"/>
                  <a:pt x="136136" y="20654"/>
                  <a:pt x="133518" y="23272"/>
                </a:cubicBezTo>
                <a:cubicBezTo>
                  <a:pt x="130901" y="25889"/>
                  <a:pt x="127731" y="27197"/>
                  <a:pt x="124007" y="27197"/>
                </a:cubicBezTo>
                <a:cubicBezTo>
                  <a:pt x="120284" y="27197"/>
                  <a:pt x="117114" y="25889"/>
                  <a:pt x="114496" y="23272"/>
                </a:cubicBezTo>
                <a:cubicBezTo>
                  <a:pt x="111879" y="20654"/>
                  <a:pt x="110571" y="17484"/>
                  <a:pt x="110571" y="13761"/>
                </a:cubicBezTo>
                <a:cubicBezTo>
                  <a:pt x="110571" y="10037"/>
                  <a:pt x="111879" y="6867"/>
                  <a:pt x="114496" y="4250"/>
                </a:cubicBezTo>
                <a:cubicBezTo>
                  <a:pt x="117114" y="1632"/>
                  <a:pt x="120284" y="324"/>
                  <a:pt x="124007" y="324"/>
                </a:cubicBezTo>
                <a:close/>
                <a:moveTo>
                  <a:pt x="179212" y="0"/>
                </a:moveTo>
                <a:cubicBezTo>
                  <a:pt x="182989" y="0"/>
                  <a:pt x="186187" y="1326"/>
                  <a:pt x="188804" y="3979"/>
                </a:cubicBezTo>
                <a:cubicBezTo>
                  <a:pt x="191421" y="6630"/>
                  <a:pt x="192730" y="9823"/>
                  <a:pt x="192730" y="13558"/>
                </a:cubicBezTo>
                <a:cubicBezTo>
                  <a:pt x="192730" y="17294"/>
                  <a:pt x="191408" y="20474"/>
                  <a:pt x="188763" y="23100"/>
                </a:cubicBezTo>
                <a:cubicBezTo>
                  <a:pt x="186119" y="25724"/>
                  <a:pt x="182935" y="27036"/>
                  <a:pt x="179212" y="27036"/>
                </a:cubicBezTo>
                <a:cubicBezTo>
                  <a:pt x="175488" y="27036"/>
                  <a:pt x="172318" y="25724"/>
                  <a:pt x="169701" y="23100"/>
                </a:cubicBezTo>
                <a:cubicBezTo>
                  <a:pt x="167084" y="20474"/>
                  <a:pt x="165775" y="17294"/>
                  <a:pt x="165775" y="13558"/>
                </a:cubicBezTo>
                <a:cubicBezTo>
                  <a:pt x="165775" y="9823"/>
                  <a:pt x="167084" y="6630"/>
                  <a:pt x="169701" y="3979"/>
                </a:cubicBezTo>
                <a:cubicBezTo>
                  <a:pt x="172318" y="1326"/>
                  <a:pt x="175488" y="0"/>
                  <a:pt x="179212" y="0"/>
                </a:cubicBezTo>
                <a:moveTo>
                  <a:pt x="234497" y="162"/>
                </a:moveTo>
                <a:cubicBezTo>
                  <a:pt x="238221" y="162"/>
                  <a:pt x="241391" y="1470"/>
                  <a:pt x="244008" y="4088"/>
                </a:cubicBezTo>
                <a:cubicBezTo>
                  <a:pt x="246625" y="6705"/>
                  <a:pt x="247934" y="9875"/>
                  <a:pt x="247934" y="13599"/>
                </a:cubicBezTo>
                <a:cubicBezTo>
                  <a:pt x="247934" y="17322"/>
                  <a:pt x="246625" y="20493"/>
                  <a:pt x="244008" y="23110"/>
                </a:cubicBezTo>
                <a:cubicBezTo>
                  <a:pt x="241391" y="25727"/>
                  <a:pt x="238221" y="27036"/>
                  <a:pt x="234497" y="27036"/>
                </a:cubicBezTo>
                <a:cubicBezTo>
                  <a:pt x="230774" y="27036"/>
                  <a:pt x="227603" y="25727"/>
                  <a:pt x="224986" y="23110"/>
                </a:cubicBezTo>
                <a:cubicBezTo>
                  <a:pt x="222369" y="20493"/>
                  <a:pt x="221060" y="17322"/>
                  <a:pt x="221060" y="13599"/>
                </a:cubicBezTo>
                <a:cubicBezTo>
                  <a:pt x="221060" y="9875"/>
                  <a:pt x="222369" y="6705"/>
                  <a:pt x="224986" y="4088"/>
                </a:cubicBezTo>
                <a:cubicBezTo>
                  <a:pt x="227603" y="1470"/>
                  <a:pt x="230774" y="162"/>
                  <a:pt x="234497" y="162"/>
                </a:cubicBezTo>
                <a:moveTo>
                  <a:pt x="289782" y="324"/>
                </a:moveTo>
                <a:cubicBezTo>
                  <a:pt x="293560" y="324"/>
                  <a:pt x="296744" y="1632"/>
                  <a:pt x="299334" y="4250"/>
                </a:cubicBezTo>
                <a:cubicBezTo>
                  <a:pt x="301924" y="6867"/>
                  <a:pt x="303219" y="10037"/>
                  <a:pt x="303219" y="13761"/>
                </a:cubicBezTo>
                <a:cubicBezTo>
                  <a:pt x="303219" y="17484"/>
                  <a:pt x="301911" y="20654"/>
                  <a:pt x="299293" y="23272"/>
                </a:cubicBezTo>
                <a:cubicBezTo>
                  <a:pt x="296676" y="25889"/>
                  <a:pt x="293506" y="27197"/>
                  <a:pt x="289782" y="27197"/>
                </a:cubicBezTo>
                <a:cubicBezTo>
                  <a:pt x="286059" y="27197"/>
                  <a:pt x="282889" y="25889"/>
                  <a:pt x="280271" y="23272"/>
                </a:cubicBezTo>
                <a:cubicBezTo>
                  <a:pt x="277654" y="20654"/>
                  <a:pt x="276346" y="17484"/>
                  <a:pt x="276346" y="13761"/>
                </a:cubicBezTo>
                <a:cubicBezTo>
                  <a:pt x="276346" y="10037"/>
                  <a:pt x="277654" y="6867"/>
                  <a:pt x="280271" y="4250"/>
                </a:cubicBezTo>
                <a:cubicBezTo>
                  <a:pt x="282889" y="1632"/>
                  <a:pt x="286059" y="324"/>
                  <a:pt x="289782" y="3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919C4-0B4D-4710-90A3-9A49B437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542" y="3377421"/>
            <a:ext cx="1947856" cy="663100"/>
          </a:xfrm>
          <a:custGeom xmlns:a="http://schemas.openxmlformats.org/drawingml/2006/main">
            <a:pathLst>
              <a:path w="1947856" h="663100">
                <a:moveTo>
                  <a:pt x="0" y="0"/>
                </a:moveTo>
                <a:lnTo>
                  <a:pt x="1947856" y="0"/>
                </a:lnTo>
                <a:lnTo>
                  <a:pt x="1947856" y="663100"/>
                </a:lnTo>
                <a:lnTo>
                  <a:pt x="0" y="6631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Correctpredicate1">
            <a:extLst xmlns:a="http://schemas.openxmlformats.org/drawingml/2006/main">
              <a:ext uri="{FF2B5EF4-FFF2-40B4-BE49-F238E27FC236}">
                <a16:creationId xmlns:a16="http://schemas.microsoft.com/office/drawing/2014/main" id="{A5EB24F4-A6E3-4064-87EF-B3CF7AA6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424" y="3458636"/>
            <a:ext cx="1355671" cy="147643"/>
          </a:xfrm>
          <a:custGeom xmlns:a="http://schemas.openxmlformats.org/drawingml/2006/main">
            <a:pathLst>
              <a:path w="1355671" h="147643">
                <a:moveTo>
                  <a:pt x="104095" y="0"/>
                </a:moveTo>
                <a:lnTo>
                  <a:pt x="104095" y="38044"/>
                </a:lnTo>
                <a:lnTo>
                  <a:pt x="100938" y="38044"/>
                </a:lnTo>
                <a:cubicBezTo>
                  <a:pt x="98564" y="28063"/>
                  <a:pt x="94139" y="20414"/>
                  <a:pt x="87663" y="15099"/>
                </a:cubicBezTo>
                <a:cubicBezTo>
                  <a:pt x="81188" y="9782"/>
                  <a:pt x="73849" y="7123"/>
                  <a:pt x="65646" y="7123"/>
                </a:cubicBezTo>
                <a:cubicBezTo>
                  <a:pt x="58793" y="7123"/>
                  <a:pt x="52506" y="9093"/>
                  <a:pt x="46786" y="13032"/>
                </a:cubicBezTo>
                <a:cubicBezTo>
                  <a:pt x="41066" y="16971"/>
                  <a:pt x="36884" y="22125"/>
                  <a:pt x="34240" y="28493"/>
                </a:cubicBezTo>
                <a:cubicBezTo>
                  <a:pt x="30840" y="36641"/>
                  <a:pt x="29140" y="45707"/>
                  <a:pt x="29140" y="55690"/>
                </a:cubicBezTo>
                <a:cubicBezTo>
                  <a:pt x="29140" y="65511"/>
                  <a:pt x="30381" y="74456"/>
                  <a:pt x="32864" y="82523"/>
                </a:cubicBezTo>
                <a:cubicBezTo>
                  <a:pt x="35346" y="90591"/>
                  <a:pt x="39231" y="96689"/>
                  <a:pt x="44520" y="100817"/>
                </a:cubicBezTo>
                <a:cubicBezTo>
                  <a:pt x="49808" y="104945"/>
                  <a:pt x="56661" y="107009"/>
                  <a:pt x="65080" y="107009"/>
                </a:cubicBezTo>
                <a:cubicBezTo>
                  <a:pt x="71987" y="107009"/>
                  <a:pt x="78314" y="105498"/>
                  <a:pt x="84061" y="102476"/>
                </a:cubicBezTo>
                <a:cubicBezTo>
                  <a:pt x="89808" y="99454"/>
                  <a:pt x="95866" y="94247"/>
                  <a:pt x="102233" y="86854"/>
                </a:cubicBezTo>
                <a:lnTo>
                  <a:pt x="102233" y="96324"/>
                </a:lnTo>
                <a:cubicBezTo>
                  <a:pt x="96082" y="102746"/>
                  <a:pt x="89673" y="107400"/>
                  <a:pt x="83009" y="110287"/>
                </a:cubicBezTo>
                <a:cubicBezTo>
                  <a:pt x="76344" y="113174"/>
                  <a:pt x="68560" y="114618"/>
                  <a:pt x="59656" y="114618"/>
                </a:cubicBezTo>
                <a:cubicBezTo>
                  <a:pt x="47946" y="114618"/>
                  <a:pt x="37545" y="112274"/>
                  <a:pt x="28452" y="107586"/>
                </a:cubicBezTo>
                <a:cubicBezTo>
                  <a:pt x="19359" y="102898"/>
                  <a:pt x="12344" y="96162"/>
                  <a:pt x="7406" y="87380"/>
                </a:cubicBezTo>
                <a:cubicBezTo>
                  <a:pt x="2469" y="78596"/>
                  <a:pt x="0" y="69246"/>
                  <a:pt x="0" y="59330"/>
                </a:cubicBezTo>
                <a:cubicBezTo>
                  <a:pt x="0" y="48876"/>
                  <a:pt x="2739" y="38961"/>
                  <a:pt x="8216" y="29585"/>
                </a:cubicBezTo>
                <a:cubicBezTo>
                  <a:pt x="13693" y="20208"/>
                  <a:pt x="21086" y="12933"/>
                  <a:pt x="30395" y="7761"/>
                </a:cubicBezTo>
                <a:cubicBezTo>
                  <a:pt x="39703" y="2587"/>
                  <a:pt x="49592" y="0"/>
                  <a:pt x="60061" y="0"/>
                </a:cubicBezTo>
                <a:cubicBezTo>
                  <a:pt x="67778" y="0"/>
                  <a:pt x="75926" y="1673"/>
                  <a:pt x="84506" y="5019"/>
                </a:cubicBezTo>
                <a:cubicBezTo>
                  <a:pt x="89471" y="6961"/>
                  <a:pt x="92628" y="7933"/>
                  <a:pt x="93977" y="7933"/>
                </a:cubicBezTo>
                <a:cubicBezTo>
                  <a:pt x="95704" y="7933"/>
                  <a:pt x="97201" y="7299"/>
                  <a:pt x="98469" y="6030"/>
                </a:cubicBezTo>
                <a:cubicBezTo>
                  <a:pt x="99738" y="4762"/>
                  <a:pt x="100560" y="2752"/>
                  <a:pt x="100938" y="0"/>
                </a:cubicBezTo>
                <a:lnTo>
                  <a:pt x="104095" y="0"/>
                </a:lnTo>
                <a:close/>
                <a:moveTo>
                  <a:pt x="154415" y="34159"/>
                </a:moveTo>
                <a:cubicBezTo>
                  <a:pt x="160998" y="34159"/>
                  <a:pt x="167123" y="35860"/>
                  <a:pt x="172789" y="39263"/>
                </a:cubicBezTo>
                <a:cubicBezTo>
                  <a:pt x="178455" y="42666"/>
                  <a:pt x="182759" y="47501"/>
                  <a:pt x="185700" y="53768"/>
                </a:cubicBezTo>
                <a:cubicBezTo>
                  <a:pt x="188641" y="60034"/>
                  <a:pt x="190111" y="66894"/>
                  <a:pt x="190111" y="74348"/>
                </a:cubicBezTo>
                <a:cubicBezTo>
                  <a:pt x="190111" y="85097"/>
                  <a:pt x="187386" y="94091"/>
                  <a:pt x="181936" y="101330"/>
                </a:cubicBezTo>
                <a:cubicBezTo>
                  <a:pt x="175352" y="110081"/>
                  <a:pt x="166260" y="114456"/>
                  <a:pt x="154657" y="114456"/>
                </a:cubicBezTo>
                <a:cubicBezTo>
                  <a:pt x="143271" y="114456"/>
                  <a:pt x="134502" y="110458"/>
                  <a:pt x="128350" y="102463"/>
                </a:cubicBezTo>
                <a:cubicBezTo>
                  <a:pt x="122199" y="94469"/>
                  <a:pt x="119123" y="85205"/>
                  <a:pt x="119123" y="74672"/>
                </a:cubicBezTo>
                <a:cubicBezTo>
                  <a:pt x="119123" y="63815"/>
                  <a:pt x="122266" y="54349"/>
                  <a:pt x="128553" y="46273"/>
                </a:cubicBezTo>
                <a:cubicBezTo>
                  <a:pt x="134839" y="38197"/>
                  <a:pt x="143460" y="34159"/>
                  <a:pt x="154415" y="34159"/>
                </a:cubicBezTo>
                <a:moveTo>
                  <a:pt x="154738" y="39825"/>
                </a:moveTo>
                <a:cubicBezTo>
                  <a:pt x="151986" y="39825"/>
                  <a:pt x="149625" y="40865"/>
                  <a:pt x="147656" y="42946"/>
                </a:cubicBezTo>
                <a:cubicBezTo>
                  <a:pt x="145686" y="45026"/>
                  <a:pt x="144391" y="49131"/>
                  <a:pt x="143770" y="55263"/>
                </a:cubicBezTo>
                <a:cubicBezTo>
                  <a:pt x="143150" y="61394"/>
                  <a:pt x="142839" y="69917"/>
                  <a:pt x="142839" y="80831"/>
                </a:cubicBezTo>
                <a:cubicBezTo>
                  <a:pt x="142839" y="86612"/>
                  <a:pt x="143217" y="92015"/>
                  <a:pt x="143973" y="97040"/>
                </a:cubicBezTo>
                <a:cubicBezTo>
                  <a:pt x="144566" y="100875"/>
                  <a:pt x="145834" y="103792"/>
                  <a:pt x="147777" y="105792"/>
                </a:cubicBezTo>
                <a:cubicBezTo>
                  <a:pt x="149720" y="107791"/>
                  <a:pt x="151932" y="108790"/>
                  <a:pt x="154415" y="108790"/>
                </a:cubicBezTo>
                <a:cubicBezTo>
                  <a:pt x="156843" y="108790"/>
                  <a:pt x="158867" y="108114"/>
                  <a:pt x="160485" y="106764"/>
                </a:cubicBezTo>
                <a:cubicBezTo>
                  <a:pt x="162590" y="104927"/>
                  <a:pt x="163993" y="102361"/>
                  <a:pt x="164695" y="99064"/>
                </a:cubicBezTo>
                <a:cubicBezTo>
                  <a:pt x="165774" y="93932"/>
                  <a:pt x="166313" y="83560"/>
                  <a:pt x="166313" y="67946"/>
                </a:cubicBezTo>
                <a:cubicBezTo>
                  <a:pt x="166313" y="58762"/>
                  <a:pt x="165801" y="52455"/>
                  <a:pt x="164776" y="49025"/>
                </a:cubicBezTo>
                <a:cubicBezTo>
                  <a:pt x="163750" y="45593"/>
                  <a:pt x="162239" y="43094"/>
                  <a:pt x="160243" y="41527"/>
                </a:cubicBezTo>
                <a:cubicBezTo>
                  <a:pt x="158840" y="40392"/>
                  <a:pt x="157005" y="39825"/>
                  <a:pt x="154738" y="39825"/>
                </a:cubicBezTo>
                <a:close/>
                <a:moveTo>
                  <a:pt x="233012" y="36425"/>
                </a:moveTo>
                <a:lnTo>
                  <a:pt x="233012" y="53585"/>
                </a:lnTo>
                <a:cubicBezTo>
                  <a:pt x="238031" y="45761"/>
                  <a:pt x="242429" y="40567"/>
                  <a:pt x="246206" y="38004"/>
                </a:cubicBezTo>
                <a:cubicBezTo>
                  <a:pt x="249983" y="35440"/>
                  <a:pt x="253626" y="34159"/>
                  <a:pt x="257134" y="34159"/>
                </a:cubicBezTo>
                <a:cubicBezTo>
                  <a:pt x="260155" y="34159"/>
                  <a:pt x="262570" y="35093"/>
                  <a:pt x="264378" y="36961"/>
                </a:cubicBezTo>
                <a:cubicBezTo>
                  <a:pt x="266186" y="38830"/>
                  <a:pt x="267090" y="41470"/>
                  <a:pt x="267090" y="44881"/>
                </a:cubicBezTo>
                <a:cubicBezTo>
                  <a:pt x="267090" y="48510"/>
                  <a:pt x="266213" y="51327"/>
                  <a:pt x="264459" y="53333"/>
                </a:cubicBezTo>
                <a:cubicBezTo>
                  <a:pt x="262705" y="55336"/>
                  <a:pt x="260587" y="56338"/>
                  <a:pt x="258105" y="56338"/>
                </a:cubicBezTo>
                <a:cubicBezTo>
                  <a:pt x="255245" y="56338"/>
                  <a:pt x="252763" y="55420"/>
                  <a:pt x="250658" y="53585"/>
                </a:cubicBezTo>
                <a:cubicBezTo>
                  <a:pt x="248553" y="51751"/>
                  <a:pt x="247312" y="50725"/>
                  <a:pt x="246935" y="50510"/>
                </a:cubicBezTo>
                <a:cubicBezTo>
                  <a:pt x="246395" y="50186"/>
                  <a:pt x="245774" y="50024"/>
                  <a:pt x="245073" y="50024"/>
                </a:cubicBezTo>
                <a:cubicBezTo>
                  <a:pt x="243508" y="50024"/>
                  <a:pt x="242024" y="50617"/>
                  <a:pt x="240621" y="51805"/>
                </a:cubicBezTo>
                <a:cubicBezTo>
                  <a:pt x="238408" y="53639"/>
                  <a:pt x="236735" y="56257"/>
                  <a:pt x="235602" y="59656"/>
                </a:cubicBezTo>
                <a:cubicBezTo>
                  <a:pt x="233875" y="64891"/>
                  <a:pt x="233012" y="70665"/>
                  <a:pt x="233012" y="76979"/>
                </a:cubicBezTo>
                <a:lnTo>
                  <a:pt x="233012" y="94382"/>
                </a:lnTo>
                <a:lnTo>
                  <a:pt x="233093" y="98915"/>
                </a:lnTo>
                <a:cubicBezTo>
                  <a:pt x="233093" y="101990"/>
                  <a:pt x="233282" y="103960"/>
                  <a:pt x="233660" y="104824"/>
                </a:cubicBezTo>
                <a:cubicBezTo>
                  <a:pt x="234307" y="106281"/>
                  <a:pt x="235265" y="107346"/>
                  <a:pt x="236533" y="108021"/>
                </a:cubicBezTo>
                <a:cubicBezTo>
                  <a:pt x="237801" y="108695"/>
                  <a:pt x="239946" y="109114"/>
                  <a:pt x="242968" y="109276"/>
                </a:cubicBezTo>
                <a:lnTo>
                  <a:pt x="242968" y="112190"/>
                </a:lnTo>
                <a:lnTo>
                  <a:pt x="202091" y="112190"/>
                </a:lnTo>
                <a:lnTo>
                  <a:pt x="202091" y="109276"/>
                </a:lnTo>
                <a:cubicBezTo>
                  <a:pt x="205383" y="109006"/>
                  <a:pt x="207609" y="108102"/>
                  <a:pt x="208769" y="106564"/>
                </a:cubicBezTo>
                <a:cubicBezTo>
                  <a:pt x="209929" y="105026"/>
                  <a:pt x="210509" y="100965"/>
                  <a:pt x="210509" y="94382"/>
                </a:cubicBezTo>
                <a:lnTo>
                  <a:pt x="210509" y="52452"/>
                </a:lnTo>
                <a:cubicBezTo>
                  <a:pt x="210509" y="48108"/>
                  <a:pt x="210293" y="45339"/>
                  <a:pt x="209862" y="44145"/>
                </a:cubicBezTo>
                <a:cubicBezTo>
                  <a:pt x="209322" y="42624"/>
                  <a:pt x="208540" y="41511"/>
                  <a:pt x="207514" y="40806"/>
                </a:cubicBezTo>
                <a:cubicBezTo>
                  <a:pt x="206489" y="40100"/>
                  <a:pt x="204681" y="39611"/>
                  <a:pt x="202091" y="39339"/>
                </a:cubicBezTo>
                <a:lnTo>
                  <a:pt x="202091" y="36425"/>
                </a:lnTo>
                <a:lnTo>
                  <a:pt x="233012" y="36425"/>
                </a:lnTo>
                <a:close/>
                <a:moveTo>
                  <a:pt x="306615" y="36425"/>
                </a:moveTo>
                <a:lnTo>
                  <a:pt x="306615" y="53585"/>
                </a:lnTo>
                <a:cubicBezTo>
                  <a:pt x="311634" y="45761"/>
                  <a:pt x="316032" y="40567"/>
                  <a:pt x="319809" y="38004"/>
                </a:cubicBezTo>
                <a:cubicBezTo>
                  <a:pt x="323587" y="35440"/>
                  <a:pt x="327229" y="34159"/>
                  <a:pt x="330737" y="34159"/>
                </a:cubicBezTo>
                <a:cubicBezTo>
                  <a:pt x="333759" y="34159"/>
                  <a:pt x="336174" y="35093"/>
                  <a:pt x="337982" y="36961"/>
                </a:cubicBezTo>
                <a:cubicBezTo>
                  <a:pt x="339789" y="38830"/>
                  <a:pt x="340693" y="41470"/>
                  <a:pt x="340693" y="44881"/>
                </a:cubicBezTo>
                <a:cubicBezTo>
                  <a:pt x="340693" y="48510"/>
                  <a:pt x="339816" y="51327"/>
                  <a:pt x="338063" y="53333"/>
                </a:cubicBezTo>
                <a:cubicBezTo>
                  <a:pt x="336309" y="55336"/>
                  <a:pt x="334191" y="56338"/>
                  <a:pt x="331708" y="56338"/>
                </a:cubicBezTo>
                <a:cubicBezTo>
                  <a:pt x="328848" y="56338"/>
                  <a:pt x="326366" y="55420"/>
                  <a:pt x="324261" y="53585"/>
                </a:cubicBezTo>
                <a:cubicBezTo>
                  <a:pt x="322157" y="51751"/>
                  <a:pt x="320916" y="50725"/>
                  <a:pt x="320538" y="50510"/>
                </a:cubicBezTo>
                <a:cubicBezTo>
                  <a:pt x="319998" y="50186"/>
                  <a:pt x="319378" y="50024"/>
                  <a:pt x="318676" y="50024"/>
                </a:cubicBezTo>
                <a:cubicBezTo>
                  <a:pt x="317111" y="50024"/>
                  <a:pt x="315627" y="50617"/>
                  <a:pt x="314224" y="51805"/>
                </a:cubicBezTo>
                <a:cubicBezTo>
                  <a:pt x="312012" y="53639"/>
                  <a:pt x="310339" y="56257"/>
                  <a:pt x="309206" y="59656"/>
                </a:cubicBezTo>
                <a:cubicBezTo>
                  <a:pt x="307479" y="64891"/>
                  <a:pt x="306615" y="70665"/>
                  <a:pt x="306615" y="76979"/>
                </a:cubicBezTo>
                <a:lnTo>
                  <a:pt x="306615" y="94382"/>
                </a:lnTo>
                <a:lnTo>
                  <a:pt x="306696" y="98915"/>
                </a:lnTo>
                <a:cubicBezTo>
                  <a:pt x="306696" y="101990"/>
                  <a:pt x="306885" y="103960"/>
                  <a:pt x="307263" y="104824"/>
                </a:cubicBezTo>
                <a:cubicBezTo>
                  <a:pt x="307911" y="106281"/>
                  <a:pt x="308868" y="107346"/>
                  <a:pt x="310137" y="108021"/>
                </a:cubicBezTo>
                <a:cubicBezTo>
                  <a:pt x="311405" y="108695"/>
                  <a:pt x="313550" y="109114"/>
                  <a:pt x="316572" y="109276"/>
                </a:cubicBezTo>
                <a:lnTo>
                  <a:pt x="316572" y="112190"/>
                </a:lnTo>
                <a:lnTo>
                  <a:pt x="275695" y="112190"/>
                </a:lnTo>
                <a:lnTo>
                  <a:pt x="275695" y="109276"/>
                </a:lnTo>
                <a:cubicBezTo>
                  <a:pt x="278986" y="109006"/>
                  <a:pt x="281212" y="108102"/>
                  <a:pt x="282373" y="106564"/>
                </a:cubicBezTo>
                <a:cubicBezTo>
                  <a:pt x="283533" y="105026"/>
                  <a:pt x="284113" y="100965"/>
                  <a:pt x="284113" y="94382"/>
                </a:cubicBezTo>
                <a:lnTo>
                  <a:pt x="284113" y="52452"/>
                </a:lnTo>
                <a:cubicBezTo>
                  <a:pt x="284113" y="48108"/>
                  <a:pt x="283897" y="45339"/>
                  <a:pt x="283465" y="44145"/>
                </a:cubicBezTo>
                <a:cubicBezTo>
                  <a:pt x="282926" y="42624"/>
                  <a:pt x="282143" y="41511"/>
                  <a:pt x="281118" y="40806"/>
                </a:cubicBezTo>
                <a:cubicBezTo>
                  <a:pt x="280093" y="40100"/>
                  <a:pt x="278285" y="39611"/>
                  <a:pt x="275695" y="39339"/>
                </a:cubicBezTo>
                <a:lnTo>
                  <a:pt x="275695" y="36425"/>
                </a:lnTo>
                <a:lnTo>
                  <a:pt x="306615" y="36425"/>
                </a:lnTo>
                <a:close/>
                <a:moveTo>
                  <a:pt x="409937" y="71555"/>
                </a:moveTo>
                <a:lnTo>
                  <a:pt x="368413" y="71555"/>
                </a:lnTo>
                <a:cubicBezTo>
                  <a:pt x="368898" y="81619"/>
                  <a:pt x="371570" y="89573"/>
                  <a:pt x="376426" y="95416"/>
                </a:cubicBezTo>
                <a:cubicBezTo>
                  <a:pt x="380150" y="99907"/>
                  <a:pt x="384629" y="102152"/>
                  <a:pt x="389863" y="102152"/>
                </a:cubicBezTo>
                <a:cubicBezTo>
                  <a:pt x="393101" y="102152"/>
                  <a:pt x="396042" y="101248"/>
                  <a:pt x="398686" y="99441"/>
                </a:cubicBezTo>
                <a:cubicBezTo>
                  <a:pt x="401330" y="97633"/>
                  <a:pt x="404163" y="94382"/>
                  <a:pt x="407185" y="89687"/>
                </a:cubicBezTo>
                <a:lnTo>
                  <a:pt x="409937" y="91468"/>
                </a:lnTo>
                <a:cubicBezTo>
                  <a:pt x="405836" y="99832"/>
                  <a:pt x="401303" y="105754"/>
                  <a:pt x="396339" y="109235"/>
                </a:cubicBezTo>
                <a:cubicBezTo>
                  <a:pt x="391374" y="112716"/>
                  <a:pt x="385627" y="114456"/>
                  <a:pt x="379097" y="114456"/>
                </a:cubicBezTo>
                <a:cubicBezTo>
                  <a:pt x="367873" y="114456"/>
                  <a:pt x="359374" y="110135"/>
                  <a:pt x="353600" y="101492"/>
                </a:cubicBezTo>
                <a:cubicBezTo>
                  <a:pt x="348959" y="94524"/>
                  <a:pt x="346639" y="85882"/>
                  <a:pt x="346639" y="75565"/>
                </a:cubicBezTo>
                <a:cubicBezTo>
                  <a:pt x="346639" y="62924"/>
                  <a:pt x="350052" y="52863"/>
                  <a:pt x="356878" y="45382"/>
                </a:cubicBezTo>
                <a:cubicBezTo>
                  <a:pt x="363704" y="37900"/>
                  <a:pt x="371705" y="34159"/>
                  <a:pt x="380878" y="34159"/>
                </a:cubicBezTo>
                <a:cubicBezTo>
                  <a:pt x="388541" y="34159"/>
                  <a:pt x="395192" y="37302"/>
                  <a:pt x="400831" y="43589"/>
                </a:cubicBezTo>
                <a:cubicBezTo>
                  <a:pt x="406470" y="49876"/>
                  <a:pt x="409506" y="59198"/>
                  <a:pt x="409937" y="71555"/>
                </a:cubicBezTo>
                <a:moveTo>
                  <a:pt x="390025" y="66213"/>
                </a:moveTo>
                <a:cubicBezTo>
                  <a:pt x="390025" y="57525"/>
                  <a:pt x="389553" y="51562"/>
                  <a:pt x="388608" y="48324"/>
                </a:cubicBezTo>
                <a:cubicBezTo>
                  <a:pt x="387664" y="45086"/>
                  <a:pt x="386194" y="42631"/>
                  <a:pt x="384197" y="40958"/>
                </a:cubicBezTo>
                <a:cubicBezTo>
                  <a:pt x="383064" y="39987"/>
                  <a:pt x="381553" y="39501"/>
                  <a:pt x="379664" y="39501"/>
                </a:cubicBezTo>
                <a:cubicBezTo>
                  <a:pt x="376858" y="39501"/>
                  <a:pt x="374565" y="40877"/>
                  <a:pt x="372784" y="43629"/>
                </a:cubicBezTo>
                <a:cubicBezTo>
                  <a:pt x="369600" y="48432"/>
                  <a:pt x="368008" y="55016"/>
                  <a:pt x="368008" y="63380"/>
                </a:cubicBezTo>
                <a:lnTo>
                  <a:pt x="368008" y="66213"/>
                </a:lnTo>
                <a:lnTo>
                  <a:pt x="390025" y="66213"/>
                </a:lnTo>
                <a:close/>
                <a:moveTo>
                  <a:pt x="481194" y="92619"/>
                </a:moveTo>
                <a:lnTo>
                  <a:pt x="483704" y="94559"/>
                </a:lnTo>
                <a:cubicBezTo>
                  <a:pt x="480142" y="101272"/>
                  <a:pt x="475704" y="106267"/>
                  <a:pt x="470388" y="109544"/>
                </a:cubicBezTo>
                <a:cubicBezTo>
                  <a:pt x="465073" y="112819"/>
                  <a:pt x="459420" y="114456"/>
                  <a:pt x="453430" y="114456"/>
                </a:cubicBezTo>
                <a:cubicBezTo>
                  <a:pt x="443339" y="114456"/>
                  <a:pt x="435272" y="110648"/>
                  <a:pt x="429228" y="103033"/>
                </a:cubicBezTo>
                <a:cubicBezTo>
                  <a:pt x="423184" y="95415"/>
                  <a:pt x="420162" y="86259"/>
                  <a:pt x="420162" y="75565"/>
                </a:cubicBezTo>
                <a:cubicBezTo>
                  <a:pt x="420162" y="65246"/>
                  <a:pt x="422914" y="56171"/>
                  <a:pt x="428418" y="48339"/>
                </a:cubicBezTo>
                <a:cubicBezTo>
                  <a:pt x="435056" y="38886"/>
                  <a:pt x="444203" y="34159"/>
                  <a:pt x="455859" y="34159"/>
                </a:cubicBezTo>
                <a:cubicBezTo>
                  <a:pt x="463683" y="34159"/>
                  <a:pt x="469903" y="36134"/>
                  <a:pt x="474516" y="40085"/>
                </a:cubicBezTo>
                <a:cubicBezTo>
                  <a:pt x="479130" y="44035"/>
                  <a:pt x="481437" y="48445"/>
                  <a:pt x="481437" y="53315"/>
                </a:cubicBezTo>
                <a:cubicBezTo>
                  <a:pt x="481437" y="56399"/>
                  <a:pt x="480506" y="58861"/>
                  <a:pt x="478645" y="60701"/>
                </a:cubicBezTo>
                <a:cubicBezTo>
                  <a:pt x="476783" y="62541"/>
                  <a:pt x="474341" y="63461"/>
                  <a:pt x="471319" y="63461"/>
                </a:cubicBezTo>
                <a:cubicBezTo>
                  <a:pt x="468135" y="63461"/>
                  <a:pt x="465505" y="62405"/>
                  <a:pt x="463427" y="60294"/>
                </a:cubicBezTo>
                <a:cubicBezTo>
                  <a:pt x="461349" y="58181"/>
                  <a:pt x="460068" y="54417"/>
                  <a:pt x="459582" y="49002"/>
                </a:cubicBezTo>
                <a:cubicBezTo>
                  <a:pt x="459258" y="45590"/>
                  <a:pt x="458476" y="43208"/>
                  <a:pt x="457235" y="41854"/>
                </a:cubicBezTo>
                <a:cubicBezTo>
                  <a:pt x="455994" y="40501"/>
                  <a:pt x="454537" y="39825"/>
                  <a:pt x="452864" y="39825"/>
                </a:cubicBezTo>
                <a:cubicBezTo>
                  <a:pt x="450273" y="39825"/>
                  <a:pt x="448061" y="41201"/>
                  <a:pt x="446226" y="43953"/>
                </a:cubicBezTo>
                <a:cubicBezTo>
                  <a:pt x="443420" y="48108"/>
                  <a:pt x="442017" y="54476"/>
                  <a:pt x="442017" y="63056"/>
                </a:cubicBezTo>
                <a:cubicBezTo>
                  <a:pt x="442017" y="70179"/>
                  <a:pt x="443150" y="76992"/>
                  <a:pt x="445417" y="83495"/>
                </a:cubicBezTo>
                <a:cubicBezTo>
                  <a:pt x="447683" y="89997"/>
                  <a:pt x="450786" y="94840"/>
                  <a:pt x="454725" y="98024"/>
                </a:cubicBezTo>
                <a:cubicBezTo>
                  <a:pt x="457693" y="100345"/>
                  <a:pt x="461201" y="101505"/>
                  <a:pt x="465248" y="101505"/>
                </a:cubicBezTo>
                <a:cubicBezTo>
                  <a:pt x="467892" y="101505"/>
                  <a:pt x="470402" y="100886"/>
                  <a:pt x="472776" y="99648"/>
                </a:cubicBezTo>
                <a:cubicBezTo>
                  <a:pt x="475151" y="98409"/>
                  <a:pt x="477957" y="96065"/>
                  <a:pt x="481194" y="92619"/>
                </a:cubicBezTo>
                <a:close/>
                <a:moveTo>
                  <a:pt x="523068" y="8580"/>
                </a:moveTo>
                <a:lnTo>
                  <a:pt x="523068" y="36425"/>
                </a:lnTo>
                <a:lnTo>
                  <a:pt x="541038" y="36425"/>
                </a:lnTo>
                <a:lnTo>
                  <a:pt x="541038" y="44358"/>
                </a:lnTo>
                <a:lnTo>
                  <a:pt x="523068" y="44358"/>
                </a:lnTo>
                <a:lnTo>
                  <a:pt x="523068" y="91189"/>
                </a:lnTo>
                <a:cubicBezTo>
                  <a:pt x="523068" y="95572"/>
                  <a:pt x="523270" y="98399"/>
                  <a:pt x="523675" y="99671"/>
                </a:cubicBezTo>
                <a:cubicBezTo>
                  <a:pt x="524080" y="100942"/>
                  <a:pt x="524795" y="101971"/>
                  <a:pt x="525820" y="102757"/>
                </a:cubicBezTo>
                <a:cubicBezTo>
                  <a:pt x="526845" y="103541"/>
                  <a:pt x="527790" y="103933"/>
                  <a:pt x="528653" y="103933"/>
                </a:cubicBezTo>
                <a:cubicBezTo>
                  <a:pt x="532161" y="103933"/>
                  <a:pt x="535479" y="101235"/>
                  <a:pt x="538609" y="95839"/>
                </a:cubicBezTo>
                <a:lnTo>
                  <a:pt x="541038" y="97637"/>
                </a:lnTo>
                <a:cubicBezTo>
                  <a:pt x="536667" y="108094"/>
                  <a:pt x="529570" y="113323"/>
                  <a:pt x="519749" y="113323"/>
                </a:cubicBezTo>
                <a:cubicBezTo>
                  <a:pt x="514946" y="113323"/>
                  <a:pt x="510886" y="111983"/>
                  <a:pt x="507567" y="109303"/>
                </a:cubicBezTo>
                <a:cubicBezTo>
                  <a:pt x="504248" y="106622"/>
                  <a:pt x="502130" y="103630"/>
                  <a:pt x="501213" y="100326"/>
                </a:cubicBezTo>
                <a:cubicBezTo>
                  <a:pt x="500673" y="98485"/>
                  <a:pt x="500403" y="93502"/>
                  <a:pt x="500403" y="85379"/>
                </a:cubicBezTo>
                <a:lnTo>
                  <a:pt x="500403" y="44358"/>
                </a:lnTo>
                <a:lnTo>
                  <a:pt x="490528" y="44358"/>
                </a:lnTo>
                <a:lnTo>
                  <a:pt x="490528" y="41517"/>
                </a:lnTo>
                <a:cubicBezTo>
                  <a:pt x="497327" y="36704"/>
                  <a:pt x="503115" y="31648"/>
                  <a:pt x="507891" y="26348"/>
                </a:cubicBezTo>
                <a:cubicBezTo>
                  <a:pt x="512666" y="21047"/>
                  <a:pt x="516835" y="15125"/>
                  <a:pt x="520397" y="8580"/>
                </a:cubicBezTo>
                <a:lnTo>
                  <a:pt x="523068" y="8580"/>
                </a:lnTo>
                <a:close/>
                <a:moveTo>
                  <a:pt x="618986" y="104500"/>
                </a:moveTo>
                <a:lnTo>
                  <a:pt x="618986" y="132588"/>
                </a:lnTo>
                <a:cubicBezTo>
                  <a:pt x="618986" y="136525"/>
                  <a:pt x="619296" y="139205"/>
                  <a:pt x="619917" y="140626"/>
                </a:cubicBezTo>
                <a:cubicBezTo>
                  <a:pt x="620537" y="142050"/>
                  <a:pt x="621495" y="143089"/>
                  <a:pt x="622790" y="143745"/>
                </a:cubicBezTo>
                <a:cubicBezTo>
                  <a:pt x="624085" y="144401"/>
                  <a:pt x="626621" y="144729"/>
                  <a:pt x="630399" y="144729"/>
                </a:cubicBezTo>
                <a:lnTo>
                  <a:pt x="630399" y="147643"/>
                </a:lnTo>
                <a:lnTo>
                  <a:pt x="587255" y="147643"/>
                </a:lnTo>
                <a:lnTo>
                  <a:pt x="587255" y="144729"/>
                </a:lnTo>
                <a:cubicBezTo>
                  <a:pt x="590601" y="144620"/>
                  <a:pt x="593083" y="143663"/>
                  <a:pt x="594702" y="141858"/>
                </a:cubicBezTo>
                <a:cubicBezTo>
                  <a:pt x="595781" y="140602"/>
                  <a:pt x="596321" y="137350"/>
                  <a:pt x="596321" y="132102"/>
                </a:cubicBezTo>
                <a:lnTo>
                  <a:pt x="596321" y="52290"/>
                </a:lnTo>
                <a:cubicBezTo>
                  <a:pt x="596321" y="46881"/>
                  <a:pt x="595701" y="43424"/>
                  <a:pt x="594459" y="41922"/>
                </a:cubicBezTo>
                <a:cubicBezTo>
                  <a:pt x="593218" y="40419"/>
                  <a:pt x="590817" y="39558"/>
                  <a:pt x="587255" y="39339"/>
                </a:cubicBezTo>
                <a:lnTo>
                  <a:pt x="587255" y="36425"/>
                </a:lnTo>
                <a:lnTo>
                  <a:pt x="618986" y="36425"/>
                </a:lnTo>
                <a:lnTo>
                  <a:pt x="618986" y="46381"/>
                </a:lnTo>
                <a:cubicBezTo>
                  <a:pt x="621630" y="42496"/>
                  <a:pt x="624328" y="39690"/>
                  <a:pt x="627080" y="37963"/>
                </a:cubicBezTo>
                <a:cubicBezTo>
                  <a:pt x="631019" y="35427"/>
                  <a:pt x="635310" y="34159"/>
                  <a:pt x="639950" y="34159"/>
                </a:cubicBezTo>
                <a:cubicBezTo>
                  <a:pt x="645509" y="34159"/>
                  <a:pt x="650568" y="35914"/>
                  <a:pt x="655128" y="39425"/>
                </a:cubicBezTo>
                <a:cubicBezTo>
                  <a:pt x="659687" y="42936"/>
                  <a:pt x="663155" y="47784"/>
                  <a:pt x="665529" y="53970"/>
                </a:cubicBezTo>
                <a:cubicBezTo>
                  <a:pt x="667903" y="60155"/>
                  <a:pt x="669090" y="66813"/>
                  <a:pt x="669090" y="73943"/>
                </a:cubicBezTo>
                <a:cubicBezTo>
                  <a:pt x="669090" y="81613"/>
                  <a:pt x="667863" y="88621"/>
                  <a:pt x="665408" y="94969"/>
                </a:cubicBezTo>
                <a:cubicBezTo>
                  <a:pt x="662952" y="101316"/>
                  <a:pt x="659391" y="106151"/>
                  <a:pt x="654723" y="109473"/>
                </a:cubicBezTo>
                <a:cubicBezTo>
                  <a:pt x="650055" y="112795"/>
                  <a:pt x="644861" y="114456"/>
                  <a:pt x="639141" y="114456"/>
                </a:cubicBezTo>
                <a:cubicBezTo>
                  <a:pt x="634986" y="114456"/>
                  <a:pt x="631100" y="113539"/>
                  <a:pt x="627485" y="111704"/>
                </a:cubicBezTo>
                <a:cubicBezTo>
                  <a:pt x="624787" y="110301"/>
                  <a:pt x="621954" y="107899"/>
                  <a:pt x="618986" y="104500"/>
                </a:cubicBezTo>
                <a:moveTo>
                  <a:pt x="618986" y="96312"/>
                </a:moveTo>
                <a:cubicBezTo>
                  <a:pt x="623626" y="102904"/>
                  <a:pt x="628591" y="106200"/>
                  <a:pt x="633880" y="106200"/>
                </a:cubicBezTo>
                <a:cubicBezTo>
                  <a:pt x="636794" y="106200"/>
                  <a:pt x="639195" y="104660"/>
                  <a:pt x="641084" y="101581"/>
                </a:cubicBezTo>
                <a:cubicBezTo>
                  <a:pt x="643890" y="97041"/>
                  <a:pt x="645293" y="88395"/>
                  <a:pt x="645293" y="75643"/>
                </a:cubicBezTo>
                <a:cubicBezTo>
                  <a:pt x="645293" y="62567"/>
                  <a:pt x="643755" y="53624"/>
                  <a:pt x="640679" y="48815"/>
                </a:cubicBezTo>
                <a:cubicBezTo>
                  <a:pt x="638628" y="45628"/>
                  <a:pt x="635876" y="44034"/>
                  <a:pt x="632422" y="44034"/>
                </a:cubicBezTo>
                <a:cubicBezTo>
                  <a:pt x="626972" y="44034"/>
                  <a:pt x="622493" y="47978"/>
                  <a:pt x="618986" y="55867"/>
                </a:cubicBezTo>
                <a:lnTo>
                  <a:pt x="618986" y="96312"/>
                </a:lnTo>
                <a:close/>
                <a:moveTo>
                  <a:pt x="713262" y="36425"/>
                </a:moveTo>
                <a:lnTo>
                  <a:pt x="713262" y="53585"/>
                </a:lnTo>
                <a:cubicBezTo>
                  <a:pt x="718281" y="45761"/>
                  <a:pt x="722679" y="40567"/>
                  <a:pt x="726456" y="38004"/>
                </a:cubicBezTo>
                <a:cubicBezTo>
                  <a:pt x="730233" y="35440"/>
                  <a:pt x="733876" y="34159"/>
                  <a:pt x="737384" y="34159"/>
                </a:cubicBezTo>
                <a:cubicBezTo>
                  <a:pt x="740406" y="34159"/>
                  <a:pt x="742820" y="35093"/>
                  <a:pt x="744628" y="36961"/>
                </a:cubicBezTo>
                <a:cubicBezTo>
                  <a:pt x="746436" y="38830"/>
                  <a:pt x="747340" y="41470"/>
                  <a:pt x="747340" y="44881"/>
                </a:cubicBezTo>
                <a:cubicBezTo>
                  <a:pt x="747340" y="48510"/>
                  <a:pt x="746463" y="51327"/>
                  <a:pt x="744709" y="53333"/>
                </a:cubicBezTo>
                <a:cubicBezTo>
                  <a:pt x="742955" y="55336"/>
                  <a:pt x="740837" y="56338"/>
                  <a:pt x="738355" y="56338"/>
                </a:cubicBezTo>
                <a:cubicBezTo>
                  <a:pt x="735495" y="56338"/>
                  <a:pt x="733013" y="55420"/>
                  <a:pt x="730908" y="53585"/>
                </a:cubicBezTo>
                <a:cubicBezTo>
                  <a:pt x="728803" y="51751"/>
                  <a:pt x="727562" y="50725"/>
                  <a:pt x="727185" y="50510"/>
                </a:cubicBezTo>
                <a:cubicBezTo>
                  <a:pt x="726645" y="50186"/>
                  <a:pt x="726024" y="50024"/>
                  <a:pt x="725323" y="50024"/>
                </a:cubicBezTo>
                <a:cubicBezTo>
                  <a:pt x="723758" y="50024"/>
                  <a:pt x="722274" y="50617"/>
                  <a:pt x="720871" y="51805"/>
                </a:cubicBezTo>
                <a:cubicBezTo>
                  <a:pt x="718658" y="53639"/>
                  <a:pt x="716985" y="56257"/>
                  <a:pt x="715852" y="59656"/>
                </a:cubicBezTo>
                <a:cubicBezTo>
                  <a:pt x="714125" y="64891"/>
                  <a:pt x="713262" y="70665"/>
                  <a:pt x="713262" y="76979"/>
                </a:cubicBezTo>
                <a:lnTo>
                  <a:pt x="713262" y="94382"/>
                </a:lnTo>
                <a:lnTo>
                  <a:pt x="713343" y="98915"/>
                </a:lnTo>
                <a:cubicBezTo>
                  <a:pt x="713343" y="101990"/>
                  <a:pt x="713532" y="103960"/>
                  <a:pt x="713910" y="104824"/>
                </a:cubicBezTo>
                <a:cubicBezTo>
                  <a:pt x="714557" y="106281"/>
                  <a:pt x="715515" y="107346"/>
                  <a:pt x="716783" y="108021"/>
                </a:cubicBezTo>
                <a:cubicBezTo>
                  <a:pt x="718051" y="108695"/>
                  <a:pt x="720196" y="109114"/>
                  <a:pt x="723218" y="109276"/>
                </a:cubicBezTo>
                <a:lnTo>
                  <a:pt x="723218" y="112190"/>
                </a:lnTo>
                <a:lnTo>
                  <a:pt x="682341" y="112190"/>
                </a:lnTo>
                <a:lnTo>
                  <a:pt x="682341" y="109276"/>
                </a:lnTo>
                <a:cubicBezTo>
                  <a:pt x="685633" y="109006"/>
                  <a:pt x="687859" y="108102"/>
                  <a:pt x="689019" y="106564"/>
                </a:cubicBezTo>
                <a:cubicBezTo>
                  <a:pt x="690179" y="105026"/>
                  <a:pt x="690759" y="100965"/>
                  <a:pt x="690759" y="94382"/>
                </a:cubicBezTo>
                <a:lnTo>
                  <a:pt x="690759" y="52452"/>
                </a:lnTo>
                <a:cubicBezTo>
                  <a:pt x="690759" y="48108"/>
                  <a:pt x="690544" y="45339"/>
                  <a:pt x="690112" y="44145"/>
                </a:cubicBezTo>
                <a:cubicBezTo>
                  <a:pt x="689572" y="42624"/>
                  <a:pt x="688790" y="41511"/>
                  <a:pt x="687764" y="40806"/>
                </a:cubicBezTo>
                <a:cubicBezTo>
                  <a:pt x="686739" y="40100"/>
                  <a:pt x="684931" y="39611"/>
                  <a:pt x="682341" y="39339"/>
                </a:cubicBezTo>
                <a:lnTo>
                  <a:pt x="682341" y="36425"/>
                </a:lnTo>
                <a:lnTo>
                  <a:pt x="713262" y="36425"/>
                </a:lnTo>
                <a:close/>
                <a:moveTo>
                  <a:pt x="816583" y="71555"/>
                </a:moveTo>
                <a:lnTo>
                  <a:pt x="775059" y="71555"/>
                </a:lnTo>
                <a:cubicBezTo>
                  <a:pt x="775544" y="81619"/>
                  <a:pt x="778216" y="89573"/>
                  <a:pt x="783072" y="95416"/>
                </a:cubicBezTo>
                <a:cubicBezTo>
                  <a:pt x="786796" y="99907"/>
                  <a:pt x="791275" y="102152"/>
                  <a:pt x="796509" y="102152"/>
                </a:cubicBezTo>
                <a:cubicBezTo>
                  <a:pt x="799747" y="102152"/>
                  <a:pt x="802688" y="101248"/>
                  <a:pt x="805332" y="99441"/>
                </a:cubicBezTo>
                <a:cubicBezTo>
                  <a:pt x="807976" y="97633"/>
                  <a:pt x="810809" y="94382"/>
                  <a:pt x="813831" y="89687"/>
                </a:cubicBezTo>
                <a:lnTo>
                  <a:pt x="816583" y="91468"/>
                </a:lnTo>
                <a:cubicBezTo>
                  <a:pt x="812482" y="99832"/>
                  <a:pt x="807949" y="105754"/>
                  <a:pt x="802985" y="109235"/>
                </a:cubicBezTo>
                <a:cubicBezTo>
                  <a:pt x="798020" y="112716"/>
                  <a:pt x="792273" y="114456"/>
                  <a:pt x="785743" y="114456"/>
                </a:cubicBezTo>
                <a:cubicBezTo>
                  <a:pt x="774519" y="114456"/>
                  <a:pt x="766020" y="110135"/>
                  <a:pt x="760246" y="101492"/>
                </a:cubicBezTo>
                <a:cubicBezTo>
                  <a:pt x="755605" y="94524"/>
                  <a:pt x="753285" y="85882"/>
                  <a:pt x="753285" y="75565"/>
                </a:cubicBezTo>
                <a:cubicBezTo>
                  <a:pt x="753285" y="62924"/>
                  <a:pt x="756698" y="52863"/>
                  <a:pt x="763524" y="45382"/>
                </a:cubicBezTo>
                <a:cubicBezTo>
                  <a:pt x="770350" y="37900"/>
                  <a:pt x="778350" y="34159"/>
                  <a:pt x="787524" y="34159"/>
                </a:cubicBezTo>
                <a:cubicBezTo>
                  <a:pt x="795187" y="34159"/>
                  <a:pt x="801838" y="37302"/>
                  <a:pt x="807477" y="43589"/>
                </a:cubicBezTo>
                <a:cubicBezTo>
                  <a:pt x="813116" y="49876"/>
                  <a:pt x="816152" y="59198"/>
                  <a:pt x="816583" y="71555"/>
                </a:cubicBezTo>
                <a:moveTo>
                  <a:pt x="796671" y="66213"/>
                </a:moveTo>
                <a:cubicBezTo>
                  <a:pt x="796671" y="57525"/>
                  <a:pt x="796199" y="51562"/>
                  <a:pt x="795254" y="48324"/>
                </a:cubicBezTo>
                <a:cubicBezTo>
                  <a:pt x="794310" y="45086"/>
                  <a:pt x="792840" y="42631"/>
                  <a:pt x="790843" y="40958"/>
                </a:cubicBezTo>
                <a:cubicBezTo>
                  <a:pt x="789710" y="39987"/>
                  <a:pt x="788199" y="39501"/>
                  <a:pt x="786310" y="39501"/>
                </a:cubicBezTo>
                <a:cubicBezTo>
                  <a:pt x="783504" y="39501"/>
                  <a:pt x="781211" y="40877"/>
                  <a:pt x="779430" y="43629"/>
                </a:cubicBezTo>
                <a:cubicBezTo>
                  <a:pt x="776246" y="48432"/>
                  <a:pt x="774654" y="55016"/>
                  <a:pt x="774654" y="63380"/>
                </a:cubicBezTo>
                <a:lnTo>
                  <a:pt x="774654" y="66213"/>
                </a:lnTo>
                <a:lnTo>
                  <a:pt x="796671" y="66213"/>
                </a:lnTo>
                <a:close/>
                <a:moveTo>
                  <a:pt x="899657" y="2428"/>
                </a:moveTo>
                <a:lnTo>
                  <a:pt x="899657" y="89525"/>
                </a:lnTo>
                <a:cubicBezTo>
                  <a:pt x="899657" y="95348"/>
                  <a:pt x="899819" y="98793"/>
                  <a:pt x="900143" y="99861"/>
                </a:cubicBezTo>
                <a:cubicBezTo>
                  <a:pt x="900575" y="101625"/>
                  <a:pt x="901398" y="102934"/>
                  <a:pt x="902612" y="103789"/>
                </a:cubicBezTo>
                <a:cubicBezTo>
                  <a:pt x="903826" y="104642"/>
                  <a:pt x="905944" y="105176"/>
                  <a:pt x="908966" y="105390"/>
                </a:cubicBezTo>
                <a:lnTo>
                  <a:pt x="908966" y="108304"/>
                </a:lnTo>
                <a:lnTo>
                  <a:pt x="876993" y="114456"/>
                </a:lnTo>
                <a:lnTo>
                  <a:pt x="876993" y="102476"/>
                </a:lnTo>
                <a:cubicBezTo>
                  <a:pt x="873162" y="107117"/>
                  <a:pt x="869748" y="110274"/>
                  <a:pt x="866753" y="111947"/>
                </a:cubicBezTo>
                <a:cubicBezTo>
                  <a:pt x="863758" y="113620"/>
                  <a:pt x="860372" y="114456"/>
                  <a:pt x="856595" y="114456"/>
                </a:cubicBezTo>
                <a:cubicBezTo>
                  <a:pt x="846935" y="114456"/>
                  <a:pt x="839300" y="110135"/>
                  <a:pt x="833687" y="101492"/>
                </a:cubicBezTo>
                <a:cubicBezTo>
                  <a:pt x="829155" y="94470"/>
                  <a:pt x="826888" y="85855"/>
                  <a:pt x="826888" y="75645"/>
                </a:cubicBezTo>
                <a:cubicBezTo>
                  <a:pt x="826888" y="67489"/>
                  <a:pt x="828291" y="60182"/>
                  <a:pt x="831097" y="53727"/>
                </a:cubicBezTo>
                <a:cubicBezTo>
                  <a:pt x="833903" y="47272"/>
                  <a:pt x="837748" y="42397"/>
                  <a:pt x="842632" y="39101"/>
                </a:cubicBezTo>
                <a:cubicBezTo>
                  <a:pt x="847515" y="35806"/>
                  <a:pt x="852763" y="34159"/>
                  <a:pt x="858376" y="34159"/>
                </a:cubicBezTo>
                <a:cubicBezTo>
                  <a:pt x="861991" y="34159"/>
                  <a:pt x="865202" y="34866"/>
                  <a:pt x="868008" y="36281"/>
                </a:cubicBezTo>
                <a:cubicBezTo>
                  <a:pt x="870814" y="37696"/>
                  <a:pt x="873809" y="40172"/>
                  <a:pt x="876993" y="43710"/>
                </a:cubicBezTo>
                <a:lnTo>
                  <a:pt x="876993" y="20884"/>
                </a:lnTo>
                <a:cubicBezTo>
                  <a:pt x="876993" y="15110"/>
                  <a:pt x="876750" y="11629"/>
                  <a:pt x="876264" y="10442"/>
                </a:cubicBezTo>
                <a:cubicBezTo>
                  <a:pt x="875617" y="8877"/>
                  <a:pt x="874645" y="7717"/>
                  <a:pt x="873350" y="6961"/>
                </a:cubicBezTo>
                <a:cubicBezTo>
                  <a:pt x="872055" y="6206"/>
                  <a:pt x="869627" y="5828"/>
                  <a:pt x="866065" y="5828"/>
                </a:cubicBezTo>
                <a:lnTo>
                  <a:pt x="866065" y="2428"/>
                </a:lnTo>
                <a:lnTo>
                  <a:pt x="899657" y="2428"/>
                </a:lnTo>
                <a:moveTo>
                  <a:pt x="876993" y="53585"/>
                </a:moveTo>
                <a:cubicBezTo>
                  <a:pt x="873000" y="46031"/>
                  <a:pt x="868116" y="42253"/>
                  <a:pt x="862342" y="42253"/>
                </a:cubicBezTo>
                <a:cubicBezTo>
                  <a:pt x="860345" y="42253"/>
                  <a:pt x="858699" y="42793"/>
                  <a:pt x="857404" y="43872"/>
                </a:cubicBezTo>
                <a:cubicBezTo>
                  <a:pt x="855408" y="45545"/>
                  <a:pt x="853775" y="48486"/>
                  <a:pt x="852507" y="52695"/>
                </a:cubicBezTo>
                <a:cubicBezTo>
                  <a:pt x="851239" y="56904"/>
                  <a:pt x="850605" y="63353"/>
                  <a:pt x="850605" y="72041"/>
                </a:cubicBezTo>
                <a:cubicBezTo>
                  <a:pt x="850605" y="81592"/>
                  <a:pt x="851306" y="88662"/>
                  <a:pt x="852709" y="93248"/>
                </a:cubicBezTo>
                <a:cubicBezTo>
                  <a:pt x="854112" y="97835"/>
                  <a:pt x="856028" y="101154"/>
                  <a:pt x="858457" y="103205"/>
                </a:cubicBezTo>
                <a:cubicBezTo>
                  <a:pt x="859698" y="104230"/>
                  <a:pt x="861398" y="104743"/>
                  <a:pt x="863556" y="104743"/>
                </a:cubicBezTo>
                <a:cubicBezTo>
                  <a:pt x="868305" y="104743"/>
                  <a:pt x="872784" y="101007"/>
                  <a:pt x="876993" y="93537"/>
                </a:cubicBezTo>
                <a:lnTo>
                  <a:pt x="876993" y="53585"/>
                </a:lnTo>
                <a:close/>
                <a:moveTo>
                  <a:pt x="936462" y="0"/>
                </a:moveTo>
                <a:cubicBezTo>
                  <a:pt x="939969" y="0"/>
                  <a:pt x="942937" y="1232"/>
                  <a:pt x="945366" y="3696"/>
                </a:cubicBezTo>
                <a:cubicBezTo>
                  <a:pt x="947794" y="6158"/>
                  <a:pt x="949008" y="9121"/>
                  <a:pt x="949008" y="12587"/>
                </a:cubicBezTo>
                <a:cubicBezTo>
                  <a:pt x="949008" y="16052"/>
                  <a:pt x="947781" y="19003"/>
                  <a:pt x="945325" y="21440"/>
                </a:cubicBezTo>
                <a:cubicBezTo>
                  <a:pt x="942870" y="23875"/>
                  <a:pt x="939915" y="25093"/>
                  <a:pt x="936462" y="25093"/>
                </a:cubicBezTo>
                <a:cubicBezTo>
                  <a:pt x="933008" y="25093"/>
                  <a:pt x="930067" y="23875"/>
                  <a:pt x="927639" y="21440"/>
                </a:cubicBezTo>
                <a:cubicBezTo>
                  <a:pt x="925211" y="19003"/>
                  <a:pt x="923996" y="16052"/>
                  <a:pt x="923996" y="12587"/>
                </a:cubicBezTo>
                <a:cubicBezTo>
                  <a:pt x="923996" y="9121"/>
                  <a:pt x="925211" y="6158"/>
                  <a:pt x="927639" y="3696"/>
                </a:cubicBezTo>
                <a:cubicBezTo>
                  <a:pt x="930067" y="1232"/>
                  <a:pt x="933008" y="0"/>
                  <a:pt x="936462" y="0"/>
                </a:cubicBezTo>
                <a:moveTo>
                  <a:pt x="947794" y="36425"/>
                </a:moveTo>
                <a:lnTo>
                  <a:pt x="947794" y="96486"/>
                </a:lnTo>
                <a:cubicBezTo>
                  <a:pt x="947794" y="101829"/>
                  <a:pt x="948415" y="105242"/>
                  <a:pt x="949656" y="106726"/>
                </a:cubicBezTo>
                <a:cubicBezTo>
                  <a:pt x="950897" y="108210"/>
                  <a:pt x="953325" y="109060"/>
                  <a:pt x="956941" y="109276"/>
                </a:cubicBezTo>
                <a:lnTo>
                  <a:pt x="956941" y="112190"/>
                </a:lnTo>
                <a:lnTo>
                  <a:pt x="916064" y="112190"/>
                </a:lnTo>
                <a:lnTo>
                  <a:pt x="916064" y="109276"/>
                </a:lnTo>
                <a:cubicBezTo>
                  <a:pt x="919409" y="109168"/>
                  <a:pt x="921892" y="108196"/>
                  <a:pt x="923511" y="106361"/>
                </a:cubicBezTo>
                <a:cubicBezTo>
                  <a:pt x="924590" y="105120"/>
                  <a:pt x="925130" y="101829"/>
                  <a:pt x="925130" y="96486"/>
                </a:cubicBezTo>
                <a:lnTo>
                  <a:pt x="925130" y="52290"/>
                </a:lnTo>
                <a:cubicBezTo>
                  <a:pt x="925130" y="46881"/>
                  <a:pt x="924509" y="43424"/>
                  <a:pt x="923268" y="41922"/>
                </a:cubicBezTo>
                <a:cubicBezTo>
                  <a:pt x="922027" y="40419"/>
                  <a:pt x="919625" y="39558"/>
                  <a:pt x="916064" y="39339"/>
                </a:cubicBezTo>
                <a:lnTo>
                  <a:pt x="916064" y="36425"/>
                </a:lnTo>
                <a:lnTo>
                  <a:pt x="947794" y="36425"/>
                </a:lnTo>
                <a:close/>
                <a:moveTo>
                  <a:pt x="1026096" y="92619"/>
                </a:moveTo>
                <a:lnTo>
                  <a:pt x="1028605" y="94559"/>
                </a:lnTo>
                <a:cubicBezTo>
                  <a:pt x="1025044" y="101272"/>
                  <a:pt x="1020605" y="106267"/>
                  <a:pt x="1015290" y="109544"/>
                </a:cubicBezTo>
                <a:cubicBezTo>
                  <a:pt x="1009974" y="112819"/>
                  <a:pt x="1004322" y="114456"/>
                  <a:pt x="998332" y="114456"/>
                </a:cubicBezTo>
                <a:cubicBezTo>
                  <a:pt x="988241" y="114456"/>
                  <a:pt x="980173" y="110648"/>
                  <a:pt x="974129" y="103033"/>
                </a:cubicBezTo>
                <a:cubicBezTo>
                  <a:pt x="968085" y="95415"/>
                  <a:pt x="965064" y="86259"/>
                  <a:pt x="965064" y="75565"/>
                </a:cubicBezTo>
                <a:cubicBezTo>
                  <a:pt x="965064" y="65246"/>
                  <a:pt x="967816" y="56171"/>
                  <a:pt x="973320" y="48339"/>
                </a:cubicBezTo>
                <a:cubicBezTo>
                  <a:pt x="979957" y="38886"/>
                  <a:pt x="989104" y="34159"/>
                  <a:pt x="1000760" y="34159"/>
                </a:cubicBezTo>
                <a:cubicBezTo>
                  <a:pt x="1008585" y="34159"/>
                  <a:pt x="1014804" y="36134"/>
                  <a:pt x="1019418" y="40085"/>
                </a:cubicBezTo>
                <a:cubicBezTo>
                  <a:pt x="1024032" y="44035"/>
                  <a:pt x="1026339" y="48445"/>
                  <a:pt x="1026339" y="53315"/>
                </a:cubicBezTo>
                <a:cubicBezTo>
                  <a:pt x="1026339" y="56399"/>
                  <a:pt x="1025408" y="58861"/>
                  <a:pt x="1023546" y="60701"/>
                </a:cubicBezTo>
                <a:cubicBezTo>
                  <a:pt x="1021684" y="62541"/>
                  <a:pt x="1019243" y="63461"/>
                  <a:pt x="1016221" y="63461"/>
                </a:cubicBezTo>
                <a:cubicBezTo>
                  <a:pt x="1013037" y="63461"/>
                  <a:pt x="1010406" y="62405"/>
                  <a:pt x="1008329" y="60294"/>
                </a:cubicBezTo>
                <a:cubicBezTo>
                  <a:pt x="1006251" y="58181"/>
                  <a:pt x="1004969" y="54417"/>
                  <a:pt x="1004484" y="49002"/>
                </a:cubicBezTo>
                <a:cubicBezTo>
                  <a:pt x="1004160" y="45590"/>
                  <a:pt x="1003377" y="43208"/>
                  <a:pt x="1002136" y="41854"/>
                </a:cubicBezTo>
                <a:cubicBezTo>
                  <a:pt x="1000895" y="40501"/>
                  <a:pt x="999438" y="39825"/>
                  <a:pt x="997765" y="39825"/>
                </a:cubicBezTo>
                <a:cubicBezTo>
                  <a:pt x="995175" y="39825"/>
                  <a:pt x="992963" y="41201"/>
                  <a:pt x="991128" y="43953"/>
                </a:cubicBezTo>
                <a:cubicBezTo>
                  <a:pt x="988322" y="48108"/>
                  <a:pt x="986919" y="54476"/>
                  <a:pt x="986919" y="63056"/>
                </a:cubicBezTo>
                <a:cubicBezTo>
                  <a:pt x="986919" y="70179"/>
                  <a:pt x="988052" y="76992"/>
                  <a:pt x="990318" y="83495"/>
                </a:cubicBezTo>
                <a:cubicBezTo>
                  <a:pt x="992585" y="89997"/>
                  <a:pt x="995688" y="94840"/>
                  <a:pt x="999627" y="98024"/>
                </a:cubicBezTo>
                <a:cubicBezTo>
                  <a:pt x="1002595" y="100345"/>
                  <a:pt x="1006103" y="101505"/>
                  <a:pt x="1010150" y="101505"/>
                </a:cubicBezTo>
                <a:cubicBezTo>
                  <a:pt x="1012794" y="101505"/>
                  <a:pt x="1015303" y="100886"/>
                  <a:pt x="1017678" y="99648"/>
                </a:cubicBezTo>
                <a:cubicBezTo>
                  <a:pt x="1020052" y="98409"/>
                  <a:pt x="1022858" y="96065"/>
                  <a:pt x="1026096" y="92619"/>
                </a:cubicBezTo>
                <a:close/>
                <a:moveTo>
                  <a:pt x="1079706" y="101019"/>
                </a:moveTo>
                <a:cubicBezTo>
                  <a:pt x="1070478" y="109222"/>
                  <a:pt x="1062195" y="113323"/>
                  <a:pt x="1054856" y="113323"/>
                </a:cubicBezTo>
                <a:cubicBezTo>
                  <a:pt x="1050539" y="113323"/>
                  <a:pt x="1046950" y="111902"/>
                  <a:pt x="1044090" y="109061"/>
                </a:cubicBezTo>
                <a:cubicBezTo>
                  <a:pt x="1041230" y="106217"/>
                  <a:pt x="1039800" y="102657"/>
                  <a:pt x="1039800" y="98381"/>
                </a:cubicBezTo>
                <a:cubicBezTo>
                  <a:pt x="1039800" y="92587"/>
                  <a:pt x="1042283" y="87375"/>
                  <a:pt x="1047247" y="82746"/>
                </a:cubicBezTo>
                <a:cubicBezTo>
                  <a:pt x="1052212" y="78117"/>
                  <a:pt x="1063031" y="71958"/>
                  <a:pt x="1079706" y="64270"/>
                </a:cubicBezTo>
                <a:lnTo>
                  <a:pt x="1079706" y="56661"/>
                </a:lnTo>
                <a:cubicBezTo>
                  <a:pt x="1079706" y="50941"/>
                  <a:pt x="1079396" y="47339"/>
                  <a:pt x="1078775" y="45855"/>
                </a:cubicBezTo>
                <a:cubicBezTo>
                  <a:pt x="1078155" y="44371"/>
                  <a:pt x="1076981" y="43076"/>
                  <a:pt x="1075254" y="41970"/>
                </a:cubicBezTo>
                <a:cubicBezTo>
                  <a:pt x="1073527" y="40864"/>
                  <a:pt x="1071585" y="40311"/>
                  <a:pt x="1069426" y="40311"/>
                </a:cubicBezTo>
                <a:cubicBezTo>
                  <a:pt x="1065918" y="40311"/>
                  <a:pt x="1063031" y="41093"/>
                  <a:pt x="1060765" y="42658"/>
                </a:cubicBezTo>
                <a:cubicBezTo>
                  <a:pt x="1059362" y="43629"/>
                  <a:pt x="1058660" y="44762"/>
                  <a:pt x="1058660" y="46058"/>
                </a:cubicBezTo>
                <a:cubicBezTo>
                  <a:pt x="1058660" y="47191"/>
                  <a:pt x="1059416" y="48594"/>
                  <a:pt x="1060927" y="50267"/>
                </a:cubicBezTo>
                <a:cubicBezTo>
                  <a:pt x="1062977" y="52587"/>
                  <a:pt x="1064003" y="54827"/>
                  <a:pt x="1064003" y="56985"/>
                </a:cubicBezTo>
                <a:cubicBezTo>
                  <a:pt x="1064003" y="59629"/>
                  <a:pt x="1063018" y="61882"/>
                  <a:pt x="1061048" y="63744"/>
                </a:cubicBezTo>
                <a:cubicBezTo>
                  <a:pt x="1059079" y="65606"/>
                  <a:pt x="1056502" y="66537"/>
                  <a:pt x="1053318" y="66537"/>
                </a:cubicBezTo>
                <a:cubicBezTo>
                  <a:pt x="1049918" y="66537"/>
                  <a:pt x="1047072" y="65511"/>
                  <a:pt x="1044778" y="63461"/>
                </a:cubicBezTo>
                <a:cubicBezTo>
                  <a:pt x="1042485" y="61410"/>
                  <a:pt x="1041338" y="59009"/>
                  <a:pt x="1041338" y="56257"/>
                </a:cubicBezTo>
                <a:cubicBezTo>
                  <a:pt x="1041338" y="52371"/>
                  <a:pt x="1042876" y="48661"/>
                  <a:pt x="1045952" y="45127"/>
                </a:cubicBezTo>
                <a:cubicBezTo>
                  <a:pt x="1049028" y="41592"/>
                  <a:pt x="1053318" y="38880"/>
                  <a:pt x="1058822" y="36992"/>
                </a:cubicBezTo>
                <a:cubicBezTo>
                  <a:pt x="1064327" y="35103"/>
                  <a:pt x="1070047" y="34159"/>
                  <a:pt x="1075983" y="34159"/>
                </a:cubicBezTo>
                <a:cubicBezTo>
                  <a:pt x="1083160" y="34159"/>
                  <a:pt x="1088839" y="35687"/>
                  <a:pt x="1093021" y="38745"/>
                </a:cubicBezTo>
                <a:cubicBezTo>
                  <a:pt x="1097204" y="41800"/>
                  <a:pt x="1099915" y="45113"/>
                  <a:pt x="1101156" y="48683"/>
                </a:cubicBezTo>
                <a:cubicBezTo>
                  <a:pt x="1101912" y="50955"/>
                  <a:pt x="1102290" y="56174"/>
                  <a:pt x="1102290" y="64341"/>
                </a:cubicBezTo>
                <a:lnTo>
                  <a:pt x="1102290" y="93792"/>
                </a:lnTo>
                <a:cubicBezTo>
                  <a:pt x="1102290" y="97254"/>
                  <a:pt x="1102425" y="99432"/>
                  <a:pt x="1102694" y="100326"/>
                </a:cubicBezTo>
                <a:cubicBezTo>
                  <a:pt x="1102964" y="101218"/>
                  <a:pt x="1103369" y="101881"/>
                  <a:pt x="1103909" y="102314"/>
                </a:cubicBezTo>
                <a:cubicBezTo>
                  <a:pt x="1104448" y="102746"/>
                  <a:pt x="1105069" y="102962"/>
                  <a:pt x="1105770" y="102962"/>
                </a:cubicBezTo>
                <a:cubicBezTo>
                  <a:pt x="1107173" y="102962"/>
                  <a:pt x="1108603" y="101963"/>
                  <a:pt x="1110060" y="99967"/>
                </a:cubicBezTo>
                <a:lnTo>
                  <a:pt x="1112489" y="101910"/>
                </a:lnTo>
                <a:cubicBezTo>
                  <a:pt x="1109791" y="105903"/>
                  <a:pt x="1106998" y="108803"/>
                  <a:pt x="1104111" y="110611"/>
                </a:cubicBezTo>
                <a:cubicBezTo>
                  <a:pt x="1101224" y="112419"/>
                  <a:pt x="1097946" y="113323"/>
                  <a:pt x="1094276" y="113323"/>
                </a:cubicBezTo>
                <a:cubicBezTo>
                  <a:pt x="1089959" y="113323"/>
                  <a:pt x="1086586" y="112304"/>
                  <a:pt x="1084158" y="110267"/>
                </a:cubicBezTo>
                <a:cubicBezTo>
                  <a:pt x="1081730" y="108230"/>
                  <a:pt x="1080246" y="105147"/>
                  <a:pt x="1079706" y="101019"/>
                </a:cubicBezTo>
                <a:moveTo>
                  <a:pt x="1079706" y="95029"/>
                </a:moveTo>
                <a:lnTo>
                  <a:pt x="1079706" y="69709"/>
                </a:lnTo>
                <a:cubicBezTo>
                  <a:pt x="1073176" y="73559"/>
                  <a:pt x="1068320" y="77680"/>
                  <a:pt x="1065136" y="82073"/>
                </a:cubicBezTo>
                <a:cubicBezTo>
                  <a:pt x="1063031" y="85000"/>
                  <a:pt x="1061979" y="87956"/>
                  <a:pt x="1061979" y="90939"/>
                </a:cubicBezTo>
                <a:cubicBezTo>
                  <a:pt x="1061979" y="93433"/>
                  <a:pt x="1062870" y="95630"/>
                  <a:pt x="1064650" y="97528"/>
                </a:cubicBezTo>
                <a:cubicBezTo>
                  <a:pt x="1065999" y="98992"/>
                  <a:pt x="1067888" y="99724"/>
                  <a:pt x="1070316" y="99724"/>
                </a:cubicBezTo>
                <a:cubicBezTo>
                  <a:pt x="1073015" y="99724"/>
                  <a:pt x="1076144" y="98159"/>
                  <a:pt x="1079706" y="95029"/>
                </a:cubicBezTo>
                <a:close/>
                <a:moveTo>
                  <a:pt x="1150857" y="8580"/>
                </a:moveTo>
                <a:lnTo>
                  <a:pt x="1150857" y="36425"/>
                </a:lnTo>
                <a:lnTo>
                  <a:pt x="1168826" y="36425"/>
                </a:lnTo>
                <a:lnTo>
                  <a:pt x="1168826" y="44358"/>
                </a:lnTo>
                <a:lnTo>
                  <a:pt x="1150857" y="44358"/>
                </a:lnTo>
                <a:lnTo>
                  <a:pt x="1150857" y="91189"/>
                </a:lnTo>
                <a:cubicBezTo>
                  <a:pt x="1150857" y="95572"/>
                  <a:pt x="1151059" y="98399"/>
                  <a:pt x="1151464" y="99671"/>
                </a:cubicBezTo>
                <a:cubicBezTo>
                  <a:pt x="1151868" y="100942"/>
                  <a:pt x="1152583" y="101971"/>
                  <a:pt x="1153609" y="102757"/>
                </a:cubicBezTo>
                <a:cubicBezTo>
                  <a:pt x="1154634" y="103541"/>
                  <a:pt x="1155578" y="103933"/>
                  <a:pt x="1156442" y="103933"/>
                </a:cubicBezTo>
                <a:cubicBezTo>
                  <a:pt x="1159949" y="103933"/>
                  <a:pt x="1163268" y="101235"/>
                  <a:pt x="1166398" y="95839"/>
                </a:cubicBezTo>
                <a:lnTo>
                  <a:pt x="1168826" y="97637"/>
                </a:lnTo>
                <a:cubicBezTo>
                  <a:pt x="1164455" y="108094"/>
                  <a:pt x="1157359" y="113323"/>
                  <a:pt x="1147538" y="113323"/>
                </a:cubicBezTo>
                <a:cubicBezTo>
                  <a:pt x="1142735" y="113323"/>
                  <a:pt x="1138674" y="111983"/>
                  <a:pt x="1135356" y="109303"/>
                </a:cubicBezTo>
                <a:cubicBezTo>
                  <a:pt x="1132037" y="106622"/>
                  <a:pt x="1129919" y="103630"/>
                  <a:pt x="1129001" y="100326"/>
                </a:cubicBezTo>
                <a:cubicBezTo>
                  <a:pt x="1128462" y="98485"/>
                  <a:pt x="1128192" y="93502"/>
                  <a:pt x="1128192" y="85379"/>
                </a:cubicBezTo>
                <a:lnTo>
                  <a:pt x="1128192" y="44358"/>
                </a:lnTo>
                <a:lnTo>
                  <a:pt x="1118317" y="44358"/>
                </a:lnTo>
                <a:lnTo>
                  <a:pt x="1118317" y="41517"/>
                </a:lnTo>
                <a:cubicBezTo>
                  <a:pt x="1125116" y="36704"/>
                  <a:pt x="1130904" y="31648"/>
                  <a:pt x="1135679" y="26348"/>
                </a:cubicBezTo>
                <a:cubicBezTo>
                  <a:pt x="1140455" y="21047"/>
                  <a:pt x="1144624" y="15125"/>
                  <a:pt x="1148185" y="8580"/>
                </a:cubicBezTo>
                <a:lnTo>
                  <a:pt x="1150857" y="8580"/>
                </a:lnTo>
                <a:close/>
                <a:moveTo>
                  <a:pt x="1240138" y="71555"/>
                </a:moveTo>
                <a:lnTo>
                  <a:pt x="1198614" y="71555"/>
                </a:lnTo>
                <a:cubicBezTo>
                  <a:pt x="1199099" y="81619"/>
                  <a:pt x="1201771" y="89573"/>
                  <a:pt x="1206627" y="95416"/>
                </a:cubicBezTo>
                <a:cubicBezTo>
                  <a:pt x="1210351" y="99907"/>
                  <a:pt x="1214830" y="102152"/>
                  <a:pt x="1220064" y="102152"/>
                </a:cubicBezTo>
                <a:cubicBezTo>
                  <a:pt x="1223302" y="102152"/>
                  <a:pt x="1226243" y="101248"/>
                  <a:pt x="1228887" y="99441"/>
                </a:cubicBezTo>
                <a:cubicBezTo>
                  <a:pt x="1231531" y="97633"/>
                  <a:pt x="1234364" y="94382"/>
                  <a:pt x="1237386" y="89687"/>
                </a:cubicBezTo>
                <a:lnTo>
                  <a:pt x="1240138" y="91468"/>
                </a:lnTo>
                <a:cubicBezTo>
                  <a:pt x="1236037" y="99832"/>
                  <a:pt x="1231504" y="105754"/>
                  <a:pt x="1226540" y="109235"/>
                </a:cubicBezTo>
                <a:cubicBezTo>
                  <a:pt x="1221575" y="112716"/>
                  <a:pt x="1215828" y="114456"/>
                  <a:pt x="1209298" y="114456"/>
                </a:cubicBezTo>
                <a:cubicBezTo>
                  <a:pt x="1198074" y="114456"/>
                  <a:pt x="1189575" y="110135"/>
                  <a:pt x="1183801" y="101492"/>
                </a:cubicBezTo>
                <a:cubicBezTo>
                  <a:pt x="1179160" y="94524"/>
                  <a:pt x="1176840" y="85882"/>
                  <a:pt x="1176840" y="75565"/>
                </a:cubicBezTo>
                <a:cubicBezTo>
                  <a:pt x="1176840" y="62924"/>
                  <a:pt x="1180253" y="52863"/>
                  <a:pt x="1187079" y="45382"/>
                </a:cubicBezTo>
                <a:cubicBezTo>
                  <a:pt x="1193905" y="37900"/>
                  <a:pt x="1201905" y="34159"/>
                  <a:pt x="1211079" y="34159"/>
                </a:cubicBezTo>
                <a:cubicBezTo>
                  <a:pt x="1218742" y="34159"/>
                  <a:pt x="1225393" y="37302"/>
                  <a:pt x="1231032" y="43589"/>
                </a:cubicBezTo>
                <a:cubicBezTo>
                  <a:pt x="1236671" y="49876"/>
                  <a:pt x="1239707" y="59198"/>
                  <a:pt x="1240138" y="71555"/>
                </a:cubicBezTo>
                <a:moveTo>
                  <a:pt x="1220226" y="66213"/>
                </a:moveTo>
                <a:cubicBezTo>
                  <a:pt x="1220226" y="57525"/>
                  <a:pt x="1219754" y="51562"/>
                  <a:pt x="1218809" y="48324"/>
                </a:cubicBezTo>
                <a:cubicBezTo>
                  <a:pt x="1217865" y="45086"/>
                  <a:pt x="1216395" y="42631"/>
                  <a:pt x="1214398" y="40958"/>
                </a:cubicBezTo>
                <a:cubicBezTo>
                  <a:pt x="1213265" y="39987"/>
                  <a:pt x="1211754" y="39501"/>
                  <a:pt x="1209865" y="39501"/>
                </a:cubicBezTo>
                <a:cubicBezTo>
                  <a:pt x="1207059" y="39501"/>
                  <a:pt x="1204765" y="40877"/>
                  <a:pt x="1202985" y="43629"/>
                </a:cubicBezTo>
                <a:cubicBezTo>
                  <a:pt x="1199801" y="48432"/>
                  <a:pt x="1198209" y="55016"/>
                  <a:pt x="1198209" y="63380"/>
                </a:cubicBezTo>
                <a:lnTo>
                  <a:pt x="1198209" y="66213"/>
                </a:lnTo>
                <a:lnTo>
                  <a:pt x="1220226" y="66213"/>
                </a:lnTo>
                <a:close/>
                <a:moveTo>
                  <a:pt x="1339482" y="162"/>
                </a:moveTo>
                <a:lnTo>
                  <a:pt x="1339482" y="89849"/>
                </a:lnTo>
                <a:cubicBezTo>
                  <a:pt x="1339482" y="96651"/>
                  <a:pt x="1339779" y="100991"/>
                  <a:pt x="1340373" y="102868"/>
                </a:cubicBezTo>
                <a:cubicBezTo>
                  <a:pt x="1340966" y="104745"/>
                  <a:pt x="1342207" y="106282"/>
                  <a:pt x="1344096" y="107480"/>
                </a:cubicBezTo>
                <a:cubicBezTo>
                  <a:pt x="1345985" y="108677"/>
                  <a:pt x="1349007" y="109276"/>
                  <a:pt x="1353162" y="109276"/>
                </a:cubicBezTo>
                <a:lnTo>
                  <a:pt x="1355671" y="109276"/>
                </a:lnTo>
                <a:lnTo>
                  <a:pt x="1355671" y="112190"/>
                </a:lnTo>
                <a:lnTo>
                  <a:pt x="1297877" y="112190"/>
                </a:lnTo>
                <a:lnTo>
                  <a:pt x="1297877" y="109276"/>
                </a:lnTo>
                <a:lnTo>
                  <a:pt x="1300791" y="109276"/>
                </a:lnTo>
                <a:cubicBezTo>
                  <a:pt x="1305485" y="109276"/>
                  <a:pt x="1308831" y="108732"/>
                  <a:pt x="1310828" y="107644"/>
                </a:cubicBezTo>
                <a:cubicBezTo>
                  <a:pt x="1312824" y="106555"/>
                  <a:pt x="1314174" y="105058"/>
                  <a:pt x="1314875" y="103154"/>
                </a:cubicBezTo>
                <a:cubicBezTo>
                  <a:pt x="1315577" y="101248"/>
                  <a:pt x="1315927" y="96813"/>
                  <a:pt x="1315927" y="89849"/>
                </a:cubicBezTo>
                <a:lnTo>
                  <a:pt x="1315927" y="33025"/>
                </a:lnTo>
                <a:cubicBezTo>
                  <a:pt x="1315927" y="27953"/>
                  <a:pt x="1315685" y="24783"/>
                  <a:pt x="1315199" y="23514"/>
                </a:cubicBezTo>
                <a:cubicBezTo>
                  <a:pt x="1314713" y="22246"/>
                  <a:pt x="1313809" y="21167"/>
                  <a:pt x="1312487" y="20277"/>
                </a:cubicBezTo>
                <a:cubicBezTo>
                  <a:pt x="1311165" y="19386"/>
                  <a:pt x="1309641" y="18941"/>
                  <a:pt x="1307914" y="18941"/>
                </a:cubicBezTo>
                <a:cubicBezTo>
                  <a:pt x="1305162" y="18941"/>
                  <a:pt x="1301816" y="19804"/>
                  <a:pt x="1297877" y="21531"/>
                </a:cubicBezTo>
                <a:lnTo>
                  <a:pt x="1296420" y="18617"/>
                </a:lnTo>
                <a:lnTo>
                  <a:pt x="1336811" y="162"/>
                </a:lnTo>
                <a:lnTo>
                  <a:pt x="1339482" y="1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Correctpredicate3">
            <a:extLst xmlns:a="http://schemas.openxmlformats.org/drawingml/2006/main">
              <a:ext uri="{FF2B5EF4-FFF2-40B4-BE49-F238E27FC236}">
                <a16:creationId xmlns:a16="http://schemas.microsoft.com/office/drawing/2014/main" id="{29146CAB-CFBE-4798-BD9D-6EC6D924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424" y="3658892"/>
            <a:ext cx="1358828" cy="147643"/>
          </a:xfrm>
          <a:custGeom xmlns:a="http://schemas.openxmlformats.org/drawingml/2006/main">
            <a:pathLst>
              <a:path w="1358828" h="147643">
                <a:moveTo>
                  <a:pt x="104095" y="0"/>
                </a:moveTo>
                <a:lnTo>
                  <a:pt x="104095" y="38044"/>
                </a:lnTo>
                <a:lnTo>
                  <a:pt x="100938" y="38044"/>
                </a:lnTo>
                <a:cubicBezTo>
                  <a:pt x="98564" y="28063"/>
                  <a:pt x="94139" y="20414"/>
                  <a:pt x="87663" y="15099"/>
                </a:cubicBezTo>
                <a:cubicBezTo>
                  <a:pt x="81188" y="9782"/>
                  <a:pt x="73849" y="7123"/>
                  <a:pt x="65646" y="7123"/>
                </a:cubicBezTo>
                <a:cubicBezTo>
                  <a:pt x="58793" y="7123"/>
                  <a:pt x="52506" y="9093"/>
                  <a:pt x="46786" y="13032"/>
                </a:cubicBezTo>
                <a:cubicBezTo>
                  <a:pt x="41066" y="16971"/>
                  <a:pt x="36884" y="22125"/>
                  <a:pt x="34240" y="28493"/>
                </a:cubicBezTo>
                <a:cubicBezTo>
                  <a:pt x="30840" y="36641"/>
                  <a:pt x="29140" y="45707"/>
                  <a:pt x="29140" y="55690"/>
                </a:cubicBezTo>
                <a:cubicBezTo>
                  <a:pt x="29140" y="65511"/>
                  <a:pt x="30381" y="74456"/>
                  <a:pt x="32864" y="82523"/>
                </a:cubicBezTo>
                <a:cubicBezTo>
                  <a:pt x="35346" y="90591"/>
                  <a:pt x="39231" y="96689"/>
                  <a:pt x="44520" y="100817"/>
                </a:cubicBezTo>
                <a:cubicBezTo>
                  <a:pt x="49808" y="104945"/>
                  <a:pt x="56661" y="107009"/>
                  <a:pt x="65080" y="107009"/>
                </a:cubicBezTo>
                <a:cubicBezTo>
                  <a:pt x="71987" y="107009"/>
                  <a:pt x="78314" y="105498"/>
                  <a:pt x="84061" y="102476"/>
                </a:cubicBezTo>
                <a:cubicBezTo>
                  <a:pt x="89808" y="99454"/>
                  <a:pt x="95866" y="94247"/>
                  <a:pt x="102233" y="86854"/>
                </a:cubicBezTo>
                <a:lnTo>
                  <a:pt x="102233" y="96324"/>
                </a:lnTo>
                <a:cubicBezTo>
                  <a:pt x="96082" y="102746"/>
                  <a:pt x="89673" y="107400"/>
                  <a:pt x="83009" y="110287"/>
                </a:cubicBezTo>
                <a:cubicBezTo>
                  <a:pt x="76344" y="113174"/>
                  <a:pt x="68560" y="114618"/>
                  <a:pt x="59656" y="114618"/>
                </a:cubicBezTo>
                <a:cubicBezTo>
                  <a:pt x="47946" y="114618"/>
                  <a:pt x="37545" y="112274"/>
                  <a:pt x="28452" y="107586"/>
                </a:cubicBezTo>
                <a:cubicBezTo>
                  <a:pt x="19359" y="102898"/>
                  <a:pt x="12344" y="96162"/>
                  <a:pt x="7406" y="87380"/>
                </a:cubicBezTo>
                <a:cubicBezTo>
                  <a:pt x="2469" y="78596"/>
                  <a:pt x="0" y="69246"/>
                  <a:pt x="0" y="59330"/>
                </a:cubicBezTo>
                <a:cubicBezTo>
                  <a:pt x="0" y="48876"/>
                  <a:pt x="2739" y="38961"/>
                  <a:pt x="8216" y="29585"/>
                </a:cubicBezTo>
                <a:cubicBezTo>
                  <a:pt x="13693" y="20208"/>
                  <a:pt x="21086" y="12933"/>
                  <a:pt x="30395" y="7761"/>
                </a:cubicBezTo>
                <a:cubicBezTo>
                  <a:pt x="39703" y="2587"/>
                  <a:pt x="49592" y="0"/>
                  <a:pt x="60061" y="0"/>
                </a:cubicBezTo>
                <a:cubicBezTo>
                  <a:pt x="67778" y="0"/>
                  <a:pt x="75926" y="1673"/>
                  <a:pt x="84506" y="5019"/>
                </a:cubicBezTo>
                <a:cubicBezTo>
                  <a:pt x="89471" y="6961"/>
                  <a:pt x="92628" y="7933"/>
                  <a:pt x="93977" y="7933"/>
                </a:cubicBezTo>
                <a:cubicBezTo>
                  <a:pt x="95704" y="7933"/>
                  <a:pt x="97201" y="7299"/>
                  <a:pt x="98469" y="6030"/>
                </a:cubicBezTo>
                <a:cubicBezTo>
                  <a:pt x="99738" y="4762"/>
                  <a:pt x="100560" y="2752"/>
                  <a:pt x="100938" y="0"/>
                </a:cubicBezTo>
                <a:lnTo>
                  <a:pt x="104095" y="0"/>
                </a:lnTo>
                <a:close/>
                <a:moveTo>
                  <a:pt x="154415" y="34159"/>
                </a:moveTo>
                <a:cubicBezTo>
                  <a:pt x="160998" y="34159"/>
                  <a:pt x="167123" y="35860"/>
                  <a:pt x="172789" y="39263"/>
                </a:cubicBezTo>
                <a:cubicBezTo>
                  <a:pt x="178455" y="42666"/>
                  <a:pt x="182759" y="47501"/>
                  <a:pt x="185700" y="53768"/>
                </a:cubicBezTo>
                <a:cubicBezTo>
                  <a:pt x="188641" y="60034"/>
                  <a:pt x="190111" y="66894"/>
                  <a:pt x="190111" y="74348"/>
                </a:cubicBezTo>
                <a:cubicBezTo>
                  <a:pt x="190111" y="85097"/>
                  <a:pt x="187386" y="94091"/>
                  <a:pt x="181936" y="101330"/>
                </a:cubicBezTo>
                <a:cubicBezTo>
                  <a:pt x="175352" y="110081"/>
                  <a:pt x="166260" y="114456"/>
                  <a:pt x="154657" y="114456"/>
                </a:cubicBezTo>
                <a:cubicBezTo>
                  <a:pt x="143271" y="114456"/>
                  <a:pt x="134502" y="110458"/>
                  <a:pt x="128350" y="102463"/>
                </a:cubicBezTo>
                <a:cubicBezTo>
                  <a:pt x="122199" y="94469"/>
                  <a:pt x="119123" y="85205"/>
                  <a:pt x="119123" y="74672"/>
                </a:cubicBezTo>
                <a:cubicBezTo>
                  <a:pt x="119123" y="63815"/>
                  <a:pt x="122266" y="54349"/>
                  <a:pt x="128553" y="46273"/>
                </a:cubicBezTo>
                <a:cubicBezTo>
                  <a:pt x="134839" y="38197"/>
                  <a:pt x="143460" y="34159"/>
                  <a:pt x="154415" y="34159"/>
                </a:cubicBezTo>
                <a:moveTo>
                  <a:pt x="154738" y="39825"/>
                </a:moveTo>
                <a:cubicBezTo>
                  <a:pt x="151986" y="39825"/>
                  <a:pt x="149625" y="40865"/>
                  <a:pt x="147656" y="42946"/>
                </a:cubicBezTo>
                <a:cubicBezTo>
                  <a:pt x="145686" y="45026"/>
                  <a:pt x="144391" y="49131"/>
                  <a:pt x="143770" y="55263"/>
                </a:cubicBezTo>
                <a:cubicBezTo>
                  <a:pt x="143150" y="61394"/>
                  <a:pt x="142839" y="69917"/>
                  <a:pt x="142839" y="80831"/>
                </a:cubicBezTo>
                <a:cubicBezTo>
                  <a:pt x="142839" y="86612"/>
                  <a:pt x="143217" y="92015"/>
                  <a:pt x="143973" y="97040"/>
                </a:cubicBezTo>
                <a:cubicBezTo>
                  <a:pt x="144566" y="100875"/>
                  <a:pt x="145834" y="103792"/>
                  <a:pt x="147777" y="105792"/>
                </a:cubicBezTo>
                <a:cubicBezTo>
                  <a:pt x="149720" y="107791"/>
                  <a:pt x="151932" y="108790"/>
                  <a:pt x="154415" y="108790"/>
                </a:cubicBezTo>
                <a:cubicBezTo>
                  <a:pt x="156843" y="108790"/>
                  <a:pt x="158867" y="108114"/>
                  <a:pt x="160485" y="106764"/>
                </a:cubicBezTo>
                <a:cubicBezTo>
                  <a:pt x="162590" y="104927"/>
                  <a:pt x="163993" y="102361"/>
                  <a:pt x="164695" y="99064"/>
                </a:cubicBezTo>
                <a:cubicBezTo>
                  <a:pt x="165774" y="93932"/>
                  <a:pt x="166313" y="83560"/>
                  <a:pt x="166313" y="67946"/>
                </a:cubicBezTo>
                <a:cubicBezTo>
                  <a:pt x="166313" y="58762"/>
                  <a:pt x="165801" y="52455"/>
                  <a:pt x="164776" y="49025"/>
                </a:cubicBezTo>
                <a:cubicBezTo>
                  <a:pt x="163750" y="45593"/>
                  <a:pt x="162239" y="43094"/>
                  <a:pt x="160243" y="41527"/>
                </a:cubicBezTo>
                <a:cubicBezTo>
                  <a:pt x="158840" y="40392"/>
                  <a:pt x="157005" y="39825"/>
                  <a:pt x="154738" y="39825"/>
                </a:cubicBezTo>
                <a:close/>
                <a:moveTo>
                  <a:pt x="233012" y="36425"/>
                </a:moveTo>
                <a:lnTo>
                  <a:pt x="233012" y="53585"/>
                </a:lnTo>
                <a:cubicBezTo>
                  <a:pt x="238031" y="45761"/>
                  <a:pt x="242429" y="40567"/>
                  <a:pt x="246206" y="38004"/>
                </a:cubicBezTo>
                <a:cubicBezTo>
                  <a:pt x="249983" y="35440"/>
                  <a:pt x="253626" y="34159"/>
                  <a:pt x="257134" y="34159"/>
                </a:cubicBezTo>
                <a:cubicBezTo>
                  <a:pt x="260155" y="34159"/>
                  <a:pt x="262570" y="35093"/>
                  <a:pt x="264378" y="36961"/>
                </a:cubicBezTo>
                <a:cubicBezTo>
                  <a:pt x="266186" y="38830"/>
                  <a:pt x="267090" y="41470"/>
                  <a:pt x="267090" y="44881"/>
                </a:cubicBezTo>
                <a:cubicBezTo>
                  <a:pt x="267090" y="48510"/>
                  <a:pt x="266213" y="51327"/>
                  <a:pt x="264459" y="53333"/>
                </a:cubicBezTo>
                <a:cubicBezTo>
                  <a:pt x="262705" y="55336"/>
                  <a:pt x="260587" y="56338"/>
                  <a:pt x="258105" y="56338"/>
                </a:cubicBezTo>
                <a:cubicBezTo>
                  <a:pt x="255245" y="56338"/>
                  <a:pt x="252763" y="55420"/>
                  <a:pt x="250658" y="53585"/>
                </a:cubicBezTo>
                <a:cubicBezTo>
                  <a:pt x="248553" y="51751"/>
                  <a:pt x="247312" y="50725"/>
                  <a:pt x="246935" y="50510"/>
                </a:cubicBezTo>
                <a:cubicBezTo>
                  <a:pt x="246395" y="50186"/>
                  <a:pt x="245774" y="50024"/>
                  <a:pt x="245073" y="50024"/>
                </a:cubicBezTo>
                <a:cubicBezTo>
                  <a:pt x="243508" y="50024"/>
                  <a:pt x="242024" y="50617"/>
                  <a:pt x="240621" y="51805"/>
                </a:cubicBezTo>
                <a:cubicBezTo>
                  <a:pt x="238408" y="53639"/>
                  <a:pt x="236735" y="56257"/>
                  <a:pt x="235602" y="59656"/>
                </a:cubicBezTo>
                <a:cubicBezTo>
                  <a:pt x="233875" y="64891"/>
                  <a:pt x="233012" y="70665"/>
                  <a:pt x="233012" y="76979"/>
                </a:cubicBezTo>
                <a:lnTo>
                  <a:pt x="233012" y="94382"/>
                </a:lnTo>
                <a:lnTo>
                  <a:pt x="233093" y="98915"/>
                </a:lnTo>
                <a:cubicBezTo>
                  <a:pt x="233093" y="101990"/>
                  <a:pt x="233282" y="103960"/>
                  <a:pt x="233660" y="104824"/>
                </a:cubicBezTo>
                <a:cubicBezTo>
                  <a:pt x="234307" y="106281"/>
                  <a:pt x="235265" y="107346"/>
                  <a:pt x="236533" y="108021"/>
                </a:cubicBezTo>
                <a:cubicBezTo>
                  <a:pt x="237801" y="108695"/>
                  <a:pt x="239946" y="109114"/>
                  <a:pt x="242968" y="109276"/>
                </a:cubicBezTo>
                <a:lnTo>
                  <a:pt x="242968" y="112190"/>
                </a:lnTo>
                <a:lnTo>
                  <a:pt x="202091" y="112190"/>
                </a:lnTo>
                <a:lnTo>
                  <a:pt x="202091" y="109276"/>
                </a:lnTo>
                <a:cubicBezTo>
                  <a:pt x="205383" y="109006"/>
                  <a:pt x="207609" y="108102"/>
                  <a:pt x="208769" y="106564"/>
                </a:cubicBezTo>
                <a:cubicBezTo>
                  <a:pt x="209929" y="105026"/>
                  <a:pt x="210509" y="100965"/>
                  <a:pt x="210509" y="94382"/>
                </a:cubicBezTo>
                <a:lnTo>
                  <a:pt x="210509" y="52452"/>
                </a:lnTo>
                <a:cubicBezTo>
                  <a:pt x="210509" y="48108"/>
                  <a:pt x="210293" y="45339"/>
                  <a:pt x="209862" y="44145"/>
                </a:cubicBezTo>
                <a:cubicBezTo>
                  <a:pt x="209322" y="42624"/>
                  <a:pt x="208540" y="41511"/>
                  <a:pt x="207514" y="40806"/>
                </a:cubicBezTo>
                <a:cubicBezTo>
                  <a:pt x="206489" y="40100"/>
                  <a:pt x="204681" y="39611"/>
                  <a:pt x="202091" y="39339"/>
                </a:cubicBezTo>
                <a:lnTo>
                  <a:pt x="202091" y="36425"/>
                </a:lnTo>
                <a:lnTo>
                  <a:pt x="233012" y="36425"/>
                </a:lnTo>
                <a:close/>
                <a:moveTo>
                  <a:pt x="306615" y="36425"/>
                </a:moveTo>
                <a:lnTo>
                  <a:pt x="306615" y="53585"/>
                </a:lnTo>
                <a:cubicBezTo>
                  <a:pt x="311634" y="45761"/>
                  <a:pt x="316032" y="40567"/>
                  <a:pt x="319809" y="38004"/>
                </a:cubicBezTo>
                <a:cubicBezTo>
                  <a:pt x="323587" y="35440"/>
                  <a:pt x="327229" y="34159"/>
                  <a:pt x="330737" y="34159"/>
                </a:cubicBezTo>
                <a:cubicBezTo>
                  <a:pt x="333759" y="34159"/>
                  <a:pt x="336174" y="35093"/>
                  <a:pt x="337982" y="36961"/>
                </a:cubicBezTo>
                <a:cubicBezTo>
                  <a:pt x="339789" y="38830"/>
                  <a:pt x="340693" y="41470"/>
                  <a:pt x="340693" y="44881"/>
                </a:cubicBezTo>
                <a:cubicBezTo>
                  <a:pt x="340693" y="48510"/>
                  <a:pt x="339816" y="51327"/>
                  <a:pt x="338063" y="53333"/>
                </a:cubicBezTo>
                <a:cubicBezTo>
                  <a:pt x="336309" y="55336"/>
                  <a:pt x="334191" y="56338"/>
                  <a:pt x="331708" y="56338"/>
                </a:cubicBezTo>
                <a:cubicBezTo>
                  <a:pt x="328848" y="56338"/>
                  <a:pt x="326366" y="55420"/>
                  <a:pt x="324261" y="53585"/>
                </a:cubicBezTo>
                <a:cubicBezTo>
                  <a:pt x="322157" y="51751"/>
                  <a:pt x="320916" y="50725"/>
                  <a:pt x="320538" y="50510"/>
                </a:cubicBezTo>
                <a:cubicBezTo>
                  <a:pt x="319998" y="50186"/>
                  <a:pt x="319378" y="50024"/>
                  <a:pt x="318676" y="50024"/>
                </a:cubicBezTo>
                <a:cubicBezTo>
                  <a:pt x="317111" y="50024"/>
                  <a:pt x="315627" y="50617"/>
                  <a:pt x="314224" y="51805"/>
                </a:cubicBezTo>
                <a:cubicBezTo>
                  <a:pt x="312012" y="53639"/>
                  <a:pt x="310339" y="56257"/>
                  <a:pt x="309206" y="59656"/>
                </a:cubicBezTo>
                <a:cubicBezTo>
                  <a:pt x="307479" y="64891"/>
                  <a:pt x="306615" y="70665"/>
                  <a:pt x="306615" y="76979"/>
                </a:cubicBezTo>
                <a:lnTo>
                  <a:pt x="306615" y="94382"/>
                </a:lnTo>
                <a:lnTo>
                  <a:pt x="306696" y="98915"/>
                </a:lnTo>
                <a:cubicBezTo>
                  <a:pt x="306696" y="101990"/>
                  <a:pt x="306885" y="103960"/>
                  <a:pt x="307263" y="104824"/>
                </a:cubicBezTo>
                <a:cubicBezTo>
                  <a:pt x="307911" y="106281"/>
                  <a:pt x="308868" y="107346"/>
                  <a:pt x="310137" y="108021"/>
                </a:cubicBezTo>
                <a:cubicBezTo>
                  <a:pt x="311405" y="108695"/>
                  <a:pt x="313550" y="109114"/>
                  <a:pt x="316572" y="109276"/>
                </a:cubicBezTo>
                <a:lnTo>
                  <a:pt x="316572" y="112190"/>
                </a:lnTo>
                <a:lnTo>
                  <a:pt x="275695" y="112190"/>
                </a:lnTo>
                <a:lnTo>
                  <a:pt x="275695" y="109276"/>
                </a:lnTo>
                <a:cubicBezTo>
                  <a:pt x="278986" y="109006"/>
                  <a:pt x="281212" y="108102"/>
                  <a:pt x="282373" y="106564"/>
                </a:cubicBezTo>
                <a:cubicBezTo>
                  <a:pt x="283533" y="105026"/>
                  <a:pt x="284113" y="100965"/>
                  <a:pt x="284113" y="94382"/>
                </a:cubicBezTo>
                <a:lnTo>
                  <a:pt x="284113" y="52452"/>
                </a:lnTo>
                <a:cubicBezTo>
                  <a:pt x="284113" y="48108"/>
                  <a:pt x="283897" y="45339"/>
                  <a:pt x="283465" y="44145"/>
                </a:cubicBezTo>
                <a:cubicBezTo>
                  <a:pt x="282926" y="42624"/>
                  <a:pt x="282143" y="41511"/>
                  <a:pt x="281118" y="40806"/>
                </a:cubicBezTo>
                <a:cubicBezTo>
                  <a:pt x="280093" y="40100"/>
                  <a:pt x="278285" y="39611"/>
                  <a:pt x="275695" y="39339"/>
                </a:cubicBezTo>
                <a:lnTo>
                  <a:pt x="275695" y="36425"/>
                </a:lnTo>
                <a:lnTo>
                  <a:pt x="306615" y="36425"/>
                </a:lnTo>
                <a:close/>
                <a:moveTo>
                  <a:pt x="409937" y="71555"/>
                </a:moveTo>
                <a:lnTo>
                  <a:pt x="368413" y="71555"/>
                </a:lnTo>
                <a:cubicBezTo>
                  <a:pt x="368898" y="81619"/>
                  <a:pt x="371570" y="89573"/>
                  <a:pt x="376426" y="95416"/>
                </a:cubicBezTo>
                <a:cubicBezTo>
                  <a:pt x="380150" y="99907"/>
                  <a:pt x="384629" y="102152"/>
                  <a:pt x="389863" y="102152"/>
                </a:cubicBezTo>
                <a:cubicBezTo>
                  <a:pt x="393101" y="102152"/>
                  <a:pt x="396042" y="101248"/>
                  <a:pt x="398686" y="99441"/>
                </a:cubicBezTo>
                <a:cubicBezTo>
                  <a:pt x="401330" y="97633"/>
                  <a:pt x="404163" y="94382"/>
                  <a:pt x="407185" y="89687"/>
                </a:cubicBezTo>
                <a:lnTo>
                  <a:pt x="409937" y="91468"/>
                </a:lnTo>
                <a:cubicBezTo>
                  <a:pt x="405836" y="99832"/>
                  <a:pt x="401303" y="105754"/>
                  <a:pt x="396339" y="109235"/>
                </a:cubicBezTo>
                <a:cubicBezTo>
                  <a:pt x="391374" y="112716"/>
                  <a:pt x="385627" y="114456"/>
                  <a:pt x="379097" y="114456"/>
                </a:cubicBezTo>
                <a:cubicBezTo>
                  <a:pt x="367873" y="114456"/>
                  <a:pt x="359374" y="110135"/>
                  <a:pt x="353600" y="101492"/>
                </a:cubicBezTo>
                <a:cubicBezTo>
                  <a:pt x="348959" y="94524"/>
                  <a:pt x="346639" y="85882"/>
                  <a:pt x="346639" y="75565"/>
                </a:cubicBezTo>
                <a:cubicBezTo>
                  <a:pt x="346639" y="62924"/>
                  <a:pt x="350052" y="52863"/>
                  <a:pt x="356878" y="45382"/>
                </a:cubicBezTo>
                <a:cubicBezTo>
                  <a:pt x="363704" y="37900"/>
                  <a:pt x="371705" y="34159"/>
                  <a:pt x="380878" y="34159"/>
                </a:cubicBezTo>
                <a:cubicBezTo>
                  <a:pt x="388541" y="34159"/>
                  <a:pt x="395192" y="37302"/>
                  <a:pt x="400831" y="43589"/>
                </a:cubicBezTo>
                <a:cubicBezTo>
                  <a:pt x="406470" y="49876"/>
                  <a:pt x="409506" y="59198"/>
                  <a:pt x="409937" y="71555"/>
                </a:cubicBezTo>
                <a:moveTo>
                  <a:pt x="390025" y="66213"/>
                </a:moveTo>
                <a:cubicBezTo>
                  <a:pt x="390025" y="57525"/>
                  <a:pt x="389553" y="51562"/>
                  <a:pt x="388608" y="48324"/>
                </a:cubicBezTo>
                <a:cubicBezTo>
                  <a:pt x="387664" y="45086"/>
                  <a:pt x="386194" y="42631"/>
                  <a:pt x="384197" y="40958"/>
                </a:cubicBezTo>
                <a:cubicBezTo>
                  <a:pt x="383064" y="39987"/>
                  <a:pt x="381553" y="39501"/>
                  <a:pt x="379664" y="39501"/>
                </a:cubicBezTo>
                <a:cubicBezTo>
                  <a:pt x="376858" y="39501"/>
                  <a:pt x="374565" y="40877"/>
                  <a:pt x="372784" y="43629"/>
                </a:cubicBezTo>
                <a:cubicBezTo>
                  <a:pt x="369600" y="48432"/>
                  <a:pt x="368008" y="55016"/>
                  <a:pt x="368008" y="63380"/>
                </a:cubicBezTo>
                <a:lnTo>
                  <a:pt x="368008" y="66213"/>
                </a:lnTo>
                <a:lnTo>
                  <a:pt x="390025" y="66213"/>
                </a:lnTo>
                <a:close/>
                <a:moveTo>
                  <a:pt x="481194" y="92619"/>
                </a:moveTo>
                <a:lnTo>
                  <a:pt x="483704" y="94559"/>
                </a:lnTo>
                <a:cubicBezTo>
                  <a:pt x="480142" y="101272"/>
                  <a:pt x="475704" y="106267"/>
                  <a:pt x="470388" y="109544"/>
                </a:cubicBezTo>
                <a:cubicBezTo>
                  <a:pt x="465073" y="112819"/>
                  <a:pt x="459420" y="114456"/>
                  <a:pt x="453430" y="114456"/>
                </a:cubicBezTo>
                <a:cubicBezTo>
                  <a:pt x="443339" y="114456"/>
                  <a:pt x="435272" y="110648"/>
                  <a:pt x="429228" y="103033"/>
                </a:cubicBezTo>
                <a:cubicBezTo>
                  <a:pt x="423184" y="95415"/>
                  <a:pt x="420162" y="86259"/>
                  <a:pt x="420162" y="75565"/>
                </a:cubicBezTo>
                <a:cubicBezTo>
                  <a:pt x="420162" y="65246"/>
                  <a:pt x="422914" y="56171"/>
                  <a:pt x="428418" y="48339"/>
                </a:cubicBezTo>
                <a:cubicBezTo>
                  <a:pt x="435056" y="38886"/>
                  <a:pt x="444203" y="34159"/>
                  <a:pt x="455859" y="34159"/>
                </a:cubicBezTo>
                <a:cubicBezTo>
                  <a:pt x="463683" y="34159"/>
                  <a:pt x="469903" y="36134"/>
                  <a:pt x="474516" y="40085"/>
                </a:cubicBezTo>
                <a:cubicBezTo>
                  <a:pt x="479130" y="44035"/>
                  <a:pt x="481437" y="48445"/>
                  <a:pt x="481437" y="53315"/>
                </a:cubicBezTo>
                <a:cubicBezTo>
                  <a:pt x="481437" y="56399"/>
                  <a:pt x="480506" y="58861"/>
                  <a:pt x="478645" y="60701"/>
                </a:cubicBezTo>
                <a:cubicBezTo>
                  <a:pt x="476783" y="62541"/>
                  <a:pt x="474341" y="63461"/>
                  <a:pt x="471319" y="63461"/>
                </a:cubicBezTo>
                <a:cubicBezTo>
                  <a:pt x="468135" y="63461"/>
                  <a:pt x="465505" y="62405"/>
                  <a:pt x="463427" y="60294"/>
                </a:cubicBezTo>
                <a:cubicBezTo>
                  <a:pt x="461349" y="58181"/>
                  <a:pt x="460068" y="54417"/>
                  <a:pt x="459582" y="49002"/>
                </a:cubicBezTo>
                <a:cubicBezTo>
                  <a:pt x="459258" y="45590"/>
                  <a:pt x="458476" y="43208"/>
                  <a:pt x="457235" y="41854"/>
                </a:cubicBezTo>
                <a:cubicBezTo>
                  <a:pt x="455994" y="40501"/>
                  <a:pt x="454537" y="39825"/>
                  <a:pt x="452864" y="39825"/>
                </a:cubicBezTo>
                <a:cubicBezTo>
                  <a:pt x="450273" y="39825"/>
                  <a:pt x="448061" y="41201"/>
                  <a:pt x="446226" y="43953"/>
                </a:cubicBezTo>
                <a:cubicBezTo>
                  <a:pt x="443420" y="48108"/>
                  <a:pt x="442017" y="54476"/>
                  <a:pt x="442017" y="63056"/>
                </a:cubicBezTo>
                <a:cubicBezTo>
                  <a:pt x="442017" y="70179"/>
                  <a:pt x="443150" y="76992"/>
                  <a:pt x="445417" y="83495"/>
                </a:cubicBezTo>
                <a:cubicBezTo>
                  <a:pt x="447683" y="89997"/>
                  <a:pt x="450786" y="94840"/>
                  <a:pt x="454725" y="98024"/>
                </a:cubicBezTo>
                <a:cubicBezTo>
                  <a:pt x="457693" y="100345"/>
                  <a:pt x="461201" y="101505"/>
                  <a:pt x="465248" y="101505"/>
                </a:cubicBezTo>
                <a:cubicBezTo>
                  <a:pt x="467892" y="101505"/>
                  <a:pt x="470402" y="100886"/>
                  <a:pt x="472776" y="99648"/>
                </a:cubicBezTo>
                <a:cubicBezTo>
                  <a:pt x="475151" y="98409"/>
                  <a:pt x="477957" y="96065"/>
                  <a:pt x="481194" y="92619"/>
                </a:cubicBezTo>
                <a:close/>
                <a:moveTo>
                  <a:pt x="523068" y="8580"/>
                </a:moveTo>
                <a:lnTo>
                  <a:pt x="523068" y="36425"/>
                </a:lnTo>
                <a:lnTo>
                  <a:pt x="541038" y="36425"/>
                </a:lnTo>
                <a:lnTo>
                  <a:pt x="541038" y="44358"/>
                </a:lnTo>
                <a:lnTo>
                  <a:pt x="523068" y="44358"/>
                </a:lnTo>
                <a:lnTo>
                  <a:pt x="523068" y="91189"/>
                </a:lnTo>
                <a:cubicBezTo>
                  <a:pt x="523068" y="95572"/>
                  <a:pt x="523270" y="98399"/>
                  <a:pt x="523675" y="99671"/>
                </a:cubicBezTo>
                <a:cubicBezTo>
                  <a:pt x="524080" y="100942"/>
                  <a:pt x="524795" y="101971"/>
                  <a:pt x="525820" y="102757"/>
                </a:cubicBezTo>
                <a:cubicBezTo>
                  <a:pt x="526845" y="103541"/>
                  <a:pt x="527790" y="103933"/>
                  <a:pt x="528653" y="103933"/>
                </a:cubicBezTo>
                <a:cubicBezTo>
                  <a:pt x="532161" y="103933"/>
                  <a:pt x="535479" y="101235"/>
                  <a:pt x="538609" y="95839"/>
                </a:cubicBezTo>
                <a:lnTo>
                  <a:pt x="541038" y="97637"/>
                </a:lnTo>
                <a:cubicBezTo>
                  <a:pt x="536667" y="108094"/>
                  <a:pt x="529570" y="113323"/>
                  <a:pt x="519749" y="113323"/>
                </a:cubicBezTo>
                <a:cubicBezTo>
                  <a:pt x="514946" y="113323"/>
                  <a:pt x="510886" y="111983"/>
                  <a:pt x="507567" y="109303"/>
                </a:cubicBezTo>
                <a:cubicBezTo>
                  <a:pt x="504248" y="106622"/>
                  <a:pt x="502130" y="103630"/>
                  <a:pt x="501213" y="100326"/>
                </a:cubicBezTo>
                <a:cubicBezTo>
                  <a:pt x="500673" y="98485"/>
                  <a:pt x="500403" y="93502"/>
                  <a:pt x="500403" y="85379"/>
                </a:cubicBezTo>
                <a:lnTo>
                  <a:pt x="500403" y="44358"/>
                </a:lnTo>
                <a:lnTo>
                  <a:pt x="490528" y="44358"/>
                </a:lnTo>
                <a:lnTo>
                  <a:pt x="490528" y="41517"/>
                </a:lnTo>
                <a:cubicBezTo>
                  <a:pt x="497327" y="36704"/>
                  <a:pt x="503115" y="31648"/>
                  <a:pt x="507891" y="26348"/>
                </a:cubicBezTo>
                <a:cubicBezTo>
                  <a:pt x="512666" y="21047"/>
                  <a:pt x="516835" y="15125"/>
                  <a:pt x="520397" y="8580"/>
                </a:cubicBezTo>
                <a:lnTo>
                  <a:pt x="523068" y="8580"/>
                </a:lnTo>
                <a:close/>
                <a:moveTo>
                  <a:pt x="618986" y="104500"/>
                </a:moveTo>
                <a:lnTo>
                  <a:pt x="618986" y="132588"/>
                </a:lnTo>
                <a:cubicBezTo>
                  <a:pt x="618986" y="136525"/>
                  <a:pt x="619296" y="139205"/>
                  <a:pt x="619917" y="140626"/>
                </a:cubicBezTo>
                <a:cubicBezTo>
                  <a:pt x="620537" y="142050"/>
                  <a:pt x="621495" y="143089"/>
                  <a:pt x="622790" y="143745"/>
                </a:cubicBezTo>
                <a:cubicBezTo>
                  <a:pt x="624085" y="144401"/>
                  <a:pt x="626621" y="144729"/>
                  <a:pt x="630399" y="144729"/>
                </a:cubicBezTo>
                <a:lnTo>
                  <a:pt x="630399" y="147643"/>
                </a:lnTo>
                <a:lnTo>
                  <a:pt x="587255" y="147643"/>
                </a:lnTo>
                <a:lnTo>
                  <a:pt x="587255" y="144729"/>
                </a:lnTo>
                <a:cubicBezTo>
                  <a:pt x="590601" y="144620"/>
                  <a:pt x="593083" y="143663"/>
                  <a:pt x="594702" y="141858"/>
                </a:cubicBezTo>
                <a:cubicBezTo>
                  <a:pt x="595781" y="140602"/>
                  <a:pt x="596321" y="137350"/>
                  <a:pt x="596321" y="132102"/>
                </a:cubicBezTo>
                <a:lnTo>
                  <a:pt x="596321" y="52290"/>
                </a:lnTo>
                <a:cubicBezTo>
                  <a:pt x="596321" y="46881"/>
                  <a:pt x="595701" y="43424"/>
                  <a:pt x="594459" y="41922"/>
                </a:cubicBezTo>
                <a:cubicBezTo>
                  <a:pt x="593218" y="40419"/>
                  <a:pt x="590817" y="39558"/>
                  <a:pt x="587255" y="39339"/>
                </a:cubicBezTo>
                <a:lnTo>
                  <a:pt x="587255" y="36425"/>
                </a:lnTo>
                <a:lnTo>
                  <a:pt x="618986" y="36425"/>
                </a:lnTo>
                <a:lnTo>
                  <a:pt x="618986" y="46381"/>
                </a:lnTo>
                <a:cubicBezTo>
                  <a:pt x="621630" y="42496"/>
                  <a:pt x="624328" y="39690"/>
                  <a:pt x="627080" y="37963"/>
                </a:cubicBezTo>
                <a:cubicBezTo>
                  <a:pt x="631019" y="35427"/>
                  <a:pt x="635310" y="34159"/>
                  <a:pt x="639950" y="34159"/>
                </a:cubicBezTo>
                <a:cubicBezTo>
                  <a:pt x="645509" y="34159"/>
                  <a:pt x="650568" y="35914"/>
                  <a:pt x="655128" y="39425"/>
                </a:cubicBezTo>
                <a:cubicBezTo>
                  <a:pt x="659687" y="42936"/>
                  <a:pt x="663155" y="47784"/>
                  <a:pt x="665529" y="53970"/>
                </a:cubicBezTo>
                <a:cubicBezTo>
                  <a:pt x="667903" y="60155"/>
                  <a:pt x="669090" y="66813"/>
                  <a:pt x="669090" y="73943"/>
                </a:cubicBezTo>
                <a:cubicBezTo>
                  <a:pt x="669090" y="81613"/>
                  <a:pt x="667863" y="88621"/>
                  <a:pt x="665408" y="94969"/>
                </a:cubicBezTo>
                <a:cubicBezTo>
                  <a:pt x="662952" y="101316"/>
                  <a:pt x="659391" y="106151"/>
                  <a:pt x="654723" y="109473"/>
                </a:cubicBezTo>
                <a:cubicBezTo>
                  <a:pt x="650055" y="112795"/>
                  <a:pt x="644861" y="114456"/>
                  <a:pt x="639141" y="114456"/>
                </a:cubicBezTo>
                <a:cubicBezTo>
                  <a:pt x="634986" y="114456"/>
                  <a:pt x="631100" y="113539"/>
                  <a:pt x="627485" y="111704"/>
                </a:cubicBezTo>
                <a:cubicBezTo>
                  <a:pt x="624787" y="110301"/>
                  <a:pt x="621954" y="107899"/>
                  <a:pt x="618986" y="104500"/>
                </a:cubicBezTo>
                <a:moveTo>
                  <a:pt x="618986" y="96312"/>
                </a:moveTo>
                <a:cubicBezTo>
                  <a:pt x="623626" y="102904"/>
                  <a:pt x="628591" y="106200"/>
                  <a:pt x="633880" y="106200"/>
                </a:cubicBezTo>
                <a:cubicBezTo>
                  <a:pt x="636794" y="106200"/>
                  <a:pt x="639195" y="104660"/>
                  <a:pt x="641084" y="101581"/>
                </a:cubicBezTo>
                <a:cubicBezTo>
                  <a:pt x="643890" y="97041"/>
                  <a:pt x="645293" y="88395"/>
                  <a:pt x="645293" y="75643"/>
                </a:cubicBezTo>
                <a:cubicBezTo>
                  <a:pt x="645293" y="62567"/>
                  <a:pt x="643755" y="53624"/>
                  <a:pt x="640679" y="48815"/>
                </a:cubicBezTo>
                <a:cubicBezTo>
                  <a:pt x="638628" y="45628"/>
                  <a:pt x="635876" y="44034"/>
                  <a:pt x="632422" y="44034"/>
                </a:cubicBezTo>
                <a:cubicBezTo>
                  <a:pt x="626972" y="44034"/>
                  <a:pt x="622493" y="47978"/>
                  <a:pt x="618986" y="55867"/>
                </a:cubicBezTo>
                <a:lnTo>
                  <a:pt x="618986" y="96312"/>
                </a:lnTo>
                <a:close/>
                <a:moveTo>
                  <a:pt x="713262" y="36425"/>
                </a:moveTo>
                <a:lnTo>
                  <a:pt x="713262" y="53585"/>
                </a:lnTo>
                <a:cubicBezTo>
                  <a:pt x="718281" y="45761"/>
                  <a:pt x="722679" y="40567"/>
                  <a:pt x="726456" y="38004"/>
                </a:cubicBezTo>
                <a:cubicBezTo>
                  <a:pt x="730233" y="35440"/>
                  <a:pt x="733876" y="34159"/>
                  <a:pt x="737384" y="34159"/>
                </a:cubicBezTo>
                <a:cubicBezTo>
                  <a:pt x="740406" y="34159"/>
                  <a:pt x="742820" y="35093"/>
                  <a:pt x="744628" y="36961"/>
                </a:cubicBezTo>
                <a:cubicBezTo>
                  <a:pt x="746436" y="38830"/>
                  <a:pt x="747340" y="41470"/>
                  <a:pt x="747340" y="44881"/>
                </a:cubicBezTo>
                <a:cubicBezTo>
                  <a:pt x="747340" y="48510"/>
                  <a:pt x="746463" y="51327"/>
                  <a:pt x="744709" y="53333"/>
                </a:cubicBezTo>
                <a:cubicBezTo>
                  <a:pt x="742955" y="55336"/>
                  <a:pt x="740837" y="56338"/>
                  <a:pt x="738355" y="56338"/>
                </a:cubicBezTo>
                <a:cubicBezTo>
                  <a:pt x="735495" y="56338"/>
                  <a:pt x="733013" y="55420"/>
                  <a:pt x="730908" y="53585"/>
                </a:cubicBezTo>
                <a:cubicBezTo>
                  <a:pt x="728803" y="51751"/>
                  <a:pt x="727562" y="50725"/>
                  <a:pt x="727185" y="50510"/>
                </a:cubicBezTo>
                <a:cubicBezTo>
                  <a:pt x="726645" y="50186"/>
                  <a:pt x="726024" y="50024"/>
                  <a:pt x="725323" y="50024"/>
                </a:cubicBezTo>
                <a:cubicBezTo>
                  <a:pt x="723758" y="50024"/>
                  <a:pt x="722274" y="50617"/>
                  <a:pt x="720871" y="51805"/>
                </a:cubicBezTo>
                <a:cubicBezTo>
                  <a:pt x="718658" y="53639"/>
                  <a:pt x="716985" y="56257"/>
                  <a:pt x="715852" y="59656"/>
                </a:cubicBezTo>
                <a:cubicBezTo>
                  <a:pt x="714125" y="64891"/>
                  <a:pt x="713262" y="70665"/>
                  <a:pt x="713262" y="76979"/>
                </a:cubicBezTo>
                <a:lnTo>
                  <a:pt x="713262" y="94382"/>
                </a:lnTo>
                <a:lnTo>
                  <a:pt x="713343" y="98915"/>
                </a:lnTo>
                <a:cubicBezTo>
                  <a:pt x="713343" y="101990"/>
                  <a:pt x="713532" y="103960"/>
                  <a:pt x="713910" y="104824"/>
                </a:cubicBezTo>
                <a:cubicBezTo>
                  <a:pt x="714557" y="106281"/>
                  <a:pt x="715515" y="107346"/>
                  <a:pt x="716783" y="108021"/>
                </a:cubicBezTo>
                <a:cubicBezTo>
                  <a:pt x="718051" y="108695"/>
                  <a:pt x="720196" y="109114"/>
                  <a:pt x="723218" y="109276"/>
                </a:cubicBezTo>
                <a:lnTo>
                  <a:pt x="723218" y="112190"/>
                </a:lnTo>
                <a:lnTo>
                  <a:pt x="682341" y="112190"/>
                </a:lnTo>
                <a:lnTo>
                  <a:pt x="682341" y="109276"/>
                </a:lnTo>
                <a:cubicBezTo>
                  <a:pt x="685633" y="109006"/>
                  <a:pt x="687859" y="108102"/>
                  <a:pt x="689019" y="106564"/>
                </a:cubicBezTo>
                <a:cubicBezTo>
                  <a:pt x="690179" y="105026"/>
                  <a:pt x="690759" y="100965"/>
                  <a:pt x="690759" y="94382"/>
                </a:cubicBezTo>
                <a:lnTo>
                  <a:pt x="690759" y="52452"/>
                </a:lnTo>
                <a:cubicBezTo>
                  <a:pt x="690759" y="48108"/>
                  <a:pt x="690544" y="45339"/>
                  <a:pt x="690112" y="44145"/>
                </a:cubicBezTo>
                <a:cubicBezTo>
                  <a:pt x="689572" y="42624"/>
                  <a:pt x="688790" y="41511"/>
                  <a:pt x="687764" y="40806"/>
                </a:cubicBezTo>
                <a:cubicBezTo>
                  <a:pt x="686739" y="40100"/>
                  <a:pt x="684931" y="39611"/>
                  <a:pt x="682341" y="39339"/>
                </a:cubicBezTo>
                <a:lnTo>
                  <a:pt x="682341" y="36425"/>
                </a:lnTo>
                <a:lnTo>
                  <a:pt x="713262" y="36425"/>
                </a:lnTo>
                <a:close/>
                <a:moveTo>
                  <a:pt x="816583" y="71555"/>
                </a:moveTo>
                <a:lnTo>
                  <a:pt x="775059" y="71555"/>
                </a:lnTo>
                <a:cubicBezTo>
                  <a:pt x="775544" y="81619"/>
                  <a:pt x="778216" y="89573"/>
                  <a:pt x="783072" y="95416"/>
                </a:cubicBezTo>
                <a:cubicBezTo>
                  <a:pt x="786796" y="99907"/>
                  <a:pt x="791275" y="102152"/>
                  <a:pt x="796509" y="102152"/>
                </a:cubicBezTo>
                <a:cubicBezTo>
                  <a:pt x="799747" y="102152"/>
                  <a:pt x="802688" y="101248"/>
                  <a:pt x="805332" y="99441"/>
                </a:cubicBezTo>
                <a:cubicBezTo>
                  <a:pt x="807976" y="97633"/>
                  <a:pt x="810809" y="94382"/>
                  <a:pt x="813831" y="89687"/>
                </a:cubicBezTo>
                <a:lnTo>
                  <a:pt x="816583" y="91468"/>
                </a:lnTo>
                <a:cubicBezTo>
                  <a:pt x="812482" y="99832"/>
                  <a:pt x="807949" y="105754"/>
                  <a:pt x="802985" y="109235"/>
                </a:cubicBezTo>
                <a:cubicBezTo>
                  <a:pt x="798020" y="112716"/>
                  <a:pt x="792273" y="114456"/>
                  <a:pt x="785743" y="114456"/>
                </a:cubicBezTo>
                <a:cubicBezTo>
                  <a:pt x="774519" y="114456"/>
                  <a:pt x="766020" y="110135"/>
                  <a:pt x="760246" y="101492"/>
                </a:cubicBezTo>
                <a:cubicBezTo>
                  <a:pt x="755605" y="94524"/>
                  <a:pt x="753285" y="85882"/>
                  <a:pt x="753285" y="75565"/>
                </a:cubicBezTo>
                <a:cubicBezTo>
                  <a:pt x="753285" y="62924"/>
                  <a:pt x="756698" y="52863"/>
                  <a:pt x="763524" y="45382"/>
                </a:cubicBezTo>
                <a:cubicBezTo>
                  <a:pt x="770350" y="37900"/>
                  <a:pt x="778350" y="34159"/>
                  <a:pt x="787524" y="34159"/>
                </a:cubicBezTo>
                <a:cubicBezTo>
                  <a:pt x="795187" y="34159"/>
                  <a:pt x="801838" y="37302"/>
                  <a:pt x="807477" y="43589"/>
                </a:cubicBezTo>
                <a:cubicBezTo>
                  <a:pt x="813116" y="49876"/>
                  <a:pt x="816152" y="59198"/>
                  <a:pt x="816583" y="71555"/>
                </a:cubicBezTo>
                <a:moveTo>
                  <a:pt x="796671" y="66213"/>
                </a:moveTo>
                <a:cubicBezTo>
                  <a:pt x="796671" y="57525"/>
                  <a:pt x="796199" y="51562"/>
                  <a:pt x="795254" y="48324"/>
                </a:cubicBezTo>
                <a:cubicBezTo>
                  <a:pt x="794310" y="45086"/>
                  <a:pt x="792840" y="42631"/>
                  <a:pt x="790843" y="40958"/>
                </a:cubicBezTo>
                <a:cubicBezTo>
                  <a:pt x="789710" y="39987"/>
                  <a:pt x="788199" y="39501"/>
                  <a:pt x="786310" y="39501"/>
                </a:cubicBezTo>
                <a:cubicBezTo>
                  <a:pt x="783504" y="39501"/>
                  <a:pt x="781211" y="40877"/>
                  <a:pt x="779430" y="43629"/>
                </a:cubicBezTo>
                <a:cubicBezTo>
                  <a:pt x="776246" y="48432"/>
                  <a:pt x="774654" y="55016"/>
                  <a:pt x="774654" y="63380"/>
                </a:cubicBezTo>
                <a:lnTo>
                  <a:pt x="774654" y="66213"/>
                </a:lnTo>
                <a:lnTo>
                  <a:pt x="796671" y="66213"/>
                </a:lnTo>
                <a:close/>
                <a:moveTo>
                  <a:pt x="899657" y="2428"/>
                </a:moveTo>
                <a:lnTo>
                  <a:pt x="899657" y="89525"/>
                </a:lnTo>
                <a:cubicBezTo>
                  <a:pt x="899657" y="95348"/>
                  <a:pt x="899819" y="98793"/>
                  <a:pt x="900143" y="99861"/>
                </a:cubicBezTo>
                <a:cubicBezTo>
                  <a:pt x="900575" y="101625"/>
                  <a:pt x="901398" y="102934"/>
                  <a:pt x="902612" y="103789"/>
                </a:cubicBezTo>
                <a:cubicBezTo>
                  <a:pt x="903826" y="104642"/>
                  <a:pt x="905944" y="105176"/>
                  <a:pt x="908966" y="105390"/>
                </a:cubicBezTo>
                <a:lnTo>
                  <a:pt x="908966" y="108304"/>
                </a:lnTo>
                <a:lnTo>
                  <a:pt x="876993" y="114456"/>
                </a:lnTo>
                <a:lnTo>
                  <a:pt x="876993" y="102476"/>
                </a:lnTo>
                <a:cubicBezTo>
                  <a:pt x="873162" y="107117"/>
                  <a:pt x="869748" y="110274"/>
                  <a:pt x="866753" y="111947"/>
                </a:cubicBezTo>
                <a:cubicBezTo>
                  <a:pt x="863758" y="113620"/>
                  <a:pt x="860372" y="114456"/>
                  <a:pt x="856595" y="114456"/>
                </a:cubicBezTo>
                <a:cubicBezTo>
                  <a:pt x="846935" y="114456"/>
                  <a:pt x="839300" y="110135"/>
                  <a:pt x="833687" y="101492"/>
                </a:cubicBezTo>
                <a:cubicBezTo>
                  <a:pt x="829155" y="94470"/>
                  <a:pt x="826888" y="85855"/>
                  <a:pt x="826888" y="75645"/>
                </a:cubicBezTo>
                <a:cubicBezTo>
                  <a:pt x="826888" y="67489"/>
                  <a:pt x="828291" y="60182"/>
                  <a:pt x="831097" y="53727"/>
                </a:cubicBezTo>
                <a:cubicBezTo>
                  <a:pt x="833903" y="47272"/>
                  <a:pt x="837748" y="42397"/>
                  <a:pt x="842632" y="39101"/>
                </a:cubicBezTo>
                <a:cubicBezTo>
                  <a:pt x="847515" y="35806"/>
                  <a:pt x="852763" y="34159"/>
                  <a:pt x="858376" y="34159"/>
                </a:cubicBezTo>
                <a:cubicBezTo>
                  <a:pt x="861991" y="34159"/>
                  <a:pt x="865202" y="34866"/>
                  <a:pt x="868008" y="36281"/>
                </a:cubicBezTo>
                <a:cubicBezTo>
                  <a:pt x="870814" y="37696"/>
                  <a:pt x="873809" y="40172"/>
                  <a:pt x="876993" y="43710"/>
                </a:cubicBezTo>
                <a:lnTo>
                  <a:pt x="876993" y="20884"/>
                </a:lnTo>
                <a:cubicBezTo>
                  <a:pt x="876993" y="15110"/>
                  <a:pt x="876750" y="11629"/>
                  <a:pt x="876264" y="10442"/>
                </a:cubicBezTo>
                <a:cubicBezTo>
                  <a:pt x="875617" y="8877"/>
                  <a:pt x="874645" y="7717"/>
                  <a:pt x="873350" y="6961"/>
                </a:cubicBezTo>
                <a:cubicBezTo>
                  <a:pt x="872055" y="6206"/>
                  <a:pt x="869627" y="5828"/>
                  <a:pt x="866065" y="5828"/>
                </a:cubicBezTo>
                <a:lnTo>
                  <a:pt x="866065" y="2428"/>
                </a:lnTo>
                <a:lnTo>
                  <a:pt x="899657" y="2428"/>
                </a:lnTo>
                <a:moveTo>
                  <a:pt x="876993" y="53585"/>
                </a:moveTo>
                <a:cubicBezTo>
                  <a:pt x="873000" y="46031"/>
                  <a:pt x="868116" y="42253"/>
                  <a:pt x="862342" y="42253"/>
                </a:cubicBezTo>
                <a:cubicBezTo>
                  <a:pt x="860345" y="42253"/>
                  <a:pt x="858699" y="42793"/>
                  <a:pt x="857404" y="43872"/>
                </a:cubicBezTo>
                <a:cubicBezTo>
                  <a:pt x="855408" y="45545"/>
                  <a:pt x="853775" y="48486"/>
                  <a:pt x="852507" y="52695"/>
                </a:cubicBezTo>
                <a:cubicBezTo>
                  <a:pt x="851239" y="56904"/>
                  <a:pt x="850605" y="63353"/>
                  <a:pt x="850605" y="72041"/>
                </a:cubicBezTo>
                <a:cubicBezTo>
                  <a:pt x="850605" y="81592"/>
                  <a:pt x="851306" y="88662"/>
                  <a:pt x="852709" y="93248"/>
                </a:cubicBezTo>
                <a:cubicBezTo>
                  <a:pt x="854112" y="97835"/>
                  <a:pt x="856028" y="101154"/>
                  <a:pt x="858457" y="103205"/>
                </a:cubicBezTo>
                <a:cubicBezTo>
                  <a:pt x="859698" y="104230"/>
                  <a:pt x="861398" y="104743"/>
                  <a:pt x="863556" y="104743"/>
                </a:cubicBezTo>
                <a:cubicBezTo>
                  <a:pt x="868305" y="104743"/>
                  <a:pt x="872784" y="101007"/>
                  <a:pt x="876993" y="93537"/>
                </a:cubicBezTo>
                <a:lnTo>
                  <a:pt x="876993" y="53585"/>
                </a:lnTo>
                <a:close/>
                <a:moveTo>
                  <a:pt x="936462" y="0"/>
                </a:moveTo>
                <a:cubicBezTo>
                  <a:pt x="939969" y="0"/>
                  <a:pt x="942937" y="1232"/>
                  <a:pt x="945366" y="3696"/>
                </a:cubicBezTo>
                <a:cubicBezTo>
                  <a:pt x="947794" y="6158"/>
                  <a:pt x="949008" y="9121"/>
                  <a:pt x="949008" y="12587"/>
                </a:cubicBezTo>
                <a:cubicBezTo>
                  <a:pt x="949008" y="16052"/>
                  <a:pt x="947781" y="19003"/>
                  <a:pt x="945325" y="21440"/>
                </a:cubicBezTo>
                <a:cubicBezTo>
                  <a:pt x="942870" y="23875"/>
                  <a:pt x="939915" y="25093"/>
                  <a:pt x="936462" y="25093"/>
                </a:cubicBezTo>
                <a:cubicBezTo>
                  <a:pt x="933008" y="25093"/>
                  <a:pt x="930067" y="23875"/>
                  <a:pt x="927639" y="21440"/>
                </a:cubicBezTo>
                <a:cubicBezTo>
                  <a:pt x="925211" y="19003"/>
                  <a:pt x="923996" y="16052"/>
                  <a:pt x="923996" y="12587"/>
                </a:cubicBezTo>
                <a:cubicBezTo>
                  <a:pt x="923996" y="9121"/>
                  <a:pt x="925211" y="6158"/>
                  <a:pt x="927639" y="3696"/>
                </a:cubicBezTo>
                <a:cubicBezTo>
                  <a:pt x="930067" y="1232"/>
                  <a:pt x="933008" y="0"/>
                  <a:pt x="936462" y="0"/>
                </a:cubicBezTo>
                <a:moveTo>
                  <a:pt x="947794" y="36425"/>
                </a:moveTo>
                <a:lnTo>
                  <a:pt x="947794" y="96486"/>
                </a:lnTo>
                <a:cubicBezTo>
                  <a:pt x="947794" y="101829"/>
                  <a:pt x="948415" y="105242"/>
                  <a:pt x="949656" y="106726"/>
                </a:cubicBezTo>
                <a:cubicBezTo>
                  <a:pt x="950897" y="108210"/>
                  <a:pt x="953325" y="109060"/>
                  <a:pt x="956941" y="109276"/>
                </a:cubicBezTo>
                <a:lnTo>
                  <a:pt x="956941" y="112190"/>
                </a:lnTo>
                <a:lnTo>
                  <a:pt x="916064" y="112190"/>
                </a:lnTo>
                <a:lnTo>
                  <a:pt x="916064" y="109276"/>
                </a:lnTo>
                <a:cubicBezTo>
                  <a:pt x="919409" y="109168"/>
                  <a:pt x="921892" y="108196"/>
                  <a:pt x="923511" y="106361"/>
                </a:cubicBezTo>
                <a:cubicBezTo>
                  <a:pt x="924590" y="105120"/>
                  <a:pt x="925130" y="101829"/>
                  <a:pt x="925130" y="96486"/>
                </a:cubicBezTo>
                <a:lnTo>
                  <a:pt x="925130" y="52290"/>
                </a:lnTo>
                <a:cubicBezTo>
                  <a:pt x="925130" y="46881"/>
                  <a:pt x="924509" y="43424"/>
                  <a:pt x="923268" y="41922"/>
                </a:cubicBezTo>
                <a:cubicBezTo>
                  <a:pt x="922027" y="40419"/>
                  <a:pt x="919625" y="39558"/>
                  <a:pt x="916064" y="39339"/>
                </a:cubicBezTo>
                <a:lnTo>
                  <a:pt x="916064" y="36425"/>
                </a:lnTo>
                <a:lnTo>
                  <a:pt x="947794" y="36425"/>
                </a:lnTo>
                <a:close/>
                <a:moveTo>
                  <a:pt x="1026096" y="92619"/>
                </a:moveTo>
                <a:lnTo>
                  <a:pt x="1028605" y="94559"/>
                </a:lnTo>
                <a:cubicBezTo>
                  <a:pt x="1025044" y="101272"/>
                  <a:pt x="1020605" y="106267"/>
                  <a:pt x="1015290" y="109544"/>
                </a:cubicBezTo>
                <a:cubicBezTo>
                  <a:pt x="1009974" y="112819"/>
                  <a:pt x="1004322" y="114456"/>
                  <a:pt x="998332" y="114456"/>
                </a:cubicBezTo>
                <a:cubicBezTo>
                  <a:pt x="988241" y="114456"/>
                  <a:pt x="980173" y="110648"/>
                  <a:pt x="974129" y="103033"/>
                </a:cubicBezTo>
                <a:cubicBezTo>
                  <a:pt x="968085" y="95415"/>
                  <a:pt x="965064" y="86259"/>
                  <a:pt x="965064" y="75565"/>
                </a:cubicBezTo>
                <a:cubicBezTo>
                  <a:pt x="965064" y="65246"/>
                  <a:pt x="967816" y="56171"/>
                  <a:pt x="973320" y="48339"/>
                </a:cubicBezTo>
                <a:cubicBezTo>
                  <a:pt x="979957" y="38886"/>
                  <a:pt x="989104" y="34159"/>
                  <a:pt x="1000760" y="34159"/>
                </a:cubicBezTo>
                <a:cubicBezTo>
                  <a:pt x="1008585" y="34159"/>
                  <a:pt x="1014804" y="36134"/>
                  <a:pt x="1019418" y="40085"/>
                </a:cubicBezTo>
                <a:cubicBezTo>
                  <a:pt x="1024032" y="44035"/>
                  <a:pt x="1026339" y="48445"/>
                  <a:pt x="1026339" y="53315"/>
                </a:cubicBezTo>
                <a:cubicBezTo>
                  <a:pt x="1026339" y="56399"/>
                  <a:pt x="1025408" y="58861"/>
                  <a:pt x="1023546" y="60701"/>
                </a:cubicBezTo>
                <a:cubicBezTo>
                  <a:pt x="1021684" y="62541"/>
                  <a:pt x="1019243" y="63461"/>
                  <a:pt x="1016221" y="63461"/>
                </a:cubicBezTo>
                <a:cubicBezTo>
                  <a:pt x="1013037" y="63461"/>
                  <a:pt x="1010406" y="62405"/>
                  <a:pt x="1008329" y="60294"/>
                </a:cubicBezTo>
                <a:cubicBezTo>
                  <a:pt x="1006251" y="58181"/>
                  <a:pt x="1004969" y="54417"/>
                  <a:pt x="1004484" y="49002"/>
                </a:cubicBezTo>
                <a:cubicBezTo>
                  <a:pt x="1004160" y="45590"/>
                  <a:pt x="1003377" y="43208"/>
                  <a:pt x="1002136" y="41854"/>
                </a:cubicBezTo>
                <a:cubicBezTo>
                  <a:pt x="1000895" y="40501"/>
                  <a:pt x="999438" y="39825"/>
                  <a:pt x="997765" y="39825"/>
                </a:cubicBezTo>
                <a:cubicBezTo>
                  <a:pt x="995175" y="39825"/>
                  <a:pt x="992963" y="41201"/>
                  <a:pt x="991128" y="43953"/>
                </a:cubicBezTo>
                <a:cubicBezTo>
                  <a:pt x="988322" y="48108"/>
                  <a:pt x="986919" y="54476"/>
                  <a:pt x="986919" y="63056"/>
                </a:cubicBezTo>
                <a:cubicBezTo>
                  <a:pt x="986919" y="70179"/>
                  <a:pt x="988052" y="76992"/>
                  <a:pt x="990318" y="83495"/>
                </a:cubicBezTo>
                <a:cubicBezTo>
                  <a:pt x="992585" y="89997"/>
                  <a:pt x="995688" y="94840"/>
                  <a:pt x="999627" y="98024"/>
                </a:cubicBezTo>
                <a:cubicBezTo>
                  <a:pt x="1002595" y="100345"/>
                  <a:pt x="1006103" y="101505"/>
                  <a:pt x="1010150" y="101505"/>
                </a:cubicBezTo>
                <a:cubicBezTo>
                  <a:pt x="1012794" y="101505"/>
                  <a:pt x="1015303" y="100886"/>
                  <a:pt x="1017678" y="99648"/>
                </a:cubicBezTo>
                <a:cubicBezTo>
                  <a:pt x="1020052" y="98409"/>
                  <a:pt x="1022858" y="96065"/>
                  <a:pt x="1026096" y="92619"/>
                </a:cubicBezTo>
                <a:close/>
                <a:moveTo>
                  <a:pt x="1079706" y="101019"/>
                </a:moveTo>
                <a:cubicBezTo>
                  <a:pt x="1070478" y="109222"/>
                  <a:pt x="1062195" y="113323"/>
                  <a:pt x="1054856" y="113323"/>
                </a:cubicBezTo>
                <a:cubicBezTo>
                  <a:pt x="1050539" y="113323"/>
                  <a:pt x="1046950" y="111902"/>
                  <a:pt x="1044090" y="109061"/>
                </a:cubicBezTo>
                <a:cubicBezTo>
                  <a:pt x="1041230" y="106217"/>
                  <a:pt x="1039800" y="102657"/>
                  <a:pt x="1039800" y="98381"/>
                </a:cubicBezTo>
                <a:cubicBezTo>
                  <a:pt x="1039800" y="92587"/>
                  <a:pt x="1042283" y="87375"/>
                  <a:pt x="1047247" y="82746"/>
                </a:cubicBezTo>
                <a:cubicBezTo>
                  <a:pt x="1052212" y="78117"/>
                  <a:pt x="1063031" y="71958"/>
                  <a:pt x="1079706" y="64270"/>
                </a:cubicBezTo>
                <a:lnTo>
                  <a:pt x="1079706" y="56661"/>
                </a:lnTo>
                <a:cubicBezTo>
                  <a:pt x="1079706" y="50941"/>
                  <a:pt x="1079396" y="47339"/>
                  <a:pt x="1078775" y="45855"/>
                </a:cubicBezTo>
                <a:cubicBezTo>
                  <a:pt x="1078155" y="44371"/>
                  <a:pt x="1076981" y="43076"/>
                  <a:pt x="1075254" y="41970"/>
                </a:cubicBezTo>
                <a:cubicBezTo>
                  <a:pt x="1073527" y="40864"/>
                  <a:pt x="1071585" y="40311"/>
                  <a:pt x="1069426" y="40311"/>
                </a:cubicBezTo>
                <a:cubicBezTo>
                  <a:pt x="1065918" y="40311"/>
                  <a:pt x="1063031" y="41093"/>
                  <a:pt x="1060765" y="42658"/>
                </a:cubicBezTo>
                <a:cubicBezTo>
                  <a:pt x="1059362" y="43629"/>
                  <a:pt x="1058660" y="44762"/>
                  <a:pt x="1058660" y="46058"/>
                </a:cubicBezTo>
                <a:cubicBezTo>
                  <a:pt x="1058660" y="47191"/>
                  <a:pt x="1059416" y="48594"/>
                  <a:pt x="1060927" y="50267"/>
                </a:cubicBezTo>
                <a:cubicBezTo>
                  <a:pt x="1062977" y="52587"/>
                  <a:pt x="1064003" y="54827"/>
                  <a:pt x="1064003" y="56985"/>
                </a:cubicBezTo>
                <a:cubicBezTo>
                  <a:pt x="1064003" y="59629"/>
                  <a:pt x="1063018" y="61882"/>
                  <a:pt x="1061048" y="63744"/>
                </a:cubicBezTo>
                <a:cubicBezTo>
                  <a:pt x="1059079" y="65606"/>
                  <a:pt x="1056502" y="66537"/>
                  <a:pt x="1053318" y="66537"/>
                </a:cubicBezTo>
                <a:cubicBezTo>
                  <a:pt x="1049918" y="66537"/>
                  <a:pt x="1047072" y="65511"/>
                  <a:pt x="1044778" y="63461"/>
                </a:cubicBezTo>
                <a:cubicBezTo>
                  <a:pt x="1042485" y="61410"/>
                  <a:pt x="1041338" y="59009"/>
                  <a:pt x="1041338" y="56257"/>
                </a:cubicBezTo>
                <a:cubicBezTo>
                  <a:pt x="1041338" y="52371"/>
                  <a:pt x="1042876" y="48661"/>
                  <a:pt x="1045952" y="45127"/>
                </a:cubicBezTo>
                <a:cubicBezTo>
                  <a:pt x="1049028" y="41592"/>
                  <a:pt x="1053318" y="38880"/>
                  <a:pt x="1058822" y="36992"/>
                </a:cubicBezTo>
                <a:cubicBezTo>
                  <a:pt x="1064327" y="35103"/>
                  <a:pt x="1070047" y="34159"/>
                  <a:pt x="1075983" y="34159"/>
                </a:cubicBezTo>
                <a:cubicBezTo>
                  <a:pt x="1083160" y="34159"/>
                  <a:pt x="1088839" y="35687"/>
                  <a:pt x="1093021" y="38745"/>
                </a:cubicBezTo>
                <a:cubicBezTo>
                  <a:pt x="1097204" y="41800"/>
                  <a:pt x="1099915" y="45113"/>
                  <a:pt x="1101156" y="48683"/>
                </a:cubicBezTo>
                <a:cubicBezTo>
                  <a:pt x="1101912" y="50955"/>
                  <a:pt x="1102290" y="56174"/>
                  <a:pt x="1102290" y="64341"/>
                </a:cubicBezTo>
                <a:lnTo>
                  <a:pt x="1102290" y="93792"/>
                </a:lnTo>
                <a:cubicBezTo>
                  <a:pt x="1102290" y="97254"/>
                  <a:pt x="1102425" y="99432"/>
                  <a:pt x="1102694" y="100326"/>
                </a:cubicBezTo>
                <a:cubicBezTo>
                  <a:pt x="1102964" y="101218"/>
                  <a:pt x="1103369" y="101881"/>
                  <a:pt x="1103909" y="102314"/>
                </a:cubicBezTo>
                <a:cubicBezTo>
                  <a:pt x="1104448" y="102746"/>
                  <a:pt x="1105069" y="102962"/>
                  <a:pt x="1105770" y="102962"/>
                </a:cubicBezTo>
                <a:cubicBezTo>
                  <a:pt x="1107173" y="102962"/>
                  <a:pt x="1108603" y="101963"/>
                  <a:pt x="1110060" y="99967"/>
                </a:cubicBezTo>
                <a:lnTo>
                  <a:pt x="1112489" y="101910"/>
                </a:lnTo>
                <a:cubicBezTo>
                  <a:pt x="1109791" y="105903"/>
                  <a:pt x="1106998" y="108803"/>
                  <a:pt x="1104111" y="110611"/>
                </a:cubicBezTo>
                <a:cubicBezTo>
                  <a:pt x="1101224" y="112419"/>
                  <a:pt x="1097946" y="113323"/>
                  <a:pt x="1094276" y="113323"/>
                </a:cubicBezTo>
                <a:cubicBezTo>
                  <a:pt x="1089959" y="113323"/>
                  <a:pt x="1086586" y="112304"/>
                  <a:pt x="1084158" y="110267"/>
                </a:cubicBezTo>
                <a:cubicBezTo>
                  <a:pt x="1081730" y="108230"/>
                  <a:pt x="1080246" y="105147"/>
                  <a:pt x="1079706" y="101019"/>
                </a:cubicBezTo>
                <a:moveTo>
                  <a:pt x="1079706" y="95029"/>
                </a:moveTo>
                <a:lnTo>
                  <a:pt x="1079706" y="69709"/>
                </a:lnTo>
                <a:cubicBezTo>
                  <a:pt x="1073176" y="73559"/>
                  <a:pt x="1068320" y="77680"/>
                  <a:pt x="1065136" y="82073"/>
                </a:cubicBezTo>
                <a:cubicBezTo>
                  <a:pt x="1063031" y="85000"/>
                  <a:pt x="1061979" y="87956"/>
                  <a:pt x="1061979" y="90939"/>
                </a:cubicBezTo>
                <a:cubicBezTo>
                  <a:pt x="1061979" y="93433"/>
                  <a:pt x="1062870" y="95630"/>
                  <a:pt x="1064650" y="97528"/>
                </a:cubicBezTo>
                <a:cubicBezTo>
                  <a:pt x="1065999" y="98992"/>
                  <a:pt x="1067888" y="99724"/>
                  <a:pt x="1070316" y="99724"/>
                </a:cubicBezTo>
                <a:cubicBezTo>
                  <a:pt x="1073015" y="99724"/>
                  <a:pt x="1076144" y="98159"/>
                  <a:pt x="1079706" y="95029"/>
                </a:cubicBezTo>
                <a:close/>
                <a:moveTo>
                  <a:pt x="1150857" y="8580"/>
                </a:moveTo>
                <a:lnTo>
                  <a:pt x="1150857" y="36425"/>
                </a:lnTo>
                <a:lnTo>
                  <a:pt x="1168826" y="36425"/>
                </a:lnTo>
                <a:lnTo>
                  <a:pt x="1168826" y="44358"/>
                </a:lnTo>
                <a:lnTo>
                  <a:pt x="1150857" y="44358"/>
                </a:lnTo>
                <a:lnTo>
                  <a:pt x="1150857" y="91189"/>
                </a:lnTo>
                <a:cubicBezTo>
                  <a:pt x="1150857" y="95572"/>
                  <a:pt x="1151059" y="98399"/>
                  <a:pt x="1151464" y="99671"/>
                </a:cubicBezTo>
                <a:cubicBezTo>
                  <a:pt x="1151868" y="100942"/>
                  <a:pt x="1152583" y="101971"/>
                  <a:pt x="1153609" y="102757"/>
                </a:cubicBezTo>
                <a:cubicBezTo>
                  <a:pt x="1154634" y="103541"/>
                  <a:pt x="1155578" y="103933"/>
                  <a:pt x="1156442" y="103933"/>
                </a:cubicBezTo>
                <a:cubicBezTo>
                  <a:pt x="1159949" y="103933"/>
                  <a:pt x="1163268" y="101235"/>
                  <a:pt x="1166398" y="95839"/>
                </a:cubicBezTo>
                <a:lnTo>
                  <a:pt x="1168826" y="97637"/>
                </a:lnTo>
                <a:cubicBezTo>
                  <a:pt x="1164455" y="108094"/>
                  <a:pt x="1157359" y="113323"/>
                  <a:pt x="1147538" y="113323"/>
                </a:cubicBezTo>
                <a:cubicBezTo>
                  <a:pt x="1142735" y="113323"/>
                  <a:pt x="1138674" y="111983"/>
                  <a:pt x="1135356" y="109303"/>
                </a:cubicBezTo>
                <a:cubicBezTo>
                  <a:pt x="1132037" y="106622"/>
                  <a:pt x="1129919" y="103630"/>
                  <a:pt x="1129001" y="100326"/>
                </a:cubicBezTo>
                <a:cubicBezTo>
                  <a:pt x="1128462" y="98485"/>
                  <a:pt x="1128192" y="93502"/>
                  <a:pt x="1128192" y="85379"/>
                </a:cubicBezTo>
                <a:lnTo>
                  <a:pt x="1128192" y="44358"/>
                </a:lnTo>
                <a:lnTo>
                  <a:pt x="1118317" y="44358"/>
                </a:lnTo>
                <a:lnTo>
                  <a:pt x="1118317" y="41517"/>
                </a:lnTo>
                <a:cubicBezTo>
                  <a:pt x="1125116" y="36704"/>
                  <a:pt x="1130904" y="31648"/>
                  <a:pt x="1135679" y="26348"/>
                </a:cubicBezTo>
                <a:cubicBezTo>
                  <a:pt x="1140455" y="21047"/>
                  <a:pt x="1144624" y="15125"/>
                  <a:pt x="1148185" y="8580"/>
                </a:cubicBezTo>
                <a:lnTo>
                  <a:pt x="1150857" y="8580"/>
                </a:lnTo>
                <a:close/>
                <a:moveTo>
                  <a:pt x="1240138" y="71555"/>
                </a:moveTo>
                <a:lnTo>
                  <a:pt x="1198614" y="71555"/>
                </a:lnTo>
                <a:cubicBezTo>
                  <a:pt x="1199099" y="81619"/>
                  <a:pt x="1201771" y="89573"/>
                  <a:pt x="1206627" y="95416"/>
                </a:cubicBezTo>
                <a:cubicBezTo>
                  <a:pt x="1210351" y="99907"/>
                  <a:pt x="1214830" y="102152"/>
                  <a:pt x="1220064" y="102152"/>
                </a:cubicBezTo>
                <a:cubicBezTo>
                  <a:pt x="1223302" y="102152"/>
                  <a:pt x="1226243" y="101248"/>
                  <a:pt x="1228887" y="99441"/>
                </a:cubicBezTo>
                <a:cubicBezTo>
                  <a:pt x="1231531" y="97633"/>
                  <a:pt x="1234364" y="94382"/>
                  <a:pt x="1237386" y="89687"/>
                </a:cubicBezTo>
                <a:lnTo>
                  <a:pt x="1240138" y="91468"/>
                </a:lnTo>
                <a:cubicBezTo>
                  <a:pt x="1236037" y="99832"/>
                  <a:pt x="1231504" y="105754"/>
                  <a:pt x="1226540" y="109235"/>
                </a:cubicBezTo>
                <a:cubicBezTo>
                  <a:pt x="1221575" y="112716"/>
                  <a:pt x="1215828" y="114456"/>
                  <a:pt x="1209298" y="114456"/>
                </a:cubicBezTo>
                <a:cubicBezTo>
                  <a:pt x="1198074" y="114456"/>
                  <a:pt x="1189575" y="110135"/>
                  <a:pt x="1183801" y="101492"/>
                </a:cubicBezTo>
                <a:cubicBezTo>
                  <a:pt x="1179160" y="94524"/>
                  <a:pt x="1176840" y="85882"/>
                  <a:pt x="1176840" y="75565"/>
                </a:cubicBezTo>
                <a:cubicBezTo>
                  <a:pt x="1176840" y="62924"/>
                  <a:pt x="1180253" y="52863"/>
                  <a:pt x="1187079" y="45382"/>
                </a:cubicBezTo>
                <a:cubicBezTo>
                  <a:pt x="1193905" y="37900"/>
                  <a:pt x="1201905" y="34159"/>
                  <a:pt x="1211079" y="34159"/>
                </a:cubicBezTo>
                <a:cubicBezTo>
                  <a:pt x="1218742" y="34159"/>
                  <a:pt x="1225393" y="37302"/>
                  <a:pt x="1231032" y="43589"/>
                </a:cubicBezTo>
                <a:cubicBezTo>
                  <a:pt x="1236671" y="49876"/>
                  <a:pt x="1239707" y="59198"/>
                  <a:pt x="1240138" y="71555"/>
                </a:cubicBezTo>
                <a:moveTo>
                  <a:pt x="1220226" y="66213"/>
                </a:moveTo>
                <a:cubicBezTo>
                  <a:pt x="1220226" y="57525"/>
                  <a:pt x="1219754" y="51562"/>
                  <a:pt x="1218809" y="48324"/>
                </a:cubicBezTo>
                <a:cubicBezTo>
                  <a:pt x="1217865" y="45086"/>
                  <a:pt x="1216395" y="42631"/>
                  <a:pt x="1214398" y="40958"/>
                </a:cubicBezTo>
                <a:cubicBezTo>
                  <a:pt x="1213265" y="39987"/>
                  <a:pt x="1211754" y="39501"/>
                  <a:pt x="1209865" y="39501"/>
                </a:cubicBezTo>
                <a:cubicBezTo>
                  <a:pt x="1207059" y="39501"/>
                  <a:pt x="1204765" y="40877"/>
                  <a:pt x="1202985" y="43629"/>
                </a:cubicBezTo>
                <a:cubicBezTo>
                  <a:pt x="1199801" y="48432"/>
                  <a:pt x="1198209" y="55016"/>
                  <a:pt x="1198209" y="63380"/>
                </a:cubicBezTo>
                <a:lnTo>
                  <a:pt x="1198209" y="66213"/>
                </a:lnTo>
                <a:lnTo>
                  <a:pt x="1220226" y="66213"/>
                </a:lnTo>
                <a:close/>
                <a:moveTo>
                  <a:pt x="1310018" y="57147"/>
                </a:moveTo>
                <a:lnTo>
                  <a:pt x="1310018" y="54233"/>
                </a:lnTo>
                <a:cubicBezTo>
                  <a:pt x="1316170" y="52456"/>
                  <a:pt x="1320433" y="50800"/>
                  <a:pt x="1322808" y="49265"/>
                </a:cubicBezTo>
                <a:cubicBezTo>
                  <a:pt x="1325182" y="47730"/>
                  <a:pt x="1327233" y="45388"/>
                  <a:pt x="1328959" y="42238"/>
                </a:cubicBezTo>
                <a:cubicBezTo>
                  <a:pt x="1330686" y="39088"/>
                  <a:pt x="1331550" y="35897"/>
                  <a:pt x="1331550" y="32666"/>
                </a:cubicBezTo>
                <a:cubicBezTo>
                  <a:pt x="1331550" y="28197"/>
                  <a:pt x="1329917" y="24361"/>
                  <a:pt x="1326653" y="21157"/>
                </a:cubicBezTo>
                <a:cubicBezTo>
                  <a:pt x="1323388" y="17953"/>
                  <a:pt x="1319327" y="16351"/>
                  <a:pt x="1314470" y="16351"/>
                </a:cubicBezTo>
                <a:cubicBezTo>
                  <a:pt x="1306915" y="16351"/>
                  <a:pt x="1300494" y="20371"/>
                  <a:pt x="1295205" y="28412"/>
                </a:cubicBezTo>
                <a:lnTo>
                  <a:pt x="1292211" y="27359"/>
                </a:lnTo>
                <a:cubicBezTo>
                  <a:pt x="1296096" y="18321"/>
                  <a:pt x="1301074" y="11528"/>
                  <a:pt x="1307145" y="6981"/>
                </a:cubicBezTo>
                <a:cubicBezTo>
                  <a:pt x="1313216" y="2435"/>
                  <a:pt x="1319975" y="162"/>
                  <a:pt x="1327422" y="162"/>
                </a:cubicBezTo>
                <a:cubicBezTo>
                  <a:pt x="1335030" y="162"/>
                  <a:pt x="1341304" y="2482"/>
                  <a:pt x="1346241" y="7123"/>
                </a:cubicBezTo>
                <a:cubicBezTo>
                  <a:pt x="1351179" y="11764"/>
                  <a:pt x="1353648" y="17187"/>
                  <a:pt x="1353648" y="23393"/>
                </a:cubicBezTo>
                <a:cubicBezTo>
                  <a:pt x="1353648" y="27440"/>
                  <a:pt x="1352501" y="31339"/>
                  <a:pt x="1350207" y="35090"/>
                </a:cubicBezTo>
                <a:cubicBezTo>
                  <a:pt x="1347914" y="38840"/>
                  <a:pt x="1344312" y="42145"/>
                  <a:pt x="1339401" y="45005"/>
                </a:cubicBezTo>
                <a:cubicBezTo>
                  <a:pt x="1345715" y="48085"/>
                  <a:pt x="1350531" y="51880"/>
                  <a:pt x="1353850" y="56391"/>
                </a:cubicBezTo>
                <a:cubicBezTo>
                  <a:pt x="1357169" y="60902"/>
                  <a:pt x="1358828" y="66561"/>
                  <a:pt x="1358828" y="73369"/>
                </a:cubicBezTo>
                <a:cubicBezTo>
                  <a:pt x="1358828" y="84823"/>
                  <a:pt x="1354686" y="94561"/>
                  <a:pt x="1346403" y="102585"/>
                </a:cubicBezTo>
                <a:cubicBezTo>
                  <a:pt x="1338120" y="110607"/>
                  <a:pt x="1327017" y="114618"/>
                  <a:pt x="1313094" y="114618"/>
                </a:cubicBezTo>
                <a:cubicBezTo>
                  <a:pt x="1303813" y="114618"/>
                  <a:pt x="1297040" y="113074"/>
                  <a:pt x="1292777" y="109986"/>
                </a:cubicBezTo>
                <a:cubicBezTo>
                  <a:pt x="1289701" y="107821"/>
                  <a:pt x="1288163" y="105032"/>
                  <a:pt x="1288163" y="101619"/>
                </a:cubicBezTo>
                <a:cubicBezTo>
                  <a:pt x="1288163" y="99128"/>
                  <a:pt x="1289054" y="97002"/>
                  <a:pt x="1290834" y="95242"/>
                </a:cubicBezTo>
                <a:cubicBezTo>
                  <a:pt x="1292615" y="93481"/>
                  <a:pt x="1294666" y="92601"/>
                  <a:pt x="1296986" y="92601"/>
                </a:cubicBezTo>
                <a:cubicBezTo>
                  <a:pt x="1298767" y="92601"/>
                  <a:pt x="1300440" y="92980"/>
                  <a:pt x="1302005" y="93739"/>
                </a:cubicBezTo>
                <a:cubicBezTo>
                  <a:pt x="1302868" y="94174"/>
                  <a:pt x="1305931" y="96549"/>
                  <a:pt x="1311192" y="100862"/>
                </a:cubicBezTo>
                <a:cubicBezTo>
                  <a:pt x="1316453" y="105176"/>
                  <a:pt x="1321378" y="107333"/>
                  <a:pt x="1325965" y="107333"/>
                </a:cubicBezTo>
                <a:cubicBezTo>
                  <a:pt x="1329958" y="107333"/>
                  <a:pt x="1333384" y="105752"/>
                  <a:pt x="1336245" y="102590"/>
                </a:cubicBezTo>
                <a:cubicBezTo>
                  <a:pt x="1339105" y="99428"/>
                  <a:pt x="1340535" y="95415"/>
                  <a:pt x="1340535" y="90549"/>
                </a:cubicBezTo>
                <a:cubicBezTo>
                  <a:pt x="1340535" y="83145"/>
                  <a:pt x="1337944" y="76321"/>
                  <a:pt x="1332764" y="70078"/>
                </a:cubicBezTo>
                <a:cubicBezTo>
                  <a:pt x="1327583" y="63835"/>
                  <a:pt x="1320002" y="59525"/>
                  <a:pt x="1310018" y="571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……">
            <a:extLst xmlns:a="http://schemas.openxmlformats.org/drawingml/2006/main">
              <a:ext uri="{FF2B5EF4-FFF2-40B4-BE49-F238E27FC236}">
                <a16:creationId xmlns:a16="http://schemas.microsoft.com/office/drawing/2014/main" id="{043A6C74-0AA3-4CB0-84A9-82FDE2D7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2033" y="3946406"/>
            <a:ext cx="303219" cy="27197"/>
          </a:xfrm>
          <a:custGeom xmlns:a="http://schemas.openxmlformats.org/drawingml/2006/main">
            <a:pathLst>
              <a:path w="303219" h="27197">
                <a:moveTo>
                  <a:pt x="13437" y="0"/>
                </a:moveTo>
                <a:cubicBezTo>
                  <a:pt x="17214" y="0"/>
                  <a:pt x="20412" y="1326"/>
                  <a:pt x="23029" y="3979"/>
                </a:cubicBezTo>
                <a:cubicBezTo>
                  <a:pt x="25646" y="6630"/>
                  <a:pt x="26955" y="9823"/>
                  <a:pt x="26955" y="13558"/>
                </a:cubicBezTo>
                <a:cubicBezTo>
                  <a:pt x="26955" y="17294"/>
                  <a:pt x="25633" y="20474"/>
                  <a:pt x="22988" y="23100"/>
                </a:cubicBezTo>
                <a:cubicBezTo>
                  <a:pt x="20344" y="25724"/>
                  <a:pt x="17160" y="27036"/>
                  <a:pt x="13437" y="27036"/>
                </a:cubicBezTo>
                <a:cubicBezTo>
                  <a:pt x="9713" y="27036"/>
                  <a:pt x="6543" y="25724"/>
                  <a:pt x="3926" y="23100"/>
                </a:cubicBezTo>
                <a:cubicBezTo>
                  <a:pt x="1309" y="20474"/>
                  <a:pt x="0" y="17294"/>
                  <a:pt x="0" y="13558"/>
                </a:cubicBezTo>
                <a:cubicBezTo>
                  <a:pt x="0" y="9823"/>
                  <a:pt x="1309" y="6630"/>
                  <a:pt x="3926" y="3979"/>
                </a:cubicBezTo>
                <a:cubicBezTo>
                  <a:pt x="6543" y="1326"/>
                  <a:pt x="9713" y="0"/>
                  <a:pt x="13437" y="0"/>
                </a:cubicBezTo>
                <a:moveTo>
                  <a:pt x="68722" y="162"/>
                </a:moveTo>
                <a:cubicBezTo>
                  <a:pt x="72446" y="162"/>
                  <a:pt x="75616" y="1470"/>
                  <a:pt x="78233" y="4088"/>
                </a:cubicBezTo>
                <a:cubicBezTo>
                  <a:pt x="80850" y="6705"/>
                  <a:pt x="82159" y="9875"/>
                  <a:pt x="82159" y="13599"/>
                </a:cubicBezTo>
                <a:cubicBezTo>
                  <a:pt x="82159" y="17322"/>
                  <a:pt x="80850" y="20493"/>
                  <a:pt x="78233" y="23110"/>
                </a:cubicBezTo>
                <a:cubicBezTo>
                  <a:pt x="75616" y="25727"/>
                  <a:pt x="72446" y="27036"/>
                  <a:pt x="68722" y="27036"/>
                </a:cubicBezTo>
                <a:cubicBezTo>
                  <a:pt x="64999" y="27036"/>
                  <a:pt x="61828" y="25727"/>
                  <a:pt x="59211" y="23110"/>
                </a:cubicBezTo>
                <a:cubicBezTo>
                  <a:pt x="56594" y="20493"/>
                  <a:pt x="55285" y="17322"/>
                  <a:pt x="55285" y="13599"/>
                </a:cubicBezTo>
                <a:cubicBezTo>
                  <a:pt x="55285" y="9875"/>
                  <a:pt x="56594" y="6705"/>
                  <a:pt x="59211" y="4088"/>
                </a:cubicBezTo>
                <a:cubicBezTo>
                  <a:pt x="61828" y="1470"/>
                  <a:pt x="64999" y="162"/>
                  <a:pt x="68722" y="162"/>
                </a:cubicBezTo>
                <a:moveTo>
                  <a:pt x="124007" y="324"/>
                </a:moveTo>
                <a:cubicBezTo>
                  <a:pt x="127785" y="324"/>
                  <a:pt x="130969" y="1632"/>
                  <a:pt x="133559" y="4250"/>
                </a:cubicBezTo>
                <a:cubicBezTo>
                  <a:pt x="136149" y="6867"/>
                  <a:pt x="137444" y="10037"/>
                  <a:pt x="137444" y="13761"/>
                </a:cubicBezTo>
                <a:cubicBezTo>
                  <a:pt x="137444" y="17484"/>
                  <a:pt x="136136" y="20654"/>
                  <a:pt x="133518" y="23272"/>
                </a:cubicBezTo>
                <a:cubicBezTo>
                  <a:pt x="130901" y="25889"/>
                  <a:pt x="127731" y="27197"/>
                  <a:pt x="124007" y="27197"/>
                </a:cubicBezTo>
                <a:cubicBezTo>
                  <a:pt x="120284" y="27197"/>
                  <a:pt x="117114" y="25889"/>
                  <a:pt x="114496" y="23272"/>
                </a:cubicBezTo>
                <a:cubicBezTo>
                  <a:pt x="111879" y="20654"/>
                  <a:pt x="110571" y="17484"/>
                  <a:pt x="110571" y="13761"/>
                </a:cubicBezTo>
                <a:cubicBezTo>
                  <a:pt x="110571" y="10037"/>
                  <a:pt x="111879" y="6867"/>
                  <a:pt x="114496" y="4250"/>
                </a:cubicBezTo>
                <a:cubicBezTo>
                  <a:pt x="117114" y="1632"/>
                  <a:pt x="120284" y="324"/>
                  <a:pt x="124007" y="324"/>
                </a:cubicBezTo>
                <a:close/>
                <a:moveTo>
                  <a:pt x="179212" y="0"/>
                </a:moveTo>
                <a:cubicBezTo>
                  <a:pt x="182989" y="0"/>
                  <a:pt x="186187" y="1326"/>
                  <a:pt x="188804" y="3979"/>
                </a:cubicBezTo>
                <a:cubicBezTo>
                  <a:pt x="191421" y="6630"/>
                  <a:pt x="192730" y="9823"/>
                  <a:pt x="192730" y="13558"/>
                </a:cubicBezTo>
                <a:cubicBezTo>
                  <a:pt x="192730" y="17294"/>
                  <a:pt x="191408" y="20474"/>
                  <a:pt x="188763" y="23100"/>
                </a:cubicBezTo>
                <a:cubicBezTo>
                  <a:pt x="186119" y="25724"/>
                  <a:pt x="182935" y="27036"/>
                  <a:pt x="179212" y="27036"/>
                </a:cubicBezTo>
                <a:cubicBezTo>
                  <a:pt x="175488" y="27036"/>
                  <a:pt x="172318" y="25724"/>
                  <a:pt x="169701" y="23100"/>
                </a:cubicBezTo>
                <a:cubicBezTo>
                  <a:pt x="167084" y="20474"/>
                  <a:pt x="165775" y="17294"/>
                  <a:pt x="165775" y="13558"/>
                </a:cubicBezTo>
                <a:cubicBezTo>
                  <a:pt x="165775" y="9823"/>
                  <a:pt x="167084" y="6630"/>
                  <a:pt x="169701" y="3979"/>
                </a:cubicBezTo>
                <a:cubicBezTo>
                  <a:pt x="172318" y="1326"/>
                  <a:pt x="175488" y="0"/>
                  <a:pt x="179212" y="0"/>
                </a:cubicBezTo>
                <a:moveTo>
                  <a:pt x="234497" y="162"/>
                </a:moveTo>
                <a:cubicBezTo>
                  <a:pt x="238221" y="162"/>
                  <a:pt x="241391" y="1470"/>
                  <a:pt x="244008" y="4088"/>
                </a:cubicBezTo>
                <a:cubicBezTo>
                  <a:pt x="246625" y="6705"/>
                  <a:pt x="247934" y="9875"/>
                  <a:pt x="247934" y="13599"/>
                </a:cubicBezTo>
                <a:cubicBezTo>
                  <a:pt x="247934" y="17322"/>
                  <a:pt x="246625" y="20493"/>
                  <a:pt x="244008" y="23110"/>
                </a:cubicBezTo>
                <a:cubicBezTo>
                  <a:pt x="241391" y="25727"/>
                  <a:pt x="238221" y="27036"/>
                  <a:pt x="234497" y="27036"/>
                </a:cubicBezTo>
                <a:cubicBezTo>
                  <a:pt x="230774" y="27036"/>
                  <a:pt x="227603" y="25727"/>
                  <a:pt x="224986" y="23110"/>
                </a:cubicBezTo>
                <a:cubicBezTo>
                  <a:pt x="222369" y="20493"/>
                  <a:pt x="221060" y="17322"/>
                  <a:pt x="221060" y="13599"/>
                </a:cubicBezTo>
                <a:cubicBezTo>
                  <a:pt x="221060" y="9875"/>
                  <a:pt x="222369" y="6705"/>
                  <a:pt x="224986" y="4088"/>
                </a:cubicBezTo>
                <a:cubicBezTo>
                  <a:pt x="227603" y="1470"/>
                  <a:pt x="230774" y="162"/>
                  <a:pt x="234497" y="162"/>
                </a:cubicBezTo>
                <a:moveTo>
                  <a:pt x="289782" y="324"/>
                </a:moveTo>
                <a:cubicBezTo>
                  <a:pt x="293560" y="324"/>
                  <a:pt x="296744" y="1632"/>
                  <a:pt x="299334" y="4250"/>
                </a:cubicBezTo>
                <a:cubicBezTo>
                  <a:pt x="301924" y="6867"/>
                  <a:pt x="303219" y="10037"/>
                  <a:pt x="303219" y="13761"/>
                </a:cubicBezTo>
                <a:cubicBezTo>
                  <a:pt x="303219" y="17484"/>
                  <a:pt x="301911" y="20654"/>
                  <a:pt x="299293" y="23272"/>
                </a:cubicBezTo>
                <a:cubicBezTo>
                  <a:pt x="296676" y="25889"/>
                  <a:pt x="293506" y="27197"/>
                  <a:pt x="289782" y="27197"/>
                </a:cubicBezTo>
                <a:cubicBezTo>
                  <a:pt x="286059" y="27197"/>
                  <a:pt x="282889" y="25889"/>
                  <a:pt x="280271" y="23272"/>
                </a:cubicBezTo>
                <a:cubicBezTo>
                  <a:pt x="277654" y="20654"/>
                  <a:pt x="276346" y="17484"/>
                  <a:pt x="276346" y="13761"/>
                </a:cubicBezTo>
                <a:cubicBezTo>
                  <a:pt x="276346" y="10037"/>
                  <a:pt x="277654" y="6867"/>
                  <a:pt x="280271" y="4250"/>
                </a:cubicBezTo>
                <a:cubicBezTo>
                  <a:pt x="282889" y="1632"/>
                  <a:pt x="286059" y="324"/>
                  <a:pt x="289782" y="3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12BE0-9102-416D-8C98-F3BDD147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816" y="3377421"/>
            <a:ext cx="1029186" cy="656193"/>
          </a:xfrm>
          <a:custGeom xmlns:a="http://schemas.openxmlformats.org/drawingml/2006/main">
            <a:pathLst>
              <a:path w="1029186" h="656193">
                <a:moveTo>
                  <a:pt x="0" y="0"/>
                </a:moveTo>
                <a:lnTo>
                  <a:pt x="1029186" y="0"/>
                </a:lnTo>
                <a:lnTo>
                  <a:pt x="1029186" y="656193"/>
                </a:lnTo>
                <a:lnTo>
                  <a:pt x="0" y="6561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Combined">
            <a:extLst xmlns:a="http://schemas.openxmlformats.org/drawingml/2006/main">
              <a:ext uri="{FF2B5EF4-FFF2-40B4-BE49-F238E27FC236}">
                <a16:creationId xmlns:a16="http://schemas.microsoft.com/office/drawing/2014/main" id="{6D53CFC1-A840-4EB1-AE5C-07385481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530" y="3529732"/>
            <a:ext cx="847718" cy="133721"/>
          </a:xfrm>
          <a:custGeom xmlns:a="http://schemas.openxmlformats.org/drawingml/2006/main">
            <a:pathLst>
              <a:path w="847718" h="133721">
                <a:moveTo>
                  <a:pt x="121444" y="0"/>
                </a:moveTo>
                <a:lnTo>
                  <a:pt x="121444" y="44385"/>
                </a:lnTo>
                <a:lnTo>
                  <a:pt x="117761" y="44385"/>
                </a:lnTo>
                <a:cubicBezTo>
                  <a:pt x="114991" y="32740"/>
                  <a:pt x="109829" y="23816"/>
                  <a:pt x="102274" y="17615"/>
                </a:cubicBezTo>
                <a:cubicBezTo>
                  <a:pt x="94719" y="11412"/>
                  <a:pt x="86157" y="8310"/>
                  <a:pt x="76587" y="8310"/>
                </a:cubicBezTo>
                <a:cubicBezTo>
                  <a:pt x="68592" y="8310"/>
                  <a:pt x="61257" y="10608"/>
                  <a:pt x="54584" y="15204"/>
                </a:cubicBezTo>
                <a:cubicBezTo>
                  <a:pt x="47910" y="19800"/>
                  <a:pt x="43031" y="25812"/>
                  <a:pt x="39946" y="33241"/>
                </a:cubicBezTo>
                <a:cubicBezTo>
                  <a:pt x="35980" y="42748"/>
                  <a:pt x="33997" y="53325"/>
                  <a:pt x="33997" y="64972"/>
                </a:cubicBezTo>
                <a:cubicBezTo>
                  <a:pt x="33997" y="76430"/>
                  <a:pt x="35445" y="86865"/>
                  <a:pt x="38341" y="96277"/>
                </a:cubicBezTo>
                <a:cubicBezTo>
                  <a:pt x="41237" y="105689"/>
                  <a:pt x="45770" y="112803"/>
                  <a:pt x="51940" y="117620"/>
                </a:cubicBezTo>
                <a:cubicBezTo>
                  <a:pt x="58109" y="122436"/>
                  <a:pt x="66105" y="124844"/>
                  <a:pt x="75926" y="124844"/>
                </a:cubicBezTo>
                <a:cubicBezTo>
                  <a:pt x="83985" y="124844"/>
                  <a:pt x="91366" y="123081"/>
                  <a:pt x="98071" y="119556"/>
                </a:cubicBezTo>
                <a:cubicBezTo>
                  <a:pt x="104776" y="116030"/>
                  <a:pt x="111843" y="109955"/>
                  <a:pt x="119272" y="101329"/>
                </a:cubicBezTo>
                <a:lnTo>
                  <a:pt x="119272" y="112378"/>
                </a:lnTo>
                <a:cubicBezTo>
                  <a:pt x="112095" y="119870"/>
                  <a:pt x="104619" y="125300"/>
                  <a:pt x="96844" y="128669"/>
                </a:cubicBezTo>
                <a:cubicBezTo>
                  <a:pt x="89069" y="132037"/>
                  <a:pt x="79987" y="133721"/>
                  <a:pt x="69599" y="133721"/>
                </a:cubicBezTo>
                <a:cubicBezTo>
                  <a:pt x="55937" y="133721"/>
                  <a:pt x="43802" y="130986"/>
                  <a:pt x="33194" y="125517"/>
                </a:cubicBezTo>
                <a:cubicBezTo>
                  <a:pt x="22586" y="120047"/>
                  <a:pt x="14401" y="112190"/>
                  <a:pt x="8641" y="101943"/>
                </a:cubicBezTo>
                <a:cubicBezTo>
                  <a:pt x="2880" y="91695"/>
                  <a:pt x="0" y="80787"/>
                  <a:pt x="0" y="69218"/>
                </a:cubicBezTo>
                <a:cubicBezTo>
                  <a:pt x="0" y="57022"/>
                  <a:pt x="3195" y="45455"/>
                  <a:pt x="9585" y="34516"/>
                </a:cubicBezTo>
                <a:cubicBezTo>
                  <a:pt x="15975" y="23575"/>
                  <a:pt x="24600" y="15088"/>
                  <a:pt x="35461" y="9054"/>
                </a:cubicBezTo>
                <a:cubicBezTo>
                  <a:pt x="46321" y="3018"/>
                  <a:pt x="57858" y="0"/>
                  <a:pt x="70071" y="0"/>
                </a:cubicBezTo>
                <a:cubicBezTo>
                  <a:pt x="79074" y="0"/>
                  <a:pt x="88581" y="1952"/>
                  <a:pt x="98591" y="5855"/>
                </a:cubicBezTo>
                <a:cubicBezTo>
                  <a:pt x="104383" y="8121"/>
                  <a:pt x="108066" y="9255"/>
                  <a:pt x="109640" y="9255"/>
                </a:cubicBezTo>
                <a:cubicBezTo>
                  <a:pt x="111654" y="9255"/>
                  <a:pt x="113401" y="8515"/>
                  <a:pt x="114881" y="7035"/>
                </a:cubicBezTo>
                <a:cubicBezTo>
                  <a:pt x="116360" y="5556"/>
                  <a:pt x="117321" y="3211"/>
                  <a:pt x="117761" y="0"/>
                </a:cubicBezTo>
                <a:lnTo>
                  <a:pt x="121444" y="0"/>
                </a:lnTo>
                <a:close/>
                <a:moveTo>
                  <a:pt x="180151" y="39852"/>
                </a:moveTo>
                <a:cubicBezTo>
                  <a:pt x="187832" y="39852"/>
                  <a:pt x="194977" y="41837"/>
                  <a:pt x="201588" y="45807"/>
                </a:cubicBezTo>
                <a:cubicBezTo>
                  <a:pt x="208198" y="49777"/>
                  <a:pt x="213219" y="55418"/>
                  <a:pt x="216650" y="62729"/>
                </a:cubicBezTo>
                <a:cubicBezTo>
                  <a:pt x="220081" y="70040"/>
                  <a:pt x="221797" y="78043"/>
                  <a:pt x="221797" y="86739"/>
                </a:cubicBezTo>
                <a:cubicBezTo>
                  <a:pt x="221797" y="99279"/>
                  <a:pt x="218618" y="109773"/>
                  <a:pt x="212259" y="118219"/>
                </a:cubicBezTo>
                <a:cubicBezTo>
                  <a:pt x="204578" y="128428"/>
                  <a:pt x="193970" y="133532"/>
                  <a:pt x="180434" y="133532"/>
                </a:cubicBezTo>
                <a:cubicBezTo>
                  <a:pt x="167150" y="133532"/>
                  <a:pt x="156920" y="128868"/>
                  <a:pt x="149743" y="119541"/>
                </a:cubicBezTo>
                <a:cubicBezTo>
                  <a:pt x="142566" y="110213"/>
                  <a:pt x="138977" y="99405"/>
                  <a:pt x="138977" y="87117"/>
                </a:cubicBezTo>
                <a:cubicBezTo>
                  <a:pt x="138977" y="74451"/>
                  <a:pt x="142644" y="63407"/>
                  <a:pt x="149979" y="53985"/>
                </a:cubicBezTo>
                <a:cubicBezTo>
                  <a:pt x="157313" y="44563"/>
                  <a:pt x="167371" y="39852"/>
                  <a:pt x="180151" y="39852"/>
                </a:cubicBezTo>
                <a:moveTo>
                  <a:pt x="180529" y="46462"/>
                </a:moveTo>
                <a:cubicBezTo>
                  <a:pt x="177318" y="46462"/>
                  <a:pt x="174563" y="47676"/>
                  <a:pt x="172266" y="50104"/>
                </a:cubicBezTo>
                <a:cubicBezTo>
                  <a:pt x="169968" y="52530"/>
                  <a:pt x="168457" y="57319"/>
                  <a:pt x="167733" y="64473"/>
                </a:cubicBezTo>
                <a:cubicBezTo>
                  <a:pt x="167009" y="71626"/>
                  <a:pt x="166647" y="81570"/>
                  <a:pt x="166647" y="94303"/>
                </a:cubicBezTo>
                <a:cubicBezTo>
                  <a:pt x="166647" y="101047"/>
                  <a:pt x="167087" y="107351"/>
                  <a:pt x="167969" y="113214"/>
                </a:cubicBezTo>
                <a:cubicBezTo>
                  <a:pt x="168661" y="117687"/>
                  <a:pt x="170141" y="121091"/>
                  <a:pt x="172407" y="123424"/>
                </a:cubicBezTo>
                <a:cubicBezTo>
                  <a:pt x="174674" y="125756"/>
                  <a:pt x="177255" y="126921"/>
                  <a:pt x="180151" y="126921"/>
                </a:cubicBezTo>
                <a:cubicBezTo>
                  <a:pt x="182984" y="126921"/>
                  <a:pt x="185345" y="126134"/>
                  <a:pt x="187234" y="124558"/>
                </a:cubicBezTo>
                <a:cubicBezTo>
                  <a:pt x="189689" y="122415"/>
                  <a:pt x="191326" y="119421"/>
                  <a:pt x="192144" y="115574"/>
                </a:cubicBezTo>
                <a:cubicBezTo>
                  <a:pt x="193403" y="109588"/>
                  <a:pt x="194033" y="97486"/>
                  <a:pt x="194033" y="79270"/>
                </a:cubicBezTo>
                <a:cubicBezTo>
                  <a:pt x="194033" y="68555"/>
                  <a:pt x="193435" y="61197"/>
                  <a:pt x="192239" y="57196"/>
                </a:cubicBezTo>
                <a:cubicBezTo>
                  <a:pt x="191042" y="53192"/>
                  <a:pt x="189280" y="50276"/>
                  <a:pt x="186950" y="48448"/>
                </a:cubicBezTo>
                <a:cubicBezTo>
                  <a:pt x="185313" y="47124"/>
                  <a:pt x="183173" y="46462"/>
                  <a:pt x="180529" y="46462"/>
                </a:cubicBezTo>
                <a:close/>
                <a:moveTo>
                  <a:pt x="271848" y="42496"/>
                </a:moveTo>
                <a:lnTo>
                  <a:pt x="271848" y="54206"/>
                </a:lnTo>
                <a:cubicBezTo>
                  <a:pt x="276696" y="48882"/>
                  <a:pt x="281182" y="45159"/>
                  <a:pt x="285305" y="43036"/>
                </a:cubicBezTo>
                <a:cubicBezTo>
                  <a:pt x="289429" y="40913"/>
                  <a:pt x="293946" y="39852"/>
                  <a:pt x="298857" y="39852"/>
                </a:cubicBezTo>
                <a:cubicBezTo>
                  <a:pt x="304523" y="39852"/>
                  <a:pt x="309276" y="41182"/>
                  <a:pt x="313117" y="43842"/>
                </a:cubicBezTo>
                <a:cubicBezTo>
                  <a:pt x="316957" y="46502"/>
                  <a:pt x="319916" y="50555"/>
                  <a:pt x="321994" y="56000"/>
                </a:cubicBezTo>
                <a:cubicBezTo>
                  <a:pt x="327030" y="50301"/>
                  <a:pt x="331862" y="46185"/>
                  <a:pt x="336489" y="43653"/>
                </a:cubicBezTo>
                <a:cubicBezTo>
                  <a:pt x="341117" y="41119"/>
                  <a:pt x="345949" y="39852"/>
                  <a:pt x="350985" y="39852"/>
                </a:cubicBezTo>
                <a:cubicBezTo>
                  <a:pt x="357092" y="39852"/>
                  <a:pt x="361956" y="41255"/>
                  <a:pt x="365576" y="44060"/>
                </a:cubicBezTo>
                <a:cubicBezTo>
                  <a:pt x="369196" y="46866"/>
                  <a:pt x="371714" y="50428"/>
                  <a:pt x="373130" y="54746"/>
                </a:cubicBezTo>
                <a:cubicBezTo>
                  <a:pt x="374547" y="59065"/>
                  <a:pt x="375255" y="65951"/>
                  <a:pt x="375255" y="75407"/>
                </a:cubicBezTo>
                <a:lnTo>
                  <a:pt x="375255" y="111623"/>
                </a:lnTo>
                <a:cubicBezTo>
                  <a:pt x="375255" y="118422"/>
                  <a:pt x="375869" y="122640"/>
                  <a:pt x="377097" y="124277"/>
                </a:cubicBezTo>
                <a:cubicBezTo>
                  <a:pt x="378324" y="125914"/>
                  <a:pt x="380890" y="126984"/>
                  <a:pt x="384793" y="127488"/>
                </a:cubicBezTo>
                <a:lnTo>
                  <a:pt x="384793" y="130888"/>
                </a:lnTo>
                <a:lnTo>
                  <a:pt x="339181" y="130888"/>
                </a:lnTo>
                <a:lnTo>
                  <a:pt x="339181" y="127488"/>
                </a:lnTo>
                <a:cubicBezTo>
                  <a:pt x="342769" y="127173"/>
                  <a:pt x="345414" y="125788"/>
                  <a:pt x="347113" y="123333"/>
                </a:cubicBezTo>
                <a:cubicBezTo>
                  <a:pt x="348247" y="121633"/>
                  <a:pt x="348813" y="117730"/>
                  <a:pt x="348813" y="111623"/>
                </a:cubicBezTo>
                <a:lnTo>
                  <a:pt x="348813" y="73660"/>
                </a:lnTo>
                <a:cubicBezTo>
                  <a:pt x="348813" y="65790"/>
                  <a:pt x="348498" y="60785"/>
                  <a:pt x="347869" y="58645"/>
                </a:cubicBezTo>
                <a:cubicBezTo>
                  <a:pt x="347239" y="56504"/>
                  <a:pt x="346248" y="54914"/>
                  <a:pt x="344894" y="53876"/>
                </a:cubicBezTo>
                <a:cubicBezTo>
                  <a:pt x="343541" y="52837"/>
                  <a:pt x="341951" y="52317"/>
                  <a:pt x="340125" y="52317"/>
                </a:cubicBezTo>
                <a:cubicBezTo>
                  <a:pt x="337418" y="52317"/>
                  <a:pt x="334679" y="53309"/>
                  <a:pt x="331909" y="55292"/>
                </a:cubicBezTo>
                <a:cubicBezTo>
                  <a:pt x="329139" y="57275"/>
                  <a:pt x="326338" y="60250"/>
                  <a:pt x="323504" y="64216"/>
                </a:cubicBezTo>
                <a:lnTo>
                  <a:pt x="323504" y="111623"/>
                </a:lnTo>
                <a:cubicBezTo>
                  <a:pt x="323504" y="117982"/>
                  <a:pt x="324040" y="121979"/>
                  <a:pt x="325110" y="123616"/>
                </a:cubicBezTo>
                <a:cubicBezTo>
                  <a:pt x="326558" y="125946"/>
                  <a:pt x="329328" y="127236"/>
                  <a:pt x="333420" y="127488"/>
                </a:cubicBezTo>
                <a:lnTo>
                  <a:pt x="333420" y="130888"/>
                </a:lnTo>
                <a:lnTo>
                  <a:pt x="287713" y="130888"/>
                </a:lnTo>
                <a:lnTo>
                  <a:pt x="287713" y="127488"/>
                </a:lnTo>
                <a:cubicBezTo>
                  <a:pt x="290169" y="127362"/>
                  <a:pt x="292105" y="126748"/>
                  <a:pt x="293521" y="125647"/>
                </a:cubicBezTo>
                <a:cubicBezTo>
                  <a:pt x="294938" y="124545"/>
                  <a:pt x="295882" y="123223"/>
                  <a:pt x="296354" y="121680"/>
                </a:cubicBezTo>
                <a:cubicBezTo>
                  <a:pt x="296826" y="120138"/>
                  <a:pt x="297063" y="116785"/>
                  <a:pt x="297063" y="111623"/>
                </a:cubicBezTo>
                <a:lnTo>
                  <a:pt x="297063" y="73601"/>
                </a:lnTo>
                <a:cubicBezTo>
                  <a:pt x="297063" y="65591"/>
                  <a:pt x="296748" y="60578"/>
                  <a:pt x="296118" y="58562"/>
                </a:cubicBezTo>
                <a:cubicBezTo>
                  <a:pt x="295489" y="56543"/>
                  <a:pt x="294434" y="54966"/>
                  <a:pt x="292955" y="53831"/>
                </a:cubicBezTo>
                <a:cubicBezTo>
                  <a:pt x="291475" y="52696"/>
                  <a:pt x="289885" y="52128"/>
                  <a:pt x="288186" y="52128"/>
                </a:cubicBezTo>
                <a:cubicBezTo>
                  <a:pt x="285667" y="52128"/>
                  <a:pt x="283369" y="52794"/>
                  <a:pt x="281292" y="54126"/>
                </a:cubicBezTo>
                <a:cubicBezTo>
                  <a:pt x="278333" y="56094"/>
                  <a:pt x="275185" y="59457"/>
                  <a:pt x="271848" y="64216"/>
                </a:cubicBezTo>
                <a:lnTo>
                  <a:pt x="271848" y="111623"/>
                </a:lnTo>
                <a:cubicBezTo>
                  <a:pt x="271848" y="117856"/>
                  <a:pt x="272462" y="121964"/>
                  <a:pt x="273690" y="123947"/>
                </a:cubicBezTo>
                <a:cubicBezTo>
                  <a:pt x="274917" y="125930"/>
                  <a:pt x="277483" y="127110"/>
                  <a:pt x="281386" y="127488"/>
                </a:cubicBezTo>
                <a:lnTo>
                  <a:pt x="281386" y="130888"/>
                </a:lnTo>
                <a:lnTo>
                  <a:pt x="235868" y="130888"/>
                </a:lnTo>
                <a:lnTo>
                  <a:pt x="235868" y="127488"/>
                </a:lnTo>
                <a:cubicBezTo>
                  <a:pt x="239583" y="127110"/>
                  <a:pt x="242227" y="125914"/>
                  <a:pt x="243801" y="123900"/>
                </a:cubicBezTo>
                <a:cubicBezTo>
                  <a:pt x="244871" y="122514"/>
                  <a:pt x="245406" y="118422"/>
                  <a:pt x="245406" y="111623"/>
                </a:cubicBezTo>
                <a:lnTo>
                  <a:pt x="245406" y="61761"/>
                </a:lnTo>
                <a:cubicBezTo>
                  <a:pt x="245406" y="55007"/>
                  <a:pt x="244792" y="50801"/>
                  <a:pt x="243565" y="49145"/>
                </a:cubicBezTo>
                <a:cubicBezTo>
                  <a:pt x="242337" y="47488"/>
                  <a:pt x="239772" y="46405"/>
                  <a:pt x="235868" y="45896"/>
                </a:cubicBezTo>
                <a:lnTo>
                  <a:pt x="235868" y="42496"/>
                </a:lnTo>
                <a:lnTo>
                  <a:pt x="271848" y="42496"/>
                </a:lnTo>
                <a:close/>
                <a:moveTo>
                  <a:pt x="430498" y="2833"/>
                </a:moveTo>
                <a:lnTo>
                  <a:pt x="430498" y="51373"/>
                </a:lnTo>
                <a:cubicBezTo>
                  <a:pt x="437927" y="43692"/>
                  <a:pt x="446048" y="39852"/>
                  <a:pt x="454862" y="39852"/>
                </a:cubicBezTo>
                <a:cubicBezTo>
                  <a:pt x="460906" y="39852"/>
                  <a:pt x="466604" y="41632"/>
                  <a:pt x="471955" y="45193"/>
                </a:cubicBezTo>
                <a:cubicBezTo>
                  <a:pt x="477306" y="48754"/>
                  <a:pt x="481493" y="53812"/>
                  <a:pt x="484515" y="60365"/>
                </a:cubicBezTo>
                <a:cubicBezTo>
                  <a:pt x="487537" y="66918"/>
                  <a:pt x="489048" y="74481"/>
                  <a:pt x="489048" y="83053"/>
                </a:cubicBezTo>
                <a:cubicBezTo>
                  <a:pt x="489048" y="92695"/>
                  <a:pt x="487128" y="101455"/>
                  <a:pt x="483287" y="109333"/>
                </a:cubicBezTo>
                <a:cubicBezTo>
                  <a:pt x="479447" y="117210"/>
                  <a:pt x="474316" y="123213"/>
                  <a:pt x="467894" y="127341"/>
                </a:cubicBezTo>
                <a:cubicBezTo>
                  <a:pt x="461473" y="131468"/>
                  <a:pt x="454138" y="133532"/>
                  <a:pt x="445891" y="133532"/>
                </a:cubicBezTo>
                <a:cubicBezTo>
                  <a:pt x="441106" y="133532"/>
                  <a:pt x="436857" y="132776"/>
                  <a:pt x="433142" y="131266"/>
                </a:cubicBezTo>
                <a:cubicBezTo>
                  <a:pt x="429428" y="129755"/>
                  <a:pt x="425776" y="127299"/>
                  <a:pt x="422188" y="123900"/>
                </a:cubicBezTo>
                <a:lnTo>
                  <a:pt x="407550" y="133532"/>
                </a:lnTo>
                <a:lnTo>
                  <a:pt x="404339" y="133532"/>
                </a:lnTo>
                <a:lnTo>
                  <a:pt x="404339" y="21154"/>
                </a:lnTo>
                <a:cubicBezTo>
                  <a:pt x="404339" y="16021"/>
                  <a:pt x="404119" y="12853"/>
                  <a:pt x="403678" y="11651"/>
                </a:cubicBezTo>
                <a:cubicBezTo>
                  <a:pt x="403049" y="9876"/>
                  <a:pt x="402057" y="8561"/>
                  <a:pt x="400703" y="7705"/>
                </a:cubicBezTo>
                <a:cubicBezTo>
                  <a:pt x="399350" y="6850"/>
                  <a:pt x="397068" y="6359"/>
                  <a:pt x="393857" y="6233"/>
                </a:cubicBezTo>
                <a:lnTo>
                  <a:pt x="393857" y="2833"/>
                </a:lnTo>
                <a:lnTo>
                  <a:pt x="430498" y="2833"/>
                </a:lnTo>
                <a:moveTo>
                  <a:pt x="430498" y="59790"/>
                </a:moveTo>
                <a:lnTo>
                  <a:pt x="430498" y="99122"/>
                </a:lnTo>
                <a:cubicBezTo>
                  <a:pt x="430498" y="107127"/>
                  <a:pt x="430687" y="112234"/>
                  <a:pt x="431064" y="114441"/>
                </a:cubicBezTo>
                <a:cubicBezTo>
                  <a:pt x="431694" y="118160"/>
                  <a:pt x="433205" y="121170"/>
                  <a:pt x="435597" y="123472"/>
                </a:cubicBezTo>
                <a:cubicBezTo>
                  <a:pt x="437990" y="125772"/>
                  <a:pt x="441043" y="126921"/>
                  <a:pt x="444758" y="126921"/>
                </a:cubicBezTo>
                <a:cubicBezTo>
                  <a:pt x="447968" y="126921"/>
                  <a:pt x="450723" y="126008"/>
                  <a:pt x="453021" y="124180"/>
                </a:cubicBezTo>
                <a:cubicBezTo>
                  <a:pt x="455319" y="122352"/>
                  <a:pt x="457239" y="118728"/>
                  <a:pt x="458781" y="113308"/>
                </a:cubicBezTo>
                <a:cubicBezTo>
                  <a:pt x="460324" y="107886"/>
                  <a:pt x="461095" y="98115"/>
                  <a:pt x="461095" y="83995"/>
                </a:cubicBezTo>
                <a:cubicBezTo>
                  <a:pt x="461095" y="70441"/>
                  <a:pt x="459395" y="61143"/>
                  <a:pt x="455995" y="56101"/>
                </a:cubicBezTo>
                <a:cubicBezTo>
                  <a:pt x="453540" y="52445"/>
                  <a:pt x="450235" y="50617"/>
                  <a:pt x="446080" y="50617"/>
                </a:cubicBezTo>
                <a:cubicBezTo>
                  <a:pt x="440665" y="50617"/>
                  <a:pt x="435471" y="53675"/>
                  <a:pt x="430498" y="59790"/>
                </a:cubicBezTo>
                <a:close/>
                <a:moveTo>
                  <a:pt x="525093" y="0"/>
                </a:moveTo>
                <a:cubicBezTo>
                  <a:pt x="529185" y="0"/>
                  <a:pt x="532648" y="1437"/>
                  <a:pt x="535481" y="4312"/>
                </a:cubicBezTo>
                <a:cubicBezTo>
                  <a:pt x="538314" y="7184"/>
                  <a:pt x="539730" y="10642"/>
                  <a:pt x="539730" y="14685"/>
                </a:cubicBezTo>
                <a:cubicBezTo>
                  <a:pt x="539730" y="18728"/>
                  <a:pt x="538298" y="22171"/>
                  <a:pt x="535433" y="25014"/>
                </a:cubicBezTo>
                <a:cubicBezTo>
                  <a:pt x="532569" y="27855"/>
                  <a:pt x="529122" y="29275"/>
                  <a:pt x="525093" y="29275"/>
                </a:cubicBezTo>
                <a:cubicBezTo>
                  <a:pt x="521064" y="29275"/>
                  <a:pt x="517632" y="27855"/>
                  <a:pt x="514799" y="25014"/>
                </a:cubicBezTo>
                <a:cubicBezTo>
                  <a:pt x="511966" y="22171"/>
                  <a:pt x="510550" y="18728"/>
                  <a:pt x="510550" y="14685"/>
                </a:cubicBezTo>
                <a:cubicBezTo>
                  <a:pt x="510550" y="10642"/>
                  <a:pt x="511966" y="7184"/>
                  <a:pt x="514799" y="4312"/>
                </a:cubicBezTo>
                <a:cubicBezTo>
                  <a:pt x="517632" y="1437"/>
                  <a:pt x="521064" y="0"/>
                  <a:pt x="525093" y="0"/>
                </a:cubicBezTo>
                <a:moveTo>
                  <a:pt x="538314" y="42496"/>
                </a:moveTo>
                <a:lnTo>
                  <a:pt x="538314" y="112567"/>
                </a:lnTo>
                <a:cubicBezTo>
                  <a:pt x="538314" y="118800"/>
                  <a:pt x="539038" y="122782"/>
                  <a:pt x="540486" y="124513"/>
                </a:cubicBezTo>
                <a:cubicBezTo>
                  <a:pt x="541934" y="126245"/>
                  <a:pt x="544767" y="127236"/>
                  <a:pt x="548985" y="127488"/>
                </a:cubicBezTo>
                <a:lnTo>
                  <a:pt x="548985" y="130888"/>
                </a:lnTo>
                <a:lnTo>
                  <a:pt x="501295" y="130888"/>
                </a:lnTo>
                <a:lnTo>
                  <a:pt x="501295" y="127488"/>
                </a:lnTo>
                <a:cubicBezTo>
                  <a:pt x="505198" y="127362"/>
                  <a:pt x="508094" y="126229"/>
                  <a:pt x="509983" y="124088"/>
                </a:cubicBezTo>
                <a:cubicBezTo>
                  <a:pt x="511242" y="122640"/>
                  <a:pt x="511872" y="118800"/>
                  <a:pt x="511872" y="112567"/>
                </a:cubicBezTo>
                <a:lnTo>
                  <a:pt x="511872" y="61005"/>
                </a:lnTo>
                <a:cubicBezTo>
                  <a:pt x="511872" y="54694"/>
                  <a:pt x="511148" y="50662"/>
                  <a:pt x="509700" y="48909"/>
                </a:cubicBezTo>
                <a:cubicBezTo>
                  <a:pt x="508252" y="47156"/>
                  <a:pt x="505450" y="46151"/>
                  <a:pt x="501295" y="45896"/>
                </a:cubicBezTo>
                <a:lnTo>
                  <a:pt x="501295" y="42496"/>
                </a:lnTo>
                <a:lnTo>
                  <a:pt x="538314" y="42496"/>
                </a:lnTo>
                <a:close/>
                <a:moveTo>
                  <a:pt x="593686" y="42496"/>
                </a:moveTo>
                <a:lnTo>
                  <a:pt x="593686" y="54017"/>
                </a:lnTo>
                <a:cubicBezTo>
                  <a:pt x="598219" y="49073"/>
                  <a:pt x="602563" y="45477"/>
                  <a:pt x="606718" y="43228"/>
                </a:cubicBezTo>
                <a:cubicBezTo>
                  <a:pt x="610873" y="40977"/>
                  <a:pt x="615343" y="39852"/>
                  <a:pt x="620128" y="39852"/>
                </a:cubicBezTo>
                <a:cubicBezTo>
                  <a:pt x="625857" y="39852"/>
                  <a:pt x="630610" y="41443"/>
                  <a:pt x="634388" y="44627"/>
                </a:cubicBezTo>
                <a:cubicBezTo>
                  <a:pt x="638165" y="47810"/>
                  <a:pt x="640683" y="51765"/>
                  <a:pt x="641942" y="56493"/>
                </a:cubicBezTo>
                <a:cubicBezTo>
                  <a:pt x="642950" y="60088"/>
                  <a:pt x="643453" y="66991"/>
                  <a:pt x="643453" y="77204"/>
                </a:cubicBezTo>
                <a:lnTo>
                  <a:pt x="643453" y="111623"/>
                </a:lnTo>
                <a:cubicBezTo>
                  <a:pt x="643453" y="118422"/>
                  <a:pt x="644067" y="122656"/>
                  <a:pt x="645295" y="124325"/>
                </a:cubicBezTo>
                <a:cubicBezTo>
                  <a:pt x="646523" y="125993"/>
                  <a:pt x="649088" y="127047"/>
                  <a:pt x="652991" y="127488"/>
                </a:cubicBezTo>
                <a:lnTo>
                  <a:pt x="652991" y="130888"/>
                </a:lnTo>
                <a:lnTo>
                  <a:pt x="608323" y="130888"/>
                </a:lnTo>
                <a:lnTo>
                  <a:pt x="608323" y="127488"/>
                </a:lnTo>
                <a:cubicBezTo>
                  <a:pt x="611660" y="127047"/>
                  <a:pt x="614052" y="125662"/>
                  <a:pt x="615501" y="123333"/>
                </a:cubicBezTo>
                <a:cubicBezTo>
                  <a:pt x="616508" y="121759"/>
                  <a:pt x="617011" y="117856"/>
                  <a:pt x="617011" y="111623"/>
                </a:cubicBezTo>
                <a:lnTo>
                  <a:pt x="617011" y="72338"/>
                </a:lnTo>
                <a:cubicBezTo>
                  <a:pt x="617011" y="65098"/>
                  <a:pt x="616728" y="60533"/>
                  <a:pt x="616162" y="58645"/>
                </a:cubicBezTo>
                <a:cubicBezTo>
                  <a:pt x="615595" y="56756"/>
                  <a:pt x="614635" y="55292"/>
                  <a:pt x="613281" y="54253"/>
                </a:cubicBezTo>
                <a:cubicBezTo>
                  <a:pt x="611928" y="53214"/>
                  <a:pt x="610432" y="52695"/>
                  <a:pt x="608796" y="52695"/>
                </a:cubicBezTo>
                <a:cubicBezTo>
                  <a:pt x="603381" y="52695"/>
                  <a:pt x="598345" y="56598"/>
                  <a:pt x="593686" y="64405"/>
                </a:cubicBezTo>
                <a:lnTo>
                  <a:pt x="593686" y="111623"/>
                </a:lnTo>
                <a:cubicBezTo>
                  <a:pt x="593686" y="118233"/>
                  <a:pt x="594300" y="122420"/>
                  <a:pt x="595527" y="124183"/>
                </a:cubicBezTo>
                <a:cubicBezTo>
                  <a:pt x="596755" y="125946"/>
                  <a:pt x="599037" y="127047"/>
                  <a:pt x="602374" y="127488"/>
                </a:cubicBezTo>
                <a:lnTo>
                  <a:pt x="602374" y="130888"/>
                </a:lnTo>
                <a:lnTo>
                  <a:pt x="557706" y="130888"/>
                </a:lnTo>
                <a:lnTo>
                  <a:pt x="557706" y="127488"/>
                </a:lnTo>
                <a:cubicBezTo>
                  <a:pt x="561420" y="127110"/>
                  <a:pt x="564065" y="125914"/>
                  <a:pt x="565638" y="123900"/>
                </a:cubicBezTo>
                <a:cubicBezTo>
                  <a:pt x="566709" y="122514"/>
                  <a:pt x="567244" y="118422"/>
                  <a:pt x="567244" y="111623"/>
                </a:cubicBezTo>
                <a:lnTo>
                  <a:pt x="567244" y="61761"/>
                </a:lnTo>
                <a:cubicBezTo>
                  <a:pt x="567244" y="55007"/>
                  <a:pt x="566630" y="50801"/>
                  <a:pt x="565402" y="49145"/>
                </a:cubicBezTo>
                <a:cubicBezTo>
                  <a:pt x="564175" y="47488"/>
                  <a:pt x="561609" y="46405"/>
                  <a:pt x="557706" y="45896"/>
                </a:cubicBezTo>
                <a:lnTo>
                  <a:pt x="557706" y="42496"/>
                </a:lnTo>
                <a:lnTo>
                  <a:pt x="593686" y="42496"/>
                </a:lnTo>
                <a:close/>
                <a:moveTo>
                  <a:pt x="739938" y="83481"/>
                </a:moveTo>
                <a:lnTo>
                  <a:pt x="691492" y="83481"/>
                </a:lnTo>
                <a:cubicBezTo>
                  <a:pt x="692059" y="95223"/>
                  <a:pt x="695175" y="104502"/>
                  <a:pt x="700841" y="111319"/>
                </a:cubicBezTo>
                <a:cubicBezTo>
                  <a:pt x="705185" y="116558"/>
                  <a:pt x="710411" y="119178"/>
                  <a:pt x="716518" y="119178"/>
                </a:cubicBezTo>
                <a:cubicBezTo>
                  <a:pt x="720295" y="119178"/>
                  <a:pt x="723726" y="118123"/>
                  <a:pt x="726811" y="116014"/>
                </a:cubicBezTo>
                <a:cubicBezTo>
                  <a:pt x="729896" y="113905"/>
                  <a:pt x="733201" y="110112"/>
                  <a:pt x="736727" y="104635"/>
                </a:cubicBezTo>
                <a:lnTo>
                  <a:pt x="739938" y="106712"/>
                </a:lnTo>
                <a:cubicBezTo>
                  <a:pt x="735153" y="116471"/>
                  <a:pt x="729864" y="123380"/>
                  <a:pt x="724072" y="127441"/>
                </a:cubicBezTo>
                <a:cubicBezTo>
                  <a:pt x="718280" y="131502"/>
                  <a:pt x="711575" y="133532"/>
                  <a:pt x="703958" y="133532"/>
                </a:cubicBezTo>
                <a:cubicBezTo>
                  <a:pt x="690863" y="133532"/>
                  <a:pt x="680947" y="128490"/>
                  <a:pt x="674210" y="118408"/>
                </a:cubicBezTo>
                <a:cubicBezTo>
                  <a:pt x="668796" y="110278"/>
                  <a:pt x="666089" y="100195"/>
                  <a:pt x="666089" y="88159"/>
                </a:cubicBezTo>
                <a:cubicBezTo>
                  <a:pt x="666089" y="73411"/>
                  <a:pt x="670071" y="61673"/>
                  <a:pt x="678035" y="52946"/>
                </a:cubicBezTo>
                <a:cubicBezTo>
                  <a:pt x="685999" y="44217"/>
                  <a:pt x="695333" y="39852"/>
                  <a:pt x="706035" y="39852"/>
                </a:cubicBezTo>
                <a:cubicBezTo>
                  <a:pt x="714975" y="39852"/>
                  <a:pt x="722735" y="43519"/>
                  <a:pt x="729314" y="50854"/>
                </a:cubicBezTo>
                <a:cubicBezTo>
                  <a:pt x="735893" y="58188"/>
                  <a:pt x="739434" y="69064"/>
                  <a:pt x="739938" y="83481"/>
                </a:cubicBezTo>
                <a:moveTo>
                  <a:pt x="716706" y="77248"/>
                </a:moveTo>
                <a:cubicBezTo>
                  <a:pt x="716706" y="67112"/>
                  <a:pt x="716156" y="60155"/>
                  <a:pt x="715054" y="56378"/>
                </a:cubicBezTo>
                <a:cubicBezTo>
                  <a:pt x="713952" y="52601"/>
                  <a:pt x="712237" y="49736"/>
                  <a:pt x="709907" y="47784"/>
                </a:cubicBezTo>
                <a:cubicBezTo>
                  <a:pt x="708585" y="46651"/>
                  <a:pt x="706822" y="46085"/>
                  <a:pt x="704619" y="46085"/>
                </a:cubicBezTo>
                <a:cubicBezTo>
                  <a:pt x="701345" y="46085"/>
                  <a:pt x="698669" y="47690"/>
                  <a:pt x="696592" y="50901"/>
                </a:cubicBezTo>
                <a:cubicBezTo>
                  <a:pt x="692877" y="56504"/>
                  <a:pt x="691020" y="64185"/>
                  <a:pt x="691020" y="73943"/>
                </a:cubicBezTo>
                <a:lnTo>
                  <a:pt x="691020" y="77248"/>
                </a:lnTo>
                <a:lnTo>
                  <a:pt x="716706" y="77248"/>
                </a:lnTo>
                <a:close/>
                <a:moveTo>
                  <a:pt x="836858" y="2833"/>
                </a:moveTo>
                <a:lnTo>
                  <a:pt x="836858" y="104446"/>
                </a:lnTo>
                <a:cubicBezTo>
                  <a:pt x="836858" y="111239"/>
                  <a:pt x="837046" y="115259"/>
                  <a:pt x="837424" y="116504"/>
                </a:cubicBezTo>
                <a:cubicBezTo>
                  <a:pt x="837928" y="118562"/>
                  <a:pt x="838888" y="120090"/>
                  <a:pt x="840305" y="121087"/>
                </a:cubicBezTo>
                <a:cubicBezTo>
                  <a:pt x="841721" y="122083"/>
                  <a:pt x="844192" y="122705"/>
                  <a:pt x="847718" y="122955"/>
                </a:cubicBezTo>
                <a:lnTo>
                  <a:pt x="847718" y="126355"/>
                </a:lnTo>
                <a:lnTo>
                  <a:pt x="810416" y="133532"/>
                </a:lnTo>
                <a:lnTo>
                  <a:pt x="810416" y="119556"/>
                </a:lnTo>
                <a:cubicBezTo>
                  <a:pt x="805946" y="124970"/>
                  <a:pt x="801964" y="128653"/>
                  <a:pt x="798470" y="130604"/>
                </a:cubicBezTo>
                <a:cubicBezTo>
                  <a:pt x="794975" y="132556"/>
                  <a:pt x="791025" y="133532"/>
                  <a:pt x="786618" y="133532"/>
                </a:cubicBezTo>
                <a:cubicBezTo>
                  <a:pt x="775349" y="133532"/>
                  <a:pt x="766440" y="128490"/>
                  <a:pt x="759893" y="118408"/>
                </a:cubicBezTo>
                <a:cubicBezTo>
                  <a:pt x="754604" y="110215"/>
                  <a:pt x="751960" y="100164"/>
                  <a:pt x="751960" y="88253"/>
                </a:cubicBezTo>
                <a:cubicBezTo>
                  <a:pt x="751960" y="78737"/>
                  <a:pt x="753597" y="70213"/>
                  <a:pt x="756871" y="62682"/>
                </a:cubicBezTo>
                <a:cubicBezTo>
                  <a:pt x="760144" y="55150"/>
                  <a:pt x="764630" y="49463"/>
                  <a:pt x="770328" y="45618"/>
                </a:cubicBezTo>
                <a:cubicBezTo>
                  <a:pt x="776025" y="41774"/>
                  <a:pt x="782148" y="39852"/>
                  <a:pt x="788695" y="39852"/>
                </a:cubicBezTo>
                <a:cubicBezTo>
                  <a:pt x="792914" y="39852"/>
                  <a:pt x="796660" y="40677"/>
                  <a:pt x="799933" y="42328"/>
                </a:cubicBezTo>
                <a:cubicBezTo>
                  <a:pt x="803207" y="43978"/>
                  <a:pt x="806701" y="46868"/>
                  <a:pt x="810416" y="50995"/>
                </a:cubicBezTo>
                <a:lnTo>
                  <a:pt x="810416" y="24364"/>
                </a:lnTo>
                <a:cubicBezTo>
                  <a:pt x="810416" y="17628"/>
                  <a:pt x="810132" y="13567"/>
                  <a:pt x="809566" y="12182"/>
                </a:cubicBezTo>
                <a:cubicBezTo>
                  <a:pt x="808810" y="10356"/>
                  <a:pt x="807677" y="9003"/>
                  <a:pt x="806166" y="8121"/>
                </a:cubicBezTo>
                <a:cubicBezTo>
                  <a:pt x="804655" y="7240"/>
                  <a:pt x="801822" y="6799"/>
                  <a:pt x="797667" y="6799"/>
                </a:cubicBezTo>
                <a:lnTo>
                  <a:pt x="797667" y="2833"/>
                </a:lnTo>
                <a:lnTo>
                  <a:pt x="836858" y="2833"/>
                </a:lnTo>
                <a:moveTo>
                  <a:pt x="810416" y="62516"/>
                </a:moveTo>
                <a:cubicBezTo>
                  <a:pt x="805757" y="53702"/>
                  <a:pt x="800059" y="49295"/>
                  <a:pt x="793323" y="49295"/>
                </a:cubicBezTo>
                <a:cubicBezTo>
                  <a:pt x="790993" y="49295"/>
                  <a:pt x="789073" y="49925"/>
                  <a:pt x="787562" y="51184"/>
                </a:cubicBezTo>
                <a:cubicBezTo>
                  <a:pt x="785233" y="53136"/>
                  <a:pt x="783328" y="56567"/>
                  <a:pt x="781849" y="61478"/>
                </a:cubicBezTo>
                <a:cubicBezTo>
                  <a:pt x="780369" y="66388"/>
                  <a:pt x="779630" y="73912"/>
                  <a:pt x="779630" y="84048"/>
                </a:cubicBezTo>
                <a:cubicBezTo>
                  <a:pt x="779630" y="95191"/>
                  <a:pt x="780448" y="103438"/>
                  <a:pt x="782085" y="108790"/>
                </a:cubicBezTo>
                <a:cubicBezTo>
                  <a:pt x="783722" y="114141"/>
                  <a:pt x="785957" y="118013"/>
                  <a:pt x="788790" y="120405"/>
                </a:cubicBezTo>
                <a:cubicBezTo>
                  <a:pt x="790238" y="121602"/>
                  <a:pt x="792221" y="122200"/>
                  <a:pt x="794739" y="122200"/>
                </a:cubicBezTo>
                <a:cubicBezTo>
                  <a:pt x="800280" y="122200"/>
                  <a:pt x="805505" y="117842"/>
                  <a:pt x="810416" y="109126"/>
                </a:cubicBezTo>
                <a:lnTo>
                  <a:pt x="810416" y="625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Invariant">
            <a:extLst xmlns:a="http://schemas.openxmlformats.org/drawingml/2006/main">
              <a:ext uri="{FF2B5EF4-FFF2-40B4-BE49-F238E27FC236}">
                <a16:creationId xmlns:a16="http://schemas.microsoft.com/office/drawing/2014/main" id="{E9B0D795-4D49-4D9E-B3D9-14A94C8C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886" y="3764525"/>
            <a:ext cx="778689" cy="133532"/>
          </a:xfrm>
          <a:custGeom xmlns:a="http://schemas.openxmlformats.org/drawingml/2006/main">
            <a:pathLst>
              <a:path w="778689" h="133532">
                <a:moveTo>
                  <a:pt x="66955" y="127488"/>
                </a:moveTo>
                <a:lnTo>
                  <a:pt x="66955" y="130888"/>
                </a:lnTo>
                <a:lnTo>
                  <a:pt x="0" y="130888"/>
                </a:lnTo>
                <a:lnTo>
                  <a:pt x="0" y="127488"/>
                </a:lnTo>
                <a:lnTo>
                  <a:pt x="4250" y="127488"/>
                </a:lnTo>
                <a:cubicBezTo>
                  <a:pt x="7964" y="127488"/>
                  <a:pt x="10955" y="126824"/>
                  <a:pt x="13221" y="125496"/>
                </a:cubicBezTo>
                <a:cubicBezTo>
                  <a:pt x="14858" y="124609"/>
                  <a:pt x="16117" y="123090"/>
                  <a:pt x="16998" y="120940"/>
                </a:cubicBezTo>
                <a:cubicBezTo>
                  <a:pt x="17691" y="119421"/>
                  <a:pt x="18037" y="115434"/>
                  <a:pt x="18037" y="108979"/>
                </a:cubicBezTo>
                <a:lnTo>
                  <a:pt x="18037" y="24742"/>
                </a:lnTo>
                <a:cubicBezTo>
                  <a:pt x="18037" y="18161"/>
                  <a:pt x="17691" y="14048"/>
                  <a:pt x="16998" y="12404"/>
                </a:cubicBezTo>
                <a:cubicBezTo>
                  <a:pt x="16306" y="10757"/>
                  <a:pt x="14905" y="9317"/>
                  <a:pt x="12796" y="8083"/>
                </a:cubicBezTo>
                <a:cubicBezTo>
                  <a:pt x="10687" y="6850"/>
                  <a:pt x="7838" y="6233"/>
                  <a:pt x="4250" y="6233"/>
                </a:cubicBezTo>
                <a:lnTo>
                  <a:pt x="0" y="6233"/>
                </a:lnTo>
                <a:lnTo>
                  <a:pt x="0" y="2833"/>
                </a:lnTo>
                <a:lnTo>
                  <a:pt x="66955" y="2833"/>
                </a:lnTo>
                <a:lnTo>
                  <a:pt x="66955" y="6233"/>
                </a:lnTo>
                <a:lnTo>
                  <a:pt x="62705" y="6233"/>
                </a:lnTo>
                <a:cubicBezTo>
                  <a:pt x="58991" y="6233"/>
                  <a:pt x="56000" y="6897"/>
                  <a:pt x="53734" y="8225"/>
                </a:cubicBezTo>
                <a:cubicBezTo>
                  <a:pt x="52097" y="9112"/>
                  <a:pt x="50806" y="10631"/>
                  <a:pt x="49862" y="12781"/>
                </a:cubicBezTo>
                <a:cubicBezTo>
                  <a:pt x="49169" y="14300"/>
                  <a:pt x="48823" y="18287"/>
                  <a:pt x="48823" y="24742"/>
                </a:cubicBezTo>
                <a:lnTo>
                  <a:pt x="48823" y="108979"/>
                </a:lnTo>
                <a:cubicBezTo>
                  <a:pt x="48823" y="115560"/>
                  <a:pt x="49185" y="119674"/>
                  <a:pt x="49909" y="121320"/>
                </a:cubicBezTo>
                <a:cubicBezTo>
                  <a:pt x="50633" y="122965"/>
                  <a:pt x="52050" y="124404"/>
                  <a:pt x="54159" y="125638"/>
                </a:cubicBezTo>
                <a:cubicBezTo>
                  <a:pt x="56268" y="126871"/>
                  <a:pt x="59117" y="127488"/>
                  <a:pt x="62705" y="127488"/>
                </a:cubicBezTo>
                <a:lnTo>
                  <a:pt x="66955" y="127488"/>
                </a:lnTo>
                <a:close/>
                <a:moveTo>
                  <a:pt x="113953" y="42496"/>
                </a:moveTo>
                <a:lnTo>
                  <a:pt x="113953" y="54017"/>
                </a:lnTo>
                <a:cubicBezTo>
                  <a:pt x="118486" y="49073"/>
                  <a:pt x="122830" y="45477"/>
                  <a:pt x="126986" y="43228"/>
                </a:cubicBezTo>
                <a:cubicBezTo>
                  <a:pt x="131141" y="40977"/>
                  <a:pt x="135611" y="39852"/>
                  <a:pt x="140395" y="39852"/>
                </a:cubicBezTo>
                <a:cubicBezTo>
                  <a:pt x="146125" y="39852"/>
                  <a:pt x="150878" y="41443"/>
                  <a:pt x="154655" y="44627"/>
                </a:cubicBezTo>
                <a:cubicBezTo>
                  <a:pt x="158433" y="47810"/>
                  <a:pt x="160951" y="51765"/>
                  <a:pt x="162210" y="56493"/>
                </a:cubicBezTo>
                <a:cubicBezTo>
                  <a:pt x="163217" y="60088"/>
                  <a:pt x="163721" y="66991"/>
                  <a:pt x="163721" y="77204"/>
                </a:cubicBezTo>
                <a:lnTo>
                  <a:pt x="163721" y="111623"/>
                </a:lnTo>
                <a:cubicBezTo>
                  <a:pt x="163721" y="118422"/>
                  <a:pt x="164335" y="122656"/>
                  <a:pt x="165563" y="124325"/>
                </a:cubicBezTo>
                <a:cubicBezTo>
                  <a:pt x="166790" y="125993"/>
                  <a:pt x="169356" y="127047"/>
                  <a:pt x="173259" y="127488"/>
                </a:cubicBezTo>
                <a:lnTo>
                  <a:pt x="173259" y="130888"/>
                </a:lnTo>
                <a:lnTo>
                  <a:pt x="128591" y="130888"/>
                </a:lnTo>
                <a:lnTo>
                  <a:pt x="128591" y="127488"/>
                </a:lnTo>
                <a:cubicBezTo>
                  <a:pt x="131928" y="127047"/>
                  <a:pt x="134320" y="125662"/>
                  <a:pt x="135768" y="123333"/>
                </a:cubicBezTo>
                <a:cubicBezTo>
                  <a:pt x="136775" y="121759"/>
                  <a:pt x="137279" y="117856"/>
                  <a:pt x="137279" y="111623"/>
                </a:cubicBezTo>
                <a:lnTo>
                  <a:pt x="137279" y="72338"/>
                </a:lnTo>
                <a:cubicBezTo>
                  <a:pt x="137279" y="65098"/>
                  <a:pt x="136996" y="60533"/>
                  <a:pt x="136429" y="58645"/>
                </a:cubicBezTo>
                <a:cubicBezTo>
                  <a:pt x="135863" y="56756"/>
                  <a:pt x="134902" y="55292"/>
                  <a:pt x="133549" y="54253"/>
                </a:cubicBezTo>
                <a:cubicBezTo>
                  <a:pt x="132195" y="53214"/>
                  <a:pt x="130700" y="52695"/>
                  <a:pt x="129063" y="52695"/>
                </a:cubicBezTo>
                <a:cubicBezTo>
                  <a:pt x="123649" y="52695"/>
                  <a:pt x="118612" y="56598"/>
                  <a:pt x="113953" y="64405"/>
                </a:cubicBezTo>
                <a:lnTo>
                  <a:pt x="113953" y="111623"/>
                </a:lnTo>
                <a:cubicBezTo>
                  <a:pt x="113953" y="118233"/>
                  <a:pt x="114567" y="122420"/>
                  <a:pt x="115795" y="124183"/>
                </a:cubicBezTo>
                <a:cubicBezTo>
                  <a:pt x="117023" y="125946"/>
                  <a:pt x="119305" y="127047"/>
                  <a:pt x="122642" y="127488"/>
                </a:cubicBezTo>
                <a:lnTo>
                  <a:pt x="122642" y="130888"/>
                </a:lnTo>
                <a:lnTo>
                  <a:pt x="77973" y="130888"/>
                </a:lnTo>
                <a:lnTo>
                  <a:pt x="77973" y="127488"/>
                </a:lnTo>
                <a:cubicBezTo>
                  <a:pt x="81688" y="127110"/>
                  <a:pt x="84332" y="125914"/>
                  <a:pt x="85906" y="123900"/>
                </a:cubicBezTo>
                <a:cubicBezTo>
                  <a:pt x="86976" y="122514"/>
                  <a:pt x="87511" y="118422"/>
                  <a:pt x="87511" y="111623"/>
                </a:cubicBezTo>
                <a:lnTo>
                  <a:pt x="87511" y="61761"/>
                </a:lnTo>
                <a:cubicBezTo>
                  <a:pt x="87511" y="55007"/>
                  <a:pt x="86898" y="50801"/>
                  <a:pt x="85670" y="49145"/>
                </a:cubicBezTo>
                <a:cubicBezTo>
                  <a:pt x="84442" y="47488"/>
                  <a:pt x="81877" y="46405"/>
                  <a:pt x="77973" y="45896"/>
                </a:cubicBezTo>
                <a:lnTo>
                  <a:pt x="77973" y="42496"/>
                </a:lnTo>
                <a:lnTo>
                  <a:pt x="113953" y="42496"/>
                </a:lnTo>
                <a:close/>
                <a:moveTo>
                  <a:pt x="225264" y="133532"/>
                </a:moveTo>
                <a:lnTo>
                  <a:pt x="195517" y="65025"/>
                </a:lnTo>
                <a:cubicBezTo>
                  <a:pt x="191928" y="56713"/>
                  <a:pt x="189126" y="51447"/>
                  <a:pt x="187112" y="49228"/>
                </a:cubicBezTo>
                <a:cubicBezTo>
                  <a:pt x="185664" y="47577"/>
                  <a:pt x="183523" y="46466"/>
                  <a:pt x="180690" y="45896"/>
                </a:cubicBezTo>
                <a:lnTo>
                  <a:pt x="180690" y="42496"/>
                </a:lnTo>
                <a:lnTo>
                  <a:pt x="227625" y="42496"/>
                </a:lnTo>
                <a:lnTo>
                  <a:pt x="227625" y="45896"/>
                </a:lnTo>
                <a:cubicBezTo>
                  <a:pt x="224666" y="45896"/>
                  <a:pt x="222651" y="46434"/>
                  <a:pt x="221581" y="47510"/>
                </a:cubicBezTo>
                <a:cubicBezTo>
                  <a:pt x="220070" y="48905"/>
                  <a:pt x="219314" y="50552"/>
                  <a:pt x="219314" y="52450"/>
                </a:cubicBezTo>
                <a:cubicBezTo>
                  <a:pt x="219314" y="54793"/>
                  <a:pt x="220699" y="59195"/>
                  <a:pt x="223469" y="65656"/>
                </a:cubicBezTo>
                <a:lnTo>
                  <a:pt x="238013" y="98839"/>
                </a:lnTo>
                <a:lnTo>
                  <a:pt x="249628" y="70195"/>
                </a:lnTo>
                <a:cubicBezTo>
                  <a:pt x="252965" y="61969"/>
                  <a:pt x="254633" y="56148"/>
                  <a:pt x="254633" y="52730"/>
                </a:cubicBezTo>
                <a:cubicBezTo>
                  <a:pt x="254633" y="50769"/>
                  <a:pt x="253925" y="49171"/>
                  <a:pt x="252508" y="47938"/>
                </a:cubicBezTo>
                <a:cubicBezTo>
                  <a:pt x="251092" y="46702"/>
                  <a:pt x="248589" y="46022"/>
                  <a:pt x="245001" y="45896"/>
                </a:cubicBezTo>
                <a:lnTo>
                  <a:pt x="245001" y="42496"/>
                </a:lnTo>
                <a:lnTo>
                  <a:pt x="273898" y="42496"/>
                </a:lnTo>
                <a:lnTo>
                  <a:pt x="273898" y="45896"/>
                </a:lnTo>
                <a:cubicBezTo>
                  <a:pt x="271128" y="46275"/>
                  <a:pt x="268862" y="47319"/>
                  <a:pt x="267099" y="49027"/>
                </a:cubicBezTo>
                <a:cubicBezTo>
                  <a:pt x="265336" y="50735"/>
                  <a:pt x="262692" y="55762"/>
                  <a:pt x="259166" y="64110"/>
                </a:cubicBezTo>
                <a:lnTo>
                  <a:pt x="229702" y="133532"/>
                </a:lnTo>
                <a:lnTo>
                  <a:pt x="225264" y="133532"/>
                </a:lnTo>
                <a:close/>
                <a:moveTo>
                  <a:pt x="330842" y="117856"/>
                </a:moveTo>
                <a:cubicBezTo>
                  <a:pt x="320077" y="127425"/>
                  <a:pt x="310413" y="132210"/>
                  <a:pt x="301850" y="132210"/>
                </a:cubicBezTo>
                <a:cubicBezTo>
                  <a:pt x="296814" y="132210"/>
                  <a:pt x="292627" y="130552"/>
                  <a:pt x="289291" y="127237"/>
                </a:cubicBezTo>
                <a:cubicBezTo>
                  <a:pt x="285954" y="123920"/>
                  <a:pt x="284285" y="119767"/>
                  <a:pt x="284285" y="114778"/>
                </a:cubicBezTo>
                <a:cubicBezTo>
                  <a:pt x="284285" y="108018"/>
                  <a:pt x="287181" y="101937"/>
                  <a:pt x="292974" y="96537"/>
                </a:cubicBezTo>
                <a:cubicBezTo>
                  <a:pt x="298766" y="91136"/>
                  <a:pt x="311388" y="83951"/>
                  <a:pt x="330842" y="74982"/>
                </a:cubicBezTo>
                <a:lnTo>
                  <a:pt x="330842" y="66105"/>
                </a:lnTo>
                <a:cubicBezTo>
                  <a:pt x="330842" y="59431"/>
                  <a:pt x="330480" y="55229"/>
                  <a:pt x="329756" y="53498"/>
                </a:cubicBezTo>
                <a:cubicBezTo>
                  <a:pt x="329032" y="51766"/>
                  <a:pt x="327663" y="50255"/>
                  <a:pt x="325648" y="48965"/>
                </a:cubicBezTo>
                <a:cubicBezTo>
                  <a:pt x="323634" y="47674"/>
                  <a:pt x="321367" y="47029"/>
                  <a:pt x="318849" y="47029"/>
                </a:cubicBezTo>
                <a:cubicBezTo>
                  <a:pt x="314757" y="47029"/>
                  <a:pt x="311388" y="47942"/>
                  <a:pt x="308744" y="49768"/>
                </a:cubicBezTo>
                <a:cubicBezTo>
                  <a:pt x="307107" y="50901"/>
                  <a:pt x="306289" y="52223"/>
                  <a:pt x="306289" y="53734"/>
                </a:cubicBezTo>
                <a:cubicBezTo>
                  <a:pt x="306289" y="55056"/>
                  <a:pt x="307170" y="56693"/>
                  <a:pt x="308933" y="58645"/>
                </a:cubicBezTo>
                <a:cubicBezTo>
                  <a:pt x="311326" y="61352"/>
                  <a:pt x="312522" y="63964"/>
                  <a:pt x="312522" y="66483"/>
                </a:cubicBezTo>
                <a:cubicBezTo>
                  <a:pt x="312522" y="69568"/>
                  <a:pt x="311373" y="72196"/>
                  <a:pt x="309075" y="74368"/>
                </a:cubicBezTo>
                <a:cubicBezTo>
                  <a:pt x="306777" y="76540"/>
                  <a:pt x="303771" y="77626"/>
                  <a:pt x="300056" y="77626"/>
                </a:cubicBezTo>
                <a:cubicBezTo>
                  <a:pt x="296090" y="77626"/>
                  <a:pt x="292769" y="76430"/>
                  <a:pt x="290093" y="74038"/>
                </a:cubicBezTo>
                <a:cubicBezTo>
                  <a:pt x="287418" y="71645"/>
                  <a:pt x="286080" y="68844"/>
                  <a:pt x="286080" y="65633"/>
                </a:cubicBezTo>
                <a:cubicBezTo>
                  <a:pt x="286080" y="61100"/>
                  <a:pt x="287874" y="56772"/>
                  <a:pt x="291463" y="52648"/>
                </a:cubicBezTo>
                <a:cubicBezTo>
                  <a:pt x="295051" y="48524"/>
                  <a:pt x="300056" y="45361"/>
                  <a:pt x="306478" y="43157"/>
                </a:cubicBezTo>
                <a:cubicBezTo>
                  <a:pt x="312899" y="40954"/>
                  <a:pt x="319573" y="39852"/>
                  <a:pt x="326498" y="39852"/>
                </a:cubicBezTo>
                <a:cubicBezTo>
                  <a:pt x="334871" y="39852"/>
                  <a:pt x="341498" y="41635"/>
                  <a:pt x="346377" y="45202"/>
                </a:cubicBezTo>
                <a:cubicBezTo>
                  <a:pt x="351256" y="48767"/>
                  <a:pt x="354420" y="52632"/>
                  <a:pt x="355868" y="56797"/>
                </a:cubicBezTo>
                <a:cubicBezTo>
                  <a:pt x="356749" y="59447"/>
                  <a:pt x="357190" y="65536"/>
                  <a:pt x="357190" y="75065"/>
                </a:cubicBezTo>
                <a:lnTo>
                  <a:pt x="357190" y="109424"/>
                </a:lnTo>
                <a:cubicBezTo>
                  <a:pt x="357190" y="113463"/>
                  <a:pt x="357347" y="116004"/>
                  <a:pt x="357662" y="117047"/>
                </a:cubicBezTo>
                <a:cubicBezTo>
                  <a:pt x="357977" y="118088"/>
                  <a:pt x="358449" y="118861"/>
                  <a:pt x="359078" y="119367"/>
                </a:cubicBezTo>
                <a:cubicBezTo>
                  <a:pt x="359708" y="119870"/>
                  <a:pt x="360432" y="120122"/>
                  <a:pt x="361250" y="120122"/>
                </a:cubicBezTo>
                <a:cubicBezTo>
                  <a:pt x="362887" y="120122"/>
                  <a:pt x="364556" y="118957"/>
                  <a:pt x="366256" y="116628"/>
                </a:cubicBezTo>
                <a:lnTo>
                  <a:pt x="369089" y="118894"/>
                </a:lnTo>
                <a:cubicBezTo>
                  <a:pt x="365941" y="123553"/>
                  <a:pt x="362683" y="126937"/>
                  <a:pt x="359315" y="129046"/>
                </a:cubicBezTo>
                <a:cubicBezTo>
                  <a:pt x="355946" y="131155"/>
                  <a:pt x="352122" y="132210"/>
                  <a:pt x="347841" y="132210"/>
                </a:cubicBezTo>
                <a:cubicBezTo>
                  <a:pt x="342804" y="132210"/>
                  <a:pt x="338869" y="131022"/>
                  <a:pt x="336036" y="128645"/>
                </a:cubicBezTo>
                <a:cubicBezTo>
                  <a:pt x="333203" y="126268"/>
                  <a:pt x="331472" y="122672"/>
                  <a:pt x="330842" y="117856"/>
                </a:cubicBezTo>
                <a:moveTo>
                  <a:pt x="330842" y="110867"/>
                </a:moveTo>
                <a:lnTo>
                  <a:pt x="330842" y="81327"/>
                </a:lnTo>
                <a:cubicBezTo>
                  <a:pt x="323224" y="85818"/>
                  <a:pt x="317558" y="90627"/>
                  <a:pt x="313844" y="95752"/>
                </a:cubicBezTo>
                <a:cubicBezTo>
                  <a:pt x="311388" y="99167"/>
                  <a:pt x="310161" y="102615"/>
                  <a:pt x="310161" y="106095"/>
                </a:cubicBezTo>
                <a:cubicBezTo>
                  <a:pt x="310161" y="109005"/>
                  <a:pt x="311200" y="111568"/>
                  <a:pt x="313277" y="113783"/>
                </a:cubicBezTo>
                <a:cubicBezTo>
                  <a:pt x="314851" y="115491"/>
                  <a:pt x="317055" y="116345"/>
                  <a:pt x="319888" y="116345"/>
                </a:cubicBezTo>
                <a:cubicBezTo>
                  <a:pt x="323036" y="116345"/>
                  <a:pt x="326687" y="114519"/>
                  <a:pt x="330842" y="110867"/>
                </a:cubicBezTo>
                <a:close/>
                <a:moveTo>
                  <a:pt x="415457" y="42496"/>
                </a:moveTo>
                <a:lnTo>
                  <a:pt x="415457" y="62516"/>
                </a:lnTo>
                <a:cubicBezTo>
                  <a:pt x="421312" y="53388"/>
                  <a:pt x="426443" y="47328"/>
                  <a:pt x="430850" y="44338"/>
                </a:cubicBezTo>
                <a:cubicBezTo>
                  <a:pt x="435257" y="41347"/>
                  <a:pt x="439506" y="39852"/>
                  <a:pt x="443598" y="39852"/>
                </a:cubicBezTo>
                <a:cubicBezTo>
                  <a:pt x="447124" y="39852"/>
                  <a:pt x="449941" y="40942"/>
                  <a:pt x="452050" y="43122"/>
                </a:cubicBezTo>
                <a:cubicBezTo>
                  <a:pt x="454159" y="45302"/>
                  <a:pt x="455214" y="48382"/>
                  <a:pt x="455214" y="52362"/>
                </a:cubicBezTo>
                <a:cubicBezTo>
                  <a:pt x="455214" y="56595"/>
                  <a:pt x="454191" y="59882"/>
                  <a:pt x="452145" y="62221"/>
                </a:cubicBezTo>
                <a:cubicBezTo>
                  <a:pt x="450099" y="64559"/>
                  <a:pt x="447628" y="65727"/>
                  <a:pt x="444732" y="65727"/>
                </a:cubicBezTo>
                <a:cubicBezTo>
                  <a:pt x="441395" y="65727"/>
                  <a:pt x="438499" y="64657"/>
                  <a:pt x="436043" y="62516"/>
                </a:cubicBezTo>
                <a:cubicBezTo>
                  <a:pt x="433588" y="60376"/>
                  <a:pt x="432140" y="59180"/>
                  <a:pt x="431699" y="58928"/>
                </a:cubicBezTo>
                <a:cubicBezTo>
                  <a:pt x="431070" y="58550"/>
                  <a:pt x="430346" y="58361"/>
                  <a:pt x="429527" y="58361"/>
                </a:cubicBezTo>
                <a:cubicBezTo>
                  <a:pt x="427702" y="58361"/>
                  <a:pt x="425970" y="59054"/>
                  <a:pt x="424333" y="60439"/>
                </a:cubicBezTo>
                <a:cubicBezTo>
                  <a:pt x="421752" y="62579"/>
                  <a:pt x="419801" y="65633"/>
                  <a:pt x="418478" y="69599"/>
                </a:cubicBezTo>
                <a:cubicBezTo>
                  <a:pt x="416464" y="75706"/>
                  <a:pt x="415457" y="82442"/>
                  <a:pt x="415457" y="89808"/>
                </a:cubicBezTo>
                <a:lnTo>
                  <a:pt x="415457" y="110112"/>
                </a:lnTo>
                <a:lnTo>
                  <a:pt x="415551" y="115400"/>
                </a:lnTo>
                <a:cubicBezTo>
                  <a:pt x="415551" y="118989"/>
                  <a:pt x="415771" y="121287"/>
                  <a:pt x="416212" y="122294"/>
                </a:cubicBezTo>
                <a:cubicBezTo>
                  <a:pt x="416967" y="123994"/>
                  <a:pt x="418085" y="125237"/>
                  <a:pt x="419564" y="126024"/>
                </a:cubicBezTo>
                <a:cubicBezTo>
                  <a:pt x="421044" y="126811"/>
                  <a:pt x="423547" y="127299"/>
                  <a:pt x="427072" y="127488"/>
                </a:cubicBezTo>
                <a:lnTo>
                  <a:pt x="427072" y="130888"/>
                </a:lnTo>
                <a:lnTo>
                  <a:pt x="379382" y="130888"/>
                </a:lnTo>
                <a:lnTo>
                  <a:pt x="379382" y="127488"/>
                </a:lnTo>
                <a:cubicBezTo>
                  <a:pt x="383222" y="127173"/>
                  <a:pt x="385819" y="126119"/>
                  <a:pt x="387173" y="124325"/>
                </a:cubicBezTo>
                <a:cubicBezTo>
                  <a:pt x="388527" y="122530"/>
                  <a:pt x="389203" y="117793"/>
                  <a:pt x="389203" y="110112"/>
                </a:cubicBezTo>
                <a:lnTo>
                  <a:pt x="389203" y="61194"/>
                </a:lnTo>
                <a:cubicBezTo>
                  <a:pt x="389203" y="56126"/>
                  <a:pt x="388952" y="52896"/>
                  <a:pt x="388448" y="51503"/>
                </a:cubicBezTo>
                <a:cubicBezTo>
                  <a:pt x="387818" y="49728"/>
                  <a:pt x="386905" y="48430"/>
                  <a:pt x="385709" y="47607"/>
                </a:cubicBezTo>
                <a:cubicBezTo>
                  <a:pt x="384513" y="46783"/>
                  <a:pt x="382404" y="46212"/>
                  <a:pt x="379382" y="45896"/>
                </a:cubicBezTo>
                <a:lnTo>
                  <a:pt x="379382" y="42496"/>
                </a:lnTo>
                <a:lnTo>
                  <a:pt x="415457" y="42496"/>
                </a:lnTo>
                <a:close/>
                <a:moveTo>
                  <a:pt x="485935" y="0"/>
                </a:moveTo>
                <a:cubicBezTo>
                  <a:pt x="490027" y="0"/>
                  <a:pt x="493490" y="1437"/>
                  <a:pt x="496323" y="4312"/>
                </a:cubicBezTo>
                <a:cubicBezTo>
                  <a:pt x="499156" y="7184"/>
                  <a:pt x="500573" y="10642"/>
                  <a:pt x="500573" y="14685"/>
                </a:cubicBezTo>
                <a:cubicBezTo>
                  <a:pt x="500573" y="18728"/>
                  <a:pt x="499140" y="22171"/>
                  <a:pt x="496276" y="25014"/>
                </a:cubicBezTo>
                <a:cubicBezTo>
                  <a:pt x="493411" y="27855"/>
                  <a:pt x="489964" y="29275"/>
                  <a:pt x="485935" y="29275"/>
                </a:cubicBezTo>
                <a:cubicBezTo>
                  <a:pt x="481906" y="29275"/>
                  <a:pt x="478475" y="27855"/>
                  <a:pt x="475642" y="25014"/>
                </a:cubicBezTo>
                <a:cubicBezTo>
                  <a:pt x="472809" y="22171"/>
                  <a:pt x="471392" y="18728"/>
                  <a:pt x="471392" y="14685"/>
                </a:cubicBezTo>
                <a:cubicBezTo>
                  <a:pt x="471392" y="10642"/>
                  <a:pt x="472809" y="7184"/>
                  <a:pt x="475642" y="4312"/>
                </a:cubicBezTo>
                <a:cubicBezTo>
                  <a:pt x="478475" y="1437"/>
                  <a:pt x="481906" y="0"/>
                  <a:pt x="485935" y="0"/>
                </a:cubicBezTo>
                <a:moveTo>
                  <a:pt x="499156" y="42496"/>
                </a:moveTo>
                <a:lnTo>
                  <a:pt x="499156" y="112567"/>
                </a:lnTo>
                <a:cubicBezTo>
                  <a:pt x="499156" y="118800"/>
                  <a:pt x="499880" y="122782"/>
                  <a:pt x="501328" y="124513"/>
                </a:cubicBezTo>
                <a:cubicBezTo>
                  <a:pt x="502776" y="126245"/>
                  <a:pt x="505609" y="127236"/>
                  <a:pt x="509827" y="127488"/>
                </a:cubicBezTo>
                <a:lnTo>
                  <a:pt x="509827" y="130888"/>
                </a:lnTo>
                <a:lnTo>
                  <a:pt x="462137" y="130888"/>
                </a:lnTo>
                <a:lnTo>
                  <a:pt x="462137" y="127488"/>
                </a:lnTo>
                <a:cubicBezTo>
                  <a:pt x="466041" y="127362"/>
                  <a:pt x="468937" y="126229"/>
                  <a:pt x="470825" y="124088"/>
                </a:cubicBezTo>
                <a:cubicBezTo>
                  <a:pt x="472085" y="122640"/>
                  <a:pt x="472714" y="118800"/>
                  <a:pt x="472714" y="112567"/>
                </a:cubicBezTo>
                <a:lnTo>
                  <a:pt x="472714" y="61005"/>
                </a:lnTo>
                <a:cubicBezTo>
                  <a:pt x="472714" y="54694"/>
                  <a:pt x="471990" y="50662"/>
                  <a:pt x="470542" y="48909"/>
                </a:cubicBezTo>
                <a:cubicBezTo>
                  <a:pt x="469094" y="47156"/>
                  <a:pt x="466292" y="46151"/>
                  <a:pt x="462137" y="45896"/>
                </a:cubicBezTo>
                <a:lnTo>
                  <a:pt x="462137" y="42496"/>
                </a:lnTo>
                <a:lnTo>
                  <a:pt x="499156" y="42496"/>
                </a:lnTo>
                <a:close/>
                <a:moveTo>
                  <a:pt x="567182" y="117856"/>
                </a:moveTo>
                <a:cubicBezTo>
                  <a:pt x="556417" y="127425"/>
                  <a:pt x="546753" y="132210"/>
                  <a:pt x="538191" y="132210"/>
                </a:cubicBezTo>
                <a:cubicBezTo>
                  <a:pt x="533154" y="132210"/>
                  <a:pt x="528967" y="130552"/>
                  <a:pt x="525631" y="127237"/>
                </a:cubicBezTo>
                <a:cubicBezTo>
                  <a:pt x="522294" y="123920"/>
                  <a:pt x="520626" y="119767"/>
                  <a:pt x="520626" y="114778"/>
                </a:cubicBezTo>
                <a:cubicBezTo>
                  <a:pt x="520626" y="108018"/>
                  <a:pt x="523522" y="101937"/>
                  <a:pt x="529314" y="96537"/>
                </a:cubicBezTo>
                <a:cubicBezTo>
                  <a:pt x="535106" y="91136"/>
                  <a:pt x="547729" y="83951"/>
                  <a:pt x="567182" y="74982"/>
                </a:cubicBezTo>
                <a:lnTo>
                  <a:pt x="567182" y="66105"/>
                </a:lnTo>
                <a:cubicBezTo>
                  <a:pt x="567182" y="59431"/>
                  <a:pt x="566820" y="55229"/>
                  <a:pt x="566096" y="53498"/>
                </a:cubicBezTo>
                <a:cubicBezTo>
                  <a:pt x="565372" y="51766"/>
                  <a:pt x="564003" y="50255"/>
                  <a:pt x="561988" y="48965"/>
                </a:cubicBezTo>
                <a:cubicBezTo>
                  <a:pt x="559974" y="47674"/>
                  <a:pt x="557707" y="47029"/>
                  <a:pt x="555189" y="47029"/>
                </a:cubicBezTo>
                <a:cubicBezTo>
                  <a:pt x="551097" y="47029"/>
                  <a:pt x="547729" y="47942"/>
                  <a:pt x="545084" y="49768"/>
                </a:cubicBezTo>
                <a:cubicBezTo>
                  <a:pt x="543447" y="50901"/>
                  <a:pt x="542629" y="52223"/>
                  <a:pt x="542629" y="53734"/>
                </a:cubicBezTo>
                <a:cubicBezTo>
                  <a:pt x="542629" y="55056"/>
                  <a:pt x="543510" y="56693"/>
                  <a:pt x="545273" y="58645"/>
                </a:cubicBezTo>
                <a:cubicBezTo>
                  <a:pt x="547666" y="61352"/>
                  <a:pt x="548862" y="63964"/>
                  <a:pt x="548862" y="66483"/>
                </a:cubicBezTo>
                <a:cubicBezTo>
                  <a:pt x="548862" y="69568"/>
                  <a:pt x="547713" y="72196"/>
                  <a:pt x="545415" y="74368"/>
                </a:cubicBezTo>
                <a:cubicBezTo>
                  <a:pt x="543117" y="76540"/>
                  <a:pt x="540111" y="77626"/>
                  <a:pt x="536396" y="77626"/>
                </a:cubicBezTo>
                <a:cubicBezTo>
                  <a:pt x="532430" y="77626"/>
                  <a:pt x="529109" y="76430"/>
                  <a:pt x="526433" y="74038"/>
                </a:cubicBezTo>
                <a:cubicBezTo>
                  <a:pt x="523758" y="71645"/>
                  <a:pt x="522420" y="68844"/>
                  <a:pt x="522420" y="65633"/>
                </a:cubicBezTo>
                <a:cubicBezTo>
                  <a:pt x="522420" y="61100"/>
                  <a:pt x="524214" y="56772"/>
                  <a:pt x="527803" y="52648"/>
                </a:cubicBezTo>
                <a:cubicBezTo>
                  <a:pt x="531391" y="48524"/>
                  <a:pt x="536396" y="45361"/>
                  <a:pt x="542818" y="43157"/>
                </a:cubicBezTo>
                <a:cubicBezTo>
                  <a:pt x="549240" y="40954"/>
                  <a:pt x="555913" y="39852"/>
                  <a:pt x="562838" y="39852"/>
                </a:cubicBezTo>
                <a:cubicBezTo>
                  <a:pt x="571212" y="39852"/>
                  <a:pt x="577838" y="41635"/>
                  <a:pt x="582717" y="45202"/>
                </a:cubicBezTo>
                <a:cubicBezTo>
                  <a:pt x="587596" y="48767"/>
                  <a:pt x="590760" y="52632"/>
                  <a:pt x="592208" y="56797"/>
                </a:cubicBezTo>
                <a:cubicBezTo>
                  <a:pt x="593089" y="59447"/>
                  <a:pt x="593530" y="65536"/>
                  <a:pt x="593530" y="75065"/>
                </a:cubicBezTo>
                <a:lnTo>
                  <a:pt x="593530" y="109424"/>
                </a:lnTo>
                <a:cubicBezTo>
                  <a:pt x="593530" y="113463"/>
                  <a:pt x="593687" y="116004"/>
                  <a:pt x="594002" y="117047"/>
                </a:cubicBezTo>
                <a:cubicBezTo>
                  <a:pt x="594317" y="118088"/>
                  <a:pt x="594789" y="118861"/>
                  <a:pt x="595419" y="119367"/>
                </a:cubicBezTo>
                <a:cubicBezTo>
                  <a:pt x="596048" y="119870"/>
                  <a:pt x="596772" y="120122"/>
                  <a:pt x="597591" y="120122"/>
                </a:cubicBezTo>
                <a:cubicBezTo>
                  <a:pt x="599227" y="120122"/>
                  <a:pt x="600896" y="118957"/>
                  <a:pt x="602596" y="116628"/>
                </a:cubicBezTo>
                <a:lnTo>
                  <a:pt x="605429" y="118894"/>
                </a:lnTo>
                <a:cubicBezTo>
                  <a:pt x="602281" y="123553"/>
                  <a:pt x="599023" y="126937"/>
                  <a:pt x="595655" y="129046"/>
                </a:cubicBezTo>
                <a:cubicBezTo>
                  <a:pt x="592286" y="131155"/>
                  <a:pt x="588462" y="132210"/>
                  <a:pt x="584181" y="132210"/>
                </a:cubicBezTo>
                <a:cubicBezTo>
                  <a:pt x="579144" y="132210"/>
                  <a:pt x="575209" y="131022"/>
                  <a:pt x="572376" y="128645"/>
                </a:cubicBezTo>
                <a:cubicBezTo>
                  <a:pt x="569543" y="126268"/>
                  <a:pt x="567812" y="122672"/>
                  <a:pt x="567182" y="117856"/>
                </a:cubicBezTo>
                <a:moveTo>
                  <a:pt x="567182" y="110867"/>
                </a:moveTo>
                <a:lnTo>
                  <a:pt x="567182" y="81327"/>
                </a:lnTo>
                <a:cubicBezTo>
                  <a:pt x="559565" y="85818"/>
                  <a:pt x="553898" y="90627"/>
                  <a:pt x="550184" y="95752"/>
                </a:cubicBezTo>
                <a:cubicBezTo>
                  <a:pt x="547729" y="99167"/>
                  <a:pt x="546501" y="102615"/>
                  <a:pt x="546501" y="106095"/>
                </a:cubicBezTo>
                <a:cubicBezTo>
                  <a:pt x="546501" y="109005"/>
                  <a:pt x="547540" y="111568"/>
                  <a:pt x="549617" y="113783"/>
                </a:cubicBezTo>
                <a:cubicBezTo>
                  <a:pt x="551191" y="115491"/>
                  <a:pt x="553395" y="116345"/>
                  <a:pt x="556228" y="116345"/>
                </a:cubicBezTo>
                <a:cubicBezTo>
                  <a:pt x="559376" y="116345"/>
                  <a:pt x="563027" y="114519"/>
                  <a:pt x="567182" y="110867"/>
                </a:cubicBezTo>
                <a:close/>
                <a:moveTo>
                  <a:pt x="651230" y="42496"/>
                </a:moveTo>
                <a:lnTo>
                  <a:pt x="651230" y="54017"/>
                </a:lnTo>
                <a:cubicBezTo>
                  <a:pt x="655763" y="49073"/>
                  <a:pt x="660107" y="45477"/>
                  <a:pt x="664262" y="43228"/>
                </a:cubicBezTo>
                <a:cubicBezTo>
                  <a:pt x="668418" y="40977"/>
                  <a:pt x="672888" y="39852"/>
                  <a:pt x="677672" y="39852"/>
                </a:cubicBezTo>
                <a:cubicBezTo>
                  <a:pt x="683401" y="39852"/>
                  <a:pt x="688155" y="41443"/>
                  <a:pt x="691932" y="44627"/>
                </a:cubicBezTo>
                <a:cubicBezTo>
                  <a:pt x="695709" y="47810"/>
                  <a:pt x="698228" y="51765"/>
                  <a:pt x="699487" y="56493"/>
                </a:cubicBezTo>
                <a:cubicBezTo>
                  <a:pt x="700494" y="60088"/>
                  <a:pt x="700998" y="66991"/>
                  <a:pt x="700998" y="77204"/>
                </a:cubicBezTo>
                <a:lnTo>
                  <a:pt x="700998" y="111623"/>
                </a:lnTo>
                <a:cubicBezTo>
                  <a:pt x="700998" y="118422"/>
                  <a:pt x="701612" y="122656"/>
                  <a:pt x="702839" y="124325"/>
                </a:cubicBezTo>
                <a:cubicBezTo>
                  <a:pt x="704067" y="125993"/>
                  <a:pt x="706633" y="127047"/>
                  <a:pt x="710536" y="127488"/>
                </a:cubicBezTo>
                <a:lnTo>
                  <a:pt x="710536" y="130888"/>
                </a:lnTo>
                <a:lnTo>
                  <a:pt x="665868" y="130888"/>
                </a:lnTo>
                <a:lnTo>
                  <a:pt x="665868" y="127488"/>
                </a:lnTo>
                <a:cubicBezTo>
                  <a:pt x="669205" y="127047"/>
                  <a:pt x="671597" y="125662"/>
                  <a:pt x="673045" y="123333"/>
                </a:cubicBezTo>
                <a:cubicBezTo>
                  <a:pt x="674052" y="121759"/>
                  <a:pt x="674556" y="117856"/>
                  <a:pt x="674556" y="111623"/>
                </a:cubicBezTo>
                <a:lnTo>
                  <a:pt x="674556" y="72338"/>
                </a:lnTo>
                <a:cubicBezTo>
                  <a:pt x="674556" y="65098"/>
                  <a:pt x="674273" y="60533"/>
                  <a:pt x="673706" y="58645"/>
                </a:cubicBezTo>
                <a:cubicBezTo>
                  <a:pt x="673139" y="56756"/>
                  <a:pt x="672179" y="55292"/>
                  <a:pt x="670826" y="54253"/>
                </a:cubicBezTo>
                <a:cubicBezTo>
                  <a:pt x="669472" y="53214"/>
                  <a:pt x="667977" y="52695"/>
                  <a:pt x="666340" y="52695"/>
                </a:cubicBezTo>
                <a:cubicBezTo>
                  <a:pt x="660926" y="52695"/>
                  <a:pt x="655889" y="56598"/>
                  <a:pt x="651230" y="64405"/>
                </a:cubicBezTo>
                <a:lnTo>
                  <a:pt x="651230" y="111623"/>
                </a:lnTo>
                <a:cubicBezTo>
                  <a:pt x="651230" y="118233"/>
                  <a:pt x="651844" y="122420"/>
                  <a:pt x="653072" y="124183"/>
                </a:cubicBezTo>
                <a:cubicBezTo>
                  <a:pt x="654299" y="125946"/>
                  <a:pt x="656582" y="127047"/>
                  <a:pt x="659918" y="127488"/>
                </a:cubicBezTo>
                <a:lnTo>
                  <a:pt x="659918" y="130888"/>
                </a:lnTo>
                <a:lnTo>
                  <a:pt x="615250" y="130888"/>
                </a:lnTo>
                <a:lnTo>
                  <a:pt x="615250" y="127488"/>
                </a:lnTo>
                <a:cubicBezTo>
                  <a:pt x="618965" y="127110"/>
                  <a:pt x="621609" y="125914"/>
                  <a:pt x="623183" y="123900"/>
                </a:cubicBezTo>
                <a:cubicBezTo>
                  <a:pt x="624253" y="122514"/>
                  <a:pt x="624788" y="118422"/>
                  <a:pt x="624788" y="111623"/>
                </a:cubicBezTo>
                <a:lnTo>
                  <a:pt x="624788" y="61761"/>
                </a:lnTo>
                <a:cubicBezTo>
                  <a:pt x="624788" y="55007"/>
                  <a:pt x="624174" y="50801"/>
                  <a:pt x="622947" y="49145"/>
                </a:cubicBezTo>
                <a:cubicBezTo>
                  <a:pt x="621719" y="47488"/>
                  <a:pt x="619154" y="46405"/>
                  <a:pt x="615250" y="45896"/>
                </a:cubicBezTo>
                <a:lnTo>
                  <a:pt x="615250" y="42496"/>
                </a:lnTo>
                <a:lnTo>
                  <a:pt x="651230" y="42496"/>
                </a:lnTo>
                <a:close/>
                <a:moveTo>
                  <a:pt x="757724" y="10010"/>
                </a:moveTo>
                <a:lnTo>
                  <a:pt x="757724" y="42496"/>
                </a:lnTo>
                <a:lnTo>
                  <a:pt x="778689" y="42496"/>
                </a:lnTo>
                <a:lnTo>
                  <a:pt x="778689" y="51751"/>
                </a:lnTo>
                <a:lnTo>
                  <a:pt x="757724" y="51751"/>
                </a:lnTo>
                <a:lnTo>
                  <a:pt x="757724" y="106388"/>
                </a:lnTo>
                <a:cubicBezTo>
                  <a:pt x="757724" y="111501"/>
                  <a:pt x="757960" y="114799"/>
                  <a:pt x="758432" y="116283"/>
                </a:cubicBezTo>
                <a:cubicBezTo>
                  <a:pt x="758905" y="117766"/>
                  <a:pt x="759739" y="118966"/>
                  <a:pt x="760935" y="119883"/>
                </a:cubicBezTo>
                <a:cubicBezTo>
                  <a:pt x="762131" y="120798"/>
                  <a:pt x="763233" y="121255"/>
                  <a:pt x="764240" y="121255"/>
                </a:cubicBezTo>
                <a:cubicBezTo>
                  <a:pt x="768332" y="121255"/>
                  <a:pt x="772204" y="118107"/>
                  <a:pt x="775856" y="111812"/>
                </a:cubicBezTo>
                <a:lnTo>
                  <a:pt x="778689" y="113910"/>
                </a:lnTo>
                <a:cubicBezTo>
                  <a:pt x="773589" y="126110"/>
                  <a:pt x="765310" y="132210"/>
                  <a:pt x="753852" y="132210"/>
                </a:cubicBezTo>
                <a:cubicBezTo>
                  <a:pt x="748249" y="132210"/>
                  <a:pt x="743512" y="130647"/>
                  <a:pt x="739640" y="127521"/>
                </a:cubicBezTo>
                <a:cubicBezTo>
                  <a:pt x="735768" y="124392"/>
                  <a:pt x="733297" y="120901"/>
                  <a:pt x="732226" y="117047"/>
                </a:cubicBezTo>
                <a:cubicBezTo>
                  <a:pt x="731597" y="114899"/>
                  <a:pt x="731282" y="109086"/>
                  <a:pt x="731282" y="99609"/>
                </a:cubicBezTo>
                <a:lnTo>
                  <a:pt x="731282" y="51751"/>
                </a:lnTo>
                <a:lnTo>
                  <a:pt x="719761" y="51751"/>
                </a:lnTo>
                <a:lnTo>
                  <a:pt x="719761" y="48437"/>
                </a:lnTo>
                <a:cubicBezTo>
                  <a:pt x="727694" y="42822"/>
                  <a:pt x="734446" y="36922"/>
                  <a:pt x="740017" y="30739"/>
                </a:cubicBezTo>
                <a:cubicBezTo>
                  <a:pt x="745589" y="24555"/>
                  <a:pt x="750453" y="17646"/>
                  <a:pt x="754608" y="10010"/>
                </a:cubicBezTo>
                <a:lnTo>
                  <a:pt x="757724" y="100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2C35B1-9564-4E2D-86CA-515D237C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1457" y="3670981"/>
            <a:ext cx="2119995" cy="82888"/>
          </a:xfrm>
          <a:custGeom xmlns:a="http://schemas.openxmlformats.org/drawingml/2006/main">
            <a:pathLst>
              <a:path w="2119995" h="82888">
                <a:moveTo>
                  <a:pt x="82888" y="0"/>
                </a:moveTo>
                <a:lnTo>
                  <a:pt x="0" y="41444"/>
                </a:lnTo>
                <a:lnTo>
                  <a:pt x="82888" y="82888"/>
                </a:lnTo>
                <a:lnTo>
                  <a:pt x="82888" y="51805"/>
                </a:lnTo>
                <a:lnTo>
                  <a:pt x="2119995" y="51805"/>
                </a:lnTo>
                <a:lnTo>
                  <a:pt x="2119995" y="31083"/>
                </a:lnTo>
                <a:lnTo>
                  <a:pt x="82888" y="31083"/>
                </a:lnTo>
                <a:lnTo>
                  <a:pt x="828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9123B2-655C-4CB3-B81E-2AB53C23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368" y="3253090"/>
            <a:ext cx="1029186" cy="366086"/>
          </a:xfrm>
          <a:custGeom xmlns:a="http://schemas.openxmlformats.org/drawingml/2006/main">
            <a:pathLst>
              <a:path w="1029186" h="366086">
                <a:moveTo>
                  <a:pt x="0" y="0"/>
                </a:moveTo>
                <a:lnTo>
                  <a:pt x="1029186" y="0"/>
                </a:lnTo>
                <a:lnTo>
                  <a:pt x="1029186" y="366086"/>
                </a:lnTo>
                <a:lnTo>
                  <a:pt x="0" y="3660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CF6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Combine">
            <a:extLst xmlns:a="http://schemas.openxmlformats.org/drawingml/2006/main">
              <a:ext uri="{FF2B5EF4-FFF2-40B4-BE49-F238E27FC236}">
                <a16:creationId xmlns:a16="http://schemas.microsoft.com/office/drawing/2014/main" id="{E264F44A-7FEA-4227-A895-E29D628C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276" y="3365981"/>
            <a:ext cx="845642" cy="152824"/>
          </a:xfrm>
          <a:custGeom xmlns:a="http://schemas.openxmlformats.org/drawingml/2006/main">
            <a:pathLst>
              <a:path w="845642" h="152824">
                <a:moveTo>
                  <a:pt x="138793" y="0"/>
                </a:moveTo>
                <a:lnTo>
                  <a:pt x="138793" y="50725"/>
                </a:lnTo>
                <a:lnTo>
                  <a:pt x="134584" y="50725"/>
                </a:lnTo>
                <a:cubicBezTo>
                  <a:pt x="131418" y="37417"/>
                  <a:pt x="125518" y="27219"/>
                  <a:pt x="116884" y="20132"/>
                </a:cubicBezTo>
                <a:cubicBezTo>
                  <a:pt x="108250" y="13042"/>
                  <a:pt x="98465" y="9498"/>
                  <a:pt x="87528" y="9498"/>
                </a:cubicBezTo>
                <a:cubicBezTo>
                  <a:pt x="78391" y="9498"/>
                  <a:pt x="70008" y="12124"/>
                  <a:pt x="62381" y="17376"/>
                </a:cubicBezTo>
                <a:cubicBezTo>
                  <a:pt x="54755" y="22629"/>
                  <a:pt x="49178" y="29500"/>
                  <a:pt x="45653" y="37990"/>
                </a:cubicBezTo>
                <a:cubicBezTo>
                  <a:pt x="41120" y="48855"/>
                  <a:pt x="38854" y="60942"/>
                  <a:pt x="38854" y="74253"/>
                </a:cubicBezTo>
                <a:cubicBezTo>
                  <a:pt x="38854" y="87348"/>
                  <a:pt x="40508" y="99274"/>
                  <a:pt x="43818" y="110031"/>
                </a:cubicBezTo>
                <a:cubicBezTo>
                  <a:pt x="47128" y="120788"/>
                  <a:pt x="52308" y="128918"/>
                  <a:pt x="59360" y="134422"/>
                </a:cubicBezTo>
                <a:cubicBezTo>
                  <a:pt x="66411" y="139927"/>
                  <a:pt x="75549" y="142679"/>
                  <a:pt x="86773" y="142679"/>
                </a:cubicBezTo>
                <a:cubicBezTo>
                  <a:pt x="95983" y="142679"/>
                  <a:pt x="104419" y="140664"/>
                  <a:pt x="112082" y="136635"/>
                </a:cubicBezTo>
                <a:cubicBezTo>
                  <a:pt x="119744" y="132606"/>
                  <a:pt x="127821" y="125662"/>
                  <a:pt x="136311" y="115805"/>
                </a:cubicBezTo>
                <a:lnTo>
                  <a:pt x="136311" y="128432"/>
                </a:lnTo>
                <a:cubicBezTo>
                  <a:pt x="128109" y="136995"/>
                  <a:pt x="119565" y="143200"/>
                  <a:pt x="110679" y="147050"/>
                </a:cubicBezTo>
                <a:cubicBezTo>
                  <a:pt x="101793" y="150899"/>
                  <a:pt x="91414" y="152824"/>
                  <a:pt x="79542" y="152824"/>
                </a:cubicBezTo>
                <a:cubicBezTo>
                  <a:pt x="63928" y="152824"/>
                  <a:pt x="50060" y="149698"/>
                  <a:pt x="37936" y="143448"/>
                </a:cubicBezTo>
                <a:cubicBezTo>
                  <a:pt x="25812" y="137197"/>
                  <a:pt x="16459" y="128217"/>
                  <a:pt x="9875" y="116507"/>
                </a:cubicBezTo>
                <a:cubicBezTo>
                  <a:pt x="3292" y="104794"/>
                  <a:pt x="0" y="92328"/>
                  <a:pt x="0" y="79107"/>
                </a:cubicBezTo>
                <a:cubicBezTo>
                  <a:pt x="0" y="65168"/>
                  <a:pt x="3652" y="51949"/>
                  <a:pt x="10955" y="39447"/>
                </a:cubicBezTo>
                <a:cubicBezTo>
                  <a:pt x="18258" y="26943"/>
                  <a:pt x="28115" y="17243"/>
                  <a:pt x="40526" y="10347"/>
                </a:cubicBezTo>
                <a:cubicBezTo>
                  <a:pt x="52938" y="3449"/>
                  <a:pt x="66123" y="0"/>
                  <a:pt x="80081" y="0"/>
                </a:cubicBezTo>
                <a:cubicBezTo>
                  <a:pt x="90370" y="0"/>
                  <a:pt x="101235" y="2230"/>
                  <a:pt x="112675" y="6691"/>
                </a:cubicBezTo>
                <a:cubicBezTo>
                  <a:pt x="119295" y="9282"/>
                  <a:pt x="123504" y="10577"/>
                  <a:pt x="125303" y="10577"/>
                </a:cubicBezTo>
                <a:cubicBezTo>
                  <a:pt x="127605" y="10577"/>
                  <a:pt x="129602" y="9731"/>
                  <a:pt x="131293" y="8041"/>
                </a:cubicBezTo>
                <a:cubicBezTo>
                  <a:pt x="132983" y="6350"/>
                  <a:pt x="134081" y="3669"/>
                  <a:pt x="134584" y="0"/>
                </a:cubicBezTo>
                <a:lnTo>
                  <a:pt x="138793" y="0"/>
                </a:lnTo>
                <a:close/>
                <a:moveTo>
                  <a:pt x="205886" y="45545"/>
                </a:moveTo>
                <a:cubicBezTo>
                  <a:pt x="214664" y="45545"/>
                  <a:pt x="222831" y="47814"/>
                  <a:pt x="230386" y="52351"/>
                </a:cubicBezTo>
                <a:cubicBezTo>
                  <a:pt x="237941" y="56888"/>
                  <a:pt x="243679" y="63335"/>
                  <a:pt x="247600" y="71690"/>
                </a:cubicBezTo>
                <a:cubicBezTo>
                  <a:pt x="251521" y="80045"/>
                  <a:pt x="253482" y="89192"/>
                  <a:pt x="253482" y="99130"/>
                </a:cubicBezTo>
                <a:cubicBezTo>
                  <a:pt x="253482" y="113462"/>
                  <a:pt x="249848" y="125454"/>
                  <a:pt x="242581" y="135107"/>
                </a:cubicBezTo>
                <a:cubicBezTo>
                  <a:pt x="233803" y="146774"/>
                  <a:pt x="221680" y="152608"/>
                  <a:pt x="206210" y="152608"/>
                </a:cubicBezTo>
                <a:cubicBezTo>
                  <a:pt x="191029" y="152608"/>
                  <a:pt x="179336" y="147278"/>
                  <a:pt x="171134" y="136618"/>
                </a:cubicBezTo>
                <a:cubicBezTo>
                  <a:pt x="162932" y="125958"/>
                  <a:pt x="158830" y="113606"/>
                  <a:pt x="158830" y="99562"/>
                </a:cubicBezTo>
                <a:cubicBezTo>
                  <a:pt x="158830" y="85086"/>
                  <a:pt x="163022" y="72465"/>
                  <a:pt x="171404" y="61697"/>
                </a:cubicBezTo>
                <a:cubicBezTo>
                  <a:pt x="179786" y="50929"/>
                  <a:pt x="191280" y="45545"/>
                  <a:pt x="205886" y="45545"/>
                </a:cubicBezTo>
                <a:moveTo>
                  <a:pt x="206318" y="53100"/>
                </a:moveTo>
                <a:cubicBezTo>
                  <a:pt x="202649" y="53100"/>
                  <a:pt x="199501" y="54487"/>
                  <a:pt x="196875" y="57262"/>
                </a:cubicBezTo>
                <a:cubicBezTo>
                  <a:pt x="194248" y="60034"/>
                  <a:pt x="192521" y="65508"/>
                  <a:pt x="191694" y="73683"/>
                </a:cubicBezTo>
                <a:cubicBezTo>
                  <a:pt x="190867" y="81859"/>
                  <a:pt x="190453" y="93223"/>
                  <a:pt x="190453" y="107775"/>
                </a:cubicBezTo>
                <a:cubicBezTo>
                  <a:pt x="190453" y="115482"/>
                  <a:pt x="190957" y="122686"/>
                  <a:pt x="191964" y="129387"/>
                </a:cubicBezTo>
                <a:cubicBezTo>
                  <a:pt x="192755" y="134500"/>
                  <a:pt x="194446" y="138390"/>
                  <a:pt x="197036" y="141056"/>
                </a:cubicBezTo>
                <a:cubicBezTo>
                  <a:pt x="199627" y="143721"/>
                  <a:pt x="202577" y="145053"/>
                  <a:pt x="205886" y="145053"/>
                </a:cubicBezTo>
                <a:cubicBezTo>
                  <a:pt x="209124" y="145053"/>
                  <a:pt x="211822" y="144153"/>
                  <a:pt x="213981" y="142352"/>
                </a:cubicBezTo>
                <a:cubicBezTo>
                  <a:pt x="216787" y="139903"/>
                  <a:pt x="218658" y="136481"/>
                  <a:pt x="219593" y="132085"/>
                </a:cubicBezTo>
                <a:cubicBezTo>
                  <a:pt x="221032" y="125243"/>
                  <a:pt x="221752" y="111413"/>
                  <a:pt x="221752" y="90594"/>
                </a:cubicBezTo>
                <a:cubicBezTo>
                  <a:pt x="221752" y="78349"/>
                  <a:pt x="221068" y="69940"/>
                  <a:pt x="219701" y="65366"/>
                </a:cubicBezTo>
                <a:cubicBezTo>
                  <a:pt x="218334" y="60791"/>
                  <a:pt x="216319" y="57458"/>
                  <a:pt x="213657" y="55370"/>
                </a:cubicBezTo>
                <a:cubicBezTo>
                  <a:pt x="211786" y="53856"/>
                  <a:pt x="209340" y="53100"/>
                  <a:pt x="206318" y="53100"/>
                </a:cubicBezTo>
                <a:close/>
                <a:moveTo>
                  <a:pt x="310684" y="48567"/>
                </a:moveTo>
                <a:lnTo>
                  <a:pt x="310684" y="61950"/>
                </a:lnTo>
                <a:cubicBezTo>
                  <a:pt x="316224" y="55865"/>
                  <a:pt x="321350" y="51610"/>
                  <a:pt x="326063" y="49184"/>
                </a:cubicBezTo>
                <a:cubicBezTo>
                  <a:pt x="330776" y="46758"/>
                  <a:pt x="335938" y="45545"/>
                  <a:pt x="341550" y="45545"/>
                </a:cubicBezTo>
                <a:cubicBezTo>
                  <a:pt x="348026" y="45545"/>
                  <a:pt x="353458" y="47065"/>
                  <a:pt x="357847" y="50105"/>
                </a:cubicBezTo>
                <a:cubicBezTo>
                  <a:pt x="362236" y="53145"/>
                  <a:pt x="365618" y="57777"/>
                  <a:pt x="367992" y="64000"/>
                </a:cubicBezTo>
                <a:cubicBezTo>
                  <a:pt x="373749" y="57487"/>
                  <a:pt x="379271" y="52783"/>
                  <a:pt x="384559" y="49889"/>
                </a:cubicBezTo>
                <a:cubicBezTo>
                  <a:pt x="389848" y="46993"/>
                  <a:pt x="395370" y="45545"/>
                  <a:pt x="401126" y="45545"/>
                </a:cubicBezTo>
                <a:cubicBezTo>
                  <a:pt x="408105" y="45545"/>
                  <a:pt x="413663" y="47148"/>
                  <a:pt x="417801" y="50354"/>
                </a:cubicBezTo>
                <a:cubicBezTo>
                  <a:pt x="421938" y="53561"/>
                  <a:pt x="424816" y="57632"/>
                  <a:pt x="426435" y="62567"/>
                </a:cubicBezTo>
                <a:cubicBezTo>
                  <a:pt x="428054" y="67502"/>
                  <a:pt x="428863" y="75373"/>
                  <a:pt x="428863" y="86179"/>
                </a:cubicBezTo>
                <a:lnTo>
                  <a:pt x="428863" y="127569"/>
                </a:lnTo>
                <a:cubicBezTo>
                  <a:pt x="428863" y="135340"/>
                  <a:pt x="429564" y="140160"/>
                  <a:pt x="430968" y="142031"/>
                </a:cubicBezTo>
                <a:cubicBezTo>
                  <a:pt x="432371" y="143902"/>
                  <a:pt x="435303" y="145125"/>
                  <a:pt x="439764" y="145701"/>
                </a:cubicBezTo>
                <a:lnTo>
                  <a:pt x="439764" y="149586"/>
                </a:lnTo>
                <a:lnTo>
                  <a:pt x="387635" y="149586"/>
                </a:lnTo>
                <a:lnTo>
                  <a:pt x="387635" y="145701"/>
                </a:lnTo>
                <a:cubicBezTo>
                  <a:pt x="391736" y="145341"/>
                  <a:pt x="394758" y="143758"/>
                  <a:pt x="396701" y="140952"/>
                </a:cubicBezTo>
                <a:cubicBezTo>
                  <a:pt x="397996" y="139009"/>
                  <a:pt x="398644" y="134548"/>
                  <a:pt x="398644" y="127569"/>
                </a:cubicBezTo>
                <a:lnTo>
                  <a:pt x="398644" y="84183"/>
                </a:lnTo>
                <a:cubicBezTo>
                  <a:pt x="398644" y="75189"/>
                  <a:pt x="398284" y="69469"/>
                  <a:pt x="397564" y="67022"/>
                </a:cubicBezTo>
                <a:cubicBezTo>
                  <a:pt x="396845" y="64576"/>
                  <a:pt x="395712" y="62759"/>
                  <a:pt x="394165" y="61572"/>
                </a:cubicBezTo>
                <a:cubicBezTo>
                  <a:pt x="392618" y="60385"/>
                  <a:pt x="390801" y="59791"/>
                  <a:pt x="388714" y="59791"/>
                </a:cubicBezTo>
                <a:cubicBezTo>
                  <a:pt x="385620" y="59791"/>
                  <a:pt x="382491" y="60924"/>
                  <a:pt x="379325" y="63191"/>
                </a:cubicBezTo>
                <a:cubicBezTo>
                  <a:pt x="376159" y="65457"/>
                  <a:pt x="372957" y="68857"/>
                  <a:pt x="369719" y="73390"/>
                </a:cubicBezTo>
                <a:lnTo>
                  <a:pt x="369719" y="127569"/>
                </a:lnTo>
                <a:cubicBezTo>
                  <a:pt x="369719" y="134836"/>
                  <a:pt x="370331" y="139405"/>
                  <a:pt x="371554" y="141276"/>
                </a:cubicBezTo>
                <a:cubicBezTo>
                  <a:pt x="373209" y="143938"/>
                  <a:pt x="376375" y="145413"/>
                  <a:pt x="381052" y="145701"/>
                </a:cubicBezTo>
                <a:lnTo>
                  <a:pt x="381052" y="149586"/>
                </a:lnTo>
                <a:lnTo>
                  <a:pt x="328815" y="149586"/>
                </a:lnTo>
                <a:lnTo>
                  <a:pt x="328815" y="145701"/>
                </a:lnTo>
                <a:cubicBezTo>
                  <a:pt x="331621" y="145557"/>
                  <a:pt x="333834" y="144855"/>
                  <a:pt x="335453" y="143596"/>
                </a:cubicBezTo>
                <a:cubicBezTo>
                  <a:pt x="337072" y="142337"/>
                  <a:pt x="338151" y="140826"/>
                  <a:pt x="338690" y="139063"/>
                </a:cubicBezTo>
                <a:cubicBezTo>
                  <a:pt x="339230" y="137300"/>
                  <a:pt x="339500" y="133469"/>
                  <a:pt x="339500" y="127569"/>
                </a:cubicBezTo>
                <a:lnTo>
                  <a:pt x="339500" y="84115"/>
                </a:lnTo>
                <a:cubicBezTo>
                  <a:pt x="339500" y="74962"/>
                  <a:pt x="339140" y="69233"/>
                  <a:pt x="338421" y="66928"/>
                </a:cubicBezTo>
                <a:cubicBezTo>
                  <a:pt x="337701" y="64621"/>
                  <a:pt x="336496" y="62819"/>
                  <a:pt x="334805" y="61521"/>
                </a:cubicBezTo>
                <a:cubicBezTo>
                  <a:pt x="333114" y="60224"/>
                  <a:pt x="331297" y="59575"/>
                  <a:pt x="329355" y="59575"/>
                </a:cubicBezTo>
                <a:cubicBezTo>
                  <a:pt x="326477" y="59575"/>
                  <a:pt x="323851" y="60336"/>
                  <a:pt x="321476" y="61859"/>
                </a:cubicBezTo>
                <a:cubicBezTo>
                  <a:pt x="318094" y="64107"/>
                  <a:pt x="314497" y="67951"/>
                  <a:pt x="310684" y="73390"/>
                </a:cubicBezTo>
                <a:lnTo>
                  <a:pt x="310684" y="127569"/>
                </a:lnTo>
                <a:cubicBezTo>
                  <a:pt x="310684" y="134692"/>
                  <a:pt x="311385" y="139387"/>
                  <a:pt x="312788" y="141653"/>
                </a:cubicBezTo>
                <a:cubicBezTo>
                  <a:pt x="314191" y="143920"/>
                  <a:pt x="317123" y="145269"/>
                  <a:pt x="321584" y="145701"/>
                </a:cubicBezTo>
                <a:lnTo>
                  <a:pt x="321584" y="149586"/>
                </a:lnTo>
                <a:lnTo>
                  <a:pt x="269564" y="149586"/>
                </a:lnTo>
                <a:lnTo>
                  <a:pt x="269564" y="145701"/>
                </a:lnTo>
                <a:cubicBezTo>
                  <a:pt x="273809" y="145269"/>
                  <a:pt x="276831" y="143902"/>
                  <a:pt x="278629" y="141599"/>
                </a:cubicBezTo>
                <a:cubicBezTo>
                  <a:pt x="279853" y="140017"/>
                  <a:pt x="280464" y="135340"/>
                  <a:pt x="280464" y="127569"/>
                </a:cubicBezTo>
                <a:lnTo>
                  <a:pt x="280464" y="70584"/>
                </a:lnTo>
                <a:cubicBezTo>
                  <a:pt x="280464" y="62865"/>
                  <a:pt x="279763" y="58059"/>
                  <a:pt x="278360" y="56166"/>
                </a:cubicBezTo>
                <a:cubicBezTo>
                  <a:pt x="276957" y="54272"/>
                  <a:pt x="274025" y="53035"/>
                  <a:pt x="269564" y="52452"/>
                </a:cubicBezTo>
                <a:lnTo>
                  <a:pt x="269564" y="48567"/>
                </a:lnTo>
                <a:lnTo>
                  <a:pt x="310684" y="48567"/>
                </a:lnTo>
                <a:close/>
                <a:moveTo>
                  <a:pt x="491998" y="3238"/>
                </a:moveTo>
                <a:lnTo>
                  <a:pt x="491998" y="58712"/>
                </a:lnTo>
                <a:cubicBezTo>
                  <a:pt x="500488" y="49934"/>
                  <a:pt x="509770" y="45545"/>
                  <a:pt x="519843" y="45545"/>
                </a:cubicBezTo>
                <a:cubicBezTo>
                  <a:pt x="526750" y="45545"/>
                  <a:pt x="533262" y="47580"/>
                  <a:pt x="539378" y="51650"/>
                </a:cubicBezTo>
                <a:cubicBezTo>
                  <a:pt x="545494" y="55719"/>
                  <a:pt x="550278" y="61499"/>
                  <a:pt x="553732" y="68989"/>
                </a:cubicBezTo>
                <a:cubicBezTo>
                  <a:pt x="557186" y="76478"/>
                  <a:pt x="558913" y="85121"/>
                  <a:pt x="558913" y="94918"/>
                </a:cubicBezTo>
                <a:cubicBezTo>
                  <a:pt x="558913" y="105938"/>
                  <a:pt x="556718" y="115949"/>
                  <a:pt x="552329" y="124952"/>
                </a:cubicBezTo>
                <a:cubicBezTo>
                  <a:pt x="547940" y="133955"/>
                  <a:pt x="542076" y="140815"/>
                  <a:pt x="534737" y="145532"/>
                </a:cubicBezTo>
                <a:cubicBezTo>
                  <a:pt x="527398" y="150249"/>
                  <a:pt x="519016" y="152608"/>
                  <a:pt x="509590" y="152608"/>
                </a:cubicBezTo>
                <a:cubicBezTo>
                  <a:pt x="504122" y="152608"/>
                  <a:pt x="499265" y="151745"/>
                  <a:pt x="495020" y="150018"/>
                </a:cubicBezTo>
                <a:cubicBezTo>
                  <a:pt x="490775" y="148291"/>
                  <a:pt x="486602" y="145485"/>
                  <a:pt x="482501" y="141599"/>
                </a:cubicBezTo>
                <a:lnTo>
                  <a:pt x="465772" y="152608"/>
                </a:lnTo>
                <a:lnTo>
                  <a:pt x="462103" y="152608"/>
                </a:lnTo>
                <a:lnTo>
                  <a:pt x="462103" y="24176"/>
                </a:lnTo>
                <a:cubicBezTo>
                  <a:pt x="462103" y="18309"/>
                  <a:pt x="461851" y="14689"/>
                  <a:pt x="461347" y="13315"/>
                </a:cubicBezTo>
                <a:cubicBezTo>
                  <a:pt x="460628" y="11287"/>
                  <a:pt x="459494" y="9784"/>
                  <a:pt x="457947" y="8806"/>
                </a:cubicBezTo>
                <a:cubicBezTo>
                  <a:pt x="456400" y="7828"/>
                  <a:pt x="453792" y="7267"/>
                  <a:pt x="450123" y="7123"/>
                </a:cubicBezTo>
                <a:lnTo>
                  <a:pt x="450123" y="3238"/>
                </a:lnTo>
                <a:lnTo>
                  <a:pt x="491998" y="3238"/>
                </a:lnTo>
                <a:moveTo>
                  <a:pt x="491998" y="68331"/>
                </a:moveTo>
                <a:lnTo>
                  <a:pt x="491998" y="113282"/>
                </a:lnTo>
                <a:cubicBezTo>
                  <a:pt x="491998" y="122431"/>
                  <a:pt x="492214" y="128267"/>
                  <a:pt x="492646" y="130790"/>
                </a:cubicBezTo>
                <a:cubicBezTo>
                  <a:pt x="493365" y="135040"/>
                  <a:pt x="495092" y="138480"/>
                  <a:pt x="497826" y="141110"/>
                </a:cubicBezTo>
                <a:cubicBezTo>
                  <a:pt x="500560" y="143739"/>
                  <a:pt x="504050" y="145053"/>
                  <a:pt x="508295" y="145053"/>
                </a:cubicBezTo>
                <a:cubicBezTo>
                  <a:pt x="511965" y="145053"/>
                  <a:pt x="515112" y="144009"/>
                  <a:pt x="517739" y="141920"/>
                </a:cubicBezTo>
                <a:cubicBezTo>
                  <a:pt x="520365" y="139831"/>
                  <a:pt x="522559" y="135689"/>
                  <a:pt x="524322" y="129495"/>
                </a:cubicBezTo>
                <a:cubicBezTo>
                  <a:pt x="526085" y="123298"/>
                  <a:pt x="526966" y="112131"/>
                  <a:pt x="526966" y="95994"/>
                </a:cubicBezTo>
                <a:cubicBezTo>
                  <a:pt x="526966" y="80504"/>
                  <a:pt x="525024" y="69878"/>
                  <a:pt x="521138" y="64115"/>
                </a:cubicBezTo>
                <a:cubicBezTo>
                  <a:pt x="518332" y="59937"/>
                  <a:pt x="514555" y="57849"/>
                  <a:pt x="509806" y="57849"/>
                </a:cubicBezTo>
                <a:cubicBezTo>
                  <a:pt x="503618" y="57849"/>
                  <a:pt x="497682" y="61343"/>
                  <a:pt x="491998" y="68331"/>
                </a:cubicBezTo>
                <a:close/>
                <a:moveTo>
                  <a:pt x="600106" y="0"/>
                </a:moveTo>
                <a:cubicBezTo>
                  <a:pt x="604783" y="0"/>
                  <a:pt x="608740" y="1642"/>
                  <a:pt x="611978" y="4928"/>
                </a:cubicBezTo>
                <a:cubicBezTo>
                  <a:pt x="615216" y="8210"/>
                  <a:pt x="616835" y="12162"/>
                  <a:pt x="616835" y="16783"/>
                </a:cubicBezTo>
                <a:cubicBezTo>
                  <a:pt x="616835" y="21403"/>
                  <a:pt x="615198" y="25338"/>
                  <a:pt x="611924" y="28587"/>
                </a:cubicBezTo>
                <a:cubicBezTo>
                  <a:pt x="608650" y="31834"/>
                  <a:pt x="604711" y="33457"/>
                  <a:pt x="600106" y="33457"/>
                </a:cubicBezTo>
                <a:cubicBezTo>
                  <a:pt x="595501" y="33457"/>
                  <a:pt x="591580" y="31834"/>
                  <a:pt x="588342" y="28587"/>
                </a:cubicBezTo>
                <a:cubicBezTo>
                  <a:pt x="585104" y="25338"/>
                  <a:pt x="583486" y="21403"/>
                  <a:pt x="583486" y="16783"/>
                </a:cubicBezTo>
                <a:cubicBezTo>
                  <a:pt x="583486" y="12162"/>
                  <a:pt x="585104" y="8210"/>
                  <a:pt x="588342" y="4928"/>
                </a:cubicBezTo>
                <a:cubicBezTo>
                  <a:pt x="591580" y="1642"/>
                  <a:pt x="595501" y="0"/>
                  <a:pt x="600106" y="0"/>
                </a:cubicBezTo>
                <a:moveTo>
                  <a:pt x="615216" y="48567"/>
                </a:moveTo>
                <a:lnTo>
                  <a:pt x="615216" y="128648"/>
                </a:lnTo>
                <a:cubicBezTo>
                  <a:pt x="615216" y="135771"/>
                  <a:pt x="616043" y="140322"/>
                  <a:pt x="617698" y="142301"/>
                </a:cubicBezTo>
                <a:cubicBezTo>
                  <a:pt x="619353" y="144280"/>
                  <a:pt x="622591" y="145413"/>
                  <a:pt x="627412" y="145701"/>
                </a:cubicBezTo>
                <a:lnTo>
                  <a:pt x="627412" y="149586"/>
                </a:lnTo>
                <a:lnTo>
                  <a:pt x="572909" y="149586"/>
                </a:lnTo>
                <a:lnTo>
                  <a:pt x="572909" y="145701"/>
                </a:lnTo>
                <a:cubicBezTo>
                  <a:pt x="577370" y="145557"/>
                  <a:pt x="580679" y="144262"/>
                  <a:pt x="582838" y="141815"/>
                </a:cubicBezTo>
                <a:cubicBezTo>
                  <a:pt x="584277" y="140160"/>
                  <a:pt x="584996" y="135771"/>
                  <a:pt x="584996" y="128648"/>
                </a:cubicBezTo>
                <a:lnTo>
                  <a:pt x="584996" y="69720"/>
                </a:lnTo>
                <a:cubicBezTo>
                  <a:pt x="584996" y="62507"/>
                  <a:pt x="584169" y="57899"/>
                  <a:pt x="582514" y="55896"/>
                </a:cubicBezTo>
                <a:cubicBezTo>
                  <a:pt x="580859" y="53892"/>
                  <a:pt x="577657" y="52745"/>
                  <a:pt x="572909" y="52452"/>
                </a:cubicBezTo>
                <a:lnTo>
                  <a:pt x="572909" y="48567"/>
                </a:lnTo>
                <a:lnTo>
                  <a:pt x="615216" y="48567"/>
                </a:lnTo>
                <a:close/>
                <a:moveTo>
                  <a:pt x="678498" y="48567"/>
                </a:moveTo>
                <a:lnTo>
                  <a:pt x="678498" y="61734"/>
                </a:lnTo>
                <a:cubicBezTo>
                  <a:pt x="683678" y="56084"/>
                  <a:pt x="688643" y="51973"/>
                  <a:pt x="693392" y="49403"/>
                </a:cubicBezTo>
                <a:cubicBezTo>
                  <a:pt x="698141" y="46831"/>
                  <a:pt x="703249" y="45545"/>
                  <a:pt x="708717" y="45545"/>
                </a:cubicBezTo>
                <a:cubicBezTo>
                  <a:pt x="715265" y="45545"/>
                  <a:pt x="720697" y="47364"/>
                  <a:pt x="725014" y="51002"/>
                </a:cubicBezTo>
                <a:cubicBezTo>
                  <a:pt x="729331" y="54640"/>
                  <a:pt x="732209" y="59161"/>
                  <a:pt x="733648" y="64564"/>
                </a:cubicBezTo>
                <a:cubicBezTo>
                  <a:pt x="734800" y="68672"/>
                  <a:pt x="735375" y="76561"/>
                  <a:pt x="735375" y="88233"/>
                </a:cubicBezTo>
                <a:lnTo>
                  <a:pt x="735375" y="127569"/>
                </a:lnTo>
                <a:cubicBezTo>
                  <a:pt x="735375" y="135340"/>
                  <a:pt x="736077" y="140178"/>
                  <a:pt x="737480" y="142085"/>
                </a:cubicBezTo>
                <a:cubicBezTo>
                  <a:pt x="738883" y="143992"/>
                  <a:pt x="741815" y="145197"/>
                  <a:pt x="746276" y="145701"/>
                </a:cubicBezTo>
                <a:lnTo>
                  <a:pt x="746276" y="149586"/>
                </a:lnTo>
                <a:lnTo>
                  <a:pt x="695227" y="149586"/>
                </a:lnTo>
                <a:lnTo>
                  <a:pt x="695227" y="145701"/>
                </a:lnTo>
                <a:cubicBezTo>
                  <a:pt x="699040" y="145197"/>
                  <a:pt x="701774" y="143614"/>
                  <a:pt x="703429" y="140952"/>
                </a:cubicBezTo>
                <a:cubicBezTo>
                  <a:pt x="704580" y="139153"/>
                  <a:pt x="705156" y="134692"/>
                  <a:pt x="705156" y="127569"/>
                </a:cubicBezTo>
                <a:lnTo>
                  <a:pt x="705156" y="82672"/>
                </a:lnTo>
                <a:cubicBezTo>
                  <a:pt x="705156" y="74397"/>
                  <a:pt x="704832" y="69181"/>
                  <a:pt x="704185" y="67022"/>
                </a:cubicBezTo>
                <a:cubicBezTo>
                  <a:pt x="703537" y="64864"/>
                  <a:pt x="702440" y="63191"/>
                  <a:pt x="700893" y="62004"/>
                </a:cubicBezTo>
                <a:cubicBezTo>
                  <a:pt x="699346" y="60817"/>
                  <a:pt x="697637" y="60223"/>
                  <a:pt x="695766" y="60223"/>
                </a:cubicBezTo>
                <a:cubicBezTo>
                  <a:pt x="689578" y="60223"/>
                  <a:pt x="683822" y="64684"/>
                  <a:pt x="678498" y="73606"/>
                </a:cubicBezTo>
                <a:lnTo>
                  <a:pt x="678498" y="127569"/>
                </a:lnTo>
                <a:cubicBezTo>
                  <a:pt x="678498" y="135124"/>
                  <a:pt x="679200" y="139909"/>
                  <a:pt x="680603" y="141923"/>
                </a:cubicBezTo>
                <a:cubicBezTo>
                  <a:pt x="682006" y="143938"/>
                  <a:pt x="684614" y="145197"/>
                  <a:pt x="688427" y="145701"/>
                </a:cubicBezTo>
                <a:lnTo>
                  <a:pt x="688427" y="149586"/>
                </a:lnTo>
                <a:lnTo>
                  <a:pt x="637378" y="149586"/>
                </a:lnTo>
                <a:lnTo>
                  <a:pt x="637378" y="145701"/>
                </a:lnTo>
                <a:cubicBezTo>
                  <a:pt x="641623" y="145269"/>
                  <a:pt x="644645" y="143902"/>
                  <a:pt x="646444" y="141599"/>
                </a:cubicBezTo>
                <a:cubicBezTo>
                  <a:pt x="647667" y="140017"/>
                  <a:pt x="648279" y="135340"/>
                  <a:pt x="648279" y="127569"/>
                </a:cubicBezTo>
                <a:lnTo>
                  <a:pt x="648279" y="70584"/>
                </a:lnTo>
                <a:cubicBezTo>
                  <a:pt x="648279" y="62865"/>
                  <a:pt x="647577" y="58059"/>
                  <a:pt x="646174" y="56166"/>
                </a:cubicBezTo>
                <a:cubicBezTo>
                  <a:pt x="644771" y="54272"/>
                  <a:pt x="641839" y="53035"/>
                  <a:pt x="637378" y="52452"/>
                </a:cubicBezTo>
                <a:lnTo>
                  <a:pt x="637378" y="48567"/>
                </a:lnTo>
                <a:lnTo>
                  <a:pt x="678498" y="48567"/>
                </a:lnTo>
                <a:close/>
                <a:moveTo>
                  <a:pt x="845642" y="95407"/>
                </a:moveTo>
                <a:lnTo>
                  <a:pt x="790276" y="95407"/>
                </a:lnTo>
                <a:cubicBezTo>
                  <a:pt x="790923" y="108826"/>
                  <a:pt x="794485" y="119431"/>
                  <a:pt x="800961" y="127222"/>
                </a:cubicBezTo>
                <a:cubicBezTo>
                  <a:pt x="805925" y="133209"/>
                  <a:pt x="811897" y="136203"/>
                  <a:pt x="818876" y="136203"/>
                </a:cubicBezTo>
                <a:cubicBezTo>
                  <a:pt x="823193" y="136203"/>
                  <a:pt x="827115" y="134998"/>
                  <a:pt x="830640" y="132588"/>
                </a:cubicBezTo>
                <a:cubicBezTo>
                  <a:pt x="834166" y="130177"/>
                  <a:pt x="837943" y="125842"/>
                  <a:pt x="841973" y="119582"/>
                </a:cubicBezTo>
                <a:lnTo>
                  <a:pt x="845642" y="121957"/>
                </a:lnTo>
                <a:cubicBezTo>
                  <a:pt x="840174" y="133109"/>
                  <a:pt x="834130" y="141006"/>
                  <a:pt x="827510" y="145647"/>
                </a:cubicBezTo>
                <a:cubicBezTo>
                  <a:pt x="820891" y="150288"/>
                  <a:pt x="813228" y="152608"/>
                  <a:pt x="804522" y="152608"/>
                </a:cubicBezTo>
                <a:cubicBezTo>
                  <a:pt x="789556" y="152608"/>
                  <a:pt x="778224" y="146846"/>
                  <a:pt x="770525" y="135323"/>
                </a:cubicBezTo>
                <a:cubicBezTo>
                  <a:pt x="764337" y="126032"/>
                  <a:pt x="761244" y="114509"/>
                  <a:pt x="761244" y="100753"/>
                </a:cubicBezTo>
                <a:cubicBezTo>
                  <a:pt x="761244" y="83898"/>
                  <a:pt x="765795" y="70484"/>
                  <a:pt x="774896" y="60510"/>
                </a:cubicBezTo>
                <a:cubicBezTo>
                  <a:pt x="783998" y="50533"/>
                  <a:pt x="794665" y="45545"/>
                  <a:pt x="806896" y="45545"/>
                </a:cubicBezTo>
                <a:cubicBezTo>
                  <a:pt x="817114" y="45545"/>
                  <a:pt x="825981" y="49736"/>
                  <a:pt x="833500" y="58118"/>
                </a:cubicBezTo>
                <a:cubicBezTo>
                  <a:pt x="841019" y="66501"/>
                  <a:pt x="845066" y="78930"/>
                  <a:pt x="845642" y="95407"/>
                </a:cubicBezTo>
                <a:moveTo>
                  <a:pt x="819092" y="88284"/>
                </a:moveTo>
                <a:cubicBezTo>
                  <a:pt x="819092" y="76700"/>
                  <a:pt x="818463" y="68749"/>
                  <a:pt x="817203" y="64432"/>
                </a:cubicBezTo>
                <a:cubicBezTo>
                  <a:pt x="815944" y="60115"/>
                  <a:pt x="813984" y="56841"/>
                  <a:pt x="811321" y="54611"/>
                </a:cubicBezTo>
                <a:cubicBezTo>
                  <a:pt x="809811" y="53316"/>
                  <a:pt x="807796" y="52668"/>
                  <a:pt x="805278" y="52668"/>
                </a:cubicBezTo>
                <a:cubicBezTo>
                  <a:pt x="801536" y="52668"/>
                  <a:pt x="798478" y="54503"/>
                  <a:pt x="796104" y="58172"/>
                </a:cubicBezTo>
                <a:cubicBezTo>
                  <a:pt x="791859" y="64576"/>
                  <a:pt x="789736" y="73354"/>
                  <a:pt x="789736" y="84506"/>
                </a:cubicBezTo>
                <a:lnTo>
                  <a:pt x="789736" y="88284"/>
                </a:lnTo>
                <a:lnTo>
                  <a:pt x="819092" y="882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71D38C-6AA1-4094-8CF8-B1BD495B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943" y="1336316"/>
            <a:ext cx="2419670" cy="82888"/>
          </a:xfrm>
          <a:custGeom xmlns:a="http://schemas.openxmlformats.org/drawingml/2006/main">
            <a:pathLst>
              <a:path w="2419670" h="82888">
                <a:moveTo>
                  <a:pt x="2336783" y="51805"/>
                </a:moveTo>
                <a:lnTo>
                  <a:pt x="2336783" y="82888"/>
                </a:lnTo>
                <a:lnTo>
                  <a:pt x="2419670" y="41444"/>
                </a:lnTo>
                <a:lnTo>
                  <a:pt x="2336783" y="0"/>
                </a:lnTo>
                <a:lnTo>
                  <a:pt x="2336783" y="31083"/>
                </a:lnTo>
                <a:lnTo>
                  <a:pt x="0" y="31083"/>
                </a:lnTo>
                <a:lnTo>
                  <a:pt x="0" y="51805"/>
                </a:lnTo>
                <a:lnTo>
                  <a:pt x="2336783" y="518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1F641-C30A-46D4-AC92-81402D37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860" y="1336316"/>
            <a:ext cx="1921194" cy="82888"/>
          </a:xfrm>
          <a:custGeom xmlns:a="http://schemas.openxmlformats.org/drawingml/2006/main">
            <a:pathLst>
              <a:path w="1921194" h="82888">
                <a:moveTo>
                  <a:pt x="0" y="31083"/>
                </a:moveTo>
                <a:lnTo>
                  <a:pt x="0" y="51805"/>
                </a:lnTo>
                <a:lnTo>
                  <a:pt x="1838307" y="51805"/>
                </a:lnTo>
                <a:lnTo>
                  <a:pt x="1838307" y="82888"/>
                </a:lnTo>
                <a:lnTo>
                  <a:pt x="1921194" y="41444"/>
                </a:lnTo>
                <a:lnTo>
                  <a:pt x="1838307" y="0"/>
                </a:lnTo>
                <a:lnTo>
                  <a:pt x="1838307" y="31083"/>
                </a:lnTo>
                <a:lnTo>
                  <a:pt x="0" y="31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2EE19D-ED3F-49B3-9A65-71B13492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041" y="1015127"/>
            <a:ext cx="1388366" cy="725266"/>
          </a:xfrm>
          <a:custGeom xmlns:a="http://schemas.openxmlformats.org/drawingml/2006/main">
            <a:pathLst>
              <a:path w="1388366" h="725266">
                <a:moveTo>
                  <a:pt x="0" y="362633"/>
                </a:moveTo>
                <a:lnTo>
                  <a:pt x="694183" y="0"/>
                </a:lnTo>
                <a:lnTo>
                  <a:pt x="1388366" y="362633"/>
                </a:lnTo>
                <a:lnTo>
                  <a:pt x="694183" y="725266"/>
                </a:lnTo>
                <a:lnTo>
                  <a:pt x="0" y="362633"/>
                </a:lnTo>
                <a:close/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Ifsat">
            <a:extLst xmlns:a="http://schemas.openxmlformats.org/drawingml/2006/main">
              <a:ext uri="{FF2B5EF4-FFF2-40B4-BE49-F238E27FC236}">
                <a16:creationId xmlns:a16="http://schemas.microsoft.com/office/drawing/2014/main" id="{503C070E-200A-4B20-9D0D-6A53C674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997" y="1307608"/>
            <a:ext cx="478365" cy="152608"/>
          </a:xfrm>
          <a:custGeom xmlns:a="http://schemas.openxmlformats.org/drawingml/2006/main">
            <a:pathLst>
              <a:path w="478365" h="152608">
                <a:moveTo>
                  <a:pt x="76520" y="145701"/>
                </a:moveTo>
                <a:lnTo>
                  <a:pt x="76520" y="149586"/>
                </a:lnTo>
                <a:lnTo>
                  <a:pt x="0" y="149586"/>
                </a:lnTo>
                <a:lnTo>
                  <a:pt x="0" y="145701"/>
                </a:lnTo>
                <a:lnTo>
                  <a:pt x="4857" y="145701"/>
                </a:lnTo>
                <a:cubicBezTo>
                  <a:pt x="9102" y="145701"/>
                  <a:pt x="12519" y="144942"/>
                  <a:pt x="15110" y="143424"/>
                </a:cubicBezTo>
                <a:cubicBezTo>
                  <a:pt x="16980" y="142410"/>
                  <a:pt x="18419" y="140674"/>
                  <a:pt x="19427" y="138217"/>
                </a:cubicBezTo>
                <a:cubicBezTo>
                  <a:pt x="20218" y="136481"/>
                  <a:pt x="20614" y="131924"/>
                  <a:pt x="20614" y="124547"/>
                </a:cubicBezTo>
                <a:lnTo>
                  <a:pt x="20614" y="28277"/>
                </a:lnTo>
                <a:cubicBezTo>
                  <a:pt x="20614" y="20756"/>
                  <a:pt x="20218" y="16055"/>
                  <a:pt x="19427" y="14175"/>
                </a:cubicBezTo>
                <a:cubicBezTo>
                  <a:pt x="18635" y="12293"/>
                  <a:pt x="17034" y="10648"/>
                  <a:pt x="14624" y="9238"/>
                </a:cubicBezTo>
                <a:cubicBezTo>
                  <a:pt x="12214" y="7828"/>
                  <a:pt x="8958" y="7123"/>
                  <a:pt x="4857" y="7123"/>
                </a:cubicBezTo>
                <a:lnTo>
                  <a:pt x="0" y="7123"/>
                </a:lnTo>
                <a:lnTo>
                  <a:pt x="0" y="3238"/>
                </a:lnTo>
                <a:lnTo>
                  <a:pt x="76520" y="3238"/>
                </a:lnTo>
                <a:lnTo>
                  <a:pt x="76520" y="7123"/>
                </a:lnTo>
                <a:lnTo>
                  <a:pt x="71663" y="7123"/>
                </a:lnTo>
                <a:cubicBezTo>
                  <a:pt x="67418" y="7123"/>
                  <a:pt x="64000" y="7882"/>
                  <a:pt x="61410" y="9400"/>
                </a:cubicBezTo>
                <a:cubicBezTo>
                  <a:pt x="59539" y="10414"/>
                  <a:pt x="58064" y="12150"/>
                  <a:pt x="56985" y="14607"/>
                </a:cubicBezTo>
                <a:cubicBezTo>
                  <a:pt x="56194" y="16343"/>
                  <a:pt x="55798" y="20900"/>
                  <a:pt x="55798" y="28277"/>
                </a:cubicBezTo>
                <a:lnTo>
                  <a:pt x="55798" y="124547"/>
                </a:lnTo>
                <a:cubicBezTo>
                  <a:pt x="55798" y="132068"/>
                  <a:pt x="56212" y="136770"/>
                  <a:pt x="57039" y="138652"/>
                </a:cubicBezTo>
                <a:cubicBezTo>
                  <a:pt x="57867" y="140531"/>
                  <a:pt x="59485" y="142176"/>
                  <a:pt x="61896" y="143586"/>
                </a:cubicBezTo>
                <a:cubicBezTo>
                  <a:pt x="64306" y="144996"/>
                  <a:pt x="67562" y="145701"/>
                  <a:pt x="71663" y="145701"/>
                </a:cubicBezTo>
                <a:lnTo>
                  <a:pt x="76520" y="145701"/>
                </a:lnTo>
                <a:close/>
                <a:moveTo>
                  <a:pt x="133253" y="59144"/>
                </a:moveTo>
                <a:lnTo>
                  <a:pt x="133253" y="129296"/>
                </a:lnTo>
                <a:cubicBezTo>
                  <a:pt x="133253" y="136059"/>
                  <a:pt x="133973" y="140304"/>
                  <a:pt x="135412" y="142031"/>
                </a:cubicBezTo>
                <a:cubicBezTo>
                  <a:pt x="137714" y="144693"/>
                  <a:pt x="141959" y="145917"/>
                  <a:pt x="148147" y="145701"/>
                </a:cubicBezTo>
                <a:lnTo>
                  <a:pt x="148147" y="149586"/>
                </a:lnTo>
                <a:lnTo>
                  <a:pt x="88679" y="149586"/>
                </a:lnTo>
                <a:lnTo>
                  <a:pt x="88679" y="145701"/>
                </a:lnTo>
                <a:cubicBezTo>
                  <a:pt x="93212" y="145629"/>
                  <a:pt x="96432" y="145107"/>
                  <a:pt x="98339" y="144136"/>
                </a:cubicBezTo>
                <a:cubicBezTo>
                  <a:pt x="100246" y="143164"/>
                  <a:pt x="101559" y="141815"/>
                  <a:pt x="102278" y="140089"/>
                </a:cubicBezTo>
                <a:cubicBezTo>
                  <a:pt x="102998" y="138362"/>
                  <a:pt x="103357" y="134764"/>
                  <a:pt x="103357" y="129296"/>
                </a:cubicBezTo>
                <a:lnTo>
                  <a:pt x="103357" y="59144"/>
                </a:lnTo>
                <a:lnTo>
                  <a:pt x="88679" y="59144"/>
                </a:lnTo>
                <a:lnTo>
                  <a:pt x="88679" y="48567"/>
                </a:lnTo>
                <a:lnTo>
                  <a:pt x="103357" y="48567"/>
                </a:lnTo>
                <a:lnTo>
                  <a:pt x="103357" y="41154"/>
                </a:lnTo>
                <a:lnTo>
                  <a:pt x="103250" y="36101"/>
                </a:lnTo>
                <a:cubicBezTo>
                  <a:pt x="103250" y="25788"/>
                  <a:pt x="107045" y="17193"/>
                  <a:pt x="114636" y="10317"/>
                </a:cubicBezTo>
                <a:cubicBezTo>
                  <a:pt x="122227" y="3439"/>
                  <a:pt x="132498" y="0"/>
                  <a:pt x="145449" y="0"/>
                </a:cubicBezTo>
                <a:cubicBezTo>
                  <a:pt x="154299" y="0"/>
                  <a:pt x="160864" y="1662"/>
                  <a:pt x="165145" y="4985"/>
                </a:cubicBezTo>
                <a:cubicBezTo>
                  <a:pt x="169426" y="8306"/>
                  <a:pt x="171567" y="11989"/>
                  <a:pt x="171567" y="16034"/>
                </a:cubicBezTo>
                <a:cubicBezTo>
                  <a:pt x="171567" y="19285"/>
                  <a:pt x="170236" y="22102"/>
                  <a:pt x="167574" y="24486"/>
                </a:cubicBezTo>
                <a:cubicBezTo>
                  <a:pt x="164912" y="26869"/>
                  <a:pt x="161386" y="28061"/>
                  <a:pt x="156997" y="28061"/>
                </a:cubicBezTo>
                <a:cubicBezTo>
                  <a:pt x="153255" y="28061"/>
                  <a:pt x="150287" y="27090"/>
                  <a:pt x="148093" y="25147"/>
                </a:cubicBezTo>
                <a:cubicBezTo>
                  <a:pt x="145898" y="23204"/>
                  <a:pt x="144801" y="21046"/>
                  <a:pt x="144801" y="18671"/>
                </a:cubicBezTo>
                <a:cubicBezTo>
                  <a:pt x="144801" y="18024"/>
                  <a:pt x="145017" y="16693"/>
                  <a:pt x="145449" y="14678"/>
                </a:cubicBezTo>
                <a:cubicBezTo>
                  <a:pt x="145737" y="13455"/>
                  <a:pt x="145880" y="12304"/>
                  <a:pt x="145880" y="11224"/>
                </a:cubicBezTo>
                <a:cubicBezTo>
                  <a:pt x="145880" y="9713"/>
                  <a:pt x="145449" y="8598"/>
                  <a:pt x="144585" y="7879"/>
                </a:cubicBezTo>
                <a:cubicBezTo>
                  <a:pt x="143434" y="6799"/>
                  <a:pt x="142031" y="6260"/>
                  <a:pt x="140376" y="6260"/>
                </a:cubicBezTo>
                <a:cubicBezTo>
                  <a:pt x="138290" y="6260"/>
                  <a:pt x="136545" y="7116"/>
                  <a:pt x="135142" y="8830"/>
                </a:cubicBezTo>
                <a:cubicBezTo>
                  <a:pt x="133739" y="10543"/>
                  <a:pt x="133037" y="13292"/>
                  <a:pt x="133037" y="17076"/>
                </a:cubicBezTo>
                <a:lnTo>
                  <a:pt x="133253" y="35821"/>
                </a:lnTo>
                <a:lnTo>
                  <a:pt x="133253" y="48567"/>
                </a:lnTo>
                <a:lnTo>
                  <a:pt x="148147" y="48567"/>
                </a:lnTo>
                <a:lnTo>
                  <a:pt x="148147" y="59144"/>
                </a:lnTo>
                <a:lnTo>
                  <a:pt x="133253" y="59144"/>
                </a:lnTo>
                <a:close/>
                <a:moveTo>
                  <a:pt x="281650" y="45977"/>
                </a:moveTo>
                <a:lnTo>
                  <a:pt x="283269" y="80513"/>
                </a:lnTo>
                <a:lnTo>
                  <a:pt x="279600" y="80513"/>
                </a:lnTo>
                <a:cubicBezTo>
                  <a:pt x="275211" y="70213"/>
                  <a:pt x="270660" y="63177"/>
                  <a:pt x="265947" y="59407"/>
                </a:cubicBezTo>
                <a:cubicBezTo>
                  <a:pt x="261234" y="55634"/>
                  <a:pt x="256540" y="53747"/>
                  <a:pt x="251863" y="53747"/>
                </a:cubicBezTo>
                <a:cubicBezTo>
                  <a:pt x="248913" y="53747"/>
                  <a:pt x="246394" y="54737"/>
                  <a:pt x="244308" y="56715"/>
                </a:cubicBezTo>
                <a:cubicBezTo>
                  <a:pt x="242221" y="58694"/>
                  <a:pt x="241178" y="60978"/>
                  <a:pt x="241178" y="63569"/>
                </a:cubicBezTo>
                <a:cubicBezTo>
                  <a:pt x="241178" y="65511"/>
                  <a:pt x="241898" y="67382"/>
                  <a:pt x="243337" y="69181"/>
                </a:cubicBezTo>
                <a:cubicBezTo>
                  <a:pt x="245639" y="72131"/>
                  <a:pt x="252079" y="77185"/>
                  <a:pt x="262655" y="84345"/>
                </a:cubicBezTo>
                <a:cubicBezTo>
                  <a:pt x="273232" y="91504"/>
                  <a:pt x="280193" y="97583"/>
                  <a:pt x="283539" y="102584"/>
                </a:cubicBezTo>
                <a:cubicBezTo>
                  <a:pt x="286885" y="107585"/>
                  <a:pt x="288558" y="113179"/>
                  <a:pt x="288558" y="119367"/>
                </a:cubicBezTo>
                <a:cubicBezTo>
                  <a:pt x="288558" y="124979"/>
                  <a:pt x="287155" y="130483"/>
                  <a:pt x="284349" y="135879"/>
                </a:cubicBezTo>
                <a:cubicBezTo>
                  <a:pt x="281543" y="141276"/>
                  <a:pt x="277585" y="145413"/>
                  <a:pt x="272477" y="148291"/>
                </a:cubicBezTo>
                <a:cubicBezTo>
                  <a:pt x="267368" y="151169"/>
                  <a:pt x="261720" y="152608"/>
                  <a:pt x="255532" y="152608"/>
                </a:cubicBezTo>
                <a:cubicBezTo>
                  <a:pt x="250712" y="152608"/>
                  <a:pt x="244272" y="151069"/>
                  <a:pt x="236213" y="147991"/>
                </a:cubicBezTo>
                <a:cubicBezTo>
                  <a:pt x="234055" y="147184"/>
                  <a:pt x="232580" y="146780"/>
                  <a:pt x="231788" y="146780"/>
                </a:cubicBezTo>
                <a:cubicBezTo>
                  <a:pt x="229414" y="146780"/>
                  <a:pt x="227435" y="148579"/>
                  <a:pt x="225852" y="152176"/>
                </a:cubicBezTo>
                <a:lnTo>
                  <a:pt x="222291" y="152176"/>
                </a:lnTo>
                <a:lnTo>
                  <a:pt x="220564" y="115913"/>
                </a:lnTo>
                <a:lnTo>
                  <a:pt x="224234" y="115913"/>
                </a:lnTo>
                <a:cubicBezTo>
                  <a:pt x="227471" y="125411"/>
                  <a:pt x="231914" y="132534"/>
                  <a:pt x="237563" y="137282"/>
                </a:cubicBezTo>
                <a:cubicBezTo>
                  <a:pt x="243211" y="142031"/>
                  <a:pt x="248553" y="144406"/>
                  <a:pt x="253590" y="144406"/>
                </a:cubicBezTo>
                <a:cubicBezTo>
                  <a:pt x="257043" y="144406"/>
                  <a:pt x="259867" y="143344"/>
                  <a:pt x="262062" y="141222"/>
                </a:cubicBezTo>
                <a:cubicBezTo>
                  <a:pt x="264256" y="139099"/>
                  <a:pt x="265354" y="136527"/>
                  <a:pt x="265354" y="133505"/>
                </a:cubicBezTo>
                <a:cubicBezTo>
                  <a:pt x="265354" y="130051"/>
                  <a:pt x="264274" y="127065"/>
                  <a:pt x="262116" y="124547"/>
                </a:cubicBezTo>
                <a:cubicBezTo>
                  <a:pt x="259957" y="122029"/>
                  <a:pt x="255137" y="118215"/>
                  <a:pt x="247654" y="113107"/>
                </a:cubicBezTo>
                <a:cubicBezTo>
                  <a:pt x="236645" y="105480"/>
                  <a:pt x="229522" y="99652"/>
                  <a:pt x="226284" y="95623"/>
                </a:cubicBezTo>
                <a:cubicBezTo>
                  <a:pt x="221535" y="89723"/>
                  <a:pt x="219161" y="83211"/>
                  <a:pt x="219161" y="76088"/>
                </a:cubicBezTo>
                <a:cubicBezTo>
                  <a:pt x="219161" y="68317"/>
                  <a:pt x="221841" y="61284"/>
                  <a:pt x="227202" y="54989"/>
                </a:cubicBezTo>
                <a:cubicBezTo>
                  <a:pt x="232562" y="48693"/>
                  <a:pt x="240315" y="45545"/>
                  <a:pt x="250460" y="45545"/>
                </a:cubicBezTo>
                <a:cubicBezTo>
                  <a:pt x="255928" y="45545"/>
                  <a:pt x="261216" y="46928"/>
                  <a:pt x="266325" y="49693"/>
                </a:cubicBezTo>
                <a:cubicBezTo>
                  <a:pt x="268268" y="50813"/>
                  <a:pt x="269851" y="51373"/>
                  <a:pt x="271074" y="51373"/>
                </a:cubicBezTo>
                <a:cubicBezTo>
                  <a:pt x="272369" y="51373"/>
                  <a:pt x="273412" y="51103"/>
                  <a:pt x="274204" y="50564"/>
                </a:cubicBezTo>
                <a:cubicBezTo>
                  <a:pt x="274995" y="50024"/>
                  <a:pt x="276254" y="48495"/>
                  <a:pt x="277981" y="45977"/>
                </a:cubicBezTo>
                <a:lnTo>
                  <a:pt x="281650" y="45977"/>
                </a:lnTo>
                <a:close/>
                <a:moveTo>
                  <a:pt x="359538" y="134692"/>
                </a:moveTo>
                <a:cubicBezTo>
                  <a:pt x="347234" y="145629"/>
                  <a:pt x="336189" y="151097"/>
                  <a:pt x="326404" y="151097"/>
                </a:cubicBezTo>
                <a:cubicBezTo>
                  <a:pt x="320648" y="151097"/>
                  <a:pt x="315863" y="149203"/>
                  <a:pt x="312050" y="145414"/>
                </a:cubicBezTo>
                <a:cubicBezTo>
                  <a:pt x="308237" y="141623"/>
                  <a:pt x="306330" y="136877"/>
                  <a:pt x="306330" y="131174"/>
                </a:cubicBezTo>
                <a:cubicBezTo>
                  <a:pt x="306330" y="123449"/>
                  <a:pt x="309640" y="116500"/>
                  <a:pt x="316259" y="110328"/>
                </a:cubicBezTo>
                <a:cubicBezTo>
                  <a:pt x="322879" y="104156"/>
                  <a:pt x="337305" y="95944"/>
                  <a:pt x="359538" y="85694"/>
                </a:cubicBezTo>
                <a:lnTo>
                  <a:pt x="359538" y="75548"/>
                </a:lnTo>
                <a:cubicBezTo>
                  <a:pt x="359538" y="67922"/>
                  <a:pt x="359124" y="63119"/>
                  <a:pt x="358296" y="61140"/>
                </a:cubicBezTo>
                <a:cubicBezTo>
                  <a:pt x="357469" y="59162"/>
                  <a:pt x="355904" y="57435"/>
                  <a:pt x="353602" y="55960"/>
                </a:cubicBezTo>
                <a:cubicBezTo>
                  <a:pt x="351299" y="54485"/>
                  <a:pt x="348709" y="53747"/>
                  <a:pt x="345831" y="53747"/>
                </a:cubicBezTo>
                <a:cubicBezTo>
                  <a:pt x="341154" y="53747"/>
                  <a:pt x="337305" y="54791"/>
                  <a:pt x="334283" y="56877"/>
                </a:cubicBezTo>
                <a:cubicBezTo>
                  <a:pt x="332412" y="58172"/>
                  <a:pt x="331477" y="59683"/>
                  <a:pt x="331477" y="61410"/>
                </a:cubicBezTo>
                <a:cubicBezTo>
                  <a:pt x="331477" y="62921"/>
                  <a:pt x="332484" y="64792"/>
                  <a:pt x="334499" y="67022"/>
                </a:cubicBezTo>
                <a:cubicBezTo>
                  <a:pt x="337233" y="70116"/>
                  <a:pt x="338600" y="73102"/>
                  <a:pt x="338600" y="75980"/>
                </a:cubicBezTo>
                <a:cubicBezTo>
                  <a:pt x="338600" y="79506"/>
                  <a:pt x="337287" y="82510"/>
                  <a:pt x="334661" y="84992"/>
                </a:cubicBezTo>
                <a:cubicBezTo>
                  <a:pt x="332034" y="87474"/>
                  <a:pt x="328599" y="88716"/>
                  <a:pt x="324354" y="88716"/>
                </a:cubicBezTo>
                <a:cubicBezTo>
                  <a:pt x="319821" y="88716"/>
                  <a:pt x="316025" y="87348"/>
                  <a:pt x="312967" y="84614"/>
                </a:cubicBezTo>
                <a:cubicBezTo>
                  <a:pt x="309909" y="81880"/>
                  <a:pt x="308380" y="78678"/>
                  <a:pt x="308380" y="75009"/>
                </a:cubicBezTo>
                <a:cubicBezTo>
                  <a:pt x="308380" y="69828"/>
                  <a:pt x="310431" y="64882"/>
                  <a:pt x="314532" y="60169"/>
                </a:cubicBezTo>
                <a:cubicBezTo>
                  <a:pt x="318633" y="55456"/>
                  <a:pt x="324354" y="51841"/>
                  <a:pt x="331693" y="49322"/>
                </a:cubicBezTo>
                <a:cubicBezTo>
                  <a:pt x="339032" y="46804"/>
                  <a:pt x="346658" y="45545"/>
                  <a:pt x="354573" y="45545"/>
                </a:cubicBezTo>
                <a:cubicBezTo>
                  <a:pt x="364142" y="45545"/>
                  <a:pt x="371715" y="47583"/>
                  <a:pt x="377291" y="51660"/>
                </a:cubicBezTo>
                <a:cubicBezTo>
                  <a:pt x="382868" y="55734"/>
                  <a:pt x="386483" y="60151"/>
                  <a:pt x="388138" y="64911"/>
                </a:cubicBezTo>
                <a:cubicBezTo>
                  <a:pt x="389145" y="67940"/>
                  <a:pt x="389649" y="74899"/>
                  <a:pt x="389649" y="85788"/>
                </a:cubicBezTo>
                <a:lnTo>
                  <a:pt x="389649" y="125056"/>
                </a:lnTo>
                <a:cubicBezTo>
                  <a:pt x="389649" y="129672"/>
                  <a:pt x="389829" y="132576"/>
                  <a:pt x="390189" y="133768"/>
                </a:cubicBezTo>
                <a:cubicBezTo>
                  <a:pt x="390548" y="134958"/>
                  <a:pt x="391088" y="135841"/>
                  <a:pt x="391808" y="136419"/>
                </a:cubicBezTo>
                <a:cubicBezTo>
                  <a:pt x="392527" y="136995"/>
                  <a:pt x="393355" y="137282"/>
                  <a:pt x="394290" y="137282"/>
                </a:cubicBezTo>
                <a:cubicBezTo>
                  <a:pt x="396161" y="137282"/>
                  <a:pt x="398067" y="135951"/>
                  <a:pt x="400010" y="133289"/>
                </a:cubicBezTo>
                <a:lnTo>
                  <a:pt x="403248" y="135879"/>
                </a:lnTo>
                <a:cubicBezTo>
                  <a:pt x="399650" y="141204"/>
                  <a:pt x="395927" y="145071"/>
                  <a:pt x="392077" y="147481"/>
                </a:cubicBezTo>
                <a:cubicBezTo>
                  <a:pt x="388228" y="149892"/>
                  <a:pt x="383857" y="151097"/>
                  <a:pt x="378964" y="151097"/>
                </a:cubicBezTo>
                <a:cubicBezTo>
                  <a:pt x="373208" y="151097"/>
                  <a:pt x="368711" y="149739"/>
                  <a:pt x="365474" y="147023"/>
                </a:cubicBezTo>
                <a:cubicBezTo>
                  <a:pt x="362236" y="144307"/>
                  <a:pt x="360257" y="140196"/>
                  <a:pt x="359538" y="134692"/>
                </a:cubicBezTo>
                <a:moveTo>
                  <a:pt x="359538" y="126706"/>
                </a:moveTo>
                <a:lnTo>
                  <a:pt x="359538" y="92945"/>
                </a:lnTo>
                <a:cubicBezTo>
                  <a:pt x="350832" y="98078"/>
                  <a:pt x="344356" y="103573"/>
                  <a:pt x="340111" y="109431"/>
                </a:cubicBezTo>
                <a:cubicBezTo>
                  <a:pt x="337305" y="113334"/>
                  <a:pt x="335902" y="117274"/>
                  <a:pt x="335902" y="121252"/>
                </a:cubicBezTo>
                <a:cubicBezTo>
                  <a:pt x="335902" y="124577"/>
                  <a:pt x="337089" y="127506"/>
                  <a:pt x="339463" y="130038"/>
                </a:cubicBezTo>
                <a:cubicBezTo>
                  <a:pt x="341262" y="131990"/>
                  <a:pt x="343780" y="132965"/>
                  <a:pt x="347018" y="132965"/>
                </a:cubicBezTo>
                <a:cubicBezTo>
                  <a:pt x="350616" y="132965"/>
                  <a:pt x="354789" y="130879"/>
                  <a:pt x="359538" y="126706"/>
                </a:cubicBezTo>
                <a:close/>
                <a:moveTo>
                  <a:pt x="454405" y="11440"/>
                </a:moveTo>
                <a:lnTo>
                  <a:pt x="454405" y="48567"/>
                </a:lnTo>
                <a:lnTo>
                  <a:pt x="478365" y="48567"/>
                </a:lnTo>
                <a:lnTo>
                  <a:pt x="478365" y="59144"/>
                </a:lnTo>
                <a:lnTo>
                  <a:pt x="454405" y="59144"/>
                </a:lnTo>
                <a:lnTo>
                  <a:pt x="454405" y="121586"/>
                </a:lnTo>
                <a:cubicBezTo>
                  <a:pt x="454405" y="127430"/>
                  <a:pt x="454675" y="131199"/>
                  <a:pt x="455215" y="132895"/>
                </a:cubicBezTo>
                <a:cubicBezTo>
                  <a:pt x="455755" y="134590"/>
                  <a:pt x="456708" y="135961"/>
                  <a:pt x="458075" y="137009"/>
                </a:cubicBezTo>
                <a:cubicBezTo>
                  <a:pt x="459442" y="138055"/>
                  <a:pt x="460701" y="138578"/>
                  <a:pt x="461852" y="138578"/>
                </a:cubicBezTo>
                <a:cubicBezTo>
                  <a:pt x="466529" y="138578"/>
                  <a:pt x="470954" y="134980"/>
                  <a:pt x="475127" y="127785"/>
                </a:cubicBezTo>
                <a:lnTo>
                  <a:pt x="478365" y="130183"/>
                </a:lnTo>
                <a:cubicBezTo>
                  <a:pt x="472537" y="144126"/>
                  <a:pt x="463076" y="151097"/>
                  <a:pt x="449981" y="151097"/>
                </a:cubicBezTo>
                <a:cubicBezTo>
                  <a:pt x="443577" y="151097"/>
                  <a:pt x="438163" y="149311"/>
                  <a:pt x="433738" y="145738"/>
                </a:cubicBezTo>
                <a:cubicBezTo>
                  <a:pt x="429313" y="142163"/>
                  <a:pt x="426489" y="138173"/>
                  <a:pt x="425265" y="133768"/>
                </a:cubicBezTo>
                <a:cubicBezTo>
                  <a:pt x="424546" y="131313"/>
                  <a:pt x="424186" y="124670"/>
                  <a:pt x="424186" y="113839"/>
                </a:cubicBezTo>
                <a:lnTo>
                  <a:pt x="424186" y="59144"/>
                </a:lnTo>
                <a:lnTo>
                  <a:pt x="411019" y="59144"/>
                </a:lnTo>
                <a:lnTo>
                  <a:pt x="411019" y="55356"/>
                </a:lnTo>
                <a:cubicBezTo>
                  <a:pt x="420085" y="48939"/>
                  <a:pt x="427802" y="42197"/>
                  <a:pt x="434169" y="35130"/>
                </a:cubicBezTo>
                <a:cubicBezTo>
                  <a:pt x="440537" y="28063"/>
                  <a:pt x="446095" y="20166"/>
                  <a:pt x="450844" y="11440"/>
                </a:cubicBezTo>
                <a:lnTo>
                  <a:pt x="454405" y="114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Y">
            <a:extLst xmlns:a="http://schemas.openxmlformats.org/drawingml/2006/main">
              <a:ext uri="{FF2B5EF4-FFF2-40B4-BE49-F238E27FC236}">
                <a16:creationId xmlns:a16="http://schemas.microsoft.com/office/drawing/2014/main" id="{F36479B7-910C-461E-A810-A800C054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101" y="1131367"/>
            <a:ext cx="155198" cy="146348"/>
          </a:xfrm>
          <a:custGeom xmlns:a="http://schemas.openxmlformats.org/drawingml/2006/main">
            <a:pathLst>
              <a:path w="155198" h="146348">
                <a:moveTo>
                  <a:pt x="155198" y="0"/>
                </a:moveTo>
                <a:lnTo>
                  <a:pt x="155198" y="3885"/>
                </a:lnTo>
                <a:cubicBezTo>
                  <a:pt x="150377" y="4533"/>
                  <a:pt x="146672" y="5938"/>
                  <a:pt x="144082" y="8101"/>
                </a:cubicBezTo>
                <a:cubicBezTo>
                  <a:pt x="140484" y="11125"/>
                  <a:pt x="134800" y="19374"/>
                  <a:pt x="127029" y="32847"/>
                </a:cubicBezTo>
                <a:lnTo>
                  <a:pt x="95299" y="85909"/>
                </a:lnTo>
                <a:lnTo>
                  <a:pt x="95299" y="121309"/>
                </a:lnTo>
                <a:cubicBezTo>
                  <a:pt x="95299" y="128902"/>
                  <a:pt x="95695" y="133622"/>
                  <a:pt x="96486" y="135468"/>
                </a:cubicBezTo>
                <a:cubicBezTo>
                  <a:pt x="97278" y="137312"/>
                  <a:pt x="98843" y="138938"/>
                  <a:pt x="101181" y="140348"/>
                </a:cubicBezTo>
                <a:cubicBezTo>
                  <a:pt x="103519" y="141758"/>
                  <a:pt x="106631" y="142463"/>
                  <a:pt x="110517" y="142463"/>
                </a:cubicBezTo>
                <a:lnTo>
                  <a:pt x="118719" y="142463"/>
                </a:lnTo>
                <a:lnTo>
                  <a:pt x="118719" y="146348"/>
                </a:lnTo>
                <a:lnTo>
                  <a:pt x="36587" y="146348"/>
                </a:lnTo>
                <a:lnTo>
                  <a:pt x="36587" y="142463"/>
                </a:lnTo>
                <a:lnTo>
                  <a:pt x="44250" y="142463"/>
                </a:lnTo>
                <a:cubicBezTo>
                  <a:pt x="48567" y="142463"/>
                  <a:pt x="51985" y="141704"/>
                  <a:pt x="54503" y="140186"/>
                </a:cubicBezTo>
                <a:cubicBezTo>
                  <a:pt x="56374" y="139172"/>
                  <a:pt x="57849" y="137436"/>
                  <a:pt x="58928" y="134979"/>
                </a:cubicBezTo>
                <a:cubicBezTo>
                  <a:pt x="59719" y="133243"/>
                  <a:pt x="60115" y="128687"/>
                  <a:pt x="60115" y="121309"/>
                </a:cubicBezTo>
                <a:lnTo>
                  <a:pt x="60115" y="91953"/>
                </a:lnTo>
                <a:lnTo>
                  <a:pt x="25686" y="29170"/>
                </a:lnTo>
                <a:cubicBezTo>
                  <a:pt x="18851" y="16779"/>
                  <a:pt x="14030" y="9485"/>
                  <a:pt x="11224" y="7288"/>
                </a:cubicBezTo>
                <a:cubicBezTo>
                  <a:pt x="8418" y="5092"/>
                  <a:pt x="4677" y="3957"/>
                  <a:pt x="0" y="3885"/>
                </a:cubicBezTo>
                <a:lnTo>
                  <a:pt x="0" y="0"/>
                </a:lnTo>
                <a:lnTo>
                  <a:pt x="70152" y="0"/>
                </a:lnTo>
                <a:lnTo>
                  <a:pt x="70152" y="3885"/>
                </a:lnTo>
                <a:lnTo>
                  <a:pt x="67022" y="3885"/>
                </a:lnTo>
                <a:cubicBezTo>
                  <a:pt x="62777" y="3885"/>
                  <a:pt x="59809" y="4500"/>
                  <a:pt x="58118" y="5730"/>
                </a:cubicBezTo>
                <a:cubicBezTo>
                  <a:pt x="56428" y="6958"/>
                  <a:pt x="55582" y="8259"/>
                  <a:pt x="55582" y="9632"/>
                </a:cubicBezTo>
                <a:cubicBezTo>
                  <a:pt x="55582" y="12236"/>
                  <a:pt x="58460" y="18780"/>
                  <a:pt x="64216" y="29265"/>
                </a:cubicBezTo>
                <a:lnTo>
                  <a:pt x="90658" y="77474"/>
                </a:lnTo>
                <a:lnTo>
                  <a:pt x="116992" y="33606"/>
                </a:lnTo>
                <a:cubicBezTo>
                  <a:pt x="123540" y="22759"/>
                  <a:pt x="126814" y="15564"/>
                  <a:pt x="126814" y="12020"/>
                </a:cubicBezTo>
                <a:cubicBezTo>
                  <a:pt x="126814" y="10069"/>
                  <a:pt x="125878" y="8442"/>
                  <a:pt x="124007" y="7140"/>
                </a:cubicBezTo>
                <a:cubicBezTo>
                  <a:pt x="121561" y="5332"/>
                  <a:pt x="117064" y="4247"/>
                  <a:pt x="110517" y="3885"/>
                </a:cubicBezTo>
                <a:lnTo>
                  <a:pt x="110517" y="0"/>
                </a:lnTo>
                <a:lnTo>
                  <a:pt x="1551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N">
            <a:extLst xmlns:a="http://schemas.openxmlformats.org/drawingml/2006/main">
              <a:ext uri="{FF2B5EF4-FFF2-40B4-BE49-F238E27FC236}">
                <a16:creationId xmlns:a16="http://schemas.microsoft.com/office/drawing/2014/main" id="{7F2CC240-936B-403A-9493-F142514F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73" y="861927"/>
            <a:ext cx="151313" cy="149586"/>
          </a:xfrm>
          <a:custGeom xmlns:a="http://schemas.openxmlformats.org/drawingml/2006/main">
            <a:pathLst>
              <a:path w="151313" h="149586">
                <a:moveTo>
                  <a:pt x="51913" y="0"/>
                </a:moveTo>
                <a:lnTo>
                  <a:pt x="124115" y="90584"/>
                </a:lnTo>
                <a:lnTo>
                  <a:pt x="124115" y="27845"/>
                </a:lnTo>
                <a:cubicBezTo>
                  <a:pt x="124115" y="19027"/>
                  <a:pt x="122856" y="13064"/>
                  <a:pt x="120338" y="9956"/>
                </a:cubicBezTo>
                <a:cubicBezTo>
                  <a:pt x="116884" y="5765"/>
                  <a:pt x="111092" y="3741"/>
                  <a:pt x="102962" y="3885"/>
                </a:cubicBezTo>
                <a:lnTo>
                  <a:pt x="102962" y="0"/>
                </a:lnTo>
                <a:lnTo>
                  <a:pt x="151313" y="0"/>
                </a:lnTo>
                <a:lnTo>
                  <a:pt x="151313" y="3885"/>
                </a:lnTo>
                <a:cubicBezTo>
                  <a:pt x="145125" y="4681"/>
                  <a:pt x="140970" y="5712"/>
                  <a:pt x="138847" y="6978"/>
                </a:cubicBezTo>
                <a:cubicBezTo>
                  <a:pt x="136725" y="8242"/>
                  <a:pt x="135070" y="10301"/>
                  <a:pt x="133883" y="13157"/>
                </a:cubicBezTo>
                <a:cubicBezTo>
                  <a:pt x="132696" y="16010"/>
                  <a:pt x="132102" y="20906"/>
                  <a:pt x="132102" y="27845"/>
                </a:cubicBezTo>
                <a:lnTo>
                  <a:pt x="132102" y="149586"/>
                </a:lnTo>
                <a:lnTo>
                  <a:pt x="128432" y="149586"/>
                </a:lnTo>
                <a:lnTo>
                  <a:pt x="29464" y="27653"/>
                </a:lnTo>
                <a:lnTo>
                  <a:pt x="29464" y="120878"/>
                </a:lnTo>
                <a:cubicBezTo>
                  <a:pt x="29464" y="129339"/>
                  <a:pt x="31389" y="135052"/>
                  <a:pt x="35238" y="138018"/>
                </a:cubicBezTo>
                <a:cubicBezTo>
                  <a:pt x="39087" y="140981"/>
                  <a:pt x="43494" y="142463"/>
                  <a:pt x="48459" y="142463"/>
                </a:cubicBezTo>
                <a:lnTo>
                  <a:pt x="51913" y="142463"/>
                </a:lnTo>
                <a:lnTo>
                  <a:pt x="51913" y="146348"/>
                </a:lnTo>
                <a:lnTo>
                  <a:pt x="0" y="146348"/>
                </a:lnTo>
                <a:lnTo>
                  <a:pt x="0" y="142463"/>
                </a:lnTo>
                <a:cubicBezTo>
                  <a:pt x="8059" y="142391"/>
                  <a:pt x="13671" y="140728"/>
                  <a:pt x="16837" y="137475"/>
                </a:cubicBezTo>
                <a:cubicBezTo>
                  <a:pt x="20002" y="134219"/>
                  <a:pt x="21585" y="128687"/>
                  <a:pt x="21585" y="120878"/>
                </a:cubicBezTo>
                <a:lnTo>
                  <a:pt x="21585" y="17575"/>
                </a:lnTo>
                <a:lnTo>
                  <a:pt x="18455" y="13707"/>
                </a:lnTo>
                <a:cubicBezTo>
                  <a:pt x="15362" y="9779"/>
                  <a:pt x="12627" y="7196"/>
                  <a:pt x="10253" y="5960"/>
                </a:cubicBezTo>
                <a:cubicBezTo>
                  <a:pt x="7879" y="4723"/>
                  <a:pt x="4461" y="4031"/>
                  <a:pt x="0" y="3885"/>
                </a:cubicBezTo>
                <a:lnTo>
                  <a:pt x="0" y="0"/>
                </a:lnTo>
                <a:lnTo>
                  <a:pt x="5191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1C404-D98E-45D8-958B-17FE7E42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344" y="973684"/>
            <a:ext cx="1029186" cy="359179"/>
          </a:xfrm>
          <a:custGeom xmlns:a="http://schemas.openxmlformats.org/drawingml/2006/main">
            <a:pathLst>
              <a:path w="1029186" h="359179">
                <a:moveTo>
                  <a:pt x="0" y="0"/>
                </a:moveTo>
                <a:lnTo>
                  <a:pt x="1029186" y="0"/>
                </a:lnTo>
                <a:lnTo>
                  <a:pt x="1029186" y="359179"/>
                </a:lnTo>
                <a:lnTo>
                  <a:pt x="0" y="3591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CF6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V">
            <a:extLst xmlns:a="http://schemas.openxmlformats.org/drawingml/2006/main">
              <a:ext uri="{FF2B5EF4-FFF2-40B4-BE49-F238E27FC236}">
                <a16:creationId xmlns:a16="http://schemas.microsoft.com/office/drawing/2014/main" id="{3683A877-7CC3-4905-8976-AC15E643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544" y="1089812"/>
            <a:ext cx="155630" cy="149586"/>
          </a:xfrm>
          <a:custGeom xmlns:a="http://schemas.openxmlformats.org/drawingml/2006/main">
            <a:pathLst>
              <a:path w="155630" h="149586">
                <a:moveTo>
                  <a:pt x="155630" y="0"/>
                </a:moveTo>
                <a:lnTo>
                  <a:pt x="155630" y="3885"/>
                </a:lnTo>
                <a:cubicBezTo>
                  <a:pt x="150306" y="4749"/>
                  <a:pt x="145557" y="7593"/>
                  <a:pt x="141384" y="12418"/>
                </a:cubicBezTo>
                <a:cubicBezTo>
                  <a:pt x="138362" y="16016"/>
                  <a:pt x="133865" y="24475"/>
                  <a:pt x="127893" y="37794"/>
                </a:cubicBezTo>
                <a:lnTo>
                  <a:pt x="77491" y="149586"/>
                </a:lnTo>
                <a:lnTo>
                  <a:pt x="73930" y="149586"/>
                </a:lnTo>
                <a:lnTo>
                  <a:pt x="23744" y="33285"/>
                </a:lnTo>
                <a:cubicBezTo>
                  <a:pt x="17700" y="19235"/>
                  <a:pt x="13653" y="10984"/>
                  <a:pt x="11602" y="8533"/>
                </a:cubicBezTo>
                <a:cubicBezTo>
                  <a:pt x="9551" y="6082"/>
                  <a:pt x="5684" y="4533"/>
                  <a:pt x="0" y="3885"/>
                </a:cubicBezTo>
                <a:lnTo>
                  <a:pt x="0" y="0"/>
                </a:lnTo>
                <a:lnTo>
                  <a:pt x="70152" y="0"/>
                </a:lnTo>
                <a:lnTo>
                  <a:pt x="70152" y="3885"/>
                </a:lnTo>
                <a:lnTo>
                  <a:pt x="67778" y="3885"/>
                </a:lnTo>
                <a:cubicBezTo>
                  <a:pt x="61446" y="3885"/>
                  <a:pt x="57129" y="4682"/>
                  <a:pt x="54827" y="6277"/>
                </a:cubicBezTo>
                <a:cubicBezTo>
                  <a:pt x="53172" y="7363"/>
                  <a:pt x="52344" y="8956"/>
                  <a:pt x="52344" y="11056"/>
                </a:cubicBezTo>
                <a:cubicBezTo>
                  <a:pt x="52344" y="12360"/>
                  <a:pt x="52632" y="13899"/>
                  <a:pt x="53208" y="15673"/>
                </a:cubicBezTo>
                <a:cubicBezTo>
                  <a:pt x="53783" y="17447"/>
                  <a:pt x="55726" y="22189"/>
                  <a:pt x="59036" y="29899"/>
                </a:cubicBezTo>
                <a:lnTo>
                  <a:pt x="90227" y="102672"/>
                </a:lnTo>
                <a:lnTo>
                  <a:pt x="119151" y="37855"/>
                </a:lnTo>
                <a:cubicBezTo>
                  <a:pt x="122604" y="30017"/>
                  <a:pt x="124727" y="24762"/>
                  <a:pt x="125518" y="22091"/>
                </a:cubicBezTo>
                <a:cubicBezTo>
                  <a:pt x="126310" y="19418"/>
                  <a:pt x="126706" y="17141"/>
                  <a:pt x="126706" y="15261"/>
                </a:cubicBezTo>
                <a:cubicBezTo>
                  <a:pt x="126706" y="13096"/>
                  <a:pt x="126130" y="11183"/>
                  <a:pt x="124979" y="9521"/>
                </a:cubicBezTo>
                <a:cubicBezTo>
                  <a:pt x="123828" y="7860"/>
                  <a:pt x="122137" y="6595"/>
                  <a:pt x="119906" y="5727"/>
                </a:cubicBezTo>
                <a:cubicBezTo>
                  <a:pt x="116812" y="4499"/>
                  <a:pt x="112711" y="3885"/>
                  <a:pt x="107603" y="3885"/>
                </a:cubicBezTo>
                <a:lnTo>
                  <a:pt x="107603" y="0"/>
                </a:lnTo>
                <a:lnTo>
                  <a:pt x="1556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erif">
            <a:extLst xmlns:a="http://schemas.openxmlformats.org/drawingml/2006/main">
              <a:ext uri="{FF2B5EF4-FFF2-40B4-BE49-F238E27FC236}">
                <a16:creationId xmlns:a16="http://schemas.microsoft.com/office/drawing/2014/main" id="{DF2D3BF1-EB36-4DA4-8F26-F8944755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595" y="1086575"/>
            <a:ext cx="339209" cy="152608"/>
          </a:xfrm>
          <a:custGeom xmlns:a="http://schemas.openxmlformats.org/drawingml/2006/main">
            <a:pathLst>
              <a:path w="339209" h="152608">
                <a:moveTo>
                  <a:pt x="84398" y="95407"/>
                </a:moveTo>
                <a:lnTo>
                  <a:pt x="29032" y="95407"/>
                </a:lnTo>
                <a:cubicBezTo>
                  <a:pt x="29680" y="108826"/>
                  <a:pt x="33241" y="119431"/>
                  <a:pt x="39717" y="127222"/>
                </a:cubicBezTo>
                <a:cubicBezTo>
                  <a:pt x="44682" y="133209"/>
                  <a:pt x="50653" y="136203"/>
                  <a:pt x="57633" y="136203"/>
                </a:cubicBezTo>
                <a:cubicBezTo>
                  <a:pt x="61950" y="136203"/>
                  <a:pt x="65871" y="134998"/>
                  <a:pt x="69397" y="132588"/>
                </a:cubicBezTo>
                <a:cubicBezTo>
                  <a:pt x="72922" y="130177"/>
                  <a:pt x="76700" y="125842"/>
                  <a:pt x="80729" y="119582"/>
                </a:cubicBezTo>
                <a:lnTo>
                  <a:pt x="84398" y="121957"/>
                </a:lnTo>
                <a:cubicBezTo>
                  <a:pt x="78930" y="133109"/>
                  <a:pt x="72886" y="141006"/>
                  <a:pt x="66267" y="145647"/>
                </a:cubicBezTo>
                <a:cubicBezTo>
                  <a:pt x="59647" y="150288"/>
                  <a:pt x="51985" y="152608"/>
                  <a:pt x="43279" y="152608"/>
                </a:cubicBezTo>
                <a:cubicBezTo>
                  <a:pt x="28313" y="152608"/>
                  <a:pt x="16980" y="146846"/>
                  <a:pt x="9282" y="135323"/>
                </a:cubicBezTo>
                <a:cubicBezTo>
                  <a:pt x="3094" y="126032"/>
                  <a:pt x="0" y="114509"/>
                  <a:pt x="0" y="100753"/>
                </a:cubicBezTo>
                <a:cubicBezTo>
                  <a:pt x="0" y="83898"/>
                  <a:pt x="4551" y="70484"/>
                  <a:pt x="13653" y="60510"/>
                </a:cubicBezTo>
                <a:cubicBezTo>
                  <a:pt x="22754" y="50533"/>
                  <a:pt x="33421" y="45545"/>
                  <a:pt x="45653" y="45545"/>
                </a:cubicBezTo>
                <a:cubicBezTo>
                  <a:pt x="55870" y="45545"/>
                  <a:pt x="64738" y="49736"/>
                  <a:pt x="72257" y="58118"/>
                </a:cubicBezTo>
                <a:cubicBezTo>
                  <a:pt x="79776" y="66501"/>
                  <a:pt x="83823" y="78930"/>
                  <a:pt x="84398" y="95407"/>
                </a:cubicBezTo>
                <a:moveTo>
                  <a:pt x="57849" y="88284"/>
                </a:moveTo>
                <a:cubicBezTo>
                  <a:pt x="57849" y="76700"/>
                  <a:pt x="57219" y="68749"/>
                  <a:pt x="55960" y="64432"/>
                </a:cubicBezTo>
                <a:cubicBezTo>
                  <a:pt x="54701" y="60115"/>
                  <a:pt x="52740" y="56841"/>
                  <a:pt x="50078" y="54611"/>
                </a:cubicBezTo>
                <a:cubicBezTo>
                  <a:pt x="48567" y="53316"/>
                  <a:pt x="46552" y="52668"/>
                  <a:pt x="44034" y="52668"/>
                </a:cubicBezTo>
                <a:cubicBezTo>
                  <a:pt x="40293" y="52668"/>
                  <a:pt x="37235" y="54503"/>
                  <a:pt x="34860" y="58172"/>
                </a:cubicBezTo>
                <a:cubicBezTo>
                  <a:pt x="30615" y="64576"/>
                  <a:pt x="28493" y="73354"/>
                  <a:pt x="28493" y="84506"/>
                </a:cubicBezTo>
                <a:lnTo>
                  <a:pt x="28493" y="88284"/>
                </a:lnTo>
                <a:lnTo>
                  <a:pt x="57849" y="88284"/>
                </a:lnTo>
                <a:close/>
                <a:moveTo>
                  <a:pt x="138935" y="48567"/>
                </a:moveTo>
                <a:lnTo>
                  <a:pt x="138935" y="71447"/>
                </a:lnTo>
                <a:cubicBezTo>
                  <a:pt x="145626" y="61014"/>
                  <a:pt x="151490" y="54089"/>
                  <a:pt x="156527" y="50671"/>
                </a:cubicBezTo>
                <a:cubicBezTo>
                  <a:pt x="161563" y="47254"/>
                  <a:pt x="166420" y="45545"/>
                  <a:pt x="171097" y="45545"/>
                </a:cubicBezTo>
                <a:cubicBezTo>
                  <a:pt x="175126" y="45545"/>
                  <a:pt x="178346" y="46791"/>
                  <a:pt x="180756" y="49282"/>
                </a:cubicBezTo>
                <a:cubicBezTo>
                  <a:pt x="183167" y="51773"/>
                  <a:pt x="184372" y="55293"/>
                  <a:pt x="184372" y="59842"/>
                </a:cubicBezTo>
                <a:cubicBezTo>
                  <a:pt x="184372" y="64681"/>
                  <a:pt x="183203" y="68437"/>
                  <a:pt x="180864" y="71110"/>
                </a:cubicBezTo>
                <a:cubicBezTo>
                  <a:pt x="178526" y="73781"/>
                  <a:pt x="175702" y="75117"/>
                  <a:pt x="172392" y="75117"/>
                </a:cubicBezTo>
                <a:cubicBezTo>
                  <a:pt x="168579" y="75117"/>
                  <a:pt x="165269" y="73894"/>
                  <a:pt x="162463" y="71447"/>
                </a:cubicBezTo>
                <a:cubicBezTo>
                  <a:pt x="159657" y="69001"/>
                  <a:pt x="158002" y="67634"/>
                  <a:pt x="157498" y="67346"/>
                </a:cubicBezTo>
                <a:cubicBezTo>
                  <a:pt x="156779" y="66914"/>
                  <a:pt x="155951" y="66699"/>
                  <a:pt x="155016" y="66699"/>
                </a:cubicBezTo>
                <a:cubicBezTo>
                  <a:pt x="152929" y="66699"/>
                  <a:pt x="150951" y="67490"/>
                  <a:pt x="149080" y="69073"/>
                </a:cubicBezTo>
                <a:cubicBezTo>
                  <a:pt x="146130" y="71519"/>
                  <a:pt x="143899" y="75009"/>
                  <a:pt x="142388" y="79542"/>
                </a:cubicBezTo>
                <a:cubicBezTo>
                  <a:pt x="140086" y="86521"/>
                  <a:pt x="138935" y="94220"/>
                  <a:pt x="138935" y="102638"/>
                </a:cubicBezTo>
                <a:lnTo>
                  <a:pt x="138935" y="125842"/>
                </a:lnTo>
                <a:lnTo>
                  <a:pt x="139043" y="131886"/>
                </a:lnTo>
                <a:cubicBezTo>
                  <a:pt x="139043" y="135987"/>
                  <a:pt x="139294" y="138614"/>
                  <a:pt x="139798" y="139765"/>
                </a:cubicBezTo>
                <a:cubicBezTo>
                  <a:pt x="140662" y="141707"/>
                  <a:pt x="141939" y="143128"/>
                  <a:pt x="143630" y="144028"/>
                </a:cubicBezTo>
                <a:cubicBezTo>
                  <a:pt x="145320" y="144927"/>
                  <a:pt x="148180" y="145485"/>
                  <a:pt x="152210" y="145701"/>
                </a:cubicBezTo>
                <a:lnTo>
                  <a:pt x="152210" y="149586"/>
                </a:lnTo>
                <a:lnTo>
                  <a:pt x="97707" y="149586"/>
                </a:lnTo>
                <a:lnTo>
                  <a:pt x="97707" y="145701"/>
                </a:lnTo>
                <a:cubicBezTo>
                  <a:pt x="102096" y="145341"/>
                  <a:pt x="105064" y="144136"/>
                  <a:pt x="106611" y="142085"/>
                </a:cubicBezTo>
                <a:cubicBezTo>
                  <a:pt x="108158" y="140035"/>
                  <a:pt x="108931" y="134620"/>
                  <a:pt x="108931" y="125842"/>
                </a:cubicBezTo>
                <a:lnTo>
                  <a:pt x="108931" y="69936"/>
                </a:lnTo>
                <a:cubicBezTo>
                  <a:pt x="108931" y="64144"/>
                  <a:pt x="108643" y="60452"/>
                  <a:pt x="108068" y="58860"/>
                </a:cubicBezTo>
                <a:cubicBezTo>
                  <a:pt x="107348" y="56832"/>
                  <a:pt x="106305" y="55348"/>
                  <a:pt x="104938" y="54408"/>
                </a:cubicBezTo>
                <a:cubicBezTo>
                  <a:pt x="103571" y="53466"/>
                  <a:pt x="101160" y="52814"/>
                  <a:pt x="97707" y="52452"/>
                </a:cubicBezTo>
                <a:lnTo>
                  <a:pt x="97707" y="48567"/>
                </a:lnTo>
                <a:lnTo>
                  <a:pt x="138935" y="48567"/>
                </a:lnTo>
                <a:close/>
                <a:moveTo>
                  <a:pt x="219481" y="0"/>
                </a:moveTo>
                <a:cubicBezTo>
                  <a:pt x="224158" y="0"/>
                  <a:pt x="228115" y="1642"/>
                  <a:pt x="231353" y="4928"/>
                </a:cubicBezTo>
                <a:cubicBezTo>
                  <a:pt x="234591" y="8210"/>
                  <a:pt x="236210" y="12162"/>
                  <a:pt x="236210" y="16783"/>
                </a:cubicBezTo>
                <a:cubicBezTo>
                  <a:pt x="236210" y="21403"/>
                  <a:pt x="234573" y="25338"/>
                  <a:pt x="231299" y="28587"/>
                </a:cubicBezTo>
                <a:cubicBezTo>
                  <a:pt x="228025" y="31834"/>
                  <a:pt x="224086" y="33457"/>
                  <a:pt x="219481" y="33457"/>
                </a:cubicBezTo>
                <a:cubicBezTo>
                  <a:pt x="214876" y="33457"/>
                  <a:pt x="210955" y="31834"/>
                  <a:pt x="207717" y="28587"/>
                </a:cubicBezTo>
                <a:cubicBezTo>
                  <a:pt x="204479" y="25338"/>
                  <a:pt x="202860" y="21403"/>
                  <a:pt x="202860" y="16783"/>
                </a:cubicBezTo>
                <a:cubicBezTo>
                  <a:pt x="202860" y="12162"/>
                  <a:pt x="204479" y="8210"/>
                  <a:pt x="207717" y="4928"/>
                </a:cubicBezTo>
                <a:cubicBezTo>
                  <a:pt x="210955" y="1642"/>
                  <a:pt x="214876" y="0"/>
                  <a:pt x="219481" y="0"/>
                </a:cubicBezTo>
                <a:moveTo>
                  <a:pt x="234591" y="48567"/>
                </a:moveTo>
                <a:lnTo>
                  <a:pt x="234591" y="128648"/>
                </a:lnTo>
                <a:cubicBezTo>
                  <a:pt x="234591" y="135771"/>
                  <a:pt x="235418" y="140322"/>
                  <a:pt x="237073" y="142301"/>
                </a:cubicBezTo>
                <a:cubicBezTo>
                  <a:pt x="238728" y="144280"/>
                  <a:pt x="241966" y="145413"/>
                  <a:pt x="246786" y="145701"/>
                </a:cubicBezTo>
                <a:lnTo>
                  <a:pt x="246786" y="149586"/>
                </a:lnTo>
                <a:lnTo>
                  <a:pt x="192284" y="149586"/>
                </a:lnTo>
                <a:lnTo>
                  <a:pt x="192284" y="145701"/>
                </a:lnTo>
                <a:cubicBezTo>
                  <a:pt x="196744" y="145557"/>
                  <a:pt x="200054" y="144262"/>
                  <a:pt x="202213" y="141815"/>
                </a:cubicBezTo>
                <a:cubicBezTo>
                  <a:pt x="203652" y="140160"/>
                  <a:pt x="204371" y="135771"/>
                  <a:pt x="204371" y="128648"/>
                </a:cubicBezTo>
                <a:lnTo>
                  <a:pt x="204371" y="69720"/>
                </a:lnTo>
                <a:cubicBezTo>
                  <a:pt x="204371" y="62507"/>
                  <a:pt x="203544" y="57899"/>
                  <a:pt x="201889" y="55896"/>
                </a:cubicBezTo>
                <a:cubicBezTo>
                  <a:pt x="200234" y="53892"/>
                  <a:pt x="197032" y="52745"/>
                  <a:pt x="192284" y="52452"/>
                </a:cubicBezTo>
                <a:lnTo>
                  <a:pt x="192284" y="48567"/>
                </a:lnTo>
                <a:lnTo>
                  <a:pt x="234591" y="48567"/>
                </a:lnTo>
                <a:close/>
                <a:moveTo>
                  <a:pt x="300895" y="59144"/>
                </a:moveTo>
                <a:lnTo>
                  <a:pt x="300895" y="129296"/>
                </a:lnTo>
                <a:cubicBezTo>
                  <a:pt x="300895" y="136059"/>
                  <a:pt x="301615" y="140304"/>
                  <a:pt x="303054" y="142031"/>
                </a:cubicBezTo>
                <a:cubicBezTo>
                  <a:pt x="305356" y="144693"/>
                  <a:pt x="309601" y="145917"/>
                  <a:pt x="315789" y="145701"/>
                </a:cubicBezTo>
                <a:lnTo>
                  <a:pt x="315789" y="149586"/>
                </a:lnTo>
                <a:lnTo>
                  <a:pt x="256321" y="149586"/>
                </a:lnTo>
                <a:lnTo>
                  <a:pt x="256321" y="145701"/>
                </a:lnTo>
                <a:cubicBezTo>
                  <a:pt x="260854" y="145629"/>
                  <a:pt x="264074" y="145107"/>
                  <a:pt x="265981" y="144136"/>
                </a:cubicBezTo>
                <a:cubicBezTo>
                  <a:pt x="267888" y="143164"/>
                  <a:pt x="269201" y="141815"/>
                  <a:pt x="269920" y="140089"/>
                </a:cubicBezTo>
                <a:cubicBezTo>
                  <a:pt x="270640" y="138362"/>
                  <a:pt x="270999" y="134764"/>
                  <a:pt x="270999" y="129296"/>
                </a:cubicBezTo>
                <a:lnTo>
                  <a:pt x="270999" y="59144"/>
                </a:lnTo>
                <a:lnTo>
                  <a:pt x="256321" y="59144"/>
                </a:lnTo>
                <a:lnTo>
                  <a:pt x="256321" y="48567"/>
                </a:lnTo>
                <a:lnTo>
                  <a:pt x="270999" y="48567"/>
                </a:lnTo>
                <a:lnTo>
                  <a:pt x="270999" y="41154"/>
                </a:lnTo>
                <a:lnTo>
                  <a:pt x="270892" y="36101"/>
                </a:lnTo>
                <a:cubicBezTo>
                  <a:pt x="270892" y="25788"/>
                  <a:pt x="274687" y="17193"/>
                  <a:pt x="282278" y="10317"/>
                </a:cubicBezTo>
                <a:cubicBezTo>
                  <a:pt x="289869" y="3439"/>
                  <a:pt x="300140" y="0"/>
                  <a:pt x="313091" y="0"/>
                </a:cubicBezTo>
                <a:cubicBezTo>
                  <a:pt x="321941" y="0"/>
                  <a:pt x="328506" y="1662"/>
                  <a:pt x="332787" y="4985"/>
                </a:cubicBezTo>
                <a:cubicBezTo>
                  <a:pt x="337068" y="8306"/>
                  <a:pt x="339209" y="11989"/>
                  <a:pt x="339209" y="16034"/>
                </a:cubicBezTo>
                <a:cubicBezTo>
                  <a:pt x="339209" y="19285"/>
                  <a:pt x="337878" y="22102"/>
                  <a:pt x="335216" y="24486"/>
                </a:cubicBezTo>
                <a:cubicBezTo>
                  <a:pt x="332553" y="26869"/>
                  <a:pt x="329028" y="28061"/>
                  <a:pt x="324639" y="28061"/>
                </a:cubicBezTo>
                <a:cubicBezTo>
                  <a:pt x="320897" y="28061"/>
                  <a:pt x="317929" y="27090"/>
                  <a:pt x="315735" y="25147"/>
                </a:cubicBezTo>
                <a:cubicBezTo>
                  <a:pt x="313540" y="23204"/>
                  <a:pt x="312443" y="21046"/>
                  <a:pt x="312443" y="18671"/>
                </a:cubicBezTo>
                <a:cubicBezTo>
                  <a:pt x="312443" y="18024"/>
                  <a:pt x="312659" y="16693"/>
                  <a:pt x="313091" y="14678"/>
                </a:cubicBezTo>
                <a:cubicBezTo>
                  <a:pt x="313379" y="13455"/>
                  <a:pt x="313522" y="12304"/>
                  <a:pt x="313522" y="11224"/>
                </a:cubicBezTo>
                <a:cubicBezTo>
                  <a:pt x="313522" y="9713"/>
                  <a:pt x="313091" y="8598"/>
                  <a:pt x="312227" y="7879"/>
                </a:cubicBezTo>
                <a:cubicBezTo>
                  <a:pt x="311076" y="6799"/>
                  <a:pt x="309673" y="6260"/>
                  <a:pt x="308018" y="6260"/>
                </a:cubicBezTo>
                <a:cubicBezTo>
                  <a:pt x="305932" y="6260"/>
                  <a:pt x="304187" y="7116"/>
                  <a:pt x="302784" y="8830"/>
                </a:cubicBezTo>
                <a:cubicBezTo>
                  <a:pt x="301381" y="10543"/>
                  <a:pt x="300679" y="13292"/>
                  <a:pt x="300679" y="17076"/>
                </a:cubicBezTo>
                <a:lnTo>
                  <a:pt x="300895" y="35821"/>
                </a:lnTo>
                <a:lnTo>
                  <a:pt x="300895" y="48567"/>
                </a:lnTo>
                <a:lnTo>
                  <a:pt x="315789" y="48567"/>
                </a:lnTo>
                <a:lnTo>
                  <a:pt x="315789" y="59144"/>
                </a:lnTo>
                <a:lnTo>
                  <a:pt x="300895" y="591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y">
            <a:extLst xmlns:a="http://schemas.openxmlformats.org/drawingml/2006/main">
              <a:ext uri="{FF2B5EF4-FFF2-40B4-BE49-F238E27FC236}">
                <a16:creationId xmlns:a16="http://schemas.microsoft.com/office/drawing/2014/main" id="{10ACDCEB-66BF-408F-94C9-881B2563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32" y="1135142"/>
            <a:ext cx="106631" cy="148723"/>
          </a:xfrm>
          <a:custGeom xmlns:a="http://schemas.openxmlformats.org/drawingml/2006/main">
            <a:pathLst>
              <a:path w="106631" h="148723">
                <a:moveTo>
                  <a:pt x="51913" y="105218"/>
                </a:moveTo>
                <a:lnTo>
                  <a:pt x="19319" y="30250"/>
                </a:lnTo>
                <a:cubicBezTo>
                  <a:pt x="14426" y="18895"/>
                  <a:pt x="10811" y="11916"/>
                  <a:pt x="8472" y="9312"/>
                </a:cubicBezTo>
                <a:cubicBezTo>
                  <a:pt x="6134" y="6706"/>
                  <a:pt x="3310" y="4897"/>
                  <a:pt x="0" y="3885"/>
                </a:cubicBezTo>
                <a:lnTo>
                  <a:pt x="0" y="0"/>
                </a:lnTo>
                <a:lnTo>
                  <a:pt x="53639" y="0"/>
                </a:lnTo>
                <a:lnTo>
                  <a:pt x="53639" y="3885"/>
                </a:lnTo>
                <a:cubicBezTo>
                  <a:pt x="50114" y="4029"/>
                  <a:pt x="47632" y="4716"/>
                  <a:pt x="46193" y="5946"/>
                </a:cubicBezTo>
                <a:cubicBezTo>
                  <a:pt x="44753" y="7174"/>
                  <a:pt x="44034" y="8655"/>
                  <a:pt x="44034" y="10391"/>
                </a:cubicBezTo>
                <a:cubicBezTo>
                  <a:pt x="44034" y="13137"/>
                  <a:pt x="45833" y="18558"/>
                  <a:pt x="49430" y="26654"/>
                </a:cubicBezTo>
                <a:lnTo>
                  <a:pt x="66699" y="66341"/>
                </a:lnTo>
                <a:lnTo>
                  <a:pt x="78463" y="35673"/>
                </a:lnTo>
                <a:cubicBezTo>
                  <a:pt x="82708" y="24752"/>
                  <a:pt x="84830" y="17158"/>
                  <a:pt x="84830" y="12890"/>
                </a:cubicBezTo>
                <a:cubicBezTo>
                  <a:pt x="84830" y="10215"/>
                  <a:pt x="83949" y="8081"/>
                  <a:pt x="82186" y="6489"/>
                </a:cubicBezTo>
                <a:cubicBezTo>
                  <a:pt x="80423" y="4897"/>
                  <a:pt x="77311" y="4029"/>
                  <a:pt x="72850" y="3885"/>
                </a:cubicBezTo>
                <a:lnTo>
                  <a:pt x="72850" y="0"/>
                </a:lnTo>
                <a:lnTo>
                  <a:pt x="106631" y="0"/>
                </a:lnTo>
                <a:lnTo>
                  <a:pt x="106631" y="3885"/>
                </a:lnTo>
                <a:cubicBezTo>
                  <a:pt x="103322" y="4247"/>
                  <a:pt x="100623" y="5531"/>
                  <a:pt x="98537" y="7737"/>
                </a:cubicBezTo>
                <a:cubicBezTo>
                  <a:pt x="96450" y="9943"/>
                  <a:pt x="92961" y="17447"/>
                  <a:pt x="88068" y="30250"/>
                </a:cubicBezTo>
                <a:lnTo>
                  <a:pt x="59252" y="105120"/>
                </a:lnTo>
                <a:cubicBezTo>
                  <a:pt x="51985" y="123828"/>
                  <a:pt x="46588" y="135340"/>
                  <a:pt x="43063" y="139657"/>
                </a:cubicBezTo>
                <a:cubicBezTo>
                  <a:pt x="38098" y="145701"/>
                  <a:pt x="31874" y="148723"/>
                  <a:pt x="24391" y="148723"/>
                </a:cubicBezTo>
                <a:cubicBezTo>
                  <a:pt x="18419" y="148723"/>
                  <a:pt x="13581" y="147014"/>
                  <a:pt x="9875" y="143596"/>
                </a:cubicBezTo>
                <a:cubicBezTo>
                  <a:pt x="6170" y="140178"/>
                  <a:pt x="4317" y="136059"/>
                  <a:pt x="4317" y="131239"/>
                </a:cubicBezTo>
                <a:cubicBezTo>
                  <a:pt x="4317" y="127065"/>
                  <a:pt x="5594" y="123612"/>
                  <a:pt x="8148" y="120878"/>
                </a:cubicBezTo>
                <a:cubicBezTo>
                  <a:pt x="10703" y="118143"/>
                  <a:pt x="13851" y="116776"/>
                  <a:pt x="17592" y="116776"/>
                </a:cubicBezTo>
                <a:cubicBezTo>
                  <a:pt x="21190" y="116776"/>
                  <a:pt x="24086" y="117921"/>
                  <a:pt x="26280" y="120210"/>
                </a:cubicBezTo>
                <a:cubicBezTo>
                  <a:pt x="28475" y="122501"/>
                  <a:pt x="29608" y="126045"/>
                  <a:pt x="29680" y="130841"/>
                </a:cubicBezTo>
                <a:cubicBezTo>
                  <a:pt x="29752" y="133561"/>
                  <a:pt x="30076" y="135315"/>
                  <a:pt x="30651" y="136102"/>
                </a:cubicBezTo>
                <a:cubicBezTo>
                  <a:pt x="31227" y="136889"/>
                  <a:pt x="32054" y="137282"/>
                  <a:pt x="33133" y="137282"/>
                </a:cubicBezTo>
                <a:cubicBezTo>
                  <a:pt x="34860" y="137282"/>
                  <a:pt x="36695" y="136244"/>
                  <a:pt x="38638" y="134166"/>
                </a:cubicBezTo>
                <a:cubicBezTo>
                  <a:pt x="41516" y="131158"/>
                  <a:pt x="44897" y="124282"/>
                  <a:pt x="48783" y="113539"/>
                </a:cubicBezTo>
                <a:lnTo>
                  <a:pt x="51913" y="105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E05834-AD64-47EE-912C-93930870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980" y="3778044"/>
            <a:ext cx="1719916" cy="372994"/>
          </a:xfrm>
          <a:custGeom xmlns:a="http://schemas.openxmlformats.org/drawingml/2006/main">
            <a:pathLst>
              <a:path w="1719916" h="372994">
                <a:moveTo>
                  <a:pt x="0" y="186497"/>
                </a:moveTo>
                <a:cubicBezTo>
                  <a:pt x="0" y="83495"/>
                  <a:pt x="83495" y="0"/>
                  <a:pt x="186497" y="0"/>
                </a:cubicBezTo>
                <a:lnTo>
                  <a:pt x="1533419" y="0"/>
                </a:lnTo>
                <a:cubicBezTo>
                  <a:pt x="1636420" y="0"/>
                  <a:pt x="1719916" y="83495"/>
                  <a:pt x="1719916" y="186497"/>
                </a:cubicBezTo>
                <a:cubicBezTo>
                  <a:pt x="1719916" y="289498"/>
                  <a:pt x="1636420" y="372994"/>
                  <a:pt x="1533419" y="372994"/>
                </a:cubicBezTo>
                <a:lnTo>
                  <a:pt x="186497" y="372994"/>
                </a:lnTo>
                <a:cubicBezTo>
                  <a:pt x="83495" y="372994"/>
                  <a:pt x="0" y="289498"/>
                  <a:pt x="0" y="186497"/>
                </a:cubicBezTo>
                <a:close/>
              </a:path>
            </a:pathLst>
          </a:custGeom>
          <a:solidFill xmlns:a="http://schemas.openxmlformats.org/drawingml/2006/main">
            <a:srgbClr val="006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SMTsolver">
            <a:extLst xmlns:a="http://schemas.openxmlformats.org/drawingml/2006/main">
              <a:ext uri="{FF2B5EF4-FFF2-40B4-BE49-F238E27FC236}">
                <a16:creationId xmlns:a16="http://schemas.microsoft.com/office/drawing/2014/main" id="{6BC7194D-20A8-4DB0-8AC5-7D53DFE8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359" y="3904750"/>
            <a:ext cx="1080179" cy="152824"/>
          </a:xfrm>
          <a:custGeom xmlns:a="http://schemas.openxmlformats.org/drawingml/2006/main">
            <a:pathLst>
              <a:path w="1080179" h="152824">
                <a:moveTo>
                  <a:pt x="92385" y="0"/>
                </a:moveTo>
                <a:lnTo>
                  <a:pt x="93572" y="48783"/>
                </a:lnTo>
                <a:lnTo>
                  <a:pt x="89147" y="48783"/>
                </a:lnTo>
                <a:cubicBezTo>
                  <a:pt x="87061" y="36583"/>
                  <a:pt x="81934" y="26769"/>
                  <a:pt x="73768" y="19342"/>
                </a:cubicBezTo>
                <a:cubicBezTo>
                  <a:pt x="65601" y="11916"/>
                  <a:pt x="56769" y="8202"/>
                  <a:pt x="47272" y="8202"/>
                </a:cubicBezTo>
                <a:cubicBezTo>
                  <a:pt x="39933" y="8202"/>
                  <a:pt x="34123" y="10157"/>
                  <a:pt x="29842" y="14068"/>
                </a:cubicBezTo>
                <a:cubicBezTo>
                  <a:pt x="25561" y="17975"/>
                  <a:pt x="23420" y="22476"/>
                  <a:pt x="23420" y="27568"/>
                </a:cubicBezTo>
                <a:cubicBezTo>
                  <a:pt x="23420" y="30795"/>
                  <a:pt x="24176" y="33664"/>
                  <a:pt x="25686" y="36176"/>
                </a:cubicBezTo>
                <a:cubicBezTo>
                  <a:pt x="27773" y="39546"/>
                  <a:pt x="31119" y="42881"/>
                  <a:pt x="35724" y="46179"/>
                </a:cubicBezTo>
                <a:cubicBezTo>
                  <a:pt x="39105" y="48547"/>
                  <a:pt x="46912" y="52743"/>
                  <a:pt x="59144" y="58769"/>
                </a:cubicBezTo>
                <a:cubicBezTo>
                  <a:pt x="76268" y="67161"/>
                  <a:pt x="87816" y="75088"/>
                  <a:pt x="93788" y="82550"/>
                </a:cubicBezTo>
                <a:cubicBezTo>
                  <a:pt x="99688" y="90011"/>
                  <a:pt x="102638" y="98548"/>
                  <a:pt x="102638" y="108163"/>
                </a:cubicBezTo>
                <a:cubicBezTo>
                  <a:pt x="102638" y="120358"/>
                  <a:pt x="97871" y="130851"/>
                  <a:pt x="88338" y="139640"/>
                </a:cubicBezTo>
                <a:cubicBezTo>
                  <a:pt x="78804" y="148429"/>
                  <a:pt x="66699" y="152824"/>
                  <a:pt x="52021" y="152824"/>
                </a:cubicBezTo>
                <a:cubicBezTo>
                  <a:pt x="47416" y="152824"/>
                  <a:pt x="43063" y="152356"/>
                  <a:pt x="38961" y="151421"/>
                </a:cubicBezTo>
                <a:cubicBezTo>
                  <a:pt x="34860" y="150485"/>
                  <a:pt x="29716" y="148723"/>
                  <a:pt x="23528" y="146132"/>
                </a:cubicBezTo>
                <a:cubicBezTo>
                  <a:pt x="20074" y="144693"/>
                  <a:pt x="17232" y="143974"/>
                  <a:pt x="15002" y="143974"/>
                </a:cubicBezTo>
                <a:cubicBezTo>
                  <a:pt x="13131" y="143974"/>
                  <a:pt x="11152" y="144702"/>
                  <a:pt x="9066" y="146159"/>
                </a:cubicBezTo>
                <a:cubicBezTo>
                  <a:pt x="6979" y="147616"/>
                  <a:pt x="5288" y="149838"/>
                  <a:pt x="3993" y="152824"/>
                </a:cubicBezTo>
                <a:lnTo>
                  <a:pt x="0" y="152824"/>
                </a:lnTo>
                <a:lnTo>
                  <a:pt x="0" y="97565"/>
                </a:lnTo>
                <a:lnTo>
                  <a:pt x="3993" y="97565"/>
                </a:lnTo>
                <a:cubicBezTo>
                  <a:pt x="7159" y="113071"/>
                  <a:pt x="13257" y="124898"/>
                  <a:pt x="22287" y="133046"/>
                </a:cubicBezTo>
                <a:cubicBezTo>
                  <a:pt x="31317" y="141195"/>
                  <a:pt x="41048" y="145269"/>
                  <a:pt x="51481" y="145269"/>
                </a:cubicBezTo>
                <a:cubicBezTo>
                  <a:pt x="59539" y="145269"/>
                  <a:pt x="65961" y="143081"/>
                  <a:pt x="70746" y="138706"/>
                </a:cubicBezTo>
                <a:cubicBezTo>
                  <a:pt x="75531" y="134330"/>
                  <a:pt x="77923" y="129237"/>
                  <a:pt x="77923" y="123427"/>
                </a:cubicBezTo>
                <a:cubicBezTo>
                  <a:pt x="77923" y="119985"/>
                  <a:pt x="77006" y="116650"/>
                  <a:pt x="75171" y="113424"/>
                </a:cubicBezTo>
                <a:cubicBezTo>
                  <a:pt x="73336" y="110195"/>
                  <a:pt x="70548" y="107128"/>
                  <a:pt x="66806" y="104223"/>
                </a:cubicBezTo>
                <a:cubicBezTo>
                  <a:pt x="63065" y="101318"/>
                  <a:pt x="56446" y="97535"/>
                  <a:pt x="46948" y="92874"/>
                </a:cubicBezTo>
                <a:cubicBezTo>
                  <a:pt x="33637" y="86347"/>
                  <a:pt x="24068" y="80784"/>
                  <a:pt x="18240" y="76186"/>
                </a:cubicBezTo>
                <a:cubicBezTo>
                  <a:pt x="12412" y="71588"/>
                  <a:pt x="7933" y="66451"/>
                  <a:pt x="4803" y="60776"/>
                </a:cubicBezTo>
                <a:cubicBezTo>
                  <a:pt x="1673" y="55101"/>
                  <a:pt x="108" y="48851"/>
                  <a:pt x="108" y="42027"/>
                </a:cubicBezTo>
                <a:cubicBezTo>
                  <a:pt x="108" y="30389"/>
                  <a:pt x="4389" y="20476"/>
                  <a:pt x="12951" y="12287"/>
                </a:cubicBezTo>
                <a:cubicBezTo>
                  <a:pt x="21513" y="4096"/>
                  <a:pt x="32306" y="0"/>
                  <a:pt x="45329" y="0"/>
                </a:cubicBezTo>
                <a:cubicBezTo>
                  <a:pt x="50078" y="0"/>
                  <a:pt x="54683" y="582"/>
                  <a:pt x="59144" y="1747"/>
                </a:cubicBezTo>
                <a:cubicBezTo>
                  <a:pt x="62525" y="2619"/>
                  <a:pt x="66645" y="4237"/>
                  <a:pt x="71501" y="6600"/>
                </a:cubicBezTo>
                <a:cubicBezTo>
                  <a:pt x="76358" y="8964"/>
                  <a:pt x="79758" y="10145"/>
                  <a:pt x="81700" y="10145"/>
                </a:cubicBezTo>
                <a:cubicBezTo>
                  <a:pt x="83571" y="10145"/>
                  <a:pt x="85046" y="9564"/>
                  <a:pt x="86125" y="8401"/>
                </a:cubicBezTo>
                <a:cubicBezTo>
                  <a:pt x="87205" y="7237"/>
                  <a:pt x="88212" y="4436"/>
                  <a:pt x="89147" y="0"/>
                </a:cubicBezTo>
                <a:lnTo>
                  <a:pt x="92385" y="0"/>
                </a:lnTo>
                <a:close/>
                <a:moveTo>
                  <a:pt x="216791" y="99596"/>
                </a:moveTo>
                <a:lnTo>
                  <a:pt x="256508" y="3238"/>
                </a:lnTo>
                <a:lnTo>
                  <a:pt x="316083" y="3238"/>
                </a:lnTo>
                <a:lnTo>
                  <a:pt x="316083" y="7123"/>
                </a:lnTo>
                <a:lnTo>
                  <a:pt x="311334" y="7123"/>
                </a:lnTo>
                <a:cubicBezTo>
                  <a:pt x="307017" y="7123"/>
                  <a:pt x="303564" y="7890"/>
                  <a:pt x="300973" y="9423"/>
                </a:cubicBezTo>
                <a:cubicBezTo>
                  <a:pt x="299175" y="10446"/>
                  <a:pt x="297736" y="12164"/>
                  <a:pt x="296656" y="14577"/>
                </a:cubicBezTo>
                <a:cubicBezTo>
                  <a:pt x="295865" y="16331"/>
                  <a:pt x="295469" y="20897"/>
                  <a:pt x="295469" y="28277"/>
                </a:cubicBezTo>
                <a:lnTo>
                  <a:pt x="295469" y="124547"/>
                </a:lnTo>
                <a:cubicBezTo>
                  <a:pt x="295469" y="132068"/>
                  <a:pt x="295865" y="136770"/>
                  <a:pt x="296656" y="138652"/>
                </a:cubicBezTo>
                <a:cubicBezTo>
                  <a:pt x="297448" y="140531"/>
                  <a:pt x="299067" y="142176"/>
                  <a:pt x="301513" y="143586"/>
                </a:cubicBezTo>
                <a:cubicBezTo>
                  <a:pt x="303959" y="144996"/>
                  <a:pt x="307233" y="145701"/>
                  <a:pt x="311334" y="145701"/>
                </a:cubicBezTo>
                <a:lnTo>
                  <a:pt x="316083" y="145701"/>
                </a:lnTo>
                <a:lnTo>
                  <a:pt x="316083" y="149586"/>
                </a:lnTo>
                <a:lnTo>
                  <a:pt x="239671" y="149586"/>
                </a:lnTo>
                <a:lnTo>
                  <a:pt x="239671" y="145701"/>
                </a:lnTo>
                <a:lnTo>
                  <a:pt x="244420" y="145701"/>
                </a:lnTo>
                <a:cubicBezTo>
                  <a:pt x="248737" y="145701"/>
                  <a:pt x="252191" y="144942"/>
                  <a:pt x="254781" y="143424"/>
                </a:cubicBezTo>
                <a:cubicBezTo>
                  <a:pt x="256580" y="142410"/>
                  <a:pt x="258019" y="140674"/>
                  <a:pt x="259098" y="138217"/>
                </a:cubicBezTo>
                <a:cubicBezTo>
                  <a:pt x="259889" y="136481"/>
                  <a:pt x="260285" y="131924"/>
                  <a:pt x="260285" y="124547"/>
                </a:cubicBezTo>
                <a:lnTo>
                  <a:pt x="260285" y="16081"/>
                </a:lnTo>
                <a:lnTo>
                  <a:pt x="204163" y="149586"/>
                </a:lnTo>
                <a:lnTo>
                  <a:pt x="201573" y="149586"/>
                </a:lnTo>
                <a:lnTo>
                  <a:pt x="144588" y="16944"/>
                </a:lnTo>
                <a:lnTo>
                  <a:pt x="144588" y="120014"/>
                </a:lnTo>
                <a:cubicBezTo>
                  <a:pt x="144588" y="127270"/>
                  <a:pt x="144768" y="131732"/>
                  <a:pt x="145128" y="133400"/>
                </a:cubicBezTo>
                <a:cubicBezTo>
                  <a:pt x="146063" y="137029"/>
                  <a:pt x="148096" y="139987"/>
                  <a:pt x="151225" y="142274"/>
                </a:cubicBezTo>
                <a:cubicBezTo>
                  <a:pt x="154355" y="144558"/>
                  <a:pt x="159266" y="145701"/>
                  <a:pt x="165957" y="145701"/>
                </a:cubicBezTo>
                <a:lnTo>
                  <a:pt x="165957" y="149586"/>
                </a:lnTo>
                <a:lnTo>
                  <a:pt x="115880" y="149586"/>
                </a:lnTo>
                <a:lnTo>
                  <a:pt x="115880" y="145701"/>
                </a:lnTo>
                <a:lnTo>
                  <a:pt x="117391" y="145701"/>
                </a:lnTo>
                <a:cubicBezTo>
                  <a:pt x="120628" y="145773"/>
                  <a:pt x="123650" y="145244"/>
                  <a:pt x="126456" y="144116"/>
                </a:cubicBezTo>
                <a:cubicBezTo>
                  <a:pt x="129262" y="142987"/>
                  <a:pt x="131385" y="141475"/>
                  <a:pt x="132824" y="139579"/>
                </a:cubicBezTo>
                <a:cubicBezTo>
                  <a:pt x="134263" y="137684"/>
                  <a:pt x="135378" y="135023"/>
                  <a:pt x="136170" y="131596"/>
                </a:cubicBezTo>
                <a:cubicBezTo>
                  <a:pt x="136314" y="130796"/>
                  <a:pt x="136386" y="127079"/>
                  <a:pt x="136386" y="120446"/>
                </a:cubicBezTo>
                <a:lnTo>
                  <a:pt x="136386" y="28277"/>
                </a:lnTo>
                <a:cubicBezTo>
                  <a:pt x="136386" y="20751"/>
                  <a:pt x="135990" y="16056"/>
                  <a:pt x="135198" y="14192"/>
                </a:cubicBezTo>
                <a:cubicBezTo>
                  <a:pt x="134407" y="12328"/>
                  <a:pt x="132788" y="10685"/>
                  <a:pt x="130342" y="9261"/>
                </a:cubicBezTo>
                <a:cubicBezTo>
                  <a:pt x="127895" y="7836"/>
                  <a:pt x="124622" y="7123"/>
                  <a:pt x="120520" y="7123"/>
                </a:cubicBezTo>
                <a:lnTo>
                  <a:pt x="115880" y="7123"/>
                </a:lnTo>
                <a:lnTo>
                  <a:pt x="115880" y="3238"/>
                </a:lnTo>
                <a:lnTo>
                  <a:pt x="175671" y="3238"/>
                </a:lnTo>
                <a:lnTo>
                  <a:pt x="216791" y="99596"/>
                </a:lnTo>
                <a:close/>
                <a:moveTo>
                  <a:pt x="459551" y="3238"/>
                </a:moveTo>
                <a:lnTo>
                  <a:pt x="459551" y="42955"/>
                </a:lnTo>
                <a:lnTo>
                  <a:pt x="455666" y="42955"/>
                </a:lnTo>
                <a:cubicBezTo>
                  <a:pt x="453363" y="33785"/>
                  <a:pt x="450809" y="27197"/>
                  <a:pt x="448003" y="23191"/>
                </a:cubicBezTo>
                <a:cubicBezTo>
                  <a:pt x="445197" y="19184"/>
                  <a:pt x="441347" y="15989"/>
                  <a:pt x="436455" y="13605"/>
                </a:cubicBezTo>
                <a:cubicBezTo>
                  <a:pt x="433721" y="12306"/>
                  <a:pt x="428936" y="11656"/>
                  <a:pt x="422101" y="11656"/>
                </a:cubicBezTo>
                <a:lnTo>
                  <a:pt x="411200" y="11656"/>
                </a:lnTo>
                <a:lnTo>
                  <a:pt x="411200" y="124547"/>
                </a:lnTo>
                <a:cubicBezTo>
                  <a:pt x="411200" y="132068"/>
                  <a:pt x="411614" y="136770"/>
                  <a:pt x="412441" y="138652"/>
                </a:cubicBezTo>
                <a:cubicBezTo>
                  <a:pt x="413269" y="140531"/>
                  <a:pt x="414887" y="142176"/>
                  <a:pt x="417298" y="143586"/>
                </a:cubicBezTo>
                <a:cubicBezTo>
                  <a:pt x="419708" y="144996"/>
                  <a:pt x="423000" y="145701"/>
                  <a:pt x="427173" y="145701"/>
                </a:cubicBezTo>
                <a:lnTo>
                  <a:pt x="432030" y="145701"/>
                </a:lnTo>
                <a:lnTo>
                  <a:pt x="432030" y="149586"/>
                </a:lnTo>
                <a:lnTo>
                  <a:pt x="355402" y="149586"/>
                </a:lnTo>
                <a:lnTo>
                  <a:pt x="355402" y="145701"/>
                </a:lnTo>
                <a:lnTo>
                  <a:pt x="360259" y="145701"/>
                </a:lnTo>
                <a:cubicBezTo>
                  <a:pt x="364504" y="145701"/>
                  <a:pt x="367922" y="144942"/>
                  <a:pt x="370512" y="143424"/>
                </a:cubicBezTo>
                <a:cubicBezTo>
                  <a:pt x="372382" y="142410"/>
                  <a:pt x="373857" y="140674"/>
                  <a:pt x="374937" y="138217"/>
                </a:cubicBezTo>
                <a:cubicBezTo>
                  <a:pt x="375728" y="136481"/>
                  <a:pt x="376124" y="131924"/>
                  <a:pt x="376124" y="124547"/>
                </a:cubicBezTo>
                <a:lnTo>
                  <a:pt x="376124" y="11656"/>
                </a:lnTo>
                <a:lnTo>
                  <a:pt x="365547" y="11656"/>
                </a:lnTo>
                <a:cubicBezTo>
                  <a:pt x="355690" y="11656"/>
                  <a:pt x="348531" y="13749"/>
                  <a:pt x="344070" y="17936"/>
                </a:cubicBezTo>
                <a:cubicBezTo>
                  <a:pt x="337810" y="23784"/>
                  <a:pt x="333853" y="32124"/>
                  <a:pt x="332198" y="42955"/>
                </a:cubicBezTo>
                <a:lnTo>
                  <a:pt x="328097" y="42955"/>
                </a:lnTo>
                <a:lnTo>
                  <a:pt x="328097" y="3238"/>
                </a:lnTo>
                <a:lnTo>
                  <a:pt x="459551" y="3238"/>
                </a:lnTo>
                <a:close/>
                <a:moveTo>
                  <a:pt x="590050" y="45977"/>
                </a:moveTo>
                <a:lnTo>
                  <a:pt x="591669" y="80513"/>
                </a:lnTo>
                <a:lnTo>
                  <a:pt x="587999" y="80513"/>
                </a:lnTo>
                <a:cubicBezTo>
                  <a:pt x="583610" y="70213"/>
                  <a:pt x="579059" y="63177"/>
                  <a:pt x="574347" y="59407"/>
                </a:cubicBezTo>
                <a:cubicBezTo>
                  <a:pt x="569634" y="55634"/>
                  <a:pt x="564939" y="53747"/>
                  <a:pt x="560262" y="53747"/>
                </a:cubicBezTo>
                <a:cubicBezTo>
                  <a:pt x="557312" y="53747"/>
                  <a:pt x="554794" y="54737"/>
                  <a:pt x="552707" y="56715"/>
                </a:cubicBezTo>
                <a:cubicBezTo>
                  <a:pt x="550621" y="58694"/>
                  <a:pt x="549577" y="60978"/>
                  <a:pt x="549577" y="63569"/>
                </a:cubicBezTo>
                <a:cubicBezTo>
                  <a:pt x="549577" y="65511"/>
                  <a:pt x="550297" y="67382"/>
                  <a:pt x="551736" y="69181"/>
                </a:cubicBezTo>
                <a:cubicBezTo>
                  <a:pt x="554038" y="72131"/>
                  <a:pt x="560478" y="77185"/>
                  <a:pt x="571055" y="84345"/>
                </a:cubicBezTo>
                <a:cubicBezTo>
                  <a:pt x="581632" y="91504"/>
                  <a:pt x="588593" y="97583"/>
                  <a:pt x="591939" y="102584"/>
                </a:cubicBezTo>
                <a:cubicBezTo>
                  <a:pt x="595284" y="107585"/>
                  <a:pt x="596957" y="113179"/>
                  <a:pt x="596957" y="119367"/>
                </a:cubicBezTo>
                <a:cubicBezTo>
                  <a:pt x="596957" y="124979"/>
                  <a:pt x="595554" y="130483"/>
                  <a:pt x="592748" y="135879"/>
                </a:cubicBezTo>
                <a:cubicBezTo>
                  <a:pt x="589942" y="141276"/>
                  <a:pt x="585985" y="145413"/>
                  <a:pt x="580876" y="148291"/>
                </a:cubicBezTo>
                <a:cubicBezTo>
                  <a:pt x="575768" y="151169"/>
                  <a:pt x="570119" y="152608"/>
                  <a:pt x="563932" y="152608"/>
                </a:cubicBezTo>
                <a:cubicBezTo>
                  <a:pt x="559111" y="152608"/>
                  <a:pt x="552671" y="151069"/>
                  <a:pt x="544613" y="147991"/>
                </a:cubicBezTo>
                <a:cubicBezTo>
                  <a:pt x="542454" y="147184"/>
                  <a:pt x="540979" y="146780"/>
                  <a:pt x="540188" y="146780"/>
                </a:cubicBezTo>
                <a:cubicBezTo>
                  <a:pt x="537813" y="146780"/>
                  <a:pt x="535835" y="148579"/>
                  <a:pt x="534252" y="152176"/>
                </a:cubicBezTo>
                <a:lnTo>
                  <a:pt x="530690" y="152176"/>
                </a:lnTo>
                <a:lnTo>
                  <a:pt x="528963" y="115913"/>
                </a:lnTo>
                <a:lnTo>
                  <a:pt x="532633" y="115913"/>
                </a:lnTo>
                <a:cubicBezTo>
                  <a:pt x="535871" y="125411"/>
                  <a:pt x="540314" y="132534"/>
                  <a:pt x="545962" y="137282"/>
                </a:cubicBezTo>
                <a:cubicBezTo>
                  <a:pt x="551610" y="142031"/>
                  <a:pt x="556952" y="144406"/>
                  <a:pt x="561989" y="144406"/>
                </a:cubicBezTo>
                <a:cubicBezTo>
                  <a:pt x="565443" y="144406"/>
                  <a:pt x="568267" y="143344"/>
                  <a:pt x="570461" y="141222"/>
                </a:cubicBezTo>
                <a:cubicBezTo>
                  <a:pt x="572656" y="139099"/>
                  <a:pt x="573753" y="136527"/>
                  <a:pt x="573753" y="133505"/>
                </a:cubicBezTo>
                <a:cubicBezTo>
                  <a:pt x="573753" y="130051"/>
                  <a:pt x="572674" y="127065"/>
                  <a:pt x="570515" y="124547"/>
                </a:cubicBezTo>
                <a:cubicBezTo>
                  <a:pt x="568357" y="122029"/>
                  <a:pt x="563536" y="118215"/>
                  <a:pt x="556053" y="113107"/>
                </a:cubicBezTo>
                <a:cubicBezTo>
                  <a:pt x="545044" y="105480"/>
                  <a:pt x="537921" y="99652"/>
                  <a:pt x="534684" y="95623"/>
                </a:cubicBezTo>
                <a:cubicBezTo>
                  <a:pt x="529935" y="89723"/>
                  <a:pt x="527560" y="83211"/>
                  <a:pt x="527560" y="76088"/>
                </a:cubicBezTo>
                <a:cubicBezTo>
                  <a:pt x="527560" y="68317"/>
                  <a:pt x="530241" y="61284"/>
                  <a:pt x="535601" y="54989"/>
                </a:cubicBezTo>
                <a:cubicBezTo>
                  <a:pt x="540961" y="48693"/>
                  <a:pt x="548714" y="45545"/>
                  <a:pt x="558859" y="45545"/>
                </a:cubicBezTo>
                <a:cubicBezTo>
                  <a:pt x="564327" y="45545"/>
                  <a:pt x="569616" y="46928"/>
                  <a:pt x="574724" y="49693"/>
                </a:cubicBezTo>
                <a:cubicBezTo>
                  <a:pt x="576667" y="50813"/>
                  <a:pt x="578250" y="51373"/>
                  <a:pt x="579473" y="51373"/>
                </a:cubicBezTo>
                <a:cubicBezTo>
                  <a:pt x="580768" y="51373"/>
                  <a:pt x="581811" y="51103"/>
                  <a:pt x="582603" y="50564"/>
                </a:cubicBezTo>
                <a:cubicBezTo>
                  <a:pt x="583394" y="50024"/>
                  <a:pt x="584653" y="48495"/>
                  <a:pt x="586380" y="45977"/>
                </a:cubicBezTo>
                <a:lnTo>
                  <a:pt x="590050" y="45977"/>
                </a:lnTo>
                <a:close/>
                <a:moveTo>
                  <a:pt x="659843" y="45545"/>
                </a:moveTo>
                <a:cubicBezTo>
                  <a:pt x="668621" y="45545"/>
                  <a:pt x="676787" y="47814"/>
                  <a:pt x="684342" y="52351"/>
                </a:cubicBezTo>
                <a:cubicBezTo>
                  <a:pt x="691897" y="56888"/>
                  <a:pt x="697635" y="63335"/>
                  <a:pt x="701557" y="71690"/>
                </a:cubicBezTo>
                <a:cubicBezTo>
                  <a:pt x="705478" y="80045"/>
                  <a:pt x="707439" y="89192"/>
                  <a:pt x="707439" y="99130"/>
                </a:cubicBezTo>
                <a:cubicBezTo>
                  <a:pt x="707439" y="113462"/>
                  <a:pt x="703805" y="125454"/>
                  <a:pt x="696538" y="135107"/>
                </a:cubicBezTo>
                <a:cubicBezTo>
                  <a:pt x="687760" y="146774"/>
                  <a:pt x="675636" y="152608"/>
                  <a:pt x="660167" y="152608"/>
                </a:cubicBezTo>
                <a:cubicBezTo>
                  <a:pt x="644985" y="152608"/>
                  <a:pt x="633293" y="147278"/>
                  <a:pt x="625091" y="136618"/>
                </a:cubicBezTo>
                <a:cubicBezTo>
                  <a:pt x="616888" y="125958"/>
                  <a:pt x="612787" y="113606"/>
                  <a:pt x="612787" y="99562"/>
                </a:cubicBezTo>
                <a:cubicBezTo>
                  <a:pt x="612787" y="85086"/>
                  <a:pt x="616978" y="72465"/>
                  <a:pt x="625361" y="61697"/>
                </a:cubicBezTo>
                <a:cubicBezTo>
                  <a:pt x="633743" y="50929"/>
                  <a:pt x="645237" y="45545"/>
                  <a:pt x="659843" y="45545"/>
                </a:cubicBezTo>
                <a:moveTo>
                  <a:pt x="660275" y="53100"/>
                </a:moveTo>
                <a:cubicBezTo>
                  <a:pt x="656605" y="53100"/>
                  <a:pt x="653457" y="54487"/>
                  <a:pt x="650831" y="57262"/>
                </a:cubicBezTo>
                <a:cubicBezTo>
                  <a:pt x="648205" y="60034"/>
                  <a:pt x="646478" y="65508"/>
                  <a:pt x="645651" y="73683"/>
                </a:cubicBezTo>
                <a:cubicBezTo>
                  <a:pt x="644823" y="81859"/>
                  <a:pt x="644410" y="93223"/>
                  <a:pt x="644410" y="107775"/>
                </a:cubicBezTo>
                <a:cubicBezTo>
                  <a:pt x="644410" y="115482"/>
                  <a:pt x="644913" y="122686"/>
                  <a:pt x="645921" y="129387"/>
                </a:cubicBezTo>
                <a:cubicBezTo>
                  <a:pt x="646712" y="134500"/>
                  <a:pt x="648403" y="138390"/>
                  <a:pt x="650993" y="141056"/>
                </a:cubicBezTo>
                <a:cubicBezTo>
                  <a:pt x="653583" y="143721"/>
                  <a:pt x="656533" y="145053"/>
                  <a:pt x="659843" y="145053"/>
                </a:cubicBezTo>
                <a:cubicBezTo>
                  <a:pt x="663081" y="145053"/>
                  <a:pt x="665779" y="144153"/>
                  <a:pt x="667937" y="142352"/>
                </a:cubicBezTo>
                <a:cubicBezTo>
                  <a:pt x="670744" y="139903"/>
                  <a:pt x="672614" y="136481"/>
                  <a:pt x="673550" y="132085"/>
                </a:cubicBezTo>
                <a:cubicBezTo>
                  <a:pt x="674989" y="125243"/>
                  <a:pt x="675708" y="111413"/>
                  <a:pt x="675708" y="90594"/>
                </a:cubicBezTo>
                <a:cubicBezTo>
                  <a:pt x="675708" y="78349"/>
                  <a:pt x="675025" y="69940"/>
                  <a:pt x="673658" y="65366"/>
                </a:cubicBezTo>
                <a:cubicBezTo>
                  <a:pt x="672291" y="60791"/>
                  <a:pt x="670276" y="57458"/>
                  <a:pt x="667614" y="55370"/>
                </a:cubicBezTo>
                <a:cubicBezTo>
                  <a:pt x="665743" y="53856"/>
                  <a:pt x="663297" y="53100"/>
                  <a:pt x="660275" y="53100"/>
                </a:cubicBezTo>
                <a:close/>
                <a:moveTo>
                  <a:pt x="762266" y="3238"/>
                </a:moveTo>
                <a:lnTo>
                  <a:pt x="762266" y="128648"/>
                </a:lnTo>
                <a:cubicBezTo>
                  <a:pt x="762266" y="135771"/>
                  <a:pt x="763093" y="140322"/>
                  <a:pt x="764748" y="142301"/>
                </a:cubicBezTo>
                <a:cubicBezTo>
                  <a:pt x="766403" y="144280"/>
                  <a:pt x="769641" y="145413"/>
                  <a:pt x="774461" y="145701"/>
                </a:cubicBezTo>
                <a:lnTo>
                  <a:pt x="774461" y="149586"/>
                </a:lnTo>
                <a:lnTo>
                  <a:pt x="719959" y="149586"/>
                </a:lnTo>
                <a:lnTo>
                  <a:pt x="719959" y="145701"/>
                </a:lnTo>
                <a:cubicBezTo>
                  <a:pt x="724420" y="145557"/>
                  <a:pt x="727729" y="144262"/>
                  <a:pt x="729888" y="141815"/>
                </a:cubicBezTo>
                <a:cubicBezTo>
                  <a:pt x="731327" y="140160"/>
                  <a:pt x="732046" y="135771"/>
                  <a:pt x="732046" y="128648"/>
                </a:cubicBezTo>
                <a:lnTo>
                  <a:pt x="732046" y="24176"/>
                </a:lnTo>
                <a:cubicBezTo>
                  <a:pt x="732046" y="17079"/>
                  <a:pt x="731219" y="12536"/>
                  <a:pt x="729564" y="10546"/>
                </a:cubicBezTo>
                <a:cubicBezTo>
                  <a:pt x="727909" y="8554"/>
                  <a:pt x="724707" y="7413"/>
                  <a:pt x="719959" y="7123"/>
                </a:cubicBezTo>
                <a:lnTo>
                  <a:pt x="719959" y="3238"/>
                </a:lnTo>
                <a:lnTo>
                  <a:pt x="762266" y="3238"/>
                </a:lnTo>
                <a:close/>
                <a:moveTo>
                  <a:pt x="829756" y="152608"/>
                </a:moveTo>
                <a:lnTo>
                  <a:pt x="795759" y="74314"/>
                </a:lnTo>
                <a:cubicBezTo>
                  <a:pt x="791658" y="64814"/>
                  <a:pt x="788456" y="58796"/>
                  <a:pt x="786154" y="56260"/>
                </a:cubicBezTo>
                <a:cubicBezTo>
                  <a:pt x="784499" y="54374"/>
                  <a:pt x="782053" y="53104"/>
                  <a:pt x="778815" y="52452"/>
                </a:cubicBezTo>
                <a:lnTo>
                  <a:pt x="778815" y="48567"/>
                </a:lnTo>
                <a:lnTo>
                  <a:pt x="832454" y="48567"/>
                </a:lnTo>
                <a:lnTo>
                  <a:pt x="832454" y="52452"/>
                </a:lnTo>
                <a:cubicBezTo>
                  <a:pt x="829073" y="52452"/>
                  <a:pt x="826770" y="53067"/>
                  <a:pt x="825547" y="54297"/>
                </a:cubicBezTo>
                <a:cubicBezTo>
                  <a:pt x="823820" y="55891"/>
                  <a:pt x="822957" y="57773"/>
                  <a:pt x="822957" y="59943"/>
                </a:cubicBezTo>
                <a:cubicBezTo>
                  <a:pt x="822957" y="62621"/>
                  <a:pt x="824540" y="67652"/>
                  <a:pt x="827706" y="75036"/>
                </a:cubicBezTo>
                <a:lnTo>
                  <a:pt x="844326" y="112959"/>
                </a:lnTo>
                <a:lnTo>
                  <a:pt x="857601" y="80223"/>
                </a:lnTo>
                <a:cubicBezTo>
                  <a:pt x="861415" y="70822"/>
                  <a:pt x="863321" y="64169"/>
                  <a:pt x="863321" y="60263"/>
                </a:cubicBezTo>
                <a:cubicBezTo>
                  <a:pt x="863321" y="58022"/>
                  <a:pt x="862512" y="56196"/>
                  <a:pt x="860893" y="54786"/>
                </a:cubicBezTo>
                <a:cubicBezTo>
                  <a:pt x="859274" y="53374"/>
                  <a:pt x="856414" y="52596"/>
                  <a:pt x="852313" y="52452"/>
                </a:cubicBezTo>
                <a:lnTo>
                  <a:pt x="852313" y="48567"/>
                </a:lnTo>
                <a:lnTo>
                  <a:pt x="885338" y="48567"/>
                </a:lnTo>
                <a:lnTo>
                  <a:pt x="885338" y="52452"/>
                </a:lnTo>
                <a:cubicBezTo>
                  <a:pt x="882172" y="52886"/>
                  <a:pt x="879582" y="54079"/>
                  <a:pt x="877568" y="56031"/>
                </a:cubicBezTo>
                <a:cubicBezTo>
                  <a:pt x="875553" y="57982"/>
                  <a:pt x="872531" y="63728"/>
                  <a:pt x="868502" y="73269"/>
                </a:cubicBezTo>
                <a:lnTo>
                  <a:pt x="834829" y="152608"/>
                </a:lnTo>
                <a:lnTo>
                  <a:pt x="829756" y="152608"/>
                </a:lnTo>
                <a:close/>
                <a:moveTo>
                  <a:pt x="980206" y="95407"/>
                </a:moveTo>
                <a:lnTo>
                  <a:pt x="924840" y="95407"/>
                </a:lnTo>
                <a:cubicBezTo>
                  <a:pt x="925487" y="108826"/>
                  <a:pt x="929049" y="119431"/>
                  <a:pt x="935524" y="127222"/>
                </a:cubicBezTo>
                <a:cubicBezTo>
                  <a:pt x="940489" y="133209"/>
                  <a:pt x="946461" y="136203"/>
                  <a:pt x="953440" y="136203"/>
                </a:cubicBezTo>
                <a:cubicBezTo>
                  <a:pt x="957757" y="136203"/>
                  <a:pt x="961679" y="134998"/>
                  <a:pt x="965204" y="132588"/>
                </a:cubicBezTo>
                <a:cubicBezTo>
                  <a:pt x="968730" y="130177"/>
                  <a:pt x="972507" y="125842"/>
                  <a:pt x="976536" y="119582"/>
                </a:cubicBezTo>
                <a:lnTo>
                  <a:pt x="980206" y="121957"/>
                </a:lnTo>
                <a:cubicBezTo>
                  <a:pt x="974738" y="133109"/>
                  <a:pt x="968694" y="141006"/>
                  <a:pt x="962074" y="145647"/>
                </a:cubicBezTo>
                <a:cubicBezTo>
                  <a:pt x="955455" y="150288"/>
                  <a:pt x="947792" y="152608"/>
                  <a:pt x="939086" y="152608"/>
                </a:cubicBezTo>
                <a:cubicBezTo>
                  <a:pt x="924120" y="152608"/>
                  <a:pt x="912788" y="146846"/>
                  <a:pt x="905089" y="135323"/>
                </a:cubicBezTo>
                <a:cubicBezTo>
                  <a:pt x="898901" y="126032"/>
                  <a:pt x="895807" y="114509"/>
                  <a:pt x="895807" y="100753"/>
                </a:cubicBezTo>
                <a:cubicBezTo>
                  <a:pt x="895807" y="83898"/>
                  <a:pt x="900358" y="70484"/>
                  <a:pt x="909460" y="60510"/>
                </a:cubicBezTo>
                <a:cubicBezTo>
                  <a:pt x="918562" y="50533"/>
                  <a:pt x="929229" y="45545"/>
                  <a:pt x="941460" y="45545"/>
                </a:cubicBezTo>
                <a:cubicBezTo>
                  <a:pt x="951677" y="45545"/>
                  <a:pt x="960545" y="49736"/>
                  <a:pt x="968064" y="58118"/>
                </a:cubicBezTo>
                <a:cubicBezTo>
                  <a:pt x="975583" y="66501"/>
                  <a:pt x="979630" y="78930"/>
                  <a:pt x="980206" y="95407"/>
                </a:cubicBezTo>
                <a:moveTo>
                  <a:pt x="953656" y="88284"/>
                </a:moveTo>
                <a:cubicBezTo>
                  <a:pt x="953656" y="76700"/>
                  <a:pt x="953026" y="68749"/>
                  <a:pt x="951767" y="64432"/>
                </a:cubicBezTo>
                <a:cubicBezTo>
                  <a:pt x="950508" y="60115"/>
                  <a:pt x="948548" y="56841"/>
                  <a:pt x="945885" y="54611"/>
                </a:cubicBezTo>
                <a:cubicBezTo>
                  <a:pt x="944374" y="53316"/>
                  <a:pt x="942360" y="52668"/>
                  <a:pt x="939841" y="52668"/>
                </a:cubicBezTo>
                <a:cubicBezTo>
                  <a:pt x="936100" y="52668"/>
                  <a:pt x="933042" y="54503"/>
                  <a:pt x="930668" y="58172"/>
                </a:cubicBezTo>
                <a:cubicBezTo>
                  <a:pt x="926423" y="64576"/>
                  <a:pt x="924300" y="73354"/>
                  <a:pt x="924300" y="84506"/>
                </a:cubicBezTo>
                <a:lnTo>
                  <a:pt x="924300" y="88284"/>
                </a:lnTo>
                <a:lnTo>
                  <a:pt x="953656" y="88284"/>
                </a:lnTo>
                <a:close/>
                <a:moveTo>
                  <a:pt x="1034742" y="48567"/>
                </a:moveTo>
                <a:lnTo>
                  <a:pt x="1034742" y="71447"/>
                </a:lnTo>
                <a:cubicBezTo>
                  <a:pt x="1041434" y="61014"/>
                  <a:pt x="1047298" y="54089"/>
                  <a:pt x="1052334" y="50671"/>
                </a:cubicBezTo>
                <a:cubicBezTo>
                  <a:pt x="1057371" y="47254"/>
                  <a:pt x="1062227" y="45545"/>
                  <a:pt x="1066904" y="45545"/>
                </a:cubicBezTo>
                <a:cubicBezTo>
                  <a:pt x="1070934" y="45545"/>
                  <a:pt x="1074153" y="46791"/>
                  <a:pt x="1076564" y="49282"/>
                </a:cubicBezTo>
                <a:cubicBezTo>
                  <a:pt x="1078974" y="51773"/>
                  <a:pt x="1080179" y="55293"/>
                  <a:pt x="1080179" y="59842"/>
                </a:cubicBezTo>
                <a:cubicBezTo>
                  <a:pt x="1080179" y="64681"/>
                  <a:pt x="1079010" y="68437"/>
                  <a:pt x="1076672" y="71110"/>
                </a:cubicBezTo>
                <a:cubicBezTo>
                  <a:pt x="1074333" y="73781"/>
                  <a:pt x="1071509" y="75117"/>
                  <a:pt x="1068199" y="75117"/>
                </a:cubicBezTo>
                <a:cubicBezTo>
                  <a:pt x="1064386" y="75117"/>
                  <a:pt x="1061076" y="73894"/>
                  <a:pt x="1058270" y="71447"/>
                </a:cubicBezTo>
                <a:cubicBezTo>
                  <a:pt x="1055464" y="69001"/>
                  <a:pt x="1053809" y="67634"/>
                  <a:pt x="1053306" y="67346"/>
                </a:cubicBezTo>
                <a:cubicBezTo>
                  <a:pt x="1052586" y="66914"/>
                  <a:pt x="1051759" y="66699"/>
                  <a:pt x="1050823" y="66699"/>
                </a:cubicBezTo>
                <a:cubicBezTo>
                  <a:pt x="1048737" y="66699"/>
                  <a:pt x="1046758" y="67490"/>
                  <a:pt x="1044887" y="69073"/>
                </a:cubicBezTo>
                <a:cubicBezTo>
                  <a:pt x="1041937" y="71519"/>
                  <a:pt x="1039707" y="75009"/>
                  <a:pt x="1038196" y="79542"/>
                </a:cubicBezTo>
                <a:cubicBezTo>
                  <a:pt x="1035893" y="86521"/>
                  <a:pt x="1034742" y="94220"/>
                  <a:pt x="1034742" y="102638"/>
                </a:cubicBezTo>
                <a:lnTo>
                  <a:pt x="1034742" y="125842"/>
                </a:lnTo>
                <a:lnTo>
                  <a:pt x="1034850" y="131886"/>
                </a:lnTo>
                <a:cubicBezTo>
                  <a:pt x="1034850" y="135987"/>
                  <a:pt x="1035102" y="138614"/>
                  <a:pt x="1035606" y="139765"/>
                </a:cubicBezTo>
                <a:cubicBezTo>
                  <a:pt x="1036469" y="141707"/>
                  <a:pt x="1037746" y="143128"/>
                  <a:pt x="1039437" y="144028"/>
                </a:cubicBezTo>
                <a:cubicBezTo>
                  <a:pt x="1041128" y="144927"/>
                  <a:pt x="1043988" y="145485"/>
                  <a:pt x="1048017" y="145701"/>
                </a:cubicBezTo>
                <a:lnTo>
                  <a:pt x="1048017" y="149586"/>
                </a:lnTo>
                <a:lnTo>
                  <a:pt x="993514" y="149586"/>
                </a:lnTo>
                <a:lnTo>
                  <a:pt x="993514" y="145701"/>
                </a:lnTo>
                <a:cubicBezTo>
                  <a:pt x="997903" y="145341"/>
                  <a:pt x="1000871" y="144136"/>
                  <a:pt x="1002418" y="142085"/>
                </a:cubicBezTo>
                <a:cubicBezTo>
                  <a:pt x="1003965" y="140035"/>
                  <a:pt x="1004739" y="134620"/>
                  <a:pt x="1004739" y="125842"/>
                </a:cubicBezTo>
                <a:lnTo>
                  <a:pt x="1004739" y="69936"/>
                </a:lnTo>
                <a:cubicBezTo>
                  <a:pt x="1004739" y="64144"/>
                  <a:pt x="1004451" y="60452"/>
                  <a:pt x="1003875" y="58860"/>
                </a:cubicBezTo>
                <a:cubicBezTo>
                  <a:pt x="1003156" y="56832"/>
                  <a:pt x="1002112" y="55348"/>
                  <a:pt x="1000745" y="54408"/>
                </a:cubicBezTo>
                <a:cubicBezTo>
                  <a:pt x="999378" y="53466"/>
                  <a:pt x="996968" y="52814"/>
                  <a:pt x="993514" y="52452"/>
                </a:cubicBezTo>
                <a:lnTo>
                  <a:pt x="993514" y="48567"/>
                </a:lnTo>
                <a:lnTo>
                  <a:pt x="1034742" y="485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0F37F-17D5-4247-8635-98D1CEE4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52" y="3811070"/>
            <a:ext cx="165526" cy="165130"/>
          </a:xfrm>
          <a:custGeom xmlns:a="http://schemas.openxmlformats.org/drawingml/2006/main">
            <a:pathLst>
              <a:path w="165526" h="165130">
                <a:moveTo>
                  <a:pt x="82749" y="111880"/>
                </a:moveTo>
                <a:cubicBezTo>
                  <a:pt x="66448" y="111880"/>
                  <a:pt x="53610" y="98682"/>
                  <a:pt x="53610" y="82777"/>
                </a:cubicBezTo>
                <a:cubicBezTo>
                  <a:pt x="53610" y="66844"/>
                  <a:pt x="66844" y="53601"/>
                  <a:pt x="82749" y="53601"/>
                </a:cubicBezTo>
                <a:cubicBezTo>
                  <a:pt x="99078" y="53601"/>
                  <a:pt x="111889" y="66844"/>
                  <a:pt x="111889" y="82777"/>
                </a:cubicBezTo>
                <a:cubicBezTo>
                  <a:pt x="111889" y="98682"/>
                  <a:pt x="98682" y="111880"/>
                  <a:pt x="82749" y="111880"/>
                </a:cubicBezTo>
                <a:close/>
                <a:moveTo>
                  <a:pt x="148433" y="64505"/>
                </a:moveTo>
                <a:cubicBezTo>
                  <a:pt x="146858" y="59071"/>
                  <a:pt x="144915" y="53997"/>
                  <a:pt x="142217" y="49355"/>
                </a:cubicBezTo>
                <a:lnTo>
                  <a:pt x="148433" y="31083"/>
                </a:lnTo>
                <a:lnTo>
                  <a:pt x="134444" y="17084"/>
                </a:lnTo>
                <a:lnTo>
                  <a:pt x="116171" y="23310"/>
                </a:lnTo>
                <a:cubicBezTo>
                  <a:pt x="111530" y="20611"/>
                  <a:pt x="106455" y="18631"/>
                  <a:pt x="101021" y="17084"/>
                </a:cubicBezTo>
                <a:lnTo>
                  <a:pt x="92456" y="0"/>
                </a:lnTo>
                <a:lnTo>
                  <a:pt x="73033" y="0"/>
                </a:lnTo>
                <a:lnTo>
                  <a:pt x="64505" y="17084"/>
                </a:lnTo>
                <a:cubicBezTo>
                  <a:pt x="59071" y="18631"/>
                  <a:pt x="54006" y="20611"/>
                  <a:pt x="49364" y="23310"/>
                </a:cubicBezTo>
                <a:lnTo>
                  <a:pt x="31083" y="17084"/>
                </a:lnTo>
                <a:lnTo>
                  <a:pt x="17093" y="31083"/>
                </a:lnTo>
                <a:lnTo>
                  <a:pt x="23310" y="49355"/>
                </a:lnTo>
                <a:cubicBezTo>
                  <a:pt x="20584" y="53997"/>
                  <a:pt x="18640" y="59071"/>
                  <a:pt x="17093" y="64505"/>
                </a:cubicBezTo>
                <a:lnTo>
                  <a:pt x="0" y="73033"/>
                </a:lnTo>
                <a:lnTo>
                  <a:pt x="0" y="92456"/>
                </a:lnTo>
                <a:lnTo>
                  <a:pt x="17093" y="101021"/>
                </a:lnTo>
                <a:cubicBezTo>
                  <a:pt x="18640" y="106455"/>
                  <a:pt x="20584" y="111521"/>
                  <a:pt x="23310" y="116162"/>
                </a:cubicBezTo>
                <a:lnTo>
                  <a:pt x="17093" y="134444"/>
                </a:lnTo>
                <a:lnTo>
                  <a:pt x="30687" y="148037"/>
                </a:lnTo>
                <a:lnTo>
                  <a:pt x="48968" y="141811"/>
                </a:lnTo>
                <a:cubicBezTo>
                  <a:pt x="53610" y="144547"/>
                  <a:pt x="58675" y="146490"/>
                  <a:pt x="64109" y="148037"/>
                </a:cubicBezTo>
                <a:lnTo>
                  <a:pt x="72674" y="165130"/>
                </a:lnTo>
                <a:lnTo>
                  <a:pt x="92097" y="165130"/>
                </a:lnTo>
                <a:lnTo>
                  <a:pt x="100625" y="148037"/>
                </a:lnTo>
                <a:cubicBezTo>
                  <a:pt x="106059" y="146490"/>
                  <a:pt x="111134" y="144547"/>
                  <a:pt x="115775" y="141811"/>
                </a:cubicBezTo>
                <a:lnTo>
                  <a:pt x="134048" y="148037"/>
                </a:lnTo>
                <a:lnTo>
                  <a:pt x="148037" y="134444"/>
                </a:lnTo>
                <a:lnTo>
                  <a:pt x="141821" y="116162"/>
                </a:lnTo>
                <a:cubicBezTo>
                  <a:pt x="144556" y="111521"/>
                  <a:pt x="146858" y="106087"/>
                  <a:pt x="148433" y="101021"/>
                </a:cubicBezTo>
                <a:lnTo>
                  <a:pt x="165526" y="92456"/>
                </a:lnTo>
                <a:lnTo>
                  <a:pt x="165526" y="73033"/>
                </a:lnTo>
                <a:lnTo>
                  <a:pt x="148433" y="6450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FA107-2DF4-40E2-BF2F-EBEA5952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9138" y="3952485"/>
            <a:ext cx="165526" cy="165130"/>
          </a:xfrm>
          <a:custGeom xmlns:a="http://schemas.openxmlformats.org/drawingml/2006/main">
            <a:pathLst>
              <a:path w="165526" h="165130">
                <a:moveTo>
                  <a:pt x="82777" y="111926"/>
                </a:moveTo>
                <a:cubicBezTo>
                  <a:pt x="66448" y="111926"/>
                  <a:pt x="53637" y="98682"/>
                  <a:pt x="53637" y="82786"/>
                </a:cubicBezTo>
                <a:cubicBezTo>
                  <a:pt x="53637" y="66448"/>
                  <a:pt x="66844" y="53647"/>
                  <a:pt x="82777" y="53647"/>
                </a:cubicBezTo>
                <a:cubicBezTo>
                  <a:pt x="99078" y="53647"/>
                  <a:pt x="111917" y="66844"/>
                  <a:pt x="111917" y="82786"/>
                </a:cubicBezTo>
                <a:cubicBezTo>
                  <a:pt x="111917" y="98682"/>
                  <a:pt x="99078" y="111926"/>
                  <a:pt x="82777" y="111926"/>
                </a:cubicBezTo>
                <a:close/>
                <a:moveTo>
                  <a:pt x="142217" y="49364"/>
                </a:moveTo>
                <a:lnTo>
                  <a:pt x="148433" y="31083"/>
                </a:lnTo>
                <a:lnTo>
                  <a:pt x="134444" y="17093"/>
                </a:lnTo>
                <a:lnTo>
                  <a:pt x="116162" y="23319"/>
                </a:lnTo>
                <a:cubicBezTo>
                  <a:pt x="111521" y="20621"/>
                  <a:pt x="106096" y="18677"/>
                  <a:pt x="101021" y="17093"/>
                </a:cubicBezTo>
                <a:lnTo>
                  <a:pt x="92493" y="0"/>
                </a:lnTo>
                <a:lnTo>
                  <a:pt x="73070" y="0"/>
                </a:lnTo>
                <a:lnTo>
                  <a:pt x="64505" y="17093"/>
                </a:lnTo>
                <a:cubicBezTo>
                  <a:pt x="59071" y="18677"/>
                  <a:pt x="53997" y="20621"/>
                  <a:pt x="49355" y="23319"/>
                </a:cubicBezTo>
                <a:lnTo>
                  <a:pt x="31083" y="17093"/>
                </a:lnTo>
                <a:lnTo>
                  <a:pt x="17489" y="30687"/>
                </a:lnTo>
                <a:lnTo>
                  <a:pt x="23310" y="48968"/>
                </a:lnTo>
                <a:cubicBezTo>
                  <a:pt x="20611" y="53647"/>
                  <a:pt x="18668" y="59071"/>
                  <a:pt x="17093" y="64109"/>
                </a:cubicBezTo>
                <a:lnTo>
                  <a:pt x="0" y="72674"/>
                </a:lnTo>
                <a:lnTo>
                  <a:pt x="0" y="92097"/>
                </a:lnTo>
                <a:lnTo>
                  <a:pt x="17093" y="100625"/>
                </a:lnTo>
                <a:cubicBezTo>
                  <a:pt x="18668" y="106096"/>
                  <a:pt x="20611" y="111134"/>
                  <a:pt x="23310" y="115812"/>
                </a:cubicBezTo>
                <a:lnTo>
                  <a:pt x="17489" y="134048"/>
                </a:lnTo>
                <a:lnTo>
                  <a:pt x="31083" y="147650"/>
                </a:lnTo>
                <a:lnTo>
                  <a:pt x="49355" y="141821"/>
                </a:lnTo>
                <a:cubicBezTo>
                  <a:pt x="53997" y="144556"/>
                  <a:pt x="59071" y="146499"/>
                  <a:pt x="64505" y="148046"/>
                </a:cubicBezTo>
                <a:lnTo>
                  <a:pt x="73070" y="165130"/>
                </a:lnTo>
                <a:lnTo>
                  <a:pt x="92493" y="165130"/>
                </a:lnTo>
                <a:lnTo>
                  <a:pt x="101021" y="148046"/>
                </a:lnTo>
                <a:cubicBezTo>
                  <a:pt x="106455" y="146499"/>
                  <a:pt x="111521" y="144556"/>
                  <a:pt x="116162" y="141821"/>
                </a:cubicBezTo>
                <a:lnTo>
                  <a:pt x="134444" y="148046"/>
                </a:lnTo>
                <a:lnTo>
                  <a:pt x="148037" y="134048"/>
                </a:lnTo>
                <a:lnTo>
                  <a:pt x="142217" y="116171"/>
                </a:lnTo>
                <a:cubicBezTo>
                  <a:pt x="144943" y="111530"/>
                  <a:pt x="146886" y="106455"/>
                  <a:pt x="148433" y="101021"/>
                </a:cubicBezTo>
                <a:lnTo>
                  <a:pt x="165526" y="92493"/>
                </a:lnTo>
                <a:lnTo>
                  <a:pt x="165526" y="73070"/>
                </a:lnTo>
                <a:lnTo>
                  <a:pt x="148433" y="64505"/>
                </a:lnTo>
                <a:cubicBezTo>
                  <a:pt x="146886" y="59071"/>
                  <a:pt x="144943" y="54006"/>
                  <a:pt x="142217" y="4936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F9720-C9C4-4C21-8F47-B5F03047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866" y="3670981"/>
            <a:ext cx="2434102" cy="82888"/>
          </a:xfrm>
          <a:custGeom xmlns:a="http://schemas.openxmlformats.org/drawingml/2006/main">
            <a:pathLst>
              <a:path w="2434102" h="82888">
                <a:moveTo>
                  <a:pt x="82888" y="0"/>
                </a:moveTo>
                <a:lnTo>
                  <a:pt x="0" y="41444"/>
                </a:lnTo>
                <a:lnTo>
                  <a:pt x="82888" y="82888"/>
                </a:lnTo>
                <a:lnTo>
                  <a:pt x="82888" y="51805"/>
                </a:lnTo>
                <a:lnTo>
                  <a:pt x="2434102" y="51805"/>
                </a:lnTo>
                <a:lnTo>
                  <a:pt x="2434102" y="31083"/>
                </a:lnTo>
                <a:lnTo>
                  <a:pt x="82888" y="31083"/>
                </a:lnTo>
                <a:lnTo>
                  <a:pt x="828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3DFAA-73D7-4C15-8C9A-FB270B56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70" y="372749"/>
            <a:ext cx="2161982" cy="421345"/>
          </a:xfrm>
          <a:custGeom xmlns:a="http://schemas.openxmlformats.org/drawingml/2006/main">
            <a:pathLst>
              <a:path w="2161982" h="421345">
                <a:moveTo>
                  <a:pt x="0" y="0"/>
                </a:moveTo>
                <a:lnTo>
                  <a:pt x="2161982" y="0"/>
                </a:lnTo>
                <a:lnTo>
                  <a:pt x="2161982" y="421345"/>
                </a:lnTo>
                <a:lnTo>
                  <a:pt x="0" y="4213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CF6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ConstructPrompt">
            <a:extLst xmlns:a="http://schemas.openxmlformats.org/drawingml/2006/main">
              <a:ext uri="{FF2B5EF4-FFF2-40B4-BE49-F238E27FC236}">
                <a16:creationId xmlns:a16="http://schemas.microsoft.com/office/drawing/2014/main" id="{258901FD-63A3-43D7-BEC5-9BAF9606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92" y="513269"/>
            <a:ext cx="1710067" cy="196858"/>
          </a:xfrm>
          <a:custGeom xmlns:a="http://schemas.openxmlformats.org/drawingml/2006/main">
            <a:pathLst>
              <a:path w="1710067" h="196858">
                <a:moveTo>
                  <a:pt x="138793" y="0"/>
                </a:moveTo>
                <a:lnTo>
                  <a:pt x="138793" y="50725"/>
                </a:lnTo>
                <a:lnTo>
                  <a:pt x="134584" y="50725"/>
                </a:lnTo>
                <a:cubicBezTo>
                  <a:pt x="131418" y="37417"/>
                  <a:pt x="125518" y="27219"/>
                  <a:pt x="116884" y="20132"/>
                </a:cubicBezTo>
                <a:cubicBezTo>
                  <a:pt x="108250" y="13042"/>
                  <a:pt x="98465" y="9498"/>
                  <a:pt x="87528" y="9498"/>
                </a:cubicBezTo>
                <a:cubicBezTo>
                  <a:pt x="78391" y="9498"/>
                  <a:pt x="70008" y="12124"/>
                  <a:pt x="62381" y="17376"/>
                </a:cubicBezTo>
                <a:cubicBezTo>
                  <a:pt x="54755" y="22629"/>
                  <a:pt x="49178" y="29500"/>
                  <a:pt x="45653" y="37990"/>
                </a:cubicBezTo>
                <a:cubicBezTo>
                  <a:pt x="41120" y="48855"/>
                  <a:pt x="38854" y="60942"/>
                  <a:pt x="38854" y="74253"/>
                </a:cubicBezTo>
                <a:cubicBezTo>
                  <a:pt x="38854" y="87348"/>
                  <a:pt x="40508" y="99274"/>
                  <a:pt x="43818" y="110031"/>
                </a:cubicBezTo>
                <a:cubicBezTo>
                  <a:pt x="47128" y="120788"/>
                  <a:pt x="52308" y="128918"/>
                  <a:pt x="59360" y="134422"/>
                </a:cubicBezTo>
                <a:cubicBezTo>
                  <a:pt x="66411" y="139927"/>
                  <a:pt x="75549" y="142679"/>
                  <a:pt x="86773" y="142679"/>
                </a:cubicBezTo>
                <a:cubicBezTo>
                  <a:pt x="95983" y="142679"/>
                  <a:pt x="104419" y="140664"/>
                  <a:pt x="112082" y="136635"/>
                </a:cubicBezTo>
                <a:cubicBezTo>
                  <a:pt x="119744" y="132606"/>
                  <a:pt x="127821" y="125662"/>
                  <a:pt x="136311" y="115805"/>
                </a:cubicBezTo>
                <a:lnTo>
                  <a:pt x="136311" y="128432"/>
                </a:lnTo>
                <a:cubicBezTo>
                  <a:pt x="128109" y="136995"/>
                  <a:pt x="119565" y="143200"/>
                  <a:pt x="110679" y="147050"/>
                </a:cubicBezTo>
                <a:cubicBezTo>
                  <a:pt x="101793" y="150899"/>
                  <a:pt x="91414" y="152824"/>
                  <a:pt x="79542" y="152824"/>
                </a:cubicBezTo>
                <a:cubicBezTo>
                  <a:pt x="63928" y="152824"/>
                  <a:pt x="50060" y="149698"/>
                  <a:pt x="37936" y="143448"/>
                </a:cubicBezTo>
                <a:cubicBezTo>
                  <a:pt x="25812" y="137197"/>
                  <a:pt x="16459" y="128217"/>
                  <a:pt x="9875" y="116507"/>
                </a:cubicBezTo>
                <a:cubicBezTo>
                  <a:pt x="3292" y="104794"/>
                  <a:pt x="0" y="92328"/>
                  <a:pt x="0" y="79107"/>
                </a:cubicBezTo>
                <a:cubicBezTo>
                  <a:pt x="0" y="65168"/>
                  <a:pt x="3652" y="51949"/>
                  <a:pt x="10955" y="39447"/>
                </a:cubicBezTo>
                <a:cubicBezTo>
                  <a:pt x="18258" y="26943"/>
                  <a:pt x="28115" y="17243"/>
                  <a:pt x="40526" y="10347"/>
                </a:cubicBezTo>
                <a:cubicBezTo>
                  <a:pt x="52938" y="3449"/>
                  <a:pt x="66123" y="0"/>
                  <a:pt x="80081" y="0"/>
                </a:cubicBezTo>
                <a:cubicBezTo>
                  <a:pt x="90370" y="0"/>
                  <a:pt x="101235" y="2230"/>
                  <a:pt x="112675" y="6691"/>
                </a:cubicBezTo>
                <a:cubicBezTo>
                  <a:pt x="119295" y="9282"/>
                  <a:pt x="123504" y="10577"/>
                  <a:pt x="125303" y="10577"/>
                </a:cubicBezTo>
                <a:cubicBezTo>
                  <a:pt x="127605" y="10577"/>
                  <a:pt x="129602" y="9731"/>
                  <a:pt x="131293" y="8041"/>
                </a:cubicBezTo>
                <a:cubicBezTo>
                  <a:pt x="132983" y="6350"/>
                  <a:pt x="134081" y="3669"/>
                  <a:pt x="134584" y="0"/>
                </a:cubicBezTo>
                <a:lnTo>
                  <a:pt x="138793" y="0"/>
                </a:lnTo>
                <a:close/>
                <a:moveTo>
                  <a:pt x="205887" y="45545"/>
                </a:moveTo>
                <a:cubicBezTo>
                  <a:pt x="214665" y="45545"/>
                  <a:pt x="222831" y="47814"/>
                  <a:pt x="230386" y="52351"/>
                </a:cubicBezTo>
                <a:cubicBezTo>
                  <a:pt x="237941" y="56888"/>
                  <a:pt x="243679" y="63335"/>
                  <a:pt x="247600" y="71690"/>
                </a:cubicBezTo>
                <a:cubicBezTo>
                  <a:pt x="251521" y="80045"/>
                  <a:pt x="253482" y="89192"/>
                  <a:pt x="253482" y="99130"/>
                </a:cubicBezTo>
                <a:cubicBezTo>
                  <a:pt x="253482" y="113462"/>
                  <a:pt x="249849" y="125454"/>
                  <a:pt x="242582" y="135107"/>
                </a:cubicBezTo>
                <a:cubicBezTo>
                  <a:pt x="233804" y="146774"/>
                  <a:pt x="221680" y="152608"/>
                  <a:pt x="206210" y="152608"/>
                </a:cubicBezTo>
                <a:cubicBezTo>
                  <a:pt x="191029" y="152608"/>
                  <a:pt x="179337" y="147278"/>
                  <a:pt x="171134" y="136618"/>
                </a:cubicBezTo>
                <a:cubicBezTo>
                  <a:pt x="162932" y="125958"/>
                  <a:pt x="158831" y="113606"/>
                  <a:pt x="158831" y="99562"/>
                </a:cubicBezTo>
                <a:cubicBezTo>
                  <a:pt x="158831" y="85086"/>
                  <a:pt x="163022" y="72465"/>
                  <a:pt x="171404" y="61697"/>
                </a:cubicBezTo>
                <a:cubicBezTo>
                  <a:pt x="179786" y="50929"/>
                  <a:pt x="191280" y="45545"/>
                  <a:pt x="205887" y="45545"/>
                </a:cubicBezTo>
                <a:moveTo>
                  <a:pt x="206318" y="53100"/>
                </a:moveTo>
                <a:cubicBezTo>
                  <a:pt x="202649" y="53100"/>
                  <a:pt x="199501" y="54487"/>
                  <a:pt x="196875" y="57262"/>
                </a:cubicBezTo>
                <a:cubicBezTo>
                  <a:pt x="194248" y="60034"/>
                  <a:pt x="192522" y="65508"/>
                  <a:pt x="191694" y="73683"/>
                </a:cubicBezTo>
                <a:cubicBezTo>
                  <a:pt x="190867" y="81859"/>
                  <a:pt x="190453" y="93223"/>
                  <a:pt x="190453" y="107775"/>
                </a:cubicBezTo>
                <a:cubicBezTo>
                  <a:pt x="190453" y="115482"/>
                  <a:pt x="190957" y="122686"/>
                  <a:pt x="191964" y="129387"/>
                </a:cubicBezTo>
                <a:cubicBezTo>
                  <a:pt x="192755" y="134500"/>
                  <a:pt x="194446" y="138390"/>
                  <a:pt x="197037" y="141056"/>
                </a:cubicBezTo>
                <a:cubicBezTo>
                  <a:pt x="199627" y="143721"/>
                  <a:pt x="202577" y="145053"/>
                  <a:pt x="205887" y="145053"/>
                </a:cubicBezTo>
                <a:cubicBezTo>
                  <a:pt x="209124" y="145053"/>
                  <a:pt x="211822" y="144153"/>
                  <a:pt x="213981" y="142352"/>
                </a:cubicBezTo>
                <a:cubicBezTo>
                  <a:pt x="216787" y="139903"/>
                  <a:pt x="218658" y="136481"/>
                  <a:pt x="219593" y="132085"/>
                </a:cubicBezTo>
                <a:cubicBezTo>
                  <a:pt x="221032" y="125243"/>
                  <a:pt x="221752" y="111413"/>
                  <a:pt x="221752" y="90594"/>
                </a:cubicBezTo>
                <a:cubicBezTo>
                  <a:pt x="221752" y="78349"/>
                  <a:pt x="221068" y="69940"/>
                  <a:pt x="219701" y="65366"/>
                </a:cubicBezTo>
                <a:cubicBezTo>
                  <a:pt x="218334" y="60791"/>
                  <a:pt x="216319" y="57458"/>
                  <a:pt x="213657" y="55370"/>
                </a:cubicBezTo>
                <a:cubicBezTo>
                  <a:pt x="211787" y="53856"/>
                  <a:pt x="209340" y="53100"/>
                  <a:pt x="206318" y="53100"/>
                </a:cubicBezTo>
                <a:close/>
                <a:moveTo>
                  <a:pt x="310036" y="48567"/>
                </a:moveTo>
                <a:lnTo>
                  <a:pt x="310036" y="61734"/>
                </a:lnTo>
                <a:cubicBezTo>
                  <a:pt x="315216" y="56084"/>
                  <a:pt x="320181" y="51973"/>
                  <a:pt x="324929" y="49403"/>
                </a:cubicBezTo>
                <a:cubicBezTo>
                  <a:pt x="329678" y="46831"/>
                  <a:pt x="334787" y="45545"/>
                  <a:pt x="340255" y="45545"/>
                </a:cubicBezTo>
                <a:cubicBezTo>
                  <a:pt x="346802" y="45545"/>
                  <a:pt x="352235" y="47364"/>
                  <a:pt x="356552" y="51002"/>
                </a:cubicBezTo>
                <a:cubicBezTo>
                  <a:pt x="360869" y="54640"/>
                  <a:pt x="363747" y="59161"/>
                  <a:pt x="365186" y="64564"/>
                </a:cubicBezTo>
                <a:cubicBezTo>
                  <a:pt x="366337" y="68672"/>
                  <a:pt x="366913" y="76561"/>
                  <a:pt x="366913" y="88233"/>
                </a:cubicBezTo>
                <a:lnTo>
                  <a:pt x="366913" y="127569"/>
                </a:lnTo>
                <a:cubicBezTo>
                  <a:pt x="366913" y="135340"/>
                  <a:pt x="367614" y="140178"/>
                  <a:pt x="369017" y="142085"/>
                </a:cubicBezTo>
                <a:cubicBezTo>
                  <a:pt x="370420" y="143992"/>
                  <a:pt x="373352" y="145197"/>
                  <a:pt x="377813" y="145701"/>
                </a:cubicBezTo>
                <a:lnTo>
                  <a:pt x="377813" y="149586"/>
                </a:lnTo>
                <a:lnTo>
                  <a:pt x="326764" y="149586"/>
                </a:lnTo>
                <a:lnTo>
                  <a:pt x="326764" y="145701"/>
                </a:lnTo>
                <a:cubicBezTo>
                  <a:pt x="330578" y="145197"/>
                  <a:pt x="333312" y="143614"/>
                  <a:pt x="334967" y="140952"/>
                </a:cubicBezTo>
                <a:cubicBezTo>
                  <a:pt x="336118" y="139153"/>
                  <a:pt x="336693" y="134692"/>
                  <a:pt x="336693" y="127569"/>
                </a:cubicBezTo>
                <a:lnTo>
                  <a:pt x="336693" y="82672"/>
                </a:lnTo>
                <a:cubicBezTo>
                  <a:pt x="336693" y="74397"/>
                  <a:pt x="336370" y="69181"/>
                  <a:pt x="335722" y="67022"/>
                </a:cubicBezTo>
                <a:cubicBezTo>
                  <a:pt x="335074" y="64864"/>
                  <a:pt x="333977" y="63191"/>
                  <a:pt x="332430" y="62004"/>
                </a:cubicBezTo>
                <a:cubicBezTo>
                  <a:pt x="330883" y="60817"/>
                  <a:pt x="329174" y="60223"/>
                  <a:pt x="327304" y="60223"/>
                </a:cubicBezTo>
                <a:cubicBezTo>
                  <a:pt x="321116" y="60223"/>
                  <a:pt x="315360" y="64684"/>
                  <a:pt x="310036" y="73606"/>
                </a:cubicBezTo>
                <a:lnTo>
                  <a:pt x="310036" y="127569"/>
                </a:lnTo>
                <a:cubicBezTo>
                  <a:pt x="310036" y="135124"/>
                  <a:pt x="310737" y="139909"/>
                  <a:pt x="312140" y="141923"/>
                </a:cubicBezTo>
                <a:cubicBezTo>
                  <a:pt x="313543" y="143938"/>
                  <a:pt x="316151" y="145197"/>
                  <a:pt x="319965" y="145701"/>
                </a:cubicBezTo>
                <a:lnTo>
                  <a:pt x="319965" y="149586"/>
                </a:lnTo>
                <a:lnTo>
                  <a:pt x="268916" y="149586"/>
                </a:lnTo>
                <a:lnTo>
                  <a:pt x="268916" y="145701"/>
                </a:lnTo>
                <a:cubicBezTo>
                  <a:pt x="273161" y="145269"/>
                  <a:pt x="276183" y="143902"/>
                  <a:pt x="277981" y="141599"/>
                </a:cubicBezTo>
                <a:cubicBezTo>
                  <a:pt x="279205" y="140017"/>
                  <a:pt x="279816" y="135340"/>
                  <a:pt x="279816" y="127569"/>
                </a:cubicBezTo>
                <a:lnTo>
                  <a:pt x="279816" y="70584"/>
                </a:lnTo>
                <a:cubicBezTo>
                  <a:pt x="279816" y="62865"/>
                  <a:pt x="279115" y="58059"/>
                  <a:pt x="277712" y="56166"/>
                </a:cubicBezTo>
                <a:cubicBezTo>
                  <a:pt x="276308" y="54272"/>
                  <a:pt x="273376" y="53035"/>
                  <a:pt x="268916" y="52452"/>
                </a:cubicBezTo>
                <a:lnTo>
                  <a:pt x="268916" y="48567"/>
                </a:lnTo>
                <a:lnTo>
                  <a:pt x="310036" y="48567"/>
                </a:lnTo>
                <a:close/>
                <a:moveTo>
                  <a:pt x="455487" y="45977"/>
                </a:moveTo>
                <a:lnTo>
                  <a:pt x="457106" y="80513"/>
                </a:lnTo>
                <a:lnTo>
                  <a:pt x="453436" y="80513"/>
                </a:lnTo>
                <a:cubicBezTo>
                  <a:pt x="449047" y="70213"/>
                  <a:pt x="444496" y="63177"/>
                  <a:pt x="439783" y="59407"/>
                </a:cubicBezTo>
                <a:cubicBezTo>
                  <a:pt x="435071" y="55634"/>
                  <a:pt x="430376" y="53747"/>
                  <a:pt x="425699" y="53747"/>
                </a:cubicBezTo>
                <a:cubicBezTo>
                  <a:pt x="422749" y="53747"/>
                  <a:pt x="420231" y="54737"/>
                  <a:pt x="418144" y="56715"/>
                </a:cubicBezTo>
                <a:cubicBezTo>
                  <a:pt x="416058" y="58694"/>
                  <a:pt x="415014" y="60978"/>
                  <a:pt x="415014" y="63569"/>
                </a:cubicBezTo>
                <a:cubicBezTo>
                  <a:pt x="415014" y="65511"/>
                  <a:pt x="415734" y="67382"/>
                  <a:pt x="417173" y="69181"/>
                </a:cubicBezTo>
                <a:cubicBezTo>
                  <a:pt x="419475" y="72131"/>
                  <a:pt x="425915" y="77185"/>
                  <a:pt x="436492" y="84345"/>
                </a:cubicBezTo>
                <a:cubicBezTo>
                  <a:pt x="447068" y="91504"/>
                  <a:pt x="454030" y="97583"/>
                  <a:pt x="457375" y="102584"/>
                </a:cubicBezTo>
                <a:cubicBezTo>
                  <a:pt x="460721" y="107585"/>
                  <a:pt x="462394" y="113179"/>
                  <a:pt x="462394" y="119367"/>
                </a:cubicBezTo>
                <a:cubicBezTo>
                  <a:pt x="462394" y="124979"/>
                  <a:pt x="460991" y="130483"/>
                  <a:pt x="458185" y="135879"/>
                </a:cubicBezTo>
                <a:cubicBezTo>
                  <a:pt x="455379" y="141276"/>
                  <a:pt x="451421" y="145413"/>
                  <a:pt x="446313" y="148291"/>
                </a:cubicBezTo>
                <a:cubicBezTo>
                  <a:pt x="441204" y="151169"/>
                  <a:pt x="435556" y="152608"/>
                  <a:pt x="429368" y="152608"/>
                </a:cubicBezTo>
                <a:cubicBezTo>
                  <a:pt x="424548" y="152608"/>
                  <a:pt x="418108" y="151069"/>
                  <a:pt x="410050" y="147991"/>
                </a:cubicBezTo>
                <a:cubicBezTo>
                  <a:pt x="407891" y="147184"/>
                  <a:pt x="406416" y="146780"/>
                  <a:pt x="405625" y="146780"/>
                </a:cubicBezTo>
                <a:cubicBezTo>
                  <a:pt x="403250" y="146780"/>
                  <a:pt x="401272" y="148579"/>
                  <a:pt x="399689" y="152176"/>
                </a:cubicBezTo>
                <a:lnTo>
                  <a:pt x="396127" y="152176"/>
                </a:lnTo>
                <a:lnTo>
                  <a:pt x="394400" y="115913"/>
                </a:lnTo>
                <a:lnTo>
                  <a:pt x="398070" y="115913"/>
                </a:lnTo>
                <a:cubicBezTo>
                  <a:pt x="401308" y="125411"/>
                  <a:pt x="405751" y="132534"/>
                  <a:pt x="411399" y="137282"/>
                </a:cubicBezTo>
                <a:cubicBezTo>
                  <a:pt x="417047" y="142031"/>
                  <a:pt x="422389" y="144406"/>
                  <a:pt x="427426" y="144406"/>
                </a:cubicBezTo>
                <a:cubicBezTo>
                  <a:pt x="430879" y="144406"/>
                  <a:pt x="433704" y="143344"/>
                  <a:pt x="435898" y="141222"/>
                </a:cubicBezTo>
                <a:cubicBezTo>
                  <a:pt x="438093" y="139099"/>
                  <a:pt x="439190" y="136527"/>
                  <a:pt x="439190" y="133505"/>
                </a:cubicBezTo>
                <a:cubicBezTo>
                  <a:pt x="439190" y="130051"/>
                  <a:pt x="438111" y="127065"/>
                  <a:pt x="435952" y="124547"/>
                </a:cubicBezTo>
                <a:cubicBezTo>
                  <a:pt x="433793" y="122029"/>
                  <a:pt x="428973" y="118215"/>
                  <a:pt x="421490" y="113107"/>
                </a:cubicBezTo>
                <a:cubicBezTo>
                  <a:pt x="410481" y="105480"/>
                  <a:pt x="403358" y="99652"/>
                  <a:pt x="400120" y="95623"/>
                </a:cubicBezTo>
                <a:cubicBezTo>
                  <a:pt x="395372" y="89723"/>
                  <a:pt x="392997" y="83211"/>
                  <a:pt x="392997" y="76088"/>
                </a:cubicBezTo>
                <a:cubicBezTo>
                  <a:pt x="392997" y="68317"/>
                  <a:pt x="395677" y="61284"/>
                  <a:pt x="401038" y="54989"/>
                </a:cubicBezTo>
                <a:cubicBezTo>
                  <a:pt x="406398" y="48693"/>
                  <a:pt x="414151" y="45545"/>
                  <a:pt x="424296" y="45545"/>
                </a:cubicBezTo>
                <a:cubicBezTo>
                  <a:pt x="429764" y="45545"/>
                  <a:pt x="435053" y="46928"/>
                  <a:pt x="440161" y="49693"/>
                </a:cubicBezTo>
                <a:cubicBezTo>
                  <a:pt x="442104" y="50813"/>
                  <a:pt x="443687" y="51373"/>
                  <a:pt x="444910" y="51373"/>
                </a:cubicBezTo>
                <a:cubicBezTo>
                  <a:pt x="446205" y="51373"/>
                  <a:pt x="447248" y="51103"/>
                  <a:pt x="448040" y="50564"/>
                </a:cubicBezTo>
                <a:cubicBezTo>
                  <a:pt x="448831" y="50024"/>
                  <a:pt x="450090" y="48495"/>
                  <a:pt x="451817" y="45977"/>
                </a:cubicBezTo>
                <a:lnTo>
                  <a:pt x="455487" y="45977"/>
                </a:lnTo>
                <a:close/>
                <a:moveTo>
                  <a:pt x="517725" y="11440"/>
                </a:moveTo>
                <a:lnTo>
                  <a:pt x="517725" y="48567"/>
                </a:lnTo>
                <a:lnTo>
                  <a:pt x="541685" y="48567"/>
                </a:lnTo>
                <a:lnTo>
                  <a:pt x="541685" y="59144"/>
                </a:lnTo>
                <a:lnTo>
                  <a:pt x="517725" y="59144"/>
                </a:lnTo>
                <a:lnTo>
                  <a:pt x="517725" y="121586"/>
                </a:lnTo>
                <a:cubicBezTo>
                  <a:pt x="517725" y="127430"/>
                  <a:pt x="517995" y="131199"/>
                  <a:pt x="518534" y="132895"/>
                </a:cubicBezTo>
                <a:cubicBezTo>
                  <a:pt x="519074" y="134590"/>
                  <a:pt x="520027" y="135961"/>
                  <a:pt x="521394" y="137009"/>
                </a:cubicBezTo>
                <a:cubicBezTo>
                  <a:pt x="522761" y="138055"/>
                  <a:pt x="524021" y="138578"/>
                  <a:pt x="525172" y="138578"/>
                </a:cubicBezTo>
                <a:cubicBezTo>
                  <a:pt x="529849" y="138578"/>
                  <a:pt x="534274" y="134980"/>
                  <a:pt x="538447" y="127785"/>
                </a:cubicBezTo>
                <a:lnTo>
                  <a:pt x="541685" y="130183"/>
                </a:lnTo>
                <a:cubicBezTo>
                  <a:pt x="535856" y="144126"/>
                  <a:pt x="526395" y="151097"/>
                  <a:pt x="513300" y="151097"/>
                </a:cubicBezTo>
                <a:cubicBezTo>
                  <a:pt x="506896" y="151097"/>
                  <a:pt x="501482" y="149311"/>
                  <a:pt x="497057" y="145738"/>
                </a:cubicBezTo>
                <a:cubicBezTo>
                  <a:pt x="492632" y="142163"/>
                  <a:pt x="489808" y="138173"/>
                  <a:pt x="488585" y="133768"/>
                </a:cubicBezTo>
                <a:cubicBezTo>
                  <a:pt x="487865" y="131313"/>
                  <a:pt x="487505" y="124670"/>
                  <a:pt x="487505" y="113839"/>
                </a:cubicBezTo>
                <a:lnTo>
                  <a:pt x="487505" y="59144"/>
                </a:lnTo>
                <a:lnTo>
                  <a:pt x="474338" y="59144"/>
                </a:lnTo>
                <a:lnTo>
                  <a:pt x="474338" y="55356"/>
                </a:lnTo>
                <a:cubicBezTo>
                  <a:pt x="483404" y="48939"/>
                  <a:pt x="491121" y="42197"/>
                  <a:pt x="497489" y="35130"/>
                </a:cubicBezTo>
                <a:cubicBezTo>
                  <a:pt x="503856" y="28063"/>
                  <a:pt x="509415" y="20166"/>
                  <a:pt x="514163" y="11440"/>
                </a:cubicBezTo>
                <a:lnTo>
                  <a:pt x="517725" y="11440"/>
                </a:lnTo>
                <a:close/>
                <a:moveTo>
                  <a:pt x="593164" y="48567"/>
                </a:moveTo>
                <a:lnTo>
                  <a:pt x="593164" y="71447"/>
                </a:lnTo>
                <a:cubicBezTo>
                  <a:pt x="599855" y="61014"/>
                  <a:pt x="605719" y="54089"/>
                  <a:pt x="610756" y="50671"/>
                </a:cubicBezTo>
                <a:cubicBezTo>
                  <a:pt x="615792" y="47254"/>
                  <a:pt x="620649" y="45545"/>
                  <a:pt x="625326" y="45545"/>
                </a:cubicBezTo>
                <a:cubicBezTo>
                  <a:pt x="629355" y="45545"/>
                  <a:pt x="632575" y="46791"/>
                  <a:pt x="634985" y="49282"/>
                </a:cubicBezTo>
                <a:cubicBezTo>
                  <a:pt x="637396" y="51773"/>
                  <a:pt x="638601" y="55293"/>
                  <a:pt x="638601" y="59842"/>
                </a:cubicBezTo>
                <a:cubicBezTo>
                  <a:pt x="638601" y="64681"/>
                  <a:pt x="637432" y="68437"/>
                  <a:pt x="635093" y="71110"/>
                </a:cubicBezTo>
                <a:cubicBezTo>
                  <a:pt x="632755" y="73781"/>
                  <a:pt x="629931" y="75117"/>
                  <a:pt x="626621" y="75117"/>
                </a:cubicBezTo>
                <a:cubicBezTo>
                  <a:pt x="622808" y="75117"/>
                  <a:pt x="619498" y="73894"/>
                  <a:pt x="616692" y="71447"/>
                </a:cubicBezTo>
                <a:cubicBezTo>
                  <a:pt x="613886" y="69001"/>
                  <a:pt x="612231" y="67634"/>
                  <a:pt x="611727" y="67346"/>
                </a:cubicBezTo>
                <a:cubicBezTo>
                  <a:pt x="611008" y="66914"/>
                  <a:pt x="610180" y="66699"/>
                  <a:pt x="609245" y="66699"/>
                </a:cubicBezTo>
                <a:cubicBezTo>
                  <a:pt x="607158" y="66699"/>
                  <a:pt x="605180" y="67490"/>
                  <a:pt x="603309" y="69073"/>
                </a:cubicBezTo>
                <a:cubicBezTo>
                  <a:pt x="600359" y="71519"/>
                  <a:pt x="598128" y="75009"/>
                  <a:pt x="596617" y="79542"/>
                </a:cubicBezTo>
                <a:cubicBezTo>
                  <a:pt x="594315" y="86521"/>
                  <a:pt x="593164" y="94220"/>
                  <a:pt x="593164" y="102638"/>
                </a:cubicBezTo>
                <a:lnTo>
                  <a:pt x="593164" y="125842"/>
                </a:lnTo>
                <a:lnTo>
                  <a:pt x="593272" y="131886"/>
                </a:lnTo>
                <a:cubicBezTo>
                  <a:pt x="593272" y="135987"/>
                  <a:pt x="593523" y="138614"/>
                  <a:pt x="594027" y="139765"/>
                </a:cubicBezTo>
                <a:cubicBezTo>
                  <a:pt x="594891" y="141707"/>
                  <a:pt x="596168" y="143128"/>
                  <a:pt x="597859" y="144028"/>
                </a:cubicBezTo>
                <a:cubicBezTo>
                  <a:pt x="599549" y="144927"/>
                  <a:pt x="602409" y="145485"/>
                  <a:pt x="606439" y="145701"/>
                </a:cubicBezTo>
                <a:lnTo>
                  <a:pt x="606439" y="149586"/>
                </a:lnTo>
                <a:lnTo>
                  <a:pt x="551936" y="149586"/>
                </a:lnTo>
                <a:lnTo>
                  <a:pt x="551936" y="145701"/>
                </a:lnTo>
                <a:cubicBezTo>
                  <a:pt x="556325" y="145341"/>
                  <a:pt x="559293" y="144136"/>
                  <a:pt x="560840" y="142085"/>
                </a:cubicBezTo>
                <a:cubicBezTo>
                  <a:pt x="562387" y="140035"/>
                  <a:pt x="563160" y="134620"/>
                  <a:pt x="563160" y="125842"/>
                </a:cubicBezTo>
                <a:lnTo>
                  <a:pt x="563160" y="69936"/>
                </a:lnTo>
                <a:cubicBezTo>
                  <a:pt x="563160" y="64144"/>
                  <a:pt x="562872" y="60452"/>
                  <a:pt x="562297" y="58860"/>
                </a:cubicBezTo>
                <a:cubicBezTo>
                  <a:pt x="561577" y="56832"/>
                  <a:pt x="560534" y="55348"/>
                  <a:pt x="559167" y="54408"/>
                </a:cubicBezTo>
                <a:cubicBezTo>
                  <a:pt x="557800" y="53466"/>
                  <a:pt x="555389" y="52814"/>
                  <a:pt x="551936" y="52452"/>
                </a:cubicBezTo>
                <a:lnTo>
                  <a:pt x="551936" y="48567"/>
                </a:lnTo>
                <a:lnTo>
                  <a:pt x="593164" y="48567"/>
                </a:lnTo>
                <a:close/>
                <a:moveTo>
                  <a:pt x="746885" y="48567"/>
                </a:moveTo>
                <a:lnTo>
                  <a:pt x="746885" y="127569"/>
                </a:lnTo>
                <a:cubicBezTo>
                  <a:pt x="746885" y="135315"/>
                  <a:pt x="747604" y="140147"/>
                  <a:pt x="749043" y="142065"/>
                </a:cubicBezTo>
                <a:cubicBezTo>
                  <a:pt x="750482" y="143983"/>
                  <a:pt x="753396" y="145195"/>
                  <a:pt x="757785" y="145701"/>
                </a:cubicBezTo>
                <a:lnTo>
                  <a:pt x="757785" y="149586"/>
                </a:lnTo>
                <a:lnTo>
                  <a:pt x="716665" y="149586"/>
                </a:lnTo>
                <a:lnTo>
                  <a:pt x="716665" y="136095"/>
                </a:lnTo>
                <a:cubicBezTo>
                  <a:pt x="711844" y="141851"/>
                  <a:pt x="707024" y="146042"/>
                  <a:pt x="702203" y="148669"/>
                </a:cubicBezTo>
                <a:cubicBezTo>
                  <a:pt x="697382" y="151295"/>
                  <a:pt x="691986" y="152608"/>
                  <a:pt x="686014" y="152608"/>
                </a:cubicBezTo>
                <a:cubicBezTo>
                  <a:pt x="680330" y="152608"/>
                  <a:pt x="675275" y="150863"/>
                  <a:pt x="670850" y="147374"/>
                </a:cubicBezTo>
                <a:cubicBezTo>
                  <a:pt x="666425" y="143884"/>
                  <a:pt x="663457" y="139801"/>
                  <a:pt x="661946" y="135124"/>
                </a:cubicBezTo>
                <a:cubicBezTo>
                  <a:pt x="660435" y="130447"/>
                  <a:pt x="659680" y="122281"/>
                  <a:pt x="659680" y="110625"/>
                </a:cubicBezTo>
                <a:lnTo>
                  <a:pt x="659680" y="70584"/>
                </a:lnTo>
                <a:cubicBezTo>
                  <a:pt x="659680" y="62865"/>
                  <a:pt x="658978" y="58059"/>
                  <a:pt x="657575" y="56166"/>
                </a:cubicBezTo>
                <a:cubicBezTo>
                  <a:pt x="656172" y="54272"/>
                  <a:pt x="653240" y="53035"/>
                  <a:pt x="648779" y="52452"/>
                </a:cubicBezTo>
                <a:lnTo>
                  <a:pt x="648779" y="48567"/>
                </a:lnTo>
                <a:lnTo>
                  <a:pt x="689899" y="48567"/>
                </a:lnTo>
                <a:lnTo>
                  <a:pt x="689899" y="117616"/>
                </a:lnTo>
                <a:cubicBezTo>
                  <a:pt x="689899" y="124820"/>
                  <a:pt x="690241" y="129467"/>
                  <a:pt x="690925" y="131556"/>
                </a:cubicBezTo>
                <a:cubicBezTo>
                  <a:pt x="691608" y="133644"/>
                  <a:pt x="692687" y="135230"/>
                  <a:pt x="694162" y="136311"/>
                </a:cubicBezTo>
                <a:cubicBezTo>
                  <a:pt x="695637" y="137390"/>
                  <a:pt x="697346" y="137930"/>
                  <a:pt x="699289" y="137930"/>
                </a:cubicBezTo>
                <a:cubicBezTo>
                  <a:pt x="701879" y="137930"/>
                  <a:pt x="704218" y="137246"/>
                  <a:pt x="706304" y="135879"/>
                </a:cubicBezTo>
                <a:cubicBezTo>
                  <a:pt x="709182" y="134009"/>
                  <a:pt x="712636" y="130231"/>
                  <a:pt x="716665" y="124547"/>
                </a:cubicBezTo>
                <a:lnTo>
                  <a:pt x="716665" y="70584"/>
                </a:lnTo>
                <a:cubicBezTo>
                  <a:pt x="716665" y="62865"/>
                  <a:pt x="715964" y="58059"/>
                  <a:pt x="714561" y="56166"/>
                </a:cubicBezTo>
                <a:cubicBezTo>
                  <a:pt x="713158" y="54272"/>
                  <a:pt x="710226" y="53035"/>
                  <a:pt x="705765" y="52452"/>
                </a:cubicBezTo>
                <a:lnTo>
                  <a:pt x="705765" y="48567"/>
                </a:lnTo>
                <a:lnTo>
                  <a:pt x="746885" y="48567"/>
                </a:lnTo>
                <a:close/>
                <a:moveTo>
                  <a:pt x="854669" y="123491"/>
                </a:moveTo>
                <a:lnTo>
                  <a:pt x="858015" y="126078"/>
                </a:lnTo>
                <a:cubicBezTo>
                  <a:pt x="853266" y="135029"/>
                  <a:pt x="847348" y="141689"/>
                  <a:pt x="840261" y="146058"/>
                </a:cubicBezTo>
                <a:cubicBezTo>
                  <a:pt x="833174" y="150425"/>
                  <a:pt x="825637" y="152608"/>
                  <a:pt x="817651" y="152608"/>
                </a:cubicBezTo>
                <a:cubicBezTo>
                  <a:pt x="804196" y="152608"/>
                  <a:pt x="793439" y="147531"/>
                  <a:pt x="785381" y="137377"/>
                </a:cubicBezTo>
                <a:cubicBezTo>
                  <a:pt x="777322" y="127221"/>
                  <a:pt x="773293" y="115012"/>
                  <a:pt x="773293" y="100753"/>
                </a:cubicBezTo>
                <a:cubicBezTo>
                  <a:pt x="773293" y="86994"/>
                  <a:pt x="776962" y="74894"/>
                  <a:pt x="784301" y="64452"/>
                </a:cubicBezTo>
                <a:cubicBezTo>
                  <a:pt x="793151" y="51847"/>
                  <a:pt x="805347" y="45545"/>
                  <a:pt x="820888" y="45545"/>
                </a:cubicBezTo>
                <a:cubicBezTo>
                  <a:pt x="831321" y="45545"/>
                  <a:pt x="839614" y="48179"/>
                  <a:pt x="845766" y="53447"/>
                </a:cubicBezTo>
                <a:cubicBezTo>
                  <a:pt x="851917" y="58713"/>
                  <a:pt x="854993" y="64593"/>
                  <a:pt x="854993" y="71086"/>
                </a:cubicBezTo>
                <a:cubicBezTo>
                  <a:pt x="854993" y="75199"/>
                  <a:pt x="853752" y="78482"/>
                  <a:pt x="851270" y="80935"/>
                </a:cubicBezTo>
                <a:cubicBezTo>
                  <a:pt x="848787" y="83388"/>
                  <a:pt x="845532" y="84614"/>
                  <a:pt x="841502" y="84614"/>
                </a:cubicBezTo>
                <a:cubicBezTo>
                  <a:pt x="837257" y="84614"/>
                  <a:pt x="833750" y="83207"/>
                  <a:pt x="830980" y="80392"/>
                </a:cubicBezTo>
                <a:cubicBezTo>
                  <a:pt x="828209" y="77574"/>
                  <a:pt x="826501" y="72556"/>
                  <a:pt x="825853" y="65336"/>
                </a:cubicBezTo>
                <a:cubicBezTo>
                  <a:pt x="825421" y="60787"/>
                  <a:pt x="824378" y="57610"/>
                  <a:pt x="822723" y="55805"/>
                </a:cubicBezTo>
                <a:cubicBezTo>
                  <a:pt x="821068" y="54001"/>
                  <a:pt x="819126" y="53100"/>
                  <a:pt x="816895" y="53100"/>
                </a:cubicBezTo>
                <a:cubicBezTo>
                  <a:pt x="813442" y="53100"/>
                  <a:pt x="810492" y="54935"/>
                  <a:pt x="808045" y="58604"/>
                </a:cubicBezTo>
                <a:cubicBezTo>
                  <a:pt x="804304" y="64144"/>
                  <a:pt x="802433" y="72634"/>
                  <a:pt x="802433" y="84075"/>
                </a:cubicBezTo>
                <a:cubicBezTo>
                  <a:pt x="802433" y="93572"/>
                  <a:pt x="803944" y="102656"/>
                  <a:pt x="806966" y="111326"/>
                </a:cubicBezTo>
                <a:cubicBezTo>
                  <a:pt x="809988" y="119996"/>
                  <a:pt x="814125" y="126454"/>
                  <a:pt x="819377" y="130699"/>
                </a:cubicBezTo>
                <a:cubicBezTo>
                  <a:pt x="823335" y="133793"/>
                  <a:pt x="828012" y="135340"/>
                  <a:pt x="833408" y="135340"/>
                </a:cubicBezTo>
                <a:cubicBezTo>
                  <a:pt x="836934" y="135340"/>
                  <a:pt x="840279" y="134515"/>
                  <a:pt x="843445" y="132864"/>
                </a:cubicBezTo>
                <a:cubicBezTo>
                  <a:pt x="846611" y="131212"/>
                  <a:pt x="850352" y="128087"/>
                  <a:pt x="854669" y="123491"/>
                </a:cubicBezTo>
                <a:close/>
                <a:moveTo>
                  <a:pt x="910501" y="11440"/>
                </a:moveTo>
                <a:lnTo>
                  <a:pt x="910501" y="48567"/>
                </a:lnTo>
                <a:lnTo>
                  <a:pt x="934461" y="48567"/>
                </a:lnTo>
                <a:lnTo>
                  <a:pt x="934461" y="59144"/>
                </a:lnTo>
                <a:lnTo>
                  <a:pt x="910501" y="59144"/>
                </a:lnTo>
                <a:lnTo>
                  <a:pt x="910501" y="121586"/>
                </a:lnTo>
                <a:cubicBezTo>
                  <a:pt x="910501" y="127430"/>
                  <a:pt x="910771" y="131199"/>
                  <a:pt x="911311" y="132895"/>
                </a:cubicBezTo>
                <a:cubicBezTo>
                  <a:pt x="911850" y="134590"/>
                  <a:pt x="912804" y="135961"/>
                  <a:pt x="914171" y="137009"/>
                </a:cubicBezTo>
                <a:cubicBezTo>
                  <a:pt x="915538" y="138055"/>
                  <a:pt x="916797" y="138578"/>
                  <a:pt x="917948" y="138578"/>
                </a:cubicBezTo>
                <a:cubicBezTo>
                  <a:pt x="922625" y="138578"/>
                  <a:pt x="927050" y="134980"/>
                  <a:pt x="931223" y="127785"/>
                </a:cubicBezTo>
                <a:lnTo>
                  <a:pt x="934461" y="130183"/>
                </a:lnTo>
                <a:cubicBezTo>
                  <a:pt x="928633" y="144126"/>
                  <a:pt x="919171" y="151097"/>
                  <a:pt x="906076" y="151097"/>
                </a:cubicBezTo>
                <a:cubicBezTo>
                  <a:pt x="899672" y="151097"/>
                  <a:pt x="894258" y="149311"/>
                  <a:pt x="889833" y="145738"/>
                </a:cubicBezTo>
                <a:cubicBezTo>
                  <a:pt x="885408" y="142163"/>
                  <a:pt x="882584" y="138173"/>
                  <a:pt x="881361" y="133768"/>
                </a:cubicBezTo>
                <a:cubicBezTo>
                  <a:pt x="880641" y="131313"/>
                  <a:pt x="880282" y="124670"/>
                  <a:pt x="880282" y="113839"/>
                </a:cubicBezTo>
                <a:lnTo>
                  <a:pt x="880282" y="59144"/>
                </a:lnTo>
                <a:lnTo>
                  <a:pt x="867115" y="59144"/>
                </a:lnTo>
                <a:lnTo>
                  <a:pt x="867115" y="55356"/>
                </a:lnTo>
                <a:cubicBezTo>
                  <a:pt x="876180" y="48939"/>
                  <a:pt x="883897" y="42197"/>
                  <a:pt x="890265" y="35130"/>
                </a:cubicBezTo>
                <a:cubicBezTo>
                  <a:pt x="896633" y="28063"/>
                  <a:pt x="902191" y="20166"/>
                  <a:pt x="906940" y="11440"/>
                </a:cubicBezTo>
                <a:lnTo>
                  <a:pt x="910501" y="11440"/>
                </a:lnTo>
                <a:close/>
                <a:moveTo>
                  <a:pt x="1051559" y="83319"/>
                </a:moveTo>
                <a:lnTo>
                  <a:pt x="1051559" y="123900"/>
                </a:lnTo>
                <a:cubicBezTo>
                  <a:pt x="1051559" y="131855"/>
                  <a:pt x="1052045" y="136863"/>
                  <a:pt x="1053016" y="138925"/>
                </a:cubicBezTo>
                <a:cubicBezTo>
                  <a:pt x="1053988" y="140985"/>
                  <a:pt x="1055714" y="142629"/>
                  <a:pt x="1058197" y="143859"/>
                </a:cubicBezTo>
                <a:cubicBezTo>
                  <a:pt x="1060679" y="145087"/>
                  <a:pt x="1065230" y="145701"/>
                  <a:pt x="1071849" y="145701"/>
                </a:cubicBezTo>
                <a:lnTo>
                  <a:pt x="1071849" y="149586"/>
                </a:lnTo>
                <a:lnTo>
                  <a:pt x="997488" y="149586"/>
                </a:lnTo>
                <a:lnTo>
                  <a:pt x="997488" y="145701"/>
                </a:lnTo>
                <a:cubicBezTo>
                  <a:pt x="1004251" y="145701"/>
                  <a:pt x="1008838" y="145068"/>
                  <a:pt x="1011249" y="143802"/>
                </a:cubicBezTo>
                <a:cubicBezTo>
                  <a:pt x="1013659" y="142536"/>
                  <a:pt x="1015350" y="140891"/>
                  <a:pt x="1016321" y="138868"/>
                </a:cubicBezTo>
                <a:cubicBezTo>
                  <a:pt x="1017293" y="136844"/>
                  <a:pt x="1017778" y="131855"/>
                  <a:pt x="1017778" y="123900"/>
                </a:cubicBezTo>
                <a:lnTo>
                  <a:pt x="1017778" y="28924"/>
                </a:lnTo>
                <a:cubicBezTo>
                  <a:pt x="1017778" y="20969"/>
                  <a:pt x="1017293" y="15962"/>
                  <a:pt x="1016321" y="13902"/>
                </a:cubicBezTo>
                <a:cubicBezTo>
                  <a:pt x="1015350" y="11840"/>
                  <a:pt x="1013641" y="10196"/>
                  <a:pt x="1011195" y="8968"/>
                </a:cubicBezTo>
                <a:cubicBezTo>
                  <a:pt x="1008748" y="7738"/>
                  <a:pt x="1004179" y="7123"/>
                  <a:pt x="997488" y="7123"/>
                </a:cubicBezTo>
                <a:lnTo>
                  <a:pt x="997488" y="3238"/>
                </a:lnTo>
                <a:lnTo>
                  <a:pt x="1061273" y="3238"/>
                </a:lnTo>
                <a:cubicBezTo>
                  <a:pt x="1082282" y="3238"/>
                  <a:pt x="1097356" y="6979"/>
                  <a:pt x="1106494" y="14462"/>
                </a:cubicBezTo>
                <a:cubicBezTo>
                  <a:pt x="1115632" y="21945"/>
                  <a:pt x="1120200" y="31299"/>
                  <a:pt x="1120200" y="42523"/>
                </a:cubicBezTo>
                <a:cubicBezTo>
                  <a:pt x="1120200" y="52021"/>
                  <a:pt x="1117250" y="60151"/>
                  <a:pt x="1111350" y="66914"/>
                </a:cubicBezTo>
                <a:cubicBezTo>
                  <a:pt x="1105450" y="73678"/>
                  <a:pt x="1097320" y="78283"/>
                  <a:pt x="1086959" y="80729"/>
                </a:cubicBezTo>
                <a:cubicBezTo>
                  <a:pt x="1079980" y="82456"/>
                  <a:pt x="1068180" y="83319"/>
                  <a:pt x="1051559" y="83319"/>
                </a:cubicBezTo>
                <a:moveTo>
                  <a:pt x="1051559" y="11656"/>
                </a:moveTo>
                <a:lnTo>
                  <a:pt x="1051559" y="74901"/>
                </a:lnTo>
                <a:cubicBezTo>
                  <a:pt x="1053934" y="75045"/>
                  <a:pt x="1055732" y="75117"/>
                  <a:pt x="1056956" y="75117"/>
                </a:cubicBezTo>
                <a:cubicBezTo>
                  <a:pt x="1065734" y="75117"/>
                  <a:pt x="1072497" y="72509"/>
                  <a:pt x="1077246" y="67292"/>
                </a:cubicBezTo>
                <a:cubicBezTo>
                  <a:pt x="1081994" y="62076"/>
                  <a:pt x="1084369" y="53999"/>
                  <a:pt x="1084369" y="43063"/>
                </a:cubicBezTo>
                <a:cubicBezTo>
                  <a:pt x="1084369" y="32198"/>
                  <a:pt x="1081994" y="24247"/>
                  <a:pt x="1077246" y="19211"/>
                </a:cubicBezTo>
                <a:cubicBezTo>
                  <a:pt x="1072497" y="14174"/>
                  <a:pt x="1065410" y="11656"/>
                  <a:pt x="1055984" y="11656"/>
                </a:cubicBezTo>
                <a:lnTo>
                  <a:pt x="1051559" y="11656"/>
                </a:lnTo>
                <a:close/>
                <a:moveTo>
                  <a:pt x="1176250" y="48567"/>
                </a:moveTo>
                <a:lnTo>
                  <a:pt x="1176250" y="71447"/>
                </a:lnTo>
                <a:cubicBezTo>
                  <a:pt x="1182941" y="61014"/>
                  <a:pt x="1188805" y="54089"/>
                  <a:pt x="1193842" y="50671"/>
                </a:cubicBezTo>
                <a:cubicBezTo>
                  <a:pt x="1198878" y="47254"/>
                  <a:pt x="1203735" y="45545"/>
                  <a:pt x="1208412" y="45545"/>
                </a:cubicBezTo>
                <a:cubicBezTo>
                  <a:pt x="1212441" y="45545"/>
                  <a:pt x="1215661" y="46791"/>
                  <a:pt x="1218071" y="49282"/>
                </a:cubicBezTo>
                <a:cubicBezTo>
                  <a:pt x="1220482" y="51773"/>
                  <a:pt x="1221687" y="55293"/>
                  <a:pt x="1221687" y="59842"/>
                </a:cubicBezTo>
                <a:cubicBezTo>
                  <a:pt x="1221687" y="64681"/>
                  <a:pt x="1220517" y="68437"/>
                  <a:pt x="1218179" y="71110"/>
                </a:cubicBezTo>
                <a:cubicBezTo>
                  <a:pt x="1215841" y="73781"/>
                  <a:pt x="1213017" y="75117"/>
                  <a:pt x="1209707" y="75117"/>
                </a:cubicBezTo>
                <a:cubicBezTo>
                  <a:pt x="1205893" y="75117"/>
                  <a:pt x="1202584" y="73894"/>
                  <a:pt x="1199778" y="71447"/>
                </a:cubicBezTo>
                <a:cubicBezTo>
                  <a:pt x="1196972" y="69001"/>
                  <a:pt x="1195317" y="67634"/>
                  <a:pt x="1194813" y="67346"/>
                </a:cubicBezTo>
                <a:cubicBezTo>
                  <a:pt x="1194093" y="66914"/>
                  <a:pt x="1193266" y="66699"/>
                  <a:pt x="1192331" y="66699"/>
                </a:cubicBezTo>
                <a:cubicBezTo>
                  <a:pt x="1190244" y="66699"/>
                  <a:pt x="1188265" y="67490"/>
                  <a:pt x="1186395" y="69073"/>
                </a:cubicBezTo>
                <a:cubicBezTo>
                  <a:pt x="1183445" y="71519"/>
                  <a:pt x="1181214" y="75009"/>
                  <a:pt x="1179703" y="79542"/>
                </a:cubicBezTo>
                <a:cubicBezTo>
                  <a:pt x="1177401" y="86521"/>
                  <a:pt x="1176250" y="94220"/>
                  <a:pt x="1176250" y="102638"/>
                </a:cubicBezTo>
                <a:lnTo>
                  <a:pt x="1176250" y="125842"/>
                </a:lnTo>
                <a:lnTo>
                  <a:pt x="1176358" y="131886"/>
                </a:lnTo>
                <a:cubicBezTo>
                  <a:pt x="1176358" y="135987"/>
                  <a:pt x="1176609" y="138614"/>
                  <a:pt x="1177113" y="139765"/>
                </a:cubicBezTo>
                <a:cubicBezTo>
                  <a:pt x="1177976" y="141707"/>
                  <a:pt x="1179254" y="143128"/>
                  <a:pt x="1180944" y="144028"/>
                </a:cubicBezTo>
                <a:cubicBezTo>
                  <a:pt x="1182635" y="144927"/>
                  <a:pt x="1185495" y="145485"/>
                  <a:pt x="1189525" y="145701"/>
                </a:cubicBezTo>
                <a:lnTo>
                  <a:pt x="1189525" y="149586"/>
                </a:lnTo>
                <a:lnTo>
                  <a:pt x="1135022" y="149586"/>
                </a:lnTo>
                <a:lnTo>
                  <a:pt x="1135022" y="145701"/>
                </a:lnTo>
                <a:cubicBezTo>
                  <a:pt x="1139411" y="145341"/>
                  <a:pt x="1142379" y="144136"/>
                  <a:pt x="1143926" y="142085"/>
                </a:cubicBezTo>
                <a:cubicBezTo>
                  <a:pt x="1145473" y="140035"/>
                  <a:pt x="1146246" y="134620"/>
                  <a:pt x="1146246" y="125842"/>
                </a:cubicBezTo>
                <a:lnTo>
                  <a:pt x="1146246" y="69936"/>
                </a:lnTo>
                <a:cubicBezTo>
                  <a:pt x="1146246" y="64144"/>
                  <a:pt x="1145958" y="60452"/>
                  <a:pt x="1145383" y="58860"/>
                </a:cubicBezTo>
                <a:cubicBezTo>
                  <a:pt x="1144663" y="56832"/>
                  <a:pt x="1143620" y="55348"/>
                  <a:pt x="1142253" y="54408"/>
                </a:cubicBezTo>
                <a:cubicBezTo>
                  <a:pt x="1140886" y="53466"/>
                  <a:pt x="1138475" y="52814"/>
                  <a:pt x="1135022" y="52452"/>
                </a:cubicBezTo>
                <a:lnTo>
                  <a:pt x="1135022" y="48567"/>
                </a:lnTo>
                <a:lnTo>
                  <a:pt x="1176250" y="48567"/>
                </a:lnTo>
                <a:close/>
                <a:moveTo>
                  <a:pt x="1276130" y="45545"/>
                </a:moveTo>
                <a:cubicBezTo>
                  <a:pt x="1284908" y="45545"/>
                  <a:pt x="1293074" y="47814"/>
                  <a:pt x="1300629" y="52351"/>
                </a:cubicBezTo>
                <a:cubicBezTo>
                  <a:pt x="1308184" y="56888"/>
                  <a:pt x="1313922" y="63335"/>
                  <a:pt x="1317844" y="71690"/>
                </a:cubicBezTo>
                <a:cubicBezTo>
                  <a:pt x="1321765" y="80045"/>
                  <a:pt x="1323726" y="89192"/>
                  <a:pt x="1323726" y="99130"/>
                </a:cubicBezTo>
                <a:cubicBezTo>
                  <a:pt x="1323726" y="113462"/>
                  <a:pt x="1320092" y="125454"/>
                  <a:pt x="1312825" y="135107"/>
                </a:cubicBezTo>
                <a:cubicBezTo>
                  <a:pt x="1304047" y="146774"/>
                  <a:pt x="1291923" y="152608"/>
                  <a:pt x="1276454" y="152608"/>
                </a:cubicBezTo>
                <a:cubicBezTo>
                  <a:pt x="1261272" y="152608"/>
                  <a:pt x="1249580" y="147278"/>
                  <a:pt x="1241378" y="136618"/>
                </a:cubicBezTo>
                <a:cubicBezTo>
                  <a:pt x="1233175" y="125958"/>
                  <a:pt x="1229074" y="113606"/>
                  <a:pt x="1229074" y="99562"/>
                </a:cubicBezTo>
                <a:cubicBezTo>
                  <a:pt x="1229074" y="85086"/>
                  <a:pt x="1233265" y="72465"/>
                  <a:pt x="1241647" y="61697"/>
                </a:cubicBezTo>
                <a:cubicBezTo>
                  <a:pt x="1250030" y="50929"/>
                  <a:pt x="1261524" y="45545"/>
                  <a:pt x="1276130" y="45545"/>
                </a:cubicBezTo>
                <a:moveTo>
                  <a:pt x="1276562" y="53100"/>
                </a:moveTo>
                <a:cubicBezTo>
                  <a:pt x="1272892" y="53100"/>
                  <a:pt x="1269744" y="54487"/>
                  <a:pt x="1267118" y="57262"/>
                </a:cubicBezTo>
                <a:cubicBezTo>
                  <a:pt x="1264492" y="60034"/>
                  <a:pt x="1262765" y="65508"/>
                  <a:pt x="1261938" y="73683"/>
                </a:cubicBezTo>
                <a:cubicBezTo>
                  <a:pt x="1261110" y="81859"/>
                  <a:pt x="1260696" y="93223"/>
                  <a:pt x="1260696" y="107775"/>
                </a:cubicBezTo>
                <a:cubicBezTo>
                  <a:pt x="1260696" y="115482"/>
                  <a:pt x="1261200" y="122686"/>
                  <a:pt x="1262207" y="129387"/>
                </a:cubicBezTo>
                <a:cubicBezTo>
                  <a:pt x="1262999" y="134500"/>
                  <a:pt x="1264690" y="138390"/>
                  <a:pt x="1267280" y="141056"/>
                </a:cubicBezTo>
                <a:cubicBezTo>
                  <a:pt x="1269870" y="143721"/>
                  <a:pt x="1272820" y="145053"/>
                  <a:pt x="1276130" y="145053"/>
                </a:cubicBezTo>
                <a:cubicBezTo>
                  <a:pt x="1279368" y="145053"/>
                  <a:pt x="1282066" y="144153"/>
                  <a:pt x="1284224" y="142352"/>
                </a:cubicBezTo>
                <a:cubicBezTo>
                  <a:pt x="1287031" y="139903"/>
                  <a:pt x="1288901" y="136481"/>
                  <a:pt x="1289837" y="132085"/>
                </a:cubicBezTo>
                <a:cubicBezTo>
                  <a:pt x="1291276" y="125243"/>
                  <a:pt x="1291995" y="111413"/>
                  <a:pt x="1291995" y="90594"/>
                </a:cubicBezTo>
                <a:cubicBezTo>
                  <a:pt x="1291995" y="78349"/>
                  <a:pt x="1291312" y="69940"/>
                  <a:pt x="1289945" y="65366"/>
                </a:cubicBezTo>
                <a:cubicBezTo>
                  <a:pt x="1288577" y="60791"/>
                  <a:pt x="1286563" y="57458"/>
                  <a:pt x="1283901" y="55370"/>
                </a:cubicBezTo>
                <a:cubicBezTo>
                  <a:pt x="1282030" y="53856"/>
                  <a:pt x="1279584" y="53100"/>
                  <a:pt x="1276562" y="53100"/>
                </a:cubicBezTo>
                <a:close/>
                <a:moveTo>
                  <a:pt x="1380927" y="48567"/>
                </a:moveTo>
                <a:lnTo>
                  <a:pt x="1380927" y="61950"/>
                </a:lnTo>
                <a:cubicBezTo>
                  <a:pt x="1386467" y="55865"/>
                  <a:pt x="1391593" y="51610"/>
                  <a:pt x="1396306" y="49184"/>
                </a:cubicBezTo>
                <a:cubicBezTo>
                  <a:pt x="1401019" y="46758"/>
                  <a:pt x="1406181" y="45545"/>
                  <a:pt x="1411793" y="45545"/>
                </a:cubicBezTo>
                <a:cubicBezTo>
                  <a:pt x="1418269" y="45545"/>
                  <a:pt x="1423701" y="47065"/>
                  <a:pt x="1428090" y="50105"/>
                </a:cubicBezTo>
                <a:cubicBezTo>
                  <a:pt x="1432479" y="53145"/>
                  <a:pt x="1435861" y="57777"/>
                  <a:pt x="1438235" y="64000"/>
                </a:cubicBezTo>
                <a:cubicBezTo>
                  <a:pt x="1443992" y="57487"/>
                  <a:pt x="1449514" y="52783"/>
                  <a:pt x="1454802" y="49889"/>
                </a:cubicBezTo>
                <a:cubicBezTo>
                  <a:pt x="1460091" y="46993"/>
                  <a:pt x="1465613" y="45545"/>
                  <a:pt x="1471369" y="45545"/>
                </a:cubicBezTo>
                <a:cubicBezTo>
                  <a:pt x="1478348" y="45545"/>
                  <a:pt x="1483906" y="47148"/>
                  <a:pt x="1488044" y="50354"/>
                </a:cubicBezTo>
                <a:cubicBezTo>
                  <a:pt x="1492181" y="53561"/>
                  <a:pt x="1495059" y="57632"/>
                  <a:pt x="1496678" y="62567"/>
                </a:cubicBezTo>
                <a:cubicBezTo>
                  <a:pt x="1498297" y="67502"/>
                  <a:pt x="1499106" y="75373"/>
                  <a:pt x="1499106" y="86179"/>
                </a:cubicBezTo>
                <a:lnTo>
                  <a:pt x="1499106" y="127569"/>
                </a:lnTo>
                <a:cubicBezTo>
                  <a:pt x="1499106" y="135340"/>
                  <a:pt x="1499807" y="140160"/>
                  <a:pt x="1501211" y="142031"/>
                </a:cubicBezTo>
                <a:cubicBezTo>
                  <a:pt x="1502614" y="143902"/>
                  <a:pt x="1505546" y="145125"/>
                  <a:pt x="1510007" y="145701"/>
                </a:cubicBezTo>
                <a:lnTo>
                  <a:pt x="1510007" y="149586"/>
                </a:lnTo>
                <a:lnTo>
                  <a:pt x="1457878" y="149586"/>
                </a:lnTo>
                <a:lnTo>
                  <a:pt x="1457878" y="145701"/>
                </a:lnTo>
                <a:cubicBezTo>
                  <a:pt x="1461979" y="145341"/>
                  <a:pt x="1465001" y="143758"/>
                  <a:pt x="1466944" y="140952"/>
                </a:cubicBezTo>
                <a:cubicBezTo>
                  <a:pt x="1468239" y="139009"/>
                  <a:pt x="1468887" y="134548"/>
                  <a:pt x="1468887" y="127569"/>
                </a:cubicBezTo>
                <a:lnTo>
                  <a:pt x="1468887" y="84183"/>
                </a:lnTo>
                <a:cubicBezTo>
                  <a:pt x="1468887" y="75189"/>
                  <a:pt x="1468527" y="69469"/>
                  <a:pt x="1467807" y="67022"/>
                </a:cubicBezTo>
                <a:cubicBezTo>
                  <a:pt x="1467088" y="64576"/>
                  <a:pt x="1465955" y="62759"/>
                  <a:pt x="1464408" y="61572"/>
                </a:cubicBezTo>
                <a:cubicBezTo>
                  <a:pt x="1462861" y="60385"/>
                  <a:pt x="1461044" y="59791"/>
                  <a:pt x="1458957" y="59791"/>
                </a:cubicBezTo>
                <a:cubicBezTo>
                  <a:pt x="1455863" y="59791"/>
                  <a:pt x="1452734" y="60924"/>
                  <a:pt x="1449568" y="63191"/>
                </a:cubicBezTo>
                <a:cubicBezTo>
                  <a:pt x="1446402" y="65457"/>
                  <a:pt x="1443200" y="68857"/>
                  <a:pt x="1439962" y="73390"/>
                </a:cubicBezTo>
                <a:lnTo>
                  <a:pt x="1439962" y="127569"/>
                </a:lnTo>
                <a:cubicBezTo>
                  <a:pt x="1439962" y="134836"/>
                  <a:pt x="1440574" y="139405"/>
                  <a:pt x="1441797" y="141276"/>
                </a:cubicBezTo>
                <a:cubicBezTo>
                  <a:pt x="1443452" y="143938"/>
                  <a:pt x="1446618" y="145413"/>
                  <a:pt x="1451295" y="145701"/>
                </a:cubicBezTo>
                <a:lnTo>
                  <a:pt x="1451295" y="149586"/>
                </a:lnTo>
                <a:lnTo>
                  <a:pt x="1399058" y="149586"/>
                </a:lnTo>
                <a:lnTo>
                  <a:pt x="1399058" y="145701"/>
                </a:lnTo>
                <a:cubicBezTo>
                  <a:pt x="1401864" y="145557"/>
                  <a:pt x="1404077" y="144855"/>
                  <a:pt x="1405696" y="143596"/>
                </a:cubicBezTo>
                <a:cubicBezTo>
                  <a:pt x="1407315" y="142337"/>
                  <a:pt x="1408394" y="140826"/>
                  <a:pt x="1408933" y="139063"/>
                </a:cubicBezTo>
                <a:cubicBezTo>
                  <a:pt x="1409473" y="137300"/>
                  <a:pt x="1409743" y="133469"/>
                  <a:pt x="1409743" y="127569"/>
                </a:cubicBezTo>
                <a:lnTo>
                  <a:pt x="1409743" y="84115"/>
                </a:lnTo>
                <a:cubicBezTo>
                  <a:pt x="1409743" y="74962"/>
                  <a:pt x="1409383" y="69233"/>
                  <a:pt x="1408664" y="66928"/>
                </a:cubicBezTo>
                <a:cubicBezTo>
                  <a:pt x="1407944" y="64621"/>
                  <a:pt x="1406739" y="62819"/>
                  <a:pt x="1405048" y="61521"/>
                </a:cubicBezTo>
                <a:cubicBezTo>
                  <a:pt x="1403357" y="60224"/>
                  <a:pt x="1401540" y="59575"/>
                  <a:pt x="1399598" y="59575"/>
                </a:cubicBezTo>
                <a:cubicBezTo>
                  <a:pt x="1396720" y="59575"/>
                  <a:pt x="1394094" y="60336"/>
                  <a:pt x="1391719" y="61859"/>
                </a:cubicBezTo>
                <a:cubicBezTo>
                  <a:pt x="1388337" y="64107"/>
                  <a:pt x="1384740" y="67951"/>
                  <a:pt x="1380927" y="73390"/>
                </a:cubicBezTo>
                <a:lnTo>
                  <a:pt x="1380927" y="127569"/>
                </a:lnTo>
                <a:cubicBezTo>
                  <a:pt x="1380927" y="134692"/>
                  <a:pt x="1381628" y="139387"/>
                  <a:pt x="1383031" y="141653"/>
                </a:cubicBezTo>
                <a:cubicBezTo>
                  <a:pt x="1384434" y="143920"/>
                  <a:pt x="1387366" y="145269"/>
                  <a:pt x="1391827" y="145701"/>
                </a:cubicBezTo>
                <a:lnTo>
                  <a:pt x="1391827" y="149586"/>
                </a:lnTo>
                <a:lnTo>
                  <a:pt x="1339807" y="149586"/>
                </a:lnTo>
                <a:lnTo>
                  <a:pt x="1339807" y="145701"/>
                </a:lnTo>
                <a:cubicBezTo>
                  <a:pt x="1344052" y="145269"/>
                  <a:pt x="1347074" y="143902"/>
                  <a:pt x="1348872" y="141599"/>
                </a:cubicBezTo>
                <a:cubicBezTo>
                  <a:pt x="1350096" y="140017"/>
                  <a:pt x="1350707" y="135340"/>
                  <a:pt x="1350707" y="127569"/>
                </a:cubicBezTo>
                <a:lnTo>
                  <a:pt x="1350707" y="70584"/>
                </a:lnTo>
                <a:cubicBezTo>
                  <a:pt x="1350707" y="62865"/>
                  <a:pt x="1350006" y="58059"/>
                  <a:pt x="1348603" y="56166"/>
                </a:cubicBezTo>
                <a:cubicBezTo>
                  <a:pt x="1347200" y="54272"/>
                  <a:pt x="1344268" y="53035"/>
                  <a:pt x="1339807" y="52452"/>
                </a:cubicBezTo>
                <a:lnTo>
                  <a:pt x="1339807" y="48567"/>
                </a:lnTo>
                <a:lnTo>
                  <a:pt x="1380927" y="48567"/>
                </a:lnTo>
                <a:close/>
                <a:moveTo>
                  <a:pt x="1562241" y="139333"/>
                </a:moveTo>
                <a:lnTo>
                  <a:pt x="1562241" y="176783"/>
                </a:lnTo>
                <a:cubicBezTo>
                  <a:pt x="1562241" y="182034"/>
                  <a:pt x="1562655" y="185606"/>
                  <a:pt x="1563482" y="187502"/>
                </a:cubicBezTo>
                <a:cubicBezTo>
                  <a:pt x="1564310" y="189400"/>
                  <a:pt x="1565587" y="190786"/>
                  <a:pt x="1567314" y="191660"/>
                </a:cubicBezTo>
                <a:cubicBezTo>
                  <a:pt x="1569041" y="192535"/>
                  <a:pt x="1572422" y="192972"/>
                  <a:pt x="1577459" y="192972"/>
                </a:cubicBezTo>
                <a:lnTo>
                  <a:pt x="1577459" y="196858"/>
                </a:lnTo>
                <a:lnTo>
                  <a:pt x="1519934" y="196858"/>
                </a:lnTo>
                <a:lnTo>
                  <a:pt x="1519934" y="192972"/>
                </a:lnTo>
                <a:cubicBezTo>
                  <a:pt x="1524395" y="192826"/>
                  <a:pt x="1527705" y="191550"/>
                  <a:pt x="1529863" y="189144"/>
                </a:cubicBezTo>
                <a:cubicBezTo>
                  <a:pt x="1531302" y="187469"/>
                  <a:pt x="1532022" y="183133"/>
                  <a:pt x="1532022" y="176136"/>
                </a:cubicBezTo>
                <a:lnTo>
                  <a:pt x="1532022" y="69720"/>
                </a:lnTo>
                <a:cubicBezTo>
                  <a:pt x="1532022" y="62507"/>
                  <a:pt x="1531194" y="57899"/>
                  <a:pt x="1529539" y="55896"/>
                </a:cubicBezTo>
                <a:cubicBezTo>
                  <a:pt x="1527885" y="53892"/>
                  <a:pt x="1524683" y="52745"/>
                  <a:pt x="1519934" y="52452"/>
                </a:cubicBezTo>
                <a:lnTo>
                  <a:pt x="1519934" y="48567"/>
                </a:lnTo>
                <a:lnTo>
                  <a:pt x="1562241" y="48567"/>
                </a:lnTo>
                <a:lnTo>
                  <a:pt x="1562241" y="61842"/>
                </a:lnTo>
                <a:cubicBezTo>
                  <a:pt x="1565767" y="56661"/>
                  <a:pt x="1569364" y="52920"/>
                  <a:pt x="1573034" y="50617"/>
                </a:cubicBezTo>
                <a:cubicBezTo>
                  <a:pt x="1578286" y="47236"/>
                  <a:pt x="1584006" y="45545"/>
                  <a:pt x="1590194" y="45545"/>
                </a:cubicBezTo>
                <a:cubicBezTo>
                  <a:pt x="1597605" y="45545"/>
                  <a:pt x="1604350" y="47886"/>
                  <a:pt x="1610430" y="52567"/>
                </a:cubicBezTo>
                <a:cubicBezTo>
                  <a:pt x="1616510" y="57248"/>
                  <a:pt x="1621133" y="63713"/>
                  <a:pt x="1624299" y="71960"/>
                </a:cubicBezTo>
                <a:cubicBezTo>
                  <a:pt x="1627465" y="80207"/>
                  <a:pt x="1629048" y="89084"/>
                  <a:pt x="1629048" y="98591"/>
                </a:cubicBezTo>
                <a:cubicBezTo>
                  <a:pt x="1629048" y="108817"/>
                  <a:pt x="1627411" y="118161"/>
                  <a:pt x="1624137" y="126625"/>
                </a:cubicBezTo>
                <a:cubicBezTo>
                  <a:pt x="1620863" y="135088"/>
                  <a:pt x="1616114" y="141534"/>
                  <a:pt x="1609891" y="145964"/>
                </a:cubicBezTo>
                <a:cubicBezTo>
                  <a:pt x="1603667" y="150393"/>
                  <a:pt x="1596742" y="152608"/>
                  <a:pt x="1589115" y="152608"/>
                </a:cubicBezTo>
                <a:cubicBezTo>
                  <a:pt x="1583575" y="152608"/>
                  <a:pt x="1578394" y="151385"/>
                  <a:pt x="1573573" y="148938"/>
                </a:cubicBezTo>
                <a:cubicBezTo>
                  <a:pt x="1569976" y="147068"/>
                  <a:pt x="1566198" y="143866"/>
                  <a:pt x="1562241" y="139333"/>
                </a:cubicBezTo>
                <a:moveTo>
                  <a:pt x="1562241" y="128416"/>
                </a:moveTo>
                <a:cubicBezTo>
                  <a:pt x="1568429" y="137205"/>
                  <a:pt x="1575048" y="141599"/>
                  <a:pt x="1582100" y="141599"/>
                </a:cubicBezTo>
                <a:cubicBezTo>
                  <a:pt x="1585985" y="141599"/>
                  <a:pt x="1589187" y="139547"/>
                  <a:pt x="1591705" y="135441"/>
                </a:cubicBezTo>
                <a:cubicBezTo>
                  <a:pt x="1595447" y="129388"/>
                  <a:pt x="1597317" y="117860"/>
                  <a:pt x="1597317" y="100857"/>
                </a:cubicBezTo>
                <a:cubicBezTo>
                  <a:pt x="1597317" y="83423"/>
                  <a:pt x="1595267" y="71499"/>
                  <a:pt x="1591165" y="65086"/>
                </a:cubicBezTo>
                <a:cubicBezTo>
                  <a:pt x="1588431" y="60837"/>
                  <a:pt x="1584762" y="58712"/>
                  <a:pt x="1580157" y="58712"/>
                </a:cubicBezTo>
                <a:cubicBezTo>
                  <a:pt x="1572890" y="58712"/>
                  <a:pt x="1566918" y="63971"/>
                  <a:pt x="1562241" y="74489"/>
                </a:cubicBezTo>
                <a:lnTo>
                  <a:pt x="1562241" y="128416"/>
                </a:lnTo>
                <a:close/>
                <a:moveTo>
                  <a:pt x="1686107" y="11440"/>
                </a:moveTo>
                <a:lnTo>
                  <a:pt x="1686107" y="48567"/>
                </a:lnTo>
                <a:lnTo>
                  <a:pt x="1710067" y="48567"/>
                </a:lnTo>
                <a:lnTo>
                  <a:pt x="1710067" y="59144"/>
                </a:lnTo>
                <a:lnTo>
                  <a:pt x="1686107" y="59144"/>
                </a:lnTo>
                <a:lnTo>
                  <a:pt x="1686107" y="121586"/>
                </a:lnTo>
                <a:cubicBezTo>
                  <a:pt x="1686107" y="127430"/>
                  <a:pt x="1686377" y="131199"/>
                  <a:pt x="1686916" y="132895"/>
                </a:cubicBezTo>
                <a:cubicBezTo>
                  <a:pt x="1687456" y="134590"/>
                  <a:pt x="1688409" y="135961"/>
                  <a:pt x="1689776" y="137009"/>
                </a:cubicBezTo>
                <a:cubicBezTo>
                  <a:pt x="1691144" y="138055"/>
                  <a:pt x="1692403" y="138578"/>
                  <a:pt x="1693554" y="138578"/>
                </a:cubicBezTo>
                <a:cubicBezTo>
                  <a:pt x="1698231" y="138578"/>
                  <a:pt x="1702656" y="134980"/>
                  <a:pt x="1706829" y="127785"/>
                </a:cubicBezTo>
                <a:lnTo>
                  <a:pt x="1710067" y="130183"/>
                </a:lnTo>
                <a:cubicBezTo>
                  <a:pt x="1704239" y="144126"/>
                  <a:pt x="1694777" y="151097"/>
                  <a:pt x="1681682" y="151097"/>
                </a:cubicBezTo>
                <a:cubicBezTo>
                  <a:pt x="1675278" y="151097"/>
                  <a:pt x="1669864" y="149311"/>
                  <a:pt x="1665439" y="145738"/>
                </a:cubicBezTo>
                <a:cubicBezTo>
                  <a:pt x="1661014" y="142163"/>
                  <a:pt x="1658190" y="138173"/>
                  <a:pt x="1656967" y="133768"/>
                </a:cubicBezTo>
                <a:cubicBezTo>
                  <a:pt x="1656247" y="131313"/>
                  <a:pt x="1655888" y="124670"/>
                  <a:pt x="1655888" y="113839"/>
                </a:cubicBezTo>
                <a:lnTo>
                  <a:pt x="1655888" y="59144"/>
                </a:lnTo>
                <a:lnTo>
                  <a:pt x="1642721" y="59144"/>
                </a:lnTo>
                <a:lnTo>
                  <a:pt x="1642721" y="55356"/>
                </a:lnTo>
                <a:cubicBezTo>
                  <a:pt x="1651786" y="48939"/>
                  <a:pt x="1659503" y="42197"/>
                  <a:pt x="1665871" y="35130"/>
                </a:cubicBezTo>
                <a:cubicBezTo>
                  <a:pt x="1672238" y="28063"/>
                  <a:pt x="1677797" y="20166"/>
                  <a:pt x="1682545" y="11440"/>
                </a:cubicBezTo>
                <a:lnTo>
                  <a:pt x="1686107" y="114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5F7AF-5BF5-4C3B-A97E-ED51356E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464" y="320944"/>
            <a:ext cx="3709216" cy="4351594"/>
          </a:xfrm>
          <a:custGeom xmlns:a="http://schemas.openxmlformats.org/drawingml/2006/main">
            <a:pathLst>
              <a:path w="3709216" h="4351594" fill="none">
                <a:moveTo>
                  <a:pt x="3709216" y="4351594"/>
                </a:moveTo>
                <a:lnTo>
                  <a:pt x="1126358" y="4351594"/>
                </a:lnTo>
                <a:lnTo>
                  <a:pt x="1126358" y="2198103"/>
                </a:lnTo>
                <a:lnTo>
                  <a:pt x="0" y="2198103"/>
                </a:lnTo>
                <a:lnTo>
                  <a:pt x="0" y="0"/>
                </a:lnTo>
                <a:lnTo>
                  <a:pt x="3709216" y="0"/>
                </a:lnTo>
                <a:lnTo>
                  <a:pt x="3709216" y="4351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722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68AF0-4FF4-4926-A422-DD6DAA5D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05" y="2621073"/>
            <a:ext cx="7045438" cy="2051466"/>
          </a:xfrm>
          <a:custGeom xmlns:a="http://schemas.openxmlformats.org/drawingml/2006/main">
            <a:pathLst>
              <a:path w="7045438" h="2051466" fill="none">
                <a:moveTo>
                  <a:pt x="0" y="0"/>
                </a:moveTo>
                <a:lnTo>
                  <a:pt x="7045438" y="0"/>
                </a:lnTo>
                <a:lnTo>
                  <a:pt x="7045438" y="2051466"/>
                </a:lnTo>
                <a:lnTo>
                  <a:pt x="0" y="205146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722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E99BF-CE57-492A-968A-5126F21B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029" y="314037"/>
            <a:ext cx="3826640" cy="2210333"/>
          </a:xfrm>
          <a:custGeom xmlns:a="http://schemas.openxmlformats.org/drawingml/2006/main">
            <a:pathLst>
              <a:path w="3826640" h="2210333" fill="none">
                <a:moveTo>
                  <a:pt x="0" y="0"/>
                </a:moveTo>
                <a:lnTo>
                  <a:pt x="3826640" y="0"/>
                </a:lnTo>
                <a:lnTo>
                  <a:pt x="3826640" y="2210333"/>
                </a:lnTo>
                <a:lnTo>
                  <a:pt x="0" y="22103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722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334448-449B-4AE9-88C1-38AB2197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7" y="300223"/>
            <a:ext cx="5228820" cy="2210333"/>
          </a:xfrm>
          <a:custGeom xmlns:a="http://schemas.openxmlformats.org/drawingml/2006/main">
            <a:pathLst>
              <a:path w="5228820" h="2210333" fill="none">
                <a:moveTo>
                  <a:pt x="0" y="0"/>
                </a:moveTo>
                <a:lnTo>
                  <a:pt x="5228820" y="0"/>
                </a:lnTo>
                <a:lnTo>
                  <a:pt x="5228820" y="2210333"/>
                </a:lnTo>
                <a:lnTo>
                  <a:pt x="0" y="22103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722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CA44A-F121-444B-A068-8EA9B082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" y="48107"/>
            <a:ext cx="5242635" cy="276292"/>
          </a:xfrm>
          <a:custGeom xmlns:a="http://schemas.openxmlformats.org/drawingml/2006/main">
            <a:pathLst>
              <a:path w="5242635" h="276292">
                <a:moveTo>
                  <a:pt x="0" y="0"/>
                </a:moveTo>
                <a:lnTo>
                  <a:pt x="5242635" y="0"/>
                </a:lnTo>
                <a:lnTo>
                  <a:pt x="5242635" y="276292"/>
                </a:lnTo>
                <a:lnTo>
                  <a:pt x="0" y="2762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E1E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Step1.QueryLLM">
            <a:extLst xmlns:a="http://schemas.openxmlformats.org/drawingml/2006/main">
              <a:ext uri="{FF2B5EF4-FFF2-40B4-BE49-F238E27FC236}">
                <a16:creationId xmlns:a16="http://schemas.microsoft.com/office/drawing/2014/main" id="{CDD29815-4A3E-4BBE-A26F-BD54DC8E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90" y="136228"/>
            <a:ext cx="1293818" cy="147967"/>
          </a:xfrm>
          <a:custGeom xmlns:a="http://schemas.openxmlformats.org/drawingml/2006/main">
            <a:pathLst>
              <a:path w="1293818" h="147967">
                <a:moveTo>
                  <a:pt x="65646" y="0"/>
                </a:moveTo>
                <a:lnTo>
                  <a:pt x="65646" y="37882"/>
                </a:lnTo>
                <a:lnTo>
                  <a:pt x="62651" y="37882"/>
                </a:lnTo>
                <a:cubicBezTo>
                  <a:pt x="61680" y="30597"/>
                  <a:pt x="59940" y="24796"/>
                  <a:pt x="57430" y="20479"/>
                </a:cubicBezTo>
                <a:cubicBezTo>
                  <a:pt x="54921" y="16162"/>
                  <a:pt x="51346" y="12735"/>
                  <a:pt x="46705" y="10199"/>
                </a:cubicBezTo>
                <a:cubicBezTo>
                  <a:pt x="42064" y="7663"/>
                  <a:pt x="37262" y="6395"/>
                  <a:pt x="32297" y="6395"/>
                </a:cubicBezTo>
                <a:cubicBezTo>
                  <a:pt x="26685" y="6395"/>
                  <a:pt x="22044" y="8107"/>
                  <a:pt x="18374" y="11532"/>
                </a:cubicBezTo>
                <a:cubicBezTo>
                  <a:pt x="14705" y="14955"/>
                  <a:pt x="12870" y="18851"/>
                  <a:pt x="12870" y="23219"/>
                </a:cubicBezTo>
                <a:cubicBezTo>
                  <a:pt x="12870" y="26563"/>
                  <a:pt x="14030" y="29609"/>
                  <a:pt x="16351" y="32358"/>
                </a:cubicBezTo>
                <a:cubicBezTo>
                  <a:pt x="19697" y="36403"/>
                  <a:pt x="27656" y="41796"/>
                  <a:pt x="40230" y="48537"/>
                </a:cubicBezTo>
                <a:cubicBezTo>
                  <a:pt x="50483" y="54036"/>
                  <a:pt x="57484" y="58255"/>
                  <a:pt x="61235" y="61194"/>
                </a:cubicBezTo>
                <a:cubicBezTo>
                  <a:pt x="64985" y="64132"/>
                  <a:pt x="67872" y="67597"/>
                  <a:pt x="69896" y="71588"/>
                </a:cubicBezTo>
                <a:cubicBezTo>
                  <a:pt x="71919" y="75578"/>
                  <a:pt x="72931" y="79757"/>
                  <a:pt x="72931" y="84124"/>
                </a:cubicBezTo>
                <a:cubicBezTo>
                  <a:pt x="72931" y="92428"/>
                  <a:pt x="69707" y="99587"/>
                  <a:pt x="63258" y="105600"/>
                </a:cubicBezTo>
                <a:cubicBezTo>
                  <a:pt x="56810" y="111612"/>
                  <a:pt x="48513" y="114618"/>
                  <a:pt x="38368" y="114618"/>
                </a:cubicBezTo>
                <a:cubicBezTo>
                  <a:pt x="35184" y="114618"/>
                  <a:pt x="32189" y="114378"/>
                  <a:pt x="29383" y="113899"/>
                </a:cubicBezTo>
                <a:cubicBezTo>
                  <a:pt x="27710" y="113633"/>
                  <a:pt x="24243" y="112661"/>
                  <a:pt x="18982" y="110983"/>
                </a:cubicBezTo>
                <a:cubicBezTo>
                  <a:pt x="13720" y="109305"/>
                  <a:pt x="10388" y="108466"/>
                  <a:pt x="8985" y="108466"/>
                </a:cubicBezTo>
                <a:cubicBezTo>
                  <a:pt x="7636" y="108466"/>
                  <a:pt x="6570" y="108866"/>
                  <a:pt x="5788" y="109665"/>
                </a:cubicBezTo>
                <a:cubicBezTo>
                  <a:pt x="5005" y="110464"/>
                  <a:pt x="4425" y="112115"/>
                  <a:pt x="4047" y="114618"/>
                </a:cubicBezTo>
                <a:lnTo>
                  <a:pt x="1052" y="114618"/>
                </a:lnTo>
                <a:lnTo>
                  <a:pt x="1052" y="77059"/>
                </a:lnTo>
                <a:lnTo>
                  <a:pt x="4047" y="77059"/>
                </a:lnTo>
                <a:cubicBezTo>
                  <a:pt x="5450" y="84938"/>
                  <a:pt x="7339" y="90834"/>
                  <a:pt x="9713" y="94746"/>
                </a:cubicBezTo>
                <a:cubicBezTo>
                  <a:pt x="12088" y="98658"/>
                  <a:pt x="15717" y="101910"/>
                  <a:pt x="20600" y="104500"/>
                </a:cubicBezTo>
                <a:cubicBezTo>
                  <a:pt x="25484" y="107090"/>
                  <a:pt x="30840" y="108385"/>
                  <a:pt x="36668" y="108385"/>
                </a:cubicBezTo>
                <a:cubicBezTo>
                  <a:pt x="43413" y="108385"/>
                  <a:pt x="48742" y="106606"/>
                  <a:pt x="52655" y="103048"/>
                </a:cubicBezTo>
                <a:cubicBezTo>
                  <a:pt x="56567" y="99488"/>
                  <a:pt x="58523" y="95281"/>
                  <a:pt x="58523" y="90428"/>
                </a:cubicBezTo>
                <a:cubicBezTo>
                  <a:pt x="58523" y="87732"/>
                  <a:pt x="57781" y="85009"/>
                  <a:pt x="56297" y="82260"/>
                </a:cubicBezTo>
                <a:cubicBezTo>
                  <a:pt x="54813" y="79510"/>
                  <a:pt x="52506" y="76948"/>
                  <a:pt x="49376" y="74575"/>
                </a:cubicBezTo>
                <a:cubicBezTo>
                  <a:pt x="47272" y="72958"/>
                  <a:pt x="41525" y="69521"/>
                  <a:pt x="32135" y="64263"/>
                </a:cubicBezTo>
                <a:cubicBezTo>
                  <a:pt x="22745" y="59005"/>
                  <a:pt x="16068" y="54812"/>
                  <a:pt x="12101" y="51686"/>
                </a:cubicBezTo>
                <a:cubicBezTo>
                  <a:pt x="8135" y="48558"/>
                  <a:pt x="5127" y="45106"/>
                  <a:pt x="3076" y="41332"/>
                </a:cubicBezTo>
                <a:cubicBezTo>
                  <a:pt x="1025" y="37557"/>
                  <a:pt x="0" y="33404"/>
                  <a:pt x="0" y="28875"/>
                </a:cubicBezTo>
                <a:cubicBezTo>
                  <a:pt x="0" y="21003"/>
                  <a:pt x="3022" y="14223"/>
                  <a:pt x="9066" y="8535"/>
                </a:cubicBezTo>
                <a:cubicBezTo>
                  <a:pt x="15110" y="2845"/>
                  <a:pt x="22799" y="0"/>
                  <a:pt x="32135" y="0"/>
                </a:cubicBezTo>
                <a:cubicBezTo>
                  <a:pt x="37963" y="0"/>
                  <a:pt x="44142" y="1430"/>
                  <a:pt x="50671" y="4290"/>
                </a:cubicBezTo>
                <a:cubicBezTo>
                  <a:pt x="53693" y="5639"/>
                  <a:pt x="55825" y="6314"/>
                  <a:pt x="57066" y="6314"/>
                </a:cubicBezTo>
                <a:cubicBezTo>
                  <a:pt x="58469" y="6314"/>
                  <a:pt x="59616" y="5895"/>
                  <a:pt x="60506" y="5059"/>
                </a:cubicBezTo>
                <a:cubicBezTo>
                  <a:pt x="61397" y="4223"/>
                  <a:pt x="62112" y="2536"/>
                  <a:pt x="62651" y="0"/>
                </a:cubicBezTo>
                <a:lnTo>
                  <a:pt x="65646" y="0"/>
                </a:lnTo>
                <a:close/>
                <a:moveTo>
                  <a:pt x="108522" y="13599"/>
                </a:moveTo>
                <a:lnTo>
                  <a:pt x="108522" y="38044"/>
                </a:lnTo>
                <a:lnTo>
                  <a:pt x="125844" y="38044"/>
                </a:lnTo>
                <a:lnTo>
                  <a:pt x="125844" y="43710"/>
                </a:lnTo>
                <a:lnTo>
                  <a:pt x="108522" y="43710"/>
                </a:lnTo>
                <a:lnTo>
                  <a:pt x="108522" y="91726"/>
                </a:lnTo>
                <a:cubicBezTo>
                  <a:pt x="108522" y="96523"/>
                  <a:pt x="109210" y="99758"/>
                  <a:pt x="110586" y="101429"/>
                </a:cubicBezTo>
                <a:cubicBezTo>
                  <a:pt x="111962" y="103098"/>
                  <a:pt x="113729" y="103933"/>
                  <a:pt x="115888" y="103933"/>
                </a:cubicBezTo>
                <a:cubicBezTo>
                  <a:pt x="117669" y="103933"/>
                  <a:pt x="119395" y="103380"/>
                  <a:pt x="121068" y="102274"/>
                </a:cubicBezTo>
                <a:cubicBezTo>
                  <a:pt x="122741" y="101168"/>
                  <a:pt x="124036" y="99535"/>
                  <a:pt x="124954" y="97377"/>
                </a:cubicBezTo>
                <a:lnTo>
                  <a:pt x="128110" y="97377"/>
                </a:lnTo>
                <a:cubicBezTo>
                  <a:pt x="126222" y="102680"/>
                  <a:pt x="123551" y="106691"/>
                  <a:pt x="120097" y="109410"/>
                </a:cubicBezTo>
                <a:cubicBezTo>
                  <a:pt x="116643" y="112126"/>
                  <a:pt x="113082" y="113485"/>
                  <a:pt x="109412" y="113485"/>
                </a:cubicBezTo>
                <a:cubicBezTo>
                  <a:pt x="106930" y="113485"/>
                  <a:pt x="104501" y="112796"/>
                  <a:pt x="102127" y="111418"/>
                </a:cubicBezTo>
                <a:cubicBezTo>
                  <a:pt x="99753" y="110040"/>
                  <a:pt x="97999" y="108069"/>
                  <a:pt x="96866" y="105504"/>
                </a:cubicBezTo>
                <a:cubicBezTo>
                  <a:pt x="95732" y="102937"/>
                  <a:pt x="95166" y="98979"/>
                  <a:pt x="95166" y="93630"/>
                </a:cubicBezTo>
                <a:lnTo>
                  <a:pt x="95166" y="43710"/>
                </a:lnTo>
                <a:lnTo>
                  <a:pt x="83429" y="43710"/>
                </a:lnTo>
                <a:lnTo>
                  <a:pt x="83429" y="41039"/>
                </a:lnTo>
                <a:cubicBezTo>
                  <a:pt x="86397" y="39848"/>
                  <a:pt x="89432" y="37832"/>
                  <a:pt x="92535" y="34991"/>
                </a:cubicBezTo>
                <a:cubicBezTo>
                  <a:pt x="95638" y="32149"/>
                  <a:pt x="98404" y="28780"/>
                  <a:pt x="100832" y="24883"/>
                </a:cubicBezTo>
                <a:cubicBezTo>
                  <a:pt x="102073" y="22827"/>
                  <a:pt x="103800" y="19066"/>
                  <a:pt x="106012" y="13599"/>
                </a:cubicBezTo>
                <a:lnTo>
                  <a:pt x="108522" y="13599"/>
                </a:lnTo>
                <a:close/>
                <a:moveTo>
                  <a:pt x="145541" y="66051"/>
                </a:moveTo>
                <a:cubicBezTo>
                  <a:pt x="145487" y="77034"/>
                  <a:pt x="148159" y="85649"/>
                  <a:pt x="153555" y="91895"/>
                </a:cubicBezTo>
                <a:cubicBezTo>
                  <a:pt x="158951" y="98140"/>
                  <a:pt x="165292" y="101262"/>
                  <a:pt x="172577" y="101262"/>
                </a:cubicBezTo>
                <a:cubicBezTo>
                  <a:pt x="177434" y="101262"/>
                  <a:pt x="181656" y="99926"/>
                  <a:pt x="185245" y="97255"/>
                </a:cubicBezTo>
                <a:cubicBezTo>
                  <a:pt x="188833" y="94584"/>
                  <a:pt x="191842" y="90011"/>
                  <a:pt x="194270" y="83535"/>
                </a:cubicBezTo>
                <a:lnTo>
                  <a:pt x="196779" y="85154"/>
                </a:lnTo>
                <a:cubicBezTo>
                  <a:pt x="195646" y="92547"/>
                  <a:pt x="192354" y="99279"/>
                  <a:pt x="186904" y="105350"/>
                </a:cubicBezTo>
                <a:cubicBezTo>
                  <a:pt x="181454" y="111421"/>
                  <a:pt x="174628" y="114456"/>
                  <a:pt x="166425" y="114456"/>
                </a:cubicBezTo>
                <a:cubicBezTo>
                  <a:pt x="157521" y="114456"/>
                  <a:pt x="149899" y="110996"/>
                  <a:pt x="143558" y="104077"/>
                </a:cubicBezTo>
                <a:cubicBezTo>
                  <a:pt x="137218" y="97157"/>
                  <a:pt x="134047" y="87853"/>
                  <a:pt x="134047" y="76167"/>
                </a:cubicBezTo>
                <a:cubicBezTo>
                  <a:pt x="134047" y="63512"/>
                  <a:pt x="137298" y="53644"/>
                  <a:pt x="143801" y="46564"/>
                </a:cubicBezTo>
                <a:cubicBezTo>
                  <a:pt x="150304" y="39481"/>
                  <a:pt x="158466" y="35939"/>
                  <a:pt x="168287" y="35939"/>
                </a:cubicBezTo>
                <a:cubicBezTo>
                  <a:pt x="176597" y="35939"/>
                  <a:pt x="183424" y="38671"/>
                  <a:pt x="188766" y="44135"/>
                </a:cubicBezTo>
                <a:cubicBezTo>
                  <a:pt x="194108" y="49597"/>
                  <a:pt x="196779" y="56903"/>
                  <a:pt x="196779" y="66051"/>
                </a:cubicBezTo>
                <a:lnTo>
                  <a:pt x="145541" y="66051"/>
                </a:lnTo>
                <a:moveTo>
                  <a:pt x="145541" y="61356"/>
                </a:moveTo>
                <a:lnTo>
                  <a:pt x="179862" y="61356"/>
                </a:lnTo>
                <a:cubicBezTo>
                  <a:pt x="179592" y="56607"/>
                  <a:pt x="179026" y="53262"/>
                  <a:pt x="178162" y="51319"/>
                </a:cubicBezTo>
                <a:cubicBezTo>
                  <a:pt x="176813" y="48297"/>
                  <a:pt x="174803" y="45923"/>
                  <a:pt x="172132" y="44196"/>
                </a:cubicBezTo>
                <a:cubicBezTo>
                  <a:pt x="169461" y="42469"/>
                  <a:pt x="166668" y="41606"/>
                  <a:pt x="163754" y="41606"/>
                </a:cubicBezTo>
                <a:cubicBezTo>
                  <a:pt x="159275" y="41606"/>
                  <a:pt x="155268" y="43346"/>
                  <a:pt x="151734" y="46827"/>
                </a:cubicBezTo>
                <a:cubicBezTo>
                  <a:pt x="148199" y="50307"/>
                  <a:pt x="146135" y="55150"/>
                  <a:pt x="145541" y="61356"/>
                </a:cubicBezTo>
                <a:close/>
                <a:moveTo>
                  <a:pt x="201338" y="45337"/>
                </a:moveTo>
                <a:lnTo>
                  <a:pt x="224164" y="36101"/>
                </a:lnTo>
                <a:lnTo>
                  <a:pt x="227240" y="36101"/>
                </a:lnTo>
                <a:lnTo>
                  <a:pt x="227240" y="53424"/>
                </a:lnTo>
                <a:cubicBezTo>
                  <a:pt x="231071" y="46894"/>
                  <a:pt x="234916" y="42348"/>
                  <a:pt x="238775" y="39784"/>
                </a:cubicBezTo>
                <a:cubicBezTo>
                  <a:pt x="242633" y="37221"/>
                  <a:pt x="246694" y="35939"/>
                  <a:pt x="250957" y="35939"/>
                </a:cubicBezTo>
                <a:cubicBezTo>
                  <a:pt x="258404" y="35939"/>
                  <a:pt x="264610" y="38850"/>
                  <a:pt x="269574" y="44671"/>
                </a:cubicBezTo>
                <a:cubicBezTo>
                  <a:pt x="275672" y="51788"/>
                  <a:pt x="278721" y="61060"/>
                  <a:pt x="278721" y="72489"/>
                </a:cubicBezTo>
                <a:cubicBezTo>
                  <a:pt x="278721" y="85264"/>
                  <a:pt x="275051" y="95830"/>
                  <a:pt x="267712" y="104186"/>
                </a:cubicBezTo>
                <a:cubicBezTo>
                  <a:pt x="261669" y="111033"/>
                  <a:pt x="254060" y="114456"/>
                  <a:pt x="244886" y="114456"/>
                </a:cubicBezTo>
                <a:cubicBezTo>
                  <a:pt x="240893" y="114456"/>
                  <a:pt x="237439" y="113889"/>
                  <a:pt x="234525" y="112756"/>
                </a:cubicBezTo>
                <a:cubicBezTo>
                  <a:pt x="232366" y="111947"/>
                  <a:pt x="229938" y="110328"/>
                  <a:pt x="227240" y="107899"/>
                </a:cubicBezTo>
                <a:lnTo>
                  <a:pt x="227240" y="130483"/>
                </a:lnTo>
                <a:cubicBezTo>
                  <a:pt x="227240" y="135556"/>
                  <a:pt x="227550" y="138780"/>
                  <a:pt x="228171" y="140156"/>
                </a:cubicBezTo>
                <a:cubicBezTo>
                  <a:pt x="228791" y="141532"/>
                  <a:pt x="229871" y="142625"/>
                  <a:pt x="231409" y="143434"/>
                </a:cubicBezTo>
                <a:cubicBezTo>
                  <a:pt x="232947" y="144244"/>
                  <a:pt x="235739" y="144648"/>
                  <a:pt x="239786" y="144648"/>
                </a:cubicBezTo>
                <a:lnTo>
                  <a:pt x="239786" y="147643"/>
                </a:lnTo>
                <a:lnTo>
                  <a:pt x="200933" y="147643"/>
                </a:lnTo>
                <a:lnTo>
                  <a:pt x="200933" y="144648"/>
                </a:lnTo>
                <a:lnTo>
                  <a:pt x="202957" y="144648"/>
                </a:lnTo>
                <a:cubicBezTo>
                  <a:pt x="205925" y="144702"/>
                  <a:pt x="208461" y="144135"/>
                  <a:pt x="210565" y="142946"/>
                </a:cubicBezTo>
                <a:cubicBezTo>
                  <a:pt x="211591" y="142352"/>
                  <a:pt x="212387" y="141394"/>
                  <a:pt x="212953" y="140070"/>
                </a:cubicBezTo>
                <a:cubicBezTo>
                  <a:pt x="213520" y="138748"/>
                  <a:pt x="213803" y="135387"/>
                  <a:pt x="213803" y="129987"/>
                </a:cubicBezTo>
                <a:lnTo>
                  <a:pt x="213803" y="59836"/>
                </a:lnTo>
                <a:cubicBezTo>
                  <a:pt x="213803" y="55030"/>
                  <a:pt x="213587" y="51979"/>
                  <a:pt x="213156" y="50684"/>
                </a:cubicBezTo>
                <a:cubicBezTo>
                  <a:pt x="212724" y="49387"/>
                  <a:pt x="212036" y="48415"/>
                  <a:pt x="211091" y="47768"/>
                </a:cubicBezTo>
                <a:cubicBezTo>
                  <a:pt x="210147" y="47118"/>
                  <a:pt x="208866" y="46794"/>
                  <a:pt x="207247" y="46794"/>
                </a:cubicBezTo>
                <a:cubicBezTo>
                  <a:pt x="205951" y="46794"/>
                  <a:pt x="204306" y="47171"/>
                  <a:pt x="202309" y="47927"/>
                </a:cubicBezTo>
                <a:lnTo>
                  <a:pt x="201338" y="45337"/>
                </a:lnTo>
                <a:moveTo>
                  <a:pt x="227240" y="58346"/>
                </a:moveTo>
                <a:lnTo>
                  <a:pt x="227240" y="85994"/>
                </a:lnTo>
                <a:cubicBezTo>
                  <a:pt x="227240" y="91977"/>
                  <a:pt x="227483" y="95911"/>
                  <a:pt x="227968" y="97797"/>
                </a:cubicBezTo>
                <a:cubicBezTo>
                  <a:pt x="228724" y="100923"/>
                  <a:pt x="230572" y="103672"/>
                  <a:pt x="233513" y="106043"/>
                </a:cubicBezTo>
                <a:cubicBezTo>
                  <a:pt x="236454" y="108414"/>
                  <a:pt x="240164" y="109599"/>
                  <a:pt x="244643" y="109599"/>
                </a:cubicBezTo>
                <a:cubicBezTo>
                  <a:pt x="250039" y="109599"/>
                  <a:pt x="254410" y="107497"/>
                  <a:pt x="257756" y="103293"/>
                </a:cubicBezTo>
                <a:cubicBezTo>
                  <a:pt x="262127" y="97797"/>
                  <a:pt x="264313" y="90064"/>
                  <a:pt x="264313" y="80092"/>
                </a:cubicBezTo>
                <a:cubicBezTo>
                  <a:pt x="264313" y="68775"/>
                  <a:pt x="261830" y="60072"/>
                  <a:pt x="256866" y="53983"/>
                </a:cubicBezTo>
                <a:cubicBezTo>
                  <a:pt x="253412" y="49779"/>
                  <a:pt x="249311" y="47676"/>
                  <a:pt x="244562" y="47676"/>
                </a:cubicBezTo>
                <a:cubicBezTo>
                  <a:pt x="241972" y="47676"/>
                  <a:pt x="239409" y="48323"/>
                  <a:pt x="236872" y="49617"/>
                </a:cubicBezTo>
                <a:cubicBezTo>
                  <a:pt x="234930" y="50586"/>
                  <a:pt x="231719" y="53496"/>
                  <a:pt x="227240" y="58346"/>
                </a:cubicBezTo>
                <a:close/>
                <a:moveTo>
                  <a:pt x="345258" y="13194"/>
                </a:moveTo>
                <a:lnTo>
                  <a:pt x="371969" y="162"/>
                </a:lnTo>
                <a:lnTo>
                  <a:pt x="374640" y="162"/>
                </a:lnTo>
                <a:lnTo>
                  <a:pt x="374640" y="92844"/>
                </a:lnTo>
                <a:cubicBezTo>
                  <a:pt x="374640" y="98996"/>
                  <a:pt x="374897" y="102827"/>
                  <a:pt x="375409" y="104338"/>
                </a:cubicBezTo>
                <a:cubicBezTo>
                  <a:pt x="375922" y="105849"/>
                  <a:pt x="376988" y="107009"/>
                  <a:pt x="378607" y="107819"/>
                </a:cubicBezTo>
                <a:cubicBezTo>
                  <a:pt x="380226" y="108628"/>
                  <a:pt x="383517" y="109087"/>
                  <a:pt x="388482" y="109195"/>
                </a:cubicBezTo>
                <a:lnTo>
                  <a:pt x="388482" y="112190"/>
                </a:lnTo>
                <a:lnTo>
                  <a:pt x="347200" y="112190"/>
                </a:lnTo>
                <a:lnTo>
                  <a:pt x="347200" y="109195"/>
                </a:lnTo>
                <a:cubicBezTo>
                  <a:pt x="352381" y="109087"/>
                  <a:pt x="355726" y="108641"/>
                  <a:pt x="357237" y="107859"/>
                </a:cubicBezTo>
                <a:cubicBezTo>
                  <a:pt x="358748" y="107077"/>
                  <a:pt x="359801" y="106024"/>
                  <a:pt x="360394" y="104702"/>
                </a:cubicBezTo>
                <a:cubicBezTo>
                  <a:pt x="360988" y="103380"/>
                  <a:pt x="361285" y="99427"/>
                  <a:pt x="361285" y="92844"/>
                </a:cubicBezTo>
                <a:lnTo>
                  <a:pt x="361285" y="33592"/>
                </a:lnTo>
                <a:cubicBezTo>
                  <a:pt x="361285" y="25606"/>
                  <a:pt x="361015" y="20479"/>
                  <a:pt x="360475" y="18213"/>
                </a:cubicBezTo>
                <a:cubicBezTo>
                  <a:pt x="360097" y="16486"/>
                  <a:pt x="359409" y="15218"/>
                  <a:pt x="358411" y="14408"/>
                </a:cubicBezTo>
                <a:cubicBezTo>
                  <a:pt x="357413" y="13599"/>
                  <a:pt x="356212" y="13194"/>
                  <a:pt x="354809" y="13194"/>
                </a:cubicBezTo>
                <a:cubicBezTo>
                  <a:pt x="352812" y="13194"/>
                  <a:pt x="350033" y="14030"/>
                  <a:pt x="346472" y="15703"/>
                </a:cubicBezTo>
                <a:lnTo>
                  <a:pt x="345258" y="13194"/>
                </a:lnTo>
                <a:close/>
                <a:moveTo>
                  <a:pt x="429440" y="96486"/>
                </a:moveTo>
                <a:cubicBezTo>
                  <a:pt x="431976" y="96486"/>
                  <a:pt x="434108" y="97363"/>
                  <a:pt x="435835" y="99117"/>
                </a:cubicBezTo>
                <a:cubicBezTo>
                  <a:pt x="437562" y="100871"/>
                  <a:pt x="438425" y="102989"/>
                  <a:pt x="438425" y="105471"/>
                </a:cubicBezTo>
                <a:cubicBezTo>
                  <a:pt x="438425" y="107953"/>
                  <a:pt x="437548" y="110071"/>
                  <a:pt x="435794" y="111825"/>
                </a:cubicBezTo>
                <a:cubicBezTo>
                  <a:pt x="434041" y="113579"/>
                  <a:pt x="431922" y="114456"/>
                  <a:pt x="429440" y="114456"/>
                </a:cubicBezTo>
                <a:cubicBezTo>
                  <a:pt x="426958" y="114456"/>
                  <a:pt x="424840" y="113579"/>
                  <a:pt x="423086" y="111825"/>
                </a:cubicBezTo>
                <a:cubicBezTo>
                  <a:pt x="421332" y="110071"/>
                  <a:pt x="420455" y="107953"/>
                  <a:pt x="420455" y="105471"/>
                </a:cubicBezTo>
                <a:cubicBezTo>
                  <a:pt x="420455" y="102935"/>
                  <a:pt x="421332" y="100803"/>
                  <a:pt x="423086" y="99076"/>
                </a:cubicBezTo>
                <a:cubicBezTo>
                  <a:pt x="424840" y="97350"/>
                  <a:pt x="426958" y="96486"/>
                  <a:pt x="429440" y="96486"/>
                </a:cubicBezTo>
                <a:close/>
                <a:moveTo>
                  <a:pt x="564618" y="113485"/>
                </a:moveTo>
                <a:cubicBezTo>
                  <a:pt x="570122" y="122955"/>
                  <a:pt x="576072" y="129923"/>
                  <a:pt x="582466" y="134389"/>
                </a:cubicBezTo>
                <a:cubicBezTo>
                  <a:pt x="588861" y="138856"/>
                  <a:pt x="596133" y="141412"/>
                  <a:pt x="604281" y="142058"/>
                </a:cubicBezTo>
                <a:lnTo>
                  <a:pt x="604281" y="144729"/>
                </a:lnTo>
                <a:cubicBezTo>
                  <a:pt x="596834" y="144460"/>
                  <a:pt x="588874" y="142962"/>
                  <a:pt x="580402" y="140237"/>
                </a:cubicBezTo>
                <a:cubicBezTo>
                  <a:pt x="571930" y="137512"/>
                  <a:pt x="563903" y="133734"/>
                  <a:pt x="556321" y="128905"/>
                </a:cubicBezTo>
                <a:cubicBezTo>
                  <a:pt x="548739" y="124075"/>
                  <a:pt x="542196" y="118935"/>
                  <a:pt x="536692" y="113485"/>
                </a:cubicBezTo>
                <a:cubicBezTo>
                  <a:pt x="528921" y="110355"/>
                  <a:pt x="522770" y="107036"/>
                  <a:pt x="518237" y="103528"/>
                </a:cubicBezTo>
                <a:cubicBezTo>
                  <a:pt x="511653" y="98294"/>
                  <a:pt x="506540" y="91859"/>
                  <a:pt x="502898" y="84223"/>
                </a:cubicBezTo>
                <a:cubicBezTo>
                  <a:pt x="499255" y="76587"/>
                  <a:pt x="497434" y="67562"/>
                  <a:pt x="497434" y="57147"/>
                </a:cubicBezTo>
                <a:cubicBezTo>
                  <a:pt x="497434" y="40742"/>
                  <a:pt x="502749" y="27117"/>
                  <a:pt x="513380" y="16270"/>
                </a:cubicBezTo>
                <a:cubicBezTo>
                  <a:pt x="524011" y="5423"/>
                  <a:pt x="536881" y="0"/>
                  <a:pt x="551991" y="0"/>
                </a:cubicBezTo>
                <a:cubicBezTo>
                  <a:pt x="566345" y="0"/>
                  <a:pt x="578770" y="5437"/>
                  <a:pt x="589266" y="16310"/>
                </a:cubicBezTo>
                <a:cubicBezTo>
                  <a:pt x="599762" y="27184"/>
                  <a:pt x="605009" y="40904"/>
                  <a:pt x="605009" y="57471"/>
                </a:cubicBezTo>
                <a:cubicBezTo>
                  <a:pt x="605009" y="70908"/>
                  <a:pt x="601273" y="82699"/>
                  <a:pt x="593799" y="92844"/>
                </a:cubicBezTo>
                <a:cubicBezTo>
                  <a:pt x="586325" y="102989"/>
                  <a:pt x="576598" y="109869"/>
                  <a:pt x="564618" y="113485"/>
                </a:cubicBezTo>
                <a:moveTo>
                  <a:pt x="551019" y="6233"/>
                </a:moveTo>
                <a:cubicBezTo>
                  <a:pt x="541198" y="6233"/>
                  <a:pt x="533292" y="9740"/>
                  <a:pt x="527302" y="16756"/>
                </a:cubicBezTo>
                <a:cubicBezTo>
                  <a:pt x="519748" y="25552"/>
                  <a:pt x="515970" y="39015"/>
                  <a:pt x="515970" y="57147"/>
                </a:cubicBezTo>
                <a:cubicBezTo>
                  <a:pt x="515970" y="74901"/>
                  <a:pt x="519802" y="88581"/>
                  <a:pt x="527464" y="98186"/>
                </a:cubicBezTo>
                <a:cubicBezTo>
                  <a:pt x="533400" y="105579"/>
                  <a:pt x="541252" y="109276"/>
                  <a:pt x="551019" y="109276"/>
                </a:cubicBezTo>
                <a:cubicBezTo>
                  <a:pt x="561164" y="109276"/>
                  <a:pt x="569340" y="105579"/>
                  <a:pt x="575546" y="98186"/>
                </a:cubicBezTo>
                <a:cubicBezTo>
                  <a:pt x="582831" y="89444"/>
                  <a:pt x="586473" y="76547"/>
                  <a:pt x="586473" y="59494"/>
                </a:cubicBezTo>
                <a:cubicBezTo>
                  <a:pt x="586473" y="46381"/>
                  <a:pt x="584476" y="35346"/>
                  <a:pt x="580483" y="26388"/>
                </a:cubicBezTo>
                <a:cubicBezTo>
                  <a:pt x="577407" y="19481"/>
                  <a:pt x="573320" y="14395"/>
                  <a:pt x="568220" y="11130"/>
                </a:cubicBezTo>
                <a:cubicBezTo>
                  <a:pt x="563121" y="7865"/>
                  <a:pt x="557387" y="6233"/>
                  <a:pt x="551019" y="6233"/>
                </a:cubicBezTo>
                <a:close/>
                <a:moveTo>
                  <a:pt x="681475" y="38044"/>
                </a:moveTo>
                <a:lnTo>
                  <a:pt x="681475" y="82968"/>
                </a:lnTo>
                <a:cubicBezTo>
                  <a:pt x="681475" y="91549"/>
                  <a:pt x="681677" y="96797"/>
                  <a:pt x="682082" y="98712"/>
                </a:cubicBezTo>
                <a:cubicBezTo>
                  <a:pt x="682486" y="100628"/>
                  <a:pt x="683134" y="101963"/>
                  <a:pt x="684024" y="102719"/>
                </a:cubicBezTo>
                <a:cubicBezTo>
                  <a:pt x="684915" y="103474"/>
                  <a:pt x="685953" y="103852"/>
                  <a:pt x="687141" y="103852"/>
                </a:cubicBezTo>
                <a:cubicBezTo>
                  <a:pt x="688814" y="103852"/>
                  <a:pt x="690702" y="103394"/>
                  <a:pt x="692807" y="102476"/>
                </a:cubicBezTo>
                <a:lnTo>
                  <a:pt x="693940" y="105309"/>
                </a:lnTo>
                <a:lnTo>
                  <a:pt x="671761" y="114456"/>
                </a:lnTo>
                <a:lnTo>
                  <a:pt x="668119" y="114456"/>
                </a:lnTo>
                <a:lnTo>
                  <a:pt x="668119" y="98753"/>
                </a:lnTo>
                <a:cubicBezTo>
                  <a:pt x="661751" y="105660"/>
                  <a:pt x="656894" y="110004"/>
                  <a:pt x="653549" y="111785"/>
                </a:cubicBezTo>
                <a:cubicBezTo>
                  <a:pt x="650203" y="113566"/>
                  <a:pt x="646668" y="114456"/>
                  <a:pt x="642945" y="114456"/>
                </a:cubicBezTo>
                <a:cubicBezTo>
                  <a:pt x="638790" y="114456"/>
                  <a:pt x="635188" y="113255"/>
                  <a:pt x="632139" y="110854"/>
                </a:cubicBezTo>
                <a:cubicBezTo>
                  <a:pt x="629090" y="108453"/>
                  <a:pt x="626972" y="105363"/>
                  <a:pt x="625784" y="101586"/>
                </a:cubicBezTo>
                <a:cubicBezTo>
                  <a:pt x="624597" y="97808"/>
                  <a:pt x="624004" y="92466"/>
                  <a:pt x="624004" y="85559"/>
                </a:cubicBezTo>
                <a:lnTo>
                  <a:pt x="624004" y="52452"/>
                </a:lnTo>
                <a:cubicBezTo>
                  <a:pt x="624004" y="48945"/>
                  <a:pt x="623626" y="46516"/>
                  <a:pt x="622870" y="45167"/>
                </a:cubicBezTo>
                <a:cubicBezTo>
                  <a:pt x="622115" y="43818"/>
                  <a:pt x="620995" y="42779"/>
                  <a:pt x="619511" y="42051"/>
                </a:cubicBezTo>
                <a:cubicBezTo>
                  <a:pt x="618027" y="41322"/>
                  <a:pt x="615343" y="40985"/>
                  <a:pt x="611457" y="41039"/>
                </a:cubicBezTo>
                <a:lnTo>
                  <a:pt x="611457" y="38044"/>
                </a:lnTo>
                <a:lnTo>
                  <a:pt x="637441" y="38044"/>
                </a:lnTo>
                <a:lnTo>
                  <a:pt x="637441" y="87542"/>
                </a:lnTo>
                <a:cubicBezTo>
                  <a:pt x="637441" y="94432"/>
                  <a:pt x="638641" y="98954"/>
                  <a:pt x="641043" y="101108"/>
                </a:cubicBezTo>
                <a:cubicBezTo>
                  <a:pt x="643444" y="103261"/>
                  <a:pt x="646344" y="104338"/>
                  <a:pt x="649744" y="104338"/>
                </a:cubicBezTo>
                <a:cubicBezTo>
                  <a:pt x="652065" y="104338"/>
                  <a:pt x="654695" y="103611"/>
                  <a:pt x="657636" y="102157"/>
                </a:cubicBezTo>
                <a:cubicBezTo>
                  <a:pt x="660577" y="100704"/>
                  <a:pt x="664071" y="97932"/>
                  <a:pt x="668119" y="93843"/>
                </a:cubicBezTo>
                <a:lnTo>
                  <a:pt x="668119" y="51939"/>
                </a:lnTo>
                <a:cubicBezTo>
                  <a:pt x="668119" y="47740"/>
                  <a:pt x="667350" y="44901"/>
                  <a:pt x="665812" y="43422"/>
                </a:cubicBezTo>
                <a:cubicBezTo>
                  <a:pt x="664274" y="41941"/>
                  <a:pt x="661076" y="41147"/>
                  <a:pt x="656220" y="41039"/>
                </a:cubicBezTo>
                <a:lnTo>
                  <a:pt x="656220" y="38044"/>
                </a:lnTo>
                <a:lnTo>
                  <a:pt x="681475" y="38044"/>
                </a:lnTo>
                <a:close/>
                <a:moveTo>
                  <a:pt x="711829" y="66051"/>
                </a:moveTo>
                <a:cubicBezTo>
                  <a:pt x="711775" y="77034"/>
                  <a:pt x="714446" y="85649"/>
                  <a:pt x="719842" y="91895"/>
                </a:cubicBezTo>
                <a:cubicBezTo>
                  <a:pt x="725239" y="98140"/>
                  <a:pt x="731579" y="101262"/>
                  <a:pt x="738864" y="101262"/>
                </a:cubicBezTo>
                <a:cubicBezTo>
                  <a:pt x="743721" y="101262"/>
                  <a:pt x="747944" y="99926"/>
                  <a:pt x="751532" y="97255"/>
                </a:cubicBezTo>
                <a:cubicBezTo>
                  <a:pt x="755121" y="94584"/>
                  <a:pt x="758129" y="90011"/>
                  <a:pt x="760558" y="83535"/>
                </a:cubicBezTo>
                <a:lnTo>
                  <a:pt x="763067" y="85154"/>
                </a:lnTo>
                <a:cubicBezTo>
                  <a:pt x="761934" y="92547"/>
                  <a:pt x="758642" y="99279"/>
                  <a:pt x="753192" y="105350"/>
                </a:cubicBezTo>
                <a:cubicBezTo>
                  <a:pt x="747741" y="111421"/>
                  <a:pt x="740915" y="114456"/>
                  <a:pt x="732713" y="114456"/>
                </a:cubicBezTo>
                <a:cubicBezTo>
                  <a:pt x="723809" y="114456"/>
                  <a:pt x="716186" y="110996"/>
                  <a:pt x="709846" y="104077"/>
                </a:cubicBezTo>
                <a:cubicBezTo>
                  <a:pt x="703505" y="97157"/>
                  <a:pt x="700335" y="87853"/>
                  <a:pt x="700335" y="76167"/>
                </a:cubicBezTo>
                <a:cubicBezTo>
                  <a:pt x="700335" y="63512"/>
                  <a:pt x="703586" y="53644"/>
                  <a:pt x="710089" y="46564"/>
                </a:cubicBezTo>
                <a:cubicBezTo>
                  <a:pt x="716591" y="39481"/>
                  <a:pt x="724753" y="35939"/>
                  <a:pt x="734574" y="35939"/>
                </a:cubicBezTo>
                <a:cubicBezTo>
                  <a:pt x="742885" y="35939"/>
                  <a:pt x="749711" y="38671"/>
                  <a:pt x="755053" y="44135"/>
                </a:cubicBezTo>
                <a:cubicBezTo>
                  <a:pt x="760396" y="49597"/>
                  <a:pt x="763067" y="56903"/>
                  <a:pt x="763067" y="66051"/>
                </a:cubicBezTo>
                <a:lnTo>
                  <a:pt x="711829" y="66051"/>
                </a:lnTo>
                <a:moveTo>
                  <a:pt x="711829" y="61356"/>
                </a:moveTo>
                <a:lnTo>
                  <a:pt x="746149" y="61356"/>
                </a:lnTo>
                <a:cubicBezTo>
                  <a:pt x="745880" y="56607"/>
                  <a:pt x="745313" y="53262"/>
                  <a:pt x="744450" y="51319"/>
                </a:cubicBezTo>
                <a:cubicBezTo>
                  <a:pt x="743101" y="48297"/>
                  <a:pt x="741090" y="45923"/>
                  <a:pt x="738419" y="44196"/>
                </a:cubicBezTo>
                <a:cubicBezTo>
                  <a:pt x="735748" y="42469"/>
                  <a:pt x="732955" y="41606"/>
                  <a:pt x="730041" y="41606"/>
                </a:cubicBezTo>
                <a:cubicBezTo>
                  <a:pt x="725562" y="41606"/>
                  <a:pt x="721556" y="43346"/>
                  <a:pt x="718021" y="46827"/>
                </a:cubicBezTo>
                <a:cubicBezTo>
                  <a:pt x="714487" y="50307"/>
                  <a:pt x="712422" y="55150"/>
                  <a:pt x="711829" y="61356"/>
                </a:cubicBezTo>
                <a:close/>
                <a:moveTo>
                  <a:pt x="794661" y="35939"/>
                </a:moveTo>
                <a:lnTo>
                  <a:pt x="794661" y="52614"/>
                </a:lnTo>
                <a:cubicBezTo>
                  <a:pt x="800866" y="41498"/>
                  <a:pt x="807234" y="35939"/>
                  <a:pt x="813764" y="35939"/>
                </a:cubicBezTo>
                <a:cubicBezTo>
                  <a:pt x="816732" y="35939"/>
                  <a:pt x="819187" y="36843"/>
                  <a:pt x="821130" y="38651"/>
                </a:cubicBezTo>
                <a:cubicBezTo>
                  <a:pt x="823072" y="40459"/>
                  <a:pt x="824044" y="42550"/>
                  <a:pt x="824044" y="44924"/>
                </a:cubicBezTo>
                <a:cubicBezTo>
                  <a:pt x="824044" y="47029"/>
                  <a:pt x="823342" y="48810"/>
                  <a:pt x="821939" y="50267"/>
                </a:cubicBezTo>
                <a:cubicBezTo>
                  <a:pt x="820536" y="51724"/>
                  <a:pt x="818863" y="52452"/>
                  <a:pt x="816920" y="52452"/>
                </a:cubicBezTo>
                <a:cubicBezTo>
                  <a:pt x="815032" y="52452"/>
                  <a:pt x="812914" y="51521"/>
                  <a:pt x="810566" y="49660"/>
                </a:cubicBezTo>
                <a:cubicBezTo>
                  <a:pt x="808219" y="47798"/>
                  <a:pt x="806479" y="46867"/>
                  <a:pt x="805345" y="46867"/>
                </a:cubicBezTo>
                <a:cubicBezTo>
                  <a:pt x="804374" y="46867"/>
                  <a:pt x="803322" y="47405"/>
                  <a:pt x="802189" y="48481"/>
                </a:cubicBezTo>
                <a:cubicBezTo>
                  <a:pt x="799760" y="50688"/>
                  <a:pt x="797251" y="54322"/>
                  <a:pt x="794661" y="59381"/>
                </a:cubicBezTo>
                <a:lnTo>
                  <a:pt x="794661" y="94824"/>
                </a:lnTo>
                <a:cubicBezTo>
                  <a:pt x="794661" y="98914"/>
                  <a:pt x="795173" y="102008"/>
                  <a:pt x="796199" y="104108"/>
                </a:cubicBezTo>
                <a:cubicBezTo>
                  <a:pt x="796900" y="105561"/>
                  <a:pt x="798141" y="106773"/>
                  <a:pt x="799922" y="107743"/>
                </a:cubicBezTo>
                <a:cubicBezTo>
                  <a:pt x="801703" y="108711"/>
                  <a:pt x="804266" y="109195"/>
                  <a:pt x="807612" y="109195"/>
                </a:cubicBezTo>
                <a:lnTo>
                  <a:pt x="807612" y="112190"/>
                </a:lnTo>
                <a:lnTo>
                  <a:pt x="769649" y="112190"/>
                </a:lnTo>
                <a:lnTo>
                  <a:pt x="769649" y="109195"/>
                </a:lnTo>
                <a:cubicBezTo>
                  <a:pt x="773426" y="109195"/>
                  <a:pt x="776232" y="108603"/>
                  <a:pt x="778067" y="107419"/>
                </a:cubicBezTo>
                <a:cubicBezTo>
                  <a:pt x="779416" y="106557"/>
                  <a:pt x="780360" y="105184"/>
                  <a:pt x="780900" y="103298"/>
                </a:cubicBezTo>
                <a:cubicBezTo>
                  <a:pt x="781170" y="102383"/>
                  <a:pt x="781305" y="99771"/>
                  <a:pt x="781305" y="95464"/>
                </a:cubicBezTo>
                <a:lnTo>
                  <a:pt x="781305" y="66792"/>
                </a:lnTo>
                <a:cubicBezTo>
                  <a:pt x="781305" y="58177"/>
                  <a:pt x="781129" y="53048"/>
                  <a:pt x="780779" y="51408"/>
                </a:cubicBezTo>
                <a:cubicBezTo>
                  <a:pt x="780428" y="49765"/>
                  <a:pt x="779780" y="48567"/>
                  <a:pt x="778836" y="47813"/>
                </a:cubicBezTo>
                <a:cubicBezTo>
                  <a:pt x="777892" y="47059"/>
                  <a:pt x="776718" y="46682"/>
                  <a:pt x="775315" y="46682"/>
                </a:cubicBezTo>
                <a:cubicBezTo>
                  <a:pt x="773642" y="46682"/>
                  <a:pt x="771753" y="47086"/>
                  <a:pt x="769649" y="47894"/>
                </a:cubicBezTo>
                <a:lnTo>
                  <a:pt x="768839" y="44985"/>
                </a:lnTo>
                <a:lnTo>
                  <a:pt x="791261" y="35939"/>
                </a:lnTo>
                <a:lnTo>
                  <a:pt x="794661" y="35939"/>
                </a:lnTo>
                <a:close/>
                <a:moveTo>
                  <a:pt x="823961" y="38044"/>
                </a:moveTo>
                <a:lnTo>
                  <a:pt x="858525" y="38044"/>
                </a:lnTo>
                <a:lnTo>
                  <a:pt x="858525" y="41039"/>
                </a:lnTo>
                <a:lnTo>
                  <a:pt x="856825" y="41039"/>
                </a:lnTo>
                <a:cubicBezTo>
                  <a:pt x="854397" y="41039"/>
                  <a:pt x="852575" y="41565"/>
                  <a:pt x="851361" y="42617"/>
                </a:cubicBezTo>
                <a:cubicBezTo>
                  <a:pt x="850147" y="43670"/>
                  <a:pt x="849540" y="44978"/>
                  <a:pt x="849540" y="46543"/>
                </a:cubicBezTo>
                <a:cubicBezTo>
                  <a:pt x="849540" y="48648"/>
                  <a:pt x="850430" y="51562"/>
                  <a:pt x="852211" y="55285"/>
                </a:cubicBezTo>
                <a:lnTo>
                  <a:pt x="870262" y="92682"/>
                </a:lnTo>
                <a:lnTo>
                  <a:pt x="886856" y="51724"/>
                </a:lnTo>
                <a:cubicBezTo>
                  <a:pt x="887773" y="49511"/>
                  <a:pt x="888232" y="47326"/>
                  <a:pt x="888232" y="45167"/>
                </a:cubicBezTo>
                <a:cubicBezTo>
                  <a:pt x="888232" y="44196"/>
                  <a:pt x="888043" y="43467"/>
                  <a:pt x="887665" y="42982"/>
                </a:cubicBezTo>
                <a:cubicBezTo>
                  <a:pt x="887233" y="42388"/>
                  <a:pt x="886559" y="41916"/>
                  <a:pt x="885641" y="41565"/>
                </a:cubicBezTo>
                <a:cubicBezTo>
                  <a:pt x="884724" y="41214"/>
                  <a:pt x="883105" y="41039"/>
                  <a:pt x="880785" y="41039"/>
                </a:cubicBezTo>
                <a:lnTo>
                  <a:pt x="880785" y="38044"/>
                </a:lnTo>
                <a:lnTo>
                  <a:pt x="904906" y="38044"/>
                </a:lnTo>
                <a:lnTo>
                  <a:pt x="904906" y="41039"/>
                </a:lnTo>
                <a:cubicBezTo>
                  <a:pt x="902910" y="41255"/>
                  <a:pt x="901372" y="41687"/>
                  <a:pt x="900292" y="42334"/>
                </a:cubicBezTo>
                <a:cubicBezTo>
                  <a:pt x="899213" y="42982"/>
                  <a:pt x="898026" y="44196"/>
                  <a:pt x="896731" y="45977"/>
                </a:cubicBezTo>
                <a:cubicBezTo>
                  <a:pt x="896245" y="46732"/>
                  <a:pt x="895328" y="48810"/>
                  <a:pt x="893979" y="52209"/>
                </a:cubicBezTo>
                <a:lnTo>
                  <a:pt x="863786" y="126193"/>
                </a:lnTo>
                <a:cubicBezTo>
                  <a:pt x="860872" y="133370"/>
                  <a:pt x="857054" y="138793"/>
                  <a:pt x="852333" y="142463"/>
                </a:cubicBezTo>
                <a:cubicBezTo>
                  <a:pt x="847611" y="146132"/>
                  <a:pt x="843064" y="147967"/>
                  <a:pt x="838693" y="147967"/>
                </a:cubicBezTo>
                <a:cubicBezTo>
                  <a:pt x="835510" y="147967"/>
                  <a:pt x="832892" y="147061"/>
                  <a:pt x="830842" y="145248"/>
                </a:cubicBezTo>
                <a:cubicBezTo>
                  <a:pt x="828791" y="143435"/>
                  <a:pt x="827766" y="141356"/>
                  <a:pt x="827766" y="139010"/>
                </a:cubicBezTo>
                <a:cubicBezTo>
                  <a:pt x="827766" y="136771"/>
                  <a:pt x="828508" y="134965"/>
                  <a:pt x="829992" y="133592"/>
                </a:cubicBezTo>
                <a:cubicBezTo>
                  <a:pt x="831476" y="132221"/>
                  <a:pt x="833513" y="131535"/>
                  <a:pt x="836103" y="131535"/>
                </a:cubicBezTo>
                <a:cubicBezTo>
                  <a:pt x="837884" y="131535"/>
                  <a:pt x="840312" y="132129"/>
                  <a:pt x="843388" y="133316"/>
                </a:cubicBezTo>
                <a:cubicBezTo>
                  <a:pt x="845547" y="134126"/>
                  <a:pt x="846896" y="134530"/>
                  <a:pt x="847435" y="134530"/>
                </a:cubicBezTo>
                <a:cubicBezTo>
                  <a:pt x="849054" y="134530"/>
                  <a:pt x="850822" y="133688"/>
                  <a:pt x="852737" y="132003"/>
                </a:cubicBezTo>
                <a:cubicBezTo>
                  <a:pt x="854653" y="130320"/>
                  <a:pt x="856582" y="127062"/>
                  <a:pt x="858525" y="122229"/>
                </a:cubicBezTo>
                <a:lnTo>
                  <a:pt x="863786" y="109276"/>
                </a:lnTo>
                <a:lnTo>
                  <a:pt x="837155" y="53343"/>
                </a:lnTo>
                <a:cubicBezTo>
                  <a:pt x="836346" y="51670"/>
                  <a:pt x="835051" y="49592"/>
                  <a:pt x="833270" y="47110"/>
                </a:cubicBezTo>
                <a:cubicBezTo>
                  <a:pt x="831921" y="45221"/>
                  <a:pt x="830815" y="43953"/>
                  <a:pt x="829951" y="43305"/>
                </a:cubicBezTo>
                <a:cubicBezTo>
                  <a:pt x="828710" y="42442"/>
                  <a:pt x="826714" y="41687"/>
                  <a:pt x="823961" y="41039"/>
                </a:cubicBezTo>
                <a:lnTo>
                  <a:pt x="823961" y="38044"/>
                </a:lnTo>
                <a:close/>
                <a:moveTo>
                  <a:pt x="1042351" y="81754"/>
                </a:moveTo>
                <a:lnTo>
                  <a:pt x="1045022" y="82323"/>
                </a:lnTo>
                <a:lnTo>
                  <a:pt x="1035632" y="112190"/>
                </a:lnTo>
                <a:lnTo>
                  <a:pt x="950640" y="112190"/>
                </a:lnTo>
                <a:lnTo>
                  <a:pt x="950640" y="109195"/>
                </a:lnTo>
                <a:lnTo>
                  <a:pt x="954768" y="109195"/>
                </a:lnTo>
                <a:cubicBezTo>
                  <a:pt x="959409" y="109195"/>
                  <a:pt x="962728" y="107684"/>
                  <a:pt x="964724" y="104662"/>
                </a:cubicBezTo>
                <a:cubicBezTo>
                  <a:pt x="965858" y="102935"/>
                  <a:pt x="966424" y="98942"/>
                  <a:pt x="966424" y="92682"/>
                </a:cubicBezTo>
                <a:lnTo>
                  <a:pt x="966424" y="21855"/>
                </a:lnTo>
                <a:cubicBezTo>
                  <a:pt x="966424" y="15002"/>
                  <a:pt x="965669" y="10712"/>
                  <a:pt x="964158" y="8985"/>
                </a:cubicBezTo>
                <a:cubicBezTo>
                  <a:pt x="962053" y="6610"/>
                  <a:pt x="958923" y="5423"/>
                  <a:pt x="954768" y="5423"/>
                </a:cubicBezTo>
                <a:lnTo>
                  <a:pt x="950640" y="5423"/>
                </a:lnTo>
                <a:lnTo>
                  <a:pt x="950640" y="2428"/>
                </a:lnTo>
                <a:lnTo>
                  <a:pt x="1000340" y="2428"/>
                </a:lnTo>
                <a:lnTo>
                  <a:pt x="1000340" y="5423"/>
                </a:lnTo>
                <a:cubicBezTo>
                  <a:pt x="994512" y="5369"/>
                  <a:pt x="990424" y="5910"/>
                  <a:pt x="988077" y="7045"/>
                </a:cubicBezTo>
                <a:cubicBezTo>
                  <a:pt x="985730" y="8178"/>
                  <a:pt x="984124" y="9609"/>
                  <a:pt x="983261" y="11337"/>
                </a:cubicBezTo>
                <a:cubicBezTo>
                  <a:pt x="982397" y="13066"/>
                  <a:pt x="981966" y="17197"/>
                  <a:pt x="981966" y="23732"/>
                </a:cubicBezTo>
                <a:lnTo>
                  <a:pt x="981966" y="92753"/>
                </a:lnTo>
                <a:cubicBezTo>
                  <a:pt x="981966" y="97235"/>
                  <a:pt x="982397" y="100313"/>
                  <a:pt x="983261" y="101988"/>
                </a:cubicBezTo>
                <a:cubicBezTo>
                  <a:pt x="983908" y="103121"/>
                  <a:pt x="984907" y="103958"/>
                  <a:pt x="986256" y="104500"/>
                </a:cubicBezTo>
                <a:cubicBezTo>
                  <a:pt x="987605" y="105039"/>
                  <a:pt x="991814" y="105309"/>
                  <a:pt x="998883" y="105309"/>
                </a:cubicBezTo>
                <a:lnTo>
                  <a:pt x="1006897" y="105309"/>
                </a:lnTo>
                <a:cubicBezTo>
                  <a:pt x="1015315" y="105309"/>
                  <a:pt x="1021224" y="104684"/>
                  <a:pt x="1024624" y="103435"/>
                </a:cubicBezTo>
                <a:cubicBezTo>
                  <a:pt x="1028023" y="102185"/>
                  <a:pt x="1031126" y="99971"/>
                  <a:pt x="1033932" y="96792"/>
                </a:cubicBezTo>
                <a:cubicBezTo>
                  <a:pt x="1036738" y="93614"/>
                  <a:pt x="1039544" y="88601"/>
                  <a:pt x="1042351" y="81754"/>
                </a:cubicBezTo>
                <a:close/>
                <a:moveTo>
                  <a:pt x="1143639" y="81754"/>
                </a:moveTo>
                <a:lnTo>
                  <a:pt x="1146310" y="82323"/>
                </a:lnTo>
                <a:lnTo>
                  <a:pt x="1136921" y="112190"/>
                </a:lnTo>
                <a:lnTo>
                  <a:pt x="1051929" y="112190"/>
                </a:lnTo>
                <a:lnTo>
                  <a:pt x="1051929" y="109195"/>
                </a:lnTo>
                <a:lnTo>
                  <a:pt x="1056057" y="109195"/>
                </a:lnTo>
                <a:cubicBezTo>
                  <a:pt x="1060698" y="109195"/>
                  <a:pt x="1064016" y="107684"/>
                  <a:pt x="1066013" y="104662"/>
                </a:cubicBezTo>
                <a:cubicBezTo>
                  <a:pt x="1067146" y="102935"/>
                  <a:pt x="1067713" y="98942"/>
                  <a:pt x="1067713" y="92682"/>
                </a:cubicBezTo>
                <a:lnTo>
                  <a:pt x="1067713" y="21855"/>
                </a:lnTo>
                <a:cubicBezTo>
                  <a:pt x="1067713" y="15002"/>
                  <a:pt x="1066957" y="10712"/>
                  <a:pt x="1065446" y="8985"/>
                </a:cubicBezTo>
                <a:cubicBezTo>
                  <a:pt x="1063342" y="6610"/>
                  <a:pt x="1060212" y="5423"/>
                  <a:pt x="1056057" y="5423"/>
                </a:cubicBezTo>
                <a:lnTo>
                  <a:pt x="1051929" y="5423"/>
                </a:lnTo>
                <a:lnTo>
                  <a:pt x="1051929" y="2428"/>
                </a:lnTo>
                <a:lnTo>
                  <a:pt x="1101629" y="2428"/>
                </a:lnTo>
                <a:lnTo>
                  <a:pt x="1101629" y="5423"/>
                </a:lnTo>
                <a:cubicBezTo>
                  <a:pt x="1095801" y="5369"/>
                  <a:pt x="1091713" y="5910"/>
                  <a:pt x="1089365" y="7045"/>
                </a:cubicBezTo>
                <a:cubicBezTo>
                  <a:pt x="1087018" y="8178"/>
                  <a:pt x="1085413" y="9609"/>
                  <a:pt x="1084549" y="11337"/>
                </a:cubicBezTo>
                <a:cubicBezTo>
                  <a:pt x="1083686" y="13066"/>
                  <a:pt x="1083254" y="17197"/>
                  <a:pt x="1083254" y="23732"/>
                </a:cubicBezTo>
                <a:lnTo>
                  <a:pt x="1083254" y="92753"/>
                </a:lnTo>
                <a:cubicBezTo>
                  <a:pt x="1083254" y="97235"/>
                  <a:pt x="1083686" y="100313"/>
                  <a:pt x="1084549" y="101988"/>
                </a:cubicBezTo>
                <a:cubicBezTo>
                  <a:pt x="1085197" y="103121"/>
                  <a:pt x="1086195" y="103958"/>
                  <a:pt x="1087544" y="104500"/>
                </a:cubicBezTo>
                <a:cubicBezTo>
                  <a:pt x="1088893" y="105039"/>
                  <a:pt x="1093102" y="105309"/>
                  <a:pt x="1100172" y="105309"/>
                </a:cubicBezTo>
                <a:lnTo>
                  <a:pt x="1108185" y="105309"/>
                </a:lnTo>
                <a:cubicBezTo>
                  <a:pt x="1116603" y="105309"/>
                  <a:pt x="1122512" y="104684"/>
                  <a:pt x="1125912" y="103435"/>
                </a:cubicBezTo>
                <a:cubicBezTo>
                  <a:pt x="1129312" y="102185"/>
                  <a:pt x="1132415" y="99971"/>
                  <a:pt x="1135221" y="96792"/>
                </a:cubicBezTo>
                <a:cubicBezTo>
                  <a:pt x="1138027" y="93614"/>
                  <a:pt x="1140833" y="88601"/>
                  <a:pt x="1143639" y="81754"/>
                </a:cubicBezTo>
                <a:close/>
                <a:moveTo>
                  <a:pt x="1217730" y="112190"/>
                </a:moveTo>
                <a:lnTo>
                  <a:pt x="1175315" y="19831"/>
                </a:lnTo>
                <a:lnTo>
                  <a:pt x="1175315" y="93167"/>
                </a:lnTo>
                <a:cubicBezTo>
                  <a:pt x="1175315" y="99913"/>
                  <a:pt x="1176044" y="104122"/>
                  <a:pt x="1177501" y="105795"/>
                </a:cubicBezTo>
                <a:cubicBezTo>
                  <a:pt x="1179497" y="108061"/>
                  <a:pt x="1182654" y="109195"/>
                  <a:pt x="1186971" y="109195"/>
                </a:cubicBezTo>
                <a:lnTo>
                  <a:pt x="1190856" y="109195"/>
                </a:lnTo>
                <a:lnTo>
                  <a:pt x="1190856" y="112190"/>
                </a:lnTo>
                <a:lnTo>
                  <a:pt x="1152650" y="112190"/>
                </a:lnTo>
                <a:lnTo>
                  <a:pt x="1152650" y="109195"/>
                </a:lnTo>
                <a:lnTo>
                  <a:pt x="1156536" y="109195"/>
                </a:lnTo>
                <a:cubicBezTo>
                  <a:pt x="1161177" y="109195"/>
                  <a:pt x="1164468" y="107792"/>
                  <a:pt x="1166411" y="104985"/>
                </a:cubicBezTo>
                <a:cubicBezTo>
                  <a:pt x="1167598" y="103259"/>
                  <a:pt x="1168192" y="99319"/>
                  <a:pt x="1168192" y="93167"/>
                </a:cubicBezTo>
                <a:lnTo>
                  <a:pt x="1168192" y="21450"/>
                </a:lnTo>
                <a:cubicBezTo>
                  <a:pt x="1168192" y="16594"/>
                  <a:pt x="1167652" y="13086"/>
                  <a:pt x="1166573" y="10928"/>
                </a:cubicBezTo>
                <a:cubicBezTo>
                  <a:pt x="1165818" y="9363"/>
                  <a:pt x="1164428" y="8054"/>
                  <a:pt x="1162404" y="7002"/>
                </a:cubicBezTo>
                <a:cubicBezTo>
                  <a:pt x="1160381" y="5949"/>
                  <a:pt x="1157129" y="5423"/>
                  <a:pt x="1152650" y="5423"/>
                </a:cubicBezTo>
                <a:lnTo>
                  <a:pt x="1152650" y="2428"/>
                </a:lnTo>
                <a:lnTo>
                  <a:pt x="1183733" y="2428"/>
                </a:lnTo>
                <a:lnTo>
                  <a:pt x="1223558" y="88311"/>
                </a:lnTo>
                <a:lnTo>
                  <a:pt x="1262735" y="2428"/>
                </a:lnTo>
                <a:lnTo>
                  <a:pt x="1293818" y="2428"/>
                </a:lnTo>
                <a:lnTo>
                  <a:pt x="1293818" y="5423"/>
                </a:lnTo>
                <a:lnTo>
                  <a:pt x="1290014" y="5423"/>
                </a:lnTo>
                <a:cubicBezTo>
                  <a:pt x="1285319" y="5423"/>
                  <a:pt x="1282000" y="6826"/>
                  <a:pt x="1280058" y="9632"/>
                </a:cubicBezTo>
                <a:cubicBezTo>
                  <a:pt x="1278870" y="11359"/>
                  <a:pt x="1278277" y="15299"/>
                  <a:pt x="1278277" y="21450"/>
                </a:cubicBezTo>
                <a:lnTo>
                  <a:pt x="1278277" y="93167"/>
                </a:lnTo>
                <a:cubicBezTo>
                  <a:pt x="1278277" y="99913"/>
                  <a:pt x="1279032" y="104122"/>
                  <a:pt x="1280543" y="105795"/>
                </a:cubicBezTo>
                <a:cubicBezTo>
                  <a:pt x="1282540" y="108061"/>
                  <a:pt x="1285697" y="109195"/>
                  <a:pt x="1290014" y="109195"/>
                </a:cubicBezTo>
                <a:lnTo>
                  <a:pt x="1293818" y="109195"/>
                </a:lnTo>
                <a:lnTo>
                  <a:pt x="1293818" y="112190"/>
                </a:lnTo>
                <a:lnTo>
                  <a:pt x="1247194" y="112190"/>
                </a:lnTo>
                <a:lnTo>
                  <a:pt x="1247194" y="109195"/>
                </a:lnTo>
                <a:lnTo>
                  <a:pt x="1251079" y="109195"/>
                </a:lnTo>
                <a:cubicBezTo>
                  <a:pt x="1255774" y="109195"/>
                  <a:pt x="1259066" y="107792"/>
                  <a:pt x="1260955" y="104985"/>
                </a:cubicBezTo>
                <a:cubicBezTo>
                  <a:pt x="1262142" y="103259"/>
                  <a:pt x="1262735" y="99319"/>
                  <a:pt x="1262735" y="93167"/>
                </a:cubicBezTo>
                <a:lnTo>
                  <a:pt x="1262735" y="19831"/>
                </a:lnTo>
                <a:lnTo>
                  <a:pt x="1220401" y="112190"/>
                </a:lnTo>
                <a:lnTo>
                  <a:pt x="1217730" y="11219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61E6A-B1ED-4F04-983B-4EDAB216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576" y="48107"/>
            <a:ext cx="3840454" cy="276292"/>
          </a:xfrm>
          <a:custGeom xmlns:a="http://schemas.openxmlformats.org/drawingml/2006/main">
            <a:pathLst>
              <a:path w="3840454" h="276292">
                <a:moveTo>
                  <a:pt x="0" y="0"/>
                </a:moveTo>
                <a:lnTo>
                  <a:pt x="3840454" y="0"/>
                </a:lnTo>
                <a:lnTo>
                  <a:pt x="3840454" y="276292"/>
                </a:lnTo>
                <a:lnTo>
                  <a:pt x="0" y="2762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E1E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Step2.V">
            <a:extLst xmlns:a="http://schemas.openxmlformats.org/drawingml/2006/main">
              <a:ext uri="{FF2B5EF4-FFF2-40B4-BE49-F238E27FC236}">
                <a16:creationId xmlns:a16="http://schemas.microsoft.com/office/drawing/2014/main" id="{A0058A97-660E-400B-8E9B-2BEA0AF2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500" y="136228"/>
            <a:ext cx="606317" cy="147643"/>
          </a:xfrm>
          <a:custGeom xmlns:a="http://schemas.openxmlformats.org/drawingml/2006/main">
            <a:pathLst>
              <a:path w="606317" h="147643">
                <a:moveTo>
                  <a:pt x="65646" y="0"/>
                </a:moveTo>
                <a:lnTo>
                  <a:pt x="65646" y="37882"/>
                </a:lnTo>
                <a:lnTo>
                  <a:pt x="62651" y="37882"/>
                </a:lnTo>
                <a:cubicBezTo>
                  <a:pt x="61680" y="30597"/>
                  <a:pt x="59940" y="24796"/>
                  <a:pt x="57430" y="20479"/>
                </a:cubicBezTo>
                <a:cubicBezTo>
                  <a:pt x="54921" y="16162"/>
                  <a:pt x="51346" y="12735"/>
                  <a:pt x="46705" y="10199"/>
                </a:cubicBezTo>
                <a:cubicBezTo>
                  <a:pt x="42064" y="7663"/>
                  <a:pt x="37262" y="6395"/>
                  <a:pt x="32297" y="6395"/>
                </a:cubicBezTo>
                <a:cubicBezTo>
                  <a:pt x="26685" y="6395"/>
                  <a:pt x="22044" y="8107"/>
                  <a:pt x="18374" y="11532"/>
                </a:cubicBezTo>
                <a:cubicBezTo>
                  <a:pt x="14705" y="14955"/>
                  <a:pt x="12870" y="18851"/>
                  <a:pt x="12870" y="23219"/>
                </a:cubicBezTo>
                <a:cubicBezTo>
                  <a:pt x="12870" y="26563"/>
                  <a:pt x="14030" y="29609"/>
                  <a:pt x="16351" y="32358"/>
                </a:cubicBezTo>
                <a:cubicBezTo>
                  <a:pt x="19697" y="36403"/>
                  <a:pt x="27656" y="41796"/>
                  <a:pt x="40230" y="48537"/>
                </a:cubicBezTo>
                <a:cubicBezTo>
                  <a:pt x="50483" y="54036"/>
                  <a:pt x="57484" y="58255"/>
                  <a:pt x="61235" y="61194"/>
                </a:cubicBezTo>
                <a:cubicBezTo>
                  <a:pt x="64985" y="64132"/>
                  <a:pt x="67872" y="67597"/>
                  <a:pt x="69896" y="71588"/>
                </a:cubicBezTo>
                <a:cubicBezTo>
                  <a:pt x="71919" y="75578"/>
                  <a:pt x="72931" y="79757"/>
                  <a:pt x="72931" y="84124"/>
                </a:cubicBezTo>
                <a:cubicBezTo>
                  <a:pt x="72931" y="92428"/>
                  <a:pt x="69707" y="99587"/>
                  <a:pt x="63258" y="105600"/>
                </a:cubicBezTo>
                <a:cubicBezTo>
                  <a:pt x="56810" y="111612"/>
                  <a:pt x="48513" y="114618"/>
                  <a:pt x="38368" y="114618"/>
                </a:cubicBezTo>
                <a:cubicBezTo>
                  <a:pt x="35184" y="114618"/>
                  <a:pt x="32189" y="114378"/>
                  <a:pt x="29383" y="113899"/>
                </a:cubicBezTo>
                <a:cubicBezTo>
                  <a:pt x="27710" y="113633"/>
                  <a:pt x="24243" y="112661"/>
                  <a:pt x="18982" y="110983"/>
                </a:cubicBezTo>
                <a:cubicBezTo>
                  <a:pt x="13720" y="109305"/>
                  <a:pt x="10388" y="108466"/>
                  <a:pt x="8985" y="108466"/>
                </a:cubicBezTo>
                <a:cubicBezTo>
                  <a:pt x="7636" y="108466"/>
                  <a:pt x="6570" y="108866"/>
                  <a:pt x="5788" y="109665"/>
                </a:cubicBezTo>
                <a:cubicBezTo>
                  <a:pt x="5005" y="110464"/>
                  <a:pt x="4425" y="112115"/>
                  <a:pt x="4047" y="114618"/>
                </a:cubicBezTo>
                <a:lnTo>
                  <a:pt x="1052" y="114618"/>
                </a:lnTo>
                <a:lnTo>
                  <a:pt x="1052" y="77059"/>
                </a:lnTo>
                <a:lnTo>
                  <a:pt x="4047" y="77059"/>
                </a:lnTo>
                <a:cubicBezTo>
                  <a:pt x="5450" y="84938"/>
                  <a:pt x="7339" y="90834"/>
                  <a:pt x="9713" y="94746"/>
                </a:cubicBezTo>
                <a:cubicBezTo>
                  <a:pt x="12088" y="98658"/>
                  <a:pt x="15717" y="101910"/>
                  <a:pt x="20600" y="104500"/>
                </a:cubicBezTo>
                <a:cubicBezTo>
                  <a:pt x="25484" y="107090"/>
                  <a:pt x="30840" y="108385"/>
                  <a:pt x="36668" y="108385"/>
                </a:cubicBezTo>
                <a:cubicBezTo>
                  <a:pt x="43413" y="108385"/>
                  <a:pt x="48742" y="106606"/>
                  <a:pt x="52655" y="103048"/>
                </a:cubicBezTo>
                <a:cubicBezTo>
                  <a:pt x="56567" y="99488"/>
                  <a:pt x="58523" y="95281"/>
                  <a:pt x="58523" y="90428"/>
                </a:cubicBezTo>
                <a:cubicBezTo>
                  <a:pt x="58523" y="87732"/>
                  <a:pt x="57781" y="85009"/>
                  <a:pt x="56297" y="82260"/>
                </a:cubicBezTo>
                <a:cubicBezTo>
                  <a:pt x="54813" y="79510"/>
                  <a:pt x="52506" y="76948"/>
                  <a:pt x="49376" y="74575"/>
                </a:cubicBezTo>
                <a:cubicBezTo>
                  <a:pt x="47272" y="72958"/>
                  <a:pt x="41525" y="69521"/>
                  <a:pt x="32135" y="64263"/>
                </a:cubicBezTo>
                <a:cubicBezTo>
                  <a:pt x="22745" y="59005"/>
                  <a:pt x="16068" y="54812"/>
                  <a:pt x="12101" y="51686"/>
                </a:cubicBezTo>
                <a:cubicBezTo>
                  <a:pt x="8135" y="48558"/>
                  <a:pt x="5127" y="45106"/>
                  <a:pt x="3076" y="41332"/>
                </a:cubicBezTo>
                <a:cubicBezTo>
                  <a:pt x="1025" y="37557"/>
                  <a:pt x="0" y="33404"/>
                  <a:pt x="0" y="28875"/>
                </a:cubicBezTo>
                <a:cubicBezTo>
                  <a:pt x="0" y="21003"/>
                  <a:pt x="3022" y="14223"/>
                  <a:pt x="9066" y="8535"/>
                </a:cubicBezTo>
                <a:cubicBezTo>
                  <a:pt x="15110" y="2845"/>
                  <a:pt x="22799" y="0"/>
                  <a:pt x="32135" y="0"/>
                </a:cubicBezTo>
                <a:cubicBezTo>
                  <a:pt x="37963" y="0"/>
                  <a:pt x="44142" y="1430"/>
                  <a:pt x="50671" y="4290"/>
                </a:cubicBezTo>
                <a:cubicBezTo>
                  <a:pt x="53693" y="5639"/>
                  <a:pt x="55825" y="6314"/>
                  <a:pt x="57066" y="6314"/>
                </a:cubicBezTo>
                <a:cubicBezTo>
                  <a:pt x="58469" y="6314"/>
                  <a:pt x="59616" y="5895"/>
                  <a:pt x="60506" y="5059"/>
                </a:cubicBezTo>
                <a:cubicBezTo>
                  <a:pt x="61397" y="4223"/>
                  <a:pt x="62112" y="2536"/>
                  <a:pt x="62651" y="0"/>
                </a:cubicBezTo>
                <a:lnTo>
                  <a:pt x="65646" y="0"/>
                </a:lnTo>
                <a:close/>
                <a:moveTo>
                  <a:pt x="108522" y="13599"/>
                </a:moveTo>
                <a:lnTo>
                  <a:pt x="108522" y="38044"/>
                </a:lnTo>
                <a:lnTo>
                  <a:pt x="125844" y="38044"/>
                </a:lnTo>
                <a:lnTo>
                  <a:pt x="125844" y="43710"/>
                </a:lnTo>
                <a:lnTo>
                  <a:pt x="108522" y="43710"/>
                </a:lnTo>
                <a:lnTo>
                  <a:pt x="108522" y="91726"/>
                </a:lnTo>
                <a:cubicBezTo>
                  <a:pt x="108522" y="96523"/>
                  <a:pt x="109210" y="99758"/>
                  <a:pt x="110586" y="101429"/>
                </a:cubicBezTo>
                <a:cubicBezTo>
                  <a:pt x="111962" y="103098"/>
                  <a:pt x="113729" y="103933"/>
                  <a:pt x="115888" y="103933"/>
                </a:cubicBezTo>
                <a:cubicBezTo>
                  <a:pt x="117669" y="103933"/>
                  <a:pt x="119395" y="103380"/>
                  <a:pt x="121068" y="102274"/>
                </a:cubicBezTo>
                <a:cubicBezTo>
                  <a:pt x="122741" y="101168"/>
                  <a:pt x="124036" y="99535"/>
                  <a:pt x="124954" y="97377"/>
                </a:cubicBezTo>
                <a:lnTo>
                  <a:pt x="128110" y="97377"/>
                </a:lnTo>
                <a:cubicBezTo>
                  <a:pt x="126222" y="102680"/>
                  <a:pt x="123551" y="106691"/>
                  <a:pt x="120097" y="109410"/>
                </a:cubicBezTo>
                <a:cubicBezTo>
                  <a:pt x="116643" y="112126"/>
                  <a:pt x="113082" y="113485"/>
                  <a:pt x="109412" y="113485"/>
                </a:cubicBezTo>
                <a:cubicBezTo>
                  <a:pt x="106930" y="113485"/>
                  <a:pt x="104502" y="112796"/>
                  <a:pt x="102127" y="111418"/>
                </a:cubicBezTo>
                <a:cubicBezTo>
                  <a:pt x="99753" y="110040"/>
                  <a:pt x="97999" y="108069"/>
                  <a:pt x="96866" y="105504"/>
                </a:cubicBezTo>
                <a:cubicBezTo>
                  <a:pt x="95733" y="102937"/>
                  <a:pt x="95166" y="98979"/>
                  <a:pt x="95166" y="93630"/>
                </a:cubicBezTo>
                <a:lnTo>
                  <a:pt x="95166" y="43710"/>
                </a:lnTo>
                <a:lnTo>
                  <a:pt x="83429" y="43710"/>
                </a:lnTo>
                <a:lnTo>
                  <a:pt x="83429" y="41039"/>
                </a:lnTo>
                <a:cubicBezTo>
                  <a:pt x="86397" y="39848"/>
                  <a:pt x="89432" y="37832"/>
                  <a:pt x="92535" y="34991"/>
                </a:cubicBezTo>
                <a:cubicBezTo>
                  <a:pt x="95638" y="32149"/>
                  <a:pt x="98404" y="28780"/>
                  <a:pt x="100832" y="24883"/>
                </a:cubicBezTo>
                <a:cubicBezTo>
                  <a:pt x="102073" y="22827"/>
                  <a:pt x="103800" y="19066"/>
                  <a:pt x="106013" y="13599"/>
                </a:cubicBezTo>
                <a:lnTo>
                  <a:pt x="108522" y="13599"/>
                </a:lnTo>
                <a:close/>
                <a:moveTo>
                  <a:pt x="145542" y="66051"/>
                </a:moveTo>
                <a:cubicBezTo>
                  <a:pt x="145488" y="77034"/>
                  <a:pt x="148159" y="85649"/>
                  <a:pt x="153555" y="91895"/>
                </a:cubicBezTo>
                <a:cubicBezTo>
                  <a:pt x="158952" y="98140"/>
                  <a:pt x="165292" y="101262"/>
                  <a:pt x="172577" y="101262"/>
                </a:cubicBezTo>
                <a:cubicBezTo>
                  <a:pt x="177434" y="101262"/>
                  <a:pt x="181657" y="99926"/>
                  <a:pt x="185245" y="97255"/>
                </a:cubicBezTo>
                <a:cubicBezTo>
                  <a:pt x="188834" y="94584"/>
                  <a:pt x="191842" y="90011"/>
                  <a:pt x="194271" y="83535"/>
                </a:cubicBezTo>
                <a:lnTo>
                  <a:pt x="196780" y="85154"/>
                </a:lnTo>
                <a:cubicBezTo>
                  <a:pt x="195647" y="92547"/>
                  <a:pt x="192355" y="99279"/>
                  <a:pt x="186905" y="105350"/>
                </a:cubicBezTo>
                <a:cubicBezTo>
                  <a:pt x="181454" y="111421"/>
                  <a:pt x="174628" y="114456"/>
                  <a:pt x="166426" y="114456"/>
                </a:cubicBezTo>
                <a:cubicBezTo>
                  <a:pt x="157522" y="114456"/>
                  <a:pt x="149899" y="110996"/>
                  <a:pt x="143559" y="104077"/>
                </a:cubicBezTo>
                <a:cubicBezTo>
                  <a:pt x="137218" y="97157"/>
                  <a:pt x="134048" y="87853"/>
                  <a:pt x="134048" y="76167"/>
                </a:cubicBezTo>
                <a:cubicBezTo>
                  <a:pt x="134048" y="63512"/>
                  <a:pt x="137299" y="53644"/>
                  <a:pt x="143801" y="46564"/>
                </a:cubicBezTo>
                <a:cubicBezTo>
                  <a:pt x="150304" y="39481"/>
                  <a:pt x="158466" y="35939"/>
                  <a:pt x="168287" y="35939"/>
                </a:cubicBezTo>
                <a:cubicBezTo>
                  <a:pt x="176598" y="35939"/>
                  <a:pt x="183424" y="38671"/>
                  <a:pt x="188766" y="44135"/>
                </a:cubicBezTo>
                <a:cubicBezTo>
                  <a:pt x="194109" y="49597"/>
                  <a:pt x="196780" y="56903"/>
                  <a:pt x="196780" y="66051"/>
                </a:cubicBezTo>
                <a:lnTo>
                  <a:pt x="145542" y="66051"/>
                </a:lnTo>
                <a:moveTo>
                  <a:pt x="145542" y="61356"/>
                </a:moveTo>
                <a:lnTo>
                  <a:pt x="179862" y="61356"/>
                </a:lnTo>
                <a:cubicBezTo>
                  <a:pt x="179593" y="56607"/>
                  <a:pt x="179026" y="53262"/>
                  <a:pt x="178163" y="51319"/>
                </a:cubicBezTo>
                <a:cubicBezTo>
                  <a:pt x="176813" y="48297"/>
                  <a:pt x="174803" y="45923"/>
                  <a:pt x="172132" y="44196"/>
                </a:cubicBezTo>
                <a:cubicBezTo>
                  <a:pt x="169461" y="42469"/>
                  <a:pt x="166668" y="41606"/>
                  <a:pt x="163754" y="41606"/>
                </a:cubicBezTo>
                <a:cubicBezTo>
                  <a:pt x="159275" y="41606"/>
                  <a:pt x="155269" y="43346"/>
                  <a:pt x="151734" y="46827"/>
                </a:cubicBezTo>
                <a:cubicBezTo>
                  <a:pt x="148199" y="50307"/>
                  <a:pt x="146135" y="55150"/>
                  <a:pt x="145542" y="61356"/>
                </a:cubicBezTo>
                <a:close/>
                <a:moveTo>
                  <a:pt x="201338" y="45337"/>
                </a:moveTo>
                <a:lnTo>
                  <a:pt x="224165" y="36101"/>
                </a:lnTo>
                <a:lnTo>
                  <a:pt x="227241" y="36101"/>
                </a:lnTo>
                <a:lnTo>
                  <a:pt x="227241" y="53424"/>
                </a:lnTo>
                <a:cubicBezTo>
                  <a:pt x="231072" y="46894"/>
                  <a:pt x="234917" y="42348"/>
                  <a:pt x="238775" y="39784"/>
                </a:cubicBezTo>
                <a:cubicBezTo>
                  <a:pt x="242634" y="37221"/>
                  <a:pt x="246694" y="35939"/>
                  <a:pt x="250957" y="35939"/>
                </a:cubicBezTo>
                <a:cubicBezTo>
                  <a:pt x="258404" y="35939"/>
                  <a:pt x="264610" y="38850"/>
                  <a:pt x="269575" y="44671"/>
                </a:cubicBezTo>
                <a:cubicBezTo>
                  <a:pt x="275673" y="51788"/>
                  <a:pt x="278721" y="61060"/>
                  <a:pt x="278721" y="72489"/>
                </a:cubicBezTo>
                <a:cubicBezTo>
                  <a:pt x="278721" y="85264"/>
                  <a:pt x="275052" y="95830"/>
                  <a:pt x="267713" y="104186"/>
                </a:cubicBezTo>
                <a:cubicBezTo>
                  <a:pt x="261669" y="111033"/>
                  <a:pt x="254060" y="114456"/>
                  <a:pt x="244887" y="114456"/>
                </a:cubicBezTo>
                <a:cubicBezTo>
                  <a:pt x="240893" y="114456"/>
                  <a:pt x="237440" y="113889"/>
                  <a:pt x="234526" y="112756"/>
                </a:cubicBezTo>
                <a:cubicBezTo>
                  <a:pt x="232367" y="111947"/>
                  <a:pt x="229939" y="110328"/>
                  <a:pt x="227241" y="107899"/>
                </a:cubicBezTo>
                <a:lnTo>
                  <a:pt x="227241" y="130483"/>
                </a:lnTo>
                <a:cubicBezTo>
                  <a:pt x="227241" y="135556"/>
                  <a:pt x="227551" y="138780"/>
                  <a:pt x="228171" y="140156"/>
                </a:cubicBezTo>
                <a:cubicBezTo>
                  <a:pt x="228792" y="141532"/>
                  <a:pt x="229871" y="142625"/>
                  <a:pt x="231409" y="143434"/>
                </a:cubicBezTo>
                <a:cubicBezTo>
                  <a:pt x="232947" y="144244"/>
                  <a:pt x="235740" y="144648"/>
                  <a:pt x="239787" y="144648"/>
                </a:cubicBezTo>
                <a:lnTo>
                  <a:pt x="239787" y="147643"/>
                </a:lnTo>
                <a:lnTo>
                  <a:pt x="200933" y="147643"/>
                </a:lnTo>
                <a:lnTo>
                  <a:pt x="200933" y="144648"/>
                </a:lnTo>
                <a:lnTo>
                  <a:pt x="202957" y="144648"/>
                </a:lnTo>
                <a:cubicBezTo>
                  <a:pt x="205925" y="144702"/>
                  <a:pt x="208461" y="144135"/>
                  <a:pt x="210566" y="142946"/>
                </a:cubicBezTo>
                <a:cubicBezTo>
                  <a:pt x="211591" y="142352"/>
                  <a:pt x="212387" y="141394"/>
                  <a:pt x="212954" y="140070"/>
                </a:cubicBezTo>
                <a:cubicBezTo>
                  <a:pt x="213520" y="138748"/>
                  <a:pt x="213804" y="135387"/>
                  <a:pt x="213804" y="129987"/>
                </a:cubicBezTo>
                <a:lnTo>
                  <a:pt x="213804" y="59836"/>
                </a:lnTo>
                <a:cubicBezTo>
                  <a:pt x="213804" y="55030"/>
                  <a:pt x="213588" y="51979"/>
                  <a:pt x="213156" y="50684"/>
                </a:cubicBezTo>
                <a:cubicBezTo>
                  <a:pt x="212724" y="49387"/>
                  <a:pt x="212036" y="48415"/>
                  <a:pt x="211092" y="47768"/>
                </a:cubicBezTo>
                <a:cubicBezTo>
                  <a:pt x="210148" y="47118"/>
                  <a:pt x="208866" y="46794"/>
                  <a:pt x="207247" y="46794"/>
                </a:cubicBezTo>
                <a:cubicBezTo>
                  <a:pt x="205952" y="46794"/>
                  <a:pt x="204306" y="47171"/>
                  <a:pt x="202310" y="47927"/>
                </a:cubicBezTo>
                <a:lnTo>
                  <a:pt x="201338" y="45337"/>
                </a:lnTo>
                <a:moveTo>
                  <a:pt x="227241" y="58346"/>
                </a:moveTo>
                <a:lnTo>
                  <a:pt x="227241" y="85994"/>
                </a:lnTo>
                <a:cubicBezTo>
                  <a:pt x="227241" y="91977"/>
                  <a:pt x="227483" y="95911"/>
                  <a:pt x="227969" y="97797"/>
                </a:cubicBezTo>
                <a:cubicBezTo>
                  <a:pt x="228725" y="100923"/>
                  <a:pt x="230573" y="103672"/>
                  <a:pt x="233514" y="106043"/>
                </a:cubicBezTo>
                <a:cubicBezTo>
                  <a:pt x="236455" y="108414"/>
                  <a:pt x="240165" y="109599"/>
                  <a:pt x="244644" y="109599"/>
                </a:cubicBezTo>
                <a:cubicBezTo>
                  <a:pt x="250040" y="109599"/>
                  <a:pt x="254411" y="107497"/>
                  <a:pt x="257757" y="103293"/>
                </a:cubicBezTo>
                <a:cubicBezTo>
                  <a:pt x="262128" y="97797"/>
                  <a:pt x="264313" y="90064"/>
                  <a:pt x="264313" y="80092"/>
                </a:cubicBezTo>
                <a:cubicBezTo>
                  <a:pt x="264313" y="68775"/>
                  <a:pt x="261831" y="60072"/>
                  <a:pt x="256866" y="53983"/>
                </a:cubicBezTo>
                <a:cubicBezTo>
                  <a:pt x="253413" y="49779"/>
                  <a:pt x="249312" y="47676"/>
                  <a:pt x="244563" y="47676"/>
                </a:cubicBezTo>
                <a:cubicBezTo>
                  <a:pt x="241973" y="47676"/>
                  <a:pt x="239409" y="48323"/>
                  <a:pt x="236873" y="49617"/>
                </a:cubicBezTo>
                <a:cubicBezTo>
                  <a:pt x="234930" y="50586"/>
                  <a:pt x="231720" y="53496"/>
                  <a:pt x="227241" y="58346"/>
                </a:cubicBezTo>
                <a:close/>
                <a:moveTo>
                  <a:pt x="401839" y="90982"/>
                </a:moveTo>
                <a:lnTo>
                  <a:pt x="394149" y="112190"/>
                </a:lnTo>
                <a:lnTo>
                  <a:pt x="329393" y="112190"/>
                </a:lnTo>
                <a:lnTo>
                  <a:pt x="329393" y="109190"/>
                </a:lnTo>
                <a:cubicBezTo>
                  <a:pt x="348442" y="91785"/>
                  <a:pt x="361852" y="77570"/>
                  <a:pt x="369623" y="66544"/>
                </a:cubicBezTo>
                <a:cubicBezTo>
                  <a:pt x="377393" y="55517"/>
                  <a:pt x="381279" y="45436"/>
                  <a:pt x="381279" y="36301"/>
                </a:cubicBezTo>
                <a:cubicBezTo>
                  <a:pt x="381279" y="29330"/>
                  <a:pt x="379147" y="23601"/>
                  <a:pt x="374884" y="19116"/>
                </a:cubicBezTo>
                <a:cubicBezTo>
                  <a:pt x="370621" y="14628"/>
                  <a:pt x="365521" y="12385"/>
                  <a:pt x="359585" y="12385"/>
                </a:cubicBezTo>
                <a:cubicBezTo>
                  <a:pt x="354189" y="12385"/>
                  <a:pt x="349346" y="13970"/>
                  <a:pt x="345056" y="17140"/>
                </a:cubicBezTo>
                <a:cubicBezTo>
                  <a:pt x="340766" y="20310"/>
                  <a:pt x="337595" y="24958"/>
                  <a:pt x="335545" y="31083"/>
                </a:cubicBezTo>
                <a:lnTo>
                  <a:pt x="332550" y="31083"/>
                </a:lnTo>
                <a:cubicBezTo>
                  <a:pt x="333899" y="21125"/>
                  <a:pt x="337366" y="13482"/>
                  <a:pt x="342951" y="8155"/>
                </a:cubicBezTo>
                <a:cubicBezTo>
                  <a:pt x="348536" y="2826"/>
                  <a:pt x="355511" y="162"/>
                  <a:pt x="363875" y="162"/>
                </a:cubicBezTo>
                <a:cubicBezTo>
                  <a:pt x="372779" y="162"/>
                  <a:pt x="380213" y="3022"/>
                  <a:pt x="386176" y="8742"/>
                </a:cubicBezTo>
                <a:cubicBezTo>
                  <a:pt x="392139" y="14462"/>
                  <a:pt x="395120" y="21208"/>
                  <a:pt x="395120" y="28978"/>
                </a:cubicBezTo>
                <a:cubicBezTo>
                  <a:pt x="395120" y="34536"/>
                  <a:pt x="393825" y="40095"/>
                  <a:pt x="391235" y="45653"/>
                </a:cubicBezTo>
                <a:cubicBezTo>
                  <a:pt x="387242" y="54395"/>
                  <a:pt x="380766" y="63650"/>
                  <a:pt x="371808" y="73417"/>
                </a:cubicBezTo>
                <a:cubicBezTo>
                  <a:pt x="358371" y="88095"/>
                  <a:pt x="349980" y="96945"/>
                  <a:pt x="346634" y="99967"/>
                </a:cubicBezTo>
                <a:lnTo>
                  <a:pt x="375289" y="99967"/>
                </a:lnTo>
                <a:cubicBezTo>
                  <a:pt x="381117" y="99967"/>
                  <a:pt x="385204" y="99749"/>
                  <a:pt x="387552" y="99314"/>
                </a:cubicBezTo>
                <a:cubicBezTo>
                  <a:pt x="389899" y="98877"/>
                  <a:pt x="392017" y="97992"/>
                  <a:pt x="393906" y="96658"/>
                </a:cubicBezTo>
                <a:cubicBezTo>
                  <a:pt x="395795" y="95324"/>
                  <a:pt x="397441" y="93432"/>
                  <a:pt x="398844" y="90982"/>
                </a:cubicBezTo>
                <a:lnTo>
                  <a:pt x="401839" y="90982"/>
                </a:lnTo>
                <a:close/>
                <a:moveTo>
                  <a:pt x="429440" y="96486"/>
                </a:moveTo>
                <a:cubicBezTo>
                  <a:pt x="431977" y="96486"/>
                  <a:pt x="434108" y="97363"/>
                  <a:pt x="435835" y="99117"/>
                </a:cubicBezTo>
                <a:cubicBezTo>
                  <a:pt x="437562" y="100871"/>
                  <a:pt x="438425" y="102989"/>
                  <a:pt x="438425" y="105471"/>
                </a:cubicBezTo>
                <a:cubicBezTo>
                  <a:pt x="438425" y="107953"/>
                  <a:pt x="437548" y="110071"/>
                  <a:pt x="435795" y="111825"/>
                </a:cubicBezTo>
                <a:cubicBezTo>
                  <a:pt x="434041" y="113579"/>
                  <a:pt x="431923" y="114456"/>
                  <a:pt x="429440" y="114456"/>
                </a:cubicBezTo>
                <a:cubicBezTo>
                  <a:pt x="426958" y="114456"/>
                  <a:pt x="424840" y="113579"/>
                  <a:pt x="423086" y="111825"/>
                </a:cubicBezTo>
                <a:cubicBezTo>
                  <a:pt x="421332" y="110071"/>
                  <a:pt x="420456" y="107953"/>
                  <a:pt x="420456" y="105471"/>
                </a:cubicBezTo>
                <a:cubicBezTo>
                  <a:pt x="420456" y="102935"/>
                  <a:pt x="421332" y="100803"/>
                  <a:pt x="423086" y="99076"/>
                </a:cubicBezTo>
                <a:cubicBezTo>
                  <a:pt x="424840" y="97350"/>
                  <a:pt x="426958" y="96486"/>
                  <a:pt x="429440" y="96486"/>
                </a:cubicBezTo>
                <a:close/>
                <a:moveTo>
                  <a:pt x="606317" y="2428"/>
                </a:moveTo>
                <a:lnTo>
                  <a:pt x="606317" y="5423"/>
                </a:lnTo>
                <a:cubicBezTo>
                  <a:pt x="602431" y="6125"/>
                  <a:pt x="599490" y="7365"/>
                  <a:pt x="597494" y="9144"/>
                </a:cubicBezTo>
                <a:cubicBezTo>
                  <a:pt x="594634" y="11787"/>
                  <a:pt x="592097" y="15831"/>
                  <a:pt x="589885" y="21276"/>
                </a:cubicBezTo>
                <a:lnTo>
                  <a:pt x="551598" y="114618"/>
                </a:lnTo>
                <a:lnTo>
                  <a:pt x="548603" y="114618"/>
                </a:lnTo>
                <a:lnTo>
                  <a:pt x="507483" y="20064"/>
                </a:lnTo>
                <a:cubicBezTo>
                  <a:pt x="505378" y="15211"/>
                  <a:pt x="503894" y="12245"/>
                  <a:pt x="503031" y="11165"/>
                </a:cubicBezTo>
                <a:cubicBezTo>
                  <a:pt x="501682" y="9494"/>
                  <a:pt x="500023" y="8187"/>
                  <a:pt x="498053" y="7245"/>
                </a:cubicBezTo>
                <a:cubicBezTo>
                  <a:pt x="496083" y="6300"/>
                  <a:pt x="493426" y="5693"/>
                  <a:pt x="490080" y="5423"/>
                </a:cubicBezTo>
                <a:lnTo>
                  <a:pt x="490080" y="2428"/>
                </a:lnTo>
                <a:lnTo>
                  <a:pt x="534923" y="2428"/>
                </a:lnTo>
                <a:lnTo>
                  <a:pt x="534923" y="5423"/>
                </a:lnTo>
                <a:cubicBezTo>
                  <a:pt x="529851" y="5909"/>
                  <a:pt x="526559" y="6772"/>
                  <a:pt x="525048" y="8014"/>
                </a:cubicBezTo>
                <a:cubicBezTo>
                  <a:pt x="523537" y="9253"/>
                  <a:pt x="522782" y="10843"/>
                  <a:pt x="522782" y="12784"/>
                </a:cubicBezTo>
                <a:cubicBezTo>
                  <a:pt x="522782" y="15481"/>
                  <a:pt x="524023" y="19686"/>
                  <a:pt x="526505" y="25401"/>
                </a:cubicBezTo>
                <a:lnTo>
                  <a:pt x="554431" y="89705"/>
                </a:lnTo>
                <a:lnTo>
                  <a:pt x="580333" y="26211"/>
                </a:lnTo>
                <a:cubicBezTo>
                  <a:pt x="582870" y="19956"/>
                  <a:pt x="584138" y="15616"/>
                  <a:pt x="584138" y="13189"/>
                </a:cubicBezTo>
                <a:cubicBezTo>
                  <a:pt x="584138" y="11624"/>
                  <a:pt x="583355" y="10127"/>
                  <a:pt x="581790" y="8699"/>
                </a:cubicBezTo>
                <a:cubicBezTo>
                  <a:pt x="580225" y="7271"/>
                  <a:pt x="577581" y="6260"/>
                  <a:pt x="573858" y="5666"/>
                </a:cubicBezTo>
                <a:cubicBezTo>
                  <a:pt x="573588" y="5612"/>
                  <a:pt x="573129" y="5531"/>
                  <a:pt x="572482" y="5423"/>
                </a:cubicBezTo>
                <a:lnTo>
                  <a:pt x="572482" y="2428"/>
                </a:lnTo>
                <a:lnTo>
                  <a:pt x="606317" y="242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erif">
            <a:extLst xmlns:a="http://schemas.openxmlformats.org/drawingml/2006/main">
              <a:ext uri="{FF2B5EF4-FFF2-40B4-BE49-F238E27FC236}">
                <a16:creationId xmlns:a16="http://schemas.microsoft.com/office/drawing/2014/main" id="{169A0077-6A92-4DF6-9A66-8B33B151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563" y="133314"/>
            <a:ext cx="240782" cy="117370"/>
          </a:xfrm>
          <a:custGeom xmlns:a="http://schemas.openxmlformats.org/drawingml/2006/main">
            <a:pathLst>
              <a:path w="240782" h="117370">
                <a:moveTo>
                  <a:pt x="11494" y="68965"/>
                </a:moveTo>
                <a:cubicBezTo>
                  <a:pt x="11440" y="79948"/>
                  <a:pt x="14111" y="88563"/>
                  <a:pt x="19508" y="94809"/>
                </a:cubicBezTo>
                <a:cubicBezTo>
                  <a:pt x="24904" y="101054"/>
                  <a:pt x="31245" y="104176"/>
                  <a:pt x="38530" y="104176"/>
                </a:cubicBezTo>
                <a:cubicBezTo>
                  <a:pt x="43386" y="104176"/>
                  <a:pt x="47609" y="102840"/>
                  <a:pt x="51198" y="100169"/>
                </a:cubicBezTo>
                <a:cubicBezTo>
                  <a:pt x="54786" y="97498"/>
                  <a:pt x="57795" y="92925"/>
                  <a:pt x="60223" y="86449"/>
                </a:cubicBezTo>
                <a:lnTo>
                  <a:pt x="62732" y="88068"/>
                </a:lnTo>
                <a:cubicBezTo>
                  <a:pt x="61599" y="95461"/>
                  <a:pt x="58307" y="102193"/>
                  <a:pt x="52857" y="108264"/>
                </a:cubicBezTo>
                <a:cubicBezTo>
                  <a:pt x="47407" y="114335"/>
                  <a:pt x="40580" y="117370"/>
                  <a:pt x="32378" y="117370"/>
                </a:cubicBezTo>
                <a:cubicBezTo>
                  <a:pt x="23474" y="117370"/>
                  <a:pt x="15852" y="113910"/>
                  <a:pt x="9511" y="106991"/>
                </a:cubicBezTo>
                <a:cubicBezTo>
                  <a:pt x="3170" y="100071"/>
                  <a:pt x="0" y="90767"/>
                  <a:pt x="0" y="79081"/>
                </a:cubicBezTo>
                <a:cubicBezTo>
                  <a:pt x="0" y="66426"/>
                  <a:pt x="3251" y="56559"/>
                  <a:pt x="9754" y="49478"/>
                </a:cubicBezTo>
                <a:cubicBezTo>
                  <a:pt x="16256" y="42395"/>
                  <a:pt x="24418" y="38854"/>
                  <a:pt x="34240" y="38854"/>
                </a:cubicBezTo>
                <a:cubicBezTo>
                  <a:pt x="42550" y="38854"/>
                  <a:pt x="49376" y="41585"/>
                  <a:pt x="54719" y="47049"/>
                </a:cubicBezTo>
                <a:cubicBezTo>
                  <a:pt x="60061" y="52511"/>
                  <a:pt x="62732" y="59817"/>
                  <a:pt x="62732" y="68965"/>
                </a:cubicBezTo>
                <a:lnTo>
                  <a:pt x="11494" y="68965"/>
                </a:lnTo>
                <a:moveTo>
                  <a:pt x="11494" y="64270"/>
                </a:moveTo>
                <a:lnTo>
                  <a:pt x="45815" y="64270"/>
                </a:lnTo>
                <a:cubicBezTo>
                  <a:pt x="45545" y="59521"/>
                  <a:pt x="44978" y="56176"/>
                  <a:pt x="44115" y="54233"/>
                </a:cubicBezTo>
                <a:cubicBezTo>
                  <a:pt x="42766" y="51211"/>
                  <a:pt x="40756" y="48837"/>
                  <a:pt x="38085" y="47110"/>
                </a:cubicBezTo>
                <a:cubicBezTo>
                  <a:pt x="35413" y="45383"/>
                  <a:pt x="32621" y="44520"/>
                  <a:pt x="29707" y="44520"/>
                </a:cubicBezTo>
                <a:cubicBezTo>
                  <a:pt x="25228" y="44520"/>
                  <a:pt x="21221" y="46260"/>
                  <a:pt x="17686" y="49741"/>
                </a:cubicBezTo>
                <a:cubicBezTo>
                  <a:pt x="14152" y="53221"/>
                  <a:pt x="12088" y="58064"/>
                  <a:pt x="11494" y="64270"/>
                </a:cubicBezTo>
                <a:close/>
                <a:moveTo>
                  <a:pt x="94325" y="38854"/>
                </a:moveTo>
                <a:lnTo>
                  <a:pt x="94325" y="55528"/>
                </a:lnTo>
                <a:cubicBezTo>
                  <a:pt x="100531" y="44412"/>
                  <a:pt x="106899" y="38854"/>
                  <a:pt x="113428" y="38854"/>
                </a:cubicBezTo>
                <a:cubicBezTo>
                  <a:pt x="116396" y="38854"/>
                  <a:pt x="118852" y="39757"/>
                  <a:pt x="120794" y="41565"/>
                </a:cubicBezTo>
                <a:cubicBezTo>
                  <a:pt x="122737" y="43373"/>
                  <a:pt x="123708" y="45464"/>
                  <a:pt x="123708" y="47838"/>
                </a:cubicBezTo>
                <a:cubicBezTo>
                  <a:pt x="123708" y="49943"/>
                  <a:pt x="123007" y="51724"/>
                  <a:pt x="121604" y="53181"/>
                </a:cubicBezTo>
                <a:cubicBezTo>
                  <a:pt x="120201" y="54638"/>
                  <a:pt x="118528" y="55366"/>
                  <a:pt x="116585" y="55366"/>
                </a:cubicBezTo>
                <a:cubicBezTo>
                  <a:pt x="114696" y="55366"/>
                  <a:pt x="112578" y="54435"/>
                  <a:pt x="110231" y="52574"/>
                </a:cubicBezTo>
                <a:cubicBezTo>
                  <a:pt x="107884" y="50712"/>
                  <a:pt x="106143" y="49781"/>
                  <a:pt x="105010" y="49781"/>
                </a:cubicBezTo>
                <a:cubicBezTo>
                  <a:pt x="104039" y="49781"/>
                  <a:pt x="102986" y="50319"/>
                  <a:pt x="101853" y="51395"/>
                </a:cubicBezTo>
                <a:cubicBezTo>
                  <a:pt x="99425" y="53602"/>
                  <a:pt x="96916" y="57236"/>
                  <a:pt x="94325" y="62295"/>
                </a:cubicBezTo>
                <a:lnTo>
                  <a:pt x="94325" y="97738"/>
                </a:lnTo>
                <a:cubicBezTo>
                  <a:pt x="94325" y="101828"/>
                  <a:pt x="94838" y="104922"/>
                  <a:pt x="95863" y="107022"/>
                </a:cubicBezTo>
                <a:cubicBezTo>
                  <a:pt x="96565" y="108475"/>
                  <a:pt x="97806" y="109687"/>
                  <a:pt x="99587" y="110657"/>
                </a:cubicBezTo>
                <a:cubicBezTo>
                  <a:pt x="101368" y="111625"/>
                  <a:pt x="103931" y="112109"/>
                  <a:pt x="107277" y="112109"/>
                </a:cubicBezTo>
                <a:lnTo>
                  <a:pt x="107277" y="115104"/>
                </a:lnTo>
                <a:lnTo>
                  <a:pt x="69313" y="115104"/>
                </a:lnTo>
                <a:lnTo>
                  <a:pt x="69313" y="112109"/>
                </a:lnTo>
                <a:cubicBezTo>
                  <a:pt x="73091" y="112109"/>
                  <a:pt x="75897" y="111517"/>
                  <a:pt x="77732" y="110333"/>
                </a:cubicBezTo>
                <a:cubicBezTo>
                  <a:pt x="79081" y="109471"/>
                  <a:pt x="80025" y="108098"/>
                  <a:pt x="80565" y="106212"/>
                </a:cubicBezTo>
                <a:cubicBezTo>
                  <a:pt x="80835" y="105297"/>
                  <a:pt x="80969" y="102685"/>
                  <a:pt x="80969" y="98378"/>
                </a:cubicBezTo>
                <a:lnTo>
                  <a:pt x="80969" y="69706"/>
                </a:lnTo>
                <a:cubicBezTo>
                  <a:pt x="80969" y="61091"/>
                  <a:pt x="80794" y="55962"/>
                  <a:pt x="80443" y="54322"/>
                </a:cubicBezTo>
                <a:cubicBezTo>
                  <a:pt x="80093" y="52679"/>
                  <a:pt x="79445" y="51481"/>
                  <a:pt x="78501" y="50727"/>
                </a:cubicBezTo>
                <a:cubicBezTo>
                  <a:pt x="77556" y="49973"/>
                  <a:pt x="76383" y="49596"/>
                  <a:pt x="74980" y="49596"/>
                </a:cubicBezTo>
                <a:cubicBezTo>
                  <a:pt x="73307" y="49596"/>
                  <a:pt x="71418" y="50000"/>
                  <a:pt x="69313" y="50808"/>
                </a:cubicBezTo>
                <a:lnTo>
                  <a:pt x="68504" y="47899"/>
                </a:lnTo>
                <a:lnTo>
                  <a:pt x="90926" y="38854"/>
                </a:lnTo>
                <a:lnTo>
                  <a:pt x="94325" y="38854"/>
                </a:lnTo>
                <a:close/>
                <a:moveTo>
                  <a:pt x="146696" y="0"/>
                </a:moveTo>
                <a:cubicBezTo>
                  <a:pt x="148963" y="0"/>
                  <a:pt x="150892" y="800"/>
                  <a:pt x="152484" y="2401"/>
                </a:cubicBezTo>
                <a:cubicBezTo>
                  <a:pt x="154076" y="3999"/>
                  <a:pt x="154871" y="5938"/>
                  <a:pt x="154871" y="8216"/>
                </a:cubicBezTo>
                <a:cubicBezTo>
                  <a:pt x="154871" y="10494"/>
                  <a:pt x="154076" y="12447"/>
                  <a:pt x="152484" y="14074"/>
                </a:cubicBezTo>
                <a:cubicBezTo>
                  <a:pt x="150892" y="15700"/>
                  <a:pt x="148963" y="16513"/>
                  <a:pt x="146696" y="16513"/>
                </a:cubicBezTo>
                <a:cubicBezTo>
                  <a:pt x="144430" y="16513"/>
                  <a:pt x="142487" y="15700"/>
                  <a:pt x="140868" y="14074"/>
                </a:cubicBezTo>
                <a:cubicBezTo>
                  <a:pt x="139249" y="12447"/>
                  <a:pt x="138440" y="10494"/>
                  <a:pt x="138440" y="8216"/>
                </a:cubicBezTo>
                <a:cubicBezTo>
                  <a:pt x="138440" y="5938"/>
                  <a:pt x="139236" y="3999"/>
                  <a:pt x="140828" y="2401"/>
                </a:cubicBezTo>
                <a:cubicBezTo>
                  <a:pt x="142419" y="800"/>
                  <a:pt x="144376" y="0"/>
                  <a:pt x="146696" y="0"/>
                </a:cubicBezTo>
                <a:moveTo>
                  <a:pt x="153414" y="38854"/>
                </a:moveTo>
                <a:lnTo>
                  <a:pt x="153414" y="98297"/>
                </a:lnTo>
                <a:cubicBezTo>
                  <a:pt x="153414" y="102928"/>
                  <a:pt x="153752" y="106011"/>
                  <a:pt x="154426" y="107545"/>
                </a:cubicBezTo>
                <a:cubicBezTo>
                  <a:pt x="155101" y="109080"/>
                  <a:pt x="156099" y="110224"/>
                  <a:pt x="157421" y="110978"/>
                </a:cubicBezTo>
                <a:cubicBezTo>
                  <a:pt x="158743" y="111732"/>
                  <a:pt x="161158" y="112109"/>
                  <a:pt x="164666" y="112109"/>
                </a:cubicBezTo>
                <a:lnTo>
                  <a:pt x="164666" y="115104"/>
                </a:lnTo>
                <a:lnTo>
                  <a:pt x="128645" y="115104"/>
                </a:lnTo>
                <a:lnTo>
                  <a:pt x="128645" y="112109"/>
                </a:lnTo>
                <a:cubicBezTo>
                  <a:pt x="132261" y="112109"/>
                  <a:pt x="134689" y="111759"/>
                  <a:pt x="135930" y="111059"/>
                </a:cubicBezTo>
                <a:cubicBezTo>
                  <a:pt x="137172" y="110359"/>
                  <a:pt x="138156" y="109201"/>
                  <a:pt x="138885" y="107586"/>
                </a:cubicBezTo>
                <a:cubicBezTo>
                  <a:pt x="139613" y="105970"/>
                  <a:pt x="139978" y="102874"/>
                  <a:pt x="139978" y="98297"/>
                </a:cubicBezTo>
                <a:lnTo>
                  <a:pt x="139978" y="69787"/>
                </a:lnTo>
                <a:cubicBezTo>
                  <a:pt x="139978" y="61763"/>
                  <a:pt x="139735" y="56568"/>
                  <a:pt x="139249" y="54200"/>
                </a:cubicBezTo>
                <a:cubicBezTo>
                  <a:pt x="138871" y="52477"/>
                  <a:pt x="138278" y="51279"/>
                  <a:pt x="137468" y="50606"/>
                </a:cubicBezTo>
                <a:cubicBezTo>
                  <a:pt x="136659" y="49933"/>
                  <a:pt x="135553" y="49596"/>
                  <a:pt x="134150" y="49596"/>
                </a:cubicBezTo>
                <a:cubicBezTo>
                  <a:pt x="132639" y="49596"/>
                  <a:pt x="130804" y="50000"/>
                  <a:pt x="128645" y="50808"/>
                </a:cubicBezTo>
                <a:lnTo>
                  <a:pt x="127512" y="47899"/>
                </a:lnTo>
                <a:lnTo>
                  <a:pt x="149853" y="38854"/>
                </a:lnTo>
                <a:lnTo>
                  <a:pt x="153414" y="38854"/>
                </a:lnTo>
                <a:close/>
                <a:moveTo>
                  <a:pt x="202900" y="46624"/>
                </a:moveTo>
                <a:lnTo>
                  <a:pt x="202900" y="95414"/>
                </a:lnTo>
                <a:cubicBezTo>
                  <a:pt x="202900" y="102329"/>
                  <a:pt x="203655" y="106706"/>
                  <a:pt x="205166" y="108542"/>
                </a:cubicBezTo>
                <a:cubicBezTo>
                  <a:pt x="207163" y="110920"/>
                  <a:pt x="209834" y="112109"/>
                  <a:pt x="213180" y="112109"/>
                </a:cubicBezTo>
                <a:lnTo>
                  <a:pt x="219898" y="112109"/>
                </a:lnTo>
                <a:lnTo>
                  <a:pt x="219898" y="115104"/>
                </a:lnTo>
                <a:lnTo>
                  <a:pt x="175621" y="115104"/>
                </a:lnTo>
                <a:lnTo>
                  <a:pt x="175621" y="112109"/>
                </a:lnTo>
                <a:lnTo>
                  <a:pt x="178940" y="112109"/>
                </a:lnTo>
                <a:cubicBezTo>
                  <a:pt x="181098" y="112109"/>
                  <a:pt x="183068" y="111568"/>
                  <a:pt x="184849" y="110487"/>
                </a:cubicBezTo>
                <a:cubicBezTo>
                  <a:pt x="186630" y="109406"/>
                  <a:pt x="187857" y="107948"/>
                  <a:pt x="188532" y="106111"/>
                </a:cubicBezTo>
                <a:cubicBezTo>
                  <a:pt x="189206" y="104275"/>
                  <a:pt x="189544" y="100709"/>
                  <a:pt x="189544" y="95414"/>
                </a:cubicBezTo>
                <a:lnTo>
                  <a:pt x="189544" y="46624"/>
                </a:lnTo>
                <a:lnTo>
                  <a:pt x="175136" y="46624"/>
                </a:lnTo>
                <a:lnTo>
                  <a:pt x="175136" y="40958"/>
                </a:lnTo>
                <a:lnTo>
                  <a:pt x="189544" y="40958"/>
                </a:lnTo>
                <a:lnTo>
                  <a:pt x="189544" y="36081"/>
                </a:lnTo>
                <a:cubicBezTo>
                  <a:pt x="189544" y="28660"/>
                  <a:pt x="190731" y="22375"/>
                  <a:pt x="193105" y="17229"/>
                </a:cubicBezTo>
                <a:cubicBezTo>
                  <a:pt x="195480" y="12082"/>
                  <a:pt x="199109" y="7924"/>
                  <a:pt x="203992" y="4756"/>
                </a:cubicBezTo>
                <a:cubicBezTo>
                  <a:pt x="208876" y="1585"/>
                  <a:pt x="214367" y="0"/>
                  <a:pt x="220465" y="0"/>
                </a:cubicBezTo>
                <a:cubicBezTo>
                  <a:pt x="226131" y="0"/>
                  <a:pt x="231338" y="1835"/>
                  <a:pt x="236087" y="5504"/>
                </a:cubicBezTo>
                <a:cubicBezTo>
                  <a:pt x="239217" y="7933"/>
                  <a:pt x="240782" y="10658"/>
                  <a:pt x="240782" y="13680"/>
                </a:cubicBezTo>
                <a:cubicBezTo>
                  <a:pt x="240782" y="15299"/>
                  <a:pt x="240080" y="16823"/>
                  <a:pt x="238677" y="18253"/>
                </a:cubicBezTo>
                <a:cubicBezTo>
                  <a:pt x="237274" y="19683"/>
                  <a:pt x="235763" y="20398"/>
                  <a:pt x="234144" y="20398"/>
                </a:cubicBezTo>
                <a:cubicBezTo>
                  <a:pt x="232903" y="20398"/>
                  <a:pt x="231595" y="19948"/>
                  <a:pt x="230219" y="19047"/>
                </a:cubicBezTo>
                <a:cubicBezTo>
                  <a:pt x="228842" y="18147"/>
                  <a:pt x="227156" y="16210"/>
                  <a:pt x="225159" y="13237"/>
                </a:cubicBezTo>
                <a:cubicBezTo>
                  <a:pt x="223163" y="10264"/>
                  <a:pt x="221328" y="8259"/>
                  <a:pt x="219655" y="7222"/>
                </a:cubicBezTo>
                <a:cubicBezTo>
                  <a:pt x="217982" y="6185"/>
                  <a:pt x="216121" y="5666"/>
                  <a:pt x="214070" y="5666"/>
                </a:cubicBezTo>
                <a:cubicBezTo>
                  <a:pt x="211588" y="5666"/>
                  <a:pt x="209483" y="6334"/>
                  <a:pt x="207756" y="7670"/>
                </a:cubicBezTo>
                <a:cubicBezTo>
                  <a:pt x="206029" y="9003"/>
                  <a:pt x="204788" y="11073"/>
                  <a:pt x="204033" y="13877"/>
                </a:cubicBezTo>
                <a:cubicBezTo>
                  <a:pt x="203277" y="16681"/>
                  <a:pt x="202900" y="23911"/>
                  <a:pt x="202900" y="35565"/>
                </a:cubicBezTo>
                <a:lnTo>
                  <a:pt x="202900" y="40958"/>
                </a:lnTo>
                <a:lnTo>
                  <a:pt x="222003" y="40958"/>
                </a:lnTo>
                <a:lnTo>
                  <a:pt x="222003" y="46624"/>
                </a:lnTo>
                <a:lnTo>
                  <a:pt x="202900" y="466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yCandidateInvariant">
            <a:extLst xmlns:a="http://schemas.openxmlformats.org/drawingml/2006/main">
              <a:ext uri="{FF2B5EF4-FFF2-40B4-BE49-F238E27FC236}">
                <a16:creationId xmlns:a16="http://schemas.microsoft.com/office/drawing/2014/main" id="{AFCF59E9-FF8B-413D-9AB0-698AF895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9479" y="133314"/>
            <a:ext cx="1435685" cy="150881"/>
          </a:xfrm>
          <a:custGeom xmlns:a="http://schemas.openxmlformats.org/drawingml/2006/main">
            <a:pathLst>
              <a:path w="1435685" h="150881">
                <a:moveTo>
                  <a:pt x="0" y="40958"/>
                </a:moveTo>
                <a:lnTo>
                  <a:pt x="34563" y="40958"/>
                </a:lnTo>
                <a:lnTo>
                  <a:pt x="34563" y="43953"/>
                </a:lnTo>
                <a:lnTo>
                  <a:pt x="32864" y="43953"/>
                </a:lnTo>
                <a:cubicBezTo>
                  <a:pt x="30435" y="43953"/>
                  <a:pt x="28614" y="44479"/>
                  <a:pt x="27400" y="45531"/>
                </a:cubicBezTo>
                <a:cubicBezTo>
                  <a:pt x="26186" y="46584"/>
                  <a:pt x="25579" y="47892"/>
                  <a:pt x="25579" y="49457"/>
                </a:cubicBezTo>
                <a:cubicBezTo>
                  <a:pt x="25579" y="51562"/>
                  <a:pt x="26469" y="54476"/>
                  <a:pt x="28250" y="58199"/>
                </a:cubicBezTo>
                <a:lnTo>
                  <a:pt x="46300" y="95596"/>
                </a:lnTo>
                <a:lnTo>
                  <a:pt x="62894" y="54638"/>
                </a:lnTo>
                <a:cubicBezTo>
                  <a:pt x="63812" y="52425"/>
                  <a:pt x="64270" y="50240"/>
                  <a:pt x="64270" y="48081"/>
                </a:cubicBezTo>
                <a:cubicBezTo>
                  <a:pt x="64270" y="47110"/>
                  <a:pt x="64081" y="46381"/>
                  <a:pt x="63704" y="45896"/>
                </a:cubicBezTo>
                <a:cubicBezTo>
                  <a:pt x="63272" y="45302"/>
                  <a:pt x="62597" y="44830"/>
                  <a:pt x="61680" y="44479"/>
                </a:cubicBezTo>
                <a:cubicBezTo>
                  <a:pt x="60763" y="44128"/>
                  <a:pt x="59144" y="43953"/>
                  <a:pt x="56823" y="43953"/>
                </a:cubicBezTo>
                <a:lnTo>
                  <a:pt x="56823" y="40958"/>
                </a:lnTo>
                <a:lnTo>
                  <a:pt x="80945" y="40958"/>
                </a:lnTo>
                <a:lnTo>
                  <a:pt x="80945" y="43953"/>
                </a:lnTo>
                <a:cubicBezTo>
                  <a:pt x="78948" y="44169"/>
                  <a:pt x="77410" y="44601"/>
                  <a:pt x="76331" y="45248"/>
                </a:cubicBezTo>
                <a:cubicBezTo>
                  <a:pt x="75252" y="45896"/>
                  <a:pt x="74065" y="47110"/>
                  <a:pt x="72769" y="48891"/>
                </a:cubicBezTo>
                <a:cubicBezTo>
                  <a:pt x="72284" y="49646"/>
                  <a:pt x="71366" y="51724"/>
                  <a:pt x="70017" y="55123"/>
                </a:cubicBezTo>
                <a:lnTo>
                  <a:pt x="39825" y="129107"/>
                </a:lnTo>
                <a:cubicBezTo>
                  <a:pt x="36911" y="136284"/>
                  <a:pt x="33093" y="141707"/>
                  <a:pt x="28371" y="145377"/>
                </a:cubicBezTo>
                <a:cubicBezTo>
                  <a:pt x="23649" y="149046"/>
                  <a:pt x="19103" y="150881"/>
                  <a:pt x="14732" y="150881"/>
                </a:cubicBezTo>
                <a:cubicBezTo>
                  <a:pt x="11548" y="150881"/>
                  <a:pt x="8931" y="149975"/>
                  <a:pt x="6880" y="148162"/>
                </a:cubicBezTo>
                <a:cubicBezTo>
                  <a:pt x="4830" y="146349"/>
                  <a:pt x="3804" y="144270"/>
                  <a:pt x="3804" y="141924"/>
                </a:cubicBezTo>
                <a:cubicBezTo>
                  <a:pt x="3804" y="139685"/>
                  <a:pt x="4546" y="137879"/>
                  <a:pt x="6030" y="136506"/>
                </a:cubicBezTo>
                <a:cubicBezTo>
                  <a:pt x="7514" y="135135"/>
                  <a:pt x="9551" y="134449"/>
                  <a:pt x="12142" y="134449"/>
                </a:cubicBezTo>
                <a:cubicBezTo>
                  <a:pt x="13923" y="134449"/>
                  <a:pt x="16351" y="135043"/>
                  <a:pt x="19427" y="136230"/>
                </a:cubicBezTo>
                <a:cubicBezTo>
                  <a:pt x="21585" y="137040"/>
                  <a:pt x="22934" y="137444"/>
                  <a:pt x="23474" y="137444"/>
                </a:cubicBezTo>
                <a:cubicBezTo>
                  <a:pt x="25093" y="137444"/>
                  <a:pt x="26860" y="136602"/>
                  <a:pt x="28776" y="134917"/>
                </a:cubicBezTo>
                <a:cubicBezTo>
                  <a:pt x="30692" y="133234"/>
                  <a:pt x="32621" y="129976"/>
                  <a:pt x="34563" y="125143"/>
                </a:cubicBezTo>
                <a:lnTo>
                  <a:pt x="39825" y="112190"/>
                </a:lnTo>
                <a:lnTo>
                  <a:pt x="13194" y="56257"/>
                </a:lnTo>
                <a:cubicBezTo>
                  <a:pt x="12385" y="54584"/>
                  <a:pt x="11089" y="52506"/>
                  <a:pt x="9309" y="50024"/>
                </a:cubicBezTo>
                <a:cubicBezTo>
                  <a:pt x="7960" y="48135"/>
                  <a:pt x="6853" y="46867"/>
                  <a:pt x="5990" y="46219"/>
                </a:cubicBezTo>
                <a:cubicBezTo>
                  <a:pt x="4749" y="45356"/>
                  <a:pt x="2752" y="44601"/>
                  <a:pt x="0" y="43953"/>
                </a:cubicBezTo>
                <a:lnTo>
                  <a:pt x="0" y="40958"/>
                </a:lnTo>
                <a:close/>
                <a:moveTo>
                  <a:pt x="223165" y="2914"/>
                </a:moveTo>
                <a:lnTo>
                  <a:pt x="225674" y="40149"/>
                </a:lnTo>
                <a:lnTo>
                  <a:pt x="223165" y="40149"/>
                </a:lnTo>
                <a:cubicBezTo>
                  <a:pt x="219819" y="28950"/>
                  <a:pt x="215043" y="20889"/>
                  <a:pt x="208838" y="15966"/>
                </a:cubicBezTo>
                <a:cubicBezTo>
                  <a:pt x="202632" y="11042"/>
                  <a:pt x="195185" y="8580"/>
                  <a:pt x="186497" y="8580"/>
                </a:cubicBezTo>
                <a:cubicBezTo>
                  <a:pt x="179212" y="8580"/>
                  <a:pt x="172628" y="10430"/>
                  <a:pt x="166746" y="14130"/>
                </a:cubicBezTo>
                <a:cubicBezTo>
                  <a:pt x="160864" y="17828"/>
                  <a:pt x="156237" y="23728"/>
                  <a:pt x="152864" y="31829"/>
                </a:cubicBezTo>
                <a:cubicBezTo>
                  <a:pt x="149492" y="39930"/>
                  <a:pt x="147805" y="50003"/>
                  <a:pt x="147805" y="62047"/>
                </a:cubicBezTo>
                <a:cubicBezTo>
                  <a:pt x="147805" y="71983"/>
                  <a:pt x="149397" y="80597"/>
                  <a:pt x="152581" y="87888"/>
                </a:cubicBezTo>
                <a:cubicBezTo>
                  <a:pt x="155765" y="95178"/>
                  <a:pt x="160554" y="100768"/>
                  <a:pt x="166949" y="104657"/>
                </a:cubicBezTo>
                <a:cubicBezTo>
                  <a:pt x="173343" y="108545"/>
                  <a:pt x="180642" y="110490"/>
                  <a:pt x="188844" y="110490"/>
                </a:cubicBezTo>
                <a:cubicBezTo>
                  <a:pt x="195967" y="110490"/>
                  <a:pt x="202254" y="108965"/>
                  <a:pt x="207704" y="105916"/>
                </a:cubicBezTo>
                <a:cubicBezTo>
                  <a:pt x="213155" y="102867"/>
                  <a:pt x="219145" y="96810"/>
                  <a:pt x="225674" y="87744"/>
                </a:cubicBezTo>
                <a:lnTo>
                  <a:pt x="228183" y="89358"/>
                </a:lnTo>
                <a:cubicBezTo>
                  <a:pt x="222679" y="99100"/>
                  <a:pt x="216258" y="106232"/>
                  <a:pt x="208919" y="110753"/>
                </a:cubicBezTo>
                <a:cubicBezTo>
                  <a:pt x="201580" y="115272"/>
                  <a:pt x="192865" y="117532"/>
                  <a:pt x="182773" y="117532"/>
                </a:cubicBezTo>
                <a:cubicBezTo>
                  <a:pt x="164588" y="117532"/>
                  <a:pt x="150503" y="110796"/>
                  <a:pt x="140520" y="97324"/>
                </a:cubicBezTo>
                <a:cubicBezTo>
                  <a:pt x="133073" y="87302"/>
                  <a:pt x="129350" y="75500"/>
                  <a:pt x="129350" y="61920"/>
                </a:cubicBezTo>
                <a:cubicBezTo>
                  <a:pt x="129350" y="50981"/>
                  <a:pt x="131805" y="40931"/>
                  <a:pt x="136716" y="31771"/>
                </a:cubicBezTo>
                <a:cubicBezTo>
                  <a:pt x="141626" y="22611"/>
                  <a:pt x="148385" y="15511"/>
                  <a:pt x="156992" y="10472"/>
                </a:cubicBezTo>
                <a:cubicBezTo>
                  <a:pt x="165600" y="5433"/>
                  <a:pt x="175003" y="2914"/>
                  <a:pt x="185202" y="2914"/>
                </a:cubicBezTo>
                <a:cubicBezTo>
                  <a:pt x="193134" y="2914"/>
                  <a:pt x="200959" y="4857"/>
                  <a:pt x="208676" y="8742"/>
                </a:cubicBezTo>
                <a:cubicBezTo>
                  <a:pt x="210942" y="9929"/>
                  <a:pt x="212561" y="10523"/>
                  <a:pt x="213532" y="10523"/>
                </a:cubicBezTo>
                <a:cubicBezTo>
                  <a:pt x="214989" y="10523"/>
                  <a:pt x="216258" y="10010"/>
                  <a:pt x="217337" y="8985"/>
                </a:cubicBezTo>
                <a:cubicBezTo>
                  <a:pt x="218740" y="7528"/>
                  <a:pt x="219738" y="5504"/>
                  <a:pt x="220332" y="2914"/>
                </a:cubicBezTo>
                <a:lnTo>
                  <a:pt x="223165" y="2914"/>
                </a:lnTo>
                <a:close/>
                <a:moveTo>
                  <a:pt x="281123" y="104419"/>
                </a:moveTo>
                <a:cubicBezTo>
                  <a:pt x="273514" y="110301"/>
                  <a:pt x="268738" y="113701"/>
                  <a:pt x="266796" y="114618"/>
                </a:cubicBezTo>
                <a:cubicBezTo>
                  <a:pt x="263882" y="116021"/>
                  <a:pt x="260779" y="116722"/>
                  <a:pt x="257487" y="116722"/>
                </a:cubicBezTo>
                <a:cubicBezTo>
                  <a:pt x="252360" y="116722"/>
                  <a:pt x="248138" y="114969"/>
                  <a:pt x="244819" y="111461"/>
                </a:cubicBezTo>
                <a:cubicBezTo>
                  <a:pt x="241500" y="107953"/>
                  <a:pt x="239841" y="103340"/>
                  <a:pt x="239841" y="97619"/>
                </a:cubicBezTo>
                <a:cubicBezTo>
                  <a:pt x="239841" y="94004"/>
                  <a:pt x="240650" y="90874"/>
                  <a:pt x="242269" y="88230"/>
                </a:cubicBezTo>
                <a:cubicBezTo>
                  <a:pt x="244482" y="84560"/>
                  <a:pt x="248327" y="81107"/>
                  <a:pt x="253804" y="77869"/>
                </a:cubicBezTo>
                <a:cubicBezTo>
                  <a:pt x="259281" y="74631"/>
                  <a:pt x="268388" y="70692"/>
                  <a:pt x="281123" y="66051"/>
                </a:cubicBezTo>
                <a:lnTo>
                  <a:pt x="281123" y="63137"/>
                </a:lnTo>
                <a:cubicBezTo>
                  <a:pt x="281123" y="55744"/>
                  <a:pt x="279949" y="50671"/>
                  <a:pt x="277602" y="47919"/>
                </a:cubicBezTo>
                <a:cubicBezTo>
                  <a:pt x="275254" y="45167"/>
                  <a:pt x="271841" y="43791"/>
                  <a:pt x="267362" y="43791"/>
                </a:cubicBezTo>
                <a:cubicBezTo>
                  <a:pt x="263963" y="43791"/>
                  <a:pt x="261264" y="44705"/>
                  <a:pt x="259268" y="46533"/>
                </a:cubicBezTo>
                <a:cubicBezTo>
                  <a:pt x="257217" y="48361"/>
                  <a:pt x="256192" y="50458"/>
                  <a:pt x="256192" y="52824"/>
                </a:cubicBezTo>
                <a:lnTo>
                  <a:pt x="256354" y="57501"/>
                </a:lnTo>
                <a:cubicBezTo>
                  <a:pt x="256354" y="59973"/>
                  <a:pt x="255720" y="61881"/>
                  <a:pt x="254452" y="63226"/>
                </a:cubicBezTo>
                <a:cubicBezTo>
                  <a:pt x="253183" y="64570"/>
                  <a:pt x="251524" y="65242"/>
                  <a:pt x="249473" y="65242"/>
                </a:cubicBezTo>
                <a:cubicBezTo>
                  <a:pt x="247477" y="65242"/>
                  <a:pt x="245844" y="64543"/>
                  <a:pt x="244576" y="63145"/>
                </a:cubicBezTo>
                <a:cubicBezTo>
                  <a:pt x="243308" y="61745"/>
                  <a:pt x="242674" y="59834"/>
                  <a:pt x="242674" y="57413"/>
                </a:cubicBezTo>
                <a:cubicBezTo>
                  <a:pt x="242674" y="52787"/>
                  <a:pt x="245048" y="48537"/>
                  <a:pt x="249797" y="44664"/>
                </a:cubicBezTo>
                <a:cubicBezTo>
                  <a:pt x="254546" y="40790"/>
                  <a:pt x="261210" y="38854"/>
                  <a:pt x="269791" y="38854"/>
                </a:cubicBezTo>
                <a:cubicBezTo>
                  <a:pt x="276374" y="38854"/>
                  <a:pt x="281770" y="39958"/>
                  <a:pt x="285980" y="42167"/>
                </a:cubicBezTo>
                <a:cubicBezTo>
                  <a:pt x="289163" y="43838"/>
                  <a:pt x="291511" y="46453"/>
                  <a:pt x="293022" y="50011"/>
                </a:cubicBezTo>
                <a:cubicBezTo>
                  <a:pt x="293993" y="52328"/>
                  <a:pt x="294479" y="57071"/>
                  <a:pt x="294479" y="64240"/>
                </a:cubicBezTo>
                <a:lnTo>
                  <a:pt x="294479" y="89383"/>
                </a:lnTo>
                <a:cubicBezTo>
                  <a:pt x="294479" y="96444"/>
                  <a:pt x="294614" y="100770"/>
                  <a:pt x="294883" y="102360"/>
                </a:cubicBezTo>
                <a:cubicBezTo>
                  <a:pt x="295153" y="103950"/>
                  <a:pt x="295598" y="105015"/>
                  <a:pt x="296219" y="105555"/>
                </a:cubicBezTo>
                <a:cubicBezTo>
                  <a:pt x="296840" y="106093"/>
                  <a:pt x="297555" y="106362"/>
                  <a:pt x="298364" y="106362"/>
                </a:cubicBezTo>
                <a:cubicBezTo>
                  <a:pt x="299228" y="106362"/>
                  <a:pt x="299983" y="106173"/>
                  <a:pt x="300631" y="105795"/>
                </a:cubicBezTo>
                <a:cubicBezTo>
                  <a:pt x="301764" y="105093"/>
                  <a:pt x="303949" y="103124"/>
                  <a:pt x="307187" y="99886"/>
                </a:cubicBezTo>
                <a:lnTo>
                  <a:pt x="307187" y="104419"/>
                </a:lnTo>
                <a:cubicBezTo>
                  <a:pt x="301143" y="112513"/>
                  <a:pt x="295369" y="116561"/>
                  <a:pt x="289865" y="116561"/>
                </a:cubicBezTo>
                <a:cubicBezTo>
                  <a:pt x="287221" y="116561"/>
                  <a:pt x="285116" y="115643"/>
                  <a:pt x="283551" y="113808"/>
                </a:cubicBezTo>
                <a:cubicBezTo>
                  <a:pt x="281986" y="111974"/>
                  <a:pt x="281177" y="108844"/>
                  <a:pt x="281123" y="104419"/>
                </a:cubicBezTo>
                <a:moveTo>
                  <a:pt x="281123" y="99112"/>
                </a:moveTo>
                <a:lnTo>
                  <a:pt x="281123" y="70989"/>
                </a:lnTo>
                <a:cubicBezTo>
                  <a:pt x="272974" y="74211"/>
                  <a:pt x="267713" y="76495"/>
                  <a:pt x="265339" y="77839"/>
                </a:cubicBezTo>
                <a:cubicBezTo>
                  <a:pt x="261076" y="80203"/>
                  <a:pt x="258027" y="82674"/>
                  <a:pt x="256192" y="85253"/>
                </a:cubicBezTo>
                <a:cubicBezTo>
                  <a:pt x="254357" y="87831"/>
                  <a:pt x="253440" y="90651"/>
                  <a:pt x="253440" y="93714"/>
                </a:cubicBezTo>
                <a:cubicBezTo>
                  <a:pt x="253440" y="97582"/>
                  <a:pt x="254600" y="100792"/>
                  <a:pt x="256920" y="103344"/>
                </a:cubicBezTo>
                <a:cubicBezTo>
                  <a:pt x="259241" y="105895"/>
                  <a:pt x="261912" y="107171"/>
                  <a:pt x="264934" y="107171"/>
                </a:cubicBezTo>
                <a:cubicBezTo>
                  <a:pt x="269035" y="107171"/>
                  <a:pt x="274431" y="104485"/>
                  <a:pt x="281123" y="99112"/>
                </a:cubicBezTo>
                <a:close/>
                <a:moveTo>
                  <a:pt x="334328" y="54557"/>
                </a:moveTo>
                <a:cubicBezTo>
                  <a:pt x="343016" y="44088"/>
                  <a:pt x="351300" y="38854"/>
                  <a:pt x="359178" y="38854"/>
                </a:cubicBezTo>
                <a:cubicBezTo>
                  <a:pt x="363226" y="38854"/>
                  <a:pt x="366706" y="39864"/>
                  <a:pt x="369620" y="41884"/>
                </a:cubicBezTo>
                <a:cubicBezTo>
                  <a:pt x="372534" y="43902"/>
                  <a:pt x="374855" y="47227"/>
                  <a:pt x="376581" y="51858"/>
                </a:cubicBezTo>
                <a:cubicBezTo>
                  <a:pt x="377769" y="55087"/>
                  <a:pt x="378362" y="60041"/>
                  <a:pt x="378362" y="66719"/>
                </a:cubicBezTo>
                <a:lnTo>
                  <a:pt x="378362" y="98297"/>
                </a:lnTo>
                <a:cubicBezTo>
                  <a:pt x="378362" y="102982"/>
                  <a:pt x="378740" y="106159"/>
                  <a:pt x="379495" y="107829"/>
                </a:cubicBezTo>
                <a:cubicBezTo>
                  <a:pt x="380089" y="109174"/>
                  <a:pt x="381047" y="110224"/>
                  <a:pt x="382369" y="110978"/>
                </a:cubicBezTo>
                <a:cubicBezTo>
                  <a:pt x="383691" y="111732"/>
                  <a:pt x="386133" y="112109"/>
                  <a:pt x="389695" y="112109"/>
                </a:cubicBezTo>
                <a:lnTo>
                  <a:pt x="389695" y="115104"/>
                </a:lnTo>
                <a:lnTo>
                  <a:pt x="353026" y="115104"/>
                </a:lnTo>
                <a:lnTo>
                  <a:pt x="353026" y="112109"/>
                </a:lnTo>
                <a:lnTo>
                  <a:pt x="354564" y="112109"/>
                </a:lnTo>
                <a:cubicBezTo>
                  <a:pt x="358018" y="112109"/>
                  <a:pt x="360433" y="111585"/>
                  <a:pt x="361809" y="110538"/>
                </a:cubicBezTo>
                <a:cubicBezTo>
                  <a:pt x="363185" y="109491"/>
                  <a:pt x="364143" y="107948"/>
                  <a:pt x="364683" y="105909"/>
                </a:cubicBezTo>
                <a:cubicBezTo>
                  <a:pt x="364898" y="105103"/>
                  <a:pt x="365006" y="102579"/>
                  <a:pt x="365006" y="98338"/>
                </a:cubicBezTo>
                <a:lnTo>
                  <a:pt x="365006" y="68138"/>
                </a:lnTo>
                <a:cubicBezTo>
                  <a:pt x="365006" y="61428"/>
                  <a:pt x="364129" y="56556"/>
                  <a:pt x="362376" y="53522"/>
                </a:cubicBezTo>
                <a:cubicBezTo>
                  <a:pt x="360622" y="50488"/>
                  <a:pt x="357667" y="48972"/>
                  <a:pt x="353512" y="48972"/>
                </a:cubicBezTo>
                <a:cubicBezTo>
                  <a:pt x="347091" y="48972"/>
                  <a:pt x="340696" y="52462"/>
                  <a:pt x="334328" y="59441"/>
                </a:cubicBezTo>
                <a:lnTo>
                  <a:pt x="334328" y="98338"/>
                </a:lnTo>
                <a:cubicBezTo>
                  <a:pt x="334328" y="103331"/>
                  <a:pt x="334625" y="106418"/>
                  <a:pt x="335219" y="107598"/>
                </a:cubicBezTo>
                <a:cubicBezTo>
                  <a:pt x="335974" y="109155"/>
                  <a:pt x="337013" y="110296"/>
                  <a:pt x="338335" y="111021"/>
                </a:cubicBezTo>
                <a:cubicBezTo>
                  <a:pt x="339657" y="111746"/>
                  <a:pt x="342342" y="112109"/>
                  <a:pt x="346389" y="112109"/>
                </a:cubicBezTo>
                <a:lnTo>
                  <a:pt x="346389" y="115104"/>
                </a:lnTo>
                <a:lnTo>
                  <a:pt x="309721" y="115104"/>
                </a:lnTo>
                <a:lnTo>
                  <a:pt x="309721" y="112109"/>
                </a:lnTo>
                <a:lnTo>
                  <a:pt x="311340" y="112109"/>
                </a:lnTo>
                <a:cubicBezTo>
                  <a:pt x="315117" y="112109"/>
                  <a:pt x="317667" y="111153"/>
                  <a:pt x="318989" y="109243"/>
                </a:cubicBezTo>
                <a:cubicBezTo>
                  <a:pt x="320311" y="107330"/>
                  <a:pt x="320972" y="103682"/>
                  <a:pt x="320972" y="98297"/>
                </a:cubicBezTo>
                <a:lnTo>
                  <a:pt x="320972" y="70837"/>
                </a:lnTo>
                <a:cubicBezTo>
                  <a:pt x="320972" y="61953"/>
                  <a:pt x="320770" y="56542"/>
                  <a:pt x="320365" y="54605"/>
                </a:cubicBezTo>
                <a:cubicBezTo>
                  <a:pt x="319961" y="52666"/>
                  <a:pt x="319340" y="51346"/>
                  <a:pt x="318504" y="50646"/>
                </a:cubicBezTo>
                <a:cubicBezTo>
                  <a:pt x="317667" y="49946"/>
                  <a:pt x="316547" y="49596"/>
                  <a:pt x="315144" y="49596"/>
                </a:cubicBezTo>
                <a:cubicBezTo>
                  <a:pt x="313633" y="49596"/>
                  <a:pt x="311826" y="50000"/>
                  <a:pt x="309721" y="50808"/>
                </a:cubicBezTo>
                <a:lnTo>
                  <a:pt x="308507" y="47899"/>
                </a:lnTo>
                <a:lnTo>
                  <a:pt x="330848" y="38854"/>
                </a:lnTo>
                <a:lnTo>
                  <a:pt x="334328" y="38854"/>
                </a:lnTo>
                <a:lnTo>
                  <a:pt x="334328" y="54557"/>
                </a:lnTo>
                <a:close/>
                <a:moveTo>
                  <a:pt x="447975" y="106766"/>
                </a:moveTo>
                <a:cubicBezTo>
                  <a:pt x="444359" y="110544"/>
                  <a:pt x="440825" y="113255"/>
                  <a:pt x="437371" y="114901"/>
                </a:cubicBezTo>
                <a:cubicBezTo>
                  <a:pt x="433917" y="116547"/>
                  <a:pt x="430194" y="117370"/>
                  <a:pt x="426201" y="117370"/>
                </a:cubicBezTo>
                <a:cubicBezTo>
                  <a:pt x="418106" y="117370"/>
                  <a:pt x="411037" y="113991"/>
                  <a:pt x="404993" y="107234"/>
                </a:cubicBezTo>
                <a:cubicBezTo>
                  <a:pt x="398949" y="100475"/>
                  <a:pt x="395927" y="91791"/>
                  <a:pt x="395927" y="81180"/>
                </a:cubicBezTo>
                <a:cubicBezTo>
                  <a:pt x="395927" y="70571"/>
                  <a:pt x="399273" y="60865"/>
                  <a:pt x="405964" y="52060"/>
                </a:cubicBezTo>
                <a:cubicBezTo>
                  <a:pt x="412656" y="43256"/>
                  <a:pt x="421263" y="38854"/>
                  <a:pt x="431786" y="38854"/>
                </a:cubicBezTo>
                <a:cubicBezTo>
                  <a:pt x="438315" y="38854"/>
                  <a:pt x="443712" y="40931"/>
                  <a:pt x="447975" y="45086"/>
                </a:cubicBezTo>
                <a:lnTo>
                  <a:pt x="447975" y="31376"/>
                </a:lnTo>
                <a:cubicBezTo>
                  <a:pt x="447975" y="22869"/>
                  <a:pt x="447772" y="17639"/>
                  <a:pt x="447368" y="15688"/>
                </a:cubicBezTo>
                <a:cubicBezTo>
                  <a:pt x="446963" y="13737"/>
                  <a:pt x="446329" y="12410"/>
                  <a:pt x="445465" y="11707"/>
                </a:cubicBezTo>
                <a:cubicBezTo>
                  <a:pt x="444602" y="11002"/>
                  <a:pt x="443523" y="10649"/>
                  <a:pt x="442228" y="10649"/>
                </a:cubicBezTo>
                <a:cubicBezTo>
                  <a:pt x="440825" y="10649"/>
                  <a:pt x="438963" y="11083"/>
                  <a:pt x="436643" y="11949"/>
                </a:cubicBezTo>
                <a:lnTo>
                  <a:pt x="435590" y="9104"/>
                </a:lnTo>
                <a:lnTo>
                  <a:pt x="457688" y="0"/>
                </a:lnTo>
                <a:lnTo>
                  <a:pt x="461331" y="0"/>
                </a:lnTo>
                <a:lnTo>
                  <a:pt x="461331" y="85721"/>
                </a:lnTo>
                <a:cubicBezTo>
                  <a:pt x="461331" y="94409"/>
                  <a:pt x="461533" y="99711"/>
                  <a:pt x="461938" y="101626"/>
                </a:cubicBezTo>
                <a:cubicBezTo>
                  <a:pt x="462342" y="103542"/>
                  <a:pt x="462990" y="104878"/>
                  <a:pt x="463880" y="105633"/>
                </a:cubicBezTo>
                <a:cubicBezTo>
                  <a:pt x="464771" y="106388"/>
                  <a:pt x="465810" y="106766"/>
                  <a:pt x="466997" y="106766"/>
                </a:cubicBezTo>
                <a:cubicBezTo>
                  <a:pt x="468454" y="106766"/>
                  <a:pt x="470396" y="106308"/>
                  <a:pt x="472825" y="105390"/>
                </a:cubicBezTo>
                <a:lnTo>
                  <a:pt x="473715" y="108223"/>
                </a:lnTo>
                <a:lnTo>
                  <a:pt x="451698" y="117370"/>
                </a:lnTo>
                <a:lnTo>
                  <a:pt x="447975" y="117370"/>
                </a:lnTo>
                <a:lnTo>
                  <a:pt x="447975" y="106766"/>
                </a:lnTo>
                <a:moveTo>
                  <a:pt x="447975" y="101118"/>
                </a:moveTo>
                <a:lnTo>
                  <a:pt x="447975" y="63008"/>
                </a:lnTo>
                <a:cubicBezTo>
                  <a:pt x="447651" y="59347"/>
                  <a:pt x="446680" y="56010"/>
                  <a:pt x="445061" y="52996"/>
                </a:cubicBezTo>
                <a:cubicBezTo>
                  <a:pt x="443442" y="49981"/>
                  <a:pt x="441297" y="47707"/>
                  <a:pt x="438626" y="46174"/>
                </a:cubicBezTo>
                <a:cubicBezTo>
                  <a:pt x="435954" y="44639"/>
                  <a:pt x="433351" y="43872"/>
                  <a:pt x="430814" y="43872"/>
                </a:cubicBezTo>
                <a:cubicBezTo>
                  <a:pt x="426066" y="43872"/>
                  <a:pt x="421830" y="45999"/>
                  <a:pt x="418106" y="50252"/>
                </a:cubicBezTo>
                <a:cubicBezTo>
                  <a:pt x="413195" y="55849"/>
                  <a:pt x="410740" y="64030"/>
                  <a:pt x="410740" y="74796"/>
                </a:cubicBezTo>
                <a:cubicBezTo>
                  <a:pt x="410740" y="85669"/>
                  <a:pt x="413115" y="94000"/>
                  <a:pt x="417863" y="99787"/>
                </a:cubicBezTo>
                <a:cubicBezTo>
                  <a:pt x="422612" y="105573"/>
                  <a:pt x="427900" y="108466"/>
                  <a:pt x="433728" y="108466"/>
                </a:cubicBezTo>
                <a:cubicBezTo>
                  <a:pt x="438639" y="108466"/>
                  <a:pt x="443388" y="106017"/>
                  <a:pt x="447975" y="101118"/>
                </a:cubicBezTo>
                <a:close/>
                <a:moveTo>
                  <a:pt x="497352" y="0"/>
                </a:moveTo>
                <a:cubicBezTo>
                  <a:pt x="499618" y="0"/>
                  <a:pt x="501547" y="800"/>
                  <a:pt x="503139" y="2401"/>
                </a:cubicBezTo>
                <a:cubicBezTo>
                  <a:pt x="504731" y="3999"/>
                  <a:pt x="505527" y="5938"/>
                  <a:pt x="505527" y="8216"/>
                </a:cubicBezTo>
                <a:cubicBezTo>
                  <a:pt x="505527" y="10494"/>
                  <a:pt x="504731" y="12447"/>
                  <a:pt x="503139" y="14074"/>
                </a:cubicBezTo>
                <a:cubicBezTo>
                  <a:pt x="501547" y="15700"/>
                  <a:pt x="499618" y="16513"/>
                  <a:pt x="497352" y="16513"/>
                </a:cubicBezTo>
                <a:cubicBezTo>
                  <a:pt x="495085" y="16513"/>
                  <a:pt x="493143" y="15700"/>
                  <a:pt x="491524" y="14074"/>
                </a:cubicBezTo>
                <a:cubicBezTo>
                  <a:pt x="489905" y="12447"/>
                  <a:pt x="489095" y="10494"/>
                  <a:pt x="489095" y="8216"/>
                </a:cubicBezTo>
                <a:cubicBezTo>
                  <a:pt x="489095" y="5938"/>
                  <a:pt x="489891" y="3999"/>
                  <a:pt x="491483" y="2401"/>
                </a:cubicBezTo>
                <a:cubicBezTo>
                  <a:pt x="493075" y="800"/>
                  <a:pt x="495031" y="0"/>
                  <a:pt x="497352" y="0"/>
                </a:cubicBezTo>
                <a:moveTo>
                  <a:pt x="504070" y="38854"/>
                </a:moveTo>
                <a:lnTo>
                  <a:pt x="504070" y="98297"/>
                </a:lnTo>
                <a:cubicBezTo>
                  <a:pt x="504070" y="102928"/>
                  <a:pt x="504407" y="106011"/>
                  <a:pt x="505082" y="107545"/>
                </a:cubicBezTo>
                <a:cubicBezTo>
                  <a:pt x="505756" y="109080"/>
                  <a:pt x="506755" y="110224"/>
                  <a:pt x="508077" y="110978"/>
                </a:cubicBezTo>
                <a:cubicBezTo>
                  <a:pt x="509399" y="111732"/>
                  <a:pt x="511814" y="112109"/>
                  <a:pt x="515321" y="112109"/>
                </a:cubicBezTo>
                <a:lnTo>
                  <a:pt x="515321" y="115104"/>
                </a:lnTo>
                <a:lnTo>
                  <a:pt x="479301" y="115104"/>
                </a:lnTo>
                <a:lnTo>
                  <a:pt x="479301" y="112109"/>
                </a:lnTo>
                <a:cubicBezTo>
                  <a:pt x="482917" y="112109"/>
                  <a:pt x="485345" y="111759"/>
                  <a:pt x="486586" y="111059"/>
                </a:cubicBezTo>
                <a:cubicBezTo>
                  <a:pt x="487827" y="110359"/>
                  <a:pt x="488812" y="109201"/>
                  <a:pt x="489541" y="107586"/>
                </a:cubicBezTo>
                <a:cubicBezTo>
                  <a:pt x="490269" y="105970"/>
                  <a:pt x="490633" y="102874"/>
                  <a:pt x="490633" y="98297"/>
                </a:cubicBezTo>
                <a:lnTo>
                  <a:pt x="490633" y="69787"/>
                </a:lnTo>
                <a:cubicBezTo>
                  <a:pt x="490633" y="61763"/>
                  <a:pt x="490390" y="56568"/>
                  <a:pt x="489905" y="54200"/>
                </a:cubicBezTo>
                <a:cubicBezTo>
                  <a:pt x="489527" y="52477"/>
                  <a:pt x="488933" y="51279"/>
                  <a:pt x="488124" y="50606"/>
                </a:cubicBezTo>
                <a:cubicBezTo>
                  <a:pt x="487315" y="49933"/>
                  <a:pt x="486208" y="49596"/>
                  <a:pt x="484805" y="49596"/>
                </a:cubicBezTo>
                <a:cubicBezTo>
                  <a:pt x="483294" y="49596"/>
                  <a:pt x="481460" y="50000"/>
                  <a:pt x="479301" y="50808"/>
                </a:cubicBezTo>
                <a:lnTo>
                  <a:pt x="478168" y="47899"/>
                </a:lnTo>
                <a:lnTo>
                  <a:pt x="500509" y="38854"/>
                </a:lnTo>
                <a:lnTo>
                  <a:pt x="504070" y="38854"/>
                </a:lnTo>
                <a:close/>
                <a:moveTo>
                  <a:pt x="576949" y="106766"/>
                </a:moveTo>
                <a:cubicBezTo>
                  <a:pt x="573333" y="110544"/>
                  <a:pt x="569798" y="113255"/>
                  <a:pt x="566345" y="114901"/>
                </a:cubicBezTo>
                <a:cubicBezTo>
                  <a:pt x="562891" y="116547"/>
                  <a:pt x="559168" y="117370"/>
                  <a:pt x="555174" y="117370"/>
                </a:cubicBezTo>
                <a:cubicBezTo>
                  <a:pt x="547080" y="117370"/>
                  <a:pt x="540011" y="113991"/>
                  <a:pt x="533967" y="107234"/>
                </a:cubicBezTo>
                <a:cubicBezTo>
                  <a:pt x="527923" y="100475"/>
                  <a:pt x="524901" y="91791"/>
                  <a:pt x="524901" y="81180"/>
                </a:cubicBezTo>
                <a:cubicBezTo>
                  <a:pt x="524901" y="70571"/>
                  <a:pt x="528247" y="60865"/>
                  <a:pt x="534938" y="52060"/>
                </a:cubicBezTo>
                <a:cubicBezTo>
                  <a:pt x="541630" y="43256"/>
                  <a:pt x="550237" y="38854"/>
                  <a:pt x="560760" y="38854"/>
                </a:cubicBezTo>
                <a:cubicBezTo>
                  <a:pt x="567289" y="38854"/>
                  <a:pt x="572686" y="40931"/>
                  <a:pt x="576949" y="45086"/>
                </a:cubicBezTo>
                <a:lnTo>
                  <a:pt x="576949" y="31376"/>
                </a:lnTo>
                <a:cubicBezTo>
                  <a:pt x="576949" y="22869"/>
                  <a:pt x="576746" y="17639"/>
                  <a:pt x="576342" y="15688"/>
                </a:cubicBezTo>
                <a:cubicBezTo>
                  <a:pt x="575937" y="13737"/>
                  <a:pt x="575303" y="12410"/>
                  <a:pt x="574439" y="11707"/>
                </a:cubicBezTo>
                <a:cubicBezTo>
                  <a:pt x="573576" y="11002"/>
                  <a:pt x="572497" y="10649"/>
                  <a:pt x="571202" y="10649"/>
                </a:cubicBezTo>
                <a:cubicBezTo>
                  <a:pt x="569798" y="10649"/>
                  <a:pt x="567937" y="11083"/>
                  <a:pt x="565616" y="11949"/>
                </a:cubicBezTo>
                <a:lnTo>
                  <a:pt x="564564" y="9104"/>
                </a:lnTo>
                <a:lnTo>
                  <a:pt x="586662" y="0"/>
                </a:lnTo>
                <a:lnTo>
                  <a:pt x="590305" y="0"/>
                </a:lnTo>
                <a:lnTo>
                  <a:pt x="590305" y="85721"/>
                </a:lnTo>
                <a:cubicBezTo>
                  <a:pt x="590305" y="94409"/>
                  <a:pt x="590507" y="99711"/>
                  <a:pt x="590912" y="101626"/>
                </a:cubicBezTo>
                <a:cubicBezTo>
                  <a:pt x="591316" y="103542"/>
                  <a:pt x="591964" y="104878"/>
                  <a:pt x="592854" y="105633"/>
                </a:cubicBezTo>
                <a:cubicBezTo>
                  <a:pt x="593745" y="106388"/>
                  <a:pt x="594783" y="106766"/>
                  <a:pt x="595971" y="106766"/>
                </a:cubicBezTo>
                <a:cubicBezTo>
                  <a:pt x="597428" y="106766"/>
                  <a:pt x="599370" y="106308"/>
                  <a:pt x="601799" y="105390"/>
                </a:cubicBezTo>
                <a:lnTo>
                  <a:pt x="602689" y="108223"/>
                </a:lnTo>
                <a:lnTo>
                  <a:pt x="580672" y="117370"/>
                </a:lnTo>
                <a:lnTo>
                  <a:pt x="576949" y="117370"/>
                </a:lnTo>
                <a:lnTo>
                  <a:pt x="576949" y="106766"/>
                </a:lnTo>
                <a:moveTo>
                  <a:pt x="576949" y="101118"/>
                </a:moveTo>
                <a:lnTo>
                  <a:pt x="576949" y="63008"/>
                </a:lnTo>
                <a:cubicBezTo>
                  <a:pt x="576625" y="59347"/>
                  <a:pt x="575653" y="56010"/>
                  <a:pt x="574035" y="52996"/>
                </a:cubicBezTo>
                <a:cubicBezTo>
                  <a:pt x="572416" y="49981"/>
                  <a:pt x="570271" y="47707"/>
                  <a:pt x="567599" y="46174"/>
                </a:cubicBezTo>
                <a:cubicBezTo>
                  <a:pt x="564928" y="44639"/>
                  <a:pt x="562325" y="43872"/>
                  <a:pt x="559788" y="43872"/>
                </a:cubicBezTo>
                <a:cubicBezTo>
                  <a:pt x="555040" y="43872"/>
                  <a:pt x="550803" y="45999"/>
                  <a:pt x="547080" y="50252"/>
                </a:cubicBezTo>
                <a:cubicBezTo>
                  <a:pt x="542169" y="55849"/>
                  <a:pt x="539714" y="64030"/>
                  <a:pt x="539714" y="74796"/>
                </a:cubicBezTo>
                <a:cubicBezTo>
                  <a:pt x="539714" y="85669"/>
                  <a:pt x="542088" y="94000"/>
                  <a:pt x="546837" y="99787"/>
                </a:cubicBezTo>
                <a:cubicBezTo>
                  <a:pt x="551586" y="105573"/>
                  <a:pt x="556874" y="108466"/>
                  <a:pt x="562702" y="108466"/>
                </a:cubicBezTo>
                <a:cubicBezTo>
                  <a:pt x="567613" y="108466"/>
                  <a:pt x="572362" y="106017"/>
                  <a:pt x="576949" y="101118"/>
                </a:cubicBezTo>
                <a:close/>
                <a:moveTo>
                  <a:pt x="649475" y="104419"/>
                </a:moveTo>
                <a:cubicBezTo>
                  <a:pt x="641866" y="110301"/>
                  <a:pt x="637090" y="113701"/>
                  <a:pt x="635148" y="114618"/>
                </a:cubicBezTo>
                <a:cubicBezTo>
                  <a:pt x="632234" y="116021"/>
                  <a:pt x="629131" y="116722"/>
                  <a:pt x="625839" y="116722"/>
                </a:cubicBezTo>
                <a:cubicBezTo>
                  <a:pt x="620712" y="116722"/>
                  <a:pt x="616490" y="114969"/>
                  <a:pt x="613171" y="111461"/>
                </a:cubicBezTo>
                <a:cubicBezTo>
                  <a:pt x="609852" y="107953"/>
                  <a:pt x="608193" y="103340"/>
                  <a:pt x="608193" y="97619"/>
                </a:cubicBezTo>
                <a:cubicBezTo>
                  <a:pt x="608193" y="94004"/>
                  <a:pt x="609002" y="90874"/>
                  <a:pt x="610621" y="88230"/>
                </a:cubicBezTo>
                <a:cubicBezTo>
                  <a:pt x="612834" y="84560"/>
                  <a:pt x="616679" y="81107"/>
                  <a:pt x="622156" y="77869"/>
                </a:cubicBezTo>
                <a:cubicBezTo>
                  <a:pt x="627633" y="74631"/>
                  <a:pt x="636740" y="70692"/>
                  <a:pt x="649475" y="66051"/>
                </a:cubicBezTo>
                <a:lnTo>
                  <a:pt x="649475" y="63137"/>
                </a:lnTo>
                <a:cubicBezTo>
                  <a:pt x="649475" y="55744"/>
                  <a:pt x="648301" y="50671"/>
                  <a:pt x="645954" y="47919"/>
                </a:cubicBezTo>
                <a:cubicBezTo>
                  <a:pt x="643606" y="45167"/>
                  <a:pt x="640193" y="43791"/>
                  <a:pt x="635714" y="43791"/>
                </a:cubicBezTo>
                <a:cubicBezTo>
                  <a:pt x="632315" y="43791"/>
                  <a:pt x="629616" y="44705"/>
                  <a:pt x="627620" y="46533"/>
                </a:cubicBezTo>
                <a:cubicBezTo>
                  <a:pt x="625569" y="48361"/>
                  <a:pt x="624544" y="50458"/>
                  <a:pt x="624544" y="52824"/>
                </a:cubicBezTo>
                <a:lnTo>
                  <a:pt x="624706" y="57501"/>
                </a:lnTo>
                <a:cubicBezTo>
                  <a:pt x="624706" y="59973"/>
                  <a:pt x="624072" y="61881"/>
                  <a:pt x="622804" y="63226"/>
                </a:cubicBezTo>
                <a:cubicBezTo>
                  <a:pt x="621535" y="64570"/>
                  <a:pt x="619876" y="65242"/>
                  <a:pt x="617825" y="65242"/>
                </a:cubicBezTo>
                <a:cubicBezTo>
                  <a:pt x="615829" y="65242"/>
                  <a:pt x="614196" y="64543"/>
                  <a:pt x="612928" y="63145"/>
                </a:cubicBezTo>
                <a:cubicBezTo>
                  <a:pt x="611660" y="61745"/>
                  <a:pt x="611026" y="59834"/>
                  <a:pt x="611026" y="57413"/>
                </a:cubicBezTo>
                <a:cubicBezTo>
                  <a:pt x="611026" y="52787"/>
                  <a:pt x="613400" y="48537"/>
                  <a:pt x="618149" y="44664"/>
                </a:cubicBezTo>
                <a:cubicBezTo>
                  <a:pt x="622898" y="40790"/>
                  <a:pt x="629562" y="38854"/>
                  <a:pt x="638143" y="38854"/>
                </a:cubicBezTo>
                <a:cubicBezTo>
                  <a:pt x="644726" y="38854"/>
                  <a:pt x="650122" y="39958"/>
                  <a:pt x="654332" y="42167"/>
                </a:cubicBezTo>
                <a:cubicBezTo>
                  <a:pt x="657515" y="43838"/>
                  <a:pt x="659863" y="46453"/>
                  <a:pt x="661374" y="50011"/>
                </a:cubicBezTo>
                <a:cubicBezTo>
                  <a:pt x="662345" y="52328"/>
                  <a:pt x="662831" y="57071"/>
                  <a:pt x="662831" y="64240"/>
                </a:cubicBezTo>
                <a:lnTo>
                  <a:pt x="662831" y="89383"/>
                </a:lnTo>
                <a:cubicBezTo>
                  <a:pt x="662831" y="96444"/>
                  <a:pt x="662966" y="100770"/>
                  <a:pt x="663236" y="102360"/>
                </a:cubicBezTo>
                <a:cubicBezTo>
                  <a:pt x="663505" y="103950"/>
                  <a:pt x="663951" y="105015"/>
                  <a:pt x="664571" y="105555"/>
                </a:cubicBezTo>
                <a:cubicBezTo>
                  <a:pt x="665192" y="106093"/>
                  <a:pt x="665907" y="106362"/>
                  <a:pt x="666716" y="106362"/>
                </a:cubicBezTo>
                <a:cubicBezTo>
                  <a:pt x="667580" y="106362"/>
                  <a:pt x="668335" y="106173"/>
                  <a:pt x="668983" y="105795"/>
                </a:cubicBezTo>
                <a:cubicBezTo>
                  <a:pt x="670116" y="105093"/>
                  <a:pt x="672301" y="103124"/>
                  <a:pt x="675539" y="99886"/>
                </a:cubicBezTo>
                <a:lnTo>
                  <a:pt x="675539" y="104419"/>
                </a:lnTo>
                <a:cubicBezTo>
                  <a:pt x="669495" y="112513"/>
                  <a:pt x="663721" y="116561"/>
                  <a:pt x="658217" y="116561"/>
                </a:cubicBezTo>
                <a:cubicBezTo>
                  <a:pt x="655573" y="116561"/>
                  <a:pt x="653468" y="115643"/>
                  <a:pt x="651903" y="113808"/>
                </a:cubicBezTo>
                <a:cubicBezTo>
                  <a:pt x="650338" y="111974"/>
                  <a:pt x="649529" y="108844"/>
                  <a:pt x="649475" y="104419"/>
                </a:cubicBezTo>
                <a:moveTo>
                  <a:pt x="649475" y="99112"/>
                </a:moveTo>
                <a:lnTo>
                  <a:pt x="649475" y="70989"/>
                </a:lnTo>
                <a:cubicBezTo>
                  <a:pt x="641326" y="74211"/>
                  <a:pt x="636065" y="76495"/>
                  <a:pt x="633691" y="77839"/>
                </a:cubicBezTo>
                <a:cubicBezTo>
                  <a:pt x="629428" y="80203"/>
                  <a:pt x="626379" y="82674"/>
                  <a:pt x="624544" y="85253"/>
                </a:cubicBezTo>
                <a:cubicBezTo>
                  <a:pt x="622709" y="87831"/>
                  <a:pt x="621792" y="90651"/>
                  <a:pt x="621792" y="93714"/>
                </a:cubicBezTo>
                <a:cubicBezTo>
                  <a:pt x="621792" y="97582"/>
                  <a:pt x="622952" y="100792"/>
                  <a:pt x="625272" y="103344"/>
                </a:cubicBezTo>
                <a:cubicBezTo>
                  <a:pt x="627593" y="105895"/>
                  <a:pt x="630264" y="107171"/>
                  <a:pt x="633286" y="107171"/>
                </a:cubicBezTo>
                <a:cubicBezTo>
                  <a:pt x="637387" y="107171"/>
                  <a:pt x="642783" y="104485"/>
                  <a:pt x="649475" y="99112"/>
                </a:cubicBezTo>
                <a:close/>
                <a:moveTo>
                  <a:pt x="702600" y="16513"/>
                </a:moveTo>
                <a:lnTo>
                  <a:pt x="702600" y="40958"/>
                </a:lnTo>
                <a:lnTo>
                  <a:pt x="719922" y="40958"/>
                </a:lnTo>
                <a:lnTo>
                  <a:pt x="719922" y="46624"/>
                </a:lnTo>
                <a:lnTo>
                  <a:pt x="702600" y="46624"/>
                </a:lnTo>
                <a:lnTo>
                  <a:pt x="702600" y="94640"/>
                </a:lnTo>
                <a:cubicBezTo>
                  <a:pt x="702600" y="99437"/>
                  <a:pt x="703288" y="102672"/>
                  <a:pt x="704664" y="104343"/>
                </a:cubicBezTo>
                <a:cubicBezTo>
                  <a:pt x="706040" y="106012"/>
                  <a:pt x="707807" y="106847"/>
                  <a:pt x="709966" y="106847"/>
                </a:cubicBezTo>
                <a:cubicBezTo>
                  <a:pt x="711746" y="106847"/>
                  <a:pt x="713473" y="106294"/>
                  <a:pt x="715146" y="105188"/>
                </a:cubicBezTo>
                <a:cubicBezTo>
                  <a:pt x="716819" y="104082"/>
                  <a:pt x="718114" y="102449"/>
                  <a:pt x="719031" y="100291"/>
                </a:cubicBezTo>
                <a:lnTo>
                  <a:pt x="722188" y="100291"/>
                </a:lnTo>
                <a:cubicBezTo>
                  <a:pt x="720300" y="105594"/>
                  <a:pt x="717628" y="109605"/>
                  <a:pt x="714175" y="112324"/>
                </a:cubicBezTo>
                <a:cubicBezTo>
                  <a:pt x="710721" y="115040"/>
                  <a:pt x="707160" y="116399"/>
                  <a:pt x="703490" y="116399"/>
                </a:cubicBezTo>
                <a:cubicBezTo>
                  <a:pt x="701008" y="116399"/>
                  <a:pt x="698579" y="115710"/>
                  <a:pt x="696205" y="114332"/>
                </a:cubicBezTo>
                <a:cubicBezTo>
                  <a:pt x="693831" y="112954"/>
                  <a:pt x="692077" y="110983"/>
                  <a:pt x="690944" y="108418"/>
                </a:cubicBezTo>
                <a:cubicBezTo>
                  <a:pt x="689810" y="105851"/>
                  <a:pt x="689244" y="101894"/>
                  <a:pt x="689244" y="96544"/>
                </a:cubicBezTo>
                <a:lnTo>
                  <a:pt x="689244" y="46624"/>
                </a:lnTo>
                <a:lnTo>
                  <a:pt x="677507" y="46624"/>
                </a:lnTo>
                <a:lnTo>
                  <a:pt x="677507" y="43953"/>
                </a:lnTo>
                <a:cubicBezTo>
                  <a:pt x="680475" y="42762"/>
                  <a:pt x="683510" y="40746"/>
                  <a:pt x="686613" y="37905"/>
                </a:cubicBezTo>
                <a:cubicBezTo>
                  <a:pt x="689716" y="35063"/>
                  <a:pt x="692482" y="31694"/>
                  <a:pt x="694910" y="27797"/>
                </a:cubicBezTo>
                <a:cubicBezTo>
                  <a:pt x="696151" y="25741"/>
                  <a:pt x="697878" y="21980"/>
                  <a:pt x="700090" y="16513"/>
                </a:cubicBezTo>
                <a:lnTo>
                  <a:pt x="702600" y="16513"/>
                </a:lnTo>
                <a:close/>
                <a:moveTo>
                  <a:pt x="739620" y="68965"/>
                </a:moveTo>
                <a:cubicBezTo>
                  <a:pt x="739566" y="79948"/>
                  <a:pt x="742237" y="88563"/>
                  <a:pt x="747634" y="94809"/>
                </a:cubicBezTo>
                <a:cubicBezTo>
                  <a:pt x="753030" y="101054"/>
                  <a:pt x="759371" y="104176"/>
                  <a:pt x="766656" y="104176"/>
                </a:cubicBezTo>
                <a:cubicBezTo>
                  <a:pt x="771512" y="104176"/>
                  <a:pt x="775735" y="102840"/>
                  <a:pt x="779324" y="100169"/>
                </a:cubicBezTo>
                <a:cubicBezTo>
                  <a:pt x="782912" y="97498"/>
                  <a:pt x="785921" y="92925"/>
                  <a:pt x="788349" y="86449"/>
                </a:cubicBezTo>
                <a:lnTo>
                  <a:pt x="790858" y="88068"/>
                </a:lnTo>
                <a:cubicBezTo>
                  <a:pt x="789725" y="95461"/>
                  <a:pt x="786433" y="102193"/>
                  <a:pt x="780983" y="108264"/>
                </a:cubicBezTo>
                <a:cubicBezTo>
                  <a:pt x="775533" y="114335"/>
                  <a:pt x="768706" y="117370"/>
                  <a:pt x="760504" y="117370"/>
                </a:cubicBezTo>
                <a:cubicBezTo>
                  <a:pt x="751600" y="117370"/>
                  <a:pt x="743978" y="113910"/>
                  <a:pt x="737637" y="106991"/>
                </a:cubicBezTo>
                <a:cubicBezTo>
                  <a:pt x="731296" y="100071"/>
                  <a:pt x="728126" y="90767"/>
                  <a:pt x="728126" y="79081"/>
                </a:cubicBezTo>
                <a:cubicBezTo>
                  <a:pt x="728126" y="66426"/>
                  <a:pt x="731377" y="56559"/>
                  <a:pt x="737880" y="49478"/>
                </a:cubicBezTo>
                <a:cubicBezTo>
                  <a:pt x="744382" y="42395"/>
                  <a:pt x="752544" y="38854"/>
                  <a:pt x="762366" y="38854"/>
                </a:cubicBezTo>
                <a:cubicBezTo>
                  <a:pt x="770676" y="38854"/>
                  <a:pt x="777502" y="41585"/>
                  <a:pt x="782845" y="47049"/>
                </a:cubicBezTo>
                <a:cubicBezTo>
                  <a:pt x="788187" y="52511"/>
                  <a:pt x="790858" y="59817"/>
                  <a:pt x="790858" y="68965"/>
                </a:cubicBezTo>
                <a:lnTo>
                  <a:pt x="739620" y="68965"/>
                </a:lnTo>
                <a:moveTo>
                  <a:pt x="739620" y="64270"/>
                </a:moveTo>
                <a:lnTo>
                  <a:pt x="773941" y="64270"/>
                </a:lnTo>
                <a:cubicBezTo>
                  <a:pt x="773671" y="59521"/>
                  <a:pt x="773104" y="56176"/>
                  <a:pt x="772241" y="54233"/>
                </a:cubicBezTo>
                <a:cubicBezTo>
                  <a:pt x="770892" y="51211"/>
                  <a:pt x="768882" y="48837"/>
                  <a:pt x="766211" y="47110"/>
                </a:cubicBezTo>
                <a:cubicBezTo>
                  <a:pt x="763539" y="45383"/>
                  <a:pt x="760747" y="44520"/>
                  <a:pt x="757833" y="44520"/>
                </a:cubicBezTo>
                <a:cubicBezTo>
                  <a:pt x="753354" y="44520"/>
                  <a:pt x="749347" y="46260"/>
                  <a:pt x="745812" y="49741"/>
                </a:cubicBezTo>
                <a:cubicBezTo>
                  <a:pt x="742278" y="53221"/>
                  <a:pt x="740214" y="58064"/>
                  <a:pt x="739620" y="64270"/>
                </a:cubicBezTo>
                <a:close/>
                <a:moveTo>
                  <a:pt x="888179" y="112109"/>
                </a:moveTo>
                <a:lnTo>
                  <a:pt x="888179" y="115104"/>
                </a:lnTo>
                <a:lnTo>
                  <a:pt x="841150" y="115104"/>
                </a:lnTo>
                <a:lnTo>
                  <a:pt x="841150" y="112109"/>
                </a:lnTo>
                <a:lnTo>
                  <a:pt x="845035" y="112109"/>
                </a:lnTo>
                <a:cubicBezTo>
                  <a:pt x="849568" y="112109"/>
                  <a:pt x="852860" y="110786"/>
                  <a:pt x="854910" y="108142"/>
                </a:cubicBezTo>
                <a:cubicBezTo>
                  <a:pt x="856205" y="106415"/>
                  <a:pt x="856853" y="102260"/>
                  <a:pt x="856853" y="95677"/>
                </a:cubicBezTo>
                <a:lnTo>
                  <a:pt x="856853" y="24769"/>
                </a:lnTo>
                <a:cubicBezTo>
                  <a:pt x="856853" y="19211"/>
                  <a:pt x="856502" y="15541"/>
                  <a:pt x="855801" y="13761"/>
                </a:cubicBezTo>
                <a:cubicBezTo>
                  <a:pt x="855261" y="12412"/>
                  <a:pt x="854155" y="11251"/>
                  <a:pt x="852482" y="10280"/>
                </a:cubicBezTo>
                <a:cubicBezTo>
                  <a:pt x="850107" y="8985"/>
                  <a:pt x="847625" y="8337"/>
                  <a:pt x="845035" y="8337"/>
                </a:cubicBezTo>
                <a:lnTo>
                  <a:pt x="841150" y="8337"/>
                </a:lnTo>
                <a:lnTo>
                  <a:pt x="841150" y="5342"/>
                </a:lnTo>
                <a:lnTo>
                  <a:pt x="888179" y="5342"/>
                </a:lnTo>
                <a:lnTo>
                  <a:pt x="888179" y="8337"/>
                </a:lnTo>
                <a:lnTo>
                  <a:pt x="884212" y="8337"/>
                </a:lnTo>
                <a:cubicBezTo>
                  <a:pt x="879733" y="8337"/>
                  <a:pt x="876469" y="9659"/>
                  <a:pt x="874418" y="12304"/>
                </a:cubicBezTo>
                <a:cubicBezTo>
                  <a:pt x="873069" y="14030"/>
                  <a:pt x="872394" y="18186"/>
                  <a:pt x="872394" y="24769"/>
                </a:cubicBezTo>
                <a:lnTo>
                  <a:pt x="872394" y="95677"/>
                </a:lnTo>
                <a:cubicBezTo>
                  <a:pt x="872394" y="101235"/>
                  <a:pt x="872745" y="104904"/>
                  <a:pt x="873447" y="106685"/>
                </a:cubicBezTo>
                <a:cubicBezTo>
                  <a:pt x="873986" y="108034"/>
                  <a:pt x="875119" y="109195"/>
                  <a:pt x="876846" y="110166"/>
                </a:cubicBezTo>
                <a:cubicBezTo>
                  <a:pt x="879167" y="111461"/>
                  <a:pt x="881622" y="112109"/>
                  <a:pt x="884212" y="112109"/>
                </a:cubicBezTo>
                <a:lnTo>
                  <a:pt x="888179" y="112109"/>
                </a:lnTo>
                <a:close/>
                <a:moveTo>
                  <a:pt x="919018" y="54557"/>
                </a:moveTo>
                <a:cubicBezTo>
                  <a:pt x="927706" y="44088"/>
                  <a:pt x="935989" y="38854"/>
                  <a:pt x="943868" y="38854"/>
                </a:cubicBezTo>
                <a:cubicBezTo>
                  <a:pt x="947915" y="38854"/>
                  <a:pt x="951396" y="39864"/>
                  <a:pt x="954310" y="41884"/>
                </a:cubicBezTo>
                <a:cubicBezTo>
                  <a:pt x="957224" y="43902"/>
                  <a:pt x="959544" y="47227"/>
                  <a:pt x="961271" y="51858"/>
                </a:cubicBezTo>
                <a:cubicBezTo>
                  <a:pt x="962458" y="55087"/>
                  <a:pt x="963052" y="60041"/>
                  <a:pt x="963052" y="66719"/>
                </a:cubicBezTo>
                <a:lnTo>
                  <a:pt x="963052" y="98297"/>
                </a:lnTo>
                <a:cubicBezTo>
                  <a:pt x="963052" y="102982"/>
                  <a:pt x="963430" y="106159"/>
                  <a:pt x="964185" y="107829"/>
                </a:cubicBezTo>
                <a:cubicBezTo>
                  <a:pt x="964779" y="109174"/>
                  <a:pt x="965737" y="110224"/>
                  <a:pt x="967059" y="110978"/>
                </a:cubicBezTo>
                <a:cubicBezTo>
                  <a:pt x="968381" y="111732"/>
                  <a:pt x="970823" y="112109"/>
                  <a:pt x="974384" y="112109"/>
                </a:cubicBezTo>
                <a:lnTo>
                  <a:pt x="974384" y="115104"/>
                </a:lnTo>
                <a:lnTo>
                  <a:pt x="937716" y="115104"/>
                </a:lnTo>
                <a:lnTo>
                  <a:pt x="937716" y="112109"/>
                </a:lnTo>
                <a:lnTo>
                  <a:pt x="939254" y="112109"/>
                </a:lnTo>
                <a:cubicBezTo>
                  <a:pt x="942708" y="112109"/>
                  <a:pt x="945123" y="111585"/>
                  <a:pt x="946499" y="110538"/>
                </a:cubicBezTo>
                <a:cubicBezTo>
                  <a:pt x="947875" y="109491"/>
                  <a:pt x="948833" y="107948"/>
                  <a:pt x="949372" y="105909"/>
                </a:cubicBezTo>
                <a:cubicBezTo>
                  <a:pt x="949588" y="105103"/>
                  <a:pt x="949696" y="102579"/>
                  <a:pt x="949696" y="98338"/>
                </a:cubicBezTo>
                <a:lnTo>
                  <a:pt x="949696" y="68138"/>
                </a:lnTo>
                <a:cubicBezTo>
                  <a:pt x="949696" y="61428"/>
                  <a:pt x="948819" y="56556"/>
                  <a:pt x="947065" y="53522"/>
                </a:cubicBezTo>
                <a:cubicBezTo>
                  <a:pt x="945311" y="50488"/>
                  <a:pt x="942357" y="48972"/>
                  <a:pt x="938202" y="48972"/>
                </a:cubicBezTo>
                <a:cubicBezTo>
                  <a:pt x="931780" y="48972"/>
                  <a:pt x="925386" y="52462"/>
                  <a:pt x="919018" y="59441"/>
                </a:cubicBezTo>
                <a:lnTo>
                  <a:pt x="919018" y="98338"/>
                </a:lnTo>
                <a:cubicBezTo>
                  <a:pt x="919018" y="103331"/>
                  <a:pt x="919315" y="106418"/>
                  <a:pt x="919908" y="107598"/>
                </a:cubicBezTo>
                <a:cubicBezTo>
                  <a:pt x="920664" y="109155"/>
                  <a:pt x="921703" y="110296"/>
                  <a:pt x="923025" y="111021"/>
                </a:cubicBezTo>
                <a:cubicBezTo>
                  <a:pt x="924347" y="111746"/>
                  <a:pt x="927031" y="112109"/>
                  <a:pt x="931079" y="112109"/>
                </a:cubicBezTo>
                <a:lnTo>
                  <a:pt x="931079" y="115104"/>
                </a:lnTo>
                <a:lnTo>
                  <a:pt x="894411" y="115104"/>
                </a:lnTo>
                <a:lnTo>
                  <a:pt x="894411" y="112109"/>
                </a:lnTo>
                <a:lnTo>
                  <a:pt x="896030" y="112109"/>
                </a:lnTo>
                <a:cubicBezTo>
                  <a:pt x="899807" y="112109"/>
                  <a:pt x="902357" y="111153"/>
                  <a:pt x="903679" y="109243"/>
                </a:cubicBezTo>
                <a:cubicBezTo>
                  <a:pt x="905001" y="107330"/>
                  <a:pt x="905662" y="103682"/>
                  <a:pt x="905662" y="98297"/>
                </a:cubicBezTo>
                <a:lnTo>
                  <a:pt x="905662" y="70837"/>
                </a:lnTo>
                <a:cubicBezTo>
                  <a:pt x="905662" y="61953"/>
                  <a:pt x="905460" y="56542"/>
                  <a:pt x="905055" y="54605"/>
                </a:cubicBezTo>
                <a:cubicBezTo>
                  <a:pt x="904650" y="52666"/>
                  <a:pt x="904030" y="51346"/>
                  <a:pt x="903193" y="50646"/>
                </a:cubicBezTo>
                <a:cubicBezTo>
                  <a:pt x="902357" y="49946"/>
                  <a:pt x="901237" y="49596"/>
                  <a:pt x="899834" y="49596"/>
                </a:cubicBezTo>
                <a:cubicBezTo>
                  <a:pt x="898323" y="49596"/>
                  <a:pt x="896515" y="50000"/>
                  <a:pt x="894411" y="50808"/>
                </a:cubicBezTo>
                <a:lnTo>
                  <a:pt x="893196" y="47899"/>
                </a:lnTo>
                <a:lnTo>
                  <a:pt x="915537" y="38854"/>
                </a:lnTo>
                <a:lnTo>
                  <a:pt x="919018" y="38854"/>
                </a:lnTo>
                <a:lnTo>
                  <a:pt x="919018" y="54557"/>
                </a:lnTo>
                <a:close/>
                <a:moveTo>
                  <a:pt x="976488" y="40958"/>
                </a:moveTo>
                <a:lnTo>
                  <a:pt x="1011376" y="40958"/>
                </a:lnTo>
                <a:lnTo>
                  <a:pt x="1011376" y="43953"/>
                </a:lnTo>
                <a:lnTo>
                  <a:pt x="1009109" y="43953"/>
                </a:lnTo>
                <a:cubicBezTo>
                  <a:pt x="1007005" y="43953"/>
                  <a:pt x="1005399" y="44466"/>
                  <a:pt x="1004293" y="45491"/>
                </a:cubicBezTo>
                <a:cubicBezTo>
                  <a:pt x="1003187" y="46516"/>
                  <a:pt x="1002634" y="47892"/>
                  <a:pt x="1002634" y="49619"/>
                </a:cubicBezTo>
                <a:cubicBezTo>
                  <a:pt x="1002634" y="51508"/>
                  <a:pt x="1003200" y="53747"/>
                  <a:pt x="1004333" y="56338"/>
                </a:cubicBezTo>
                <a:lnTo>
                  <a:pt x="1021575" y="97296"/>
                </a:lnTo>
                <a:lnTo>
                  <a:pt x="1038897" y="54800"/>
                </a:lnTo>
                <a:cubicBezTo>
                  <a:pt x="1040138" y="51778"/>
                  <a:pt x="1040759" y="49484"/>
                  <a:pt x="1040759" y="47919"/>
                </a:cubicBezTo>
                <a:cubicBezTo>
                  <a:pt x="1040759" y="47164"/>
                  <a:pt x="1040543" y="46543"/>
                  <a:pt x="1040111" y="46058"/>
                </a:cubicBezTo>
                <a:cubicBezTo>
                  <a:pt x="1039517" y="45248"/>
                  <a:pt x="1038762" y="44695"/>
                  <a:pt x="1037845" y="44398"/>
                </a:cubicBezTo>
                <a:cubicBezTo>
                  <a:pt x="1036927" y="44101"/>
                  <a:pt x="1035066" y="43953"/>
                  <a:pt x="1032259" y="43953"/>
                </a:cubicBezTo>
                <a:lnTo>
                  <a:pt x="1032259" y="40958"/>
                </a:lnTo>
                <a:lnTo>
                  <a:pt x="1056462" y="40958"/>
                </a:lnTo>
                <a:lnTo>
                  <a:pt x="1056462" y="43953"/>
                </a:lnTo>
                <a:cubicBezTo>
                  <a:pt x="1053656" y="44169"/>
                  <a:pt x="1051713" y="44736"/>
                  <a:pt x="1050634" y="45653"/>
                </a:cubicBezTo>
                <a:cubicBezTo>
                  <a:pt x="1048745" y="47272"/>
                  <a:pt x="1047045" y="49970"/>
                  <a:pt x="1045534" y="53747"/>
                </a:cubicBezTo>
                <a:lnTo>
                  <a:pt x="1019227" y="117370"/>
                </a:lnTo>
                <a:lnTo>
                  <a:pt x="1015909" y="117370"/>
                </a:lnTo>
                <a:lnTo>
                  <a:pt x="989440" y="54800"/>
                </a:lnTo>
                <a:cubicBezTo>
                  <a:pt x="988252" y="51886"/>
                  <a:pt x="987119" y="49795"/>
                  <a:pt x="986040" y="48526"/>
                </a:cubicBezTo>
                <a:cubicBezTo>
                  <a:pt x="984961" y="47258"/>
                  <a:pt x="983585" y="46193"/>
                  <a:pt x="981912" y="45329"/>
                </a:cubicBezTo>
                <a:cubicBezTo>
                  <a:pt x="980994" y="44843"/>
                  <a:pt x="979187" y="44385"/>
                  <a:pt x="976488" y="43953"/>
                </a:cubicBezTo>
                <a:lnTo>
                  <a:pt x="976488" y="40958"/>
                </a:lnTo>
                <a:close/>
                <a:moveTo>
                  <a:pt x="1105190" y="104419"/>
                </a:moveTo>
                <a:cubicBezTo>
                  <a:pt x="1097582" y="110301"/>
                  <a:pt x="1092806" y="113701"/>
                  <a:pt x="1090863" y="114618"/>
                </a:cubicBezTo>
                <a:cubicBezTo>
                  <a:pt x="1087949" y="116021"/>
                  <a:pt x="1084846" y="116722"/>
                  <a:pt x="1081555" y="116722"/>
                </a:cubicBezTo>
                <a:cubicBezTo>
                  <a:pt x="1076428" y="116722"/>
                  <a:pt x="1072205" y="114969"/>
                  <a:pt x="1068887" y="111461"/>
                </a:cubicBezTo>
                <a:cubicBezTo>
                  <a:pt x="1065568" y="107953"/>
                  <a:pt x="1063909" y="103340"/>
                  <a:pt x="1063909" y="97619"/>
                </a:cubicBezTo>
                <a:cubicBezTo>
                  <a:pt x="1063909" y="94004"/>
                  <a:pt x="1064718" y="90874"/>
                  <a:pt x="1066337" y="88230"/>
                </a:cubicBezTo>
                <a:cubicBezTo>
                  <a:pt x="1068549" y="84560"/>
                  <a:pt x="1072394" y="81107"/>
                  <a:pt x="1077872" y="77869"/>
                </a:cubicBezTo>
                <a:cubicBezTo>
                  <a:pt x="1083349" y="74631"/>
                  <a:pt x="1092455" y="70692"/>
                  <a:pt x="1105190" y="66051"/>
                </a:cubicBezTo>
                <a:lnTo>
                  <a:pt x="1105190" y="63137"/>
                </a:lnTo>
                <a:cubicBezTo>
                  <a:pt x="1105190" y="55744"/>
                  <a:pt x="1104017" y="50671"/>
                  <a:pt x="1101669" y="47919"/>
                </a:cubicBezTo>
                <a:cubicBezTo>
                  <a:pt x="1099322" y="45167"/>
                  <a:pt x="1095909" y="43791"/>
                  <a:pt x="1091430" y="43791"/>
                </a:cubicBezTo>
                <a:cubicBezTo>
                  <a:pt x="1088030" y="43791"/>
                  <a:pt x="1085332" y="44705"/>
                  <a:pt x="1083335" y="46533"/>
                </a:cubicBezTo>
                <a:cubicBezTo>
                  <a:pt x="1081285" y="48361"/>
                  <a:pt x="1080259" y="50458"/>
                  <a:pt x="1080259" y="52824"/>
                </a:cubicBezTo>
                <a:lnTo>
                  <a:pt x="1080421" y="57501"/>
                </a:lnTo>
                <a:cubicBezTo>
                  <a:pt x="1080421" y="59973"/>
                  <a:pt x="1079787" y="61881"/>
                  <a:pt x="1078519" y="63226"/>
                </a:cubicBezTo>
                <a:cubicBezTo>
                  <a:pt x="1077251" y="64570"/>
                  <a:pt x="1075592" y="65242"/>
                  <a:pt x="1073541" y="65242"/>
                </a:cubicBezTo>
                <a:cubicBezTo>
                  <a:pt x="1071544" y="65242"/>
                  <a:pt x="1069912" y="64543"/>
                  <a:pt x="1068644" y="63145"/>
                </a:cubicBezTo>
                <a:cubicBezTo>
                  <a:pt x="1067376" y="61745"/>
                  <a:pt x="1066742" y="59834"/>
                  <a:pt x="1066742" y="57413"/>
                </a:cubicBezTo>
                <a:cubicBezTo>
                  <a:pt x="1066742" y="52787"/>
                  <a:pt x="1069116" y="48537"/>
                  <a:pt x="1073865" y="44664"/>
                </a:cubicBezTo>
                <a:cubicBezTo>
                  <a:pt x="1078614" y="40790"/>
                  <a:pt x="1085278" y="38854"/>
                  <a:pt x="1093858" y="38854"/>
                </a:cubicBezTo>
                <a:cubicBezTo>
                  <a:pt x="1100442" y="38854"/>
                  <a:pt x="1105838" y="39958"/>
                  <a:pt x="1110047" y="42167"/>
                </a:cubicBezTo>
                <a:cubicBezTo>
                  <a:pt x="1113231" y="43838"/>
                  <a:pt x="1115578" y="46453"/>
                  <a:pt x="1117089" y="50011"/>
                </a:cubicBezTo>
                <a:cubicBezTo>
                  <a:pt x="1118061" y="52328"/>
                  <a:pt x="1118546" y="57071"/>
                  <a:pt x="1118546" y="64240"/>
                </a:cubicBezTo>
                <a:lnTo>
                  <a:pt x="1118546" y="89383"/>
                </a:lnTo>
                <a:cubicBezTo>
                  <a:pt x="1118546" y="96444"/>
                  <a:pt x="1118681" y="100770"/>
                  <a:pt x="1118951" y="102360"/>
                </a:cubicBezTo>
                <a:cubicBezTo>
                  <a:pt x="1119221" y="103950"/>
                  <a:pt x="1119666" y="105015"/>
                  <a:pt x="1120287" y="105555"/>
                </a:cubicBezTo>
                <a:cubicBezTo>
                  <a:pt x="1120907" y="106093"/>
                  <a:pt x="1121622" y="106362"/>
                  <a:pt x="1122432" y="106362"/>
                </a:cubicBezTo>
                <a:cubicBezTo>
                  <a:pt x="1123295" y="106362"/>
                  <a:pt x="1124051" y="106173"/>
                  <a:pt x="1124698" y="105795"/>
                </a:cubicBezTo>
                <a:cubicBezTo>
                  <a:pt x="1125831" y="105093"/>
                  <a:pt x="1128017" y="103124"/>
                  <a:pt x="1131255" y="99886"/>
                </a:cubicBezTo>
                <a:lnTo>
                  <a:pt x="1131255" y="104419"/>
                </a:lnTo>
                <a:cubicBezTo>
                  <a:pt x="1125211" y="112513"/>
                  <a:pt x="1119437" y="116561"/>
                  <a:pt x="1113932" y="116561"/>
                </a:cubicBezTo>
                <a:cubicBezTo>
                  <a:pt x="1111288" y="116561"/>
                  <a:pt x="1109184" y="115643"/>
                  <a:pt x="1107619" y="113808"/>
                </a:cubicBezTo>
                <a:cubicBezTo>
                  <a:pt x="1106054" y="111974"/>
                  <a:pt x="1105244" y="108844"/>
                  <a:pt x="1105190" y="104419"/>
                </a:cubicBezTo>
                <a:moveTo>
                  <a:pt x="1105190" y="99112"/>
                </a:moveTo>
                <a:lnTo>
                  <a:pt x="1105190" y="70989"/>
                </a:lnTo>
                <a:cubicBezTo>
                  <a:pt x="1097042" y="74211"/>
                  <a:pt x="1091781" y="76495"/>
                  <a:pt x="1089406" y="77839"/>
                </a:cubicBezTo>
                <a:cubicBezTo>
                  <a:pt x="1085143" y="80203"/>
                  <a:pt x="1082094" y="82674"/>
                  <a:pt x="1080259" y="85253"/>
                </a:cubicBezTo>
                <a:cubicBezTo>
                  <a:pt x="1078425" y="87831"/>
                  <a:pt x="1077507" y="90651"/>
                  <a:pt x="1077507" y="93714"/>
                </a:cubicBezTo>
                <a:cubicBezTo>
                  <a:pt x="1077507" y="97582"/>
                  <a:pt x="1078668" y="100792"/>
                  <a:pt x="1080988" y="103344"/>
                </a:cubicBezTo>
                <a:cubicBezTo>
                  <a:pt x="1083308" y="105895"/>
                  <a:pt x="1085980" y="107171"/>
                  <a:pt x="1089001" y="107171"/>
                </a:cubicBezTo>
                <a:cubicBezTo>
                  <a:pt x="1093103" y="107171"/>
                  <a:pt x="1098499" y="104485"/>
                  <a:pt x="1105190" y="99112"/>
                </a:cubicBezTo>
                <a:close/>
                <a:moveTo>
                  <a:pt x="1158477" y="38854"/>
                </a:moveTo>
                <a:lnTo>
                  <a:pt x="1158477" y="55528"/>
                </a:lnTo>
                <a:cubicBezTo>
                  <a:pt x="1164683" y="44412"/>
                  <a:pt x="1171050" y="38854"/>
                  <a:pt x="1177580" y="38854"/>
                </a:cubicBezTo>
                <a:cubicBezTo>
                  <a:pt x="1180548" y="38854"/>
                  <a:pt x="1183003" y="39757"/>
                  <a:pt x="1184946" y="41565"/>
                </a:cubicBezTo>
                <a:cubicBezTo>
                  <a:pt x="1186888" y="43373"/>
                  <a:pt x="1187860" y="45464"/>
                  <a:pt x="1187860" y="47838"/>
                </a:cubicBezTo>
                <a:cubicBezTo>
                  <a:pt x="1187860" y="49943"/>
                  <a:pt x="1187158" y="51724"/>
                  <a:pt x="1185755" y="53181"/>
                </a:cubicBezTo>
                <a:cubicBezTo>
                  <a:pt x="1184352" y="54638"/>
                  <a:pt x="1182679" y="55366"/>
                  <a:pt x="1180737" y="55366"/>
                </a:cubicBezTo>
                <a:cubicBezTo>
                  <a:pt x="1178848" y="55366"/>
                  <a:pt x="1176730" y="54435"/>
                  <a:pt x="1174382" y="52574"/>
                </a:cubicBezTo>
                <a:cubicBezTo>
                  <a:pt x="1172035" y="50712"/>
                  <a:pt x="1170295" y="49781"/>
                  <a:pt x="1169161" y="49781"/>
                </a:cubicBezTo>
                <a:cubicBezTo>
                  <a:pt x="1168190" y="49781"/>
                  <a:pt x="1167138" y="50319"/>
                  <a:pt x="1166005" y="51395"/>
                </a:cubicBezTo>
                <a:cubicBezTo>
                  <a:pt x="1163576" y="53602"/>
                  <a:pt x="1161067" y="57236"/>
                  <a:pt x="1158477" y="62295"/>
                </a:cubicBezTo>
                <a:lnTo>
                  <a:pt x="1158477" y="97738"/>
                </a:lnTo>
                <a:cubicBezTo>
                  <a:pt x="1158477" y="101828"/>
                  <a:pt x="1158989" y="104922"/>
                  <a:pt x="1160015" y="107022"/>
                </a:cubicBezTo>
                <a:cubicBezTo>
                  <a:pt x="1160716" y="108475"/>
                  <a:pt x="1161957" y="109687"/>
                  <a:pt x="1163738" y="110657"/>
                </a:cubicBezTo>
                <a:cubicBezTo>
                  <a:pt x="1165519" y="111625"/>
                  <a:pt x="1168082" y="112109"/>
                  <a:pt x="1171428" y="112109"/>
                </a:cubicBezTo>
                <a:lnTo>
                  <a:pt x="1171428" y="115104"/>
                </a:lnTo>
                <a:lnTo>
                  <a:pt x="1133465" y="115104"/>
                </a:lnTo>
                <a:lnTo>
                  <a:pt x="1133465" y="112109"/>
                </a:lnTo>
                <a:cubicBezTo>
                  <a:pt x="1137242" y="112109"/>
                  <a:pt x="1140048" y="111517"/>
                  <a:pt x="1141883" y="110333"/>
                </a:cubicBezTo>
                <a:cubicBezTo>
                  <a:pt x="1143232" y="109471"/>
                  <a:pt x="1144177" y="108098"/>
                  <a:pt x="1144716" y="106212"/>
                </a:cubicBezTo>
                <a:cubicBezTo>
                  <a:pt x="1144986" y="105297"/>
                  <a:pt x="1145121" y="102685"/>
                  <a:pt x="1145121" y="98378"/>
                </a:cubicBezTo>
                <a:lnTo>
                  <a:pt x="1145121" y="69706"/>
                </a:lnTo>
                <a:cubicBezTo>
                  <a:pt x="1145121" y="61091"/>
                  <a:pt x="1144945" y="55962"/>
                  <a:pt x="1144595" y="54322"/>
                </a:cubicBezTo>
                <a:cubicBezTo>
                  <a:pt x="1144244" y="52679"/>
                  <a:pt x="1143596" y="51481"/>
                  <a:pt x="1142652" y="50727"/>
                </a:cubicBezTo>
                <a:cubicBezTo>
                  <a:pt x="1141708" y="49973"/>
                  <a:pt x="1140534" y="49596"/>
                  <a:pt x="1139131" y="49596"/>
                </a:cubicBezTo>
                <a:cubicBezTo>
                  <a:pt x="1137458" y="49596"/>
                  <a:pt x="1135569" y="50000"/>
                  <a:pt x="1133465" y="50808"/>
                </a:cubicBezTo>
                <a:lnTo>
                  <a:pt x="1132655" y="47899"/>
                </a:lnTo>
                <a:lnTo>
                  <a:pt x="1155077" y="38854"/>
                </a:lnTo>
                <a:lnTo>
                  <a:pt x="1158477" y="38854"/>
                </a:lnTo>
                <a:close/>
                <a:moveTo>
                  <a:pt x="1210848" y="0"/>
                </a:moveTo>
                <a:cubicBezTo>
                  <a:pt x="1213114" y="0"/>
                  <a:pt x="1215043" y="800"/>
                  <a:pt x="1216635" y="2401"/>
                </a:cubicBezTo>
                <a:cubicBezTo>
                  <a:pt x="1218227" y="3999"/>
                  <a:pt x="1219023" y="5938"/>
                  <a:pt x="1219023" y="8216"/>
                </a:cubicBezTo>
                <a:cubicBezTo>
                  <a:pt x="1219023" y="10494"/>
                  <a:pt x="1218227" y="12447"/>
                  <a:pt x="1216635" y="14074"/>
                </a:cubicBezTo>
                <a:cubicBezTo>
                  <a:pt x="1215043" y="15700"/>
                  <a:pt x="1213114" y="16513"/>
                  <a:pt x="1210848" y="16513"/>
                </a:cubicBezTo>
                <a:cubicBezTo>
                  <a:pt x="1208581" y="16513"/>
                  <a:pt x="1206639" y="15700"/>
                  <a:pt x="1205020" y="14074"/>
                </a:cubicBezTo>
                <a:cubicBezTo>
                  <a:pt x="1203401" y="12447"/>
                  <a:pt x="1202591" y="10494"/>
                  <a:pt x="1202591" y="8216"/>
                </a:cubicBezTo>
                <a:cubicBezTo>
                  <a:pt x="1202591" y="5938"/>
                  <a:pt x="1203387" y="3999"/>
                  <a:pt x="1204979" y="2401"/>
                </a:cubicBezTo>
                <a:cubicBezTo>
                  <a:pt x="1206571" y="800"/>
                  <a:pt x="1208527" y="0"/>
                  <a:pt x="1210848" y="0"/>
                </a:cubicBezTo>
                <a:moveTo>
                  <a:pt x="1217566" y="38854"/>
                </a:moveTo>
                <a:lnTo>
                  <a:pt x="1217566" y="98297"/>
                </a:lnTo>
                <a:cubicBezTo>
                  <a:pt x="1217566" y="102928"/>
                  <a:pt x="1217903" y="106011"/>
                  <a:pt x="1218578" y="107545"/>
                </a:cubicBezTo>
                <a:cubicBezTo>
                  <a:pt x="1219252" y="109080"/>
                  <a:pt x="1220251" y="110224"/>
                  <a:pt x="1221573" y="110978"/>
                </a:cubicBezTo>
                <a:cubicBezTo>
                  <a:pt x="1222895" y="111732"/>
                  <a:pt x="1225310" y="112109"/>
                  <a:pt x="1228817" y="112109"/>
                </a:cubicBezTo>
                <a:lnTo>
                  <a:pt x="1228817" y="115104"/>
                </a:lnTo>
                <a:lnTo>
                  <a:pt x="1192797" y="115104"/>
                </a:lnTo>
                <a:lnTo>
                  <a:pt x="1192797" y="112109"/>
                </a:lnTo>
                <a:cubicBezTo>
                  <a:pt x="1196413" y="112109"/>
                  <a:pt x="1198841" y="111759"/>
                  <a:pt x="1200082" y="111059"/>
                </a:cubicBezTo>
                <a:cubicBezTo>
                  <a:pt x="1201323" y="110359"/>
                  <a:pt x="1202308" y="109201"/>
                  <a:pt x="1203037" y="107586"/>
                </a:cubicBezTo>
                <a:cubicBezTo>
                  <a:pt x="1203765" y="105970"/>
                  <a:pt x="1204129" y="102874"/>
                  <a:pt x="1204129" y="98297"/>
                </a:cubicBezTo>
                <a:lnTo>
                  <a:pt x="1204129" y="69787"/>
                </a:lnTo>
                <a:cubicBezTo>
                  <a:pt x="1204129" y="61763"/>
                  <a:pt x="1203886" y="56568"/>
                  <a:pt x="1203401" y="54200"/>
                </a:cubicBezTo>
                <a:cubicBezTo>
                  <a:pt x="1203023" y="52477"/>
                  <a:pt x="1202429" y="51279"/>
                  <a:pt x="1201620" y="50606"/>
                </a:cubicBezTo>
                <a:cubicBezTo>
                  <a:pt x="1200811" y="49933"/>
                  <a:pt x="1199704" y="49596"/>
                  <a:pt x="1198301" y="49596"/>
                </a:cubicBezTo>
                <a:cubicBezTo>
                  <a:pt x="1196790" y="49596"/>
                  <a:pt x="1194956" y="50000"/>
                  <a:pt x="1192797" y="50808"/>
                </a:cubicBezTo>
                <a:lnTo>
                  <a:pt x="1191664" y="47899"/>
                </a:lnTo>
                <a:lnTo>
                  <a:pt x="1214005" y="38854"/>
                </a:lnTo>
                <a:lnTo>
                  <a:pt x="1217566" y="38854"/>
                </a:lnTo>
                <a:close/>
                <a:moveTo>
                  <a:pt x="1280084" y="104419"/>
                </a:moveTo>
                <a:cubicBezTo>
                  <a:pt x="1272475" y="110301"/>
                  <a:pt x="1267699" y="113701"/>
                  <a:pt x="1265756" y="114618"/>
                </a:cubicBezTo>
                <a:cubicBezTo>
                  <a:pt x="1262842" y="116021"/>
                  <a:pt x="1259740" y="116722"/>
                  <a:pt x="1256448" y="116722"/>
                </a:cubicBezTo>
                <a:cubicBezTo>
                  <a:pt x="1251321" y="116722"/>
                  <a:pt x="1247099" y="114969"/>
                  <a:pt x="1243780" y="111461"/>
                </a:cubicBezTo>
                <a:cubicBezTo>
                  <a:pt x="1240461" y="107953"/>
                  <a:pt x="1238802" y="103340"/>
                  <a:pt x="1238802" y="97619"/>
                </a:cubicBezTo>
                <a:cubicBezTo>
                  <a:pt x="1238802" y="94004"/>
                  <a:pt x="1239611" y="90874"/>
                  <a:pt x="1241230" y="88230"/>
                </a:cubicBezTo>
                <a:cubicBezTo>
                  <a:pt x="1243443" y="84560"/>
                  <a:pt x="1247288" y="81107"/>
                  <a:pt x="1252765" y="77869"/>
                </a:cubicBezTo>
                <a:cubicBezTo>
                  <a:pt x="1258242" y="74631"/>
                  <a:pt x="1267348" y="70692"/>
                  <a:pt x="1280084" y="66051"/>
                </a:cubicBezTo>
                <a:lnTo>
                  <a:pt x="1280084" y="63137"/>
                </a:lnTo>
                <a:cubicBezTo>
                  <a:pt x="1280084" y="55744"/>
                  <a:pt x="1278910" y="50671"/>
                  <a:pt x="1276563" y="47919"/>
                </a:cubicBezTo>
                <a:cubicBezTo>
                  <a:pt x="1274215" y="45167"/>
                  <a:pt x="1270802" y="43791"/>
                  <a:pt x="1266323" y="43791"/>
                </a:cubicBezTo>
                <a:cubicBezTo>
                  <a:pt x="1262923" y="43791"/>
                  <a:pt x="1260225" y="44705"/>
                  <a:pt x="1258229" y="46533"/>
                </a:cubicBezTo>
                <a:cubicBezTo>
                  <a:pt x="1256178" y="48361"/>
                  <a:pt x="1255153" y="50458"/>
                  <a:pt x="1255153" y="52824"/>
                </a:cubicBezTo>
                <a:lnTo>
                  <a:pt x="1255315" y="57501"/>
                </a:lnTo>
                <a:cubicBezTo>
                  <a:pt x="1255315" y="59973"/>
                  <a:pt x="1254681" y="61881"/>
                  <a:pt x="1253412" y="63226"/>
                </a:cubicBezTo>
                <a:cubicBezTo>
                  <a:pt x="1252144" y="64570"/>
                  <a:pt x="1250485" y="65242"/>
                  <a:pt x="1248434" y="65242"/>
                </a:cubicBezTo>
                <a:cubicBezTo>
                  <a:pt x="1246438" y="65242"/>
                  <a:pt x="1244805" y="64543"/>
                  <a:pt x="1243537" y="63145"/>
                </a:cubicBezTo>
                <a:cubicBezTo>
                  <a:pt x="1242269" y="61745"/>
                  <a:pt x="1241635" y="59834"/>
                  <a:pt x="1241635" y="57413"/>
                </a:cubicBezTo>
                <a:cubicBezTo>
                  <a:pt x="1241635" y="52787"/>
                  <a:pt x="1244009" y="48537"/>
                  <a:pt x="1248758" y="44664"/>
                </a:cubicBezTo>
                <a:cubicBezTo>
                  <a:pt x="1253507" y="40790"/>
                  <a:pt x="1260171" y="38854"/>
                  <a:pt x="1268751" y="38854"/>
                </a:cubicBezTo>
                <a:cubicBezTo>
                  <a:pt x="1275335" y="38854"/>
                  <a:pt x="1280731" y="39958"/>
                  <a:pt x="1284940" y="42167"/>
                </a:cubicBezTo>
                <a:cubicBezTo>
                  <a:pt x="1288124" y="43838"/>
                  <a:pt x="1290472" y="46453"/>
                  <a:pt x="1291983" y="50011"/>
                </a:cubicBezTo>
                <a:cubicBezTo>
                  <a:pt x="1292954" y="52328"/>
                  <a:pt x="1293440" y="57071"/>
                  <a:pt x="1293440" y="64240"/>
                </a:cubicBezTo>
                <a:lnTo>
                  <a:pt x="1293440" y="89383"/>
                </a:lnTo>
                <a:cubicBezTo>
                  <a:pt x="1293440" y="96444"/>
                  <a:pt x="1293575" y="100770"/>
                  <a:pt x="1293844" y="102360"/>
                </a:cubicBezTo>
                <a:cubicBezTo>
                  <a:pt x="1294114" y="103950"/>
                  <a:pt x="1294559" y="105015"/>
                  <a:pt x="1295180" y="105555"/>
                </a:cubicBezTo>
                <a:cubicBezTo>
                  <a:pt x="1295800" y="106093"/>
                  <a:pt x="1296516" y="106362"/>
                  <a:pt x="1297325" y="106362"/>
                </a:cubicBezTo>
                <a:cubicBezTo>
                  <a:pt x="1298188" y="106362"/>
                  <a:pt x="1298944" y="106173"/>
                  <a:pt x="1299591" y="105795"/>
                </a:cubicBezTo>
                <a:cubicBezTo>
                  <a:pt x="1300725" y="105093"/>
                  <a:pt x="1302910" y="103124"/>
                  <a:pt x="1306148" y="99886"/>
                </a:cubicBezTo>
                <a:lnTo>
                  <a:pt x="1306148" y="104419"/>
                </a:lnTo>
                <a:cubicBezTo>
                  <a:pt x="1300104" y="112513"/>
                  <a:pt x="1294330" y="116561"/>
                  <a:pt x="1288826" y="116561"/>
                </a:cubicBezTo>
                <a:cubicBezTo>
                  <a:pt x="1286182" y="116561"/>
                  <a:pt x="1284077" y="115643"/>
                  <a:pt x="1282512" y="113808"/>
                </a:cubicBezTo>
                <a:cubicBezTo>
                  <a:pt x="1280947" y="111974"/>
                  <a:pt x="1280138" y="108844"/>
                  <a:pt x="1280084" y="104419"/>
                </a:cubicBezTo>
                <a:moveTo>
                  <a:pt x="1280084" y="99112"/>
                </a:moveTo>
                <a:lnTo>
                  <a:pt x="1280084" y="70989"/>
                </a:lnTo>
                <a:cubicBezTo>
                  <a:pt x="1271935" y="74211"/>
                  <a:pt x="1266674" y="76495"/>
                  <a:pt x="1264299" y="77839"/>
                </a:cubicBezTo>
                <a:cubicBezTo>
                  <a:pt x="1260036" y="80203"/>
                  <a:pt x="1256987" y="82674"/>
                  <a:pt x="1255153" y="85253"/>
                </a:cubicBezTo>
                <a:cubicBezTo>
                  <a:pt x="1253318" y="87831"/>
                  <a:pt x="1252401" y="90651"/>
                  <a:pt x="1252401" y="93714"/>
                </a:cubicBezTo>
                <a:cubicBezTo>
                  <a:pt x="1252401" y="97582"/>
                  <a:pt x="1253561" y="100792"/>
                  <a:pt x="1255881" y="103344"/>
                </a:cubicBezTo>
                <a:cubicBezTo>
                  <a:pt x="1258202" y="105895"/>
                  <a:pt x="1260873" y="107171"/>
                  <a:pt x="1263895" y="107171"/>
                </a:cubicBezTo>
                <a:cubicBezTo>
                  <a:pt x="1267996" y="107171"/>
                  <a:pt x="1273392" y="104485"/>
                  <a:pt x="1280084" y="99112"/>
                </a:cubicBezTo>
                <a:close/>
                <a:moveTo>
                  <a:pt x="1333290" y="54557"/>
                </a:moveTo>
                <a:cubicBezTo>
                  <a:pt x="1341978" y="44088"/>
                  <a:pt x="1350262" y="38854"/>
                  <a:pt x="1358140" y="38854"/>
                </a:cubicBezTo>
                <a:cubicBezTo>
                  <a:pt x="1362188" y="38854"/>
                  <a:pt x="1365668" y="39864"/>
                  <a:pt x="1368582" y="41884"/>
                </a:cubicBezTo>
                <a:cubicBezTo>
                  <a:pt x="1371496" y="43902"/>
                  <a:pt x="1373817" y="47227"/>
                  <a:pt x="1375543" y="51858"/>
                </a:cubicBezTo>
                <a:cubicBezTo>
                  <a:pt x="1376731" y="55087"/>
                  <a:pt x="1377324" y="60041"/>
                  <a:pt x="1377324" y="66719"/>
                </a:cubicBezTo>
                <a:lnTo>
                  <a:pt x="1377324" y="98297"/>
                </a:lnTo>
                <a:cubicBezTo>
                  <a:pt x="1377324" y="102982"/>
                  <a:pt x="1377702" y="106159"/>
                  <a:pt x="1378457" y="107829"/>
                </a:cubicBezTo>
                <a:cubicBezTo>
                  <a:pt x="1379051" y="109174"/>
                  <a:pt x="1380009" y="110224"/>
                  <a:pt x="1381331" y="110978"/>
                </a:cubicBezTo>
                <a:cubicBezTo>
                  <a:pt x="1382653" y="111732"/>
                  <a:pt x="1385095" y="112109"/>
                  <a:pt x="1388657" y="112109"/>
                </a:cubicBezTo>
                <a:lnTo>
                  <a:pt x="1388657" y="115104"/>
                </a:lnTo>
                <a:lnTo>
                  <a:pt x="1351988" y="115104"/>
                </a:lnTo>
                <a:lnTo>
                  <a:pt x="1351988" y="112109"/>
                </a:lnTo>
                <a:lnTo>
                  <a:pt x="1353526" y="112109"/>
                </a:lnTo>
                <a:cubicBezTo>
                  <a:pt x="1356980" y="112109"/>
                  <a:pt x="1359395" y="111585"/>
                  <a:pt x="1360771" y="110538"/>
                </a:cubicBezTo>
                <a:cubicBezTo>
                  <a:pt x="1362147" y="109491"/>
                  <a:pt x="1363105" y="107948"/>
                  <a:pt x="1363645" y="105909"/>
                </a:cubicBezTo>
                <a:cubicBezTo>
                  <a:pt x="1363860" y="105103"/>
                  <a:pt x="1363968" y="102579"/>
                  <a:pt x="1363968" y="98338"/>
                </a:cubicBezTo>
                <a:lnTo>
                  <a:pt x="1363968" y="68138"/>
                </a:lnTo>
                <a:cubicBezTo>
                  <a:pt x="1363968" y="61428"/>
                  <a:pt x="1363091" y="56556"/>
                  <a:pt x="1361338" y="53522"/>
                </a:cubicBezTo>
                <a:cubicBezTo>
                  <a:pt x="1359584" y="50488"/>
                  <a:pt x="1356629" y="48972"/>
                  <a:pt x="1352474" y="48972"/>
                </a:cubicBezTo>
                <a:cubicBezTo>
                  <a:pt x="1346053" y="48972"/>
                  <a:pt x="1339658" y="52462"/>
                  <a:pt x="1333290" y="59441"/>
                </a:cubicBezTo>
                <a:lnTo>
                  <a:pt x="1333290" y="98338"/>
                </a:lnTo>
                <a:cubicBezTo>
                  <a:pt x="1333290" y="103331"/>
                  <a:pt x="1333587" y="106418"/>
                  <a:pt x="1334181" y="107598"/>
                </a:cubicBezTo>
                <a:cubicBezTo>
                  <a:pt x="1334936" y="109155"/>
                  <a:pt x="1335975" y="110296"/>
                  <a:pt x="1337297" y="111021"/>
                </a:cubicBezTo>
                <a:cubicBezTo>
                  <a:pt x="1338619" y="111746"/>
                  <a:pt x="1341304" y="112109"/>
                  <a:pt x="1345351" y="112109"/>
                </a:cubicBezTo>
                <a:lnTo>
                  <a:pt x="1345351" y="115104"/>
                </a:lnTo>
                <a:lnTo>
                  <a:pt x="1308683" y="115104"/>
                </a:lnTo>
                <a:lnTo>
                  <a:pt x="1308683" y="112109"/>
                </a:lnTo>
                <a:lnTo>
                  <a:pt x="1310302" y="112109"/>
                </a:lnTo>
                <a:cubicBezTo>
                  <a:pt x="1314079" y="112109"/>
                  <a:pt x="1316629" y="111153"/>
                  <a:pt x="1317951" y="109243"/>
                </a:cubicBezTo>
                <a:cubicBezTo>
                  <a:pt x="1319273" y="107330"/>
                  <a:pt x="1319934" y="103682"/>
                  <a:pt x="1319934" y="98297"/>
                </a:cubicBezTo>
                <a:lnTo>
                  <a:pt x="1319934" y="70837"/>
                </a:lnTo>
                <a:cubicBezTo>
                  <a:pt x="1319934" y="61953"/>
                  <a:pt x="1319732" y="56542"/>
                  <a:pt x="1319327" y="54605"/>
                </a:cubicBezTo>
                <a:cubicBezTo>
                  <a:pt x="1318923" y="52666"/>
                  <a:pt x="1318302" y="51346"/>
                  <a:pt x="1317466" y="50646"/>
                </a:cubicBezTo>
                <a:cubicBezTo>
                  <a:pt x="1316629" y="49946"/>
                  <a:pt x="1315509" y="49596"/>
                  <a:pt x="1314106" y="49596"/>
                </a:cubicBezTo>
                <a:cubicBezTo>
                  <a:pt x="1312595" y="49596"/>
                  <a:pt x="1310788" y="50000"/>
                  <a:pt x="1308683" y="50808"/>
                </a:cubicBezTo>
                <a:lnTo>
                  <a:pt x="1307469" y="47899"/>
                </a:lnTo>
                <a:lnTo>
                  <a:pt x="1329810" y="38854"/>
                </a:lnTo>
                <a:lnTo>
                  <a:pt x="1333290" y="38854"/>
                </a:lnTo>
                <a:lnTo>
                  <a:pt x="1333290" y="54557"/>
                </a:lnTo>
                <a:close/>
                <a:moveTo>
                  <a:pt x="1416097" y="16513"/>
                </a:moveTo>
                <a:lnTo>
                  <a:pt x="1416097" y="40958"/>
                </a:lnTo>
                <a:lnTo>
                  <a:pt x="1433419" y="40958"/>
                </a:lnTo>
                <a:lnTo>
                  <a:pt x="1433419" y="46624"/>
                </a:lnTo>
                <a:lnTo>
                  <a:pt x="1416097" y="46624"/>
                </a:lnTo>
                <a:lnTo>
                  <a:pt x="1416097" y="94640"/>
                </a:lnTo>
                <a:cubicBezTo>
                  <a:pt x="1416097" y="99437"/>
                  <a:pt x="1416785" y="102672"/>
                  <a:pt x="1418161" y="104343"/>
                </a:cubicBezTo>
                <a:cubicBezTo>
                  <a:pt x="1419537" y="106012"/>
                  <a:pt x="1421304" y="106847"/>
                  <a:pt x="1423462" y="106847"/>
                </a:cubicBezTo>
                <a:cubicBezTo>
                  <a:pt x="1425243" y="106847"/>
                  <a:pt x="1426970" y="106294"/>
                  <a:pt x="1428643" y="105188"/>
                </a:cubicBezTo>
                <a:cubicBezTo>
                  <a:pt x="1430316" y="104082"/>
                  <a:pt x="1431611" y="102449"/>
                  <a:pt x="1432528" y="100291"/>
                </a:cubicBezTo>
                <a:lnTo>
                  <a:pt x="1435685" y="100291"/>
                </a:lnTo>
                <a:cubicBezTo>
                  <a:pt x="1433796" y="105594"/>
                  <a:pt x="1431125" y="109605"/>
                  <a:pt x="1427672" y="112324"/>
                </a:cubicBezTo>
                <a:cubicBezTo>
                  <a:pt x="1424218" y="115040"/>
                  <a:pt x="1420656" y="116399"/>
                  <a:pt x="1416987" y="116399"/>
                </a:cubicBezTo>
                <a:cubicBezTo>
                  <a:pt x="1414505" y="116399"/>
                  <a:pt x="1412076" y="115710"/>
                  <a:pt x="1409702" y="114332"/>
                </a:cubicBezTo>
                <a:cubicBezTo>
                  <a:pt x="1407327" y="112954"/>
                  <a:pt x="1405574" y="110983"/>
                  <a:pt x="1404440" y="108418"/>
                </a:cubicBezTo>
                <a:cubicBezTo>
                  <a:pt x="1403307" y="105851"/>
                  <a:pt x="1402741" y="101894"/>
                  <a:pt x="1402741" y="96544"/>
                </a:cubicBezTo>
                <a:lnTo>
                  <a:pt x="1402741" y="46624"/>
                </a:lnTo>
                <a:lnTo>
                  <a:pt x="1391004" y="46624"/>
                </a:lnTo>
                <a:lnTo>
                  <a:pt x="1391004" y="43953"/>
                </a:lnTo>
                <a:cubicBezTo>
                  <a:pt x="1393972" y="42762"/>
                  <a:pt x="1397007" y="40746"/>
                  <a:pt x="1400110" y="37905"/>
                </a:cubicBezTo>
                <a:cubicBezTo>
                  <a:pt x="1403213" y="35063"/>
                  <a:pt x="1405978" y="31694"/>
                  <a:pt x="1408407" y="27797"/>
                </a:cubicBezTo>
                <a:cubicBezTo>
                  <a:pt x="1409648" y="25741"/>
                  <a:pt x="1411375" y="21980"/>
                  <a:pt x="1413587" y="16513"/>
                </a:cubicBezTo>
                <a:lnTo>
                  <a:pt x="1416097" y="1651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5EF3CC-3A31-4BA5-930C-711C14A1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103" y="55014"/>
            <a:ext cx="3716123" cy="276292"/>
          </a:xfrm>
          <a:custGeom xmlns:a="http://schemas.openxmlformats.org/drawingml/2006/main">
            <a:pathLst>
              <a:path w="3716123" h="276292">
                <a:moveTo>
                  <a:pt x="0" y="0"/>
                </a:moveTo>
                <a:lnTo>
                  <a:pt x="3716123" y="0"/>
                </a:lnTo>
                <a:lnTo>
                  <a:pt x="3716123" y="276292"/>
                </a:lnTo>
                <a:lnTo>
                  <a:pt x="0" y="2762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E1E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Step3.Identif">
            <a:extLst xmlns:a="http://schemas.openxmlformats.org/drawingml/2006/main">
              <a:ext uri="{FF2B5EF4-FFF2-40B4-BE49-F238E27FC236}">
                <a16:creationId xmlns:a16="http://schemas.microsoft.com/office/drawing/2014/main" id="{7B56FD37-EDC2-41A0-B42C-41D3269D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208" y="140222"/>
            <a:ext cx="950400" cy="150557"/>
          </a:xfrm>
          <a:custGeom xmlns:a="http://schemas.openxmlformats.org/drawingml/2006/main">
            <a:pathLst>
              <a:path w="950400" h="150557">
                <a:moveTo>
                  <a:pt x="65646" y="2914"/>
                </a:moveTo>
                <a:lnTo>
                  <a:pt x="65646" y="40796"/>
                </a:lnTo>
                <a:lnTo>
                  <a:pt x="62651" y="40796"/>
                </a:lnTo>
                <a:cubicBezTo>
                  <a:pt x="61680" y="33511"/>
                  <a:pt x="59940" y="27710"/>
                  <a:pt x="57430" y="23393"/>
                </a:cubicBezTo>
                <a:cubicBezTo>
                  <a:pt x="54921" y="19076"/>
                  <a:pt x="51346" y="15649"/>
                  <a:pt x="46705" y="13113"/>
                </a:cubicBezTo>
                <a:cubicBezTo>
                  <a:pt x="42064" y="10577"/>
                  <a:pt x="37262" y="9309"/>
                  <a:pt x="32297" y="9309"/>
                </a:cubicBezTo>
                <a:cubicBezTo>
                  <a:pt x="26685" y="9309"/>
                  <a:pt x="22044" y="11021"/>
                  <a:pt x="18374" y="14446"/>
                </a:cubicBezTo>
                <a:cubicBezTo>
                  <a:pt x="14705" y="17869"/>
                  <a:pt x="12870" y="21765"/>
                  <a:pt x="12870" y="26133"/>
                </a:cubicBezTo>
                <a:cubicBezTo>
                  <a:pt x="12870" y="29477"/>
                  <a:pt x="14030" y="32523"/>
                  <a:pt x="16351" y="35272"/>
                </a:cubicBezTo>
                <a:cubicBezTo>
                  <a:pt x="19697" y="39317"/>
                  <a:pt x="27656" y="44710"/>
                  <a:pt x="40230" y="51451"/>
                </a:cubicBezTo>
                <a:cubicBezTo>
                  <a:pt x="50483" y="56950"/>
                  <a:pt x="57484" y="61169"/>
                  <a:pt x="61235" y="64108"/>
                </a:cubicBezTo>
                <a:cubicBezTo>
                  <a:pt x="64985" y="67046"/>
                  <a:pt x="67872" y="70511"/>
                  <a:pt x="69896" y="74502"/>
                </a:cubicBezTo>
                <a:cubicBezTo>
                  <a:pt x="71919" y="78492"/>
                  <a:pt x="72931" y="82671"/>
                  <a:pt x="72931" y="87038"/>
                </a:cubicBezTo>
                <a:cubicBezTo>
                  <a:pt x="72931" y="95342"/>
                  <a:pt x="69707" y="102501"/>
                  <a:pt x="63258" y="108514"/>
                </a:cubicBezTo>
                <a:cubicBezTo>
                  <a:pt x="56810" y="114526"/>
                  <a:pt x="48513" y="117532"/>
                  <a:pt x="38368" y="117532"/>
                </a:cubicBezTo>
                <a:cubicBezTo>
                  <a:pt x="35184" y="117532"/>
                  <a:pt x="32189" y="117292"/>
                  <a:pt x="29383" y="116814"/>
                </a:cubicBezTo>
                <a:cubicBezTo>
                  <a:pt x="27710" y="116547"/>
                  <a:pt x="24243" y="115575"/>
                  <a:pt x="18982" y="113897"/>
                </a:cubicBezTo>
                <a:cubicBezTo>
                  <a:pt x="13720" y="112219"/>
                  <a:pt x="10388" y="111380"/>
                  <a:pt x="8985" y="111380"/>
                </a:cubicBezTo>
                <a:cubicBezTo>
                  <a:pt x="7636" y="111380"/>
                  <a:pt x="6570" y="111780"/>
                  <a:pt x="5788" y="112579"/>
                </a:cubicBezTo>
                <a:cubicBezTo>
                  <a:pt x="5005" y="113378"/>
                  <a:pt x="4425" y="115029"/>
                  <a:pt x="4047" y="117532"/>
                </a:cubicBezTo>
                <a:lnTo>
                  <a:pt x="1052" y="117532"/>
                </a:lnTo>
                <a:lnTo>
                  <a:pt x="1052" y="79973"/>
                </a:lnTo>
                <a:lnTo>
                  <a:pt x="4047" y="79973"/>
                </a:lnTo>
                <a:cubicBezTo>
                  <a:pt x="5450" y="87852"/>
                  <a:pt x="7339" y="93748"/>
                  <a:pt x="9713" y="97660"/>
                </a:cubicBezTo>
                <a:cubicBezTo>
                  <a:pt x="12088" y="101572"/>
                  <a:pt x="15717" y="104824"/>
                  <a:pt x="20600" y="107414"/>
                </a:cubicBezTo>
                <a:cubicBezTo>
                  <a:pt x="25484" y="110004"/>
                  <a:pt x="30840" y="111299"/>
                  <a:pt x="36668" y="111299"/>
                </a:cubicBezTo>
                <a:cubicBezTo>
                  <a:pt x="43413" y="111299"/>
                  <a:pt x="48742" y="109520"/>
                  <a:pt x="52655" y="105962"/>
                </a:cubicBezTo>
                <a:cubicBezTo>
                  <a:pt x="56567" y="102402"/>
                  <a:pt x="58523" y="98195"/>
                  <a:pt x="58523" y="93342"/>
                </a:cubicBezTo>
                <a:cubicBezTo>
                  <a:pt x="58523" y="90646"/>
                  <a:pt x="57781" y="87923"/>
                  <a:pt x="56297" y="85174"/>
                </a:cubicBezTo>
                <a:cubicBezTo>
                  <a:pt x="54813" y="82424"/>
                  <a:pt x="52506" y="79862"/>
                  <a:pt x="49376" y="77489"/>
                </a:cubicBezTo>
                <a:cubicBezTo>
                  <a:pt x="47272" y="75872"/>
                  <a:pt x="41525" y="72435"/>
                  <a:pt x="32135" y="67177"/>
                </a:cubicBezTo>
                <a:cubicBezTo>
                  <a:pt x="22745" y="61919"/>
                  <a:pt x="16068" y="57726"/>
                  <a:pt x="12101" y="54600"/>
                </a:cubicBezTo>
                <a:cubicBezTo>
                  <a:pt x="8135" y="51472"/>
                  <a:pt x="5127" y="48021"/>
                  <a:pt x="3076" y="44246"/>
                </a:cubicBezTo>
                <a:cubicBezTo>
                  <a:pt x="1025" y="40471"/>
                  <a:pt x="0" y="36318"/>
                  <a:pt x="0" y="31789"/>
                </a:cubicBezTo>
                <a:cubicBezTo>
                  <a:pt x="0" y="23917"/>
                  <a:pt x="3022" y="17137"/>
                  <a:pt x="9066" y="11449"/>
                </a:cubicBezTo>
                <a:cubicBezTo>
                  <a:pt x="15110" y="5759"/>
                  <a:pt x="22799" y="2914"/>
                  <a:pt x="32135" y="2914"/>
                </a:cubicBezTo>
                <a:cubicBezTo>
                  <a:pt x="37963" y="2914"/>
                  <a:pt x="44142" y="4344"/>
                  <a:pt x="50671" y="7204"/>
                </a:cubicBezTo>
                <a:cubicBezTo>
                  <a:pt x="53693" y="8553"/>
                  <a:pt x="55825" y="9228"/>
                  <a:pt x="57066" y="9228"/>
                </a:cubicBezTo>
                <a:cubicBezTo>
                  <a:pt x="58469" y="9228"/>
                  <a:pt x="59616" y="8809"/>
                  <a:pt x="60506" y="7973"/>
                </a:cubicBezTo>
                <a:cubicBezTo>
                  <a:pt x="61397" y="7137"/>
                  <a:pt x="62112" y="5450"/>
                  <a:pt x="62651" y="2914"/>
                </a:cubicBezTo>
                <a:lnTo>
                  <a:pt x="65646" y="2914"/>
                </a:lnTo>
                <a:close/>
                <a:moveTo>
                  <a:pt x="108522" y="16513"/>
                </a:moveTo>
                <a:lnTo>
                  <a:pt x="108522" y="40958"/>
                </a:lnTo>
                <a:lnTo>
                  <a:pt x="125844" y="40958"/>
                </a:lnTo>
                <a:lnTo>
                  <a:pt x="125844" y="46624"/>
                </a:lnTo>
                <a:lnTo>
                  <a:pt x="108522" y="46624"/>
                </a:lnTo>
                <a:lnTo>
                  <a:pt x="108522" y="94640"/>
                </a:lnTo>
                <a:cubicBezTo>
                  <a:pt x="108522" y="99437"/>
                  <a:pt x="109210" y="102672"/>
                  <a:pt x="110586" y="104343"/>
                </a:cubicBezTo>
                <a:cubicBezTo>
                  <a:pt x="111962" y="106012"/>
                  <a:pt x="113729" y="106847"/>
                  <a:pt x="115888" y="106847"/>
                </a:cubicBezTo>
                <a:cubicBezTo>
                  <a:pt x="117669" y="106847"/>
                  <a:pt x="119395" y="106294"/>
                  <a:pt x="121068" y="105188"/>
                </a:cubicBezTo>
                <a:cubicBezTo>
                  <a:pt x="122741" y="104082"/>
                  <a:pt x="124036" y="102449"/>
                  <a:pt x="124954" y="100291"/>
                </a:cubicBezTo>
                <a:lnTo>
                  <a:pt x="128110" y="100291"/>
                </a:lnTo>
                <a:cubicBezTo>
                  <a:pt x="126222" y="105594"/>
                  <a:pt x="123551" y="109605"/>
                  <a:pt x="120097" y="112324"/>
                </a:cubicBezTo>
                <a:cubicBezTo>
                  <a:pt x="116643" y="115040"/>
                  <a:pt x="113082" y="116399"/>
                  <a:pt x="109412" y="116399"/>
                </a:cubicBezTo>
                <a:cubicBezTo>
                  <a:pt x="106930" y="116399"/>
                  <a:pt x="104502" y="115710"/>
                  <a:pt x="102127" y="114332"/>
                </a:cubicBezTo>
                <a:cubicBezTo>
                  <a:pt x="99753" y="112954"/>
                  <a:pt x="97999" y="110983"/>
                  <a:pt x="96866" y="108418"/>
                </a:cubicBezTo>
                <a:cubicBezTo>
                  <a:pt x="95733" y="105851"/>
                  <a:pt x="95166" y="101894"/>
                  <a:pt x="95166" y="96544"/>
                </a:cubicBezTo>
                <a:lnTo>
                  <a:pt x="95166" y="46624"/>
                </a:lnTo>
                <a:lnTo>
                  <a:pt x="83429" y="46624"/>
                </a:lnTo>
                <a:lnTo>
                  <a:pt x="83429" y="43953"/>
                </a:lnTo>
                <a:cubicBezTo>
                  <a:pt x="86397" y="42762"/>
                  <a:pt x="89432" y="40746"/>
                  <a:pt x="92535" y="37905"/>
                </a:cubicBezTo>
                <a:cubicBezTo>
                  <a:pt x="95638" y="35063"/>
                  <a:pt x="98404" y="31694"/>
                  <a:pt x="100832" y="27797"/>
                </a:cubicBezTo>
                <a:cubicBezTo>
                  <a:pt x="102073" y="25741"/>
                  <a:pt x="103800" y="21980"/>
                  <a:pt x="106013" y="16513"/>
                </a:cubicBezTo>
                <a:lnTo>
                  <a:pt x="108522" y="16513"/>
                </a:lnTo>
                <a:close/>
                <a:moveTo>
                  <a:pt x="145542" y="68965"/>
                </a:moveTo>
                <a:cubicBezTo>
                  <a:pt x="145488" y="79948"/>
                  <a:pt x="148159" y="88563"/>
                  <a:pt x="153555" y="94809"/>
                </a:cubicBezTo>
                <a:cubicBezTo>
                  <a:pt x="158952" y="101054"/>
                  <a:pt x="165292" y="104176"/>
                  <a:pt x="172577" y="104176"/>
                </a:cubicBezTo>
                <a:cubicBezTo>
                  <a:pt x="177434" y="104176"/>
                  <a:pt x="181657" y="102840"/>
                  <a:pt x="185245" y="100169"/>
                </a:cubicBezTo>
                <a:cubicBezTo>
                  <a:pt x="188834" y="97498"/>
                  <a:pt x="191842" y="92925"/>
                  <a:pt x="194271" y="86449"/>
                </a:cubicBezTo>
                <a:lnTo>
                  <a:pt x="196780" y="88068"/>
                </a:lnTo>
                <a:cubicBezTo>
                  <a:pt x="195647" y="95461"/>
                  <a:pt x="192355" y="102193"/>
                  <a:pt x="186905" y="108264"/>
                </a:cubicBezTo>
                <a:cubicBezTo>
                  <a:pt x="181454" y="114335"/>
                  <a:pt x="174628" y="117370"/>
                  <a:pt x="166426" y="117370"/>
                </a:cubicBezTo>
                <a:cubicBezTo>
                  <a:pt x="157522" y="117370"/>
                  <a:pt x="149899" y="113910"/>
                  <a:pt x="143559" y="106991"/>
                </a:cubicBezTo>
                <a:cubicBezTo>
                  <a:pt x="137218" y="100071"/>
                  <a:pt x="134048" y="90767"/>
                  <a:pt x="134048" y="79081"/>
                </a:cubicBezTo>
                <a:cubicBezTo>
                  <a:pt x="134048" y="66426"/>
                  <a:pt x="137299" y="56559"/>
                  <a:pt x="143801" y="49478"/>
                </a:cubicBezTo>
                <a:cubicBezTo>
                  <a:pt x="150304" y="42395"/>
                  <a:pt x="158466" y="38854"/>
                  <a:pt x="168287" y="38854"/>
                </a:cubicBezTo>
                <a:cubicBezTo>
                  <a:pt x="176598" y="38854"/>
                  <a:pt x="183424" y="41585"/>
                  <a:pt x="188766" y="47049"/>
                </a:cubicBezTo>
                <a:cubicBezTo>
                  <a:pt x="194109" y="52511"/>
                  <a:pt x="196780" y="59817"/>
                  <a:pt x="196780" y="68965"/>
                </a:cubicBezTo>
                <a:lnTo>
                  <a:pt x="145542" y="68965"/>
                </a:lnTo>
                <a:moveTo>
                  <a:pt x="145542" y="64270"/>
                </a:moveTo>
                <a:lnTo>
                  <a:pt x="179862" y="64270"/>
                </a:lnTo>
                <a:cubicBezTo>
                  <a:pt x="179593" y="59521"/>
                  <a:pt x="179026" y="56176"/>
                  <a:pt x="178163" y="54233"/>
                </a:cubicBezTo>
                <a:cubicBezTo>
                  <a:pt x="176813" y="51211"/>
                  <a:pt x="174803" y="48837"/>
                  <a:pt x="172132" y="47110"/>
                </a:cubicBezTo>
                <a:cubicBezTo>
                  <a:pt x="169461" y="45383"/>
                  <a:pt x="166668" y="44520"/>
                  <a:pt x="163754" y="44520"/>
                </a:cubicBezTo>
                <a:cubicBezTo>
                  <a:pt x="159275" y="44520"/>
                  <a:pt x="155269" y="46260"/>
                  <a:pt x="151734" y="49741"/>
                </a:cubicBezTo>
                <a:cubicBezTo>
                  <a:pt x="148199" y="53221"/>
                  <a:pt x="146135" y="58064"/>
                  <a:pt x="145542" y="64270"/>
                </a:cubicBezTo>
                <a:close/>
                <a:moveTo>
                  <a:pt x="201337" y="48251"/>
                </a:moveTo>
                <a:lnTo>
                  <a:pt x="224164" y="39015"/>
                </a:lnTo>
                <a:lnTo>
                  <a:pt x="227240" y="39015"/>
                </a:lnTo>
                <a:lnTo>
                  <a:pt x="227240" y="56338"/>
                </a:lnTo>
                <a:cubicBezTo>
                  <a:pt x="231071" y="49808"/>
                  <a:pt x="234916" y="45262"/>
                  <a:pt x="238774" y="42698"/>
                </a:cubicBezTo>
                <a:cubicBezTo>
                  <a:pt x="242633" y="40135"/>
                  <a:pt x="246693" y="38854"/>
                  <a:pt x="250957" y="38854"/>
                </a:cubicBezTo>
                <a:cubicBezTo>
                  <a:pt x="258403" y="38854"/>
                  <a:pt x="264609" y="41764"/>
                  <a:pt x="269574" y="47585"/>
                </a:cubicBezTo>
                <a:cubicBezTo>
                  <a:pt x="275672" y="54702"/>
                  <a:pt x="278721" y="63974"/>
                  <a:pt x="278721" y="75403"/>
                </a:cubicBezTo>
                <a:cubicBezTo>
                  <a:pt x="278721" y="88178"/>
                  <a:pt x="275051" y="98744"/>
                  <a:pt x="267712" y="107100"/>
                </a:cubicBezTo>
                <a:cubicBezTo>
                  <a:pt x="261668" y="113947"/>
                  <a:pt x="254059" y="117370"/>
                  <a:pt x="244886" y="117370"/>
                </a:cubicBezTo>
                <a:cubicBezTo>
                  <a:pt x="240892" y="117370"/>
                  <a:pt x="237439" y="116803"/>
                  <a:pt x="234525" y="115670"/>
                </a:cubicBezTo>
                <a:cubicBezTo>
                  <a:pt x="232366" y="114861"/>
                  <a:pt x="229938" y="113242"/>
                  <a:pt x="227240" y="110813"/>
                </a:cubicBezTo>
                <a:lnTo>
                  <a:pt x="227240" y="133397"/>
                </a:lnTo>
                <a:cubicBezTo>
                  <a:pt x="227240" y="138470"/>
                  <a:pt x="227550" y="141694"/>
                  <a:pt x="228171" y="143070"/>
                </a:cubicBezTo>
                <a:cubicBezTo>
                  <a:pt x="228791" y="144446"/>
                  <a:pt x="229870" y="145539"/>
                  <a:pt x="231408" y="146348"/>
                </a:cubicBezTo>
                <a:cubicBezTo>
                  <a:pt x="232946" y="147158"/>
                  <a:pt x="235739" y="147562"/>
                  <a:pt x="239786" y="147562"/>
                </a:cubicBezTo>
                <a:lnTo>
                  <a:pt x="239786" y="150557"/>
                </a:lnTo>
                <a:lnTo>
                  <a:pt x="200933" y="150557"/>
                </a:lnTo>
                <a:lnTo>
                  <a:pt x="200933" y="147562"/>
                </a:lnTo>
                <a:lnTo>
                  <a:pt x="202956" y="147562"/>
                </a:lnTo>
                <a:cubicBezTo>
                  <a:pt x="205924" y="147616"/>
                  <a:pt x="208461" y="147049"/>
                  <a:pt x="210565" y="145860"/>
                </a:cubicBezTo>
                <a:cubicBezTo>
                  <a:pt x="211590" y="145266"/>
                  <a:pt x="212386" y="144308"/>
                  <a:pt x="212953" y="142984"/>
                </a:cubicBezTo>
                <a:cubicBezTo>
                  <a:pt x="213520" y="141662"/>
                  <a:pt x="213803" y="138301"/>
                  <a:pt x="213803" y="132901"/>
                </a:cubicBezTo>
                <a:lnTo>
                  <a:pt x="213803" y="62750"/>
                </a:lnTo>
                <a:cubicBezTo>
                  <a:pt x="213803" y="57944"/>
                  <a:pt x="213587" y="54893"/>
                  <a:pt x="213155" y="53598"/>
                </a:cubicBezTo>
                <a:cubicBezTo>
                  <a:pt x="212724" y="52301"/>
                  <a:pt x="212036" y="51329"/>
                  <a:pt x="211091" y="50682"/>
                </a:cubicBezTo>
                <a:cubicBezTo>
                  <a:pt x="210147" y="50032"/>
                  <a:pt x="208865" y="49708"/>
                  <a:pt x="207246" y="49708"/>
                </a:cubicBezTo>
                <a:cubicBezTo>
                  <a:pt x="205951" y="49708"/>
                  <a:pt x="204305" y="50085"/>
                  <a:pt x="202309" y="50841"/>
                </a:cubicBezTo>
                <a:lnTo>
                  <a:pt x="201337" y="48251"/>
                </a:lnTo>
                <a:moveTo>
                  <a:pt x="227240" y="61260"/>
                </a:moveTo>
                <a:lnTo>
                  <a:pt x="227240" y="88908"/>
                </a:lnTo>
                <a:cubicBezTo>
                  <a:pt x="227240" y="94891"/>
                  <a:pt x="227483" y="98825"/>
                  <a:pt x="227968" y="100711"/>
                </a:cubicBezTo>
                <a:cubicBezTo>
                  <a:pt x="228724" y="103837"/>
                  <a:pt x="230572" y="106586"/>
                  <a:pt x="233513" y="108957"/>
                </a:cubicBezTo>
                <a:cubicBezTo>
                  <a:pt x="236454" y="111328"/>
                  <a:pt x="240164" y="112513"/>
                  <a:pt x="244643" y="112513"/>
                </a:cubicBezTo>
                <a:cubicBezTo>
                  <a:pt x="250039" y="112513"/>
                  <a:pt x="254410" y="110411"/>
                  <a:pt x="257756" y="106207"/>
                </a:cubicBezTo>
                <a:cubicBezTo>
                  <a:pt x="262127" y="100711"/>
                  <a:pt x="264312" y="92978"/>
                  <a:pt x="264312" y="83006"/>
                </a:cubicBezTo>
                <a:cubicBezTo>
                  <a:pt x="264312" y="71689"/>
                  <a:pt x="261830" y="62986"/>
                  <a:pt x="256866" y="56897"/>
                </a:cubicBezTo>
                <a:cubicBezTo>
                  <a:pt x="253412" y="52693"/>
                  <a:pt x="249311" y="50591"/>
                  <a:pt x="244562" y="50591"/>
                </a:cubicBezTo>
                <a:cubicBezTo>
                  <a:pt x="241972" y="50591"/>
                  <a:pt x="239408" y="51237"/>
                  <a:pt x="236872" y="52531"/>
                </a:cubicBezTo>
                <a:cubicBezTo>
                  <a:pt x="234929" y="53500"/>
                  <a:pt x="231719" y="56410"/>
                  <a:pt x="227240" y="61260"/>
                </a:cubicBezTo>
                <a:close/>
                <a:moveTo>
                  <a:pt x="334249" y="26145"/>
                </a:moveTo>
                <a:cubicBezTo>
                  <a:pt x="337379" y="18752"/>
                  <a:pt x="341331" y="13059"/>
                  <a:pt x="346107" y="9066"/>
                </a:cubicBezTo>
                <a:cubicBezTo>
                  <a:pt x="350883" y="5073"/>
                  <a:pt x="356832" y="3076"/>
                  <a:pt x="363956" y="3076"/>
                </a:cubicBezTo>
                <a:cubicBezTo>
                  <a:pt x="372752" y="3076"/>
                  <a:pt x="379497" y="5932"/>
                  <a:pt x="384192" y="11643"/>
                </a:cubicBezTo>
                <a:cubicBezTo>
                  <a:pt x="387753" y="15901"/>
                  <a:pt x="389534" y="20455"/>
                  <a:pt x="389534" y="25305"/>
                </a:cubicBezTo>
                <a:cubicBezTo>
                  <a:pt x="389534" y="33280"/>
                  <a:pt x="384516" y="41525"/>
                  <a:pt x="374478" y="50039"/>
                </a:cubicBezTo>
                <a:cubicBezTo>
                  <a:pt x="381224" y="52687"/>
                  <a:pt x="386323" y="56468"/>
                  <a:pt x="389777" y="61384"/>
                </a:cubicBezTo>
                <a:cubicBezTo>
                  <a:pt x="393231" y="66298"/>
                  <a:pt x="394957" y="72077"/>
                  <a:pt x="394957" y="78721"/>
                </a:cubicBezTo>
                <a:cubicBezTo>
                  <a:pt x="394957" y="88229"/>
                  <a:pt x="391935" y="96467"/>
                  <a:pt x="385892" y="103435"/>
                </a:cubicBezTo>
                <a:cubicBezTo>
                  <a:pt x="378013" y="112509"/>
                  <a:pt x="366600" y="117046"/>
                  <a:pt x="351652" y="117046"/>
                </a:cubicBezTo>
                <a:cubicBezTo>
                  <a:pt x="344259" y="117046"/>
                  <a:pt x="339227" y="116129"/>
                  <a:pt x="336556" y="114294"/>
                </a:cubicBezTo>
                <a:cubicBezTo>
                  <a:pt x="333885" y="112459"/>
                  <a:pt x="332549" y="110490"/>
                  <a:pt x="332549" y="108385"/>
                </a:cubicBezTo>
                <a:cubicBezTo>
                  <a:pt x="332549" y="106820"/>
                  <a:pt x="333183" y="105444"/>
                  <a:pt x="334451" y="104257"/>
                </a:cubicBezTo>
                <a:cubicBezTo>
                  <a:pt x="335719" y="103070"/>
                  <a:pt x="337244" y="102476"/>
                  <a:pt x="339025" y="102476"/>
                </a:cubicBezTo>
                <a:cubicBezTo>
                  <a:pt x="340374" y="102476"/>
                  <a:pt x="341750" y="102692"/>
                  <a:pt x="343153" y="103124"/>
                </a:cubicBezTo>
                <a:cubicBezTo>
                  <a:pt x="344070" y="103394"/>
                  <a:pt x="346148" y="104378"/>
                  <a:pt x="349385" y="106078"/>
                </a:cubicBezTo>
                <a:cubicBezTo>
                  <a:pt x="352623" y="107778"/>
                  <a:pt x="354863" y="108790"/>
                  <a:pt x="356104" y="109114"/>
                </a:cubicBezTo>
                <a:cubicBezTo>
                  <a:pt x="358101" y="109707"/>
                  <a:pt x="360232" y="110004"/>
                  <a:pt x="362499" y="110004"/>
                </a:cubicBezTo>
                <a:cubicBezTo>
                  <a:pt x="368003" y="110004"/>
                  <a:pt x="372792" y="107869"/>
                  <a:pt x="376866" y="103599"/>
                </a:cubicBezTo>
                <a:cubicBezTo>
                  <a:pt x="380940" y="99329"/>
                  <a:pt x="382978" y="94275"/>
                  <a:pt x="382978" y="88437"/>
                </a:cubicBezTo>
                <a:cubicBezTo>
                  <a:pt x="382978" y="84167"/>
                  <a:pt x="382033" y="80006"/>
                  <a:pt x="380144" y="75952"/>
                </a:cubicBezTo>
                <a:cubicBezTo>
                  <a:pt x="378741" y="72925"/>
                  <a:pt x="377203" y="70628"/>
                  <a:pt x="375531" y="69061"/>
                </a:cubicBezTo>
                <a:cubicBezTo>
                  <a:pt x="373210" y="66898"/>
                  <a:pt x="370026" y="64938"/>
                  <a:pt x="365979" y="63182"/>
                </a:cubicBezTo>
                <a:cubicBezTo>
                  <a:pt x="361932" y="61425"/>
                  <a:pt x="357804" y="60547"/>
                  <a:pt x="353595" y="60547"/>
                </a:cubicBezTo>
                <a:lnTo>
                  <a:pt x="351004" y="60547"/>
                </a:lnTo>
                <a:lnTo>
                  <a:pt x="351004" y="58118"/>
                </a:lnTo>
                <a:cubicBezTo>
                  <a:pt x="355267" y="57579"/>
                  <a:pt x="359544" y="56041"/>
                  <a:pt x="363834" y="53505"/>
                </a:cubicBezTo>
                <a:cubicBezTo>
                  <a:pt x="368124" y="50968"/>
                  <a:pt x="371241" y="47919"/>
                  <a:pt x="373183" y="44358"/>
                </a:cubicBezTo>
                <a:cubicBezTo>
                  <a:pt x="375126" y="40796"/>
                  <a:pt x="376097" y="36884"/>
                  <a:pt x="376097" y="32621"/>
                </a:cubicBezTo>
                <a:cubicBezTo>
                  <a:pt x="376097" y="27063"/>
                  <a:pt x="374357" y="22570"/>
                  <a:pt x="370876" y="19143"/>
                </a:cubicBezTo>
                <a:cubicBezTo>
                  <a:pt x="367396" y="15717"/>
                  <a:pt x="363065" y="14003"/>
                  <a:pt x="357885" y="14003"/>
                </a:cubicBezTo>
                <a:cubicBezTo>
                  <a:pt x="349520" y="14003"/>
                  <a:pt x="342532" y="18482"/>
                  <a:pt x="336920" y="27440"/>
                </a:cubicBezTo>
                <a:lnTo>
                  <a:pt x="334249" y="26145"/>
                </a:lnTo>
                <a:close/>
                <a:moveTo>
                  <a:pt x="429440" y="99400"/>
                </a:moveTo>
                <a:cubicBezTo>
                  <a:pt x="431977" y="99400"/>
                  <a:pt x="434108" y="100277"/>
                  <a:pt x="435835" y="102031"/>
                </a:cubicBezTo>
                <a:cubicBezTo>
                  <a:pt x="437562" y="103785"/>
                  <a:pt x="438425" y="105903"/>
                  <a:pt x="438425" y="108385"/>
                </a:cubicBezTo>
                <a:cubicBezTo>
                  <a:pt x="438425" y="110867"/>
                  <a:pt x="437548" y="112985"/>
                  <a:pt x="435795" y="114739"/>
                </a:cubicBezTo>
                <a:cubicBezTo>
                  <a:pt x="434041" y="116493"/>
                  <a:pt x="431923" y="117370"/>
                  <a:pt x="429440" y="117370"/>
                </a:cubicBezTo>
                <a:cubicBezTo>
                  <a:pt x="426958" y="117370"/>
                  <a:pt x="424840" y="116493"/>
                  <a:pt x="423086" y="114739"/>
                </a:cubicBezTo>
                <a:cubicBezTo>
                  <a:pt x="421332" y="112985"/>
                  <a:pt x="420456" y="110867"/>
                  <a:pt x="420456" y="108385"/>
                </a:cubicBezTo>
                <a:cubicBezTo>
                  <a:pt x="420456" y="105849"/>
                  <a:pt x="421332" y="103717"/>
                  <a:pt x="423086" y="101990"/>
                </a:cubicBezTo>
                <a:cubicBezTo>
                  <a:pt x="424840" y="100264"/>
                  <a:pt x="426958" y="99400"/>
                  <a:pt x="429440" y="99400"/>
                </a:cubicBezTo>
                <a:close/>
                <a:moveTo>
                  <a:pt x="542763" y="112109"/>
                </a:moveTo>
                <a:lnTo>
                  <a:pt x="542763" y="115104"/>
                </a:lnTo>
                <a:lnTo>
                  <a:pt x="495734" y="115104"/>
                </a:lnTo>
                <a:lnTo>
                  <a:pt x="495734" y="112109"/>
                </a:lnTo>
                <a:lnTo>
                  <a:pt x="499620" y="112109"/>
                </a:lnTo>
                <a:cubicBezTo>
                  <a:pt x="504153" y="112109"/>
                  <a:pt x="507444" y="110786"/>
                  <a:pt x="509495" y="108142"/>
                </a:cubicBezTo>
                <a:cubicBezTo>
                  <a:pt x="510790" y="106415"/>
                  <a:pt x="511438" y="102260"/>
                  <a:pt x="511438" y="95677"/>
                </a:cubicBezTo>
                <a:lnTo>
                  <a:pt x="511438" y="24769"/>
                </a:lnTo>
                <a:cubicBezTo>
                  <a:pt x="511438" y="19211"/>
                  <a:pt x="511087" y="15541"/>
                  <a:pt x="510385" y="13761"/>
                </a:cubicBezTo>
                <a:cubicBezTo>
                  <a:pt x="509846" y="12412"/>
                  <a:pt x="508739" y="11251"/>
                  <a:pt x="507067" y="10280"/>
                </a:cubicBezTo>
                <a:cubicBezTo>
                  <a:pt x="504692" y="8985"/>
                  <a:pt x="502210" y="8337"/>
                  <a:pt x="499620" y="8337"/>
                </a:cubicBezTo>
                <a:lnTo>
                  <a:pt x="495734" y="8337"/>
                </a:lnTo>
                <a:lnTo>
                  <a:pt x="495734" y="5342"/>
                </a:lnTo>
                <a:lnTo>
                  <a:pt x="542763" y="5342"/>
                </a:lnTo>
                <a:lnTo>
                  <a:pt x="542763" y="8337"/>
                </a:lnTo>
                <a:lnTo>
                  <a:pt x="538797" y="8337"/>
                </a:lnTo>
                <a:cubicBezTo>
                  <a:pt x="534318" y="8337"/>
                  <a:pt x="531053" y="9659"/>
                  <a:pt x="529003" y="12304"/>
                </a:cubicBezTo>
                <a:cubicBezTo>
                  <a:pt x="527654" y="14030"/>
                  <a:pt x="526979" y="18186"/>
                  <a:pt x="526979" y="24769"/>
                </a:cubicBezTo>
                <a:lnTo>
                  <a:pt x="526979" y="95677"/>
                </a:lnTo>
                <a:cubicBezTo>
                  <a:pt x="526979" y="101235"/>
                  <a:pt x="527330" y="104904"/>
                  <a:pt x="528031" y="106685"/>
                </a:cubicBezTo>
                <a:cubicBezTo>
                  <a:pt x="528571" y="108034"/>
                  <a:pt x="529704" y="109195"/>
                  <a:pt x="531431" y="110166"/>
                </a:cubicBezTo>
                <a:cubicBezTo>
                  <a:pt x="533751" y="111461"/>
                  <a:pt x="536207" y="112109"/>
                  <a:pt x="538797" y="112109"/>
                </a:cubicBezTo>
                <a:lnTo>
                  <a:pt x="542763" y="112109"/>
                </a:lnTo>
                <a:close/>
                <a:moveTo>
                  <a:pt x="604360" y="106766"/>
                </a:moveTo>
                <a:cubicBezTo>
                  <a:pt x="600745" y="110544"/>
                  <a:pt x="597210" y="113255"/>
                  <a:pt x="593757" y="114901"/>
                </a:cubicBezTo>
                <a:cubicBezTo>
                  <a:pt x="590303" y="116547"/>
                  <a:pt x="586580" y="117370"/>
                  <a:pt x="582586" y="117370"/>
                </a:cubicBezTo>
                <a:cubicBezTo>
                  <a:pt x="574492" y="117370"/>
                  <a:pt x="567423" y="113991"/>
                  <a:pt x="561379" y="107234"/>
                </a:cubicBezTo>
                <a:cubicBezTo>
                  <a:pt x="555335" y="100475"/>
                  <a:pt x="552313" y="91791"/>
                  <a:pt x="552313" y="81180"/>
                </a:cubicBezTo>
                <a:cubicBezTo>
                  <a:pt x="552313" y="70571"/>
                  <a:pt x="555659" y="60865"/>
                  <a:pt x="562350" y="52060"/>
                </a:cubicBezTo>
                <a:cubicBezTo>
                  <a:pt x="569042" y="43256"/>
                  <a:pt x="577649" y="38854"/>
                  <a:pt x="588172" y="38854"/>
                </a:cubicBezTo>
                <a:cubicBezTo>
                  <a:pt x="594701" y="38854"/>
                  <a:pt x="600097" y="40931"/>
                  <a:pt x="604360" y="45086"/>
                </a:cubicBezTo>
                <a:lnTo>
                  <a:pt x="604360" y="31376"/>
                </a:lnTo>
                <a:cubicBezTo>
                  <a:pt x="604360" y="22869"/>
                  <a:pt x="604158" y="17639"/>
                  <a:pt x="603753" y="15688"/>
                </a:cubicBezTo>
                <a:cubicBezTo>
                  <a:pt x="603349" y="13737"/>
                  <a:pt x="602715" y="12410"/>
                  <a:pt x="601851" y="11707"/>
                </a:cubicBezTo>
                <a:cubicBezTo>
                  <a:pt x="600988" y="11002"/>
                  <a:pt x="599909" y="10649"/>
                  <a:pt x="598613" y="10649"/>
                </a:cubicBezTo>
                <a:cubicBezTo>
                  <a:pt x="597210" y="10649"/>
                  <a:pt x="595349" y="11083"/>
                  <a:pt x="593028" y="11949"/>
                </a:cubicBezTo>
                <a:lnTo>
                  <a:pt x="591976" y="9104"/>
                </a:lnTo>
                <a:lnTo>
                  <a:pt x="614074" y="0"/>
                </a:lnTo>
                <a:lnTo>
                  <a:pt x="617716" y="0"/>
                </a:lnTo>
                <a:lnTo>
                  <a:pt x="617716" y="85721"/>
                </a:lnTo>
                <a:cubicBezTo>
                  <a:pt x="617716" y="94409"/>
                  <a:pt x="617919" y="99711"/>
                  <a:pt x="618323" y="101626"/>
                </a:cubicBezTo>
                <a:cubicBezTo>
                  <a:pt x="618728" y="103542"/>
                  <a:pt x="619376" y="104878"/>
                  <a:pt x="620266" y="105633"/>
                </a:cubicBezTo>
                <a:cubicBezTo>
                  <a:pt x="621157" y="106388"/>
                  <a:pt x="622195" y="106766"/>
                  <a:pt x="623383" y="106766"/>
                </a:cubicBezTo>
                <a:cubicBezTo>
                  <a:pt x="624840" y="106766"/>
                  <a:pt x="626782" y="106308"/>
                  <a:pt x="629211" y="105390"/>
                </a:cubicBezTo>
                <a:lnTo>
                  <a:pt x="630101" y="108223"/>
                </a:lnTo>
                <a:lnTo>
                  <a:pt x="608084" y="117370"/>
                </a:lnTo>
                <a:lnTo>
                  <a:pt x="604360" y="117370"/>
                </a:lnTo>
                <a:lnTo>
                  <a:pt x="604360" y="106766"/>
                </a:lnTo>
                <a:moveTo>
                  <a:pt x="604360" y="101118"/>
                </a:moveTo>
                <a:lnTo>
                  <a:pt x="604360" y="63008"/>
                </a:lnTo>
                <a:cubicBezTo>
                  <a:pt x="604037" y="59347"/>
                  <a:pt x="603065" y="56010"/>
                  <a:pt x="601446" y="52996"/>
                </a:cubicBezTo>
                <a:cubicBezTo>
                  <a:pt x="599828" y="49981"/>
                  <a:pt x="597683" y="47707"/>
                  <a:pt x="595011" y="46174"/>
                </a:cubicBezTo>
                <a:cubicBezTo>
                  <a:pt x="592340" y="44639"/>
                  <a:pt x="589736" y="43872"/>
                  <a:pt x="587200" y="43872"/>
                </a:cubicBezTo>
                <a:cubicBezTo>
                  <a:pt x="582451" y="43872"/>
                  <a:pt x="578215" y="45999"/>
                  <a:pt x="574492" y="50252"/>
                </a:cubicBezTo>
                <a:cubicBezTo>
                  <a:pt x="569581" y="55849"/>
                  <a:pt x="567126" y="64030"/>
                  <a:pt x="567126" y="74796"/>
                </a:cubicBezTo>
                <a:cubicBezTo>
                  <a:pt x="567126" y="85669"/>
                  <a:pt x="569500" y="94000"/>
                  <a:pt x="574249" y="99787"/>
                </a:cubicBezTo>
                <a:cubicBezTo>
                  <a:pt x="578998" y="105573"/>
                  <a:pt x="584286" y="108466"/>
                  <a:pt x="590114" y="108466"/>
                </a:cubicBezTo>
                <a:cubicBezTo>
                  <a:pt x="595025" y="108466"/>
                  <a:pt x="599774" y="106017"/>
                  <a:pt x="604360" y="101118"/>
                </a:cubicBezTo>
                <a:close/>
                <a:moveTo>
                  <a:pt x="647342" y="68965"/>
                </a:moveTo>
                <a:cubicBezTo>
                  <a:pt x="647288" y="79948"/>
                  <a:pt x="649959" y="88563"/>
                  <a:pt x="655356" y="94809"/>
                </a:cubicBezTo>
                <a:cubicBezTo>
                  <a:pt x="660752" y="101054"/>
                  <a:pt x="667093" y="104176"/>
                  <a:pt x="674378" y="104176"/>
                </a:cubicBezTo>
                <a:cubicBezTo>
                  <a:pt x="679234" y="104176"/>
                  <a:pt x="683457" y="102840"/>
                  <a:pt x="687046" y="100169"/>
                </a:cubicBezTo>
                <a:cubicBezTo>
                  <a:pt x="690634" y="97498"/>
                  <a:pt x="693643" y="92925"/>
                  <a:pt x="696071" y="86449"/>
                </a:cubicBezTo>
                <a:lnTo>
                  <a:pt x="698580" y="88068"/>
                </a:lnTo>
                <a:cubicBezTo>
                  <a:pt x="697447" y="95461"/>
                  <a:pt x="694155" y="102193"/>
                  <a:pt x="688705" y="108264"/>
                </a:cubicBezTo>
                <a:cubicBezTo>
                  <a:pt x="683255" y="114335"/>
                  <a:pt x="676428" y="117370"/>
                  <a:pt x="668226" y="117370"/>
                </a:cubicBezTo>
                <a:cubicBezTo>
                  <a:pt x="659322" y="117370"/>
                  <a:pt x="651700" y="113910"/>
                  <a:pt x="645359" y="106991"/>
                </a:cubicBezTo>
                <a:cubicBezTo>
                  <a:pt x="639018" y="100071"/>
                  <a:pt x="635848" y="90767"/>
                  <a:pt x="635848" y="79081"/>
                </a:cubicBezTo>
                <a:cubicBezTo>
                  <a:pt x="635848" y="66426"/>
                  <a:pt x="639099" y="56559"/>
                  <a:pt x="645602" y="49478"/>
                </a:cubicBezTo>
                <a:cubicBezTo>
                  <a:pt x="652104" y="42395"/>
                  <a:pt x="660266" y="38854"/>
                  <a:pt x="670088" y="38854"/>
                </a:cubicBezTo>
                <a:cubicBezTo>
                  <a:pt x="678398" y="38854"/>
                  <a:pt x="685224" y="41585"/>
                  <a:pt x="690567" y="47049"/>
                </a:cubicBezTo>
                <a:cubicBezTo>
                  <a:pt x="695909" y="52511"/>
                  <a:pt x="698580" y="59817"/>
                  <a:pt x="698580" y="68965"/>
                </a:cubicBezTo>
                <a:lnTo>
                  <a:pt x="647342" y="68965"/>
                </a:lnTo>
                <a:moveTo>
                  <a:pt x="647342" y="64270"/>
                </a:moveTo>
                <a:lnTo>
                  <a:pt x="681663" y="64270"/>
                </a:lnTo>
                <a:cubicBezTo>
                  <a:pt x="681393" y="59521"/>
                  <a:pt x="680826" y="56176"/>
                  <a:pt x="679963" y="54233"/>
                </a:cubicBezTo>
                <a:cubicBezTo>
                  <a:pt x="678614" y="51211"/>
                  <a:pt x="676604" y="48837"/>
                  <a:pt x="673933" y="47110"/>
                </a:cubicBezTo>
                <a:cubicBezTo>
                  <a:pt x="671261" y="45383"/>
                  <a:pt x="668469" y="44520"/>
                  <a:pt x="665555" y="44520"/>
                </a:cubicBezTo>
                <a:cubicBezTo>
                  <a:pt x="661076" y="44520"/>
                  <a:pt x="657069" y="46260"/>
                  <a:pt x="653534" y="49741"/>
                </a:cubicBezTo>
                <a:cubicBezTo>
                  <a:pt x="650000" y="53221"/>
                  <a:pt x="647936" y="58064"/>
                  <a:pt x="647342" y="64270"/>
                </a:cubicBezTo>
                <a:close/>
                <a:moveTo>
                  <a:pt x="730092" y="54557"/>
                </a:moveTo>
                <a:cubicBezTo>
                  <a:pt x="738781" y="44088"/>
                  <a:pt x="747064" y="38854"/>
                  <a:pt x="754942" y="38854"/>
                </a:cubicBezTo>
                <a:cubicBezTo>
                  <a:pt x="758990" y="38854"/>
                  <a:pt x="762470" y="39864"/>
                  <a:pt x="765384" y="41884"/>
                </a:cubicBezTo>
                <a:cubicBezTo>
                  <a:pt x="768298" y="43902"/>
                  <a:pt x="770619" y="47227"/>
                  <a:pt x="772346" y="51858"/>
                </a:cubicBezTo>
                <a:cubicBezTo>
                  <a:pt x="773533" y="55087"/>
                  <a:pt x="774126" y="60041"/>
                  <a:pt x="774126" y="66719"/>
                </a:cubicBezTo>
                <a:lnTo>
                  <a:pt x="774126" y="98297"/>
                </a:lnTo>
                <a:cubicBezTo>
                  <a:pt x="774126" y="102982"/>
                  <a:pt x="774504" y="106159"/>
                  <a:pt x="775260" y="107829"/>
                </a:cubicBezTo>
                <a:cubicBezTo>
                  <a:pt x="775853" y="109174"/>
                  <a:pt x="776811" y="110224"/>
                  <a:pt x="778133" y="110978"/>
                </a:cubicBezTo>
                <a:cubicBezTo>
                  <a:pt x="779455" y="111732"/>
                  <a:pt x="781897" y="112109"/>
                  <a:pt x="785459" y="112109"/>
                </a:cubicBezTo>
                <a:lnTo>
                  <a:pt x="785459" y="115104"/>
                </a:lnTo>
                <a:lnTo>
                  <a:pt x="748791" y="115104"/>
                </a:lnTo>
                <a:lnTo>
                  <a:pt x="748791" y="112109"/>
                </a:lnTo>
                <a:lnTo>
                  <a:pt x="750329" y="112109"/>
                </a:lnTo>
                <a:cubicBezTo>
                  <a:pt x="753782" y="112109"/>
                  <a:pt x="756197" y="111585"/>
                  <a:pt x="757573" y="110538"/>
                </a:cubicBezTo>
                <a:cubicBezTo>
                  <a:pt x="758949" y="109491"/>
                  <a:pt x="759907" y="107948"/>
                  <a:pt x="760447" y="105909"/>
                </a:cubicBezTo>
                <a:cubicBezTo>
                  <a:pt x="760663" y="105103"/>
                  <a:pt x="760771" y="102579"/>
                  <a:pt x="760771" y="98338"/>
                </a:cubicBezTo>
                <a:lnTo>
                  <a:pt x="760771" y="68138"/>
                </a:lnTo>
                <a:cubicBezTo>
                  <a:pt x="760771" y="61428"/>
                  <a:pt x="759894" y="56556"/>
                  <a:pt x="758140" y="53522"/>
                </a:cubicBezTo>
                <a:cubicBezTo>
                  <a:pt x="756386" y="50488"/>
                  <a:pt x="753432" y="48972"/>
                  <a:pt x="749276" y="48972"/>
                </a:cubicBezTo>
                <a:cubicBezTo>
                  <a:pt x="742855" y="48972"/>
                  <a:pt x="736460" y="52462"/>
                  <a:pt x="730092" y="59441"/>
                </a:cubicBezTo>
                <a:lnTo>
                  <a:pt x="730092" y="98338"/>
                </a:lnTo>
                <a:cubicBezTo>
                  <a:pt x="730092" y="103331"/>
                  <a:pt x="730389" y="106418"/>
                  <a:pt x="730983" y="107598"/>
                </a:cubicBezTo>
                <a:cubicBezTo>
                  <a:pt x="731738" y="109155"/>
                  <a:pt x="732777" y="110296"/>
                  <a:pt x="734099" y="111021"/>
                </a:cubicBezTo>
                <a:cubicBezTo>
                  <a:pt x="735421" y="111746"/>
                  <a:pt x="738106" y="112109"/>
                  <a:pt x="742153" y="112109"/>
                </a:cubicBezTo>
                <a:lnTo>
                  <a:pt x="742153" y="115104"/>
                </a:lnTo>
                <a:lnTo>
                  <a:pt x="705485" y="115104"/>
                </a:lnTo>
                <a:lnTo>
                  <a:pt x="705485" y="112109"/>
                </a:lnTo>
                <a:lnTo>
                  <a:pt x="707104" y="112109"/>
                </a:lnTo>
                <a:cubicBezTo>
                  <a:pt x="710882" y="112109"/>
                  <a:pt x="713431" y="111153"/>
                  <a:pt x="714753" y="109243"/>
                </a:cubicBezTo>
                <a:cubicBezTo>
                  <a:pt x="716075" y="107330"/>
                  <a:pt x="716737" y="103682"/>
                  <a:pt x="716737" y="98297"/>
                </a:cubicBezTo>
                <a:lnTo>
                  <a:pt x="716737" y="70837"/>
                </a:lnTo>
                <a:cubicBezTo>
                  <a:pt x="716737" y="61953"/>
                  <a:pt x="716534" y="56542"/>
                  <a:pt x="716129" y="54605"/>
                </a:cubicBezTo>
                <a:cubicBezTo>
                  <a:pt x="715725" y="52666"/>
                  <a:pt x="715104" y="51346"/>
                  <a:pt x="714268" y="50646"/>
                </a:cubicBezTo>
                <a:cubicBezTo>
                  <a:pt x="713431" y="49946"/>
                  <a:pt x="712312" y="49596"/>
                  <a:pt x="710909" y="49596"/>
                </a:cubicBezTo>
                <a:cubicBezTo>
                  <a:pt x="709398" y="49596"/>
                  <a:pt x="707590" y="50000"/>
                  <a:pt x="705485" y="50808"/>
                </a:cubicBezTo>
                <a:lnTo>
                  <a:pt x="704271" y="47899"/>
                </a:lnTo>
                <a:lnTo>
                  <a:pt x="726612" y="38854"/>
                </a:lnTo>
                <a:lnTo>
                  <a:pt x="730092" y="38854"/>
                </a:lnTo>
                <a:lnTo>
                  <a:pt x="730092" y="54557"/>
                </a:lnTo>
                <a:close/>
                <a:moveTo>
                  <a:pt x="812899" y="16513"/>
                </a:moveTo>
                <a:lnTo>
                  <a:pt x="812899" y="40958"/>
                </a:lnTo>
                <a:lnTo>
                  <a:pt x="830221" y="40958"/>
                </a:lnTo>
                <a:lnTo>
                  <a:pt x="830221" y="46624"/>
                </a:lnTo>
                <a:lnTo>
                  <a:pt x="812899" y="46624"/>
                </a:lnTo>
                <a:lnTo>
                  <a:pt x="812899" y="94640"/>
                </a:lnTo>
                <a:cubicBezTo>
                  <a:pt x="812899" y="99437"/>
                  <a:pt x="813587" y="102672"/>
                  <a:pt x="814963" y="104343"/>
                </a:cubicBezTo>
                <a:cubicBezTo>
                  <a:pt x="816339" y="106012"/>
                  <a:pt x="818106" y="106847"/>
                  <a:pt x="820265" y="106847"/>
                </a:cubicBezTo>
                <a:cubicBezTo>
                  <a:pt x="822046" y="106847"/>
                  <a:pt x="823773" y="106294"/>
                  <a:pt x="825445" y="105188"/>
                </a:cubicBezTo>
                <a:cubicBezTo>
                  <a:pt x="827118" y="104082"/>
                  <a:pt x="828413" y="102449"/>
                  <a:pt x="829331" y="100291"/>
                </a:cubicBezTo>
                <a:lnTo>
                  <a:pt x="832488" y="100291"/>
                </a:lnTo>
                <a:cubicBezTo>
                  <a:pt x="830599" y="105594"/>
                  <a:pt x="827928" y="109605"/>
                  <a:pt x="824474" y="112324"/>
                </a:cubicBezTo>
                <a:cubicBezTo>
                  <a:pt x="821020" y="115040"/>
                  <a:pt x="817459" y="116399"/>
                  <a:pt x="813789" y="116399"/>
                </a:cubicBezTo>
                <a:cubicBezTo>
                  <a:pt x="811307" y="116399"/>
                  <a:pt x="808879" y="115710"/>
                  <a:pt x="806504" y="114332"/>
                </a:cubicBezTo>
                <a:cubicBezTo>
                  <a:pt x="804130" y="112954"/>
                  <a:pt x="802376" y="110983"/>
                  <a:pt x="801243" y="108418"/>
                </a:cubicBezTo>
                <a:cubicBezTo>
                  <a:pt x="800110" y="105851"/>
                  <a:pt x="799543" y="101894"/>
                  <a:pt x="799543" y="96544"/>
                </a:cubicBezTo>
                <a:lnTo>
                  <a:pt x="799543" y="46624"/>
                </a:lnTo>
                <a:lnTo>
                  <a:pt x="787806" y="46624"/>
                </a:lnTo>
                <a:lnTo>
                  <a:pt x="787806" y="43953"/>
                </a:lnTo>
                <a:cubicBezTo>
                  <a:pt x="790774" y="42762"/>
                  <a:pt x="793809" y="40746"/>
                  <a:pt x="796912" y="37905"/>
                </a:cubicBezTo>
                <a:cubicBezTo>
                  <a:pt x="800015" y="35063"/>
                  <a:pt x="802781" y="31694"/>
                  <a:pt x="805209" y="27797"/>
                </a:cubicBezTo>
                <a:cubicBezTo>
                  <a:pt x="806450" y="25741"/>
                  <a:pt x="808177" y="21980"/>
                  <a:pt x="810390" y="16513"/>
                </a:cubicBezTo>
                <a:lnTo>
                  <a:pt x="812899" y="16513"/>
                </a:lnTo>
                <a:close/>
                <a:moveTo>
                  <a:pt x="856314" y="0"/>
                </a:moveTo>
                <a:cubicBezTo>
                  <a:pt x="858581" y="0"/>
                  <a:pt x="860510" y="800"/>
                  <a:pt x="862102" y="2401"/>
                </a:cubicBezTo>
                <a:cubicBezTo>
                  <a:pt x="863694" y="3999"/>
                  <a:pt x="864490" y="5938"/>
                  <a:pt x="864490" y="8216"/>
                </a:cubicBezTo>
                <a:cubicBezTo>
                  <a:pt x="864490" y="10494"/>
                  <a:pt x="863694" y="12447"/>
                  <a:pt x="862102" y="14074"/>
                </a:cubicBezTo>
                <a:cubicBezTo>
                  <a:pt x="860510" y="15700"/>
                  <a:pt x="858581" y="16513"/>
                  <a:pt x="856314" y="16513"/>
                </a:cubicBezTo>
                <a:cubicBezTo>
                  <a:pt x="854048" y="16513"/>
                  <a:pt x="852105" y="15700"/>
                  <a:pt x="850486" y="14074"/>
                </a:cubicBezTo>
                <a:cubicBezTo>
                  <a:pt x="848867" y="12447"/>
                  <a:pt x="848058" y="10494"/>
                  <a:pt x="848058" y="8216"/>
                </a:cubicBezTo>
                <a:cubicBezTo>
                  <a:pt x="848058" y="5938"/>
                  <a:pt x="848854" y="3999"/>
                  <a:pt x="850446" y="2401"/>
                </a:cubicBezTo>
                <a:cubicBezTo>
                  <a:pt x="852038" y="800"/>
                  <a:pt x="853994" y="0"/>
                  <a:pt x="856314" y="0"/>
                </a:cubicBezTo>
                <a:moveTo>
                  <a:pt x="863033" y="38854"/>
                </a:moveTo>
                <a:lnTo>
                  <a:pt x="863033" y="98297"/>
                </a:lnTo>
                <a:cubicBezTo>
                  <a:pt x="863033" y="102928"/>
                  <a:pt x="863370" y="106011"/>
                  <a:pt x="864044" y="107545"/>
                </a:cubicBezTo>
                <a:cubicBezTo>
                  <a:pt x="864719" y="109080"/>
                  <a:pt x="865717" y="110224"/>
                  <a:pt x="867039" y="110978"/>
                </a:cubicBezTo>
                <a:cubicBezTo>
                  <a:pt x="868361" y="111732"/>
                  <a:pt x="870776" y="112109"/>
                  <a:pt x="874284" y="112109"/>
                </a:cubicBezTo>
                <a:lnTo>
                  <a:pt x="874284" y="115104"/>
                </a:lnTo>
                <a:lnTo>
                  <a:pt x="838263" y="115104"/>
                </a:lnTo>
                <a:lnTo>
                  <a:pt x="838263" y="112109"/>
                </a:lnTo>
                <a:cubicBezTo>
                  <a:pt x="841879" y="112109"/>
                  <a:pt x="844307" y="111759"/>
                  <a:pt x="845548" y="111059"/>
                </a:cubicBezTo>
                <a:cubicBezTo>
                  <a:pt x="846790" y="110359"/>
                  <a:pt x="847774" y="109201"/>
                  <a:pt x="848503" y="107586"/>
                </a:cubicBezTo>
                <a:cubicBezTo>
                  <a:pt x="849231" y="105970"/>
                  <a:pt x="849596" y="102874"/>
                  <a:pt x="849596" y="98297"/>
                </a:cubicBezTo>
                <a:lnTo>
                  <a:pt x="849596" y="69787"/>
                </a:lnTo>
                <a:cubicBezTo>
                  <a:pt x="849596" y="61763"/>
                  <a:pt x="849353" y="56568"/>
                  <a:pt x="848867" y="54200"/>
                </a:cubicBezTo>
                <a:cubicBezTo>
                  <a:pt x="848489" y="52477"/>
                  <a:pt x="847896" y="51279"/>
                  <a:pt x="847086" y="50606"/>
                </a:cubicBezTo>
                <a:cubicBezTo>
                  <a:pt x="846277" y="49933"/>
                  <a:pt x="845171" y="49596"/>
                  <a:pt x="843768" y="49596"/>
                </a:cubicBezTo>
                <a:cubicBezTo>
                  <a:pt x="842257" y="49596"/>
                  <a:pt x="840422" y="50000"/>
                  <a:pt x="838263" y="50808"/>
                </a:cubicBezTo>
                <a:lnTo>
                  <a:pt x="837130" y="47899"/>
                </a:lnTo>
                <a:lnTo>
                  <a:pt x="859471" y="38854"/>
                </a:lnTo>
                <a:lnTo>
                  <a:pt x="863033" y="38854"/>
                </a:lnTo>
                <a:close/>
                <a:moveTo>
                  <a:pt x="912518" y="46624"/>
                </a:moveTo>
                <a:lnTo>
                  <a:pt x="912518" y="95414"/>
                </a:lnTo>
                <a:cubicBezTo>
                  <a:pt x="912518" y="102329"/>
                  <a:pt x="913273" y="106706"/>
                  <a:pt x="914784" y="108542"/>
                </a:cubicBezTo>
                <a:cubicBezTo>
                  <a:pt x="916781" y="110920"/>
                  <a:pt x="919452" y="112109"/>
                  <a:pt x="922798" y="112109"/>
                </a:cubicBezTo>
                <a:lnTo>
                  <a:pt x="929516" y="112109"/>
                </a:lnTo>
                <a:lnTo>
                  <a:pt x="929516" y="115104"/>
                </a:lnTo>
                <a:lnTo>
                  <a:pt x="885240" y="115104"/>
                </a:lnTo>
                <a:lnTo>
                  <a:pt x="885240" y="112109"/>
                </a:lnTo>
                <a:lnTo>
                  <a:pt x="888558" y="112109"/>
                </a:lnTo>
                <a:cubicBezTo>
                  <a:pt x="890717" y="112109"/>
                  <a:pt x="892687" y="111568"/>
                  <a:pt x="894467" y="110487"/>
                </a:cubicBezTo>
                <a:cubicBezTo>
                  <a:pt x="896248" y="109406"/>
                  <a:pt x="897476" y="107948"/>
                  <a:pt x="898150" y="106111"/>
                </a:cubicBezTo>
                <a:cubicBezTo>
                  <a:pt x="898825" y="104275"/>
                  <a:pt x="899162" y="100709"/>
                  <a:pt x="899162" y="95414"/>
                </a:cubicBezTo>
                <a:lnTo>
                  <a:pt x="899162" y="46624"/>
                </a:lnTo>
                <a:lnTo>
                  <a:pt x="884754" y="46624"/>
                </a:lnTo>
                <a:lnTo>
                  <a:pt x="884754" y="40958"/>
                </a:lnTo>
                <a:lnTo>
                  <a:pt x="899162" y="40958"/>
                </a:lnTo>
                <a:lnTo>
                  <a:pt x="899162" y="36081"/>
                </a:lnTo>
                <a:cubicBezTo>
                  <a:pt x="899162" y="28660"/>
                  <a:pt x="900349" y="22375"/>
                  <a:pt x="902724" y="17229"/>
                </a:cubicBezTo>
                <a:cubicBezTo>
                  <a:pt x="905098" y="12082"/>
                  <a:pt x="908727" y="7924"/>
                  <a:pt x="913611" y="4756"/>
                </a:cubicBezTo>
                <a:cubicBezTo>
                  <a:pt x="918494" y="1585"/>
                  <a:pt x="923985" y="0"/>
                  <a:pt x="930083" y="0"/>
                </a:cubicBezTo>
                <a:cubicBezTo>
                  <a:pt x="935749" y="0"/>
                  <a:pt x="940957" y="1835"/>
                  <a:pt x="945705" y="5504"/>
                </a:cubicBezTo>
                <a:cubicBezTo>
                  <a:pt x="948835" y="7933"/>
                  <a:pt x="950400" y="10658"/>
                  <a:pt x="950400" y="13680"/>
                </a:cubicBezTo>
                <a:cubicBezTo>
                  <a:pt x="950400" y="15299"/>
                  <a:pt x="949699" y="16823"/>
                  <a:pt x="948296" y="18253"/>
                </a:cubicBezTo>
                <a:cubicBezTo>
                  <a:pt x="946893" y="19683"/>
                  <a:pt x="945382" y="20398"/>
                  <a:pt x="943763" y="20398"/>
                </a:cubicBezTo>
                <a:cubicBezTo>
                  <a:pt x="942522" y="20398"/>
                  <a:pt x="941213" y="19948"/>
                  <a:pt x="939837" y="19047"/>
                </a:cubicBezTo>
                <a:cubicBezTo>
                  <a:pt x="938461" y="18147"/>
                  <a:pt x="936774" y="16210"/>
                  <a:pt x="934778" y="13237"/>
                </a:cubicBezTo>
                <a:cubicBezTo>
                  <a:pt x="932781" y="10264"/>
                  <a:pt x="930946" y="8259"/>
                  <a:pt x="929274" y="7222"/>
                </a:cubicBezTo>
                <a:cubicBezTo>
                  <a:pt x="927601" y="6185"/>
                  <a:pt x="925739" y="5666"/>
                  <a:pt x="923688" y="5666"/>
                </a:cubicBezTo>
                <a:cubicBezTo>
                  <a:pt x="921206" y="5666"/>
                  <a:pt x="919102" y="6334"/>
                  <a:pt x="917375" y="7670"/>
                </a:cubicBezTo>
                <a:cubicBezTo>
                  <a:pt x="915648" y="9003"/>
                  <a:pt x="914407" y="11073"/>
                  <a:pt x="913651" y="13877"/>
                </a:cubicBezTo>
                <a:cubicBezTo>
                  <a:pt x="912896" y="16681"/>
                  <a:pt x="912518" y="23911"/>
                  <a:pt x="912518" y="35565"/>
                </a:cubicBezTo>
                <a:lnTo>
                  <a:pt x="912518" y="40958"/>
                </a:lnTo>
                <a:lnTo>
                  <a:pt x="931621" y="40958"/>
                </a:lnTo>
                <a:lnTo>
                  <a:pt x="931621" y="46624"/>
                </a:lnTo>
                <a:lnTo>
                  <a:pt x="912518" y="466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yCorrectPredicate">
            <a:extLst xmlns:a="http://schemas.openxmlformats.org/drawingml/2006/main">
              <a:ext uri="{FF2B5EF4-FFF2-40B4-BE49-F238E27FC236}">
                <a16:creationId xmlns:a16="http://schemas.microsoft.com/office/drawing/2014/main" id="{CE628FE0-7B2A-46CF-B17E-3C7EF226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741" y="140222"/>
            <a:ext cx="1274092" cy="150881"/>
          </a:xfrm>
          <a:custGeom xmlns:a="http://schemas.openxmlformats.org/drawingml/2006/main">
            <a:pathLst>
              <a:path w="1274092" h="150881">
                <a:moveTo>
                  <a:pt x="0" y="40958"/>
                </a:moveTo>
                <a:lnTo>
                  <a:pt x="34563" y="40958"/>
                </a:lnTo>
                <a:lnTo>
                  <a:pt x="34563" y="43953"/>
                </a:lnTo>
                <a:lnTo>
                  <a:pt x="32864" y="43953"/>
                </a:lnTo>
                <a:cubicBezTo>
                  <a:pt x="30435" y="43953"/>
                  <a:pt x="28614" y="44479"/>
                  <a:pt x="27400" y="45531"/>
                </a:cubicBezTo>
                <a:cubicBezTo>
                  <a:pt x="26186" y="46584"/>
                  <a:pt x="25579" y="47892"/>
                  <a:pt x="25579" y="49457"/>
                </a:cubicBezTo>
                <a:cubicBezTo>
                  <a:pt x="25579" y="51562"/>
                  <a:pt x="26469" y="54476"/>
                  <a:pt x="28250" y="58199"/>
                </a:cubicBezTo>
                <a:lnTo>
                  <a:pt x="46300" y="95596"/>
                </a:lnTo>
                <a:lnTo>
                  <a:pt x="62894" y="54638"/>
                </a:lnTo>
                <a:cubicBezTo>
                  <a:pt x="63812" y="52425"/>
                  <a:pt x="64270" y="50240"/>
                  <a:pt x="64270" y="48081"/>
                </a:cubicBezTo>
                <a:cubicBezTo>
                  <a:pt x="64270" y="47110"/>
                  <a:pt x="64081" y="46381"/>
                  <a:pt x="63704" y="45896"/>
                </a:cubicBezTo>
                <a:cubicBezTo>
                  <a:pt x="63272" y="45302"/>
                  <a:pt x="62597" y="44830"/>
                  <a:pt x="61680" y="44479"/>
                </a:cubicBezTo>
                <a:cubicBezTo>
                  <a:pt x="60763" y="44128"/>
                  <a:pt x="59144" y="43953"/>
                  <a:pt x="56823" y="43953"/>
                </a:cubicBezTo>
                <a:lnTo>
                  <a:pt x="56823" y="40958"/>
                </a:lnTo>
                <a:lnTo>
                  <a:pt x="80945" y="40958"/>
                </a:lnTo>
                <a:lnTo>
                  <a:pt x="80945" y="43953"/>
                </a:lnTo>
                <a:cubicBezTo>
                  <a:pt x="78948" y="44169"/>
                  <a:pt x="77410" y="44601"/>
                  <a:pt x="76331" y="45248"/>
                </a:cubicBezTo>
                <a:cubicBezTo>
                  <a:pt x="75252" y="45896"/>
                  <a:pt x="74065" y="47110"/>
                  <a:pt x="72769" y="48891"/>
                </a:cubicBezTo>
                <a:cubicBezTo>
                  <a:pt x="72284" y="49646"/>
                  <a:pt x="71366" y="51724"/>
                  <a:pt x="70017" y="55123"/>
                </a:cubicBezTo>
                <a:lnTo>
                  <a:pt x="39825" y="129107"/>
                </a:lnTo>
                <a:cubicBezTo>
                  <a:pt x="36911" y="136284"/>
                  <a:pt x="33093" y="141707"/>
                  <a:pt x="28371" y="145377"/>
                </a:cubicBezTo>
                <a:cubicBezTo>
                  <a:pt x="23649" y="149046"/>
                  <a:pt x="19103" y="150881"/>
                  <a:pt x="14732" y="150881"/>
                </a:cubicBezTo>
                <a:cubicBezTo>
                  <a:pt x="11548" y="150881"/>
                  <a:pt x="8931" y="149975"/>
                  <a:pt x="6880" y="148162"/>
                </a:cubicBezTo>
                <a:cubicBezTo>
                  <a:pt x="4830" y="146349"/>
                  <a:pt x="3804" y="144270"/>
                  <a:pt x="3804" y="141924"/>
                </a:cubicBezTo>
                <a:cubicBezTo>
                  <a:pt x="3804" y="139685"/>
                  <a:pt x="4546" y="137879"/>
                  <a:pt x="6030" y="136506"/>
                </a:cubicBezTo>
                <a:cubicBezTo>
                  <a:pt x="7514" y="135135"/>
                  <a:pt x="9551" y="134449"/>
                  <a:pt x="12142" y="134449"/>
                </a:cubicBezTo>
                <a:cubicBezTo>
                  <a:pt x="13923" y="134449"/>
                  <a:pt x="16351" y="135043"/>
                  <a:pt x="19427" y="136230"/>
                </a:cubicBezTo>
                <a:cubicBezTo>
                  <a:pt x="21585" y="137040"/>
                  <a:pt x="22934" y="137444"/>
                  <a:pt x="23474" y="137444"/>
                </a:cubicBezTo>
                <a:cubicBezTo>
                  <a:pt x="25093" y="137444"/>
                  <a:pt x="26860" y="136602"/>
                  <a:pt x="28776" y="134917"/>
                </a:cubicBezTo>
                <a:cubicBezTo>
                  <a:pt x="30692" y="133234"/>
                  <a:pt x="32621" y="129976"/>
                  <a:pt x="34563" y="125143"/>
                </a:cubicBezTo>
                <a:lnTo>
                  <a:pt x="39825" y="112190"/>
                </a:lnTo>
                <a:lnTo>
                  <a:pt x="13194" y="56257"/>
                </a:lnTo>
                <a:cubicBezTo>
                  <a:pt x="12385" y="54584"/>
                  <a:pt x="11089" y="52506"/>
                  <a:pt x="9309" y="50024"/>
                </a:cubicBezTo>
                <a:cubicBezTo>
                  <a:pt x="7960" y="48135"/>
                  <a:pt x="6853" y="46867"/>
                  <a:pt x="5990" y="46219"/>
                </a:cubicBezTo>
                <a:cubicBezTo>
                  <a:pt x="4749" y="45356"/>
                  <a:pt x="2752" y="44601"/>
                  <a:pt x="0" y="43953"/>
                </a:cubicBezTo>
                <a:lnTo>
                  <a:pt x="0" y="40958"/>
                </a:lnTo>
                <a:close/>
                <a:moveTo>
                  <a:pt x="223166" y="2914"/>
                </a:moveTo>
                <a:lnTo>
                  <a:pt x="225675" y="40149"/>
                </a:lnTo>
                <a:lnTo>
                  <a:pt x="223166" y="40149"/>
                </a:lnTo>
                <a:cubicBezTo>
                  <a:pt x="219820" y="28950"/>
                  <a:pt x="215045" y="20889"/>
                  <a:pt x="208839" y="15966"/>
                </a:cubicBezTo>
                <a:cubicBezTo>
                  <a:pt x="202633" y="11042"/>
                  <a:pt x="195186" y="8580"/>
                  <a:pt x="186498" y="8580"/>
                </a:cubicBezTo>
                <a:cubicBezTo>
                  <a:pt x="179213" y="8580"/>
                  <a:pt x="172629" y="10430"/>
                  <a:pt x="166747" y="14130"/>
                </a:cubicBezTo>
                <a:cubicBezTo>
                  <a:pt x="160865" y="17828"/>
                  <a:pt x="156238" y="23728"/>
                  <a:pt x="152865" y="31829"/>
                </a:cubicBezTo>
                <a:cubicBezTo>
                  <a:pt x="149493" y="39930"/>
                  <a:pt x="147806" y="50003"/>
                  <a:pt x="147806" y="62047"/>
                </a:cubicBezTo>
                <a:cubicBezTo>
                  <a:pt x="147806" y="71983"/>
                  <a:pt x="149398" y="80597"/>
                  <a:pt x="152582" y="87888"/>
                </a:cubicBezTo>
                <a:cubicBezTo>
                  <a:pt x="155766" y="95178"/>
                  <a:pt x="160555" y="100768"/>
                  <a:pt x="166950" y="104657"/>
                </a:cubicBezTo>
                <a:cubicBezTo>
                  <a:pt x="173344" y="108545"/>
                  <a:pt x="180643" y="110490"/>
                  <a:pt x="188845" y="110490"/>
                </a:cubicBezTo>
                <a:cubicBezTo>
                  <a:pt x="195969" y="110490"/>
                  <a:pt x="202255" y="108965"/>
                  <a:pt x="207706" y="105916"/>
                </a:cubicBezTo>
                <a:cubicBezTo>
                  <a:pt x="213156" y="102867"/>
                  <a:pt x="219146" y="96810"/>
                  <a:pt x="225675" y="87744"/>
                </a:cubicBezTo>
                <a:lnTo>
                  <a:pt x="228185" y="89358"/>
                </a:lnTo>
                <a:cubicBezTo>
                  <a:pt x="222680" y="99100"/>
                  <a:pt x="216259" y="106232"/>
                  <a:pt x="208920" y="110753"/>
                </a:cubicBezTo>
                <a:cubicBezTo>
                  <a:pt x="201581" y="115272"/>
                  <a:pt x="192866" y="117532"/>
                  <a:pt x="182775" y="117532"/>
                </a:cubicBezTo>
                <a:cubicBezTo>
                  <a:pt x="164589" y="117532"/>
                  <a:pt x="150505" y="110796"/>
                  <a:pt x="140521" y="97324"/>
                </a:cubicBezTo>
                <a:cubicBezTo>
                  <a:pt x="133074" y="87302"/>
                  <a:pt x="129351" y="75500"/>
                  <a:pt x="129351" y="61920"/>
                </a:cubicBezTo>
                <a:cubicBezTo>
                  <a:pt x="129351" y="50981"/>
                  <a:pt x="131806" y="40931"/>
                  <a:pt x="136717" y="31771"/>
                </a:cubicBezTo>
                <a:cubicBezTo>
                  <a:pt x="141628" y="22611"/>
                  <a:pt x="148386" y="15511"/>
                  <a:pt x="156994" y="10472"/>
                </a:cubicBezTo>
                <a:cubicBezTo>
                  <a:pt x="165601" y="5433"/>
                  <a:pt x="175004" y="2914"/>
                  <a:pt x="185203" y="2914"/>
                </a:cubicBezTo>
                <a:cubicBezTo>
                  <a:pt x="193136" y="2914"/>
                  <a:pt x="200960" y="4857"/>
                  <a:pt x="208677" y="8742"/>
                </a:cubicBezTo>
                <a:cubicBezTo>
                  <a:pt x="210943" y="9929"/>
                  <a:pt x="212562" y="10523"/>
                  <a:pt x="213534" y="10523"/>
                </a:cubicBezTo>
                <a:cubicBezTo>
                  <a:pt x="214991" y="10523"/>
                  <a:pt x="216259" y="10010"/>
                  <a:pt x="217338" y="8985"/>
                </a:cubicBezTo>
                <a:cubicBezTo>
                  <a:pt x="218741" y="7528"/>
                  <a:pt x="219739" y="5504"/>
                  <a:pt x="220333" y="2914"/>
                </a:cubicBezTo>
                <a:lnTo>
                  <a:pt x="223166" y="2914"/>
                </a:lnTo>
                <a:close/>
                <a:moveTo>
                  <a:pt x="275376" y="38854"/>
                </a:moveTo>
                <a:cubicBezTo>
                  <a:pt x="286600" y="38854"/>
                  <a:pt x="295612" y="43112"/>
                  <a:pt x="302412" y="51630"/>
                </a:cubicBezTo>
                <a:cubicBezTo>
                  <a:pt x="308186" y="58907"/>
                  <a:pt x="311073" y="67263"/>
                  <a:pt x="311073" y="76698"/>
                </a:cubicBezTo>
                <a:cubicBezTo>
                  <a:pt x="311073" y="83328"/>
                  <a:pt x="309481" y="90040"/>
                  <a:pt x="306297" y="96833"/>
                </a:cubicBezTo>
                <a:cubicBezTo>
                  <a:pt x="303113" y="103624"/>
                  <a:pt x="298729" y="108744"/>
                  <a:pt x="293143" y="112195"/>
                </a:cubicBezTo>
                <a:cubicBezTo>
                  <a:pt x="287558" y="115645"/>
                  <a:pt x="281339" y="117370"/>
                  <a:pt x="274486" y="117370"/>
                </a:cubicBezTo>
                <a:cubicBezTo>
                  <a:pt x="263315" y="117370"/>
                  <a:pt x="254438" y="112922"/>
                  <a:pt x="247855" y="104027"/>
                </a:cubicBezTo>
                <a:cubicBezTo>
                  <a:pt x="242297" y="96534"/>
                  <a:pt x="239518" y="88125"/>
                  <a:pt x="239518" y="78800"/>
                </a:cubicBezTo>
                <a:cubicBezTo>
                  <a:pt x="239518" y="72007"/>
                  <a:pt x="241204" y="65255"/>
                  <a:pt x="244577" y="58543"/>
                </a:cubicBezTo>
                <a:cubicBezTo>
                  <a:pt x="247949" y="51832"/>
                  <a:pt x="252388" y="46872"/>
                  <a:pt x="257892" y="43665"/>
                </a:cubicBezTo>
                <a:cubicBezTo>
                  <a:pt x="263396" y="40457"/>
                  <a:pt x="269224" y="38854"/>
                  <a:pt x="275376" y="38854"/>
                </a:cubicBezTo>
                <a:moveTo>
                  <a:pt x="272867" y="44196"/>
                </a:moveTo>
                <a:cubicBezTo>
                  <a:pt x="270007" y="44196"/>
                  <a:pt x="267133" y="45045"/>
                  <a:pt x="264246" y="46743"/>
                </a:cubicBezTo>
                <a:cubicBezTo>
                  <a:pt x="261359" y="48441"/>
                  <a:pt x="259025" y="51419"/>
                  <a:pt x="257244" y="55677"/>
                </a:cubicBezTo>
                <a:cubicBezTo>
                  <a:pt x="255464" y="59935"/>
                  <a:pt x="254573" y="65406"/>
                  <a:pt x="254573" y="72089"/>
                </a:cubicBezTo>
                <a:cubicBezTo>
                  <a:pt x="254573" y="82868"/>
                  <a:pt x="256718" y="92166"/>
                  <a:pt x="261008" y="99982"/>
                </a:cubicBezTo>
                <a:cubicBezTo>
                  <a:pt x="265298" y="107797"/>
                  <a:pt x="270951" y="111704"/>
                  <a:pt x="277966" y="111704"/>
                </a:cubicBezTo>
                <a:cubicBezTo>
                  <a:pt x="283201" y="111704"/>
                  <a:pt x="287518" y="109548"/>
                  <a:pt x="290917" y="105236"/>
                </a:cubicBezTo>
                <a:cubicBezTo>
                  <a:pt x="294317" y="100924"/>
                  <a:pt x="296017" y="93513"/>
                  <a:pt x="296017" y="83004"/>
                </a:cubicBezTo>
                <a:cubicBezTo>
                  <a:pt x="296017" y="69852"/>
                  <a:pt x="293184" y="59503"/>
                  <a:pt x="287518" y="51956"/>
                </a:cubicBezTo>
                <a:cubicBezTo>
                  <a:pt x="283686" y="46783"/>
                  <a:pt x="278803" y="44196"/>
                  <a:pt x="272867" y="44196"/>
                </a:cubicBezTo>
                <a:close/>
                <a:moveTo>
                  <a:pt x="343693" y="38854"/>
                </a:moveTo>
                <a:lnTo>
                  <a:pt x="343693" y="55528"/>
                </a:lnTo>
                <a:cubicBezTo>
                  <a:pt x="349899" y="44412"/>
                  <a:pt x="356267" y="38854"/>
                  <a:pt x="362796" y="38854"/>
                </a:cubicBezTo>
                <a:cubicBezTo>
                  <a:pt x="365764" y="38854"/>
                  <a:pt x="368220" y="39757"/>
                  <a:pt x="370162" y="41565"/>
                </a:cubicBezTo>
                <a:cubicBezTo>
                  <a:pt x="372105" y="43373"/>
                  <a:pt x="373076" y="45464"/>
                  <a:pt x="373076" y="47838"/>
                </a:cubicBezTo>
                <a:cubicBezTo>
                  <a:pt x="373076" y="49943"/>
                  <a:pt x="372375" y="51724"/>
                  <a:pt x="370972" y="53181"/>
                </a:cubicBezTo>
                <a:cubicBezTo>
                  <a:pt x="369569" y="54638"/>
                  <a:pt x="367896" y="55366"/>
                  <a:pt x="365953" y="55366"/>
                </a:cubicBezTo>
                <a:cubicBezTo>
                  <a:pt x="364065" y="55366"/>
                  <a:pt x="361947" y="54435"/>
                  <a:pt x="359599" y="52574"/>
                </a:cubicBezTo>
                <a:cubicBezTo>
                  <a:pt x="357252" y="50712"/>
                  <a:pt x="355511" y="49781"/>
                  <a:pt x="354378" y="49781"/>
                </a:cubicBezTo>
                <a:cubicBezTo>
                  <a:pt x="353407" y="49781"/>
                  <a:pt x="352355" y="50319"/>
                  <a:pt x="351221" y="51395"/>
                </a:cubicBezTo>
                <a:cubicBezTo>
                  <a:pt x="348793" y="53602"/>
                  <a:pt x="346284" y="57236"/>
                  <a:pt x="343693" y="62295"/>
                </a:cubicBezTo>
                <a:lnTo>
                  <a:pt x="343693" y="97738"/>
                </a:lnTo>
                <a:cubicBezTo>
                  <a:pt x="343693" y="101828"/>
                  <a:pt x="344206" y="104922"/>
                  <a:pt x="345231" y="107022"/>
                </a:cubicBezTo>
                <a:cubicBezTo>
                  <a:pt x="345933" y="108475"/>
                  <a:pt x="347174" y="109687"/>
                  <a:pt x="348955" y="110657"/>
                </a:cubicBezTo>
                <a:cubicBezTo>
                  <a:pt x="350736" y="111625"/>
                  <a:pt x="353299" y="112109"/>
                  <a:pt x="356645" y="112109"/>
                </a:cubicBezTo>
                <a:lnTo>
                  <a:pt x="356645" y="115104"/>
                </a:lnTo>
                <a:lnTo>
                  <a:pt x="318682" y="115104"/>
                </a:lnTo>
                <a:lnTo>
                  <a:pt x="318682" y="112109"/>
                </a:lnTo>
                <a:cubicBezTo>
                  <a:pt x="322459" y="112109"/>
                  <a:pt x="325265" y="111517"/>
                  <a:pt x="327100" y="110333"/>
                </a:cubicBezTo>
                <a:cubicBezTo>
                  <a:pt x="328449" y="109471"/>
                  <a:pt x="329393" y="108098"/>
                  <a:pt x="329933" y="106212"/>
                </a:cubicBezTo>
                <a:cubicBezTo>
                  <a:pt x="330203" y="105297"/>
                  <a:pt x="330338" y="102685"/>
                  <a:pt x="330338" y="98378"/>
                </a:cubicBezTo>
                <a:lnTo>
                  <a:pt x="330338" y="69706"/>
                </a:lnTo>
                <a:cubicBezTo>
                  <a:pt x="330338" y="61091"/>
                  <a:pt x="330162" y="55962"/>
                  <a:pt x="329811" y="54322"/>
                </a:cubicBezTo>
                <a:cubicBezTo>
                  <a:pt x="329461" y="52679"/>
                  <a:pt x="328813" y="51481"/>
                  <a:pt x="327869" y="50727"/>
                </a:cubicBezTo>
                <a:cubicBezTo>
                  <a:pt x="326924" y="49973"/>
                  <a:pt x="325751" y="49596"/>
                  <a:pt x="324348" y="49596"/>
                </a:cubicBezTo>
                <a:cubicBezTo>
                  <a:pt x="322675" y="49596"/>
                  <a:pt x="320786" y="50000"/>
                  <a:pt x="318682" y="50808"/>
                </a:cubicBezTo>
                <a:lnTo>
                  <a:pt x="317872" y="47899"/>
                </a:lnTo>
                <a:lnTo>
                  <a:pt x="340294" y="38854"/>
                </a:lnTo>
                <a:lnTo>
                  <a:pt x="343693" y="38854"/>
                </a:lnTo>
                <a:close/>
                <a:moveTo>
                  <a:pt x="398897" y="38854"/>
                </a:moveTo>
                <a:lnTo>
                  <a:pt x="398897" y="55528"/>
                </a:lnTo>
                <a:cubicBezTo>
                  <a:pt x="405103" y="44412"/>
                  <a:pt x="411470" y="38854"/>
                  <a:pt x="418000" y="38854"/>
                </a:cubicBezTo>
                <a:cubicBezTo>
                  <a:pt x="420968" y="38854"/>
                  <a:pt x="423423" y="39757"/>
                  <a:pt x="425366" y="41565"/>
                </a:cubicBezTo>
                <a:cubicBezTo>
                  <a:pt x="427309" y="43373"/>
                  <a:pt x="428280" y="45464"/>
                  <a:pt x="428280" y="47838"/>
                </a:cubicBezTo>
                <a:cubicBezTo>
                  <a:pt x="428280" y="49943"/>
                  <a:pt x="427578" y="51724"/>
                  <a:pt x="426175" y="53181"/>
                </a:cubicBezTo>
                <a:cubicBezTo>
                  <a:pt x="424772" y="54638"/>
                  <a:pt x="423099" y="55366"/>
                  <a:pt x="421157" y="55366"/>
                </a:cubicBezTo>
                <a:cubicBezTo>
                  <a:pt x="419268" y="55366"/>
                  <a:pt x="417150" y="54435"/>
                  <a:pt x="414803" y="52574"/>
                </a:cubicBezTo>
                <a:cubicBezTo>
                  <a:pt x="412455" y="50712"/>
                  <a:pt x="410715" y="49781"/>
                  <a:pt x="409582" y="49781"/>
                </a:cubicBezTo>
                <a:cubicBezTo>
                  <a:pt x="408610" y="49781"/>
                  <a:pt x="407558" y="50319"/>
                  <a:pt x="406425" y="51395"/>
                </a:cubicBezTo>
                <a:cubicBezTo>
                  <a:pt x="403996" y="53602"/>
                  <a:pt x="401487" y="57236"/>
                  <a:pt x="398897" y="62295"/>
                </a:cubicBezTo>
                <a:lnTo>
                  <a:pt x="398897" y="97738"/>
                </a:lnTo>
                <a:cubicBezTo>
                  <a:pt x="398897" y="101828"/>
                  <a:pt x="399410" y="104922"/>
                  <a:pt x="400435" y="107022"/>
                </a:cubicBezTo>
                <a:cubicBezTo>
                  <a:pt x="401136" y="108475"/>
                  <a:pt x="402378" y="109687"/>
                  <a:pt x="404158" y="110657"/>
                </a:cubicBezTo>
                <a:cubicBezTo>
                  <a:pt x="405939" y="111625"/>
                  <a:pt x="408502" y="112109"/>
                  <a:pt x="411848" y="112109"/>
                </a:cubicBezTo>
                <a:lnTo>
                  <a:pt x="411848" y="115104"/>
                </a:lnTo>
                <a:lnTo>
                  <a:pt x="373885" y="115104"/>
                </a:lnTo>
                <a:lnTo>
                  <a:pt x="373885" y="112109"/>
                </a:lnTo>
                <a:cubicBezTo>
                  <a:pt x="377662" y="112109"/>
                  <a:pt x="380469" y="111517"/>
                  <a:pt x="382303" y="110333"/>
                </a:cubicBezTo>
                <a:cubicBezTo>
                  <a:pt x="383652" y="109471"/>
                  <a:pt x="384597" y="108098"/>
                  <a:pt x="385136" y="106212"/>
                </a:cubicBezTo>
                <a:cubicBezTo>
                  <a:pt x="385406" y="105297"/>
                  <a:pt x="385541" y="102685"/>
                  <a:pt x="385541" y="98378"/>
                </a:cubicBezTo>
                <a:lnTo>
                  <a:pt x="385541" y="69706"/>
                </a:lnTo>
                <a:cubicBezTo>
                  <a:pt x="385541" y="61091"/>
                  <a:pt x="385366" y="55962"/>
                  <a:pt x="385015" y="54322"/>
                </a:cubicBezTo>
                <a:cubicBezTo>
                  <a:pt x="384664" y="52679"/>
                  <a:pt x="384017" y="51481"/>
                  <a:pt x="383072" y="50727"/>
                </a:cubicBezTo>
                <a:cubicBezTo>
                  <a:pt x="382128" y="49973"/>
                  <a:pt x="380954" y="49596"/>
                  <a:pt x="379551" y="49596"/>
                </a:cubicBezTo>
                <a:cubicBezTo>
                  <a:pt x="377878" y="49596"/>
                  <a:pt x="375990" y="50000"/>
                  <a:pt x="373885" y="50808"/>
                </a:cubicBezTo>
                <a:lnTo>
                  <a:pt x="373076" y="47899"/>
                </a:lnTo>
                <a:lnTo>
                  <a:pt x="395497" y="38854"/>
                </a:lnTo>
                <a:lnTo>
                  <a:pt x="398897" y="38854"/>
                </a:lnTo>
                <a:close/>
                <a:moveTo>
                  <a:pt x="444873" y="68965"/>
                </a:moveTo>
                <a:cubicBezTo>
                  <a:pt x="444819" y="79948"/>
                  <a:pt x="447490" y="88563"/>
                  <a:pt x="452887" y="94809"/>
                </a:cubicBezTo>
                <a:cubicBezTo>
                  <a:pt x="458283" y="101054"/>
                  <a:pt x="464624" y="104176"/>
                  <a:pt x="471909" y="104176"/>
                </a:cubicBezTo>
                <a:cubicBezTo>
                  <a:pt x="476765" y="104176"/>
                  <a:pt x="480988" y="102840"/>
                  <a:pt x="484576" y="100169"/>
                </a:cubicBezTo>
                <a:cubicBezTo>
                  <a:pt x="488165" y="97498"/>
                  <a:pt x="491173" y="92925"/>
                  <a:pt x="493602" y="86449"/>
                </a:cubicBezTo>
                <a:lnTo>
                  <a:pt x="496111" y="88068"/>
                </a:lnTo>
                <a:cubicBezTo>
                  <a:pt x="494978" y="95461"/>
                  <a:pt x="491686" y="102193"/>
                  <a:pt x="486236" y="108264"/>
                </a:cubicBezTo>
                <a:cubicBezTo>
                  <a:pt x="480786" y="114335"/>
                  <a:pt x="473959" y="117370"/>
                  <a:pt x="465757" y="117370"/>
                </a:cubicBezTo>
                <a:cubicBezTo>
                  <a:pt x="456853" y="117370"/>
                  <a:pt x="449231" y="113910"/>
                  <a:pt x="442890" y="106991"/>
                </a:cubicBezTo>
                <a:cubicBezTo>
                  <a:pt x="436549" y="100071"/>
                  <a:pt x="433379" y="90767"/>
                  <a:pt x="433379" y="79081"/>
                </a:cubicBezTo>
                <a:cubicBezTo>
                  <a:pt x="433379" y="66426"/>
                  <a:pt x="436630" y="56559"/>
                  <a:pt x="443133" y="49478"/>
                </a:cubicBezTo>
                <a:cubicBezTo>
                  <a:pt x="449635" y="42395"/>
                  <a:pt x="457797" y="38854"/>
                  <a:pt x="467619" y="38854"/>
                </a:cubicBezTo>
                <a:cubicBezTo>
                  <a:pt x="475929" y="38854"/>
                  <a:pt x="482755" y="41585"/>
                  <a:pt x="488098" y="47049"/>
                </a:cubicBezTo>
                <a:cubicBezTo>
                  <a:pt x="493440" y="52511"/>
                  <a:pt x="496111" y="59817"/>
                  <a:pt x="496111" y="68965"/>
                </a:cubicBezTo>
                <a:lnTo>
                  <a:pt x="444873" y="68965"/>
                </a:lnTo>
                <a:moveTo>
                  <a:pt x="444873" y="64270"/>
                </a:moveTo>
                <a:lnTo>
                  <a:pt x="479194" y="64270"/>
                </a:lnTo>
                <a:cubicBezTo>
                  <a:pt x="478924" y="59521"/>
                  <a:pt x="478357" y="56176"/>
                  <a:pt x="477494" y="54233"/>
                </a:cubicBezTo>
                <a:cubicBezTo>
                  <a:pt x="476145" y="51211"/>
                  <a:pt x="474135" y="48837"/>
                  <a:pt x="471463" y="47110"/>
                </a:cubicBezTo>
                <a:cubicBezTo>
                  <a:pt x="468792" y="45383"/>
                  <a:pt x="466000" y="44520"/>
                  <a:pt x="463086" y="44520"/>
                </a:cubicBezTo>
                <a:cubicBezTo>
                  <a:pt x="458607" y="44520"/>
                  <a:pt x="454600" y="46260"/>
                  <a:pt x="451065" y="49741"/>
                </a:cubicBezTo>
                <a:cubicBezTo>
                  <a:pt x="447531" y="53221"/>
                  <a:pt x="445467" y="58064"/>
                  <a:pt x="444873" y="64270"/>
                </a:cubicBezTo>
                <a:close/>
                <a:moveTo>
                  <a:pt x="568986" y="86935"/>
                </a:moveTo>
                <a:cubicBezTo>
                  <a:pt x="566989" y="96702"/>
                  <a:pt x="563077" y="104216"/>
                  <a:pt x="557249" y="109478"/>
                </a:cubicBezTo>
                <a:cubicBezTo>
                  <a:pt x="551421" y="114739"/>
                  <a:pt x="544972" y="117370"/>
                  <a:pt x="537903" y="117370"/>
                </a:cubicBezTo>
                <a:cubicBezTo>
                  <a:pt x="529485" y="117370"/>
                  <a:pt x="522146" y="113840"/>
                  <a:pt x="515886" y="106779"/>
                </a:cubicBezTo>
                <a:cubicBezTo>
                  <a:pt x="509627" y="99716"/>
                  <a:pt x="506497" y="90174"/>
                  <a:pt x="506497" y="78152"/>
                </a:cubicBezTo>
                <a:cubicBezTo>
                  <a:pt x="506497" y="66508"/>
                  <a:pt x="509964" y="57048"/>
                  <a:pt x="516898" y="49771"/>
                </a:cubicBezTo>
                <a:cubicBezTo>
                  <a:pt x="523832" y="42493"/>
                  <a:pt x="532156" y="38854"/>
                  <a:pt x="541870" y="38854"/>
                </a:cubicBezTo>
                <a:cubicBezTo>
                  <a:pt x="549155" y="38854"/>
                  <a:pt x="555145" y="40777"/>
                  <a:pt x="559839" y="44623"/>
                </a:cubicBezTo>
                <a:cubicBezTo>
                  <a:pt x="564534" y="48468"/>
                  <a:pt x="566881" y="52462"/>
                  <a:pt x="566881" y="56603"/>
                </a:cubicBezTo>
                <a:cubicBezTo>
                  <a:pt x="566881" y="58647"/>
                  <a:pt x="566220" y="60301"/>
                  <a:pt x="564898" y="61566"/>
                </a:cubicBezTo>
                <a:cubicBezTo>
                  <a:pt x="563576" y="62829"/>
                  <a:pt x="561728" y="63461"/>
                  <a:pt x="559354" y="63461"/>
                </a:cubicBezTo>
                <a:cubicBezTo>
                  <a:pt x="556170" y="63461"/>
                  <a:pt x="553768" y="62435"/>
                  <a:pt x="552150" y="60385"/>
                </a:cubicBezTo>
                <a:cubicBezTo>
                  <a:pt x="551232" y="59252"/>
                  <a:pt x="550625" y="57093"/>
                  <a:pt x="550328" y="53909"/>
                </a:cubicBezTo>
                <a:cubicBezTo>
                  <a:pt x="550031" y="50725"/>
                  <a:pt x="548939" y="48297"/>
                  <a:pt x="547050" y="46624"/>
                </a:cubicBezTo>
                <a:cubicBezTo>
                  <a:pt x="545161" y="45005"/>
                  <a:pt x="542544" y="44196"/>
                  <a:pt x="539198" y="44196"/>
                </a:cubicBezTo>
                <a:cubicBezTo>
                  <a:pt x="533802" y="44196"/>
                  <a:pt x="529458" y="46193"/>
                  <a:pt x="526166" y="50186"/>
                </a:cubicBezTo>
                <a:cubicBezTo>
                  <a:pt x="521795" y="55474"/>
                  <a:pt x="519610" y="62462"/>
                  <a:pt x="519610" y="71151"/>
                </a:cubicBezTo>
                <a:cubicBezTo>
                  <a:pt x="519610" y="80000"/>
                  <a:pt x="521782" y="87812"/>
                  <a:pt x="526126" y="94584"/>
                </a:cubicBezTo>
                <a:cubicBezTo>
                  <a:pt x="530470" y="101356"/>
                  <a:pt x="536338" y="104743"/>
                  <a:pt x="543731" y="104743"/>
                </a:cubicBezTo>
                <a:cubicBezTo>
                  <a:pt x="549020" y="104743"/>
                  <a:pt x="553768" y="102935"/>
                  <a:pt x="557978" y="99319"/>
                </a:cubicBezTo>
                <a:cubicBezTo>
                  <a:pt x="560946" y="96837"/>
                  <a:pt x="563833" y="92331"/>
                  <a:pt x="566639" y="85802"/>
                </a:cubicBezTo>
                <a:lnTo>
                  <a:pt x="568986" y="86935"/>
                </a:lnTo>
                <a:close/>
                <a:moveTo>
                  <a:pt x="601145" y="16513"/>
                </a:moveTo>
                <a:lnTo>
                  <a:pt x="601145" y="40958"/>
                </a:lnTo>
                <a:lnTo>
                  <a:pt x="618467" y="40958"/>
                </a:lnTo>
                <a:lnTo>
                  <a:pt x="618467" y="46624"/>
                </a:lnTo>
                <a:lnTo>
                  <a:pt x="601145" y="46624"/>
                </a:lnTo>
                <a:lnTo>
                  <a:pt x="601145" y="94640"/>
                </a:lnTo>
                <a:cubicBezTo>
                  <a:pt x="601145" y="99437"/>
                  <a:pt x="601833" y="102672"/>
                  <a:pt x="603209" y="104343"/>
                </a:cubicBezTo>
                <a:cubicBezTo>
                  <a:pt x="604585" y="106012"/>
                  <a:pt x="606353" y="106847"/>
                  <a:pt x="608511" y="106847"/>
                </a:cubicBezTo>
                <a:cubicBezTo>
                  <a:pt x="610292" y="106847"/>
                  <a:pt x="612019" y="106294"/>
                  <a:pt x="613692" y="105188"/>
                </a:cubicBezTo>
                <a:cubicBezTo>
                  <a:pt x="615365" y="104082"/>
                  <a:pt x="616660" y="102449"/>
                  <a:pt x="617577" y="100291"/>
                </a:cubicBezTo>
                <a:lnTo>
                  <a:pt x="620734" y="100291"/>
                </a:lnTo>
                <a:cubicBezTo>
                  <a:pt x="618845" y="105594"/>
                  <a:pt x="616174" y="109605"/>
                  <a:pt x="612720" y="112324"/>
                </a:cubicBezTo>
                <a:cubicBezTo>
                  <a:pt x="609267" y="115040"/>
                  <a:pt x="605705" y="116399"/>
                  <a:pt x="602036" y="116399"/>
                </a:cubicBezTo>
                <a:cubicBezTo>
                  <a:pt x="599553" y="116399"/>
                  <a:pt x="597125" y="115710"/>
                  <a:pt x="594751" y="114332"/>
                </a:cubicBezTo>
                <a:cubicBezTo>
                  <a:pt x="592376" y="112954"/>
                  <a:pt x="590622" y="110983"/>
                  <a:pt x="589489" y="108418"/>
                </a:cubicBezTo>
                <a:cubicBezTo>
                  <a:pt x="588356" y="105851"/>
                  <a:pt x="587789" y="101894"/>
                  <a:pt x="587789" y="96544"/>
                </a:cubicBezTo>
                <a:lnTo>
                  <a:pt x="587789" y="46624"/>
                </a:lnTo>
                <a:lnTo>
                  <a:pt x="576052" y="46624"/>
                </a:lnTo>
                <a:lnTo>
                  <a:pt x="576052" y="43953"/>
                </a:lnTo>
                <a:cubicBezTo>
                  <a:pt x="579020" y="42762"/>
                  <a:pt x="582056" y="40746"/>
                  <a:pt x="585159" y="37905"/>
                </a:cubicBezTo>
                <a:cubicBezTo>
                  <a:pt x="588262" y="35063"/>
                  <a:pt x="591027" y="31694"/>
                  <a:pt x="593455" y="27797"/>
                </a:cubicBezTo>
                <a:cubicBezTo>
                  <a:pt x="594697" y="25741"/>
                  <a:pt x="596423" y="21980"/>
                  <a:pt x="598636" y="16513"/>
                </a:cubicBezTo>
                <a:lnTo>
                  <a:pt x="601145" y="16513"/>
                </a:lnTo>
                <a:close/>
                <a:moveTo>
                  <a:pt x="695960" y="63623"/>
                </a:moveTo>
                <a:lnTo>
                  <a:pt x="695960" y="95649"/>
                </a:lnTo>
                <a:cubicBezTo>
                  <a:pt x="695960" y="102568"/>
                  <a:pt x="696715" y="106866"/>
                  <a:pt x="698226" y="108542"/>
                </a:cubicBezTo>
                <a:cubicBezTo>
                  <a:pt x="700277" y="110920"/>
                  <a:pt x="703380" y="112109"/>
                  <a:pt x="707535" y="112109"/>
                </a:cubicBezTo>
                <a:lnTo>
                  <a:pt x="711744" y="112109"/>
                </a:lnTo>
                <a:lnTo>
                  <a:pt x="711744" y="115104"/>
                </a:lnTo>
                <a:lnTo>
                  <a:pt x="664715" y="115104"/>
                </a:lnTo>
                <a:lnTo>
                  <a:pt x="664715" y="112109"/>
                </a:lnTo>
                <a:lnTo>
                  <a:pt x="668843" y="112109"/>
                </a:lnTo>
                <a:cubicBezTo>
                  <a:pt x="673484" y="112109"/>
                  <a:pt x="676803" y="110598"/>
                  <a:pt x="678799" y="107576"/>
                </a:cubicBezTo>
                <a:cubicBezTo>
                  <a:pt x="679879" y="105903"/>
                  <a:pt x="680418" y="101937"/>
                  <a:pt x="680418" y="95677"/>
                </a:cubicBezTo>
                <a:lnTo>
                  <a:pt x="680418" y="24769"/>
                </a:lnTo>
                <a:cubicBezTo>
                  <a:pt x="680418" y="17862"/>
                  <a:pt x="679690" y="13572"/>
                  <a:pt x="678233" y="11899"/>
                </a:cubicBezTo>
                <a:cubicBezTo>
                  <a:pt x="676128" y="9525"/>
                  <a:pt x="672998" y="8337"/>
                  <a:pt x="668843" y="8337"/>
                </a:cubicBezTo>
                <a:lnTo>
                  <a:pt x="664715" y="8337"/>
                </a:lnTo>
                <a:lnTo>
                  <a:pt x="664715" y="5342"/>
                </a:lnTo>
                <a:lnTo>
                  <a:pt x="704945" y="5342"/>
                </a:lnTo>
                <a:cubicBezTo>
                  <a:pt x="714766" y="5342"/>
                  <a:pt x="722510" y="6353"/>
                  <a:pt x="728176" y="8375"/>
                </a:cubicBezTo>
                <a:cubicBezTo>
                  <a:pt x="733842" y="10396"/>
                  <a:pt x="738618" y="13804"/>
                  <a:pt x="742503" y="18600"/>
                </a:cubicBezTo>
                <a:cubicBezTo>
                  <a:pt x="746388" y="23396"/>
                  <a:pt x="748331" y="29081"/>
                  <a:pt x="748331" y="35656"/>
                </a:cubicBezTo>
                <a:cubicBezTo>
                  <a:pt x="748331" y="44602"/>
                  <a:pt x="745377" y="51878"/>
                  <a:pt x="739468" y="57483"/>
                </a:cubicBezTo>
                <a:cubicBezTo>
                  <a:pt x="733559" y="63087"/>
                  <a:pt x="725208" y="65889"/>
                  <a:pt x="714415" y="65889"/>
                </a:cubicBezTo>
                <a:cubicBezTo>
                  <a:pt x="711771" y="65889"/>
                  <a:pt x="708911" y="65700"/>
                  <a:pt x="705835" y="65322"/>
                </a:cubicBezTo>
                <a:cubicBezTo>
                  <a:pt x="702759" y="64945"/>
                  <a:pt x="699467" y="64378"/>
                  <a:pt x="695960" y="63623"/>
                </a:cubicBezTo>
                <a:moveTo>
                  <a:pt x="695960" y="58928"/>
                </a:moveTo>
                <a:cubicBezTo>
                  <a:pt x="698820" y="59467"/>
                  <a:pt x="701356" y="59872"/>
                  <a:pt x="703569" y="60142"/>
                </a:cubicBezTo>
                <a:cubicBezTo>
                  <a:pt x="705781" y="60412"/>
                  <a:pt x="707670" y="60547"/>
                  <a:pt x="709235" y="60547"/>
                </a:cubicBezTo>
                <a:cubicBezTo>
                  <a:pt x="714847" y="60547"/>
                  <a:pt x="719690" y="58375"/>
                  <a:pt x="723764" y="54031"/>
                </a:cubicBezTo>
                <a:cubicBezTo>
                  <a:pt x="727839" y="49687"/>
                  <a:pt x="729876" y="44061"/>
                  <a:pt x="729876" y="37154"/>
                </a:cubicBezTo>
                <a:cubicBezTo>
                  <a:pt x="729876" y="32405"/>
                  <a:pt x="728904" y="27993"/>
                  <a:pt x="726962" y="23919"/>
                </a:cubicBezTo>
                <a:cubicBezTo>
                  <a:pt x="725019" y="19845"/>
                  <a:pt x="722267" y="16796"/>
                  <a:pt x="718705" y="14772"/>
                </a:cubicBezTo>
                <a:cubicBezTo>
                  <a:pt x="715144" y="12749"/>
                  <a:pt x="711096" y="11737"/>
                  <a:pt x="706564" y="11737"/>
                </a:cubicBezTo>
                <a:cubicBezTo>
                  <a:pt x="703811" y="11737"/>
                  <a:pt x="700277" y="12250"/>
                  <a:pt x="695960" y="13275"/>
                </a:cubicBezTo>
                <a:lnTo>
                  <a:pt x="695960" y="58928"/>
                </a:lnTo>
                <a:close/>
                <a:moveTo>
                  <a:pt x="781008" y="38854"/>
                </a:moveTo>
                <a:lnTo>
                  <a:pt x="781008" y="55528"/>
                </a:lnTo>
                <a:cubicBezTo>
                  <a:pt x="787214" y="44412"/>
                  <a:pt x="793582" y="38854"/>
                  <a:pt x="800111" y="38854"/>
                </a:cubicBezTo>
                <a:cubicBezTo>
                  <a:pt x="803079" y="38854"/>
                  <a:pt x="805534" y="39757"/>
                  <a:pt x="807477" y="41565"/>
                </a:cubicBezTo>
                <a:cubicBezTo>
                  <a:pt x="809420" y="43373"/>
                  <a:pt x="810391" y="45464"/>
                  <a:pt x="810391" y="47838"/>
                </a:cubicBezTo>
                <a:cubicBezTo>
                  <a:pt x="810391" y="49943"/>
                  <a:pt x="809690" y="51724"/>
                  <a:pt x="808287" y="53181"/>
                </a:cubicBezTo>
                <a:cubicBezTo>
                  <a:pt x="806884" y="54638"/>
                  <a:pt x="805211" y="55366"/>
                  <a:pt x="803268" y="55366"/>
                </a:cubicBezTo>
                <a:cubicBezTo>
                  <a:pt x="801379" y="55366"/>
                  <a:pt x="799261" y="54435"/>
                  <a:pt x="796914" y="52574"/>
                </a:cubicBezTo>
                <a:cubicBezTo>
                  <a:pt x="794566" y="50712"/>
                  <a:pt x="792826" y="49781"/>
                  <a:pt x="791693" y="49781"/>
                </a:cubicBezTo>
                <a:cubicBezTo>
                  <a:pt x="790722" y="49781"/>
                  <a:pt x="789669" y="50319"/>
                  <a:pt x="788536" y="51395"/>
                </a:cubicBezTo>
                <a:cubicBezTo>
                  <a:pt x="786108" y="53602"/>
                  <a:pt x="783598" y="57236"/>
                  <a:pt x="781008" y="62295"/>
                </a:cubicBezTo>
                <a:lnTo>
                  <a:pt x="781008" y="97738"/>
                </a:lnTo>
                <a:cubicBezTo>
                  <a:pt x="781008" y="101828"/>
                  <a:pt x="781521" y="104922"/>
                  <a:pt x="782546" y="107022"/>
                </a:cubicBezTo>
                <a:cubicBezTo>
                  <a:pt x="783248" y="108475"/>
                  <a:pt x="784489" y="109687"/>
                  <a:pt x="786270" y="110657"/>
                </a:cubicBezTo>
                <a:cubicBezTo>
                  <a:pt x="788050" y="111625"/>
                  <a:pt x="790614" y="112109"/>
                  <a:pt x="793959" y="112109"/>
                </a:cubicBezTo>
                <a:lnTo>
                  <a:pt x="793959" y="115104"/>
                </a:lnTo>
                <a:lnTo>
                  <a:pt x="755996" y="115104"/>
                </a:lnTo>
                <a:lnTo>
                  <a:pt x="755996" y="112109"/>
                </a:lnTo>
                <a:cubicBezTo>
                  <a:pt x="759774" y="112109"/>
                  <a:pt x="762580" y="111517"/>
                  <a:pt x="764414" y="110333"/>
                </a:cubicBezTo>
                <a:cubicBezTo>
                  <a:pt x="765764" y="109471"/>
                  <a:pt x="766708" y="108098"/>
                  <a:pt x="767248" y="106212"/>
                </a:cubicBezTo>
                <a:cubicBezTo>
                  <a:pt x="767517" y="105297"/>
                  <a:pt x="767652" y="102685"/>
                  <a:pt x="767652" y="98378"/>
                </a:cubicBezTo>
                <a:lnTo>
                  <a:pt x="767652" y="69706"/>
                </a:lnTo>
                <a:cubicBezTo>
                  <a:pt x="767652" y="61091"/>
                  <a:pt x="767477" y="55962"/>
                  <a:pt x="767126" y="54322"/>
                </a:cubicBezTo>
                <a:cubicBezTo>
                  <a:pt x="766775" y="52679"/>
                  <a:pt x="766128" y="51481"/>
                  <a:pt x="765183" y="50727"/>
                </a:cubicBezTo>
                <a:cubicBezTo>
                  <a:pt x="764239" y="49973"/>
                  <a:pt x="763065" y="49596"/>
                  <a:pt x="761662" y="49596"/>
                </a:cubicBezTo>
                <a:cubicBezTo>
                  <a:pt x="759989" y="49596"/>
                  <a:pt x="758101" y="50000"/>
                  <a:pt x="755996" y="50808"/>
                </a:cubicBezTo>
                <a:lnTo>
                  <a:pt x="755187" y="47899"/>
                </a:lnTo>
                <a:lnTo>
                  <a:pt x="777608" y="38854"/>
                </a:lnTo>
                <a:lnTo>
                  <a:pt x="781008" y="38854"/>
                </a:lnTo>
                <a:close/>
                <a:moveTo>
                  <a:pt x="826984" y="68965"/>
                </a:moveTo>
                <a:cubicBezTo>
                  <a:pt x="826930" y="79948"/>
                  <a:pt x="829601" y="88563"/>
                  <a:pt x="834998" y="94809"/>
                </a:cubicBezTo>
                <a:cubicBezTo>
                  <a:pt x="840394" y="101054"/>
                  <a:pt x="846735" y="104176"/>
                  <a:pt x="854020" y="104176"/>
                </a:cubicBezTo>
                <a:cubicBezTo>
                  <a:pt x="858876" y="104176"/>
                  <a:pt x="863099" y="102840"/>
                  <a:pt x="866688" y="100169"/>
                </a:cubicBezTo>
                <a:cubicBezTo>
                  <a:pt x="870276" y="97498"/>
                  <a:pt x="873285" y="92925"/>
                  <a:pt x="875713" y="86449"/>
                </a:cubicBezTo>
                <a:lnTo>
                  <a:pt x="878222" y="88068"/>
                </a:lnTo>
                <a:cubicBezTo>
                  <a:pt x="877089" y="95461"/>
                  <a:pt x="873797" y="102193"/>
                  <a:pt x="868347" y="108264"/>
                </a:cubicBezTo>
                <a:cubicBezTo>
                  <a:pt x="862897" y="114335"/>
                  <a:pt x="856070" y="117370"/>
                  <a:pt x="847868" y="117370"/>
                </a:cubicBezTo>
                <a:cubicBezTo>
                  <a:pt x="838964" y="117370"/>
                  <a:pt x="831342" y="113910"/>
                  <a:pt x="825001" y="106991"/>
                </a:cubicBezTo>
                <a:cubicBezTo>
                  <a:pt x="818660" y="100071"/>
                  <a:pt x="815490" y="90767"/>
                  <a:pt x="815490" y="79081"/>
                </a:cubicBezTo>
                <a:cubicBezTo>
                  <a:pt x="815490" y="66426"/>
                  <a:pt x="818741" y="56559"/>
                  <a:pt x="825244" y="49478"/>
                </a:cubicBezTo>
                <a:cubicBezTo>
                  <a:pt x="831746" y="42395"/>
                  <a:pt x="839908" y="38854"/>
                  <a:pt x="849730" y="38854"/>
                </a:cubicBezTo>
                <a:cubicBezTo>
                  <a:pt x="858040" y="38854"/>
                  <a:pt x="864866" y="41585"/>
                  <a:pt x="870209" y="47049"/>
                </a:cubicBezTo>
                <a:cubicBezTo>
                  <a:pt x="875551" y="52511"/>
                  <a:pt x="878222" y="59817"/>
                  <a:pt x="878222" y="68965"/>
                </a:cubicBezTo>
                <a:lnTo>
                  <a:pt x="826984" y="68965"/>
                </a:lnTo>
                <a:moveTo>
                  <a:pt x="826984" y="64270"/>
                </a:moveTo>
                <a:lnTo>
                  <a:pt x="861305" y="64270"/>
                </a:lnTo>
                <a:cubicBezTo>
                  <a:pt x="861035" y="59521"/>
                  <a:pt x="860468" y="56176"/>
                  <a:pt x="859605" y="54233"/>
                </a:cubicBezTo>
                <a:cubicBezTo>
                  <a:pt x="858256" y="51211"/>
                  <a:pt x="856246" y="48837"/>
                  <a:pt x="853575" y="47110"/>
                </a:cubicBezTo>
                <a:cubicBezTo>
                  <a:pt x="850903" y="45383"/>
                  <a:pt x="848111" y="44520"/>
                  <a:pt x="845197" y="44520"/>
                </a:cubicBezTo>
                <a:cubicBezTo>
                  <a:pt x="840718" y="44520"/>
                  <a:pt x="836711" y="46260"/>
                  <a:pt x="833176" y="49741"/>
                </a:cubicBezTo>
                <a:cubicBezTo>
                  <a:pt x="829642" y="53221"/>
                  <a:pt x="827578" y="58064"/>
                  <a:pt x="826984" y="64270"/>
                </a:cubicBezTo>
                <a:close/>
                <a:moveTo>
                  <a:pt x="940493" y="106766"/>
                </a:moveTo>
                <a:cubicBezTo>
                  <a:pt x="936878" y="110544"/>
                  <a:pt x="933343" y="113255"/>
                  <a:pt x="929890" y="114901"/>
                </a:cubicBezTo>
                <a:cubicBezTo>
                  <a:pt x="926436" y="116547"/>
                  <a:pt x="922713" y="117370"/>
                  <a:pt x="918719" y="117370"/>
                </a:cubicBezTo>
                <a:cubicBezTo>
                  <a:pt x="910625" y="117370"/>
                  <a:pt x="903556" y="113991"/>
                  <a:pt x="897512" y="107234"/>
                </a:cubicBezTo>
                <a:cubicBezTo>
                  <a:pt x="891468" y="100475"/>
                  <a:pt x="888446" y="91791"/>
                  <a:pt x="888446" y="81180"/>
                </a:cubicBezTo>
                <a:cubicBezTo>
                  <a:pt x="888446" y="70571"/>
                  <a:pt x="891792" y="60865"/>
                  <a:pt x="898483" y="52060"/>
                </a:cubicBezTo>
                <a:cubicBezTo>
                  <a:pt x="905175" y="43256"/>
                  <a:pt x="913782" y="38854"/>
                  <a:pt x="924305" y="38854"/>
                </a:cubicBezTo>
                <a:cubicBezTo>
                  <a:pt x="930834" y="38854"/>
                  <a:pt x="936230" y="40931"/>
                  <a:pt x="940493" y="45086"/>
                </a:cubicBezTo>
                <a:lnTo>
                  <a:pt x="940493" y="31376"/>
                </a:lnTo>
                <a:cubicBezTo>
                  <a:pt x="940493" y="22869"/>
                  <a:pt x="940291" y="17639"/>
                  <a:pt x="939886" y="15688"/>
                </a:cubicBezTo>
                <a:cubicBezTo>
                  <a:pt x="939482" y="13737"/>
                  <a:pt x="938848" y="12410"/>
                  <a:pt x="937984" y="11707"/>
                </a:cubicBezTo>
                <a:cubicBezTo>
                  <a:pt x="937121" y="11002"/>
                  <a:pt x="936042" y="10649"/>
                  <a:pt x="934746" y="10649"/>
                </a:cubicBezTo>
                <a:cubicBezTo>
                  <a:pt x="933343" y="10649"/>
                  <a:pt x="931482" y="11083"/>
                  <a:pt x="929161" y="11949"/>
                </a:cubicBezTo>
                <a:lnTo>
                  <a:pt x="928109" y="9104"/>
                </a:lnTo>
                <a:lnTo>
                  <a:pt x="950207" y="0"/>
                </a:lnTo>
                <a:lnTo>
                  <a:pt x="953849" y="0"/>
                </a:lnTo>
                <a:lnTo>
                  <a:pt x="953849" y="85721"/>
                </a:lnTo>
                <a:cubicBezTo>
                  <a:pt x="953849" y="94409"/>
                  <a:pt x="954052" y="99711"/>
                  <a:pt x="954456" y="101626"/>
                </a:cubicBezTo>
                <a:cubicBezTo>
                  <a:pt x="954861" y="103542"/>
                  <a:pt x="955509" y="104878"/>
                  <a:pt x="956399" y="105633"/>
                </a:cubicBezTo>
                <a:cubicBezTo>
                  <a:pt x="957290" y="106388"/>
                  <a:pt x="958328" y="106766"/>
                  <a:pt x="959516" y="106766"/>
                </a:cubicBezTo>
                <a:cubicBezTo>
                  <a:pt x="960973" y="106766"/>
                  <a:pt x="962915" y="106308"/>
                  <a:pt x="965344" y="105390"/>
                </a:cubicBezTo>
                <a:lnTo>
                  <a:pt x="966234" y="108223"/>
                </a:lnTo>
                <a:lnTo>
                  <a:pt x="944217" y="117370"/>
                </a:lnTo>
                <a:lnTo>
                  <a:pt x="940493" y="117370"/>
                </a:lnTo>
                <a:lnTo>
                  <a:pt x="940493" y="106766"/>
                </a:lnTo>
                <a:moveTo>
                  <a:pt x="940493" y="101118"/>
                </a:moveTo>
                <a:lnTo>
                  <a:pt x="940493" y="63008"/>
                </a:lnTo>
                <a:cubicBezTo>
                  <a:pt x="940170" y="59347"/>
                  <a:pt x="939198" y="56010"/>
                  <a:pt x="937579" y="52996"/>
                </a:cubicBezTo>
                <a:cubicBezTo>
                  <a:pt x="935961" y="49981"/>
                  <a:pt x="933816" y="47707"/>
                  <a:pt x="931144" y="46174"/>
                </a:cubicBezTo>
                <a:cubicBezTo>
                  <a:pt x="928473" y="44639"/>
                  <a:pt x="925869" y="43872"/>
                  <a:pt x="923333" y="43872"/>
                </a:cubicBezTo>
                <a:cubicBezTo>
                  <a:pt x="918584" y="43872"/>
                  <a:pt x="914348" y="45999"/>
                  <a:pt x="910625" y="50252"/>
                </a:cubicBezTo>
                <a:cubicBezTo>
                  <a:pt x="905714" y="55849"/>
                  <a:pt x="903259" y="64030"/>
                  <a:pt x="903259" y="74796"/>
                </a:cubicBezTo>
                <a:cubicBezTo>
                  <a:pt x="903259" y="85669"/>
                  <a:pt x="905633" y="94000"/>
                  <a:pt x="910382" y="99787"/>
                </a:cubicBezTo>
                <a:cubicBezTo>
                  <a:pt x="915131" y="105573"/>
                  <a:pt x="920419" y="108466"/>
                  <a:pt x="926247" y="108466"/>
                </a:cubicBezTo>
                <a:cubicBezTo>
                  <a:pt x="931158" y="108466"/>
                  <a:pt x="935907" y="106017"/>
                  <a:pt x="940493" y="101118"/>
                </a:cubicBezTo>
                <a:close/>
                <a:moveTo>
                  <a:pt x="989870" y="0"/>
                </a:moveTo>
                <a:cubicBezTo>
                  <a:pt x="992136" y="0"/>
                  <a:pt x="994065" y="800"/>
                  <a:pt x="995657" y="2401"/>
                </a:cubicBezTo>
                <a:cubicBezTo>
                  <a:pt x="997249" y="3999"/>
                  <a:pt x="998045" y="5938"/>
                  <a:pt x="998045" y="8216"/>
                </a:cubicBezTo>
                <a:cubicBezTo>
                  <a:pt x="998045" y="10494"/>
                  <a:pt x="997249" y="12447"/>
                  <a:pt x="995657" y="14074"/>
                </a:cubicBezTo>
                <a:cubicBezTo>
                  <a:pt x="994065" y="15700"/>
                  <a:pt x="992136" y="16513"/>
                  <a:pt x="989870" y="16513"/>
                </a:cubicBezTo>
                <a:cubicBezTo>
                  <a:pt x="987603" y="16513"/>
                  <a:pt x="985661" y="15700"/>
                  <a:pt x="984042" y="14074"/>
                </a:cubicBezTo>
                <a:cubicBezTo>
                  <a:pt x="982423" y="12447"/>
                  <a:pt x="981613" y="10494"/>
                  <a:pt x="981613" y="8216"/>
                </a:cubicBezTo>
                <a:cubicBezTo>
                  <a:pt x="981613" y="5938"/>
                  <a:pt x="982409" y="3999"/>
                  <a:pt x="984001" y="2401"/>
                </a:cubicBezTo>
                <a:cubicBezTo>
                  <a:pt x="985593" y="800"/>
                  <a:pt x="987549" y="0"/>
                  <a:pt x="989870" y="0"/>
                </a:cubicBezTo>
                <a:moveTo>
                  <a:pt x="996588" y="38854"/>
                </a:moveTo>
                <a:lnTo>
                  <a:pt x="996588" y="98297"/>
                </a:lnTo>
                <a:cubicBezTo>
                  <a:pt x="996588" y="102928"/>
                  <a:pt x="996926" y="106011"/>
                  <a:pt x="997600" y="107545"/>
                </a:cubicBezTo>
                <a:cubicBezTo>
                  <a:pt x="998275" y="109080"/>
                  <a:pt x="999273" y="110224"/>
                  <a:pt x="1000595" y="110978"/>
                </a:cubicBezTo>
                <a:cubicBezTo>
                  <a:pt x="1001917" y="111732"/>
                  <a:pt x="1004332" y="112109"/>
                  <a:pt x="1007840" y="112109"/>
                </a:cubicBezTo>
                <a:lnTo>
                  <a:pt x="1007840" y="115104"/>
                </a:lnTo>
                <a:lnTo>
                  <a:pt x="971819" y="115104"/>
                </a:lnTo>
                <a:lnTo>
                  <a:pt x="971819" y="112109"/>
                </a:lnTo>
                <a:cubicBezTo>
                  <a:pt x="975435" y="112109"/>
                  <a:pt x="977863" y="111759"/>
                  <a:pt x="979104" y="111059"/>
                </a:cubicBezTo>
                <a:cubicBezTo>
                  <a:pt x="980345" y="110359"/>
                  <a:pt x="981330" y="109201"/>
                  <a:pt x="982059" y="107586"/>
                </a:cubicBezTo>
                <a:cubicBezTo>
                  <a:pt x="982787" y="105970"/>
                  <a:pt x="983151" y="102874"/>
                  <a:pt x="983151" y="98297"/>
                </a:cubicBezTo>
                <a:lnTo>
                  <a:pt x="983151" y="69787"/>
                </a:lnTo>
                <a:cubicBezTo>
                  <a:pt x="983151" y="61763"/>
                  <a:pt x="982909" y="56568"/>
                  <a:pt x="982423" y="54200"/>
                </a:cubicBezTo>
                <a:cubicBezTo>
                  <a:pt x="982045" y="52477"/>
                  <a:pt x="981452" y="51279"/>
                  <a:pt x="980642" y="50606"/>
                </a:cubicBezTo>
                <a:cubicBezTo>
                  <a:pt x="979833" y="49933"/>
                  <a:pt x="978726" y="49596"/>
                  <a:pt x="977323" y="49596"/>
                </a:cubicBezTo>
                <a:cubicBezTo>
                  <a:pt x="975812" y="49596"/>
                  <a:pt x="973978" y="50000"/>
                  <a:pt x="971819" y="50808"/>
                </a:cubicBezTo>
                <a:lnTo>
                  <a:pt x="970686" y="47899"/>
                </a:lnTo>
                <a:lnTo>
                  <a:pt x="993027" y="38854"/>
                </a:lnTo>
                <a:lnTo>
                  <a:pt x="996588" y="38854"/>
                </a:lnTo>
                <a:close/>
                <a:moveTo>
                  <a:pt x="1080070" y="86935"/>
                </a:moveTo>
                <a:cubicBezTo>
                  <a:pt x="1078074" y="96702"/>
                  <a:pt x="1074161" y="104216"/>
                  <a:pt x="1068333" y="109478"/>
                </a:cubicBezTo>
                <a:cubicBezTo>
                  <a:pt x="1062505" y="114739"/>
                  <a:pt x="1056057" y="117370"/>
                  <a:pt x="1048987" y="117370"/>
                </a:cubicBezTo>
                <a:cubicBezTo>
                  <a:pt x="1040569" y="117370"/>
                  <a:pt x="1033230" y="113840"/>
                  <a:pt x="1026970" y="106779"/>
                </a:cubicBezTo>
                <a:cubicBezTo>
                  <a:pt x="1020711" y="99716"/>
                  <a:pt x="1017581" y="90174"/>
                  <a:pt x="1017581" y="78152"/>
                </a:cubicBezTo>
                <a:cubicBezTo>
                  <a:pt x="1017581" y="66508"/>
                  <a:pt x="1021048" y="57048"/>
                  <a:pt x="1027982" y="49771"/>
                </a:cubicBezTo>
                <a:cubicBezTo>
                  <a:pt x="1034917" y="42493"/>
                  <a:pt x="1043240" y="38854"/>
                  <a:pt x="1052954" y="38854"/>
                </a:cubicBezTo>
                <a:cubicBezTo>
                  <a:pt x="1060239" y="38854"/>
                  <a:pt x="1066229" y="40777"/>
                  <a:pt x="1070923" y="44623"/>
                </a:cubicBezTo>
                <a:cubicBezTo>
                  <a:pt x="1075618" y="48468"/>
                  <a:pt x="1077966" y="52462"/>
                  <a:pt x="1077966" y="56603"/>
                </a:cubicBezTo>
                <a:cubicBezTo>
                  <a:pt x="1077966" y="58647"/>
                  <a:pt x="1077305" y="60301"/>
                  <a:pt x="1075983" y="61566"/>
                </a:cubicBezTo>
                <a:cubicBezTo>
                  <a:pt x="1074660" y="62829"/>
                  <a:pt x="1072812" y="63461"/>
                  <a:pt x="1070438" y="63461"/>
                </a:cubicBezTo>
                <a:cubicBezTo>
                  <a:pt x="1067254" y="63461"/>
                  <a:pt x="1064853" y="62435"/>
                  <a:pt x="1063234" y="60385"/>
                </a:cubicBezTo>
                <a:cubicBezTo>
                  <a:pt x="1062316" y="59252"/>
                  <a:pt x="1061709" y="57093"/>
                  <a:pt x="1061412" y="53909"/>
                </a:cubicBezTo>
                <a:cubicBezTo>
                  <a:pt x="1061116" y="50725"/>
                  <a:pt x="1060023" y="48297"/>
                  <a:pt x="1058134" y="46624"/>
                </a:cubicBezTo>
                <a:cubicBezTo>
                  <a:pt x="1056245" y="45005"/>
                  <a:pt x="1053628" y="44196"/>
                  <a:pt x="1050283" y="44196"/>
                </a:cubicBezTo>
                <a:cubicBezTo>
                  <a:pt x="1044886" y="44196"/>
                  <a:pt x="1040542" y="46193"/>
                  <a:pt x="1037250" y="50186"/>
                </a:cubicBezTo>
                <a:cubicBezTo>
                  <a:pt x="1032879" y="55474"/>
                  <a:pt x="1030694" y="62462"/>
                  <a:pt x="1030694" y="71151"/>
                </a:cubicBezTo>
                <a:cubicBezTo>
                  <a:pt x="1030694" y="80000"/>
                  <a:pt x="1032866" y="87812"/>
                  <a:pt x="1037210" y="94584"/>
                </a:cubicBezTo>
                <a:cubicBezTo>
                  <a:pt x="1041554" y="101356"/>
                  <a:pt x="1047422" y="104743"/>
                  <a:pt x="1054815" y="104743"/>
                </a:cubicBezTo>
                <a:cubicBezTo>
                  <a:pt x="1060104" y="104743"/>
                  <a:pt x="1064853" y="102935"/>
                  <a:pt x="1069062" y="99319"/>
                </a:cubicBezTo>
                <a:cubicBezTo>
                  <a:pt x="1072030" y="96837"/>
                  <a:pt x="1074917" y="92331"/>
                  <a:pt x="1077723" y="85802"/>
                </a:cubicBezTo>
                <a:lnTo>
                  <a:pt x="1080070" y="86935"/>
                </a:lnTo>
                <a:close/>
                <a:moveTo>
                  <a:pt x="1132709" y="104419"/>
                </a:moveTo>
                <a:cubicBezTo>
                  <a:pt x="1125100" y="110301"/>
                  <a:pt x="1120325" y="113701"/>
                  <a:pt x="1118382" y="114618"/>
                </a:cubicBezTo>
                <a:cubicBezTo>
                  <a:pt x="1115468" y="116021"/>
                  <a:pt x="1112365" y="116722"/>
                  <a:pt x="1109073" y="116722"/>
                </a:cubicBezTo>
                <a:cubicBezTo>
                  <a:pt x="1103947" y="116722"/>
                  <a:pt x="1099724" y="114969"/>
                  <a:pt x="1096406" y="111461"/>
                </a:cubicBezTo>
                <a:cubicBezTo>
                  <a:pt x="1093087" y="107953"/>
                  <a:pt x="1091427" y="103340"/>
                  <a:pt x="1091427" y="97619"/>
                </a:cubicBezTo>
                <a:cubicBezTo>
                  <a:pt x="1091427" y="94004"/>
                  <a:pt x="1092237" y="90874"/>
                  <a:pt x="1093856" y="88230"/>
                </a:cubicBezTo>
                <a:cubicBezTo>
                  <a:pt x="1096068" y="84560"/>
                  <a:pt x="1099913" y="81107"/>
                  <a:pt x="1105390" y="77869"/>
                </a:cubicBezTo>
                <a:cubicBezTo>
                  <a:pt x="1110868" y="74631"/>
                  <a:pt x="1119974" y="70692"/>
                  <a:pt x="1132709" y="66051"/>
                </a:cubicBezTo>
                <a:lnTo>
                  <a:pt x="1132709" y="63137"/>
                </a:lnTo>
                <a:cubicBezTo>
                  <a:pt x="1132709" y="55744"/>
                  <a:pt x="1131536" y="50671"/>
                  <a:pt x="1129188" y="47919"/>
                </a:cubicBezTo>
                <a:cubicBezTo>
                  <a:pt x="1126841" y="45167"/>
                  <a:pt x="1123428" y="43791"/>
                  <a:pt x="1118949" y="43791"/>
                </a:cubicBezTo>
                <a:cubicBezTo>
                  <a:pt x="1115549" y="43791"/>
                  <a:pt x="1112851" y="44705"/>
                  <a:pt x="1110854" y="46533"/>
                </a:cubicBezTo>
                <a:cubicBezTo>
                  <a:pt x="1108804" y="48361"/>
                  <a:pt x="1107778" y="50458"/>
                  <a:pt x="1107778" y="52824"/>
                </a:cubicBezTo>
                <a:lnTo>
                  <a:pt x="1107940" y="57501"/>
                </a:lnTo>
                <a:cubicBezTo>
                  <a:pt x="1107940" y="59973"/>
                  <a:pt x="1107306" y="61881"/>
                  <a:pt x="1106038" y="63226"/>
                </a:cubicBezTo>
                <a:cubicBezTo>
                  <a:pt x="1104770" y="64570"/>
                  <a:pt x="1103110" y="65242"/>
                  <a:pt x="1101060" y="65242"/>
                </a:cubicBezTo>
                <a:cubicBezTo>
                  <a:pt x="1099063" y="65242"/>
                  <a:pt x="1097431" y="64543"/>
                  <a:pt x="1096163" y="63145"/>
                </a:cubicBezTo>
                <a:cubicBezTo>
                  <a:pt x="1094895" y="61745"/>
                  <a:pt x="1094260" y="59834"/>
                  <a:pt x="1094260" y="57413"/>
                </a:cubicBezTo>
                <a:cubicBezTo>
                  <a:pt x="1094260" y="52787"/>
                  <a:pt x="1096635" y="48537"/>
                  <a:pt x="1101384" y="44664"/>
                </a:cubicBezTo>
                <a:cubicBezTo>
                  <a:pt x="1106132" y="40790"/>
                  <a:pt x="1112797" y="38854"/>
                  <a:pt x="1121377" y="38854"/>
                </a:cubicBezTo>
                <a:cubicBezTo>
                  <a:pt x="1127961" y="38854"/>
                  <a:pt x="1133357" y="39958"/>
                  <a:pt x="1137566" y="42167"/>
                </a:cubicBezTo>
                <a:cubicBezTo>
                  <a:pt x="1140750" y="43838"/>
                  <a:pt x="1143097" y="46453"/>
                  <a:pt x="1144608" y="50011"/>
                </a:cubicBezTo>
                <a:cubicBezTo>
                  <a:pt x="1145580" y="52328"/>
                  <a:pt x="1146065" y="57071"/>
                  <a:pt x="1146065" y="64240"/>
                </a:cubicBezTo>
                <a:lnTo>
                  <a:pt x="1146065" y="89383"/>
                </a:lnTo>
                <a:cubicBezTo>
                  <a:pt x="1146065" y="96444"/>
                  <a:pt x="1146200" y="100770"/>
                  <a:pt x="1146470" y="102360"/>
                </a:cubicBezTo>
                <a:cubicBezTo>
                  <a:pt x="1146740" y="103950"/>
                  <a:pt x="1147185" y="105015"/>
                  <a:pt x="1147806" y="105555"/>
                </a:cubicBezTo>
                <a:cubicBezTo>
                  <a:pt x="1148426" y="106093"/>
                  <a:pt x="1149141" y="106362"/>
                  <a:pt x="1149951" y="106362"/>
                </a:cubicBezTo>
                <a:cubicBezTo>
                  <a:pt x="1150814" y="106362"/>
                  <a:pt x="1151569" y="106173"/>
                  <a:pt x="1152217" y="105795"/>
                </a:cubicBezTo>
                <a:cubicBezTo>
                  <a:pt x="1153350" y="105093"/>
                  <a:pt x="1155536" y="103124"/>
                  <a:pt x="1158774" y="99886"/>
                </a:cubicBezTo>
                <a:lnTo>
                  <a:pt x="1158774" y="104419"/>
                </a:lnTo>
                <a:cubicBezTo>
                  <a:pt x="1152730" y="112513"/>
                  <a:pt x="1146956" y="116561"/>
                  <a:pt x="1141451" y="116561"/>
                </a:cubicBezTo>
                <a:cubicBezTo>
                  <a:pt x="1138807" y="116561"/>
                  <a:pt x="1136703" y="115643"/>
                  <a:pt x="1135138" y="113808"/>
                </a:cubicBezTo>
                <a:cubicBezTo>
                  <a:pt x="1133573" y="111974"/>
                  <a:pt x="1132763" y="108844"/>
                  <a:pt x="1132709" y="104419"/>
                </a:cubicBezTo>
                <a:moveTo>
                  <a:pt x="1132709" y="99112"/>
                </a:moveTo>
                <a:lnTo>
                  <a:pt x="1132709" y="70989"/>
                </a:lnTo>
                <a:cubicBezTo>
                  <a:pt x="1124561" y="74211"/>
                  <a:pt x="1119299" y="76495"/>
                  <a:pt x="1116925" y="77839"/>
                </a:cubicBezTo>
                <a:cubicBezTo>
                  <a:pt x="1112662" y="80203"/>
                  <a:pt x="1109613" y="82674"/>
                  <a:pt x="1107778" y="85253"/>
                </a:cubicBezTo>
                <a:cubicBezTo>
                  <a:pt x="1105944" y="87831"/>
                  <a:pt x="1105026" y="90651"/>
                  <a:pt x="1105026" y="93714"/>
                </a:cubicBezTo>
                <a:cubicBezTo>
                  <a:pt x="1105026" y="97582"/>
                  <a:pt x="1106186" y="100792"/>
                  <a:pt x="1108507" y="103344"/>
                </a:cubicBezTo>
                <a:cubicBezTo>
                  <a:pt x="1110827" y="105895"/>
                  <a:pt x="1113498" y="107171"/>
                  <a:pt x="1116520" y="107171"/>
                </a:cubicBezTo>
                <a:cubicBezTo>
                  <a:pt x="1120622" y="107171"/>
                  <a:pt x="1126018" y="104485"/>
                  <a:pt x="1132709" y="99112"/>
                </a:cubicBezTo>
                <a:close/>
                <a:moveTo>
                  <a:pt x="1185834" y="16513"/>
                </a:moveTo>
                <a:lnTo>
                  <a:pt x="1185834" y="40958"/>
                </a:lnTo>
                <a:lnTo>
                  <a:pt x="1203156" y="40958"/>
                </a:lnTo>
                <a:lnTo>
                  <a:pt x="1203156" y="46624"/>
                </a:lnTo>
                <a:lnTo>
                  <a:pt x="1185834" y="46624"/>
                </a:lnTo>
                <a:lnTo>
                  <a:pt x="1185834" y="94640"/>
                </a:lnTo>
                <a:cubicBezTo>
                  <a:pt x="1185834" y="99437"/>
                  <a:pt x="1186522" y="102672"/>
                  <a:pt x="1187898" y="104343"/>
                </a:cubicBezTo>
                <a:cubicBezTo>
                  <a:pt x="1189274" y="106012"/>
                  <a:pt x="1191041" y="106847"/>
                  <a:pt x="1193200" y="106847"/>
                </a:cubicBezTo>
                <a:cubicBezTo>
                  <a:pt x="1194980" y="106847"/>
                  <a:pt x="1196707" y="106294"/>
                  <a:pt x="1198380" y="105188"/>
                </a:cubicBezTo>
                <a:cubicBezTo>
                  <a:pt x="1200053" y="104082"/>
                  <a:pt x="1201348" y="102449"/>
                  <a:pt x="1202266" y="100291"/>
                </a:cubicBezTo>
                <a:lnTo>
                  <a:pt x="1205422" y="100291"/>
                </a:lnTo>
                <a:cubicBezTo>
                  <a:pt x="1203534" y="105594"/>
                  <a:pt x="1200862" y="109605"/>
                  <a:pt x="1197409" y="112324"/>
                </a:cubicBezTo>
                <a:cubicBezTo>
                  <a:pt x="1193955" y="115040"/>
                  <a:pt x="1190394" y="116399"/>
                  <a:pt x="1186724" y="116399"/>
                </a:cubicBezTo>
                <a:cubicBezTo>
                  <a:pt x="1184242" y="116399"/>
                  <a:pt x="1181813" y="115710"/>
                  <a:pt x="1179439" y="114332"/>
                </a:cubicBezTo>
                <a:cubicBezTo>
                  <a:pt x="1177065" y="112954"/>
                  <a:pt x="1175311" y="110983"/>
                  <a:pt x="1174178" y="108418"/>
                </a:cubicBezTo>
                <a:cubicBezTo>
                  <a:pt x="1173044" y="105851"/>
                  <a:pt x="1172478" y="101894"/>
                  <a:pt x="1172478" y="96544"/>
                </a:cubicBezTo>
                <a:lnTo>
                  <a:pt x="1172478" y="46624"/>
                </a:lnTo>
                <a:lnTo>
                  <a:pt x="1160741" y="46624"/>
                </a:lnTo>
                <a:lnTo>
                  <a:pt x="1160741" y="43953"/>
                </a:lnTo>
                <a:cubicBezTo>
                  <a:pt x="1163709" y="42762"/>
                  <a:pt x="1166744" y="40746"/>
                  <a:pt x="1169847" y="37905"/>
                </a:cubicBezTo>
                <a:cubicBezTo>
                  <a:pt x="1172950" y="35063"/>
                  <a:pt x="1175716" y="31694"/>
                  <a:pt x="1178144" y="27797"/>
                </a:cubicBezTo>
                <a:cubicBezTo>
                  <a:pt x="1179385" y="25741"/>
                  <a:pt x="1181112" y="21980"/>
                  <a:pt x="1183324" y="16513"/>
                </a:cubicBezTo>
                <a:lnTo>
                  <a:pt x="1185834" y="16513"/>
                </a:lnTo>
                <a:close/>
                <a:moveTo>
                  <a:pt x="1222854" y="68965"/>
                </a:moveTo>
                <a:cubicBezTo>
                  <a:pt x="1222800" y="79948"/>
                  <a:pt x="1225471" y="88563"/>
                  <a:pt x="1230867" y="94809"/>
                </a:cubicBezTo>
                <a:cubicBezTo>
                  <a:pt x="1236264" y="101054"/>
                  <a:pt x="1242604" y="104176"/>
                  <a:pt x="1249889" y="104176"/>
                </a:cubicBezTo>
                <a:cubicBezTo>
                  <a:pt x="1254746" y="104176"/>
                  <a:pt x="1258969" y="102840"/>
                  <a:pt x="1262557" y="100169"/>
                </a:cubicBezTo>
                <a:cubicBezTo>
                  <a:pt x="1266146" y="97498"/>
                  <a:pt x="1269154" y="92925"/>
                  <a:pt x="1271582" y="86449"/>
                </a:cubicBezTo>
                <a:lnTo>
                  <a:pt x="1274092" y="88068"/>
                </a:lnTo>
                <a:cubicBezTo>
                  <a:pt x="1272959" y="95461"/>
                  <a:pt x="1269667" y="102193"/>
                  <a:pt x="1264216" y="108264"/>
                </a:cubicBezTo>
                <a:cubicBezTo>
                  <a:pt x="1258766" y="114335"/>
                  <a:pt x="1251940" y="117370"/>
                  <a:pt x="1243737" y="117370"/>
                </a:cubicBezTo>
                <a:cubicBezTo>
                  <a:pt x="1234834" y="117370"/>
                  <a:pt x="1227211" y="113910"/>
                  <a:pt x="1220871" y="106991"/>
                </a:cubicBezTo>
                <a:cubicBezTo>
                  <a:pt x="1214530" y="100071"/>
                  <a:pt x="1211360" y="90767"/>
                  <a:pt x="1211360" y="79081"/>
                </a:cubicBezTo>
                <a:cubicBezTo>
                  <a:pt x="1211360" y="66426"/>
                  <a:pt x="1214611" y="56559"/>
                  <a:pt x="1221113" y="49478"/>
                </a:cubicBezTo>
                <a:cubicBezTo>
                  <a:pt x="1227616" y="42395"/>
                  <a:pt x="1235778" y="38854"/>
                  <a:pt x="1245599" y="38854"/>
                </a:cubicBezTo>
                <a:cubicBezTo>
                  <a:pt x="1253910" y="38854"/>
                  <a:pt x="1260736" y="41585"/>
                  <a:pt x="1266078" y="47049"/>
                </a:cubicBezTo>
                <a:cubicBezTo>
                  <a:pt x="1271421" y="52511"/>
                  <a:pt x="1274092" y="59817"/>
                  <a:pt x="1274092" y="68965"/>
                </a:cubicBezTo>
                <a:lnTo>
                  <a:pt x="1222854" y="68965"/>
                </a:lnTo>
                <a:moveTo>
                  <a:pt x="1222854" y="64270"/>
                </a:moveTo>
                <a:lnTo>
                  <a:pt x="1257174" y="64270"/>
                </a:lnTo>
                <a:cubicBezTo>
                  <a:pt x="1256904" y="59521"/>
                  <a:pt x="1256338" y="56176"/>
                  <a:pt x="1255474" y="54233"/>
                </a:cubicBezTo>
                <a:cubicBezTo>
                  <a:pt x="1254125" y="51211"/>
                  <a:pt x="1252115" y="48837"/>
                  <a:pt x="1249444" y="47110"/>
                </a:cubicBezTo>
                <a:cubicBezTo>
                  <a:pt x="1246773" y="45383"/>
                  <a:pt x="1243980" y="44520"/>
                  <a:pt x="1241066" y="44520"/>
                </a:cubicBezTo>
                <a:cubicBezTo>
                  <a:pt x="1236587" y="44520"/>
                  <a:pt x="1232581" y="46260"/>
                  <a:pt x="1229046" y="49741"/>
                </a:cubicBezTo>
                <a:cubicBezTo>
                  <a:pt x="1225511" y="53221"/>
                  <a:pt x="1223447" y="58064"/>
                  <a:pt x="1222854" y="6427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EB9E8-D937-4CBE-AE86-ABDF01CD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693" y="4289184"/>
            <a:ext cx="1174240" cy="303921"/>
          </a:xfrm>
          <a:custGeom xmlns:a="http://schemas.openxmlformats.org/drawingml/2006/main">
            <a:pathLst>
              <a:path w="1174240" h="303921">
                <a:moveTo>
                  <a:pt x="0" y="151960"/>
                </a:moveTo>
                <a:lnTo>
                  <a:pt x="234848" y="0"/>
                </a:lnTo>
                <a:lnTo>
                  <a:pt x="939392" y="0"/>
                </a:lnTo>
                <a:lnTo>
                  <a:pt x="1174240" y="151960"/>
                </a:lnTo>
                <a:lnTo>
                  <a:pt x="939392" y="303921"/>
                </a:lnTo>
                <a:lnTo>
                  <a:pt x="234848" y="303921"/>
                </a:lnTo>
                <a:lnTo>
                  <a:pt x="0" y="151960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Success">
            <a:extLst xmlns:a="http://schemas.openxmlformats.org/drawingml/2006/main">
              <a:ext uri="{FF2B5EF4-FFF2-40B4-BE49-F238E27FC236}">
                <a16:creationId xmlns:a16="http://schemas.microsoft.com/office/drawing/2014/main" id="{F4D36D5F-3BB7-4CD9-B041-4418AA4B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707" y="4374445"/>
            <a:ext cx="692886" cy="152824"/>
          </a:xfrm>
          <a:custGeom xmlns:a="http://schemas.openxmlformats.org/drawingml/2006/main">
            <a:pathLst>
              <a:path w="692886" h="152824">
                <a:moveTo>
                  <a:pt x="92385" y="0"/>
                </a:moveTo>
                <a:lnTo>
                  <a:pt x="93572" y="48783"/>
                </a:lnTo>
                <a:lnTo>
                  <a:pt x="89147" y="48783"/>
                </a:lnTo>
                <a:cubicBezTo>
                  <a:pt x="87061" y="36583"/>
                  <a:pt x="81934" y="26769"/>
                  <a:pt x="73768" y="19342"/>
                </a:cubicBezTo>
                <a:cubicBezTo>
                  <a:pt x="65601" y="11916"/>
                  <a:pt x="56769" y="8202"/>
                  <a:pt x="47272" y="8202"/>
                </a:cubicBezTo>
                <a:cubicBezTo>
                  <a:pt x="39933" y="8202"/>
                  <a:pt x="34123" y="10157"/>
                  <a:pt x="29842" y="14068"/>
                </a:cubicBezTo>
                <a:cubicBezTo>
                  <a:pt x="25561" y="17975"/>
                  <a:pt x="23420" y="22476"/>
                  <a:pt x="23420" y="27568"/>
                </a:cubicBezTo>
                <a:cubicBezTo>
                  <a:pt x="23420" y="30795"/>
                  <a:pt x="24176" y="33664"/>
                  <a:pt x="25686" y="36176"/>
                </a:cubicBezTo>
                <a:cubicBezTo>
                  <a:pt x="27773" y="39546"/>
                  <a:pt x="31119" y="42881"/>
                  <a:pt x="35724" y="46179"/>
                </a:cubicBezTo>
                <a:cubicBezTo>
                  <a:pt x="39105" y="48547"/>
                  <a:pt x="46912" y="52743"/>
                  <a:pt x="59144" y="58769"/>
                </a:cubicBezTo>
                <a:cubicBezTo>
                  <a:pt x="76268" y="67161"/>
                  <a:pt x="87816" y="75088"/>
                  <a:pt x="93788" y="82550"/>
                </a:cubicBezTo>
                <a:cubicBezTo>
                  <a:pt x="99688" y="90011"/>
                  <a:pt x="102638" y="98548"/>
                  <a:pt x="102638" y="108163"/>
                </a:cubicBezTo>
                <a:cubicBezTo>
                  <a:pt x="102638" y="120358"/>
                  <a:pt x="97871" y="130851"/>
                  <a:pt x="88338" y="139640"/>
                </a:cubicBezTo>
                <a:cubicBezTo>
                  <a:pt x="78804" y="148429"/>
                  <a:pt x="66699" y="152824"/>
                  <a:pt x="52021" y="152824"/>
                </a:cubicBezTo>
                <a:cubicBezTo>
                  <a:pt x="47416" y="152824"/>
                  <a:pt x="43063" y="152356"/>
                  <a:pt x="38961" y="151421"/>
                </a:cubicBezTo>
                <a:cubicBezTo>
                  <a:pt x="34860" y="150485"/>
                  <a:pt x="29716" y="148723"/>
                  <a:pt x="23528" y="146132"/>
                </a:cubicBezTo>
                <a:cubicBezTo>
                  <a:pt x="20074" y="144693"/>
                  <a:pt x="17232" y="143974"/>
                  <a:pt x="15002" y="143974"/>
                </a:cubicBezTo>
                <a:cubicBezTo>
                  <a:pt x="13131" y="143974"/>
                  <a:pt x="11152" y="144702"/>
                  <a:pt x="9066" y="146159"/>
                </a:cubicBezTo>
                <a:cubicBezTo>
                  <a:pt x="6979" y="147616"/>
                  <a:pt x="5288" y="149838"/>
                  <a:pt x="3993" y="152824"/>
                </a:cubicBezTo>
                <a:lnTo>
                  <a:pt x="0" y="152824"/>
                </a:lnTo>
                <a:lnTo>
                  <a:pt x="0" y="97565"/>
                </a:lnTo>
                <a:lnTo>
                  <a:pt x="3993" y="97565"/>
                </a:lnTo>
                <a:cubicBezTo>
                  <a:pt x="7159" y="113071"/>
                  <a:pt x="13257" y="124898"/>
                  <a:pt x="22287" y="133046"/>
                </a:cubicBezTo>
                <a:cubicBezTo>
                  <a:pt x="31317" y="141195"/>
                  <a:pt x="41048" y="145269"/>
                  <a:pt x="51481" y="145269"/>
                </a:cubicBezTo>
                <a:cubicBezTo>
                  <a:pt x="59539" y="145269"/>
                  <a:pt x="65961" y="143081"/>
                  <a:pt x="70746" y="138706"/>
                </a:cubicBezTo>
                <a:cubicBezTo>
                  <a:pt x="75531" y="134330"/>
                  <a:pt x="77923" y="129237"/>
                  <a:pt x="77923" y="123427"/>
                </a:cubicBezTo>
                <a:cubicBezTo>
                  <a:pt x="77923" y="119985"/>
                  <a:pt x="77006" y="116650"/>
                  <a:pt x="75171" y="113424"/>
                </a:cubicBezTo>
                <a:cubicBezTo>
                  <a:pt x="73336" y="110195"/>
                  <a:pt x="70548" y="107128"/>
                  <a:pt x="66806" y="104223"/>
                </a:cubicBezTo>
                <a:cubicBezTo>
                  <a:pt x="63065" y="101318"/>
                  <a:pt x="56446" y="97535"/>
                  <a:pt x="46948" y="92874"/>
                </a:cubicBezTo>
                <a:cubicBezTo>
                  <a:pt x="33637" y="86347"/>
                  <a:pt x="24068" y="80784"/>
                  <a:pt x="18240" y="76186"/>
                </a:cubicBezTo>
                <a:cubicBezTo>
                  <a:pt x="12412" y="71588"/>
                  <a:pt x="7933" y="66451"/>
                  <a:pt x="4803" y="60776"/>
                </a:cubicBezTo>
                <a:cubicBezTo>
                  <a:pt x="1673" y="55101"/>
                  <a:pt x="108" y="48851"/>
                  <a:pt x="108" y="42027"/>
                </a:cubicBezTo>
                <a:cubicBezTo>
                  <a:pt x="108" y="30389"/>
                  <a:pt x="4389" y="20476"/>
                  <a:pt x="12951" y="12287"/>
                </a:cubicBezTo>
                <a:cubicBezTo>
                  <a:pt x="21513" y="4096"/>
                  <a:pt x="32306" y="0"/>
                  <a:pt x="45329" y="0"/>
                </a:cubicBezTo>
                <a:cubicBezTo>
                  <a:pt x="50078" y="0"/>
                  <a:pt x="54683" y="582"/>
                  <a:pt x="59144" y="1747"/>
                </a:cubicBezTo>
                <a:cubicBezTo>
                  <a:pt x="62525" y="2619"/>
                  <a:pt x="66645" y="4237"/>
                  <a:pt x="71501" y="6600"/>
                </a:cubicBezTo>
                <a:cubicBezTo>
                  <a:pt x="76358" y="8964"/>
                  <a:pt x="79758" y="10145"/>
                  <a:pt x="81700" y="10145"/>
                </a:cubicBezTo>
                <a:cubicBezTo>
                  <a:pt x="83571" y="10145"/>
                  <a:pt x="85046" y="9564"/>
                  <a:pt x="86125" y="8401"/>
                </a:cubicBezTo>
                <a:cubicBezTo>
                  <a:pt x="87205" y="7237"/>
                  <a:pt x="88212" y="4436"/>
                  <a:pt x="89147" y="0"/>
                </a:cubicBezTo>
                <a:lnTo>
                  <a:pt x="92385" y="0"/>
                </a:lnTo>
                <a:close/>
                <a:moveTo>
                  <a:pt x="216359" y="48567"/>
                </a:moveTo>
                <a:lnTo>
                  <a:pt x="216359" y="127569"/>
                </a:lnTo>
                <a:cubicBezTo>
                  <a:pt x="216359" y="135315"/>
                  <a:pt x="217079" y="140147"/>
                  <a:pt x="218518" y="142065"/>
                </a:cubicBezTo>
                <a:cubicBezTo>
                  <a:pt x="219957" y="143983"/>
                  <a:pt x="222871" y="145195"/>
                  <a:pt x="227260" y="145701"/>
                </a:cubicBezTo>
                <a:lnTo>
                  <a:pt x="227260" y="149586"/>
                </a:lnTo>
                <a:lnTo>
                  <a:pt x="186140" y="149586"/>
                </a:lnTo>
                <a:lnTo>
                  <a:pt x="186140" y="136095"/>
                </a:lnTo>
                <a:cubicBezTo>
                  <a:pt x="181319" y="141851"/>
                  <a:pt x="176498" y="146042"/>
                  <a:pt x="171678" y="148669"/>
                </a:cubicBezTo>
                <a:cubicBezTo>
                  <a:pt x="166857" y="151295"/>
                  <a:pt x="161461" y="152608"/>
                  <a:pt x="155489" y="152608"/>
                </a:cubicBezTo>
                <a:cubicBezTo>
                  <a:pt x="149804" y="152608"/>
                  <a:pt x="144750" y="150863"/>
                  <a:pt x="140325" y="147374"/>
                </a:cubicBezTo>
                <a:cubicBezTo>
                  <a:pt x="135900" y="143884"/>
                  <a:pt x="132932" y="139801"/>
                  <a:pt x="131421" y="135124"/>
                </a:cubicBezTo>
                <a:cubicBezTo>
                  <a:pt x="129910" y="130447"/>
                  <a:pt x="129155" y="122281"/>
                  <a:pt x="129155" y="110625"/>
                </a:cubicBezTo>
                <a:lnTo>
                  <a:pt x="129155" y="70584"/>
                </a:lnTo>
                <a:cubicBezTo>
                  <a:pt x="129155" y="62865"/>
                  <a:pt x="128453" y="58059"/>
                  <a:pt x="127050" y="56166"/>
                </a:cubicBezTo>
                <a:cubicBezTo>
                  <a:pt x="125647" y="54272"/>
                  <a:pt x="122715" y="53035"/>
                  <a:pt x="118254" y="52452"/>
                </a:cubicBezTo>
                <a:lnTo>
                  <a:pt x="118254" y="48567"/>
                </a:lnTo>
                <a:lnTo>
                  <a:pt x="159374" y="48567"/>
                </a:lnTo>
                <a:lnTo>
                  <a:pt x="159374" y="117616"/>
                </a:lnTo>
                <a:cubicBezTo>
                  <a:pt x="159374" y="124820"/>
                  <a:pt x="159716" y="129467"/>
                  <a:pt x="160399" y="131556"/>
                </a:cubicBezTo>
                <a:cubicBezTo>
                  <a:pt x="161083" y="133644"/>
                  <a:pt x="162162" y="135230"/>
                  <a:pt x="163637" y="136311"/>
                </a:cubicBezTo>
                <a:cubicBezTo>
                  <a:pt x="165112" y="137390"/>
                  <a:pt x="166821" y="137930"/>
                  <a:pt x="168764" y="137930"/>
                </a:cubicBezTo>
                <a:cubicBezTo>
                  <a:pt x="171354" y="137930"/>
                  <a:pt x="173692" y="137246"/>
                  <a:pt x="175779" y="135879"/>
                </a:cubicBezTo>
                <a:cubicBezTo>
                  <a:pt x="178657" y="134009"/>
                  <a:pt x="182110" y="130231"/>
                  <a:pt x="186140" y="124547"/>
                </a:cubicBezTo>
                <a:lnTo>
                  <a:pt x="186140" y="70584"/>
                </a:lnTo>
                <a:cubicBezTo>
                  <a:pt x="186140" y="62865"/>
                  <a:pt x="185438" y="58059"/>
                  <a:pt x="184035" y="56166"/>
                </a:cubicBezTo>
                <a:cubicBezTo>
                  <a:pt x="182632" y="54272"/>
                  <a:pt x="179700" y="53035"/>
                  <a:pt x="175239" y="52452"/>
                </a:cubicBezTo>
                <a:lnTo>
                  <a:pt x="175239" y="48567"/>
                </a:lnTo>
                <a:lnTo>
                  <a:pt x="216359" y="48567"/>
                </a:lnTo>
                <a:close/>
                <a:moveTo>
                  <a:pt x="324143" y="123491"/>
                </a:moveTo>
                <a:lnTo>
                  <a:pt x="327489" y="126078"/>
                </a:lnTo>
                <a:cubicBezTo>
                  <a:pt x="322740" y="135029"/>
                  <a:pt x="316822" y="141689"/>
                  <a:pt x="309735" y="146058"/>
                </a:cubicBezTo>
                <a:cubicBezTo>
                  <a:pt x="302648" y="150425"/>
                  <a:pt x="295111" y="152608"/>
                  <a:pt x="287125" y="152608"/>
                </a:cubicBezTo>
                <a:cubicBezTo>
                  <a:pt x="273670" y="152608"/>
                  <a:pt x="262913" y="147531"/>
                  <a:pt x="254855" y="137377"/>
                </a:cubicBezTo>
                <a:cubicBezTo>
                  <a:pt x="246796" y="127221"/>
                  <a:pt x="242767" y="115012"/>
                  <a:pt x="242767" y="100753"/>
                </a:cubicBezTo>
                <a:cubicBezTo>
                  <a:pt x="242767" y="86994"/>
                  <a:pt x="246436" y="74894"/>
                  <a:pt x="253775" y="64452"/>
                </a:cubicBezTo>
                <a:cubicBezTo>
                  <a:pt x="262625" y="51847"/>
                  <a:pt x="274821" y="45545"/>
                  <a:pt x="290362" y="45545"/>
                </a:cubicBezTo>
                <a:cubicBezTo>
                  <a:pt x="300795" y="45545"/>
                  <a:pt x="309088" y="48179"/>
                  <a:pt x="315239" y="53447"/>
                </a:cubicBezTo>
                <a:cubicBezTo>
                  <a:pt x="321391" y="58713"/>
                  <a:pt x="324467" y="64593"/>
                  <a:pt x="324467" y="71086"/>
                </a:cubicBezTo>
                <a:cubicBezTo>
                  <a:pt x="324467" y="75199"/>
                  <a:pt x="323226" y="78482"/>
                  <a:pt x="320744" y="80935"/>
                </a:cubicBezTo>
                <a:cubicBezTo>
                  <a:pt x="318261" y="83388"/>
                  <a:pt x="315006" y="84614"/>
                  <a:pt x="310976" y="84614"/>
                </a:cubicBezTo>
                <a:cubicBezTo>
                  <a:pt x="306731" y="84614"/>
                  <a:pt x="303224" y="83207"/>
                  <a:pt x="300453" y="80392"/>
                </a:cubicBezTo>
                <a:cubicBezTo>
                  <a:pt x="297683" y="77574"/>
                  <a:pt x="295975" y="72556"/>
                  <a:pt x="295327" y="65336"/>
                </a:cubicBezTo>
                <a:cubicBezTo>
                  <a:pt x="294895" y="60787"/>
                  <a:pt x="293852" y="57610"/>
                  <a:pt x="292197" y="55805"/>
                </a:cubicBezTo>
                <a:cubicBezTo>
                  <a:pt x="290542" y="54001"/>
                  <a:pt x="288600" y="53100"/>
                  <a:pt x="286369" y="53100"/>
                </a:cubicBezTo>
                <a:cubicBezTo>
                  <a:pt x="282915" y="53100"/>
                  <a:pt x="279965" y="54935"/>
                  <a:pt x="277519" y="58604"/>
                </a:cubicBezTo>
                <a:cubicBezTo>
                  <a:pt x="273778" y="64144"/>
                  <a:pt x="271907" y="72634"/>
                  <a:pt x="271907" y="84075"/>
                </a:cubicBezTo>
                <a:cubicBezTo>
                  <a:pt x="271907" y="93572"/>
                  <a:pt x="273418" y="102656"/>
                  <a:pt x="276440" y="111326"/>
                </a:cubicBezTo>
                <a:cubicBezTo>
                  <a:pt x="279462" y="119996"/>
                  <a:pt x="283599" y="126454"/>
                  <a:pt x="288851" y="130699"/>
                </a:cubicBezTo>
                <a:cubicBezTo>
                  <a:pt x="292809" y="133793"/>
                  <a:pt x="297485" y="135340"/>
                  <a:pt x="302882" y="135340"/>
                </a:cubicBezTo>
                <a:cubicBezTo>
                  <a:pt x="306407" y="135340"/>
                  <a:pt x="309753" y="134515"/>
                  <a:pt x="312919" y="132864"/>
                </a:cubicBezTo>
                <a:cubicBezTo>
                  <a:pt x="316085" y="131212"/>
                  <a:pt x="319826" y="128087"/>
                  <a:pt x="324143" y="123491"/>
                </a:cubicBezTo>
                <a:close/>
                <a:moveTo>
                  <a:pt x="422283" y="123491"/>
                </a:moveTo>
                <a:lnTo>
                  <a:pt x="425628" y="126078"/>
                </a:lnTo>
                <a:cubicBezTo>
                  <a:pt x="420880" y="135029"/>
                  <a:pt x="414962" y="141689"/>
                  <a:pt x="407875" y="146058"/>
                </a:cubicBezTo>
                <a:cubicBezTo>
                  <a:pt x="400787" y="150425"/>
                  <a:pt x="393251" y="152608"/>
                  <a:pt x="385264" y="152608"/>
                </a:cubicBezTo>
                <a:cubicBezTo>
                  <a:pt x="371809" y="152608"/>
                  <a:pt x="361052" y="147531"/>
                  <a:pt x="352994" y="137377"/>
                </a:cubicBezTo>
                <a:cubicBezTo>
                  <a:pt x="344935" y="127221"/>
                  <a:pt x="340906" y="115012"/>
                  <a:pt x="340906" y="100753"/>
                </a:cubicBezTo>
                <a:cubicBezTo>
                  <a:pt x="340906" y="86994"/>
                  <a:pt x="344576" y="74894"/>
                  <a:pt x="351915" y="64452"/>
                </a:cubicBezTo>
                <a:cubicBezTo>
                  <a:pt x="360765" y="51847"/>
                  <a:pt x="372960" y="45545"/>
                  <a:pt x="388502" y="45545"/>
                </a:cubicBezTo>
                <a:cubicBezTo>
                  <a:pt x="398935" y="45545"/>
                  <a:pt x="407227" y="48179"/>
                  <a:pt x="413379" y="53447"/>
                </a:cubicBezTo>
                <a:cubicBezTo>
                  <a:pt x="419531" y="58713"/>
                  <a:pt x="422607" y="64593"/>
                  <a:pt x="422607" y="71086"/>
                </a:cubicBezTo>
                <a:cubicBezTo>
                  <a:pt x="422607" y="75199"/>
                  <a:pt x="421365" y="78482"/>
                  <a:pt x="418883" y="80935"/>
                </a:cubicBezTo>
                <a:cubicBezTo>
                  <a:pt x="416401" y="83388"/>
                  <a:pt x="413145" y="84614"/>
                  <a:pt x="409116" y="84614"/>
                </a:cubicBezTo>
                <a:cubicBezTo>
                  <a:pt x="404871" y="84614"/>
                  <a:pt x="401363" y="83207"/>
                  <a:pt x="398593" y="80392"/>
                </a:cubicBezTo>
                <a:cubicBezTo>
                  <a:pt x="395823" y="77574"/>
                  <a:pt x="394114" y="72556"/>
                  <a:pt x="393466" y="65336"/>
                </a:cubicBezTo>
                <a:cubicBezTo>
                  <a:pt x="393035" y="60787"/>
                  <a:pt x="391991" y="57610"/>
                  <a:pt x="390336" y="55805"/>
                </a:cubicBezTo>
                <a:cubicBezTo>
                  <a:pt x="388682" y="54001"/>
                  <a:pt x="386739" y="53100"/>
                  <a:pt x="384508" y="53100"/>
                </a:cubicBezTo>
                <a:cubicBezTo>
                  <a:pt x="381055" y="53100"/>
                  <a:pt x="378105" y="54935"/>
                  <a:pt x="375659" y="58604"/>
                </a:cubicBezTo>
                <a:cubicBezTo>
                  <a:pt x="371917" y="64144"/>
                  <a:pt x="370046" y="72634"/>
                  <a:pt x="370046" y="84075"/>
                </a:cubicBezTo>
                <a:cubicBezTo>
                  <a:pt x="370046" y="93572"/>
                  <a:pt x="371557" y="102656"/>
                  <a:pt x="374579" y="111326"/>
                </a:cubicBezTo>
                <a:cubicBezTo>
                  <a:pt x="377601" y="119996"/>
                  <a:pt x="381738" y="126454"/>
                  <a:pt x="386991" y="130699"/>
                </a:cubicBezTo>
                <a:cubicBezTo>
                  <a:pt x="390948" y="133793"/>
                  <a:pt x="395625" y="135340"/>
                  <a:pt x="401021" y="135340"/>
                </a:cubicBezTo>
                <a:cubicBezTo>
                  <a:pt x="404547" y="135340"/>
                  <a:pt x="407893" y="134515"/>
                  <a:pt x="411058" y="132864"/>
                </a:cubicBezTo>
                <a:cubicBezTo>
                  <a:pt x="414224" y="131212"/>
                  <a:pt x="417966" y="128087"/>
                  <a:pt x="422283" y="123491"/>
                </a:cubicBezTo>
                <a:close/>
                <a:moveTo>
                  <a:pt x="523551" y="95407"/>
                </a:moveTo>
                <a:lnTo>
                  <a:pt x="468185" y="95407"/>
                </a:lnTo>
                <a:cubicBezTo>
                  <a:pt x="468832" y="108826"/>
                  <a:pt x="472394" y="119431"/>
                  <a:pt x="478869" y="127222"/>
                </a:cubicBezTo>
                <a:cubicBezTo>
                  <a:pt x="483834" y="133209"/>
                  <a:pt x="489806" y="136203"/>
                  <a:pt x="496785" y="136203"/>
                </a:cubicBezTo>
                <a:cubicBezTo>
                  <a:pt x="501102" y="136203"/>
                  <a:pt x="505023" y="134998"/>
                  <a:pt x="508549" y="132588"/>
                </a:cubicBezTo>
                <a:cubicBezTo>
                  <a:pt x="512075" y="130177"/>
                  <a:pt x="515852" y="125842"/>
                  <a:pt x="519881" y="119582"/>
                </a:cubicBezTo>
                <a:lnTo>
                  <a:pt x="523551" y="121957"/>
                </a:lnTo>
                <a:cubicBezTo>
                  <a:pt x="518083" y="133109"/>
                  <a:pt x="512039" y="141006"/>
                  <a:pt x="505419" y="145647"/>
                </a:cubicBezTo>
                <a:cubicBezTo>
                  <a:pt x="498800" y="150288"/>
                  <a:pt x="491137" y="152608"/>
                  <a:pt x="482431" y="152608"/>
                </a:cubicBezTo>
                <a:cubicBezTo>
                  <a:pt x="467465" y="152608"/>
                  <a:pt x="456133" y="146846"/>
                  <a:pt x="448434" y="135323"/>
                </a:cubicBezTo>
                <a:cubicBezTo>
                  <a:pt x="442246" y="126032"/>
                  <a:pt x="439152" y="114509"/>
                  <a:pt x="439152" y="100753"/>
                </a:cubicBezTo>
                <a:cubicBezTo>
                  <a:pt x="439152" y="83898"/>
                  <a:pt x="443703" y="70484"/>
                  <a:pt x="452805" y="60510"/>
                </a:cubicBezTo>
                <a:cubicBezTo>
                  <a:pt x="461907" y="50533"/>
                  <a:pt x="472574" y="45545"/>
                  <a:pt x="484805" y="45545"/>
                </a:cubicBezTo>
                <a:cubicBezTo>
                  <a:pt x="495022" y="45545"/>
                  <a:pt x="503890" y="49736"/>
                  <a:pt x="511409" y="58118"/>
                </a:cubicBezTo>
                <a:cubicBezTo>
                  <a:pt x="518928" y="66501"/>
                  <a:pt x="522975" y="78930"/>
                  <a:pt x="523551" y="95407"/>
                </a:cubicBezTo>
                <a:moveTo>
                  <a:pt x="497001" y="88284"/>
                </a:moveTo>
                <a:cubicBezTo>
                  <a:pt x="497001" y="76700"/>
                  <a:pt x="496371" y="68749"/>
                  <a:pt x="495112" y="64432"/>
                </a:cubicBezTo>
                <a:cubicBezTo>
                  <a:pt x="493853" y="60115"/>
                  <a:pt x="491892" y="56841"/>
                  <a:pt x="489230" y="54611"/>
                </a:cubicBezTo>
                <a:cubicBezTo>
                  <a:pt x="487719" y="53316"/>
                  <a:pt x="485705" y="52668"/>
                  <a:pt x="483186" y="52668"/>
                </a:cubicBezTo>
                <a:cubicBezTo>
                  <a:pt x="479445" y="52668"/>
                  <a:pt x="476387" y="54503"/>
                  <a:pt x="474013" y="58172"/>
                </a:cubicBezTo>
                <a:cubicBezTo>
                  <a:pt x="469768" y="64576"/>
                  <a:pt x="467645" y="73354"/>
                  <a:pt x="467645" y="84506"/>
                </a:cubicBezTo>
                <a:lnTo>
                  <a:pt x="467645" y="88284"/>
                </a:lnTo>
                <a:lnTo>
                  <a:pt x="497001" y="88284"/>
                </a:lnTo>
                <a:close/>
                <a:moveTo>
                  <a:pt x="599997" y="45977"/>
                </a:moveTo>
                <a:lnTo>
                  <a:pt x="601616" y="80513"/>
                </a:lnTo>
                <a:lnTo>
                  <a:pt x="597946" y="80513"/>
                </a:lnTo>
                <a:cubicBezTo>
                  <a:pt x="593557" y="70213"/>
                  <a:pt x="589007" y="63177"/>
                  <a:pt x="584294" y="59407"/>
                </a:cubicBezTo>
                <a:cubicBezTo>
                  <a:pt x="579581" y="55634"/>
                  <a:pt x="574886" y="53747"/>
                  <a:pt x="570209" y="53747"/>
                </a:cubicBezTo>
                <a:cubicBezTo>
                  <a:pt x="567259" y="53747"/>
                  <a:pt x="564741" y="54737"/>
                  <a:pt x="562655" y="56715"/>
                </a:cubicBezTo>
                <a:cubicBezTo>
                  <a:pt x="560568" y="58694"/>
                  <a:pt x="559525" y="60978"/>
                  <a:pt x="559525" y="63569"/>
                </a:cubicBezTo>
                <a:cubicBezTo>
                  <a:pt x="559525" y="65511"/>
                  <a:pt x="560244" y="67382"/>
                  <a:pt x="561683" y="69181"/>
                </a:cubicBezTo>
                <a:cubicBezTo>
                  <a:pt x="563986" y="72131"/>
                  <a:pt x="570425" y="77185"/>
                  <a:pt x="581002" y="84345"/>
                </a:cubicBezTo>
                <a:cubicBezTo>
                  <a:pt x="591579" y="91504"/>
                  <a:pt x="598540" y="97583"/>
                  <a:pt x="601886" y="102584"/>
                </a:cubicBezTo>
                <a:cubicBezTo>
                  <a:pt x="605231" y="107585"/>
                  <a:pt x="606904" y="113179"/>
                  <a:pt x="606904" y="119367"/>
                </a:cubicBezTo>
                <a:cubicBezTo>
                  <a:pt x="606904" y="124979"/>
                  <a:pt x="605501" y="130483"/>
                  <a:pt x="602695" y="135879"/>
                </a:cubicBezTo>
                <a:cubicBezTo>
                  <a:pt x="599889" y="141276"/>
                  <a:pt x="595932" y="145413"/>
                  <a:pt x="590823" y="148291"/>
                </a:cubicBezTo>
                <a:cubicBezTo>
                  <a:pt x="585715" y="151169"/>
                  <a:pt x="580067" y="152608"/>
                  <a:pt x="573879" y="152608"/>
                </a:cubicBezTo>
                <a:cubicBezTo>
                  <a:pt x="569058" y="152608"/>
                  <a:pt x="562619" y="151069"/>
                  <a:pt x="554560" y="147991"/>
                </a:cubicBezTo>
                <a:cubicBezTo>
                  <a:pt x="552401" y="147184"/>
                  <a:pt x="550926" y="146780"/>
                  <a:pt x="550135" y="146780"/>
                </a:cubicBezTo>
                <a:cubicBezTo>
                  <a:pt x="547761" y="146780"/>
                  <a:pt x="545782" y="148579"/>
                  <a:pt x="544199" y="152176"/>
                </a:cubicBezTo>
                <a:lnTo>
                  <a:pt x="540638" y="152176"/>
                </a:lnTo>
                <a:lnTo>
                  <a:pt x="538911" y="115913"/>
                </a:lnTo>
                <a:lnTo>
                  <a:pt x="542580" y="115913"/>
                </a:lnTo>
                <a:cubicBezTo>
                  <a:pt x="545818" y="125411"/>
                  <a:pt x="550261" y="132534"/>
                  <a:pt x="555909" y="137282"/>
                </a:cubicBezTo>
                <a:cubicBezTo>
                  <a:pt x="561557" y="142031"/>
                  <a:pt x="566900" y="144406"/>
                  <a:pt x="571936" y="144406"/>
                </a:cubicBezTo>
                <a:cubicBezTo>
                  <a:pt x="575390" y="144406"/>
                  <a:pt x="578214" y="143344"/>
                  <a:pt x="580408" y="141222"/>
                </a:cubicBezTo>
                <a:cubicBezTo>
                  <a:pt x="582603" y="139099"/>
                  <a:pt x="583700" y="136527"/>
                  <a:pt x="583700" y="133505"/>
                </a:cubicBezTo>
                <a:cubicBezTo>
                  <a:pt x="583700" y="130051"/>
                  <a:pt x="582621" y="127065"/>
                  <a:pt x="580462" y="124547"/>
                </a:cubicBezTo>
                <a:cubicBezTo>
                  <a:pt x="578304" y="122029"/>
                  <a:pt x="573483" y="118215"/>
                  <a:pt x="566000" y="113107"/>
                </a:cubicBezTo>
                <a:cubicBezTo>
                  <a:pt x="554992" y="105480"/>
                  <a:pt x="547869" y="99652"/>
                  <a:pt x="544631" y="95623"/>
                </a:cubicBezTo>
                <a:cubicBezTo>
                  <a:pt x="539882" y="89723"/>
                  <a:pt x="537508" y="83211"/>
                  <a:pt x="537508" y="76088"/>
                </a:cubicBezTo>
                <a:cubicBezTo>
                  <a:pt x="537508" y="68317"/>
                  <a:pt x="540188" y="61284"/>
                  <a:pt x="545548" y="54989"/>
                </a:cubicBezTo>
                <a:cubicBezTo>
                  <a:pt x="550909" y="48693"/>
                  <a:pt x="558661" y="45545"/>
                  <a:pt x="568806" y="45545"/>
                </a:cubicBezTo>
                <a:cubicBezTo>
                  <a:pt x="574275" y="45545"/>
                  <a:pt x="579563" y="46928"/>
                  <a:pt x="584671" y="49693"/>
                </a:cubicBezTo>
                <a:cubicBezTo>
                  <a:pt x="586614" y="50813"/>
                  <a:pt x="588197" y="51373"/>
                  <a:pt x="589420" y="51373"/>
                </a:cubicBezTo>
                <a:cubicBezTo>
                  <a:pt x="590715" y="51373"/>
                  <a:pt x="591759" y="51103"/>
                  <a:pt x="592550" y="50564"/>
                </a:cubicBezTo>
                <a:cubicBezTo>
                  <a:pt x="593342" y="50024"/>
                  <a:pt x="594601" y="48495"/>
                  <a:pt x="596328" y="45977"/>
                </a:cubicBezTo>
                <a:lnTo>
                  <a:pt x="599997" y="45977"/>
                </a:lnTo>
                <a:close/>
                <a:moveTo>
                  <a:pt x="685978" y="45977"/>
                </a:moveTo>
                <a:lnTo>
                  <a:pt x="687597" y="80513"/>
                </a:lnTo>
                <a:lnTo>
                  <a:pt x="683928" y="80513"/>
                </a:lnTo>
                <a:cubicBezTo>
                  <a:pt x="679539" y="70213"/>
                  <a:pt x="674988" y="63177"/>
                  <a:pt x="670275" y="59407"/>
                </a:cubicBezTo>
                <a:cubicBezTo>
                  <a:pt x="665562" y="55634"/>
                  <a:pt x="660867" y="53747"/>
                  <a:pt x="656191" y="53747"/>
                </a:cubicBezTo>
                <a:cubicBezTo>
                  <a:pt x="653241" y="53747"/>
                  <a:pt x="650722" y="54737"/>
                  <a:pt x="648636" y="56715"/>
                </a:cubicBezTo>
                <a:cubicBezTo>
                  <a:pt x="646549" y="58694"/>
                  <a:pt x="645506" y="60978"/>
                  <a:pt x="645506" y="63569"/>
                </a:cubicBezTo>
                <a:cubicBezTo>
                  <a:pt x="645506" y="65511"/>
                  <a:pt x="646225" y="67382"/>
                  <a:pt x="647664" y="69181"/>
                </a:cubicBezTo>
                <a:cubicBezTo>
                  <a:pt x="649967" y="72131"/>
                  <a:pt x="656407" y="77185"/>
                  <a:pt x="666983" y="84345"/>
                </a:cubicBezTo>
                <a:cubicBezTo>
                  <a:pt x="677560" y="91504"/>
                  <a:pt x="684521" y="97583"/>
                  <a:pt x="687867" y="102584"/>
                </a:cubicBezTo>
                <a:cubicBezTo>
                  <a:pt x="691213" y="107585"/>
                  <a:pt x="692886" y="113179"/>
                  <a:pt x="692886" y="119367"/>
                </a:cubicBezTo>
                <a:cubicBezTo>
                  <a:pt x="692886" y="124979"/>
                  <a:pt x="691483" y="130483"/>
                  <a:pt x="688677" y="135879"/>
                </a:cubicBezTo>
                <a:cubicBezTo>
                  <a:pt x="685870" y="141276"/>
                  <a:pt x="681913" y="145413"/>
                  <a:pt x="676805" y="148291"/>
                </a:cubicBezTo>
                <a:cubicBezTo>
                  <a:pt x="671696" y="151169"/>
                  <a:pt x="666048" y="152608"/>
                  <a:pt x="659860" y="152608"/>
                </a:cubicBezTo>
                <a:cubicBezTo>
                  <a:pt x="655039" y="152608"/>
                  <a:pt x="648600" y="151069"/>
                  <a:pt x="640541" y="147991"/>
                </a:cubicBezTo>
                <a:cubicBezTo>
                  <a:pt x="638383" y="147184"/>
                  <a:pt x="636908" y="146780"/>
                  <a:pt x="636116" y="146780"/>
                </a:cubicBezTo>
                <a:cubicBezTo>
                  <a:pt x="633742" y="146780"/>
                  <a:pt x="631763" y="148579"/>
                  <a:pt x="630180" y="152176"/>
                </a:cubicBezTo>
                <a:lnTo>
                  <a:pt x="626619" y="152176"/>
                </a:lnTo>
                <a:lnTo>
                  <a:pt x="624892" y="115913"/>
                </a:lnTo>
                <a:lnTo>
                  <a:pt x="628562" y="115913"/>
                </a:lnTo>
                <a:cubicBezTo>
                  <a:pt x="631799" y="125411"/>
                  <a:pt x="636242" y="132534"/>
                  <a:pt x="641890" y="137282"/>
                </a:cubicBezTo>
                <a:cubicBezTo>
                  <a:pt x="647539" y="142031"/>
                  <a:pt x="652881" y="144406"/>
                  <a:pt x="657917" y="144406"/>
                </a:cubicBezTo>
                <a:cubicBezTo>
                  <a:pt x="661371" y="144406"/>
                  <a:pt x="664195" y="143344"/>
                  <a:pt x="666390" y="141222"/>
                </a:cubicBezTo>
                <a:cubicBezTo>
                  <a:pt x="668584" y="139099"/>
                  <a:pt x="669681" y="136527"/>
                  <a:pt x="669681" y="133505"/>
                </a:cubicBezTo>
                <a:cubicBezTo>
                  <a:pt x="669681" y="130051"/>
                  <a:pt x="668602" y="127065"/>
                  <a:pt x="666444" y="124547"/>
                </a:cubicBezTo>
                <a:cubicBezTo>
                  <a:pt x="664285" y="122029"/>
                  <a:pt x="659464" y="118215"/>
                  <a:pt x="651982" y="113107"/>
                </a:cubicBezTo>
                <a:cubicBezTo>
                  <a:pt x="640973" y="105480"/>
                  <a:pt x="633850" y="99652"/>
                  <a:pt x="630612" y="95623"/>
                </a:cubicBezTo>
                <a:cubicBezTo>
                  <a:pt x="625863" y="89723"/>
                  <a:pt x="623489" y="83211"/>
                  <a:pt x="623489" y="76088"/>
                </a:cubicBezTo>
                <a:cubicBezTo>
                  <a:pt x="623489" y="68317"/>
                  <a:pt x="626169" y="61284"/>
                  <a:pt x="631529" y="54989"/>
                </a:cubicBezTo>
                <a:cubicBezTo>
                  <a:pt x="636890" y="48693"/>
                  <a:pt x="644643" y="45545"/>
                  <a:pt x="654788" y="45545"/>
                </a:cubicBezTo>
                <a:cubicBezTo>
                  <a:pt x="660256" y="45545"/>
                  <a:pt x="665544" y="46928"/>
                  <a:pt x="670653" y="49693"/>
                </a:cubicBezTo>
                <a:cubicBezTo>
                  <a:pt x="672595" y="50813"/>
                  <a:pt x="674178" y="51373"/>
                  <a:pt x="675402" y="51373"/>
                </a:cubicBezTo>
                <a:cubicBezTo>
                  <a:pt x="676697" y="51373"/>
                  <a:pt x="677740" y="51103"/>
                  <a:pt x="678531" y="50564"/>
                </a:cubicBezTo>
                <a:cubicBezTo>
                  <a:pt x="679323" y="50024"/>
                  <a:pt x="680582" y="48495"/>
                  <a:pt x="682309" y="45977"/>
                </a:cubicBezTo>
                <a:lnTo>
                  <a:pt x="685978" y="459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D2DEE-D69B-4F91-96A6-FD138A65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650" y="469451"/>
            <a:ext cx="1181147" cy="303921"/>
          </a:xfrm>
          <a:custGeom xmlns:a="http://schemas.openxmlformats.org/drawingml/2006/main">
            <a:pathLst>
              <a:path w="1181147" h="303921">
                <a:moveTo>
                  <a:pt x="0" y="151960"/>
                </a:moveTo>
                <a:lnTo>
                  <a:pt x="236211" y="0"/>
                </a:lnTo>
                <a:lnTo>
                  <a:pt x="944936" y="0"/>
                </a:lnTo>
                <a:lnTo>
                  <a:pt x="1181147" y="151960"/>
                </a:lnTo>
                <a:lnTo>
                  <a:pt x="944936" y="303921"/>
                </a:lnTo>
                <a:lnTo>
                  <a:pt x="236211" y="303921"/>
                </a:lnTo>
                <a:lnTo>
                  <a:pt x="0" y="151960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Success">
            <a:extLst xmlns:a="http://schemas.openxmlformats.org/drawingml/2006/main">
              <a:ext uri="{FF2B5EF4-FFF2-40B4-BE49-F238E27FC236}">
                <a16:creationId xmlns:a16="http://schemas.microsoft.com/office/drawing/2014/main" id="{06FEA596-4785-4980-98E1-762C5189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69" y="554713"/>
            <a:ext cx="692887" cy="152824"/>
          </a:xfrm>
          <a:custGeom xmlns:a="http://schemas.openxmlformats.org/drawingml/2006/main">
            <a:pathLst>
              <a:path w="692887" h="152824">
                <a:moveTo>
                  <a:pt x="92385" y="0"/>
                </a:moveTo>
                <a:lnTo>
                  <a:pt x="93572" y="48783"/>
                </a:lnTo>
                <a:lnTo>
                  <a:pt x="89147" y="48783"/>
                </a:lnTo>
                <a:cubicBezTo>
                  <a:pt x="87061" y="36583"/>
                  <a:pt x="81934" y="26769"/>
                  <a:pt x="73768" y="19342"/>
                </a:cubicBezTo>
                <a:cubicBezTo>
                  <a:pt x="65601" y="11916"/>
                  <a:pt x="56769" y="8202"/>
                  <a:pt x="47272" y="8202"/>
                </a:cubicBezTo>
                <a:cubicBezTo>
                  <a:pt x="39933" y="8202"/>
                  <a:pt x="34123" y="10157"/>
                  <a:pt x="29842" y="14068"/>
                </a:cubicBezTo>
                <a:cubicBezTo>
                  <a:pt x="25561" y="17975"/>
                  <a:pt x="23420" y="22476"/>
                  <a:pt x="23420" y="27568"/>
                </a:cubicBezTo>
                <a:cubicBezTo>
                  <a:pt x="23420" y="30795"/>
                  <a:pt x="24176" y="33664"/>
                  <a:pt x="25686" y="36176"/>
                </a:cubicBezTo>
                <a:cubicBezTo>
                  <a:pt x="27773" y="39546"/>
                  <a:pt x="31119" y="42881"/>
                  <a:pt x="35724" y="46179"/>
                </a:cubicBezTo>
                <a:cubicBezTo>
                  <a:pt x="39105" y="48547"/>
                  <a:pt x="46912" y="52743"/>
                  <a:pt x="59144" y="58769"/>
                </a:cubicBezTo>
                <a:cubicBezTo>
                  <a:pt x="76268" y="67161"/>
                  <a:pt x="87816" y="75088"/>
                  <a:pt x="93788" y="82550"/>
                </a:cubicBezTo>
                <a:cubicBezTo>
                  <a:pt x="99688" y="90011"/>
                  <a:pt x="102638" y="98548"/>
                  <a:pt x="102638" y="108163"/>
                </a:cubicBezTo>
                <a:cubicBezTo>
                  <a:pt x="102638" y="120358"/>
                  <a:pt x="97871" y="130851"/>
                  <a:pt x="88338" y="139640"/>
                </a:cubicBezTo>
                <a:cubicBezTo>
                  <a:pt x="78804" y="148429"/>
                  <a:pt x="66699" y="152824"/>
                  <a:pt x="52021" y="152824"/>
                </a:cubicBezTo>
                <a:cubicBezTo>
                  <a:pt x="47416" y="152824"/>
                  <a:pt x="43063" y="152356"/>
                  <a:pt x="38961" y="151421"/>
                </a:cubicBezTo>
                <a:cubicBezTo>
                  <a:pt x="34860" y="150485"/>
                  <a:pt x="29716" y="148723"/>
                  <a:pt x="23528" y="146132"/>
                </a:cubicBezTo>
                <a:cubicBezTo>
                  <a:pt x="20074" y="144693"/>
                  <a:pt x="17232" y="143974"/>
                  <a:pt x="15002" y="143974"/>
                </a:cubicBezTo>
                <a:cubicBezTo>
                  <a:pt x="13131" y="143974"/>
                  <a:pt x="11152" y="144702"/>
                  <a:pt x="9066" y="146159"/>
                </a:cubicBezTo>
                <a:cubicBezTo>
                  <a:pt x="6979" y="147616"/>
                  <a:pt x="5288" y="149838"/>
                  <a:pt x="3993" y="152824"/>
                </a:cubicBezTo>
                <a:lnTo>
                  <a:pt x="0" y="152824"/>
                </a:lnTo>
                <a:lnTo>
                  <a:pt x="0" y="97565"/>
                </a:lnTo>
                <a:lnTo>
                  <a:pt x="3993" y="97565"/>
                </a:lnTo>
                <a:cubicBezTo>
                  <a:pt x="7159" y="113071"/>
                  <a:pt x="13257" y="124898"/>
                  <a:pt x="22287" y="133046"/>
                </a:cubicBezTo>
                <a:cubicBezTo>
                  <a:pt x="31317" y="141195"/>
                  <a:pt x="41048" y="145269"/>
                  <a:pt x="51481" y="145269"/>
                </a:cubicBezTo>
                <a:cubicBezTo>
                  <a:pt x="59539" y="145269"/>
                  <a:pt x="65961" y="143081"/>
                  <a:pt x="70746" y="138706"/>
                </a:cubicBezTo>
                <a:cubicBezTo>
                  <a:pt x="75531" y="134330"/>
                  <a:pt x="77923" y="129237"/>
                  <a:pt x="77923" y="123427"/>
                </a:cubicBezTo>
                <a:cubicBezTo>
                  <a:pt x="77923" y="119985"/>
                  <a:pt x="77006" y="116650"/>
                  <a:pt x="75171" y="113424"/>
                </a:cubicBezTo>
                <a:cubicBezTo>
                  <a:pt x="73336" y="110195"/>
                  <a:pt x="70548" y="107128"/>
                  <a:pt x="66806" y="104223"/>
                </a:cubicBezTo>
                <a:cubicBezTo>
                  <a:pt x="63065" y="101318"/>
                  <a:pt x="56446" y="97535"/>
                  <a:pt x="46948" y="92874"/>
                </a:cubicBezTo>
                <a:cubicBezTo>
                  <a:pt x="33637" y="86347"/>
                  <a:pt x="24068" y="80784"/>
                  <a:pt x="18240" y="76186"/>
                </a:cubicBezTo>
                <a:cubicBezTo>
                  <a:pt x="12412" y="71588"/>
                  <a:pt x="7933" y="66451"/>
                  <a:pt x="4803" y="60776"/>
                </a:cubicBezTo>
                <a:cubicBezTo>
                  <a:pt x="1673" y="55101"/>
                  <a:pt x="108" y="48851"/>
                  <a:pt x="108" y="42027"/>
                </a:cubicBezTo>
                <a:cubicBezTo>
                  <a:pt x="108" y="30389"/>
                  <a:pt x="4389" y="20476"/>
                  <a:pt x="12951" y="12287"/>
                </a:cubicBezTo>
                <a:cubicBezTo>
                  <a:pt x="21513" y="4096"/>
                  <a:pt x="32306" y="0"/>
                  <a:pt x="45329" y="0"/>
                </a:cubicBezTo>
                <a:cubicBezTo>
                  <a:pt x="50078" y="0"/>
                  <a:pt x="54683" y="582"/>
                  <a:pt x="59144" y="1747"/>
                </a:cubicBezTo>
                <a:cubicBezTo>
                  <a:pt x="62525" y="2619"/>
                  <a:pt x="66645" y="4237"/>
                  <a:pt x="71501" y="6600"/>
                </a:cubicBezTo>
                <a:cubicBezTo>
                  <a:pt x="76358" y="8964"/>
                  <a:pt x="79758" y="10145"/>
                  <a:pt x="81700" y="10145"/>
                </a:cubicBezTo>
                <a:cubicBezTo>
                  <a:pt x="83571" y="10145"/>
                  <a:pt x="85046" y="9564"/>
                  <a:pt x="86125" y="8401"/>
                </a:cubicBezTo>
                <a:cubicBezTo>
                  <a:pt x="87205" y="7237"/>
                  <a:pt x="88212" y="4436"/>
                  <a:pt x="89147" y="0"/>
                </a:cubicBezTo>
                <a:lnTo>
                  <a:pt x="92385" y="0"/>
                </a:lnTo>
                <a:close/>
                <a:moveTo>
                  <a:pt x="216359" y="48567"/>
                </a:moveTo>
                <a:lnTo>
                  <a:pt x="216359" y="127569"/>
                </a:lnTo>
                <a:cubicBezTo>
                  <a:pt x="216359" y="135315"/>
                  <a:pt x="217078" y="140147"/>
                  <a:pt x="218517" y="142065"/>
                </a:cubicBezTo>
                <a:cubicBezTo>
                  <a:pt x="219956" y="143983"/>
                  <a:pt x="222870" y="145195"/>
                  <a:pt x="227259" y="145701"/>
                </a:cubicBezTo>
                <a:lnTo>
                  <a:pt x="227259" y="149586"/>
                </a:lnTo>
                <a:lnTo>
                  <a:pt x="186139" y="149586"/>
                </a:lnTo>
                <a:lnTo>
                  <a:pt x="186139" y="136095"/>
                </a:lnTo>
                <a:cubicBezTo>
                  <a:pt x="181319" y="141851"/>
                  <a:pt x="176498" y="146042"/>
                  <a:pt x="171677" y="148669"/>
                </a:cubicBezTo>
                <a:cubicBezTo>
                  <a:pt x="166857" y="151295"/>
                  <a:pt x="161460" y="152608"/>
                  <a:pt x="155488" y="152608"/>
                </a:cubicBezTo>
                <a:cubicBezTo>
                  <a:pt x="149804" y="152608"/>
                  <a:pt x="144750" y="150863"/>
                  <a:pt x="140325" y="147374"/>
                </a:cubicBezTo>
                <a:cubicBezTo>
                  <a:pt x="135900" y="143884"/>
                  <a:pt x="132932" y="139801"/>
                  <a:pt x="131421" y="135124"/>
                </a:cubicBezTo>
                <a:cubicBezTo>
                  <a:pt x="129910" y="130447"/>
                  <a:pt x="129154" y="122281"/>
                  <a:pt x="129154" y="110625"/>
                </a:cubicBezTo>
                <a:lnTo>
                  <a:pt x="129154" y="70584"/>
                </a:lnTo>
                <a:cubicBezTo>
                  <a:pt x="129154" y="62865"/>
                  <a:pt x="128453" y="58059"/>
                  <a:pt x="127050" y="56166"/>
                </a:cubicBezTo>
                <a:cubicBezTo>
                  <a:pt x="125647" y="54272"/>
                  <a:pt x="122715" y="53035"/>
                  <a:pt x="118254" y="52452"/>
                </a:cubicBezTo>
                <a:lnTo>
                  <a:pt x="118254" y="48567"/>
                </a:lnTo>
                <a:lnTo>
                  <a:pt x="159374" y="48567"/>
                </a:lnTo>
                <a:lnTo>
                  <a:pt x="159374" y="117616"/>
                </a:lnTo>
                <a:cubicBezTo>
                  <a:pt x="159374" y="124820"/>
                  <a:pt x="159715" y="129467"/>
                  <a:pt x="160399" y="131556"/>
                </a:cubicBezTo>
                <a:cubicBezTo>
                  <a:pt x="161082" y="133644"/>
                  <a:pt x="162162" y="135230"/>
                  <a:pt x="163637" y="136311"/>
                </a:cubicBezTo>
                <a:cubicBezTo>
                  <a:pt x="165112" y="137390"/>
                  <a:pt x="166821" y="137930"/>
                  <a:pt x="168763" y="137930"/>
                </a:cubicBezTo>
                <a:cubicBezTo>
                  <a:pt x="171353" y="137930"/>
                  <a:pt x="173692" y="137246"/>
                  <a:pt x="175778" y="135879"/>
                </a:cubicBezTo>
                <a:cubicBezTo>
                  <a:pt x="178656" y="134009"/>
                  <a:pt x="182110" y="130231"/>
                  <a:pt x="186139" y="124547"/>
                </a:cubicBezTo>
                <a:lnTo>
                  <a:pt x="186139" y="70584"/>
                </a:lnTo>
                <a:cubicBezTo>
                  <a:pt x="186139" y="62865"/>
                  <a:pt x="185438" y="58059"/>
                  <a:pt x="184035" y="56166"/>
                </a:cubicBezTo>
                <a:cubicBezTo>
                  <a:pt x="182632" y="54272"/>
                  <a:pt x="179700" y="53035"/>
                  <a:pt x="175239" y="52452"/>
                </a:cubicBezTo>
                <a:lnTo>
                  <a:pt x="175239" y="48567"/>
                </a:lnTo>
                <a:lnTo>
                  <a:pt x="216359" y="48567"/>
                </a:lnTo>
                <a:close/>
                <a:moveTo>
                  <a:pt x="324144" y="123491"/>
                </a:moveTo>
                <a:lnTo>
                  <a:pt x="327490" y="126078"/>
                </a:lnTo>
                <a:cubicBezTo>
                  <a:pt x="322741" y="135029"/>
                  <a:pt x="316823" y="141689"/>
                  <a:pt x="309736" y="146058"/>
                </a:cubicBezTo>
                <a:cubicBezTo>
                  <a:pt x="302649" y="150425"/>
                  <a:pt x="295112" y="152608"/>
                  <a:pt x="287125" y="152608"/>
                </a:cubicBezTo>
                <a:cubicBezTo>
                  <a:pt x="273671" y="152608"/>
                  <a:pt x="262914" y="147531"/>
                  <a:pt x="254855" y="137377"/>
                </a:cubicBezTo>
                <a:cubicBezTo>
                  <a:pt x="246797" y="127221"/>
                  <a:pt x="242768" y="115012"/>
                  <a:pt x="242768" y="100753"/>
                </a:cubicBezTo>
                <a:cubicBezTo>
                  <a:pt x="242768" y="86994"/>
                  <a:pt x="246437" y="74894"/>
                  <a:pt x="253776" y="64452"/>
                </a:cubicBezTo>
                <a:cubicBezTo>
                  <a:pt x="262626" y="51847"/>
                  <a:pt x="274822" y="45545"/>
                  <a:pt x="290363" y="45545"/>
                </a:cubicBezTo>
                <a:cubicBezTo>
                  <a:pt x="300796" y="45545"/>
                  <a:pt x="309088" y="48179"/>
                  <a:pt x="315240" y="53447"/>
                </a:cubicBezTo>
                <a:cubicBezTo>
                  <a:pt x="321392" y="58713"/>
                  <a:pt x="324468" y="64593"/>
                  <a:pt x="324468" y="71086"/>
                </a:cubicBezTo>
                <a:cubicBezTo>
                  <a:pt x="324468" y="75199"/>
                  <a:pt x="323227" y="78482"/>
                  <a:pt x="320744" y="80935"/>
                </a:cubicBezTo>
                <a:cubicBezTo>
                  <a:pt x="318262" y="83388"/>
                  <a:pt x="315006" y="84614"/>
                  <a:pt x="310977" y="84614"/>
                </a:cubicBezTo>
                <a:cubicBezTo>
                  <a:pt x="306732" y="84614"/>
                  <a:pt x="303224" y="83207"/>
                  <a:pt x="300454" y="80392"/>
                </a:cubicBezTo>
                <a:cubicBezTo>
                  <a:pt x="297684" y="77574"/>
                  <a:pt x="295975" y="72556"/>
                  <a:pt x="295328" y="65336"/>
                </a:cubicBezTo>
                <a:cubicBezTo>
                  <a:pt x="294896" y="60787"/>
                  <a:pt x="293853" y="57610"/>
                  <a:pt x="292198" y="55805"/>
                </a:cubicBezTo>
                <a:cubicBezTo>
                  <a:pt x="290543" y="54001"/>
                  <a:pt x="288600" y="53100"/>
                  <a:pt x="286370" y="53100"/>
                </a:cubicBezTo>
                <a:cubicBezTo>
                  <a:pt x="282916" y="53100"/>
                  <a:pt x="279966" y="54935"/>
                  <a:pt x="277520" y="58604"/>
                </a:cubicBezTo>
                <a:cubicBezTo>
                  <a:pt x="273778" y="64144"/>
                  <a:pt x="271908" y="72634"/>
                  <a:pt x="271908" y="84075"/>
                </a:cubicBezTo>
                <a:cubicBezTo>
                  <a:pt x="271908" y="93572"/>
                  <a:pt x="273419" y="102656"/>
                  <a:pt x="276441" y="111326"/>
                </a:cubicBezTo>
                <a:cubicBezTo>
                  <a:pt x="279463" y="119996"/>
                  <a:pt x="283600" y="126454"/>
                  <a:pt x="288852" y="130699"/>
                </a:cubicBezTo>
                <a:cubicBezTo>
                  <a:pt x="292810" y="133793"/>
                  <a:pt x="297486" y="135340"/>
                  <a:pt x="302883" y="135340"/>
                </a:cubicBezTo>
                <a:cubicBezTo>
                  <a:pt x="306408" y="135340"/>
                  <a:pt x="309754" y="134515"/>
                  <a:pt x="312920" y="132864"/>
                </a:cubicBezTo>
                <a:cubicBezTo>
                  <a:pt x="316086" y="131212"/>
                  <a:pt x="319827" y="128087"/>
                  <a:pt x="324144" y="123491"/>
                </a:cubicBezTo>
                <a:close/>
                <a:moveTo>
                  <a:pt x="422282" y="123491"/>
                </a:moveTo>
                <a:lnTo>
                  <a:pt x="425628" y="126078"/>
                </a:lnTo>
                <a:cubicBezTo>
                  <a:pt x="420879" y="135029"/>
                  <a:pt x="414961" y="141689"/>
                  <a:pt x="407874" y="146058"/>
                </a:cubicBezTo>
                <a:cubicBezTo>
                  <a:pt x="400787" y="150425"/>
                  <a:pt x="393250" y="152608"/>
                  <a:pt x="385264" y="152608"/>
                </a:cubicBezTo>
                <a:cubicBezTo>
                  <a:pt x="371809" y="152608"/>
                  <a:pt x="361052" y="147531"/>
                  <a:pt x="352994" y="137377"/>
                </a:cubicBezTo>
                <a:cubicBezTo>
                  <a:pt x="344935" y="127221"/>
                  <a:pt x="340906" y="115012"/>
                  <a:pt x="340906" y="100753"/>
                </a:cubicBezTo>
                <a:cubicBezTo>
                  <a:pt x="340906" y="86994"/>
                  <a:pt x="344575" y="74894"/>
                  <a:pt x="351914" y="64452"/>
                </a:cubicBezTo>
                <a:cubicBezTo>
                  <a:pt x="360764" y="51847"/>
                  <a:pt x="372960" y="45545"/>
                  <a:pt x="388501" y="45545"/>
                </a:cubicBezTo>
                <a:cubicBezTo>
                  <a:pt x="398934" y="45545"/>
                  <a:pt x="407227" y="48179"/>
                  <a:pt x="413379" y="53447"/>
                </a:cubicBezTo>
                <a:cubicBezTo>
                  <a:pt x="419530" y="58713"/>
                  <a:pt x="422606" y="64593"/>
                  <a:pt x="422606" y="71086"/>
                </a:cubicBezTo>
                <a:cubicBezTo>
                  <a:pt x="422606" y="75199"/>
                  <a:pt x="421365" y="78482"/>
                  <a:pt x="418883" y="80935"/>
                </a:cubicBezTo>
                <a:cubicBezTo>
                  <a:pt x="416400" y="83388"/>
                  <a:pt x="413145" y="84614"/>
                  <a:pt x="409115" y="84614"/>
                </a:cubicBezTo>
                <a:cubicBezTo>
                  <a:pt x="404870" y="84614"/>
                  <a:pt x="401363" y="83207"/>
                  <a:pt x="398593" y="80392"/>
                </a:cubicBezTo>
                <a:cubicBezTo>
                  <a:pt x="395822" y="77574"/>
                  <a:pt x="394114" y="72556"/>
                  <a:pt x="393466" y="65336"/>
                </a:cubicBezTo>
                <a:cubicBezTo>
                  <a:pt x="393034" y="60787"/>
                  <a:pt x="391991" y="57610"/>
                  <a:pt x="390336" y="55805"/>
                </a:cubicBezTo>
                <a:cubicBezTo>
                  <a:pt x="388681" y="54001"/>
                  <a:pt x="386739" y="53100"/>
                  <a:pt x="384508" y="53100"/>
                </a:cubicBezTo>
                <a:cubicBezTo>
                  <a:pt x="381055" y="53100"/>
                  <a:pt x="378105" y="54935"/>
                  <a:pt x="375658" y="58604"/>
                </a:cubicBezTo>
                <a:cubicBezTo>
                  <a:pt x="371917" y="64144"/>
                  <a:pt x="370046" y="72634"/>
                  <a:pt x="370046" y="84075"/>
                </a:cubicBezTo>
                <a:cubicBezTo>
                  <a:pt x="370046" y="93572"/>
                  <a:pt x="371557" y="102656"/>
                  <a:pt x="374579" y="111326"/>
                </a:cubicBezTo>
                <a:cubicBezTo>
                  <a:pt x="377601" y="119996"/>
                  <a:pt x="381738" y="126454"/>
                  <a:pt x="386990" y="130699"/>
                </a:cubicBezTo>
                <a:cubicBezTo>
                  <a:pt x="390948" y="133793"/>
                  <a:pt x="395625" y="135340"/>
                  <a:pt x="401021" y="135340"/>
                </a:cubicBezTo>
                <a:cubicBezTo>
                  <a:pt x="404547" y="135340"/>
                  <a:pt x="407892" y="134515"/>
                  <a:pt x="411058" y="132864"/>
                </a:cubicBezTo>
                <a:cubicBezTo>
                  <a:pt x="414224" y="131212"/>
                  <a:pt x="417965" y="128087"/>
                  <a:pt x="422282" y="123491"/>
                </a:cubicBezTo>
                <a:close/>
                <a:moveTo>
                  <a:pt x="523551" y="95407"/>
                </a:moveTo>
                <a:lnTo>
                  <a:pt x="468185" y="95407"/>
                </a:lnTo>
                <a:cubicBezTo>
                  <a:pt x="468832" y="108826"/>
                  <a:pt x="472394" y="119431"/>
                  <a:pt x="478870" y="127222"/>
                </a:cubicBezTo>
                <a:cubicBezTo>
                  <a:pt x="483834" y="133209"/>
                  <a:pt x="489806" y="136203"/>
                  <a:pt x="496785" y="136203"/>
                </a:cubicBezTo>
                <a:cubicBezTo>
                  <a:pt x="501102" y="136203"/>
                  <a:pt x="505024" y="134998"/>
                  <a:pt x="508549" y="132588"/>
                </a:cubicBezTo>
                <a:cubicBezTo>
                  <a:pt x="512075" y="130177"/>
                  <a:pt x="515852" y="125842"/>
                  <a:pt x="519882" y="119582"/>
                </a:cubicBezTo>
                <a:lnTo>
                  <a:pt x="523551" y="121957"/>
                </a:lnTo>
                <a:cubicBezTo>
                  <a:pt x="518083" y="133109"/>
                  <a:pt x="512039" y="141006"/>
                  <a:pt x="505419" y="145647"/>
                </a:cubicBezTo>
                <a:cubicBezTo>
                  <a:pt x="498800" y="150288"/>
                  <a:pt x="491137" y="152608"/>
                  <a:pt x="482431" y="152608"/>
                </a:cubicBezTo>
                <a:cubicBezTo>
                  <a:pt x="467465" y="152608"/>
                  <a:pt x="456133" y="146846"/>
                  <a:pt x="448434" y="135323"/>
                </a:cubicBezTo>
                <a:cubicBezTo>
                  <a:pt x="442247" y="126032"/>
                  <a:pt x="439153" y="114509"/>
                  <a:pt x="439153" y="100753"/>
                </a:cubicBezTo>
                <a:cubicBezTo>
                  <a:pt x="439153" y="83898"/>
                  <a:pt x="443704" y="70484"/>
                  <a:pt x="452805" y="60510"/>
                </a:cubicBezTo>
                <a:cubicBezTo>
                  <a:pt x="461907" y="50533"/>
                  <a:pt x="472574" y="45545"/>
                  <a:pt x="484806" y="45545"/>
                </a:cubicBezTo>
                <a:cubicBezTo>
                  <a:pt x="495023" y="45545"/>
                  <a:pt x="503891" y="49736"/>
                  <a:pt x="511409" y="58118"/>
                </a:cubicBezTo>
                <a:cubicBezTo>
                  <a:pt x="518928" y="66501"/>
                  <a:pt x="522976" y="78930"/>
                  <a:pt x="523551" y="95407"/>
                </a:cubicBezTo>
                <a:moveTo>
                  <a:pt x="497001" y="88284"/>
                </a:moveTo>
                <a:cubicBezTo>
                  <a:pt x="497001" y="76700"/>
                  <a:pt x="496372" y="68749"/>
                  <a:pt x="495113" y="64432"/>
                </a:cubicBezTo>
                <a:cubicBezTo>
                  <a:pt x="493853" y="60115"/>
                  <a:pt x="491893" y="56841"/>
                  <a:pt x="489231" y="54611"/>
                </a:cubicBezTo>
                <a:cubicBezTo>
                  <a:pt x="487720" y="53316"/>
                  <a:pt x="485705" y="52668"/>
                  <a:pt x="483187" y="52668"/>
                </a:cubicBezTo>
                <a:cubicBezTo>
                  <a:pt x="479445" y="52668"/>
                  <a:pt x="476387" y="54503"/>
                  <a:pt x="474013" y="58172"/>
                </a:cubicBezTo>
                <a:cubicBezTo>
                  <a:pt x="469768" y="64576"/>
                  <a:pt x="467645" y="73354"/>
                  <a:pt x="467645" y="84506"/>
                </a:cubicBezTo>
                <a:lnTo>
                  <a:pt x="467645" y="88284"/>
                </a:lnTo>
                <a:lnTo>
                  <a:pt x="497001" y="88284"/>
                </a:lnTo>
                <a:close/>
                <a:moveTo>
                  <a:pt x="599997" y="45977"/>
                </a:moveTo>
                <a:lnTo>
                  <a:pt x="601616" y="80513"/>
                </a:lnTo>
                <a:lnTo>
                  <a:pt x="597946" y="80513"/>
                </a:lnTo>
                <a:cubicBezTo>
                  <a:pt x="593557" y="70213"/>
                  <a:pt x="589007" y="63177"/>
                  <a:pt x="584294" y="59407"/>
                </a:cubicBezTo>
                <a:cubicBezTo>
                  <a:pt x="579581" y="55634"/>
                  <a:pt x="574886" y="53747"/>
                  <a:pt x="570209" y="53747"/>
                </a:cubicBezTo>
                <a:cubicBezTo>
                  <a:pt x="567259" y="53747"/>
                  <a:pt x="564741" y="54737"/>
                  <a:pt x="562655" y="56715"/>
                </a:cubicBezTo>
                <a:cubicBezTo>
                  <a:pt x="560568" y="58694"/>
                  <a:pt x="559525" y="60978"/>
                  <a:pt x="559525" y="63569"/>
                </a:cubicBezTo>
                <a:cubicBezTo>
                  <a:pt x="559525" y="65511"/>
                  <a:pt x="560244" y="67382"/>
                  <a:pt x="561683" y="69181"/>
                </a:cubicBezTo>
                <a:cubicBezTo>
                  <a:pt x="563986" y="72131"/>
                  <a:pt x="570425" y="77185"/>
                  <a:pt x="581002" y="84345"/>
                </a:cubicBezTo>
                <a:cubicBezTo>
                  <a:pt x="591579" y="91504"/>
                  <a:pt x="598540" y="97583"/>
                  <a:pt x="601886" y="102584"/>
                </a:cubicBezTo>
                <a:cubicBezTo>
                  <a:pt x="605231" y="107585"/>
                  <a:pt x="606904" y="113179"/>
                  <a:pt x="606904" y="119367"/>
                </a:cubicBezTo>
                <a:cubicBezTo>
                  <a:pt x="606904" y="124979"/>
                  <a:pt x="605501" y="130483"/>
                  <a:pt x="602695" y="135879"/>
                </a:cubicBezTo>
                <a:cubicBezTo>
                  <a:pt x="599889" y="141276"/>
                  <a:pt x="595932" y="145413"/>
                  <a:pt x="590823" y="148291"/>
                </a:cubicBezTo>
                <a:cubicBezTo>
                  <a:pt x="585715" y="151169"/>
                  <a:pt x="580067" y="152608"/>
                  <a:pt x="573879" y="152608"/>
                </a:cubicBezTo>
                <a:cubicBezTo>
                  <a:pt x="569058" y="152608"/>
                  <a:pt x="562619" y="151069"/>
                  <a:pt x="554560" y="147991"/>
                </a:cubicBezTo>
                <a:cubicBezTo>
                  <a:pt x="552401" y="147184"/>
                  <a:pt x="550926" y="146780"/>
                  <a:pt x="550135" y="146780"/>
                </a:cubicBezTo>
                <a:cubicBezTo>
                  <a:pt x="547761" y="146780"/>
                  <a:pt x="545782" y="148579"/>
                  <a:pt x="544199" y="152176"/>
                </a:cubicBezTo>
                <a:lnTo>
                  <a:pt x="540638" y="152176"/>
                </a:lnTo>
                <a:lnTo>
                  <a:pt x="538911" y="115913"/>
                </a:lnTo>
                <a:lnTo>
                  <a:pt x="542580" y="115913"/>
                </a:lnTo>
                <a:cubicBezTo>
                  <a:pt x="545818" y="125411"/>
                  <a:pt x="550261" y="132534"/>
                  <a:pt x="555909" y="137282"/>
                </a:cubicBezTo>
                <a:cubicBezTo>
                  <a:pt x="561557" y="142031"/>
                  <a:pt x="566900" y="144406"/>
                  <a:pt x="571936" y="144406"/>
                </a:cubicBezTo>
                <a:cubicBezTo>
                  <a:pt x="575390" y="144406"/>
                  <a:pt x="578214" y="143344"/>
                  <a:pt x="580408" y="141222"/>
                </a:cubicBezTo>
                <a:cubicBezTo>
                  <a:pt x="582603" y="139099"/>
                  <a:pt x="583700" y="136527"/>
                  <a:pt x="583700" y="133505"/>
                </a:cubicBezTo>
                <a:cubicBezTo>
                  <a:pt x="583700" y="130051"/>
                  <a:pt x="582621" y="127065"/>
                  <a:pt x="580462" y="124547"/>
                </a:cubicBezTo>
                <a:cubicBezTo>
                  <a:pt x="578304" y="122029"/>
                  <a:pt x="573483" y="118215"/>
                  <a:pt x="566000" y="113107"/>
                </a:cubicBezTo>
                <a:cubicBezTo>
                  <a:pt x="554992" y="105480"/>
                  <a:pt x="547869" y="99652"/>
                  <a:pt x="544631" y="95623"/>
                </a:cubicBezTo>
                <a:cubicBezTo>
                  <a:pt x="539882" y="89723"/>
                  <a:pt x="537508" y="83211"/>
                  <a:pt x="537508" y="76088"/>
                </a:cubicBezTo>
                <a:cubicBezTo>
                  <a:pt x="537508" y="68317"/>
                  <a:pt x="540188" y="61284"/>
                  <a:pt x="545548" y="54989"/>
                </a:cubicBezTo>
                <a:cubicBezTo>
                  <a:pt x="550909" y="48693"/>
                  <a:pt x="558661" y="45545"/>
                  <a:pt x="568806" y="45545"/>
                </a:cubicBezTo>
                <a:cubicBezTo>
                  <a:pt x="574275" y="45545"/>
                  <a:pt x="579563" y="46928"/>
                  <a:pt x="584671" y="49693"/>
                </a:cubicBezTo>
                <a:cubicBezTo>
                  <a:pt x="586614" y="50813"/>
                  <a:pt x="588197" y="51373"/>
                  <a:pt x="589420" y="51373"/>
                </a:cubicBezTo>
                <a:cubicBezTo>
                  <a:pt x="590715" y="51373"/>
                  <a:pt x="591759" y="51103"/>
                  <a:pt x="592550" y="50564"/>
                </a:cubicBezTo>
                <a:cubicBezTo>
                  <a:pt x="593342" y="50024"/>
                  <a:pt x="594601" y="48495"/>
                  <a:pt x="596328" y="45977"/>
                </a:cubicBezTo>
                <a:lnTo>
                  <a:pt x="599997" y="45977"/>
                </a:lnTo>
                <a:close/>
                <a:moveTo>
                  <a:pt x="685979" y="45977"/>
                </a:moveTo>
                <a:lnTo>
                  <a:pt x="687598" y="80513"/>
                </a:lnTo>
                <a:lnTo>
                  <a:pt x="683929" y="80513"/>
                </a:lnTo>
                <a:cubicBezTo>
                  <a:pt x="679540" y="70213"/>
                  <a:pt x="674989" y="63177"/>
                  <a:pt x="670276" y="59407"/>
                </a:cubicBezTo>
                <a:cubicBezTo>
                  <a:pt x="665563" y="55634"/>
                  <a:pt x="660868" y="53747"/>
                  <a:pt x="656192" y="53747"/>
                </a:cubicBezTo>
                <a:cubicBezTo>
                  <a:pt x="653242" y="53747"/>
                  <a:pt x="650723" y="54737"/>
                  <a:pt x="648637" y="56715"/>
                </a:cubicBezTo>
                <a:cubicBezTo>
                  <a:pt x="646550" y="58694"/>
                  <a:pt x="645507" y="60978"/>
                  <a:pt x="645507" y="63569"/>
                </a:cubicBezTo>
                <a:cubicBezTo>
                  <a:pt x="645507" y="65511"/>
                  <a:pt x="646226" y="67382"/>
                  <a:pt x="647665" y="69181"/>
                </a:cubicBezTo>
                <a:cubicBezTo>
                  <a:pt x="649968" y="72131"/>
                  <a:pt x="656407" y="77185"/>
                  <a:pt x="666984" y="84345"/>
                </a:cubicBezTo>
                <a:cubicBezTo>
                  <a:pt x="677561" y="91504"/>
                  <a:pt x="684522" y="97583"/>
                  <a:pt x="687868" y="102584"/>
                </a:cubicBezTo>
                <a:cubicBezTo>
                  <a:pt x="691214" y="107585"/>
                  <a:pt x="692887" y="113179"/>
                  <a:pt x="692887" y="119367"/>
                </a:cubicBezTo>
                <a:cubicBezTo>
                  <a:pt x="692887" y="124979"/>
                  <a:pt x="691483" y="130483"/>
                  <a:pt x="688677" y="135879"/>
                </a:cubicBezTo>
                <a:cubicBezTo>
                  <a:pt x="685871" y="141276"/>
                  <a:pt x="681914" y="145413"/>
                  <a:pt x="676805" y="148291"/>
                </a:cubicBezTo>
                <a:cubicBezTo>
                  <a:pt x="671697" y="151169"/>
                  <a:pt x="666049" y="152608"/>
                  <a:pt x="659861" y="152608"/>
                </a:cubicBezTo>
                <a:cubicBezTo>
                  <a:pt x="655040" y="152608"/>
                  <a:pt x="648601" y="151069"/>
                  <a:pt x="640542" y="147991"/>
                </a:cubicBezTo>
                <a:cubicBezTo>
                  <a:pt x="638384" y="147184"/>
                  <a:pt x="636909" y="146780"/>
                  <a:pt x="636117" y="146780"/>
                </a:cubicBezTo>
                <a:cubicBezTo>
                  <a:pt x="633743" y="146780"/>
                  <a:pt x="631764" y="148579"/>
                  <a:pt x="630181" y="152176"/>
                </a:cubicBezTo>
                <a:lnTo>
                  <a:pt x="626620" y="152176"/>
                </a:lnTo>
                <a:lnTo>
                  <a:pt x="624893" y="115913"/>
                </a:lnTo>
                <a:lnTo>
                  <a:pt x="628562" y="115913"/>
                </a:lnTo>
                <a:cubicBezTo>
                  <a:pt x="631800" y="125411"/>
                  <a:pt x="636243" y="132534"/>
                  <a:pt x="641891" y="137282"/>
                </a:cubicBezTo>
                <a:cubicBezTo>
                  <a:pt x="647539" y="142031"/>
                  <a:pt x="652882" y="144406"/>
                  <a:pt x="657918" y="144406"/>
                </a:cubicBezTo>
                <a:cubicBezTo>
                  <a:pt x="661372" y="144406"/>
                  <a:pt x="664196" y="143344"/>
                  <a:pt x="666391" y="141222"/>
                </a:cubicBezTo>
                <a:cubicBezTo>
                  <a:pt x="668585" y="139099"/>
                  <a:pt x="669682" y="136527"/>
                  <a:pt x="669682" y="133505"/>
                </a:cubicBezTo>
                <a:cubicBezTo>
                  <a:pt x="669682" y="130051"/>
                  <a:pt x="668603" y="127065"/>
                  <a:pt x="666445" y="124547"/>
                </a:cubicBezTo>
                <a:cubicBezTo>
                  <a:pt x="664286" y="122029"/>
                  <a:pt x="659465" y="118215"/>
                  <a:pt x="651982" y="113107"/>
                </a:cubicBezTo>
                <a:cubicBezTo>
                  <a:pt x="640974" y="105480"/>
                  <a:pt x="633851" y="99652"/>
                  <a:pt x="630613" y="95623"/>
                </a:cubicBezTo>
                <a:cubicBezTo>
                  <a:pt x="625864" y="89723"/>
                  <a:pt x="623490" y="83211"/>
                  <a:pt x="623490" y="76088"/>
                </a:cubicBezTo>
                <a:cubicBezTo>
                  <a:pt x="623490" y="68317"/>
                  <a:pt x="626170" y="61284"/>
                  <a:pt x="631530" y="54989"/>
                </a:cubicBezTo>
                <a:cubicBezTo>
                  <a:pt x="636891" y="48693"/>
                  <a:pt x="644643" y="45545"/>
                  <a:pt x="654788" y="45545"/>
                </a:cubicBezTo>
                <a:cubicBezTo>
                  <a:pt x="660257" y="45545"/>
                  <a:pt x="665545" y="46928"/>
                  <a:pt x="670654" y="49693"/>
                </a:cubicBezTo>
                <a:cubicBezTo>
                  <a:pt x="672596" y="50813"/>
                  <a:pt x="674179" y="51373"/>
                  <a:pt x="675402" y="51373"/>
                </a:cubicBezTo>
                <a:cubicBezTo>
                  <a:pt x="676698" y="51373"/>
                  <a:pt x="677741" y="51103"/>
                  <a:pt x="678532" y="50564"/>
                </a:cubicBezTo>
                <a:cubicBezTo>
                  <a:pt x="679324" y="50024"/>
                  <a:pt x="680583" y="48495"/>
                  <a:pt x="682310" y="45977"/>
                </a:cubicBezTo>
                <a:lnTo>
                  <a:pt x="685979" y="459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73DA26-5686-4FA5-922E-E39365D2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199" y="4399700"/>
            <a:ext cx="4538091" cy="269384"/>
          </a:xfrm>
          <a:custGeom xmlns:a="http://schemas.openxmlformats.org/drawingml/2006/main">
            <a:pathLst>
              <a:path w="4538091" h="269384">
                <a:moveTo>
                  <a:pt x="0" y="0"/>
                </a:moveTo>
                <a:lnTo>
                  <a:pt x="4538091" y="0"/>
                </a:lnTo>
                <a:lnTo>
                  <a:pt x="4538091" y="269384"/>
                </a:lnTo>
                <a:lnTo>
                  <a:pt x="0" y="2693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E1E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Step4.V">
            <a:extLst xmlns:a="http://schemas.openxmlformats.org/drawingml/2006/main">
              <a:ext uri="{FF2B5EF4-FFF2-40B4-BE49-F238E27FC236}">
                <a16:creationId xmlns:a16="http://schemas.microsoft.com/office/drawing/2014/main" id="{ADE316D7-6509-4706-A028-2ADE4CC4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159" y="4480915"/>
            <a:ext cx="606317" cy="147643"/>
          </a:xfrm>
          <a:custGeom xmlns:a="http://schemas.openxmlformats.org/drawingml/2006/main">
            <a:pathLst>
              <a:path w="606317" h="147643">
                <a:moveTo>
                  <a:pt x="65646" y="0"/>
                </a:moveTo>
                <a:lnTo>
                  <a:pt x="65646" y="37882"/>
                </a:lnTo>
                <a:lnTo>
                  <a:pt x="62651" y="37882"/>
                </a:lnTo>
                <a:cubicBezTo>
                  <a:pt x="61680" y="30597"/>
                  <a:pt x="59940" y="24796"/>
                  <a:pt x="57430" y="20479"/>
                </a:cubicBezTo>
                <a:cubicBezTo>
                  <a:pt x="54921" y="16162"/>
                  <a:pt x="51346" y="12735"/>
                  <a:pt x="46705" y="10199"/>
                </a:cubicBezTo>
                <a:cubicBezTo>
                  <a:pt x="42064" y="7663"/>
                  <a:pt x="37262" y="6395"/>
                  <a:pt x="32297" y="6395"/>
                </a:cubicBezTo>
                <a:cubicBezTo>
                  <a:pt x="26685" y="6395"/>
                  <a:pt x="22044" y="8107"/>
                  <a:pt x="18374" y="11532"/>
                </a:cubicBezTo>
                <a:cubicBezTo>
                  <a:pt x="14705" y="14955"/>
                  <a:pt x="12870" y="18851"/>
                  <a:pt x="12870" y="23219"/>
                </a:cubicBezTo>
                <a:cubicBezTo>
                  <a:pt x="12870" y="26563"/>
                  <a:pt x="14030" y="29609"/>
                  <a:pt x="16351" y="32358"/>
                </a:cubicBezTo>
                <a:cubicBezTo>
                  <a:pt x="19697" y="36403"/>
                  <a:pt x="27656" y="41796"/>
                  <a:pt x="40230" y="48537"/>
                </a:cubicBezTo>
                <a:cubicBezTo>
                  <a:pt x="50483" y="54036"/>
                  <a:pt x="57484" y="58255"/>
                  <a:pt x="61235" y="61194"/>
                </a:cubicBezTo>
                <a:cubicBezTo>
                  <a:pt x="64985" y="64132"/>
                  <a:pt x="67872" y="67597"/>
                  <a:pt x="69896" y="71588"/>
                </a:cubicBezTo>
                <a:cubicBezTo>
                  <a:pt x="71919" y="75578"/>
                  <a:pt x="72931" y="79757"/>
                  <a:pt x="72931" y="84124"/>
                </a:cubicBezTo>
                <a:cubicBezTo>
                  <a:pt x="72931" y="92428"/>
                  <a:pt x="69707" y="99587"/>
                  <a:pt x="63258" y="105600"/>
                </a:cubicBezTo>
                <a:cubicBezTo>
                  <a:pt x="56810" y="111612"/>
                  <a:pt x="48513" y="114618"/>
                  <a:pt x="38368" y="114618"/>
                </a:cubicBezTo>
                <a:cubicBezTo>
                  <a:pt x="35184" y="114618"/>
                  <a:pt x="32189" y="114378"/>
                  <a:pt x="29383" y="113899"/>
                </a:cubicBezTo>
                <a:cubicBezTo>
                  <a:pt x="27710" y="113633"/>
                  <a:pt x="24243" y="112661"/>
                  <a:pt x="18982" y="110983"/>
                </a:cubicBezTo>
                <a:cubicBezTo>
                  <a:pt x="13720" y="109305"/>
                  <a:pt x="10388" y="108466"/>
                  <a:pt x="8985" y="108466"/>
                </a:cubicBezTo>
                <a:cubicBezTo>
                  <a:pt x="7636" y="108466"/>
                  <a:pt x="6570" y="108866"/>
                  <a:pt x="5788" y="109665"/>
                </a:cubicBezTo>
                <a:cubicBezTo>
                  <a:pt x="5005" y="110464"/>
                  <a:pt x="4425" y="112115"/>
                  <a:pt x="4047" y="114618"/>
                </a:cubicBezTo>
                <a:lnTo>
                  <a:pt x="1052" y="114618"/>
                </a:lnTo>
                <a:lnTo>
                  <a:pt x="1052" y="77059"/>
                </a:lnTo>
                <a:lnTo>
                  <a:pt x="4047" y="77059"/>
                </a:lnTo>
                <a:cubicBezTo>
                  <a:pt x="5450" y="84938"/>
                  <a:pt x="7339" y="90834"/>
                  <a:pt x="9713" y="94746"/>
                </a:cubicBezTo>
                <a:cubicBezTo>
                  <a:pt x="12088" y="98658"/>
                  <a:pt x="15717" y="101910"/>
                  <a:pt x="20600" y="104500"/>
                </a:cubicBezTo>
                <a:cubicBezTo>
                  <a:pt x="25484" y="107090"/>
                  <a:pt x="30840" y="108385"/>
                  <a:pt x="36668" y="108385"/>
                </a:cubicBezTo>
                <a:cubicBezTo>
                  <a:pt x="43413" y="108385"/>
                  <a:pt x="48742" y="106606"/>
                  <a:pt x="52655" y="103048"/>
                </a:cubicBezTo>
                <a:cubicBezTo>
                  <a:pt x="56567" y="99488"/>
                  <a:pt x="58523" y="95281"/>
                  <a:pt x="58523" y="90428"/>
                </a:cubicBezTo>
                <a:cubicBezTo>
                  <a:pt x="58523" y="87732"/>
                  <a:pt x="57781" y="85009"/>
                  <a:pt x="56297" y="82260"/>
                </a:cubicBezTo>
                <a:cubicBezTo>
                  <a:pt x="54813" y="79510"/>
                  <a:pt x="52506" y="76948"/>
                  <a:pt x="49376" y="74575"/>
                </a:cubicBezTo>
                <a:cubicBezTo>
                  <a:pt x="47272" y="72958"/>
                  <a:pt x="41525" y="69521"/>
                  <a:pt x="32135" y="64263"/>
                </a:cubicBezTo>
                <a:cubicBezTo>
                  <a:pt x="22745" y="59005"/>
                  <a:pt x="16068" y="54812"/>
                  <a:pt x="12101" y="51686"/>
                </a:cubicBezTo>
                <a:cubicBezTo>
                  <a:pt x="8135" y="48558"/>
                  <a:pt x="5127" y="45106"/>
                  <a:pt x="3076" y="41332"/>
                </a:cubicBezTo>
                <a:cubicBezTo>
                  <a:pt x="1025" y="37557"/>
                  <a:pt x="0" y="33404"/>
                  <a:pt x="0" y="28875"/>
                </a:cubicBezTo>
                <a:cubicBezTo>
                  <a:pt x="0" y="21003"/>
                  <a:pt x="3022" y="14223"/>
                  <a:pt x="9066" y="8535"/>
                </a:cubicBezTo>
                <a:cubicBezTo>
                  <a:pt x="15110" y="2845"/>
                  <a:pt x="22799" y="0"/>
                  <a:pt x="32135" y="0"/>
                </a:cubicBezTo>
                <a:cubicBezTo>
                  <a:pt x="37963" y="0"/>
                  <a:pt x="44142" y="1430"/>
                  <a:pt x="50671" y="4290"/>
                </a:cubicBezTo>
                <a:cubicBezTo>
                  <a:pt x="53693" y="5639"/>
                  <a:pt x="55825" y="6314"/>
                  <a:pt x="57066" y="6314"/>
                </a:cubicBezTo>
                <a:cubicBezTo>
                  <a:pt x="58469" y="6314"/>
                  <a:pt x="59616" y="5895"/>
                  <a:pt x="60506" y="5059"/>
                </a:cubicBezTo>
                <a:cubicBezTo>
                  <a:pt x="61397" y="4223"/>
                  <a:pt x="62112" y="2536"/>
                  <a:pt x="62651" y="0"/>
                </a:cubicBezTo>
                <a:lnTo>
                  <a:pt x="65646" y="0"/>
                </a:lnTo>
                <a:close/>
                <a:moveTo>
                  <a:pt x="108522" y="13599"/>
                </a:moveTo>
                <a:lnTo>
                  <a:pt x="108522" y="38044"/>
                </a:lnTo>
                <a:lnTo>
                  <a:pt x="125844" y="38044"/>
                </a:lnTo>
                <a:lnTo>
                  <a:pt x="125844" y="43710"/>
                </a:lnTo>
                <a:lnTo>
                  <a:pt x="108522" y="43710"/>
                </a:lnTo>
                <a:lnTo>
                  <a:pt x="108522" y="91726"/>
                </a:lnTo>
                <a:cubicBezTo>
                  <a:pt x="108522" y="96523"/>
                  <a:pt x="109210" y="99758"/>
                  <a:pt x="110586" y="101429"/>
                </a:cubicBezTo>
                <a:cubicBezTo>
                  <a:pt x="111962" y="103098"/>
                  <a:pt x="113730" y="103933"/>
                  <a:pt x="115888" y="103933"/>
                </a:cubicBezTo>
                <a:cubicBezTo>
                  <a:pt x="117669" y="103933"/>
                  <a:pt x="119396" y="103380"/>
                  <a:pt x="121069" y="102274"/>
                </a:cubicBezTo>
                <a:cubicBezTo>
                  <a:pt x="122741" y="101168"/>
                  <a:pt x="124037" y="99535"/>
                  <a:pt x="124954" y="97377"/>
                </a:cubicBezTo>
                <a:lnTo>
                  <a:pt x="128111" y="97377"/>
                </a:lnTo>
                <a:cubicBezTo>
                  <a:pt x="126222" y="102680"/>
                  <a:pt x="123551" y="106691"/>
                  <a:pt x="120097" y="109410"/>
                </a:cubicBezTo>
                <a:cubicBezTo>
                  <a:pt x="116644" y="112126"/>
                  <a:pt x="113082" y="113485"/>
                  <a:pt x="109412" y="113485"/>
                </a:cubicBezTo>
                <a:cubicBezTo>
                  <a:pt x="106930" y="113485"/>
                  <a:pt x="104502" y="112796"/>
                  <a:pt x="102127" y="111418"/>
                </a:cubicBezTo>
                <a:cubicBezTo>
                  <a:pt x="99753" y="110040"/>
                  <a:pt x="97999" y="108069"/>
                  <a:pt x="96866" y="105504"/>
                </a:cubicBezTo>
                <a:cubicBezTo>
                  <a:pt x="95733" y="102937"/>
                  <a:pt x="95166" y="98979"/>
                  <a:pt x="95166" y="93630"/>
                </a:cubicBezTo>
                <a:lnTo>
                  <a:pt x="95166" y="43710"/>
                </a:lnTo>
                <a:lnTo>
                  <a:pt x="83429" y="43710"/>
                </a:lnTo>
                <a:lnTo>
                  <a:pt x="83429" y="41039"/>
                </a:lnTo>
                <a:cubicBezTo>
                  <a:pt x="86397" y="39848"/>
                  <a:pt x="89433" y="37832"/>
                  <a:pt x="92535" y="34991"/>
                </a:cubicBezTo>
                <a:cubicBezTo>
                  <a:pt x="95638" y="32149"/>
                  <a:pt x="98404" y="28780"/>
                  <a:pt x="100832" y="24883"/>
                </a:cubicBezTo>
                <a:cubicBezTo>
                  <a:pt x="102073" y="22827"/>
                  <a:pt x="103800" y="19066"/>
                  <a:pt x="106013" y="13599"/>
                </a:cubicBezTo>
                <a:lnTo>
                  <a:pt x="108522" y="13599"/>
                </a:lnTo>
                <a:close/>
                <a:moveTo>
                  <a:pt x="145542" y="66051"/>
                </a:moveTo>
                <a:cubicBezTo>
                  <a:pt x="145488" y="77034"/>
                  <a:pt x="148159" y="85649"/>
                  <a:pt x="153555" y="91895"/>
                </a:cubicBezTo>
                <a:cubicBezTo>
                  <a:pt x="158952" y="98140"/>
                  <a:pt x="165292" y="101262"/>
                  <a:pt x="172577" y="101262"/>
                </a:cubicBezTo>
                <a:cubicBezTo>
                  <a:pt x="177434" y="101262"/>
                  <a:pt x="181657" y="99926"/>
                  <a:pt x="185245" y="97255"/>
                </a:cubicBezTo>
                <a:cubicBezTo>
                  <a:pt x="188834" y="94584"/>
                  <a:pt x="191842" y="90011"/>
                  <a:pt x="194271" y="83535"/>
                </a:cubicBezTo>
                <a:lnTo>
                  <a:pt x="196780" y="85154"/>
                </a:lnTo>
                <a:cubicBezTo>
                  <a:pt x="195647" y="92547"/>
                  <a:pt x="192355" y="99279"/>
                  <a:pt x="186905" y="105350"/>
                </a:cubicBezTo>
                <a:cubicBezTo>
                  <a:pt x="181454" y="111421"/>
                  <a:pt x="174628" y="114456"/>
                  <a:pt x="166426" y="114456"/>
                </a:cubicBezTo>
                <a:cubicBezTo>
                  <a:pt x="157522" y="114456"/>
                  <a:pt x="149899" y="110996"/>
                  <a:pt x="143559" y="104077"/>
                </a:cubicBezTo>
                <a:cubicBezTo>
                  <a:pt x="137218" y="97157"/>
                  <a:pt x="134048" y="87853"/>
                  <a:pt x="134048" y="76167"/>
                </a:cubicBezTo>
                <a:cubicBezTo>
                  <a:pt x="134048" y="63512"/>
                  <a:pt x="137299" y="53644"/>
                  <a:pt x="143801" y="46564"/>
                </a:cubicBezTo>
                <a:cubicBezTo>
                  <a:pt x="150304" y="39481"/>
                  <a:pt x="158466" y="35939"/>
                  <a:pt x="168287" y="35939"/>
                </a:cubicBezTo>
                <a:cubicBezTo>
                  <a:pt x="176598" y="35939"/>
                  <a:pt x="183424" y="38671"/>
                  <a:pt x="188766" y="44135"/>
                </a:cubicBezTo>
                <a:cubicBezTo>
                  <a:pt x="194109" y="49597"/>
                  <a:pt x="196780" y="56903"/>
                  <a:pt x="196780" y="66051"/>
                </a:cubicBezTo>
                <a:lnTo>
                  <a:pt x="145542" y="66051"/>
                </a:lnTo>
                <a:moveTo>
                  <a:pt x="145542" y="61356"/>
                </a:moveTo>
                <a:lnTo>
                  <a:pt x="179862" y="61356"/>
                </a:lnTo>
                <a:cubicBezTo>
                  <a:pt x="179593" y="56607"/>
                  <a:pt x="179026" y="53262"/>
                  <a:pt x="178163" y="51319"/>
                </a:cubicBezTo>
                <a:cubicBezTo>
                  <a:pt x="176813" y="48297"/>
                  <a:pt x="174803" y="45923"/>
                  <a:pt x="172132" y="44196"/>
                </a:cubicBezTo>
                <a:cubicBezTo>
                  <a:pt x="169461" y="42469"/>
                  <a:pt x="166668" y="41606"/>
                  <a:pt x="163754" y="41606"/>
                </a:cubicBezTo>
                <a:cubicBezTo>
                  <a:pt x="159275" y="41606"/>
                  <a:pt x="155269" y="43346"/>
                  <a:pt x="151734" y="46827"/>
                </a:cubicBezTo>
                <a:cubicBezTo>
                  <a:pt x="148199" y="50307"/>
                  <a:pt x="146135" y="55150"/>
                  <a:pt x="145542" y="61356"/>
                </a:cubicBezTo>
                <a:close/>
                <a:moveTo>
                  <a:pt x="201338" y="45337"/>
                </a:moveTo>
                <a:lnTo>
                  <a:pt x="224165" y="36101"/>
                </a:lnTo>
                <a:lnTo>
                  <a:pt x="227241" y="36101"/>
                </a:lnTo>
                <a:lnTo>
                  <a:pt x="227241" y="53424"/>
                </a:lnTo>
                <a:cubicBezTo>
                  <a:pt x="231072" y="46894"/>
                  <a:pt x="234917" y="42348"/>
                  <a:pt x="238775" y="39784"/>
                </a:cubicBezTo>
                <a:cubicBezTo>
                  <a:pt x="242634" y="37221"/>
                  <a:pt x="246694" y="35939"/>
                  <a:pt x="250957" y="35939"/>
                </a:cubicBezTo>
                <a:cubicBezTo>
                  <a:pt x="258404" y="35939"/>
                  <a:pt x="264610" y="38850"/>
                  <a:pt x="269575" y="44671"/>
                </a:cubicBezTo>
                <a:cubicBezTo>
                  <a:pt x="275673" y="51788"/>
                  <a:pt x="278721" y="61060"/>
                  <a:pt x="278721" y="72489"/>
                </a:cubicBezTo>
                <a:cubicBezTo>
                  <a:pt x="278721" y="85264"/>
                  <a:pt x="275052" y="95830"/>
                  <a:pt x="267713" y="104186"/>
                </a:cubicBezTo>
                <a:cubicBezTo>
                  <a:pt x="261669" y="111033"/>
                  <a:pt x="254060" y="114456"/>
                  <a:pt x="244887" y="114456"/>
                </a:cubicBezTo>
                <a:cubicBezTo>
                  <a:pt x="240893" y="114456"/>
                  <a:pt x="237440" y="113889"/>
                  <a:pt x="234526" y="112756"/>
                </a:cubicBezTo>
                <a:cubicBezTo>
                  <a:pt x="232367" y="111947"/>
                  <a:pt x="229939" y="110328"/>
                  <a:pt x="227241" y="107899"/>
                </a:cubicBezTo>
                <a:lnTo>
                  <a:pt x="227241" y="130483"/>
                </a:lnTo>
                <a:cubicBezTo>
                  <a:pt x="227241" y="135556"/>
                  <a:pt x="227551" y="138780"/>
                  <a:pt x="228171" y="140156"/>
                </a:cubicBezTo>
                <a:cubicBezTo>
                  <a:pt x="228792" y="141532"/>
                  <a:pt x="229871" y="142625"/>
                  <a:pt x="231409" y="143434"/>
                </a:cubicBezTo>
                <a:cubicBezTo>
                  <a:pt x="232947" y="144244"/>
                  <a:pt x="235740" y="144648"/>
                  <a:pt x="239787" y="144648"/>
                </a:cubicBezTo>
                <a:lnTo>
                  <a:pt x="239787" y="147643"/>
                </a:lnTo>
                <a:lnTo>
                  <a:pt x="200933" y="147643"/>
                </a:lnTo>
                <a:lnTo>
                  <a:pt x="200933" y="144648"/>
                </a:lnTo>
                <a:lnTo>
                  <a:pt x="202957" y="144648"/>
                </a:lnTo>
                <a:cubicBezTo>
                  <a:pt x="205925" y="144702"/>
                  <a:pt x="208461" y="144135"/>
                  <a:pt x="210566" y="142946"/>
                </a:cubicBezTo>
                <a:cubicBezTo>
                  <a:pt x="211591" y="142352"/>
                  <a:pt x="212387" y="141394"/>
                  <a:pt x="212954" y="140070"/>
                </a:cubicBezTo>
                <a:cubicBezTo>
                  <a:pt x="213520" y="138748"/>
                  <a:pt x="213804" y="135387"/>
                  <a:pt x="213804" y="129987"/>
                </a:cubicBezTo>
                <a:lnTo>
                  <a:pt x="213804" y="59836"/>
                </a:lnTo>
                <a:cubicBezTo>
                  <a:pt x="213804" y="55030"/>
                  <a:pt x="213588" y="51979"/>
                  <a:pt x="213156" y="50684"/>
                </a:cubicBezTo>
                <a:cubicBezTo>
                  <a:pt x="212724" y="49387"/>
                  <a:pt x="212036" y="48415"/>
                  <a:pt x="211092" y="47768"/>
                </a:cubicBezTo>
                <a:cubicBezTo>
                  <a:pt x="210148" y="47118"/>
                  <a:pt x="208866" y="46794"/>
                  <a:pt x="207247" y="46794"/>
                </a:cubicBezTo>
                <a:cubicBezTo>
                  <a:pt x="205952" y="46794"/>
                  <a:pt x="204306" y="47171"/>
                  <a:pt x="202310" y="47927"/>
                </a:cubicBezTo>
                <a:lnTo>
                  <a:pt x="201338" y="45337"/>
                </a:lnTo>
                <a:moveTo>
                  <a:pt x="227241" y="58346"/>
                </a:moveTo>
                <a:lnTo>
                  <a:pt x="227241" y="85994"/>
                </a:lnTo>
                <a:cubicBezTo>
                  <a:pt x="227241" y="91977"/>
                  <a:pt x="227483" y="95911"/>
                  <a:pt x="227969" y="97797"/>
                </a:cubicBezTo>
                <a:cubicBezTo>
                  <a:pt x="228725" y="100923"/>
                  <a:pt x="230573" y="103672"/>
                  <a:pt x="233514" y="106043"/>
                </a:cubicBezTo>
                <a:cubicBezTo>
                  <a:pt x="236455" y="108414"/>
                  <a:pt x="240165" y="109599"/>
                  <a:pt x="244644" y="109599"/>
                </a:cubicBezTo>
                <a:cubicBezTo>
                  <a:pt x="250040" y="109599"/>
                  <a:pt x="254411" y="107497"/>
                  <a:pt x="257757" y="103293"/>
                </a:cubicBezTo>
                <a:cubicBezTo>
                  <a:pt x="262128" y="97797"/>
                  <a:pt x="264313" y="90064"/>
                  <a:pt x="264313" y="80092"/>
                </a:cubicBezTo>
                <a:cubicBezTo>
                  <a:pt x="264313" y="68775"/>
                  <a:pt x="261831" y="60072"/>
                  <a:pt x="256866" y="53983"/>
                </a:cubicBezTo>
                <a:cubicBezTo>
                  <a:pt x="253413" y="49779"/>
                  <a:pt x="249312" y="47676"/>
                  <a:pt x="244563" y="47676"/>
                </a:cubicBezTo>
                <a:cubicBezTo>
                  <a:pt x="241973" y="47676"/>
                  <a:pt x="239409" y="48323"/>
                  <a:pt x="236873" y="49617"/>
                </a:cubicBezTo>
                <a:cubicBezTo>
                  <a:pt x="234930" y="50586"/>
                  <a:pt x="231720" y="53496"/>
                  <a:pt x="227241" y="58346"/>
                </a:cubicBezTo>
                <a:close/>
                <a:moveTo>
                  <a:pt x="402972" y="71717"/>
                </a:moveTo>
                <a:lnTo>
                  <a:pt x="402972" y="83211"/>
                </a:lnTo>
                <a:lnTo>
                  <a:pt x="388240" y="83211"/>
                </a:lnTo>
                <a:lnTo>
                  <a:pt x="388240" y="112190"/>
                </a:lnTo>
                <a:lnTo>
                  <a:pt x="374884" y="112190"/>
                </a:lnTo>
                <a:lnTo>
                  <a:pt x="374884" y="83211"/>
                </a:lnTo>
                <a:lnTo>
                  <a:pt x="328422" y="83211"/>
                </a:lnTo>
                <a:lnTo>
                  <a:pt x="328422" y="72850"/>
                </a:lnTo>
                <a:lnTo>
                  <a:pt x="379336" y="162"/>
                </a:lnTo>
                <a:lnTo>
                  <a:pt x="388240" y="162"/>
                </a:lnTo>
                <a:lnTo>
                  <a:pt x="388240" y="71717"/>
                </a:lnTo>
                <a:lnTo>
                  <a:pt x="402972" y="71717"/>
                </a:lnTo>
                <a:moveTo>
                  <a:pt x="374884" y="71717"/>
                </a:moveTo>
                <a:lnTo>
                  <a:pt x="374884" y="17241"/>
                </a:lnTo>
                <a:lnTo>
                  <a:pt x="336354" y="71717"/>
                </a:lnTo>
                <a:lnTo>
                  <a:pt x="374884" y="71717"/>
                </a:lnTo>
                <a:close/>
                <a:moveTo>
                  <a:pt x="429441" y="96486"/>
                </a:moveTo>
                <a:cubicBezTo>
                  <a:pt x="431977" y="96486"/>
                  <a:pt x="434109" y="97363"/>
                  <a:pt x="435835" y="99117"/>
                </a:cubicBezTo>
                <a:cubicBezTo>
                  <a:pt x="437562" y="100871"/>
                  <a:pt x="438426" y="102989"/>
                  <a:pt x="438426" y="105471"/>
                </a:cubicBezTo>
                <a:cubicBezTo>
                  <a:pt x="438426" y="107953"/>
                  <a:pt x="437549" y="110071"/>
                  <a:pt x="435795" y="111825"/>
                </a:cubicBezTo>
                <a:cubicBezTo>
                  <a:pt x="434041" y="113579"/>
                  <a:pt x="431923" y="114456"/>
                  <a:pt x="429441" y="114456"/>
                </a:cubicBezTo>
                <a:cubicBezTo>
                  <a:pt x="426958" y="114456"/>
                  <a:pt x="424840" y="113579"/>
                  <a:pt x="423087" y="111825"/>
                </a:cubicBezTo>
                <a:cubicBezTo>
                  <a:pt x="421333" y="110071"/>
                  <a:pt x="420456" y="107953"/>
                  <a:pt x="420456" y="105471"/>
                </a:cubicBezTo>
                <a:cubicBezTo>
                  <a:pt x="420456" y="102935"/>
                  <a:pt x="421333" y="100803"/>
                  <a:pt x="423087" y="99076"/>
                </a:cubicBezTo>
                <a:cubicBezTo>
                  <a:pt x="424840" y="97350"/>
                  <a:pt x="426958" y="96486"/>
                  <a:pt x="429441" y="96486"/>
                </a:cubicBezTo>
                <a:close/>
                <a:moveTo>
                  <a:pt x="606317" y="2428"/>
                </a:moveTo>
                <a:lnTo>
                  <a:pt x="606317" y="5423"/>
                </a:lnTo>
                <a:cubicBezTo>
                  <a:pt x="602431" y="6125"/>
                  <a:pt x="599490" y="7365"/>
                  <a:pt x="597494" y="9144"/>
                </a:cubicBezTo>
                <a:cubicBezTo>
                  <a:pt x="594634" y="11787"/>
                  <a:pt x="592097" y="15831"/>
                  <a:pt x="589885" y="21276"/>
                </a:cubicBezTo>
                <a:lnTo>
                  <a:pt x="551598" y="114618"/>
                </a:lnTo>
                <a:lnTo>
                  <a:pt x="548603" y="114618"/>
                </a:lnTo>
                <a:lnTo>
                  <a:pt x="507483" y="20064"/>
                </a:lnTo>
                <a:cubicBezTo>
                  <a:pt x="505378" y="15211"/>
                  <a:pt x="503894" y="12245"/>
                  <a:pt x="503031" y="11165"/>
                </a:cubicBezTo>
                <a:cubicBezTo>
                  <a:pt x="501682" y="9494"/>
                  <a:pt x="500023" y="8187"/>
                  <a:pt x="498053" y="7245"/>
                </a:cubicBezTo>
                <a:cubicBezTo>
                  <a:pt x="496083" y="6300"/>
                  <a:pt x="493426" y="5693"/>
                  <a:pt x="490080" y="5423"/>
                </a:cubicBezTo>
                <a:lnTo>
                  <a:pt x="490080" y="2428"/>
                </a:lnTo>
                <a:lnTo>
                  <a:pt x="534923" y="2428"/>
                </a:lnTo>
                <a:lnTo>
                  <a:pt x="534923" y="5423"/>
                </a:lnTo>
                <a:cubicBezTo>
                  <a:pt x="529851" y="5909"/>
                  <a:pt x="526559" y="6772"/>
                  <a:pt x="525048" y="8014"/>
                </a:cubicBezTo>
                <a:cubicBezTo>
                  <a:pt x="523537" y="9253"/>
                  <a:pt x="522782" y="10843"/>
                  <a:pt x="522782" y="12784"/>
                </a:cubicBezTo>
                <a:cubicBezTo>
                  <a:pt x="522782" y="15481"/>
                  <a:pt x="524023" y="19686"/>
                  <a:pt x="526505" y="25401"/>
                </a:cubicBezTo>
                <a:lnTo>
                  <a:pt x="554431" y="89705"/>
                </a:lnTo>
                <a:lnTo>
                  <a:pt x="580333" y="26211"/>
                </a:lnTo>
                <a:cubicBezTo>
                  <a:pt x="582870" y="19956"/>
                  <a:pt x="584138" y="15616"/>
                  <a:pt x="584138" y="13189"/>
                </a:cubicBezTo>
                <a:cubicBezTo>
                  <a:pt x="584138" y="11624"/>
                  <a:pt x="583355" y="10127"/>
                  <a:pt x="581790" y="8699"/>
                </a:cubicBezTo>
                <a:cubicBezTo>
                  <a:pt x="580225" y="7271"/>
                  <a:pt x="577581" y="6260"/>
                  <a:pt x="573858" y="5666"/>
                </a:cubicBezTo>
                <a:cubicBezTo>
                  <a:pt x="573588" y="5612"/>
                  <a:pt x="573129" y="5531"/>
                  <a:pt x="572482" y="5423"/>
                </a:cubicBezTo>
                <a:lnTo>
                  <a:pt x="572482" y="2428"/>
                </a:lnTo>
                <a:lnTo>
                  <a:pt x="606317" y="242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erif">
            <a:extLst xmlns:a="http://schemas.openxmlformats.org/drawingml/2006/main">
              <a:ext uri="{FF2B5EF4-FFF2-40B4-BE49-F238E27FC236}">
                <a16:creationId xmlns:a16="http://schemas.microsoft.com/office/drawing/2014/main" id="{B020A27D-3CF6-4DF8-AC45-991C5E6D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222" y="4478001"/>
            <a:ext cx="240782" cy="117370"/>
          </a:xfrm>
          <a:custGeom xmlns:a="http://schemas.openxmlformats.org/drawingml/2006/main">
            <a:pathLst>
              <a:path w="240782" h="117370">
                <a:moveTo>
                  <a:pt x="11494" y="68965"/>
                </a:moveTo>
                <a:cubicBezTo>
                  <a:pt x="11440" y="79948"/>
                  <a:pt x="14111" y="88563"/>
                  <a:pt x="19508" y="94809"/>
                </a:cubicBezTo>
                <a:cubicBezTo>
                  <a:pt x="24904" y="101054"/>
                  <a:pt x="31245" y="104176"/>
                  <a:pt x="38530" y="104176"/>
                </a:cubicBezTo>
                <a:cubicBezTo>
                  <a:pt x="43386" y="104176"/>
                  <a:pt x="47609" y="102840"/>
                  <a:pt x="51198" y="100169"/>
                </a:cubicBezTo>
                <a:cubicBezTo>
                  <a:pt x="54786" y="97498"/>
                  <a:pt x="57795" y="92925"/>
                  <a:pt x="60223" y="86449"/>
                </a:cubicBezTo>
                <a:lnTo>
                  <a:pt x="62732" y="88068"/>
                </a:lnTo>
                <a:cubicBezTo>
                  <a:pt x="61599" y="95461"/>
                  <a:pt x="58307" y="102193"/>
                  <a:pt x="52857" y="108264"/>
                </a:cubicBezTo>
                <a:cubicBezTo>
                  <a:pt x="47407" y="114335"/>
                  <a:pt x="40580" y="117370"/>
                  <a:pt x="32378" y="117370"/>
                </a:cubicBezTo>
                <a:cubicBezTo>
                  <a:pt x="23474" y="117370"/>
                  <a:pt x="15852" y="113910"/>
                  <a:pt x="9511" y="106991"/>
                </a:cubicBezTo>
                <a:cubicBezTo>
                  <a:pt x="3170" y="100071"/>
                  <a:pt x="0" y="90767"/>
                  <a:pt x="0" y="79081"/>
                </a:cubicBezTo>
                <a:cubicBezTo>
                  <a:pt x="0" y="66426"/>
                  <a:pt x="3251" y="56559"/>
                  <a:pt x="9754" y="49478"/>
                </a:cubicBezTo>
                <a:cubicBezTo>
                  <a:pt x="16256" y="42395"/>
                  <a:pt x="24418" y="38854"/>
                  <a:pt x="34240" y="38854"/>
                </a:cubicBezTo>
                <a:cubicBezTo>
                  <a:pt x="42550" y="38854"/>
                  <a:pt x="49376" y="41585"/>
                  <a:pt x="54719" y="47049"/>
                </a:cubicBezTo>
                <a:cubicBezTo>
                  <a:pt x="60061" y="52511"/>
                  <a:pt x="62732" y="59817"/>
                  <a:pt x="62732" y="68965"/>
                </a:cubicBezTo>
                <a:lnTo>
                  <a:pt x="11494" y="68965"/>
                </a:lnTo>
                <a:moveTo>
                  <a:pt x="11494" y="64270"/>
                </a:moveTo>
                <a:lnTo>
                  <a:pt x="45815" y="64270"/>
                </a:lnTo>
                <a:cubicBezTo>
                  <a:pt x="45545" y="59521"/>
                  <a:pt x="44978" y="56176"/>
                  <a:pt x="44115" y="54233"/>
                </a:cubicBezTo>
                <a:cubicBezTo>
                  <a:pt x="42766" y="51211"/>
                  <a:pt x="40756" y="48837"/>
                  <a:pt x="38085" y="47110"/>
                </a:cubicBezTo>
                <a:cubicBezTo>
                  <a:pt x="35413" y="45383"/>
                  <a:pt x="32621" y="44520"/>
                  <a:pt x="29707" y="44520"/>
                </a:cubicBezTo>
                <a:cubicBezTo>
                  <a:pt x="25228" y="44520"/>
                  <a:pt x="21221" y="46260"/>
                  <a:pt x="17686" y="49741"/>
                </a:cubicBezTo>
                <a:cubicBezTo>
                  <a:pt x="14152" y="53221"/>
                  <a:pt x="12088" y="58064"/>
                  <a:pt x="11494" y="64270"/>
                </a:cubicBezTo>
                <a:close/>
                <a:moveTo>
                  <a:pt x="94326" y="38854"/>
                </a:moveTo>
                <a:lnTo>
                  <a:pt x="94326" y="55528"/>
                </a:lnTo>
                <a:cubicBezTo>
                  <a:pt x="100531" y="44412"/>
                  <a:pt x="106899" y="38854"/>
                  <a:pt x="113429" y="38854"/>
                </a:cubicBezTo>
                <a:cubicBezTo>
                  <a:pt x="116397" y="38854"/>
                  <a:pt x="118852" y="39757"/>
                  <a:pt x="120795" y="41565"/>
                </a:cubicBezTo>
                <a:cubicBezTo>
                  <a:pt x="122737" y="43373"/>
                  <a:pt x="123709" y="45464"/>
                  <a:pt x="123709" y="47838"/>
                </a:cubicBezTo>
                <a:cubicBezTo>
                  <a:pt x="123709" y="49943"/>
                  <a:pt x="123007" y="51724"/>
                  <a:pt x="121604" y="53181"/>
                </a:cubicBezTo>
                <a:cubicBezTo>
                  <a:pt x="120201" y="54638"/>
                  <a:pt x="118528" y="55366"/>
                  <a:pt x="116585" y="55366"/>
                </a:cubicBezTo>
                <a:cubicBezTo>
                  <a:pt x="114697" y="55366"/>
                  <a:pt x="112579" y="54435"/>
                  <a:pt x="110231" y="52574"/>
                </a:cubicBezTo>
                <a:cubicBezTo>
                  <a:pt x="107884" y="50712"/>
                  <a:pt x="106144" y="49781"/>
                  <a:pt x="105010" y="49781"/>
                </a:cubicBezTo>
                <a:cubicBezTo>
                  <a:pt x="104039" y="49781"/>
                  <a:pt x="102987" y="50319"/>
                  <a:pt x="101854" y="51395"/>
                </a:cubicBezTo>
                <a:cubicBezTo>
                  <a:pt x="99425" y="53602"/>
                  <a:pt x="96916" y="57236"/>
                  <a:pt x="94326" y="62295"/>
                </a:cubicBezTo>
                <a:lnTo>
                  <a:pt x="94326" y="97738"/>
                </a:lnTo>
                <a:cubicBezTo>
                  <a:pt x="94326" y="101828"/>
                  <a:pt x="94838" y="104922"/>
                  <a:pt x="95864" y="107022"/>
                </a:cubicBezTo>
                <a:cubicBezTo>
                  <a:pt x="96565" y="108475"/>
                  <a:pt x="97806" y="109687"/>
                  <a:pt x="99587" y="110657"/>
                </a:cubicBezTo>
                <a:cubicBezTo>
                  <a:pt x="101368" y="111625"/>
                  <a:pt x="103931" y="112109"/>
                  <a:pt x="107277" y="112109"/>
                </a:cubicBezTo>
                <a:lnTo>
                  <a:pt x="107277" y="115104"/>
                </a:lnTo>
                <a:lnTo>
                  <a:pt x="69314" y="115104"/>
                </a:lnTo>
                <a:lnTo>
                  <a:pt x="69314" y="112109"/>
                </a:lnTo>
                <a:cubicBezTo>
                  <a:pt x="73091" y="112109"/>
                  <a:pt x="75897" y="111517"/>
                  <a:pt x="77732" y="110333"/>
                </a:cubicBezTo>
                <a:cubicBezTo>
                  <a:pt x="79081" y="109471"/>
                  <a:pt x="80025" y="108098"/>
                  <a:pt x="80565" y="106212"/>
                </a:cubicBezTo>
                <a:cubicBezTo>
                  <a:pt x="80835" y="105297"/>
                  <a:pt x="80970" y="102685"/>
                  <a:pt x="80970" y="98378"/>
                </a:cubicBezTo>
                <a:lnTo>
                  <a:pt x="80970" y="69706"/>
                </a:lnTo>
                <a:cubicBezTo>
                  <a:pt x="80970" y="61091"/>
                  <a:pt x="80794" y="55962"/>
                  <a:pt x="80444" y="54322"/>
                </a:cubicBezTo>
                <a:cubicBezTo>
                  <a:pt x="80093" y="52679"/>
                  <a:pt x="79445" y="51481"/>
                  <a:pt x="78501" y="50727"/>
                </a:cubicBezTo>
                <a:cubicBezTo>
                  <a:pt x="77557" y="49973"/>
                  <a:pt x="76383" y="49596"/>
                  <a:pt x="74980" y="49596"/>
                </a:cubicBezTo>
                <a:cubicBezTo>
                  <a:pt x="73307" y="49596"/>
                  <a:pt x="71418" y="50000"/>
                  <a:pt x="69314" y="50808"/>
                </a:cubicBezTo>
                <a:lnTo>
                  <a:pt x="68504" y="47899"/>
                </a:lnTo>
                <a:lnTo>
                  <a:pt x="90926" y="38854"/>
                </a:lnTo>
                <a:lnTo>
                  <a:pt x="94326" y="38854"/>
                </a:lnTo>
                <a:close/>
                <a:moveTo>
                  <a:pt x="146696" y="0"/>
                </a:moveTo>
                <a:cubicBezTo>
                  <a:pt x="148963" y="0"/>
                  <a:pt x="150892" y="800"/>
                  <a:pt x="152484" y="2401"/>
                </a:cubicBezTo>
                <a:cubicBezTo>
                  <a:pt x="154076" y="3999"/>
                  <a:pt x="154871" y="5938"/>
                  <a:pt x="154871" y="8216"/>
                </a:cubicBezTo>
                <a:cubicBezTo>
                  <a:pt x="154871" y="10494"/>
                  <a:pt x="154076" y="12447"/>
                  <a:pt x="152484" y="14074"/>
                </a:cubicBezTo>
                <a:cubicBezTo>
                  <a:pt x="150892" y="15700"/>
                  <a:pt x="148963" y="16513"/>
                  <a:pt x="146696" y="16513"/>
                </a:cubicBezTo>
                <a:cubicBezTo>
                  <a:pt x="144430" y="16513"/>
                  <a:pt x="142487" y="15700"/>
                  <a:pt x="140868" y="14074"/>
                </a:cubicBezTo>
                <a:cubicBezTo>
                  <a:pt x="139249" y="12447"/>
                  <a:pt x="138440" y="10494"/>
                  <a:pt x="138440" y="8216"/>
                </a:cubicBezTo>
                <a:cubicBezTo>
                  <a:pt x="138440" y="5938"/>
                  <a:pt x="139236" y="3999"/>
                  <a:pt x="140828" y="2401"/>
                </a:cubicBezTo>
                <a:cubicBezTo>
                  <a:pt x="142419" y="800"/>
                  <a:pt x="144376" y="0"/>
                  <a:pt x="146696" y="0"/>
                </a:cubicBezTo>
                <a:moveTo>
                  <a:pt x="153414" y="38854"/>
                </a:moveTo>
                <a:lnTo>
                  <a:pt x="153414" y="98297"/>
                </a:lnTo>
                <a:cubicBezTo>
                  <a:pt x="153414" y="102928"/>
                  <a:pt x="153752" y="106011"/>
                  <a:pt x="154426" y="107545"/>
                </a:cubicBezTo>
                <a:cubicBezTo>
                  <a:pt x="155101" y="109080"/>
                  <a:pt x="156099" y="110224"/>
                  <a:pt x="157421" y="110978"/>
                </a:cubicBezTo>
                <a:cubicBezTo>
                  <a:pt x="158743" y="111732"/>
                  <a:pt x="161158" y="112109"/>
                  <a:pt x="164666" y="112109"/>
                </a:cubicBezTo>
                <a:lnTo>
                  <a:pt x="164666" y="115104"/>
                </a:lnTo>
                <a:lnTo>
                  <a:pt x="128645" y="115104"/>
                </a:lnTo>
                <a:lnTo>
                  <a:pt x="128645" y="112109"/>
                </a:lnTo>
                <a:cubicBezTo>
                  <a:pt x="132261" y="112109"/>
                  <a:pt x="134689" y="111759"/>
                  <a:pt x="135930" y="111059"/>
                </a:cubicBezTo>
                <a:cubicBezTo>
                  <a:pt x="137172" y="110359"/>
                  <a:pt x="138156" y="109201"/>
                  <a:pt x="138885" y="107586"/>
                </a:cubicBezTo>
                <a:cubicBezTo>
                  <a:pt x="139613" y="105970"/>
                  <a:pt x="139978" y="102874"/>
                  <a:pt x="139978" y="98297"/>
                </a:cubicBezTo>
                <a:lnTo>
                  <a:pt x="139978" y="69787"/>
                </a:lnTo>
                <a:cubicBezTo>
                  <a:pt x="139978" y="61763"/>
                  <a:pt x="139735" y="56568"/>
                  <a:pt x="139249" y="54200"/>
                </a:cubicBezTo>
                <a:cubicBezTo>
                  <a:pt x="138871" y="52477"/>
                  <a:pt x="138278" y="51279"/>
                  <a:pt x="137468" y="50606"/>
                </a:cubicBezTo>
                <a:cubicBezTo>
                  <a:pt x="136659" y="49933"/>
                  <a:pt x="135553" y="49596"/>
                  <a:pt x="134150" y="49596"/>
                </a:cubicBezTo>
                <a:cubicBezTo>
                  <a:pt x="132639" y="49596"/>
                  <a:pt x="130804" y="50000"/>
                  <a:pt x="128645" y="50808"/>
                </a:cubicBezTo>
                <a:lnTo>
                  <a:pt x="127512" y="47899"/>
                </a:lnTo>
                <a:lnTo>
                  <a:pt x="149853" y="38854"/>
                </a:lnTo>
                <a:lnTo>
                  <a:pt x="153414" y="38854"/>
                </a:lnTo>
                <a:close/>
                <a:moveTo>
                  <a:pt x="202900" y="46624"/>
                </a:moveTo>
                <a:lnTo>
                  <a:pt x="202900" y="95414"/>
                </a:lnTo>
                <a:cubicBezTo>
                  <a:pt x="202900" y="102329"/>
                  <a:pt x="203655" y="106706"/>
                  <a:pt x="205166" y="108542"/>
                </a:cubicBezTo>
                <a:cubicBezTo>
                  <a:pt x="207163" y="110920"/>
                  <a:pt x="209834" y="112109"/>
                  <a:pt x="213180" y="112109"/>
                </a:cubicBezTo>
                <a:lnTo>
                  <a:pt x="219898" y="112109"/>
                </a:lnTo>
                <a:lnTo>
                  <a:pt x="219898" y="115104"/>
                </a:lnTo>
                <a:lnTo>
                  <a:pt x="175621" y="115104"/>
                </a:lnTo>
                <a:lnTo>
                  <a:pt x="175621" y="112109"/>
                </a:lnTo>
                <a:lnTo>
                  <a:pt x="178940" y="112109"/>
                </a:lnTo>
                <a:cubicBezTo>
                  <a:pt x="181098" y="112109"/>
                  <a:pt x="183068" y="111568"/>
                  <a:pt x="184849" y="110487"/>
                </a:cubicBezTo>
                <a:cubicBezTo>
                  <a:pt x="186630" y="109406"/>
                  <a:pt x="187857" y="107948"/>
                  <a:pt x="188532" y="106111"/>
                </a:cubicBezTo>
                <a:cubicBezTo>
                  <a:pt x="189206" y="104275"/>
                  <a:pt x="189544" y="100709"/>
                  <a:pt x="189544" y="95414"/>
                </a:cubicBezTo>
                <a:lnTo>
                  <a:pt x="189544" y="46624"/>
                </a:lnTo>
                <a:lnTo>
                  <a:pt x="175136" y="46624"/>
                </a:lnTo>
                <a:lnTo>
                  <a:pt x="175136" y="40958"/>
                </a:lnTo>
                <a:lnTo>
                  <a:pt x="189544" y="40958"/>
                </a:lnTo>
                <a:lnTo>
                  <a:pt x="189544" y="36081"/>
                </a:lnTo>
                <a:cubicBezTo>
                  <a:pt x="189544" y="28660"/>
                  <a:pt x="190731" y="22375"/>
                  <a:pt x="193105" y="17229"/>
                </a:cubicBezTo>
                <a:cubicBezTo>
                  <a:pt x="195480" y="12082"/>
                  <a:pt x="199109" y="7924"/>
                  <a:pt x="203992" y="4756"/>
                </a:cubicBezTo>
                <a:cubicBezTo>
                  <a:pt x="208876" y="1585"/>
                  <a:pt x="214367" y="0"/>
                  <a:pt x="220465" y="0"/>
                </a:cubicBezTo>
                <a:cubicBezTo>
                  <a:pt x="226131" y="0"/>
                  <a:pt x="231338" y="1835"/>
                  <a:pt x="236087" y="5504"/>
                </a:cubicBezTo>
                <a:cubicBezTo>
                  <a:pt x="239217" y="7933"/>
                  <a:pt x="240782" y="10658"/>
                  <a:pt x="240782" y="13680"/>
                </a:cubicBezTo>
                <a:cubicBezTo>
                  <a:pt x="240782" y="15299"/>
                  <a:pt x="240080" y="16823"/>
                  <a:pt x="238677" y="18253"/>
                </a:cubicBezTo>
                <a:cubicBezTo>
                  <a:pt x="237274" y="19683"/>
                  <a:pt x="235763" y="20398"/>
                  <a:pt x="234144" y="20398"/>
                </a:cubicBezTo>
                <a:cubicBezTo>
                  <a:pt x="232903" y="20398"/>
                  <a:pt x="231595" y="19948"/>
                  <a:pt x="230219" y="19047"/>
                </a:cubicBezTo>
                <a:cubicBezTo>
                  <a:pt x="228842" y="18147"/>
                  <a:pt x="227156" y="16210"/>
                  <a:pt x="225159" y="13237"/>
                </a:cubicBezTo>
                <a:cubicBezTo>
                  <a:pt x="223163" y="10264"/>
                  <a:pt x="221328" y="8259"/>
                  <a:pt x="219655" y="7222"/>
                </a:cubicBezTo>
                <a:cubicBezTo>
                  <a:pt x="217982" y="6185"/>
                  <a:pt x="216121" y="5666"/>
                  <a:pt x="214070" y="5666"/>
                </a:cubicBezTo>
                <a:cubicBezTo>
                  <a:pt x="211588" y="5666"/>
                  <a:pt x="209483" y="6334"/>
                  <a:pt x="207756" y="7670"/>
                </a:cubicBezTo>
                <a:cubicBezTo>
                  <a:pt x="206029" y="9003"/>
                  <a:pt x="204788" y="11073"/>
                  <a:pt x="204033" y="13877"/>
                </a:cubicBezTo>
                <a:cubicBezTo>
                  <a:pt x="203277" y="16681"/>
                  <a:pt x="202900" y="23911"/>
                  <a:pt x="202900" y="35565"/>
                </a:cubicBezTo>
                <a:lnTo>
                  <a:pt x="202900" y="40958"/>
                </a:lnTo>
                <a:lnTo>
                  <a:pt x="222003" y="40958"/>
                </a:lnTo>
                <a:lnTo>
                  <a:pt x="222003" y="46624"/>
                </a:lnTo>
                <a:lnTo>
                  <a:pt x="202900" y="466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yCombinedInvariant">
            <a:extLst xmlns:a="http://schemas.openxmlformats.org/drawingml/2006/main">
              <a:ext uri="{FF2B5EF4-FFF2-40B4-BE49-F238E27FC236}">
                <a16:creationId xmlns:a16="http://schemas.microsoft.com/office/drawing/2014/main" id="{62EBA362-822F-457A-A014-9311A84C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138" y="4478001"/>
            <a:ext cx="1454252" cy="150881"/>
          </a:xfrm>
          <a:custGeom xmlns:a="http://schemas.openxmlformats.org/drawingml/2006/main">
            <a:pathLst>
              <a:path w="1454252" h="150881">
                <a:moveTo>
                  <a:pt x="0" y="40958"/>
                </a:moveTo>
                <a:lnTo>
                  <a:pt x="34563" y="40958"/>
                </a:lnTo>
                <a:lnTo>
                  <a:pt x="34563" y="43953"/>
                </a:lnTo>
                <a:lnTo>
                  <a:pt x="32864" y="43953"/>
                </a:lnTo>
                <a:cubicBezTo>
                  <a:pt x="30435" y="43953"/>
                  <a:pt x="28614" y="44479"/>
                  <a:pt x="27400" y="45531"/>
                </a:cubicBezTo>
                <a:cubicBezTo>
                  <a:pt x="26186" y="46584"/>
                  <a:pt x="25579" y="47892"/>
                  <a:pt x="25579" y="49457"/>
                </a:cubicBezTo>
                <a:cubicBezTo>
                  <a:pt x="25579" y="51562"/>
                  <a:pt x="26469" y="54476"/>
                  <a:pt x="28250" y="58199"/>
                </a:cubicBezTo>
                <a:lnTo>
                  <a:pt x="46300" y="95596"/>
                </a:lnTo>
                <a:lnTo>
                  <a:pt x="62894" y="54638"/>
                </a:lnTo>
                <a:cubicBezTo>
                  <a:pt x="63812" y="52425"/>
                  <a:pt x="64270" y="50240"/>
                  <a:pt x="64270" y="48081"/>
                </a:cubicBezTo>
                <a:cubicBezTo>
                  <a:pt x="64270" y="47110"/>
                  <a:pt x="64081" y="46381"/>
                  <a:pt x="63704" y="45896"/>
                </a:cubicBezTo>
                <a:cubicBezTo>
                  <a:pt x="63272" y="45302"/>
                  <a:pt x="62597" y="44830"/>
                  <a:pt x="61680" y="44479"/>
                </a:cubicBezTo>
                <a:cubicBezTo>
                  <a:pt x="60763" y="44128"/>
                  <a:pt x="59144" y="43953"/>
                  <a:pt x="56823" y="43953"/>
                </a:cubicBezTo>
                <a:lnTo>
                  <a:pt x="56823" y="40958"/>
                </a:lnTo>
                <a:lnTo>
                  <a:pt x="80945" y="40958"/>
                </a:lnTo>
                <a:lnTo>
                  <a:pt x="80945" y="43953"/>
                </a:lnTo>
                <a:cubicBezTo>
                  <a:pt x="78948" y="44169"/>
                  <a:pt x="77410" y="44601"/>
                  <a:pt x="76331" y="45248"/>
                </a:cubicBezTo>
                <a:cubicBezTo>
                  <a:pt x="75252" y="45896"/>
                  <a:pt x="74065" y="47110"/>
                  <a:pt x="72769" y="48891"/>
                </a:cubicBezTo>
                <a:cubicBezTo>
                  <a:pt x="72284" y="49646"/>
                  <a:pt x="71366" y="51724"/>
                  <a:pt x="70017" y="55123"/>
                </a:cubicBezTo>
                <a:lnTo>
                  <a:pt x="39825" y="129107"/>
                </a:lnTo>
                <a:cubicBezTo>
                  <a:pt x="36911" y="136284"/>
                  <a:pt x="33093" y="141707"/>
                  <a:pt x="28371" y="145377"/>
                </a:cubicBezTo>
                <a:cubicBezTo>
                  <a:pt x="23649" y="149046"/>
                  <a:pt x="19103" y="150881"/>
                  <a:pt x="14732" y="150881"/>
                </a:cubicBezTo>
                <a:cubicBezTo>
                  <a:pt x="11548" y="150881"/>
                  <a:pt x="8931" y="149975"/>
                  <a:pt x="6880" y="148162"/>
                </a:cubicBezTo>
                <a:cubicBezTo>
                  <a:pt x="4830" y="146349"/>
                  <a:pt x="3804" y="144270"/>
                  <a:pt x="3804" y="141924"/>
                </a:cubicBezTo>
                <a:cubicBezTo>
                  <a:pt x="3804" y="139685"/>
                  <a:pt x="4546" y="137879"/>
                  <a:pt x="6030" y="136506"/>
                </a:cubicBezTo>
                <a:cubicBezTo>
                  <a:pt x="7514" y="135135"/>
                  <a:pt x="9551" y="134449"/>
                  <a:pt x="12142" y="134449"/>
                </a:cubicBezTo>
                <a:cubicBezTo>
                  <a:pt x="13923" y="134449"/>
                  <a:pt x="16351" y="135043"/>
                  <a:pt x="19427" y="136230"/>
                </a:cubicBezTo>
                <a:cubicBezTo>
                  <a:pt x="21585" y="137040"/>
                  <a:pt x="22934" y="137444"/>
                  <a:pt x="23474" y="137444"/>
                </a:cubicBezTo>
                <a:cubicBezTo>
                  <a:pt x="25093" y="137444"/>
                  <a:pt x="26860" y="136602"/>
                  <a:pt x="28776" y="134917"/>
                </a:cubicBezTo>
                <a:cubicBezTo>
                  <a:pt x="30692" y="133234"/>
                  <a:pt x="32621" y="129976"/>
                  <a:pt x="34563" y="125143"/>
                </a:cubicBezTo>
                <a:lnTo>
                  <a:pt x="39825" y="112190"/>
                </a:lnTo>
                <a:lnTo>
                  <a:pt x="13194" y="56257"/>
                </a:lnTo>
                <a:cubicBezTo>
                  <a:pt x="12385" y="54584"/>
                  <a:pt x="11089" y="52506"/>
                  <a:pt x="9309" y="50024"/>
                </a:cubicBezTo>
                <a:cubicBezTo>
                  <a:pt x="7960" y="48135"/>
                  <a:pt x="6853" y="46867"/>
                  <a:pt x="5990" y="46219"/>
                </a:cubicBezTo>
                <a:cubicBezTo>
                  <a:pt x="4749" y="45356"/>
                  <a:pt x="2752" y="44601"/>
                  <a:pt x="0" y="43953"/>
                </a:cubicBezTo>
                <a:lnTo>
                  <a:pt x="0" y="40958"/>
                </a:lnTo>
                <a:close/>
                <a:moveTo>
                  <a:pt x="223165" y="2914"/>
                </a:moveTo>
                <a:lnTo>
                  <a:pt x="225674" y="40149"/>
                </a:lnTo>
                <a:lnTo>
                  <a:pt x="223165" y="40149"/>
                </a:lnTo>
                <a:cubicBezTo>
                  <a:pt x="219819" y="28950"/>
                  <a:pt x="215043" y="20889"/>
                  <a:pt x="208837" y="15966"/>
                </a:cubicBezTo>
                <a:cubicBezTo>
                  <a:pt x="202632" y="11042"/>
                  <a:pt x="195185" y="8580"/>
                  <a:pt x="186497" y="8580"/>
                </a:cubicBezTo>
                <a:cubicBezTo>
                  <a:pt x="179212" y="8580"/>
                  <a:pt x="172628" y="10430"/>
                  <a:pt x="166746" y="14130"/>
                </a:cubicBezTo>
                <a:cubicBezTo>
                  <a:pt x="160864" y="17828"/>
                  <a:pt x="156237" y="23728"/>
                  <a:pt x="152864" y="31829"/>
                </a:cubicBezTo>
                <a:cubicBezTo>
                  <a:pt x="149491" y="39930"/>
                  <a:pt x="147805" y="50003"/>
                  <a:pt x="147805" y="62047"/>
                </a:cubicBezTo>
                <a:cubicBezTo>
                  <a:pt x="147805" y="71983"/>
                  <a:pt x="149397" y="80597"/>
                  <a:pt x="152581" y="87888"/>
                </a:cubicBezTo>
                <a:cubicBezTo>
                  <a:pt x="155765" y="95178"/>
                  <a:pt x="160554" y="100768"/>
                  <a:pt x="166948" y="104657"/>
                </a:cubicBezTo>
                <a:cubicBezTo>
                  <a:pt x="173343" y="108545"/>
                  <a:pt x="180642" y="110490"/>
                  <a:pt x="188844" y="110490"/>
                </a:cubicBezTo>
                <a:cubicBezTo>
                  <a:pt x="195967" y="110490"/>
                  <a:pt x="202254" y="108965"/>
                  <a:pt x="207704" y="105916"/>
                </a:cubicBezTo>
                <a:cubicBezTo>
                  <a:pt x="213154" y="102867"/>
                  <a:pt x="219144" y="96810"/>
                  <a:pt x="225674" y="87744"/>
                </a:cubicBezTo>
                <a:lnTo>
                  <a:pt x="228183" y="89358"/>
                </a:lnTo>
                <a:cubicBezTo>
                  <a:pt x="222679" y="99100"/>
                  <a:pt x="216257" y="106232"/>
                  <a:pt x="208918" y="110753"/>
                </a:cubicBezTo>
                <a:cubicBezTo>
                  <a:pt x="201579" y="115272"/>
                  <a:pt x="192864" y="117532"/>
                  <a:pt x="182773" y="117532"/>
                </a:cubicBezTo>
                <a:cubicBezTo>
                  <a:pt x="164588" y="117532"/>
                  <a:pt x="150503" y="110796"/>
                  <a:pt x="140520" y="97324"/>
                </a:cubicBezTo>
                <a:cubicBezTo>
                  <a:pt x="133073" y="87302"/>
                  <a:pt x="129350" y="75500"/>
                  <a:pt x="129350" y="61920"/>
                </a:cubicBezTo>
                <a:cubicBezTo>
                  <a:pt x="129350" y="50981"/>
                  <a:pt x="131805" y="40931"/>
                  <a:pt x="136716" y="31771"/>
                </a:cubicBezTo>
                <a:cubicBezTo>
                  <a:pt x="141626" y="22611"/>
                  <a:pt x="148385" y="15511"/>
                  <a:pt x="156992" y="10472"/>
                </a:cubicBezTo>
                <a:cubicBezTo>
                  <a:pt x="165599" y="5433"/>
                  <a:pt x="175002" y="2914"/>
                  <a:pt x="185201" y="2914"/>
                </a:cubicBezTo>
                <a:cubicBezTo>
                  <a:pt x="193134" y="2914"/>
                  <a:pt x="200959" y="4857"/>
                  <a:pt x="208675" y="8742"/>
                </a:cubicBezTo>
                <a:cubicBezTo>
                  <a:pt x="210942" y="9929"/>
                  <a:pt x="212561" y="10523"/>
                  <a:pt x="213532" y="10523"/>
                </a:cubicBezTo>
                <a:cubicBezTo>
                  <a:pt x="214989" y="10523"/>
                  <a:pt x="216257" y="10010"/>
                  <a:pt x="217337" y="8985"/>
                </a:cubicBezTo>
                <a:cubicBezTo>
                  <a:pt x="218740" y="7528"/>
                  <a:pt x="219738" y="5504"/>
                  <a:pt x="220332" y="2914"/>
                </a:cubicBezTo>
                <a:lnTo>
                  <a:pt x="223165" y="2914"/>
                </a:lnTo>
                <a:close/>
                <a:moveTo>
                  <a:pt x="275375" y="38854"/>
                </a:moveTo>
                <a:cubicBezTo>
                  <a:pt x="286600" y="38854"/>
                  <a:pt x="295612" y="43112"/>
                  <a:pt x="302411" y="51630"/>
                </a:cubicBezTo>
                <a:cubicBezTo>
                  <a:pt x="308185" y="58907"/>
                  <a:pt x="311072" y="67263"/>
                  <a:pt x="311072" y="76698"/>
                </a:cubicBezTo>
                <a:cubicBezTo>
                  <a:pt x="311072" y="83328"/>
                  <a:pt x="309480" y="90040"/>
                  <a:pt x="306296" y="96833"/>
                </a:cubicBezTo>
                <a:cubicBezTo>
                  <a:pt x="303113" y="103624"/>
                  <a:pt x="298728" y="108744"/>
                  <a:pt x="293143" y="112195"/>
                </a:cubicBezTo>
                <a:cubicBezTo>
                  <a:pt x="287558" y="115645"/>
                  <a:pt x="281338" y="117370"/>
                  <a:pt x="274485" y="117370"/>
                </a:cubicBezTo>
                <a:cubicBezTo>
                  <a:pt x="263315" y="117370"/>
                  <a:pt x="254438" y="112922"/>
                  <a:pt x="247854" y="104027"/>
                </a:cubicBezTo>
                <a:cubicBezTo>
                  <a:pt x="242296" y="96534"/>
                  <a:pt x="239517" y="88125"/>
                  <a:pt x="239517" y="78800"/>
                </a:cubicBezTo>
                <a:cubicBezTo>
                  <a:pt x="239517" y="72007"/>
                  <a:pt x="241203" y="65255"/>
                  <a:pt x="244576" y="58543"/>
                </a:cubicBezTo>
                <a:cubicBezTo>
                  <a:pt x="247949" y="51832"/>
                  <a:pt x="252387" y="46872"/>
                  <a:pt x="257891" y="43665"/>
                </a:cubicBezTo>
                <a:cubicBezTo>
                  <a:pt x="263396" y="40457"/>
                  <a:pt x="269224" y="38854"/>
                  <a:pt x="275375" y="38854"/>
                </a:cubicBezTo>
                <a:moveTo>
                  <a:pt x="272866" y="44196"/>
                </a:moveTo>
                <a:cubicBezTo>
                  <a:pt x="270006" y="44196"/>
                  <a:pt x="267133" y="45045"/>
                  <a:pt x="264246" y="46743"/>
                </a:cubicBezTo>
                <a:cubicBezTo>
                  <a:pt x="261359" y="48441"/>
                  <a:pt x="259025" y="51419"/>
                  <a:pt x="257244" y="55677"/>
                </a:cubicBezTo>
                <a:cubicBezTo>
                  <a:pt x="255463" y="59935"/>
                  <a:pt x="254573" y="65406"/>
                  <a:pt x="254573" y="72089"/>
                </a:cubicBezTo>
                <a:cubicBezTo>
                  <a:pt x="254573" y="82868"/>
                  <a:pt x="256718" y="92166"/>
                  <a:pt x="261008" y="99982"/>
                </a:cubicBezTo>
                <a:cubicBezTo>
                  <a:pt x="265298" y="107797"/>
                  <a:pt x="270951" y="111704"/>
                  <a:pt x="277966" y="111704"/>
                </a:cubicBezTo>
                <a:cubicBezTo>
                  <a:pt x="283200" y="111704"/>
                  <a:pt x="287517" y="109548"/>
                  <a:pt x="290917" y="105236"/>
                </a:cubicBezTo>
                <a:cubicBezTo>
                  <a:pt x="294317" y="100924"/>
                  <a:pt x="296016" y="93513"/>
                  <a:pt x="296016" y="83004"/>
                </a:cubicBezTo>
                <a:cubicBezTo>
                  <a:pt x="296016" y="69852"/>
                  <a:pt x="293183" y="59503"/>
                  <a:pt x="287517" y="51956"/>
                </a:cubicBezTo>
                <a:cubicBezTo>
                  <a:pt x="283686" y="46783"/>
                  <a:pt x="278802" y="44196"/>
                  <a:pt x="272866" y="44196"/>
                </a:cubicBezTo>
                <a:close/>
                <a:moveTo>
                  <a:pt x="344017" y="54638"/>
                </a:moveTo>
                <a:cubicBezTo>
                  <a:pt x="349413" y="49241"/>
                  <a:pt x="352597" y="46139"/>
                  <a:pt x="353568" y="45329"/>
                </a:cubicBezTo>
                <a:cubicBezTo>
                  <a:pt x="355997" y="43279"/>
                  <a:pt x="358614" y="41687"/>
                  <a:pt x="361420" y="40553"/>
                </a:cubicBezTo>
                <a:cubicBezTo>
                  <a:pt x="364226" y="39420"/>
                  <a:pt x="367005" y="38854"/>
                  <a:pt x="369757" y="38854"/>
                </a:cubicBezTo>
                <a:cubicBezTo>
                  <a:pt x="374398" y="38854"/>
                  <a:pt x="378391" y="40203"/>
                  <a:pt x="381737" y="42901"/>
                </a:cubicBezTo>
                <a:cubicBezTo>
                  <a:pt x="385083" y="45599"/>
                  <a:pt x="387322" y="49511"/>
                  <a:pt x="388455" y="54638"/>
                </a:cubicBezTo>
                <a:cubicBezTo>
                  <a:pt x="394014" y="48162"/>
                  <a:pt x="398708" y="43913"/>
                  <a:pt x="402540" y="41889"/>
                </a:cubicBezTo>
                <a:cubicBezTo>
                  <a:pt x="406371" y="39865"/>
                  <a:pt x="410311" y="38854"/>
                  <a:pt x="414358" y="38854"/>
                </a:cubicBezTo>
                <a:cubicBezTo>
                  <a:pt x="418297" y="38854"/>
                  <a:pt x="421791" y="39864"/>
                  <a:pt x="424840" y="41884"/>
                </a:cubicBezTo>
                <a:cubicBezTo>
                  <a:pt x="427889" y="43902"/>
                  <a:pt x="430304" y="47200"/>
                  <a:pt x="432085" y="51777"/>
                </a:cubicBezTo>
                <a:cubicBezTo>
                  <a:pt x="433272" y="54900"/>
                  <a:pt x="433865" y="59800"/>
                  <a:pt x="433865" y="66476"/>
                </a:cubicBezTo>
                <a:lnTo>
                  <a:pt x="433865" y="98297"/>
                </a:lnTo>
                <a:cubicBezTo>
                  <a:pt x="433865" y="102928"/>
                  <a:pt x="434216" y="106105"/>
                  <a:pt x="434918" y="107829"/>
                </a:cubicBezTo>
                <a:cubicBezTo>
                  <a:pt x="435457" y="109012"/>
                  <a:pt x="436456" y="110022"/>
                  <a:pt x="437913" y="110856"/>
                </a:cubicBezTo>
                <a:cubicBezTo>
                  <a:pt x="439370" y="111691"/>
                  <a:pt x="441744" y="112109"/>
                  <a:pt x="445036" y="112109"/>
                </a:cubicBezTo>
                <a:lnTo>
                  <a:pt x="445036" y="115104"/>
                </a:lnTo>
                <a:lnTo>
                  <a:pt x="408449" y="115104"/>
                </a:lnTo>
                <a:lnTo>
                  <a:pt x="408449" y="112109"/>
                </a:lnTo>
                <a:lnTo>
                  <a:pt x="409987" y="112109"/>
                </a:lnTo>
                <a:cubicBezTo>
                  <a:pt x="413171" y="112109"/>
                  <a:pt x="415653" y="111491"/>
                  <a:pt x="417434" y="110257"/>
                </a:cubicBezTo>
                <a:cubicBezTo>
                  <a:pt x="418675" y="109397"/>
                  <a:pt x="419565" y="108028"/>
                  <a:pt x="420105" y="106149"/>
                </a:cubicBezTo>
                <a:cubicBezTo>
                  <a:pt x="420321" y="105237"/>
                  <a:pt x="420429" y="102633"/>
                  <a:pt x="420429" y="98338"/>
                </a:cubicBezTo>
                <a:lnTo>
                  <a:pt x="420429" y="66607"/>
                </a:lnTo>
                <a:cubicBezTo>
                  <a:pt x="420429" y="60594"/>
                  <a:pt x="419700" y="56353"/>
                  <a:pt x="418243" y="53884"/>
                </a:cubicBezTo>
                <a:cubicBezTo>
                  <a:pt x="416139" y="50447"/>
                  <a:pt x="412766" y="48729"/>
                  <a:pt x="408125" y="48729"/>
                </a:cubicBezTo>
                <a:cubicBezTo>
                  <a:pt x="405265" y="48729"/>
                  <a:pt x="402391" y="49440"/>
                  <a:pt x="399504" y="50864"/>
                </a:cubicBezTo>
                <a:cubicBezTo>
                  <a:pt x="396617" y="52285"/>
                  <a:pt x="393123" y="54929"/>
                  <a:pt x="389022" y="58796"/>
                </a:cubicBezTo>
                <a:lnTo>
                  <a:pt x="388860" y="59682"/>
                </a:lnTo>
                <a:lnTo>
                  <a:pt x="389022" y="63145"/>
                </a:lnTo>
                <a:lnTo>
                  <a:pt x="389022" y="98338"/>
                </a:lnTo>
                <a:cubicBezTo>
                  <a:pt x="389022" y="103385"/>
                  <a:pt x="389305" y="106526"/>
                  <a:pt x="389872" y="107760"/>
                </a:cubicBezTo>
                <a:cubicBezTo>
                  <a:pt x="390439" y="108995"/>
                  <a:pt x="391504" y="110028"/>
                  <a:pt x="393069" y="110862"/>
                </a:cubicBezTo>
                <a:cubicBezTo>
                  <a:pt x="394634" y="111693"/>
                  <a:pt x="397305" y="112109"/>
                  <a:pt x="401083" y="112109"/>
                </a:cubicBezTo>
                <a:lnTo>
                  <a:pt x="401083" y="115104"/>
                </a:lnTo>
                <a:lnTo>
                  <a:pt x="363605" y="115104"/>
                </a:lnTo>
                <a:lnTo>
                  <a:pt x="363605" y="112109"/>
                </a:lnTo>
                <a:cubicBezTo>
                  <a:pt x="367707" y="112109"/>
                  <a:pt x="370526" y="111625"/>
                  <a:pt x="372064" y="110659"/>
                </a:cubicBezTo>
                <a:cubicBezTo>
                  <a:pt x="373602" y="109693"/>
                  <a:pt x="374668" y="108243"/>
                  <a:pt x="375261" y="106311"/>
                </a:cubicBezTo>
                <a:cubicBezTo>
                  <a:pt x="375531" y="105397"/>
                  <a:pt x="375666" y="102739"/>
                  <a:pt x="375666" y="98338"/>
                </a:cubicBezTo>
                <a:lnTo>
                  <a:pt x="375666" y="66607"/>
                </a:lnTo>
                <a:cubicBezTo>
                  <a:pt x="375666" y="60594"/>
                  <a:pt x="374776" y="56272"/>
                  <a:pt x="372995" y="53641"/>
                </a:cubicBezTo>
                <a:cubicBezTo>
                  <a:pt x="370621" y="50204"/>
                  <a:pt x="367302" y="48486"/>
                  <a:pt x="363039" y="48486"/>
                </a:cubicBezTo>
                <a:cubicBezTo>
                  <a:pt x="360125" y="48486"/>
                  <a:pt x="357238" y="49264"/>
                  <a:pt x="354378" y="50821"/>
                </a:cubicBezTo>
                <a:cubicBezTo>
                  <a:pt x="349899" y="53183"/>
                  <a:pt x="346445" y="55841"/>
                  <a:pt x="344017" y="58794"/>
                </a:cubicBezTo>
                <a:lnTo>
                  <a:pt x="344017" y="98338"/>
                </a:lnTo>
                <a:cubicBezTo>
                  <a:pt x="344017" y="103169"/>
                  <a:pt x="344354" y="106310"/>
                  <a:pt x="345029" y="107760"/>
                </a:cubicBezTo>
                <a:cubicBezTo>
                  <a:pt x="345703" y="109209"/>
                  <a:pt x="346701" y="110296"/>
                  <a:pt x="348023" y="111021"/>
                </a:cubicBezTo>
                <a:cubicBezTo>
                  <a:pt x="349346" y="111746"/>
                  <a:pt x="352030" y="112109"/>
                  <a:pt x="356077" y="112109"/>
                </a:cubicBezTo>
                <a:lnTo>
                  <a:pt x="356077" y="115104"/>
                </a:lnTo>
                <a:lnTo>
                  <a:pt x="319409" y="115104"/>
                </a:lnTo>
                <a:lnTo>
                  <a:pt x="319409" y="112109"/>
                </a:lnTo>
                <a:cubicBezTo>
                  <a:pt x="322809" y="112109"/>
                  <a:pt x="325184" y="111745"/>
                  <a:pt x="326533" y="111018"/>
                </a:cubicBezTo>
                <a:cubicBezTo>
                  <a:pt x="327882" y="110292"/>
                  <a:pt x="328907" y="109134"/>
                  <a:pt x="329609" y="107545"/>
                </a:cubicBezTo>
                <a:cubicBezTo>
                  <a:pt x="330310" y="105957"/>
                  <a:pt x="330661" y="102874"/>
                  <a:pt x="330661" y="98297"/>
                </a:cubicBezTo>
                <a:lnTo>
                  <a:pt x="330661" y="70030"/>
                </a:lnTo>
                <a:cubicBezTo>
                  <a:pt x="330661" y="61898"/>
                  <a:pt x="330418" y="56649"/>
                  <a:pt x="329932" y="54281"/>
                </a:cubicBezTo>
                <a:cubicBezTo>
                  <a:pt x="329555" y="52504"/>
                  <a:pt x="328961" y="51279"/>
                  <a:pt x="328152" y="50606"/>
                </a:cubicBezTo>
                <a:cubicBezTo>
                  <a:pt x="327342" y="49933"/>
                  <a:pt x="326236" y="49596"/>
                  <a:pt x="324833" y="49596"/>
                </a:cubicBezTo>
                <a:cubicBezTo>
                  <a:pt x="323322" y="49596"/>
                  <a:pt x="321514" y="50000"/>
                  <a:pt x="319409" y="50808"/>
                </a:cubicBezTo>
                <a:lnTo>
                  <a:pt x="318195" y="47899"/>
                </a:lnTo>
                <a:lnTo>
                  <a:pt x="340536" y="38854"/>
                </a:lnTo>
                <a:lnTo>
                  <a:pt x="344017" y="38854"/>
                </a:lnTo>
                <a:lnTo>
                  <a:pt x="344017" y="54638"/>
                </a:lnTo>
                <a:close/>
                <a:moveTo>
                  <a:pt x="471290" y="53828"/>
                </a:moveTo>
                <a:cubicBezTo>
                  <a:pt x="478467" y="43845"/>
                  <a:pt x="486210" y="38854"/>
                  <a:pt x="494521" y="38854"/>
                </a:cubicBezTo>
                <a:cubicBezTo>
                  <a:pt x="502130" y="38854"/>
                  <a:pt x="508767" y="42101"/>
                  <a:pt x="514433" y="48597"/>
                </a:cubicBezTo>
                <a:cubicBezTo>
                  <a:pt x="520099" y="55093"/>
                  <a:pt x="522932" y="63974"/>
                  <a:pt x="522932" y="75241"/>
                </a:cubicBezTo>
                <a:cubicBezTo>
                  <a:pt x="522932" y="88394"/>
                  <a:pt x="518561" y="98987"/>
                  <a:pt x="509819" y="107019"/>
                </a:cubicBezTo>
                <a:cubicBezTo>
                  <a:pt x="502318" y="113920"/>
                  <a:pt x="493954" y="117370"/>
                  <a:pt x="484726" y="117370"/>
                </a:cubicBezTo>
                <a:cubicBezTo>
                  <a:pt x="480409" y="117370"/>
                  <a:pt x="476025" y="116588"/>
                  <a:pt x="471573" y="115023"/>
                </a:cubicBezTo>
                <a:cubicBezTo>
                  <a:pt x="467121" y="113458"/>
                  <a:pt x="462574" y="111110"/>
                  <a:pt x="457934" y="107980"/>
                </a:cubicBezTo>
                <a:lnTo>
                  <a:pt x="457934" y="31164"/>
                </a:lnTo>
                <a:cubicBezTo>
                  <a:pt x="457934" y="22746"/>
                  <a:pt x="457731" y="17565"/>
                  <a:pt x="457327" y="15622"/>
                </a:cubicBezTo>
                <a:cubicBezTo>
                  <a:pt x="456922" y="13680"/>
                  <a:pt x="456288" y="12358"/>
                  <a:pt x="455424" y="11656"/>
                </a:cubicBezTo>
                <a:cubicBezTo>
                  <a:pt x="454561" y="10955"/>
                  <a:pt x="453482" y="10604"/>
                  <a:pt x="452187" y="10604"/>
                </a:cubicBezTo>
                <a:cubicBezTo>
                  <a:pt x="450676" y="10604"/>
                  <a:pt x="448787" y="11035"/>
                  <a:pt x="446520" y="11899"/>
                </a:cubicBezTo>
                <a:lnTo>
                  <a:pt x="445387" y="9066"/>
                </a:lnTo>
                <a:lnTo>
                  <a:pt x="467647" y="0"/>
                </a:lnTo>
                <a:lnTo>
                  <a:pt x="471290" y="0"/>
                </a:lnTo>
                <a:lnTo>
                  <a:pt x="471290" y="53828"/>
                </a:lnTo>
                <a:moveTo>
                  <a:pt x="471290" y="58986"/>
                </a:moveTo>
                <a:lnTo>
                  <a:pt x="471290" y="103227"/>
                </a:lnTo>
                <a:cubicBezTo>
                  <a:pt x="474042" y="105917"/>
                  <a:pt x="476888" y="107948"/>
                  <a:pt x="479829" y="109321"/>
                </a:cubicBezTo>
                <a:cubicBezTo>
                  <a:pt x="482770" y="110694"/>
                  <a:pt x="485779" y="111380"/>
                  <a:pt x="488855" y="111380"/>
                </a:cubicBezTo>
                <a:cubicBezTo>
                  <a:pt x="493765" y="111380"/>
                  <a:pt x="498339" y="108690"/>
                  <a:pt x="502575" y="103308"/>
                </a:cubicBezTo>
                <a:cubicBezTo>
                  <a:pt x="506811" y="97926"/>
                  <a:pt x="508929" y="90094"/>
                  <a:pt x="508929" y="79814"/>
                </a:cubicBezTo>
                <a:cubicBezTo>
                  <a:pt x="508929" y="70342"/>
                  <a:pt x="506811" y="63063"/>
                  <a:pt x="502575" y="57977"/>
                </a:cubicBezTo>
                <a:cubicBezTo>
                  <a:pt x="498339" y="52891"/>
                  <a:pt x="493522" y="50348"/>
                  <a:pt x="488126" y="50348"/>
                </a:cubicBezTo>
                <a:cubicBezTo>
                  <a:pt x="485266" y="50348"/>
                  <a:pt x="482406" y="51075"/>
                  <a:pt x="479546" y="52528"/>
                </a:cubicBezTo>
                <a:cubicBezTo>
                  <a:pt x="477387" y="53604"/>
                  <a:pt x="474635" y="55757"/>
                  <a:pt x="471290" y="58986"/>
                </a:cubicBezTo>
                <a:close/>
                <a:moveTo>
                  <a:pt x="552720" y="0"/>
                </a:moveTo>
                <a:cubicBezTo>
                  <a:pt x="554986" y="0"/>
                  <a:pt x="556916" y="800"/>
                  <a:pt x="558508" y="2401"/>
                </a:cubicBezTo>
                <a:cubicBezTo>
                  <a:pt x="560100" y="3999"/>
                  <a:pt x="560895" y="5938"/>
                  <a:pt x="560895" y="8216"/>
                </a:cubicBezTo>
                <a:cubicBezTo>
                  <a:pt x="560895" y="10494"/>
                  <a:pt x="560100" y="12447"/>
                  <a:pt x="558508" y="14074"/>
                </a:cubicBezTo>
                <a:cubicBezTo>
                  <a:pt x="556916" y="15700"/>
                  <a:pt x="554986" y="16513"/>
                  <a:pt x="552720" y="16513"/>
                </a:cubicBezTo>
                <a:cubicBezTo>
                  <a:pt x="550454" y="16513"/>
                  <a:pt x="548511" y="15700"/>
                  <a:pt x="546892" y="14074"/>
                </a:cubicBezTo>
                <a:cubicBezTo>
                  <a:pt x="545273" y="12447"/>
                  <a:pt x="544464" y="10494"/>
                  <a:pt x="544464" y="8216"/>
                </a:cubicBezTo>
                <a:cubicBezTo>
                  <a:pt x="544464" y="5938"/>
                  <a:pt x="545260" y="3999"/>
                  <a:pt x="546852" y="2401"/>
                </a:cubicBezTo>
                <a:cubicBezTo>
                  <a:pt x="548443" y="800"/>
                  <a:pt x="550400" y="0"/>
                  <a:pt x="552720" y="0"/>
                </a:cubicBezTo>
                <a:moveTo>
                  <a:pt x="559438" y="38854"/>
                </a:moveTo>
                <a:lnTo>
                  <a:pt x="559438" y="98297"/>
                </a:lnTo>
                <a:cubicBezTo>
                  <a:pt x="559438" y="102928"/>
                  <a:pt x="559776" y="106011"/>
                  <a:pt x="560450" y="107545"/>
                </a:cubicBezTo>
                <a:cubicBezTo>
                  <a:pt x="561125" y="109080"/>
                  <a:pt x="562123" y="110224"/>
                  <a:pt x="563445" y="110978"/>
                </a:cubicBezTo>
                <a:cubicBezTo>
                  <a:pt x="564767" y="111732"/>
                  <a:pt x="567182" y="112109"/>
                  <a:pt x="570690" y="112109"/>
                </a:cubicBezTo>
                <a:lnTo>
                  <a:pt x="570690" y="115104"/>
                </a:lnTo>
                <a:lnTo>
                  <a:pt x="534669" y="115104"/>
                </a:lnTo>
                <a:lnTo>
                  <a:pt x="534669" y="112109"/>
                </a:lnTo>
                <a:cubicBezTo>
                  <a:pt x="538285" y="112109"/>
                  <a:pt x="540713" y="111759"/>
                  <a:pt x="541954" y="111059"/>
                </a:cubicBezTo>
                <a:cubicBezTo>
                  <a:pt x="543196" y="110359"/>
                  <a:pt x="544180" y="109201"/>
                  <a:pt x="544909" y="107586"/>
                </a:cubicBezTo>
                <a:cubicBezTo>
                  <a:pt x="545637" y="105970"/>
                  <a:pt x="546002" y="102874"/>
                  <a:pt x="546002" y="98297"/>
                </a:cubicBezTo>
                <a:lnTo>
                  <a:pt x="546002" y="69787"/>
                </a:lnTo>
                <a:cubicBezTo>
                  <a:pt x="546002" y="61763"/>
                  <a:pt x="545759" y="56568"/>
                  <a:pt x="545273" y="54200"/>
                </a:cubicBezTo>
                <a:cubicBezTo>
                  <a:pt x="544895" y="52477"/>
                  <a:pt x="544302" y="51279"/>
                  <a:pt x="543492" y="50606"/>
                </a:cubicBezTo>
                <a:cubicBezTo>
                  <a:pt x="542683" y="49933"/>
                  <a:pt x="541577" y="49596"/>
                  <a:pt x="540174" y="49596"/>
                </a:cubicBezTo>
                <a:cubicBezTo>
                  <a:pt x="538663" y="49596"/>
                  <a:pt x="536828" y="50000"/>
                  <a:pt x="534669" y="50808"/>
                </a:cubicBezTo>
                <a:lnTo>
                  <a:pt x="533536" y="47899"/>
                </a:lnTo>
                <a:lnTo>
                  <a:pt x="555877" y="38854"/>
                </a:lnTo>
                <a:lnTo>
                  <a:pt x="559438" y="38854"/>
                </a:lnTo>
                <a:close/>
                <a:moveTo>
                  <a:pt x="601558" y="54557"/>
                </a:moveTo>
                <a:cubicBezTo>
                  <a:pt x="610246" y="44088"/>
                  <a:pt x="618529" y="38854"/>
                  <a:pt x="626408" y="38854"/>
                </a:cubicBezTo>
                <a:cubicBezTo>
                  <a:pt x="630455" y="38854"/>
                  <a:pt x="633936" y="39864"/>
                  <a:pt x="636850" y="41884"/>
                </a:cubicBezTo>
                <a:cubicBezTo>
                  <a:pt x="639764" y="43902"/>
                  <a:pt x="642084" y="47227"/>
                  <a:pt x="643811" y="51858"/>
                </a:cubicBezTo>
                <a:cubicBezTo>
                  <a:pt x="644998" y="55087"/>
                  <a:pt x="645592" y="60041"/>
                  <a:pt x="645592" y="66719"/>
                </a:cubicBezTo>
                <a:lnTo>
                  <a:pt x="645592" y="98297"/>
                </a:lnTo>
                <a:cubicBezTo>
                  <a:pt x="645592" y="102982"/>
                  <a:pt x="645969" y="106159"/>
                  <a:pt x="646725" y="107829"/>
                </a:cubicBezTo>
                <a:cubicBezTo>
                  <a:pt x="647318" y="109174"/>
                  <a:pt x="648276" y="110224"/>
                  <a:pt x="649598" y="110978"/>
                </a:cubicBezTo>
                <a:cubicBezTo>
                  <a:pt x="650920" y="111732"/>
                  <a:pt x="653362" y="112109"/>
                  <a:pt x="656924" y="112109"/>
                </a:cubicBezTo>
                <a:lnTo>
                  <a:pt x="656924" y="115104"/>
                </a:lnTo>
                <a:lnTo>
                  <a:pt x="620256" y="115104"/>
                </a:lnTo>
                <a:lnTo>
                  <a:pt x="620256" y="112109"/>
                </a:lnTo>
                <a:lnTo>
                  <a:pt x="621794" y="112109"/>
                </a:lnTo>
                <a:cubicBezTo>
                  <a:pt x="625247" y="112109"/>
                  <a:pt x="627662" y="111585"/>
                  <a:pt x="629038" y="110538"/>
                </a:cubicBezTo>
                <a:cubicBezTo>
                  <a:pt x="630414" y="109491"/>
                  <a:pt x="631372" y="107948"/>
                  <a:pt x="631912" y="105909"/>
                </a:cubicBezTo>
                <a:cubicBezTo>
                  <a:pt x="632128" y="105103"/>
                  <a:pt x="632236" y="102579"/>
                  <a:pt x="632236" y="98338"/>
                </a:cubicBezTo>
                <a:lnTo>
                  <a:pt x="632236" y="68138"/>
                </a:lnTo>
                <a:cubicBezTo>
                  <a:pt x="632236" y="61428"/>
                  <a:pt x="631359" y="56556"/>
                  <a:pt x="629605" y="53522"/>
                </a:cubicBezTo>
                <a:cubicBezTo>
                  <a:pt x="627851" y="50488"/>
                  <a:pt x="624897" y="48972"/>
                  <a:pt x="620742" y="48972"/>
                </a:cubicBezTo>
                <a:cubicBezTo>
                  <a:pt x="614320" y="48972"/>
                  <a:pt x="607925" y="52462"/>
                  <a:pt x="601558" y="59441"/>
                </a:cubicBezTo>
                <a:lnTo>
                  <a:pt x="601558" y="98338"/>
                </a:lnTo>
                <a:cubicBezTo>
                  <a:pt x="601558" y="103331"/>
                  <a:pt x="601854" y="106418"/>
                  <a:pt x="602448" y="107598"/>
                </a:cubicBezTo>
                <a:cubicBezTo>
                  <a:pt x="603204" y="109155"/>
                  <a:pt x="604242" y="110296"/>
                  <a:pt x="605564" y="111021"/>
                </a:cubicBezTo>
                <a:cubicBezTo>
                  <a:pt x="606887" y="111746"/>
                  <a:pt x="609571" y="112109"/>
                  <a:pt x="613618" y="112109"/>
                </a:cubicBezTo>
                <a:lnTo>
                  <a:pt x="613618" y="115104"/>
                </a:lnTo>
                <a:lnTo>
                  <a:pt x="576950" y="115104"/>
                </a:lnTo>
                <a:lnTo>
                  <a:pt x="576950" y="112109"/>
                </a:lnTo>
                <a:lnTo>
                  <a:pt x="578569" y="112109"/>
                </a:lnTo>
                <a:cubicBezTo>
                  <a:pt x="582347" y="112109"/>
                  <a:pt x="584896" y="111153"/>
                  <a:pt x="586219" y="109243"/>
                </a:cubicBezTo>
                <a:cubicBezTo>
                  <a:pt x="587541" y="107330"/>
                  <a:pt x="588202" y="103682"/>
                  <a:pt x="588202" y="98297"/>
                </a:cubicBezTo>
                <a:lnTo>
                  <a:pt x="588202" y="70837"/>
                </a:lnTo>
                <a:cubicBezTo>
                  <a:pt x="588202" y="61953"/>
                  <a:pt x="587999" y="56542"/>
                  <a:pt x="587595" y="54605"/>
                </a:cubicBezTo>
                <a:cubicBezTo>
                  <a:pt x="587190" y="52666"/>
                  <a:pt x="586569" y="51346"/>
                  <a:pt x="585733" y="50646"/>
                </a:cubicBezTo>
                <a:cubicBezTo>
                  <a:pt x="584896" y="49946"/>
                  <a:pt x="583777" y="49596"/>
                  <a:pt x="582374" y="49596"/>
                </a:cubicBezTo>
                <a:cubicBezTo>
                  <a:pt x="580863" y="49596"/>
                  <a:pt x="579055" y="50000"/>
                  <a:pt x="576950" y="50808"/>
                </a:cubicBezTo>
                <a:lnTo>
                  <a:pt x="575736" y="47899"/>
                </a:lnTo>
                <a:lnTo>
                  <a:pt x="598077" y="38854"/>
                </a:lnTo>
                <a:lnTo>
                  <a:pt x="601558" y="38854"/>
                </a:lnTo>
                <a:lnTo>
                  <a:pt x="601558" y="54557"/>
                </a:lnTo>
                <a:close/>
                <a:moveTo>
                  <a:pt x="675298" y="68965"/>
                </a:moveTo>
                <a:cubicBezTo>
                  <a:pt x="675244" y="79948"/>
                  <a:pt x="677915" y="88563"/>
                  <a:pt x="683312" y="94809"/>
                </a:cubicBezTo>
                <a:cubicBezTo>
                  <a:pt x="688708" y="101054"/>
                  <a:pt x="695049" y="104176"/>
                  <a:pt x="702334" y="104176"/>
                </a:cubicBezTo>
                <a:cubicBezTo>
                  <a:pt x="707190" y="104176"/>
                  <a:pt x="711413" y="102840"/>
                  <a:pt x="715002" y="100169"/>
                </a:cubicBezTo>
                <a:cubicBezTo>
                  <a:pt x="718590" y="97498"/>
                  <a:pt x="721599" y="92925"/>
                  <a:pt x="724027" y="86449"/>
                </a:cubicBezTo>
                <a:lnTo>
                  <a:pt x="726536" y="88068"/>
                </a:lnTo>
                <a:cubicBezTo>
                  <a:pt x="725403" y="95461"/>
                  <a:pt x="722111" y="102193"/>
                  <a:pt x="716661" y="108264"/>
                </a:cubicBezTo>
                <a:cubicBezTo>
                  <a:pt x="711211" y="114335"/>
                  <a:pt x="704384" y="117370"/>
                  <a:pt x="696182" y="117370"/>
                </a:cubicBezTo>
                <a:cubicBezTo>
                  <a:pt x="687278" y="117370"/>
                  <a:pt x="679656" y="113910"/>
                  <a:pt x="673315" y="106991"/>
                </a:cubicBezTo>
                <a:cubicBezTo>
                  <a:pt x="666974" y="100071"/>
                  <a:pt x="663804" y="90767"/>
                  <a:pt x="663804" y="79081"/>
                </a:cubicBezTo>
                <a:cubicBezTo>
                  <a:pt x="663804" y="66426"/>
                  <a:pt x="667055" y="56559"/>
                  <a:pt x="673558" y="49478"/>
                </a:cubicBezTo>
                <a:cubicBezTo>
                  <a:pt x="680060" y="42395"/>
                  <a:pt x="688222" y="38854"/>
                  <a:pt x="698044" y="38854"/>
                </a:cubicBezTo>
                <a:cubicBezTo>
                  <a:pt x="706354" y="38854"/>
                  <a:pt x="713180" y="41585"/>
                  <a:pt x="718523" y="47049"/>
                </a:cubicBezTo>
                <a:cubicBezTo>
                  <a:pt x="723865" y="52511"/>
                  <a:pt x="726536" y="59817"/>
                  <a:pt x="726536" y="68965"/>
                </a:cubicBezTo>
                <a:lnTo>
                  <a:pt x="675298" y="68965"/>
                </a:lnTo>
                <a:moveTo>
                  <a:pt x="675298" y="64270"/>
                </a:moveTo>
                <a:lnTo>
                  <a:pt x="709619" y="64270"/>
                </a:lnTo>
                <a:cubicBezTo>
                  <a:pt x="709349" y="59521"/>
                  <a:pt x="708782" y="56176"/>
                  <a:pt x="707919" y="54233"/>
                </a:cubicBezTo>
                <a:cubicBezTo>
                  <a:pt x="706570" y="51211"/>
                  <a:pt x="704560" y="48837"/>
                  <a:pt x="701888" y="47110"/>
                </a:cubicBezTo>
                <a:cubicBezTo>
                  <a:pt x="699217" y="45383"/>
                  <a:pt x="696425" y="44520"/>
                  <a:pt x="693511" y="44520"/>
                </a:cubicBezTo>
                <a:cubicBezTo>
                  <a:pt x="689032" y="44520"/>
                  <a:pt x="685025" y="46260"/>
                  <a:pt x="681490" y="49741"/>
                </a:cubicBezTo>
                <a:cubicBezTo>
                  <a:pt x="677956" y="53221"/>
                  <a:pt x="675892" y="58064"/>
                  <a:pt x="675298" y="64270"/>
                </a:cubicBezTo>
                <a:close/>
                <a:moveTo>
                  <a:pt x="788809" y="106766"/>
                </a:moveTo>
                <a:cubicBezTo>
                  <a:pt x="785193" y="110544"/>
                  <a:pt x="781659" y="113255"/>
                  <a:pt x="778205" y="114901"/>
                </a:cubicBezTo>
                <a:cubicBezTo>
                  <a:pt x="774751" y="116547"/>
                  <a:pt x="771028" y="117370"/>
                  <a:pt x="767035" y="117370"/>
                </a:cubicBezTo>
                <a:cubicBezTo>
                  <a:pt x="758940" y="117370"/>
                  <a:pt x="751871" y="113991"/>
                  <a:pt x="745827" y="107234"/>
                </a:cubicBezTo>
                <a:cubicBezTo>
                  <a:pt x="739783" y="100475"/>
                  <a:pt x="736761" y="91791"/>
                  <a:pt x="736761" y="81180"/>
                </a:cubicBezTo>
                <a:cubicBezTo>
                  <a:pt x="736761" y="70571"/>
                  <a:pt x="740107" y="60865"/>
                  <a:pt x="746798" y="52060"/>
                </a:cubicBezTo>
                <a:cubicBezTo>
                  <a:pt x="753490" y="43256"/>
                  <a:pt x="762097" y="38854"/>
                  <a:pt x="772620" y="38854"/>
                </a:cubicBezTo>
                <a:cubicBezTo>
                  <a:pt x="779149" y="38854"/>
                  <a:pt x="784546" y="40931"/>
                  <a:pt x="788809" y="45086"/>
                </a:cubicBezTo>
                <a:lnTo>
                  <a:pt x="788809" y="31376"/>
                </a:lnTo>
                <a:cubicBezTo>
                  <a:pt x="788809" y="22869"/>
                  <a:pt x="788606" y="17639"/>
                  <a:pt x="788202" y="15688"/>
                </a:cubicBezTo>
                <a:cubicBezTo>
                  <a:pt x="787797" y="13737"/>
                  <a:pt x="787163" y="12410"/>
                  <a:pt x="786300" y="11707"/>
                </a:cubicBezTo>
                <a:cubicBezTo>
                  <a:pt x="785436" y="11002"/>
                  <a:pt x="784357" y="10649"/>
                  <a:pt x="783062" y="10649"/>
                </a:cubicBezTo>
                <a:cubicBezTo>
                  <a:pt x="781659" y="10649"/>
                  <a:pt x="779797" y="11083"/>
                  <a:pt x="777477" y="11949"/>
                </a:cubicBezTo>
                <a:lnTo>
                  <a:pt x="776424" y="9104"/>
                </a:lnTo>
                <a:lnTo>
                  <a:pt x="798522" y="0"/>
                </a:lnTo>
                <a:lnTo>
                  <a:pt x="802165" y="0"/>
                </a:lnTo>
                <a:lnTo>
                  <a:pt x="802165" y="85721"/>
                </a:lnTo>
                <a:cubicBezTo>
                  <a:pt x="802165" y="94409"/>
                  <a:pt x="802367" y="99711"/>
                  <a:pt x="802772" y="101626"/>
                </a:cubicBezTo>
                <a:cubicBezTo>
                  <a:pt x="803177" y="103542"/>
                  <a:pt x="803824" y="104878"/>
                  <a:pt x="804714" y="105633"/>
                </a:cubicBezTo>
                <a:cubicBezTo>
                  <a:pt x="805605" y="106388"/>
                  <a:pt x="806644" y="106766"/>
                  <a:pt x="807831" y="106766"/>
                </a:cubicBezTo>
                <a:cubicBezTo>
                  <a:pt x="809288" y="106766"/>
                  <a:pt x="811231" y="106308"/>
                  <a:pt x="813659" y="105390"/>
                </a:cubicBezTo>
                <a:lnTo>
                  <a:pt x="814549" y="108223"/>
                </a:lnTo>
                <a:lnTo>
                  <a:pt x="792532" y="117370"/>
                </a:lnTo>
                <a:lnTo>
                  <a:pt x="788809" y="117370"/>
                </a:lnTo>
                <a:lnTo>
                  <a:pt x="788809" y="106766"/>
                </a:lnTo>
                <a:moveTo>
                  <a:pt x="788809" y="101118"/>
                </a:moveTo>
                <a:lnTo>
                  <a:pt x="788809" y="63008"/>
                </a:lnTo>
                <a:cubicBezTo>
                  <a:pt x="788485" y="59347"/>
                  <a:pt x="787514" y="56010"/>
                  <a:pt x="785895" y="52996"/>
                </a:cubicBezTo>
                <a:cubicBezTo>
                  <a:pt x="784276" y="49981"/>
                  <a:pt x="782131" y="47707"/>
                  <a:pt x="779460" y="46174"/>
                </a:cubicBezTo>
                <a:cubicBezTo>
                  <a:pt x="776789" y="44639"/>
                  <a:pt x="774185" y="43872"/>
                  <a:pt x="771649" y="43872"/>
                </a:cubicBezTo>
                <a:cubicBezTo>
                  <a:pt x="766900" y="43872"/>
                  <a:pt x="762664" y="45999"/>
                  <a:pt x="758940" y="50252"/>
                </a:cubicBezTo>
                <a:cubicBezTo>
                  <a:pt x="754030" y="55849"/>
                  <a:pt x="751574" y="64030"/>
                  <a:pt x="751574" y="74796"/>
                </a:cubicBezTo>
                <a:cubicBezTo>
                  <a:pt x="751574" y="85669"/>
                  <a:pt x="753949" y="94000"/>
                  <a:pt x="758697" y="99787"/>
                </a:cubicBezTo>
                <a:cubicBezTo>
                  <a:pt x="763446" y="105573"/>
                  <a:pt x="768734" y="108466"/>
                  <a:pt x="774563" y="108466"/>
                </a:cubicBezTo>
                <a:cubicBezTo>
                  <a:pt x="779473" y="108466"/>
                  <a:pt x="784222" y="106017"/>
                  <a:pt x="788809" y="101118"/>
                </a:cubicBezTo>
                <a:close/>
                <a:moveTo>
                  <a:pt x="906745" y="112109"/>
                </a:moveTo>
                <a:lnTo>
                  <a:pt x="906745" y="115104"/>
                </a:lnTo>
                <a:lnTo>
                  <a:pt x="859716" y="115104"/>
                </a:lnTo>
                <a:lnTo>
                  <a:pt x="859716" y="112109"/>
                </a:lnTo>
                <a:lnTo>
                  <a:pt x="863602" y="112109"/>
                </a:lnTo>
                <a:cubicBezTo>
                  <a:pt x="868135" y="112109"/>
                  <a:pt x="871426" y="110786"/>
                  <a:pt x="873477" y="108142"/>
                </a:cubicBezTo>
                <a:cubicBezTo>
                  <a:pt x="874772" y="106415"/>
                  <a:pt x="875420" y="102260"/>
                  <a:pt x="875420" y="95677"/>
                </a:cubicBezTo>
                <a:lnTo>
                  <a:pt x="875420" y="24769"/>
                </a:lnTo>
                <a:cubicBezTo>
                  <a:pt x="875420" y="19211"/>
                  <a:pt x="875069" y="15541"/>
                  <a:pt x="874367" y="13761"/>
                </a:cubicBezTo>
                <a:cubicBezTo>
                  <a:pt x="873828" y="12412"/>
                  <a:pt x="872722" y="11251"/>
                  <a:pt x="871049" y="10280"/>
                </a:cubicBezTo>
                <a:cubicBezTo>
                  <a:pt x="868674" y="8985"/>
                  <a:pt x="866192" y="8337"/>
                  <a:pt x="863602" y="8337"/>
                </a:cubicBezTo>
                <a:lnTo>
                  <a:pt x="859716" y="8337"/>
                </a:lnTo>
                <a:lnTo>
                  <a:pt x="859716" y="5342"/>
                </a:lnTo>
                <a:lnTo>
                  <a:pt x="906745" y="5342"/>
                </a:lnTo>
                <a:lnTo>
                  <a:pt x="906745" y="8337"/>
                </a:lnTo>
                <a:lnTo>
                  <a:pt x="902779" y="8337"/>
                </a:lnTo>
                <a:cubicBezTo>
                  <a:pt x="898300" y="8337"/>
                  <a:pt x="895035" y="9659"/>
                  <a:pt x="892985" y="12304"/>
                </a:cubicBezTo>
                <a:cubicBezTo>
                  <a:pt x="891636" y="14030"/>
                  <a:pt x="890961" y="18186"/>
                  <a:pt x="890961" y="24769"/>
                </a:cubicBezTo>
                <a:lnTo>
                  <a:pt x="890961" y="95677"/>
                </a:lnTo>
                <a:cubicBezTo>
                  <a:pt x="890961" y="101235"/>
                  <a:pt x="891312" y="104904"/>
                  <a:pt x="892013" y="106685"/>
                </a:cubicBezTo>
                <a:cubicBezTo>
                  <a:pt x="892553" y="108034"/>
                  <a:pt x="893686" y="109195"/>
                  <a:pt x="895413" y="110166"/>
                </a:cubicBezTo>
                <a:cubicBezTo>
                  <a:pt x="897734" y="111461"/>
                  <a:pt x="900189" y="112109"/>
                  <a:pt x="902779" y="112109"/>
                </a:cubicBezTo>
                <a:lnTo>
                  <a:pt x="906745" y="112109"/>
                </a:lnTo>
                <a:close/>
                <a:moveTo>
                  <a:pt x="937584" y="54557"/>
                </a:moveTo>
                <a:cubicBezTo>
                  <a:pt x="946273" y="44088"/>
                  <a:pt x="954556" y="38854"/>
                  <a:pt x="962435" y="38854"/>
                </a:cubicBezTo>
                <a:cubicBezTo>
                  <a:pt x="966482" y="38854"/>
                  <a:pt x="969962" y="39864"/>
                  <a:pt x="972876" y="41884"/>
                </a:cubicBezTo>
                <a:cubicBezTo>
                  <a:pt x="975790" y="43902"/>
                  <a:pt x="978111" y="47227"/>
                  <a:pt x="979838" y="51858"/>
                </a:cubicBezTo>
                <a:cubicBezTo>
                  <a:pt x="981025" y="55087"/>
                  <a:pt x="981618" y="60041"/>
                  <a:pt x="981618" y="66719"/>
                </a:cubicBezTo>
                <a:lnTo>
                  <a:pt x="981618" y="98297"/>
                </a:lnTo>
                <a:cubicBezTo>
                  <a:pt x="981618" y="102982"/>
                  <a:pt x="981996" y="106159"/>
                  <a:pt x="982752" y="107829"/>
                </a:cubicBezTo>
                <a:cubicBezTo>
                  <a:pt x="983345" y="109174"/>
                  <a:pt x="984303" y="110224"/>
                  <a:pt x="985625" y="110978"/>
                </a:cubicBezTo>
                <a:cubicBezTo>
                  <a:pt x="986947" y="111732"/>
                  <a:pt x="989389" y="112109"/>
                  <a:pt x="992951" y="112109"/>
                </a:cubicBezTo>
                <a:lnTo>
                  <a:pt x="992951" y="115104"/>
                </a:lnTo>
                <a:lnTo>
                  <a:pt x="956283" y="115104"/>
                </a:lnTo>
                <a:lnTo>
                  <a:pt x="956283" y="112109"/>
                </a:lnTo>
                <a:lnTo>
                  <a:pt x="957821" y="112109"/>
                </a:lnTo>
                <a:cubicBezTo>
                  <a:pt x="961274" y="112109"/>
                  <a:pt x="963689" y="111585"/>
                  <a:pt x="965065" y="110538"/>
                </a:cubicBezTo>
                <a:cubicBezTo>
                  <a:pt x="966441" y="109491"/>
                  <a:pt x="967399" y="107948"/>
                  <a:pt x="967939" y="105909"/>
                </a:cubicBezTo>
                <a:cubicBezTo>
                  <a:pt x="968155" y="105103"/>
                  <a:pt x="968263" y="102579"/>
                  <a:pt x="968263" y="98338"/>
                </a:cubicBezTo>
                <a:lnTo>
                  <a:pt x="968263" y="68138"/>
                </a:lnTo>
                <a:cubicBezTo>
                  <a:pt x="968263" y="61428"/>
                  <a:pt x="967386" y="56556"/>
                  <a:pt x="965632" y="53522"/>
                </a:cubicBezTo>
                <a:cubicBezTo>
                  <a:pt x="963878" y="50488"/>
                  <a:pt x="960924" y="48972"/>
                  <a:pt x="956768" y="48972"/>
                </a:cubicBezTo>
                <a:cubicBezTo>
                  <a:pt x="950347" y="48972"/>
                  <a:pt x="943952" y="52462"/>
                  <a:pt x="937584" y="59441"/>
                </a:cubicBezTo>
                <a:lnTo>
                  <a:pt x="937584" y="98338"/>
                </a:lnTo>
                <a:cubicBezTo>
                  <a:pt x="937584" y="103331"/>
                  <a:pt x="937881" y="106418"/>
                  <a:pt x="938475" y="107598"/>
                </a:cubicBezTo>
                <a:cubicBezTo>
                  <a:pt x="939230" y="109155"/>
                  <a:pt x="940269" y="110296"/>
                  <a:pt x="941591" y="111021"/>
                </a:cubicBezTo>
                <a:cubicBezTo>
                  <a:pt x="942913" y="111746"/>
                  <a:pt x="945598" y="112109"/>
                  <a:pt x="949645" y="112109"/>
                </a:cubicBezTo>
                <a:lnTo>
                  <a:pt x="949645" y="115104"/>
                </a:lnTo>
                <a:lnTo>
                  <a:pt x="912977" y="115104"/>
                </a:lnTo>
                <a:lnTo>
                  <a:pt x="912977" y="112109"/>
                </a:lnTo>
                <a:lnTo>
                  <a:pt x="914596" y="112109"/>
                </a:lnTo>
                <a:cubicBezTo>
                  <a:pt x="918374" y="112109"/>
                  <a:pt x="920923" y="111153"/>
                  <a:pt x="922245" y="109243"/>
                </a:cubicBezTo>
                <a:cubicBezTo>
                  <a:pt x="923568" y="107330"/>
                  <a:pt x="924229" y="103682"/>
                  <a:pt x="924229" y="98297"/>
                </a:cubicBezTo>
                <a:lnTo>
                  <a:pt x="924229" y="70837"/>
                </a:lnTo>
                <a:cubicBezTo>
                  <a:pt x="924229" y="61953"/>
                  <a:pt x="924026" y="56542"/>
                  <a:pt x="923622" y="54605"/>
                </a:cubicBezTo>
                <a:cubicBezTo>
                  <a:pt x="923217" y="52666"/>
                  <a:pt x="922596" y="51346"/>
                  <a:pt x="921760" y="50646"/>
                </a:cubicBezTo>
                <a:cubicBezTo>
                  <a:pt x="920923" y="49946"/>
                  <a:pt x="919804" y="49596"/>
                  <a:pt x="918401" y="49596"/>
                </a:cubicBezTo>
                <a:cubicBezTo>
                  <a:pt x="916890" y="49596"/>
                  <a:pt x="915082" y="50000"/>
                  <a:pt x="912977" y="50808"/>
                </a:cubicBezTo>
                <a:lnTo>
                  <a:pt x="911763" y="47899"/>
                </a:lnTo>
                <a:lnTo>
                  <a:pt x="934104" y="38854"/>
                </a:lnTo>
                <a:lnTo>
                  <a:pt x="937584" y="38854"/>
                </a:lnTo>
                <a:lnTo>
                  <a:pt x="937584" y="54557"/>
                </a:lnTo>
                <a:close/>
                <a:moveTo>
                  <a:pt x="995055" y="40958"/>
                </a:moveTo>
                <a:lnTo>
                  <a:pt x="1029943" y="40958"/>
                </a:lnTo>
                <a:lnTo>
                  <a:pt x="1029943" y="43953"/>
                </a:lnTo>
                <a:lnTo>
                  <a:pt x="1027676" y="43953"/>
                </a:lnTo>
                <a:cubicBezTo>
                  <a:pt x="1025572" y="43953"/>
                  <a:pt x="1023966" y="44466"/>
                  <a:pt x="1022860" y="45491"/>
                </a:cubicBezTo>
                <a:cubicBezTo>
                  <a:pt x="1021754" y="46516"/>
                  <a:pt x="1021201" y="47892"/>
                  <a:pt x="1021201" y="49619"/>
                </a:cubicBezTo>
                <a:cubicBezTo>
                  <a:pt x="1021201" y="51508"/>
                  <a:pt x="1021767" y="53747"/>
                  <a:pt x="1022900" y="56338"/>
                </a:cubicBezTo>
                <a:lnTo>
                  <a:pt x="1040142" y="97296"/>
                </a:lnTo>
                <a:lnTo>
                  <a:pt x="1057464" y="54800"/>
                </a:lnTo>
                <a:cubicBezTo>
                  <a:pt x="1058705" y="51778"/>
                  <a:pt x="1059326" y="49484"/>
                  <a:pt x="1059326" y="47919"/>
                </a:cubicBezTo>
                <a:cubicBezTo>
                  <a:pt x="1059326" y="47164"/>
                  <a:pt x="1059110" y="46543"/>
                  <a:pt x="1058678" y="46058"/>
                </a:cubicBezTo>
                <a:cubicBezTo>
                  <a:pt x="1058084" y="45248"/>
                  <a:pt x="1057329" y="44695"/>
                  <a:pt x="1056412" y="44398"/>
                </a:cubicBezTo>
                <a:cubicBezTo>
                  <a:pt x="1055494" y="44101"/>
                  <a:pt x="1053632" y="43953"/>
                  <a:pt x="1050826" y="43953"/>
                </a:cubicBezTo>
                <a:lnTo>
                  <a:pt x="1050826" y="40958"/>
                </a:lnTo>
                <a:lnTo>
                  <a:pt x="1075029" y="40958"/>
                </a:lnTo>
                <a:lnTo>
                  <a:pt x="1075029" y="43953"/>
                </a:lnTo>
                <a:cubicBezTo>
                  <a:pt x="1072223" y="44169"/>
                  <a:pt x="1070280" y="44736"/>
                  <a:pt x="1069201" y="45653"/>
                </a:cubicBezTo>
                <a:cubicBezTo>
                  <a:pt x="1067312" y="47272"/>
                  <a:pt x="1065612" y="49970"/>
                  <a:pt x="1064101" y="53747"/>
                </a:cubicBezTo>
                <a:lnTo>
                  <a:pt x="1037794" y="117370"/>
                </a:lnTo>
                <a:lnTo>
                  <a:pt x="1034475" y="117370"/>
                </a:lnTo>
                <a:lnTo>
                  <a:pt x="1008006" y="54800"/>
                </a:lnTo>
                <a:cubicBezTo>
                  <a:pt x="1006819" y="51886"/>
                  <a:pt x="1005686" y="49795"/>
                  <a:pt x="1004607" y="48526"/>
                </a:cubicBezTo>
                <a:cubicBezTo>
                  <a:pt x="1003528" y="47258"/>
                  <a:pt x="1002151" y="46193"/>
                  <a:pt x="1000479" y="45329"/>
                </a:cubicBezTo>
                <a:cubicBezTo>
                  <a:pt x="999561" y="44843"/>
                  <a:pt x="997753" y="44385"/>
                  <a:pt x="995055" y="43953"/>
                </a:cubicBezTo>
                <a:lnTo>
                  <a:pt x="995055" y="40958"/>
                </a:lnTo>
                <a:close/>
                <a:moveTo>
                  <a:pt x="1123757" y="104419"/>
                </a:moveTo>
                <a:cubicBezTo>
                  <a:pt x="1116148" y="110301"/>
                  <a:pt x="1111373" y="113701"/>
                  <a:pt x="1109430" y="114618"/>
                </a:cubicBezTo>
                <a:cubicBezTo>
                  <a:pt x="1106516" y="116021"/>
                  <a:pt x="1103413" y="116722"/>
                  <a:pt x="1100121" y="116722"/>
                </a:cubicBezTo>
                <a:cubicBezTo>
                  <a:pt x="1094995" y="116722"/>
                  <a:pt x="1090772" y="114969"/>
                  <a:pt x="1087454" y="111461"/>
                </a:cubicBezTo>
                <a:cubicBezTo>
                  <a:pt x="1084135" y="107953"/>
                  <a:pt x="1082475" y="103340"/>
                  <a:pt x="1082475" y="97619"/>
                </a:cubicBezTo>
                <a:cubicBezTo>
                  <a:pt x="1082475" y="94004"/>
                  <a:pt x="1083285" y="90874"/>
                  <a:pt x="1084904" y="88230"/>
                </a:cubicBezTo>
                <a:cubicBezTo>
                  <a:pt x="1087116" y="84560"/>
                  <a:pt x="1090961" y="81107"/>
                  <a:pt x="1096438" y="77869"/>
                </a:cubicBezTo>
                <a:cubicBezTo>
                  <a:pt x="1101916" y="74631"/>
                  <a:pt x="1111022" y="70692"/>
                  <a:pt x="1123757" y="66051"/>
                </a:cubicBezTo>
                <a:lnTo>
                  <a:pt x="1123757" y="63137"/>
                </a:lnTo>
                <a:cubicBezTo>
                  <a:pt x="1123757" y="55744"/>
                  <a:pt x="1122584" y="50671"/>
                  <a:pt x="1120236" y="47919"/>
                </a:cubicBezTo>
                <a:cubicBezTo>
                  <a:pt x="1117889" y="45167"/>
                  <a:pt x="1114476" y="43791"/>
                  <a:pt x="1109997" y="43791"/>
                </a:cubicBezTo>
                <a:cubicBezTo>
                  <a:pt x="1106597" y="43791"/>
                  <a:pt x="1103899" y="44705"/>
                  <a:pt x="1101902" y="46533"/>
                </a:cubicBezTo>
                <a:cubicBezTo>
                  <a:pt x="1099852" y="48361"/>
                  <a:pt x="1098826" y="50458"/>
                  <a:pt x="1098826" y="52824"/>
                </a:cubicBezTo>
                <a:lnTo>
                  <a:pt x="1098988" y="57501"/>
                </a:lnTo>
                <a:cubicBezTo>
                  <a:pt x="1098988" y="59973"/>
                  <a:pt x="1098354" y="61881"/>
                  <a:pt x="1097086" y="63226"/>
                </a:cubicBezTo>
                <a:cubicBezTo>
                  <a:pt x="1095818" y="64570"/>
                  <a:pt x="1094158" y="65242"/>
                  <a:pt x="1092108" y="65242"/>
                </a:cubicBezTo>
                <a:cubicBezTo>
                  <a:pt x="1090111" y="65242"/>
                  <a:pt x="1088479" y="64543"/>
                  <a:pt x="1087211" y="63145"/>
                </a:cubicBezTo>
                <a:cubicBezTo>
                  <a:pt x="1085943" y="61745"/>
                  <a:pt x="1085309" y="59834"/>
                  <a:pt x="1085309" y="57413"/>
                </a:cubicBezTo>
                <a:cubicBezTo>
                  <a:pt x="1085309" y="52787"/>
                  <a:pt x="1087683" y="48537"/>
                  <a:pt x="1092432" y="44664"/>
                </a:cubicBezTo>
                <a:cubicBezTo>
                  <a:pt x="1097180" y="40790"/>
                  <a:pt x="1103845" y="38854"/>
                  <a:pt x="1112425" y="38854"/>
                </a:cubicBezTo>
                <a:cubicBezTo>
                  <a:pt x="1119009" y="38854"/>
                  <a:pt x="1124405" y="39958"/>
                  <a:pt x="1128614" y="42167"/>
                </a:cubicBezTo>
                <a:cubicBezTo>
                  <a:pt x="1131798" y="43838"/>
                  <a:pt x="1134145" y="46453"/>
                  <a:pt x="1135656" y="50011"/>
                </a:cubicBezTo>
                <a:cubicBezTo>
                  <a:pt x="1136628" y="52328"/>
                  <a:pt x="1137113" y="57071"/>
                  <a:pt x="1137113" y="64240"/>
                </a:cubicBezTo>
                <a:lnTo>
                  <a:pt x="1137113" y="89383"/>
                </a:lnTo>
                <a:cubicBezTo>
                  <a:pt x="1137113" y="96444"/>
                  <a:pt x="1137248" y="100770"/>
                  <a:pt x="1137518" y="102360"/>
                </a:cubicBezTo>
                <a:cubicBezTo>
                  <a:pt x="1137788" y="103950"/>
                  <a:pt x="1138233" y="105015"/>
                  <a:pt x="1138854" y="105555"/>
                </a:cubicBezTo>
                <a:cubicBezTo>
                  <a:pt x="1139474" y="106093"/>
                  <a:pt x="1140189" y="106362"/>
                  <a:pt x="1140999" y="106362"/>
                </a:cubicBezTo>
                <a:cubicBezTo>
                  <a:pt x="1141862" y="106362"/>
                  <a:pt x="1142617" y="106173"/>
                  <a:pt x="1143265" y="105795"/>
                </a:cubicBezTo>
                <a:cubicBezTo>
                  <a:pt x="1144398" y="105093"/>
                  <a:pt x="1146584" y="103124"/>
                  <a:pt x="1149822" y="99886"/>
                </a:cubicBezTo>
                <a:lnTo>
                  <a:pt x="1149822" y="104419"/>
                </a:lnTo>
                <a:cubicBezTo>
                  <a:pt x="1143778" y="112513"/>
                  <a:pt x="1138004" y="116561"/>
                  <a:pt x="1132499" y="116561"/>
                </a:cubicBezTo>
                <a:cubicBezTo>
                  <a:pt x="1129855" y="116561"/>
                  <a:pt x="1127751" y="115643"/>
                  <a:pt x="1126186" y="113808"/>
                </a:cubicBezTo>
                <a:cubicBezTo>
                  <a:pt x="1124621" y="111974"/>
                  <a:pt x="1123811" y="108844"/>
                  <a:pt x="1123757" y="104419"/>
                </a:cubicBezTo>
                <a:moveTo>
                  <a:pt x="1123757" y="99112"/>
                </a:moveTo>
                <a:lnTo>
                  <a:pt x="1123757" y="70989"/>
                </a:lnTo>
                <a:cubicBezTo>
                  <a:pt x="1115609" y="74211"/>
                  <a:pt x="1110347" y="76495"/>
                  <a:pt x="1107973" y="77839"/>
                </a:cubicBezTo>
                <a:cubicBezTo>
                  <a:pt x="1103710" y="80203"/>
                  <a:pt x="1100661" y="82674"/>
                  <a:pt x="1098826" y="85253"/>
                </a:cubicBezTo>
                <a:cubicBezTo>
                  <a:pt x="1096992" y="87831"/>
                  <a:pt x="1096074" y="90651"/>
                  <a:pt x="1096074" y="93714"/>
                </a:cubicBezTo>
                <a:cubicBezTo>
                  <a:pt x="1096074" y="97582"/>
                  <a:pt x="1097234" y="100792"/>
                  <a:pt x="1099555" y="103344"/>
                </a:cubicBezTo>
                <a:cubicBezTo>
                  <a:pt x="1101875" y="105895"/>
                  <a:pt x="1104546" y="107171"/>
                  <a:pt x="1107568" y="107171"/>
                </a:cubicBezTo>
                <a:cubicBezTo>
                  <a:pt x="1111670" y="107171"/>
                  <a:pt x="1117066" y="104485"/>
                  <a:pt x="1123757" y="99112"/>
                </a:cubicBezTo>
                <a:close/>
                <a:moveTo>
                  <a:pt x="1177045" y="38854"/>
                </a:moveTo>
                <a:lnTo>
                  <a:pt x="1177045" y="55528"/>
                </a:lnTo>
                <a:cubicBezTo>
                  <a:pt x="1183250" y="44412"/>
                  <a:pt x="1189618" y="38854"/>
                  <a:pt x="1196147" y="38854"/>
                </a:cubicBezTo>
                <a:cubicBezTo>
                  <a:pt x="1199115" y="38854"/>
                  <a:pt x="1201571" y="39757"/>
                  <a:pt x="1203513" y="41565"/>
                </a:cubicBezTo>
                <a:cubicBezTo>
                  <a:pt x="1205456" y="43373"/>
                  <a:pt x="1206427" y="45464"/>
                  <a:pt x="1206427" y="47838"/>
                </a:cubicBezTo>
                <a:cubicBezTo>
                  <a:pt x="1206427" y="49943"/>
                  <a:pt x="1205726" y="51724"/>
                  <a:pt x="1204323" y="53181"/>
                </a:cubicBezTo>
                <a:cubicBezTo>
                  <a:pt x="1202920" y="54638"/>
                  <a:pt x="1201247" y="55366"/>
                  <a:pt x="1199304" y="55366"/>
                </a:cubicBezTo>
                <a:cubicBezTo>
                  <a:pt x="1197416" y="55366"/>
                  <a:pt x="1195298" y="54435"/>
                  <a:pt x="1192950" y="52574"/>
                </a:cubicBezTo>
                <a:cubicBezTo>
                  <a:pt x="1190603" y="50712"/>
                  <a:pt x="1188862" y="49781"/>
                  <a:pt x="1187729" y="49781"/>
                </a:cubicBezTo>
                <a:cubicBezTo>
                  <a:pt x="1186758" y="49781"/>
                  <a:pt x="1185706" y="50319"/>
                  <a:pt x="1184572" y="51395"/>
                </a:cubicBezTo>
                <a:cubicBezTo>
                  <a:pt x="1182144" y="53602"/>
                  <a:pt x="1179635" y="57236"/>
                  <a:pt x="1177045" y="62295"/>
                </a:cubicBezTo>
                <a:lnTo>
                  <a:pt x="1177045" y="97738"/>
                </a:lnTo>
                <a:cubicBezTo>
                  <a:pt x="1177045" y="101828"/>
                  <a:pt x="1177557" y="104922"/>
                  <a:pt x="1178582" y="107022"/>
                </a:cubicBezTo>
                <a:cubicBezTo>
                  <a:pt x="1179284" y="108475"/>
                  <a:pt x="1180525" y="109687"/>
                  <a:pt x="1182306" y="110657"/>
                </a:cubicBezTo>
                <a:cubicBezTo>
                  <a:pt x="1184087" y="111625"/>
                  <a:pt x="1186650" y="112109"/>
                  <a:pt x="1189996" y="112109"/>
                </a:cubicBezTo>
                <a:lnTo>
                  <a:pt x="1189996" y="115104"/>
                </a:lnTo>
                <a:lnTo>
                  <a:pt x="1152033" y="115104"/>
                </a:lnTo>
                <a:lnTo>
                  <a:pt x="1152033" y="112109"/>
                </a:lnTo>
                <a:cubicBezTo>
                  <a:pt x="1155810" y="112109"/>
                  <a:pt x="1158616" y="111517"/>
                  <a:pt x="1160451" y="110333"/>
                </a:cubicBezTo>
                <a:cubicBezTo>
                  <a:pt x="1161800" y="109471"/>
                  <a:pt x="1162744" y="108098"/>
                  <a:pt x="1163284" y="106212"/>
                </a:cubicBezTo>
                <a:cubicBezTo>
                  <a:pt x="1163554" y="105297"/>
                  <a:pt x="1163689" y="102685"/>
                  <a:pt x="1163689" y="98378"/>
                </a:cubicBezTo>
                <a:lnTo>
                  <a:pt x="1163689" y="69706"/>
                </a:lnTo>
                <a:cubicBezTo>
                  <a:pt x="1163689" y="61091"/>
                  <a:pt x="1163513" y="55962"/>
                  <a:pt x="1163162" y="54322"/>
                </a:cubicBezTo>
                <a:cubicBezTo>
                  <a:pt x="1162812" y="52679"/>
                  <a:pt x="1162164" y="51481"/>
                  <a:pt x="1161220" y="50727"/>
                </a:cubicBezTo>
                <a:cubicBezTo>
                  <a:pt x="1160275" y="49973"/>
                  <a:pt x="1159102" y="49596"/>
                  <a:pt x="1157699" y="49596"/>
                </a:cubicBezTo>
                <a:cubicBezTo>
                  <a:pt x="1156026" y="49596"/>
                  <a:pt x="1154137" y="50000"/>
                  <a:pt x="1152033" y="50808"/>
                </a:cubicBezTo>
                <a:lnTo>
                  <a:pt x="1151223" y="47899"/>
                </a:lnTo>
                <a:lnTo>
                  <a:pt x="1173645" y="38854"/>
                </a:lnTo>
                <a:lnTo>
                  <a:pt x="1177045" y="38854"/>
                </a:lnTo>
                <a:close/>
                <a:moveTo>
                  <a:pt x="1229414" y="0"/>
                </a:moveTo>
                <a:cubicBezTo>
                  <a:pt x="1231681" y="0"/>
                  <a:pt x="1233610" y="800"/>
                  <a:pt x="1235202" y="2401"/>
                </a:cubicBezTo>
                <a:cubicBezTo>
                  <a:pt x="1236794" y="3999"/>
                  <a:pt x="1237590" y="5938"/>
                  <a:pt x="1237590" y="8216"/>
                </a:cubicBezTo>
                <a:cubicBezTo>
                  <a:pt x="1237590" y="10494"/>
                  <a:pt x="1236794" y="12447"/>
                  <a:pt x="1235202" y="14074"/>
                </a:cubicBezTo>
                <a:cubicBezTo>
                  <a:pt x="1233610" y="15700"/>
                  <a:pt x="1231681" y="16513"/>
                  <a:pt x="1229414" y="16513"/>
                </a:cubicBezTo>
                <a:cubicBezTo>
                  <a:pt x="1227148" y="16513"/>
                  <a:pt x="1225205" y="15700"/>
                  <a:pt x="1223586" y="14074"/>
                </a:cubicBezTo>
                <a:cubicBezTo>
                  <a:pt x="1221967" y="12447"/>
                  <a:pt x="1221158" y="10494"/>
                  <a:pt x="1221158" y="8216"/>
                </a:cubicBezTo>
                <a:cubicBezTo>
                  <a:pt x="1221158" y="5938"/>
                  <a:pt x="1221954" y="3999"/>
                  <a:pt x="1223546" y="2401"/>
                </a:cubicBezTo>
                <a:cubicBezTo>
                  <a:pt x="1225138" y="800"/>
                  <a:pt x="1227094" y="0"/>
                  <a:pt x="1229414" y="0"/>
                </a:cubicBezTo>
                <a:moveTo>
                  <a:pt x="1236133" y="38854"/>
                </a:moveTo>
                <a:lnTo>
                  <a:pt x="1236133" y="98297"/>
                </a:lnTo>
                <a:cubicBezTo>
                  <a:pt x="1236133" y="102928"/>
                  <a:pt x="1236470" y="106011"/>
                  <a:pt x="1237145" y="107545"/>
                </a:cubicBezTo>
                <a:cubicBezTo>
                  <a:pt x="1237819" y="109080"/>
                  <a:pt x="1238817" y="110224"/>
                  <a:pt x="1240140" y="110978"/>
                </a:cubicBezTo>
                <a:cubicBezTo>
                  <a:pt x="1241462" y="111732"/>
                  <a:pt x="1243876" y="112109"/>
                  <a:pt x="1247384" y="112109"/>
                </a:cubicBezTo>
                <a:lnTo>
                  <a:pt x="1247384" y="115104"/>
                </a:lnTo>
                <a:lnTo>
                  <a:pt x="1211364" y="115104"/>
                </a:lnTo>
                <a:lnTo>
                  <a:pt x="1211364" y="112109"/>
                </a:lnTo>
                <a:cubicBezTo>
                  <a:pt x="1214979" y="112109"/>
                  <a:pt x="1217408" y="111759"/>
                  <a:pt x="1218649" y="111059"/>
                </a:cubicBezTo>
                <a:cubicBezTo>
                  <a:pt x="1219890" y="110359"/>
                  <a:pt x="1220875" y="109201"/>
                  <a:pt x="1221603" y="107586"/>
                </a:cubicBezTo>
                <a:cubicBezTo>
                  <a:pt x="1222332" y="105970"/>
                  <a:pt x="1222696" y="102874"/>
                  <a:pt x="1222696" y="98297"/>
                </a:cubicBezTo>
                <a:lnTo>
                  <a:pt x="1222696" y="69787"/>
                </a:lnTo>
                <a:cubicBezTo>
                  <a:pt x="1222696" y="61763"/>
                  <a:pt x="1222453" y="56568"/>
                  <a:pt x="1221967" y="54200"/>
                </a:cubicBezTo>
                <a:cubicBezTo>
                  <a:pt x="1221590" y="52477"/>
                  <a:pt x="1220996" y="51279"/>
                  <a:pt x="1220187" y="50606"/>
                </a:cubicBezTo>
                <a:cubicBezTo>
                  <a:pt x="1219377" y="49933"/>
                  <a:pt x="1218271" y="49596"/>
                  <a:pt x="1216868" y="49596"/>
                </a:cubicBezTo>
                <a:cubicBezTo>
                  <a:pt x="1215357" y="49596"/>
                  <a:pt x="1213522" y="50000"/>
                  <a:pt x="1211364" y="50808"/>
                </a:cubicBezTo>
                <a:lnTo>
                  <a:pt x="1210230" y="47899"/>
                </a:lnTo>
                <a:lnTo>
                  <a:pt x="1232571" y="38854"/>
                </a:lnTo>
                <a:lnTo>
                  <a:pt x="1236133" y="38854"/>
                </a:lnTo>
                <a:close/>
                <a:moveTo>
                  <a:pt x="1298650" y="104419"/>
                </a:moveTo>
                <a:cubicBezTo>
                  <a:pt x="1291042" y="110301"/>
                  <a:pt x="1286266" y="113701"/>
                  <a:pt x="1284323" y="114618"/>
                </a:cubicBezTo>
                <a:cubicBezTo>
                  <a:pt x="1281409" y="116021"/>
                  <a:pt x="1278306" y="116722"/>
                  <a:pt x="1275014" y="116722"/>
                </a:cubicBezTo>
                <a:cubicBezTo>
                  <a:pt x="1269888" y="116722"/>
                  <a:pt x="1265665" y="114969"/>
                  <a:pt x="1262347" y="111461"/>
                </a:cubicBezTo>
                <a:cubicBezTo>
                  <a:pt x="1259028" y="107953"/>
                  <a:pt x="1257368" y="103340"/>
                  <a:pt x="1257368" y="97619"/>
                </a:cubicBezTo>
                <a:cubicBezTo>
                  <a:pt x="1257368" y="94004"/>
                  <a:pt x="1258178" y="90874"/>
                  <a:pt x="1259797" y="88230"/>
                </a:cubicBezTo>
                <a:cubicBezTo>
                  <a:pt x="1262009" y="84560"/>
                  <a:pt x="1265854" y="81107"/>
                  <a:pt x="1271331" y="77869"/>
                </a:cubicBezTo>
                <a:cubicBezTo>
                  <a:pt x="1276809" y="74631"/>
                  <a:pt x="1285915" y="70692"/>
                  <a:pt x="1298650" y="66051"/>
                </a:cubicBezTo>
                <a:lnTo>
                  <a:pt x="1298650" y="63137"/>
                </a:lnTo>
                <a:cubicBezTo>
                  <a:pt x="1298650" y="55744"/>
                  <a:pt x="1297477" y="50671"/>
                  <a:pt x="1295129" y="47919"/>
                </a:cubicBezTo>
                <a:cubicBezTo>
                  <a:pt x="1292782" y="45167"/>
                  <a:pt x="1289369" y="43791"/>
                  <a:pt x="1284890" y="43791"/>
                </a:cubicBezTo>
                <a:cubicBezTo>
                  <a:pt x="1281490" y="43791"/>
                  <a:pt x="1278792" y="44705"/>
                  <a:pt x="1276795" y="46533"/>
                </a:cubicBezTo>
                <a:cubicBezTo>
                  <a:pt x="1274745" y="48361"/>
                  <a:pt x="1273719" y="50458"/>
                  <a:pt x="1273719" y="52824"/>
                </a:cubicBezTo>
                <a:lnTo>
                  <a:pt x="1273881" y="57501"/>
                </a:lnTo>
                <a:cubicBezTo>
                  <a:pt x="1273881" y="59973"/>
                  <a:pt x="1273247" y="61881"/>
                  <a:pt x="1271979" y="63226"/>
                </a:cubicBezTo>
                <a:cubicBezTo>
                  <a:pt x="1270711" y="64570"/>
                  <a:pt x="1269051" y="65242"/>
                  <a:pt x="1267001" y="65242"/>
                </a:cubicBezTo>
                <a:cubicBezTo>
                  <a:pt x="1265004" y="65242"/>
                  <a:pt x="1263372" y="64543"/>
                  <a:pt x="1262104" y="63145"/>
                </a:cubicBezTo>
                <a:cubicBezTo>
                  <a:pt x="1260836" y="61745"/>
                  <a:pt x="1260202" y="59834"/>
                  <a:pt x="1260202" y="57413"/>
                </a:cubicBezTo>
                <a:cubicBezTo>
                  <a:pt x="1260202" y="52787"/>
                  <a:pt x="1262576" y="48537"/>
                  <a:pt x="1267325" y="44664"/>
                </a:cubicBezTo>
                <a:cubicBezTo>
                  <a:pt x="1272073" y="40790"/>
                  <a:pt x="1278738" y="38854"/>
                  <a:pt x="1287318" y="38854"/>
                </a:cubicBezTo>
                <a:cubicBezTo>
                  <a:pt x="1293902" y="38854"/>
                  <a:pt x="1299298" y="39958"/>
                  <a:pt x="1303507" y="42167"/>
                </a:cubicBezTo>
                <a:cubicBezTo>
                  <a:pt x="1306691" y="43838"/>
                  <a:pt x="1309038" y="46453"/>
                  <a:pt x="1310549" y="50011"/>
                </a:cubicBezTo>
                <a:cubicBezTo>
                  <a:pt x="1311521" y="52328"/>
                  <a:pt x="1312006" y="57071"/>
                  <a:pt x="1312006" y="64240"/>
                </a:cubicBezTo>
                <a:lnTo>
                  <a:pt x="1312006" y="89383"/>
                </a:lnTo>
                <a:cubicBezTo>
                  <a:pt x="1312006" y="96444"/>
                  <a:pt x="1312141" y="100770"/>
                  <a:pt x="1312411" y="102360"/>
                </a:cubicBezTo>
                <a:cubicBezTo>
                  <a:pt x="1312681" y="103950"/>
                  <a:pt x="1313126" y="105015"/>
                  <a:pt x="1313747" y="105555"/>
                </a:cubicBezTo>
                <a:cubicBezTo>
                  <a:pt x="1314367" y="106093"/>
                  <a:pt x="1315082" y="106362"/>
                  <a:pt x="1315892" y="106362"/>
                </a:cubicBezTo>
                <a:cubicBezTo>
                  <a:pt x="1316755" y="106362"/>
                  <a:pt x="1317510" y="106173"/>
                  <a:pt x="1318158" y="105795"/>
                </a:cubicBezTo>
                <a:cubicBezTo>
                  <a:pt x="1319291" y="105093"/>
                  <a:pt x="1321477" y="103124"/>
                  <a:pt x="1324715" y="99886"/>
                </a:cubicBezTo>
                <a:lnTo>
                  <a:pt x="1324715" y="104419"/>
                </a:lnTo>
                <a:cubicBezTo>
                  <a:pt x="1318671" y="112513"/>
                  <a:pt x="1312897" y="116561"/>
                  <a:pt x="1307392" y="116561"/>
                </a:cubicBezTo>
                <a:cubicBezTo>
                  <a:pt x="1304748" y="116561"/>
                  <a:pt x="1302644" y="115643"/>
                  <a:pt x="1301079" y="113808"/>
                </a:cubicBezTo>
                <a:cubicBezTo>
                  <a:pt x="1299514" y="111974"/>
                  <a:pt x="1298704" y="108844"/>
                  <a:pt x="1298650" y="104419"/>
                </a:cubicBezTo>
                <a:moveTo>
                  <a:pt x="1298650" y="99112"/>
                </a:moveTo>
                <a:lnTo>
                  <a:pt x="1298650" y="70989"/>
                </a:lnTo>
                <a:cubicBezTo>
                  <a:pt x="1290502" y="74211"/>
                  <a:pt x="1285240" y="76495"/>
                  <a:pt x="1282866" y="77839"/>
                </a:cubicBezTo>
                <a:cubicBezTo>
                  <a:pt x="1278603" y="80203"/>
                  <a:pt x="1275554" y="82674"/>
                  <a:pt x="1273719" y="85253"/>
                </a:cubicBezTo>
                <a:cubicBezTo>
                  <a:pt x="1271885" y="87831"/>
                  <a:pt x="1270967" y="90651"/>
                  <a:pt x="1270967" y="93714"/>
                </a:cubicBezTo>
                <a:cubicBezTo>
                  <a:pt x="1270967" y="97582"/>
                  <a:pt x="1272127" y="100792"/>
                  <a:pt x="1274448" y="103344"/>
                </a:cubicBezTo>
                <a:cubicBezTo>
                  <a:pt x="1276768" y="105895"/>
                  <a:pt x="1279439" y="107171"/>
                  <a:pt x="1282461" y="107171"/>
                </a:cubicBezTo>
                <a:cubicBezTo>
                  <a:pt x="1286563" y="107171"/>
                  <a:pt x="1291959" y="104485"/>
                  <a:pt x="1298650" y="99112"/>
                </a:cubicBezTo>
                <a:close/>
                <a:moveTo>
                  <a:pt x="1351857" y="54557"/>
                </a:moveTo>
                <a:cubicBezTo>
                  <a:pt x="1360545" y="44088"/>
                  <a:pt x="1368828" y="38854"/>
                  <a:pt x="1376707" y="38854"/>
                </a:cubicBezTo>
                <a:cubicBezTo>
                  <a:pt x="1380754" y="38854"/>
                  <a:pt x="1384234" y="39864"/>
                  <a:pt x="1387149" y="41884"/>
                </a:cubicBezTo>
                <a:cubicBezTo>
                  <a:pt x="1390063" y="43902"/>
                  <a:pt x="1392383" y="47227"/>
                  <a:pt x="1394110" y="51858"/>
                </a:cubicBezTo>
                <a:cubicBezTo>
                  <a:pt x="1395297" y="55087"/>
                  <a:pt x="1395891" y="60041"/>
                  <a:pt x="1395891" y="66719"/>
                </a:cubicBezTo>
                <a:lnTo>
                  <a:pt x="1395891" y="98297"/>
                </a:lnTo>
                <a:cubicBezTo>
                  <a:pt x="1395891" y="102982"/>
                  <a:pt x="1396268" y="106159"/>
                  <a:pt x="1397024" y="107829"/>
                </a:cubicBezTo>
                <a:cubicBezTo>
                  <a:pt x="1397617" y="109174"/>
                  <a:pt x="1398575" y="110224"/>
                  <a:pt x="1399897" y="110978"/>
                </a:cubicBezTo>
                <a:cubicBezTo>
                  <a:pt x="1401219" y="111732"/>
                  <a:pt x="1403661" y="112109"/>
                  <a:pt x="1407223" y="112109"/>
                </a:cubicBezTo>
                <a:lnTo>
                  <a:pt x="1407223" y="115104"/>
                </a:lnTo>
                <a:lnTo>
                  <a:pt x="1370555" y="115104"/>
                </a:lnTo>
                <a:lnTo>
                  <a:pt x="1370555" y="112109"/>
                </a:lnTo>
                <a:lnTo>
                  <a:pt x="1372093" y="112109"/>
                </a:lnTo>
                <a:cubicBezTo>
                  <a:pt x="1375546" y="112109"/>
                  <a:pt x="1377961" y="111585"/>
                  <a:pt x="1379337" y="110538"/>
                </a:cubicBezTo>
                <a:cubicBezTo>
                  <a:pt x="1380713" y="109491"/>
                  <a:pt x="1381671" y="107948"/>
                  <a:pt x="1382211" y="105909"/>
                </a:cubicBezTo>
                <a:cubicBezTo>
                  <a:pt x="1382427" y="105103"/>
                  <a:pt x="1382535" y="102579"/>
                  <a:pt x="1382535" y="98338"/>
                </a:cubicBezTo>
                <a:lnTo>
                  <a:pt x="1382535" y="68138"/>
                </a:lnTo>
                <a:cubicBezTo>
                  <a:pt x="1382535" y="61428"/>
                  <a:pt x="1381658" y="56556"/>
                  <a:pt x="1379904" y="53522"/>
                </a:cubicBezTo>
                <a:cubicBezTo>
                  <a:pt x="1378150" y="50488"/>
                  <a:pt x="1375196" y="48972"/>
                  <a:pt x="1371040" y="48972"/>
                </a:cubicBezTo>
                <a:cubicBezTo>
                  <a:pt x="1364619" y="48972"/>
                  <a:pt x="1358224" y="52462"/>
                  <a:pt x="1351857" y="59441"/>
                </a:cubicBezTo>
                <a:lnTo>
                  <a:pt x="1351857" y="98338"/>
                </a:lnTo>
                <a:cubicBezTo>
                  <a:pt x="1351857" y="103331"/>
                  <a:pt x="1352153" y="106418"/>
                  <a:pt x="1352747" y="107598"/>
                </a:cubicBezTo>
                <a:cubicBezTo>
                  <a:pt x="1353502" y="109155"/>
                  <a:pt x="1354541" y="110296"/>
                  <a:pt x="1355863" y="111021"/>
                </a:cubicBezTo>
                <a:cubicBezTo>
                  <a:pt x="1357185" y="111746"/>
                  <a:pt x="1359870" y="112109"/>
                  <a:pt x="1363917" y="112109"/>
                </a:cubicBezTo>
                <a:lnTo>
                  <a:pt x="1363917" y="115104"/>
                </a:lnTo>
                <a:lnTo>
                  <a:pt x="1327249" y="115104"/>
                </a:lnTo>
                <a:lnTo>
                  <a:pt x="1327249" y="112109"/>
                </a:lnTo>
                <a:lnTo>
                  <a:pt x="1328868" y="112109"/>
                </a:lnTo>
                <a:cubicBezTo>
                  <a:pt x="1332646" y="112109"/>
                  <a:pt x="1335195" y="111153"/>
                  <a:pt x="1336518" y="109243"/>
                </a:cubicBezTo>
                <a:cubicBezTo>
                  <a:pt x="1337840" y="107330"/>
                  <a:pt x="1338501" y="103682"/>
                  <a:pt x="1338501" y="98297"/>
                </a:cubicBezTo>
                <a:lnTo>
                  <a:pt x="1338501" y="70837"/>
                </a:lnTo>
                <a:cubicBezTo>
                  <a:pt x="1338501" y="61953"/>
                  <a:pt x="1338298" y="56542"/>
                  <a:pt x="1337894" y="54605"/>
                </a:cubicBezTo>
                <a:cubicBezTo>
                  <a:pt x="1337489" y="52666"/>
                  <a:pt x="1336868" y="51346"/>
                  <a:pt x="1336032" y="50646"/>
                </a:cubicBezTo>
                <a:cubicBezTo>
                  <a:pt x="1335195" y="49946"/>
                  <a:pt x="1334076" y="49596"/>
                  <a:pt x="1332673" y="49596"/>
                </a:cubicBezTo>
                <a:cubicBezTo>
                  <a:pt x="1331162" y="49596"/>
                  <a:pt x="1329354" y="50000"/>
                  <a:pt x="1327249" y="50808"/>
                </a:cubicBezTo>
                <a:lnTo>
                  <a:pt x="1326035" y="47899"/>
                </a:lnTo>
                <a:lnTo>
                  <a:pt x="1348376" y="38854"/>
                </a:lnTo>
                <a:lnTo>
                  <a:pt x="1351857" y="38854"/>
                </a:lnTo>
                <a:lnTo>
                  <a:pt x="1351857" y="54557"/>
                </a:lnTo>
                <a:close/>
                <a:moveTo>
                  <a:pt x="1434663" y="16513"/>
                </a:moveTo>
                <a:lnTo>
                  <a:pt x="1434663" y="40958"/>
                </a:lnTo>
                <a:lnTo>
                  <a:pt x="1451985" y="40958"/>
                </a:lnTo>
                <a:lnTo>
                  <a:pt x="1451985" y="46624"/>
                </a:lnTo>
                <a:lnTo>
                  <a:pt x="1434663" y="46624"/>
                </a:lnTo>
                <a:lnTo>
                  <a:pt x="1434663" y="94640"/>
                </a:lnTo>
                <a:cubicBezTo>
                  <a:pt x="1434663" y="99437"/>
                  <a:pt x="1435351" y="102672"/>
                  <a:pt x="1436727" y="104343"/>
                </a:cubicBezTo>
                <a:cubicBezTo>
                  <a:pt x="1438103" y="106012"/>
                  <a:pt x="1439871" y="106847"/>
                  <a:pt x="1442029" y="106847"/>
                </a:cubicBezTo>
                <a:cubicBezTo>
                  <a:pt x="1443810" y="106847"/>
                  <a:pt x="1445537" y="106294"/>
                  <a:pt x="1447210" y="105188"/>
                </a:cubicBezTo>
                <a:cubicBezTo>
                  <a:pt x="1448882" y="104082"/>
                  <a:pt x="1450178" y="102449"/>
                  <a:pt x="1451095" y="100291"/>
                </a:cubicBezTo>
                <a:lnTo>
                  <a:pt x="1454252" y="100291"/>
                </a:lnTo>
                <a:cubicBezTo>
                  <a:pt x="1452363" y="105594"/>
                  <a:pt x="1449692" y="109605"/>
                  <a:pt x="1446238" y="112324"/>
                </a:cubicBezTo>
                <a:cubicBezTo>
                  <a:pt x="1442785" y="115040"/>
                  <a:pt x="1439223" y="116399"/>
                  <a:pt x="1435554" y="116399"/>
                </a:cubicBezTo>
                <a:cubicBezTo>
                  <a:pt x="1433071" y="116399"/>
                  <a:pt x="1430643" y="115710"/>
                  <a:pt x="1428268" y="114332"/>
                </a:cubicBezTo>
                <a:cubicBezTo>
                  <a:pt x="1425894" y="112954"/>
                  <a:pt x="1424140" y="110983"/>
                  <a:pt x="1423007" y="108418"/>
                </a:cubicBezTo>
                <a:cubicBezTo>
                  <a:pt x="1421874" y="105851"/>
                  <a:pt x="1421307" y="101894"/>
                  <a:pt x="1421307" y="96544"/>
                </a:cubicBezTo>
                <a:lnTo>
                  <a:pt x="1421307" y="46624"/>
                </a:lnTo>
                <a:lnTo>
                  <a:pt x="1409570" y="46624"/>
                </a:lnTo>
                <a:lnTo>
                  <a:pt x="1409570" y="43953"/>
                </a:lnTo>
                <a:cubicBezTo>
                  <a:pt x="1412538" y="42762"/>
                  <a:pt x="1415574" y="40746"/>
                  <a:pt x="1418677" y="37905"/>
                </a:cubicBezTo>
                <a:cubicBezTo>
                  <a:pt x="1421779" y="35063"/>
                  <a:pt x="1424545" y="31694"/>
                  <a:pt x="1426973" y="27797"/>
                </a:cubicBezTo>
                <a:cubicBezTo>
                  <a:pt x="1428215" y="25741"/>
                  <a:pt x="1429941" y="21980"/>
                  <a:pt x="1432154" y="16513"/>
                </a:cubicBezTo>
                <a:lnTo>
                  <a:pt x="1434663" y="1651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E3A75-8964-4E55-9DFF-A60EC7C9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7" y="2621073"/>
            <a:ext cx="3122096" cy="2051466"/>
          </a:xfrm>
          <a:custGeom xmlns:a="http://schemas.openxmlformats.org/drawingml/2006/main">
            <a:pathLst>
              <a:path w="3122096" h="2051466" fill="none">
                <a:moveTo>
                  <a:pt x="0" y="0"/>
                </a:moveTo>
                <a:lnTo>
                  <a:pt x="3122096" y="0"/>
                </a:lnTo>
                <a:lnTo>
                  <a:pt x="3122096" y="2051466"/>
                </a:lnTo>
                <a:lnTo>
                  <a:pt x="0" y="205146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722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FEA21-C173-4E17-BB74-ED194471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4" y="4399700"/>
            <a:ext cx="3129003" cy="269384"/>
          </a:xfrm>
          <a:custGeom xmlns:a="http://schemas.openxmlformats.org/drawingml/2006/main">
            <a:pathLst>
              <a:path w="3129003" h="269384">
                <a:moveTo>
                  <a:pt x="0" y="0"/>
                </a:moveTo>
                <a:lnTo>
                  <a:pt x="3129003" y="0"/>
                </a:lnTo>
                <a:lnTo>
                  <a:pt x="3129003" y="269384"/>
                </a:lnTo>
                <a:lnTo>
                  <a:pt x="0" y="2693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E1E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Step5.IncorporateCEintoPrompt">
            <a:extLst xmlns:a="http://schemas.openxmlformats.org/drawingml/2006/main">
              <a:ext uri="{FF2B5EF4-FFF2-40B4-BE49-F238E27FC236}">
                <a16:creationId xmlns:a16="http://schemas.microsoft.com/office/drawing/2014/main" id="{0F90EFDB-8467-4F04-8E14-C7110A48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33" y="4478001"/>
            <a:ext cx="2338720" cy="150557"/>
          </a:xfrm>
          <a:custGeom xmlns:a="http://schemas.openxmlformats.org/drawingml/2006/main">
            <a:pathLst>
              <a:path w="2338720" h="150557">
                <a:moveTo>
                  <a:pt x="842922" y="47251"/>
                </a:moveTo>
                <a:lnTo>
                  <a:pt x="842896" y="46961"/>
                </a:lnTo>
                <a:lnTo>
                  <a:pt x="842861" y="46675"/>
                </a:lnTo>
                <a:lnTo>
                  <a:pt x="842815" y="46391"/>
                </a:lnTo>
                <a:lnTo>
                  <a:pt x="842760" y="46111"/>
                </a:lnTo>
                <a:lnTo>
                  <a:pt x="842694" y="45833"/>
                </a:lnTo>
                <a:lnTo>
                  <a:pt x="842618" y="45558"/>
                </a:lnTo>
                <a:lnTo>
                  <a:pt x="842532" y="45287"/>
                </a:lnTo>
                <a:lnTo>
                  <a:pt x="842436" y="45018"/>
                </a:lnTo>
                <a:lnTo>
                  <a:pt x="842330" y="44752"/>
                </a:lnTo>
                <a:lnTo>
                  <a:pt x="842213" y="44489"/>
                </a:lnTo>
                <a:lnTo>
                  <a:pt x="842087" y="44229"/>
                </a:lnTo>
                <a:lnTo>
                  <a:pt x="841950" y="43972"/>
                </a:lnTo>
                <a:lnTo>
                  <a:pt x="841804" y="43718"/>
                </a:lnTo>
                <a:lnTo>
                  <a:pt x="841647" y="43467"/>
                </a:lnTo>
                <a:lnTo>
                  <a:pt x="841480" y="43219"/>
                </a:lnTo>
                <a:lnTo>
                  <a:pt x="841303" y="42974"/>
                </a:lnTo>
                <a:lnTo>
                  <a:pt x="841116" y="42732"/>
                </a:lnTo>
                <a:lnTo>
                  <a:pt x="840918" y="42493"/>
                </a:lnTo>
                <a:lnTo>
                  <a:pt x="840711" y="42256"/>
                </a:lnTo>
                <a:lnTo>
                  <a:pt x="840493" y="42023"/>
                </a:lnTo>
                <a:lnTo>
                  <a:pt x="840266" y="41793"/>
                </a:lnTo>
                <a:lnTo>
                  <a:pt x="840028" y="41565"/>
                </a:lnTo>
                <a:lnTo>
                  <a:pt x="839782" y="41344"/>
                </a:lnTo>
                <a:lnTo>
                  <a:pt x="839532" y="41132"/>
                </a:lnTo>
                <a:lnTo>
                  <a:pt x="839275" y="40930"/>
                </a:lnTo>
                <a:lnTo>
                  <a:pt x="839014" y="40737"/>
                </a:lnTo>
                <a:lnTo>
                  <a:pt x="838747" y="40553"/>
                </a:lnTo>
                <a:lnTo>
                  <a:pt x="838475" y="40379"/>
                </a:lnTo>
                <a:lnTo>
                  <a:pt x="838197" y="40214"/>
                </a:lnTo>
                <a:lnTo>
                  <a:pt x="837914" y="40059"/>
                </a:lnTo>
                <a:lnTo>
                  <a:pt x="837626" y="39913"/>
                </a:lnTo>
                <a:lnTo>
                  <a:pt x="837333" y="39776"/>
                </a:lnTo>
                <a:lnTo>
                  <a:pt x="837034" y="39649"/>
                </a:lnTo>
                <a:lnTo>
                  <a:pt x="836729" y="39531"/>
                </a:lnTo>
                <a:lnTo>
                  <a:pt x="836420" y="39423"/>
                </a:lnTo>
                <a:lnTo>
                  <a:pt x="836105" y="39324"/>
                </a:lnTo>
                <a:lnTo>
                  <a:pt x="835785" y="39235"/>
                </a:lnTo>
                <a:lnTo>
                  <a:pt x="835459" y="39155"/>
                </a:lnTo>
                <a:lnTo>
                  <a:pt x="835128" y="39084"/>
                </a:lnTo>
                <a:lnTo>
                  <a:pt x="834792" y="39023"/>
                </a:lnTo>
                <a:lnTo>
                  <a:pt x="834450" y="38971"/>
                </a:lnTo>
                <a:lnTo>
                  <a:pt x="834103" y="38929"/>
                </a:lnTo>
                <a:lnTo>
                  <a:pt x="833751" y="38896"/>
                </a:lnTo>
                <a:lnTo>
                  <a:pt x="833393" y="38872"/>
                </a:lnTo>
                <a:lnTo>
                  <a:pt x="833030" y="38858"/>
                </a:lnTo>
                <a:lnTo>
                  <a:pt x="832662" y="38854"/>
                </a:lnTo>
                <a:lnTo>
                  <a:pt x="831847" y="38882"/>
                </a:lnTo>
                <a:lnTo>
                  <a:pt x="831033" y="38969"/>
                </a:lnTo>
                <a:lnTo>
                  <a:pt x="830221" y="39114"/>
                </a:lnTo>
                <a:lnTo>
                  <a:pt x="829411" y="39317"/>
                </a:lnTo>
                <a:lnTo>
                  <a:pt x="828602" y="39577"/>
                </a:lnTo>
                <a:lnTo>
                  <a:pt x="827795" y="39896"/>
                </a:lnTo>
                <a:lnTo>
                  <a:pt x="826990" y="40272"/>
                </a:lnTo>
                <a:lnTo>
                  <a:pt x="826186" y="40706"/>
                </a:lnTo>
                <a:lnTo>
                  <a:pt x="825385" y="41198"/>
                </a:lnTo>
                <a:lnTo>
                  <a:pt x="824584" y="41748"/>
                </a:lnTo>
                <a:lnTo>
                  <a:pt x="823786" y="42356"/>
                </a:lnTo>
                <a:lnTo>
                  <a:pt x="822989" y="43022"/>
                </a:lnTo>
                <a:lnTo>
                  <a:pt x="822194" y="43746"/>
                </a:lnTo>
                <a:lnTo>
                  <a:pt x="821401" y="44528"/>
                </a:lnTo>
                <a:lnTo>
                  <a:pt x="820609" y="45367"/>
                </a:lnTo>
                <a:lnTo>
                  <a:pt x="819819" y="46264"/>
                </a:lnTo>
                <a:lnTo>
                  <a:pt x="819030" y="47220"/>
                </a:lnTo>
                <a:lnTo>
                  <a:pt x="818244" y="48233"/>
                </a:lnTo>
                <a:lnTo>
                  <a:pt x="817459" y="49304"/>
                </a:lnTo>
                <a:lnTo>
                  <a:pt x="816675" y="50433"/>
                </a:lnTo>
                <a:lnTo>
                  <a:pt x="815894" y="51620"/>
                </a:lnTo>
                <a:lnTo>
                  <a:pt x="815114" y="52865"/>
                </a:lnTo>
                <a:lnTo>
                  <a:pt x="814336" y="54168"/>
                </a:lnTo>
                <a:lnTo>
                  <a:pt x="813559" y="55528"/>
                </a:lnTo>
                <a:lnTo>
                  <a:pt x="813559" y="38854"/>
                </a:lnTo>
                <a:lnTo>
                  <a:pt x="810159" y="38854"/>
                </a:lnTo>
                <a:lnTo>
                  <a:pt x="787738" y="47899"/>
                </a:lnTo>
                <a:lnTo>
                  <a:pt x="788547" y="50808"/>
                </a:lnTo>
                <a:lnTo>
                  <a:pt x="788809" y="50709"/>
                </a:lnTo>
                <a:lnTo>
                  <a:pt x="789069" y="50615"/>
                </a:lnTo>
                <a:lnTo>
                  <a:pt x="789326" y="50524"/>
                </a:lnTo>
                <a:lnTo>
                  <a:pt x="789581" y="50438"/>
                </a:lnTo>
                <a:lnTo>
                  <a:pt x="789834" y="50356"/>
                </a:lnTo>
                <a:lnTo>
                  <a:pt x="790085" y="50278"/>
                </a:lnTo>
                <a:lnTo>
                  <a:pt x="790333" y="50204"/>
                </a:lnTo>
                <a:lnTo>
                  <a:pt x="790580" y="50135"/>
                </a:lnTo>
                <a:lnTo>
                  <a:pt x="790824" y="50070"/>
                </a:lnTo>
                <a:lnTo>
                  <a:pt x="791065" y="50009"/>
                </a:lnTo>
                <a:lnTo>
                  <a:pt x="791305" y="49952"/>
                </a:lnTo>
                <a:lnTo>
                  <a:pt x="791542" y="49899"/>
                </a:lnTo>
                <a:lnTo>
                  <a:pt x="791777" y="49851"/>
                </a:lnTo>
                <a:lnTo>
                  <a:pt x="792010" y="49807"/>
                </a:lnTo>
                <a:lnTo>
                  <a:pt x="792240" y="49767"/>
                </a:lnTo>
                <a:lnTo>
                  <a:pt x="792468" y="49731"/>
                </a:lnTo>
                <a:lnTo>
                  <a:pt x="792694" y="49699"/>
                </a:lnTo>
                <a:lnTo>
                  <a:pt x="792918" y="49672"/>
                </a:lnTo>
                <a:lnTo>
                  <a:pt x="793140" y="49649"/>
                </a:lnTo>
                <a:lnTo>
                  <a:pt x="793359" y="49630"/>
                </a:lnTo>
                <a:lnTo>
                  <a:pt x="793576" y="49615"/>
                </a:lnTo>
                <a:lnTo>
                  <a:pt x="793790" y="49605"/>
                </a:lnTo>
                <a:lnTo>
                  <a:pt x="794003" y="49599"/>
                </a:lnTo>
                <a:lnTo>
                  <a:pt x="794213" y="49596"/>
                </a:lnTo>
                <a:lnTo>
                  <a:pt x="794387" y="49598"/>
                </a:lnTo>
                <a:lnTo>
                  <a:pt x="794559" y="49604"/>
                </a:lnTo>
                <a:lnTo>
                  <a:pt x="794729" y="49614"/>
                </a:lnTo>
                <a:lnTo>
                  <a:pt x="794896" y="49628"/>
                </a:lnTo>
                <a:lnTo>
                  <a:pt x="795060" y="49645"/>
                </a:lnTo>
                <a:lnTo>
                  <a:pt x="795222" y="49667"/>
                </a:lnTo>
                <a:lnTo>
                  <a:pt x="795382" y="49693"/>
                </a:lnTo>
                <a:lnTo>
                  <a:pt x="795540" y="49722"/>
                </a:lnTo>
                <a:lnTo>
                  <a:pt x="795695" y="49755"/>
                </a:lnTo>
                <a:lnTo>
                  <a:pt x="795848" y="49793"/>
                </a:lnTo>
                <a:lnTo>
                  <a:pt x="795998" y="49834"/>
                </a:lnTo>
                <a:lnTo>
                  <a:pt x="796146" y="49879"/>
                </a:lnTo>
                <a:lnTo>
                  <a:pt x="796291" y="49928"/>
                </a:lnTo>
                <a:lnTo>
                  <a:pt x="796434" y="49981"/>
                </a:lnTo>
                <a:lnTo>
                  <a:pt x="796575" y="50038"/>
                </a:lnTo>
                <a:lnTo>
                  <a:pt x="796713" y="50099"/>
                </a:lnTo>
                <a:lnTo>
                  <a:pt x="796849" y="50164"/>
                </a:lnTo>
                <a:lnTo>
                  <a:pt x="796983" y="50232"/>
                </a:lnTo>
                <a:lnTo>
                  <a:pt x="797114" y="50305"/>
                </a:lnTo>
                <a:lnTo>
                  <a:pt x="797243" y="50382"/>
                </a:lnTo>
                <a:lnTo>
                  <a:pt x="797369" y="50462"/>
                </a:lnTo>
                <a:lnTo>
                  <a:pt x="797493" y="50547"/>
                </a:lnTo>
                <a:lnTo>
                  <a:pt x="797615" y="50635"/>
                </a:lnTo>
                <a:lnTo>
                  <a:pt x="797734" y="50727"/>
                </a:lnTo>
                <a:lnTo>
                  <a:pt x="797851" y="50824"/>
                </a:lnTo>
                <a:lnTo>
                  <a:pt x="797964" y="50925"/>
                </a:lnTo>
                <a:lnTo>
                  <a:pt x="798074" y="51031"/>
                </a:lnTo>
                <a:lnTo>
                  <a:pt x="798182" y="51141"/>
                </a:lnTo>
                <a:lnTo>
                  <a:pt x="798286" y="51256"/>
                </a:lnTo>
                <a:lnTo>
                  <a:pt x="798387" y="51376"/>
                </a:lnTo>
                <a:lnTo>
                  <a:pt x="798485" y="51500"/>
                </a:lnTo>
                <a:lnTo>
                  <a:pt x="798580" y="51629"/>
                </a:lnTo>
                <a:lnTo>
                  <a:pt x="798671" y="51763"/>
                </a:lnTo>
                <a:lnTo>
                  <a:pt x="798760" y="51901"/>
                </a:lnTo>
                <a:lnTo>
                  <a:pt x="798846" y="52044"/>
                </a:lnTo>
                <a:lnTo>
                  <a:pt x="798928" y="52191"/>
                </a:lnTo>
                <a:lnTo>
                  <a:pt x="799008" y="52343"/>
                </a:lnTo>
                <a:lnTo>
                  <a:pt x="799084" y="52500"/>
                </a:lnTo>
                <a:lnTo>
                  <a:pt x="799157" y="52661"/>
                </a:lnTo>
                <a:lnTo>
                  <a:pt x="799227" y="52827"/>
                </a:lnTo>
                <a:lnTo>
                  <a:pt x="799294" y="52998"/>
                </a:lnTo>
                <a:lnTo>
                  <a:pt x="799358" y="53173"/>
                </a:lnTo>
                <a:lnTo>
                  <a:pt x="799419" y="53353"/>
                </a:lnTo>
                <a:lnTo>
                  <a:pt x="799477" y="53537"/>
                </a:lnTo>
                <a:lnTo>
                  <a:pt x="799532" y="53726"/>
                </a:lnTo>
                <a:lnTo>
                  <a:pt x="799583" y="53920"/>
                </a:lnTo>
                <a:lnTo>
                  <a:pt x="799632" y="54119"/>
                </a:lnTo>
                <a:lnTo>
                  <a:pt x="799677" y="54322"/>
                </a:lnTo>
                <a:lnTo>
                  <a:pt x="799720" y="54545"/>
                </a:lnTo>
                <a:lnTo>
                  <a:pt x="799761" y="54804"/>
                </a:lnTo>
                <a:lnTo>
                  <a:pt x="799800" y="55100"/>
                </a:lnTo>
                <a:lnTo>
                  <a:pt x="799838" y="55433"/>
                </a:lnTo>
                <a:lnTo>
                  <a:pt x="799873" y="55801"/>
                </a:lnTo>
                <a:lnTo>
                  <a:pt x="799907" y="56206"/>
                </a:lnTo>
                <a:lnTo>
                  <a:pt x="799939" y="56647"/>
                </a:lnTo>
                <a:lnTo>
                  <a:pt x="799969" y="57125"/>
                </a:lnTo>
                <a:lnTo>
                  <a:pt x="799998" y="57639"/>
                </a:lnTo>
                <a:lnTo>
                  <a:pt x="800024" y="58189"/>
                </a:lnTo>
                <a:lnTo>
                  <a:pt x="800049" y="58775"/>
                </a:lnTo>
                <a:lnTo>
                  <a:pt x="800072" y="59398"/>
                </a:lnTo>
                <a:lnTo>
                  <a:pt x="800093" y="60058"/>
                </a:lnTo>
                <a:lnTo>
                  <a:pt x="800112" y="60753"/>
                </a:lnTo>
                <a:lnTo>
                  <a:pt x="800129" y="61485"/>
                </a:lnTo>
                <a:lnTo>
                  <a:pt x="800145" y="62253"/>
                </a:lnTo>
                <a:lnTo>
                  <a:pt x="800158" y="63058"/>
                </a:lnTo>
                <a:lnTo>
                  <a:pt x="800170" y="63898"/>
                </a:lnTo>
                <a:lnTo>
                  <a:pt x="800180" y="64776"/>
                </a:lnTo>
                <a:lnTo>
                  <a:pt x="800188" y="65689"/>
                </a:lnTo>
                <a:lnTo>
                  <a:pt x="800195" y="66639"/>
                </a:lnTo>
                <a:lnTo>
                  <a:pt x="800199" y="67625"/>
                </a:lnTo>
                <a:lnTo>
                  <a:pt x="800202" y="68647"/>
                </a:lnTo>
                <a:lnTo>
                  <a:pt x="800203" y="69706"/>
                </a:lnTo>
                <a:lnTo>
                  <a:pt x="800203" y="98378"/>
                </a:lnTo>
                <a:lnTo>
                  <a:pt x="800202" y="98908"/>
                </a:lnTo>
                <a:lnTo>
                  <a:pt x="800200" y="99420"/>
                </a:lnTo>
                <a:lnTo>
                  <a:pt x="800197" y="99914"/>
                </a:lnTo>
                <a:lnTo>
                  <a:pt x="800192" y="100390"/>
                </a:lnTo>
                <a:lnTo>
                  <a:pt x="800186" y="100849"/>
                </a:lnTo>
                <a:lnTo>
                  <a:pt x="800178" y="101291"/>
                </a:lnTo>
                <a:lnTo>
                  <a:pt x="800169" y="101714"/>
                </a:lnTo>
                <a:lnTo>
                  <a:pt x="800158" y="102120"/>
                </a:lnTo>
                <a:lnTo>
                  <a:pt x="800146" y="102508"/>
                </a:lnTo>
                <a:lnTo>
                  <a:pt x="800133" y="102879"/>
                </a:lnTo>
                <a:lnTo>
                  <a:pt x="800118" y="103232"/>
                </a:lnTo>
                <a:lnTo>
                  <a:pt x="800102" y="103567"/>
                </a:lnTo>
                <a:lnTo>
                  <a:pt x="800084" y="103885"/>
                </a:lnTo>
                <a:lnTo>
                  <a:pt x="800065" y="104185"/>
                </a:lnTo>
                <a:lnTo>
                  <a:pt x="800045" y="104467"/>
                </a:lnTo>
                <a:lnTo>
                  <a:pt x="800023" y="104731"/>
                </a:lnTo>
                <a:lnTo>
                  <a:pt x="800000" y="104978"/>
                </a:lnTo>
                <a:lnTo>
                  <a:pt x="799975" y="105208"/>
                </a:lnTo>
                <a:lnTo>
                  <a:pt x="799949" y="105419"/>
                </a:lnTo>
                <a:lnTo>
                  <a:pt x="799922" y="105613"/>
                </a:lnTo>
                <a:lnTo>
                  <a:pt x="799893" y="105789"/>
                </a:lnTo>
                <a:lnTo>
                  <a:pt x="799863" y="105948"/>
                </a:lnTo>
                <a:lnTo>
                  <a:pt x="799831" y="106089"/>
                </a:lnTo>
                <a:lnTo>
                  <a:pt x="799798" y="106212"/>
                </a:lnTo>
                <a:lnTo>
                  <a:pt x="799729" y="106445"/>
                </a:lnTo>
                <a:lnTo>
                  <a:pt x="799655" y="106673"/>
                </a:lnTo>
                <a:lnTo>
                  <a:pt x="799577" y="106895"/>
                </a:lnTo>
                <a:lnTo>
                  <a:pt x="799495" y="107112"/>
                </a:lnTo>
                <a:lnTo>
                  <a:pt x="799408" y="107324"/>
                </a:lnTo>
                <a:lnTo>
                  <a:pt x="799318" y="107530"/>
                </a:lnTo>
                <a:lnTo>
                  <a:pt x="799223" y="107731"/>
                </a:lnTo>
                <a:lnTo>
                  <a:pt x="799124" y="107927"/>
                </a:lnTo>
                <a:lnTo>
                  <a:pt x="799021" y="108117"/>
                </a:lnTo>
                <a:lnTo>
                  <a:pt x="798913" y="108302"/>
                </a:lnTo>
                <a:lnTo>
                  <a:pt x="798801" y="108482"/>
                </a:lnTo>
                <a:lnTo>
                  <a:pt x="798685" y="108656"/>
                </a:lnTo>
                <a:lnTo>
                  <a:pt x="798565" y="108825"/>
                </a:lnTo>
                <a:lnTo>
                  <a:pt x="798441" y="108989"/>
                </a:lnTo>
                <a:lnTo>
                  <a:pt x="798312" y="109147"/>
                </a:lnTo>
                <a:lnTo>
                  <a:pt x="798179" y="109301"/>
                </a:lnTo>
                <a:lnTo>
                  <a:pt x="798042" y="109448"/>
                </a:lnTo>
                <a:lnTo>
                  <a:pt x="797901" y="109591"/>
                </a:lnTo>
                <a:lnTo>
                  <a:pt x="797756" y="109728"/>
                </a:lnTo>
                <a:lnTo>
                  <a:pt x="797606" y="109859"/>
                </a:lnTo>
                <a:lnTo>
                  <a:pt x="797452" y="109986"/>
                </a:lnTo>
                <a:lnTo>
                  <a:pt x="797294" y="110107"/>
                </a:lnTo>
                <a:lnTo>
                  <a:pt x="797132" y="110222"/>
                </a:lnTo>
                <a:lnTo>
                  <a:pt x="796965" y="110333"/>
                </a:lnTo>
                <a:lnTo>
                  <a:pt x="796731" y="110478"/>
                </a:lnTo>
                <a:lnTo>
                  <a:pt x="796486" y="110616"/>
                </a:lnTo>
                <a:lnTo>
                  <a:pt x="796232" y="110749"/>
                </a:lnTo>
                <a:lnTo>
                  <a:pt x="795967" y="110875"/>
                </a:lnTo>
                <a:lnTo>
                  <a:pt x="795692" y="110996"/>
                </a:lnTo>
                <a:lnTo>
                  <a:pt x="795407" y="111110"/>
                </a:lnTo>
                <a:lnTo>
                  <a:pt x="795112" y="111218"/>
                </a:lnTo>
                <a:lnTo>
                  <a:pt x="794807" y="111319"/>
                </a:lnTo>
                <a:lnTo>
                  <a:pt x="794491" y="111415"/>
                </a:lnTo>
                <a:lnTo>
                  <a:pt x="794166" y="111504"/>
                </a:lnTo>
                <a:lnTo>
                  <a:pt x="793830" y="111588"/>
                </a:lnTo>
                <a:lnTo>
                  <a:pt x="793485" y="111665"/>
                </a:lnTo>
                <a:lnTo>
                  <a:pt x="793129" y="111736"/>
                </a:lnTo>
                <a:lnTo>
                  <a:pt x="792763" y="111800"/>
                </a:lnTo>
                <a:lnTo>
                  <a:pt x="792387" y="111859"/>
                </a:lnTo>
                <a:lnTo>
                  <a:pt x="792001" y="111911"/>
                </a:lnTo>
                <a:lnTo>
                  <a:pt x="791604" y="111958"/>
                </a:lnTo>
                <a:lnTo>
                  <a:pt x="791198" y="111998"/>
                </a:lnTo>
                <a:lnTo>
                  <a:pt x="790781" y="112032"/>
                </a:lnTo>
                <a:lnTo>
                  <a:pt x="790355" y="112059"/>
                </a:lnTo>
                <a:lnTo>
                  <a:pt x="789918" y="112081"/>
                </a:lnTo>
                <a:lnTo>
                  <a:pt x="789471" y="112096"/>
                </a:lnTo>
                <a:lnTo>
                  <a:pt x="789014" y="112106"/>
                </a:lnTo>
                <a:lnTo>
                  <a:pt x="788547" y="112109"/>
                </a:lnTo>
                <a:lnTo>
                  <a:pt x="788547" y="115104"/>
                </a:lnTo>
                <a:lnTo>
                  <a:pt x="826510" y="115104"/>
                </a:lnTo>
                <a:lnTo>
                  <a:pt x="826510" y="112109"/>
                </a:lnTo>
                <a:lnTo>
                  <a:pt x="826096" y="112106"/>
                </a:lnTo>
                <a:lnTo>
                  <a:pt x="825690" y="112099"/>
                </a:lnTo>
                <a:lnTo>
                  <a:pt x="825292" y="112086"/>
                </a:lnTo>
                <a:lnTo>
                  <a:pt x="824903" y="112068"/>
                </a:lnTo>
                <a:lnTo>
                  <a:pt x="824521" y="112046"/>
                </a:lnTo>
                <a:lnTo>
                  <a:pt x="824148" y="112018"/>
                </a:lnTo>
                <a:lnTo>
                  <a:pt x="823782" y="111985"/>
                </a:lnTo>
                <a:lnTo>
                  <a:pt x="823425" y="111947"/>
                </a:lnTo>
                <a:lnTo>
                  <a:pt x="823076" y="111904"/>
                </a:lnTo>
                <a:lnTo>
                  <a:pt x="822736" y="111857"/>
                </a:lnTo>
                <a:lnTo>
                  <a:pt x="822403" y="111804"/>
                </a:lnTo>
                <a:lnTo>
                  <a:pt x="822078" y="111746"/>
                </a:lnTo>
                <a:lnTo>
                  <a:pt x="821762" y="111683"/>
                </a:lnTo>
                <a:lnTo>
                  <a:pt x="821454" y="111615"/>
                </a:lnTo>
                <a:lnTo>
                  <a:pt x="821154" y="111541"/>
                </a:lnTo>
                <a:lnTo>
                  <a:pt x="820862" y="111463"/>
                </a:lnTo>
                <a:lnTo>
                  <a:pt x="820578" y="111380"/>
                </a:lnTo>
                <a:lnTo>
                  <a:pt x="820303" y="111292"/>
                </a:lnTo>
                <a:lnTo>
                  <a:pt x="820035" y="111199"/>
                </a:lnTo>
                <a:lnTo>
                  <a:pt x="819776" y="111100"/>
                </a:lnTo>
                <a:lnTo>
                  <a:pt x="819525" y="110997"/>
                </a:lnTo>
                <a:lnTo>
                  <a:pt x="819282" y="110889"/>
                </a:lnTo>
                <a:lnTo>
                  <a:pt x="819047" y="110775"/>
                </a:lnTo>
                <a:lnTo>
                  <a:pt x="818820" y="110657"/>
                </a:lnTo>
                <a:lnTo>
                  <a:pt x="818601" y="110534"/>
                </a:lnTo>
                <a:lnTo>
                  <a:pt x="818386" y="110409"/>
                </a:lnTo>
                <a:lnTo>
                  <a:pt x="818178" y="110282"/>
                </a:lnTo>
                <a:lnTo>
                  <a:pt x="817975" y="110152"/>
                </a:lnTo>
                <a:lnTo>
                  <a:pt x="817778" y="110019"/>
                </a:lnTo>
                <a:lnTo>
                  <a:pt x="817586" y="109884"/>
                </a:lnTo>
                <a:lnTo>
                  <a:pt x="817400" y="109746"/>
                </a:lnTo>
                <a:lnTo>
                  <a:pt x="817219" y="109606"/>
                </a:lnTo>
                <a:lnTo>
                  <a:pt x="817045" y="109464"/>
                </a:lnTo>
                <a:lnTo>
                  <a:pt x="816875" y="109319"/>
                </a:lnTo>
                <a:lnTo>
                  <a:pt x="816712" y="109171"/>
                </a:lnTo>
                <a:lnTo>
                  <a:pt x="816554" y="109021"/>
                </a:lnTo>
                <a:lnTo>
                  <a:pt x="816402" y="108868"/>
                </a:lnTo>
                <a:lnTo>
                  <a:pt x="816255" y="108713"/>
                </a:lnTo>
                <a:lnTo>
                  <a:pt x="816114" y="108555"/>
                </a:lnTo>
                <a:lnTo>
                  <a:pt x="815978" y="108395"/>
                </a:lnTo>
                <a:lnTo>
                  <a:pt x="815848" y="108232"/>
                </a:lnTo>
                <a:lnTo>
                  <a:pt x="815724" y="108067"/>
                </a:lnTo>
                <a:lnTo>
                  <a:pt x="815606" y="107899"/>
                </a:lnTo>
                <a:lnTo>
                  <a:pt x="815493" y="107728"/>
                </a:lnTo>
                <a:lnTo>
                  <a:pt x="815385" y="107555"/>
                </a:lnTo>
                <a:lnTo>
                  <a:pt x="815284" y="107380"/>
                </a:lnTo>
                <a:lnTo>
                  <a:pt x="815187" y="107202"/>
                </a:lnTo>
                <a:lnTo>
                  <a:pt x="815097" y="107022"/>
                </a:lnTo>
                <a:lnTo>
                  <a:pt x="814971" y="106754"/>
                </a:lnTo>
                <a:lnTo>
                  <a:pt x="814851" y="106476"/>
                </a:lnTo>
                <a:lnTo>
                  <a:pt x="814736" y="106188"/>
                </a:lnTo>
                <a:lnTo>
                  <a:pt x="814627" y="105889"/>
                </a:lnTo>
                <a:lnTo>
                  <a:pt x="814523" y="105580"/>
                </a:lnTo>
                <a:lnTo>
                  <a:pt x="814424" y="105261"/>
                </a:lnTo>
                <a:lnTo>
                  <a:pt x="814331" y="104931"/>
                </a:lnTo>
                <a:lnTo>
                  <a:pt x="814243" y="104591"/>
                </a:lnTo>
                <a:lnTo>
                  <a:pt x="814160" y="104240"/>
                </a:lnTo>
                <a:lnTo>
                  <a:pt x="814082" y="103879"/>
                </a:lnTo>
                <a:lnTo>
                  <a:pt x="814010" y="103508"/>
                </a:lnTo>
                <a:lnTo>
                  <a:pt x="813943" y="103126"/>
                </a:lnTo>
                <a:lnTo>
                  <a:pt x="813882" y="102734"/>
                </a:lnTo>
                <a:lnTo>
                  <a:pt x="813826" y="102332"/>
                </a:lnTo>
                <a:lnTo>
                  <a:pt x="813775" y="101919"/>
                </a:lnTo>
                <a:lnTo>
                  <a:pt x="813730" y="101496"/>
                </a:lnTo>
                <a:lnTo>
                  <a:pt x="813690" y="101063"/>
                </a:lnTo>
                <a:lnTo>
                  <a:pt x="813655" y="100619"/>
                </a:lnTo>
                <a:lnTo>
                  <a:pt x="813626" y="100165"/>
                </a:lnTo>
                <a:lnTo>
                  <a:pt x="813602" y="99700"/>
                </a:lnTo>
                <a:lnTo>
                  <a:pt x="813583" y="99225"/>
                </a:lnTo>
                <a:lnTo>
                  <a:pt x="813570" y="98740"/>
                </a:lnTo>
                <a:lnTo>
                  <a:pt x="813562" y="98244"/>
                </a:lnTo>
                <a:lnTo>
                  <a:pt x="813559" y="97738"/>
                </a:lnTo>
                <a:lnTo>
                  <a:pt x="813559" y="62295"/>
                </a:lnTo>
                <a:lnTo>
                  <a:pt x="813882" y="61670"/>
                </a:lnTo>
                <a:lnTo>
                  <a:pt x="814205" y="61060"/>
                </a:lnTo>
                <a:lnTo>
                  <a:pt x="814527" y="60464"/>
                </a:lnTo>
                <a:lnTo>
                  <a:pt x="814847" y="59884"/>
                </a:lnTo>
                <a:lnTo>
                  <a:pt x="815167" y="59318"/>
                </a:lnTo>
                <a:lnTo>
                  <a:pt x="815486" y="58768"/>
                </a:lnTo>
                <a:lnTo>
                  <a:pt x="815805" y="58232"/>
                </a:lnTo>
                <a:lnTo>
                  <a:pt x="816122" y="57711"/>
                </a:lnTo>
                <a:lnTo>
                  <a:pt x="816439" y="57205"/>
                </a:lnTo>
                <a:lnTo>
                  <a:pt x="816755" y="56713"/>
                </a:lnTo>
                <a:lnTo>
                  <a:pt x="817070" y="56237"/>
                </a:lnTo>
                <a:lnTo>
                  <a:pt x="817384" y="55775"/>
                </a:lnTo>
                <a:lnTo>
                  <a:pt x="817697" y="55329"/>
                </a:lnTo>
                <a:lnTo>
                  <a:pt x="818009" y="54897"/>
                </a:lnTo>
                <a:lnTo>
                  <a:pt x="818321" y="54480"/>
                </a:lnTo>
                <a:lnTo>
                  <a:pt x="818632" y="54078"/>
                </a:lnTo>
                <a:lnTo>
                  <a:pt x="818941" y="53690"/>
                </a:lnTo>
                <a:lnTo>
                  <a:pt x="819250" y="53318"/>
                </a:lnTo>
                <a:lnTo>
                  <a:pt x="819559" y="52960"/>
                </a:lnTo>
                <a:lnTo>
                  <a:pt x="819866" y="52617"/>
                </a:lnTo>
                <a:lnTo>
                  <a:pt x="820172" y="52290"/>
                </a:lnTo>
                <a:lnTo>
                  <a:pt x="820478" y="51976"/>
                </a:lnTo>
                <a:lnTo>
                  <a:pt x="820783" y="51678"/>
                </a:lnTo>
                <a:lnTo>
                  <a:pt x="821087" y="51395"/>
                </a:lnTo>
                <a:lnTo>
                  <a:pt x="821228" y="51263"/>
                </a:lnTo>
                <a:lnTo>
                  <a:pt x="821368" y="51137"/>
                </a:lnTo>
                <a:lnTo>
                  <a:pt x="821508" y="51017"/>
                </a:lnTo>
                <a:lnTo>
                  <a:pt x="821647" y="50902"/>
                </a:lnTo>
                <a:lnTo>
                  <a:pt x="821785" y="50793"/>
                </a:lnTo>
                <a:lnTo>
                  <a:pt x="821922" y="50689"/>
                </a:lnTo>
                <a:lnTo>
                  <a:pt x="822058" y="50591"/>
                </a:lnTo>
                <a:lnTo>
                  <a:pt x="822193" y="50498"/>
                </a:lnTo>
                <a:lnTo>
                  <a:pt x="822328" y="50411"/>
                </a:lnTo>
                <a:lnTo>
                  <a:pt x="822461" y="50330"/>
                </a:lnTo>
                <a:lnTo>
                  <a:pt x="822594" y="50255"/>
                </a:lnTo>
                <a:lnTo>
                  <a:pt x="822726" y="50185"/>
                </a:lnTo>
                <a:lnTo>
                  <a:pt x="822857" y="50120"/>
                </a:lnTo>
                <a:lnTo>
                  <a:pt x="822987" y="50061"/>
                </a:lnTo>
                <a:lnTo>
                  <a:pt x="823117" y="50008"/>
                </a:lnTo>
                <a:lnTo>
                  <a:pt x="823245" y="49960"/>
                </a:lnTo>
                <a:lnTo>
                  <a:pt x="823373" y="49918"/>
                </a:lnTo>
                <a:lnTo>
                  <a:pt x="823500" y="49882"/>
                </a:lnTo>
                <a:lnTo>
                  <a:pt x="823626" y="49851"/>
                </a:lnTo>
                <a:lnTo>
                  <a:pt x="823751" y="49826"/>
                </a:lnTo>
                <a:lnTo>
                  <a:pt x="823876" y="49806"/>
                </a:lnTo>
                <a:lnTo>
                  <a:pt x="823999" y="49792"/>
                </a:lnTo>
                <a:lnTo>
                  <a:pt x="824122" y="49784"/>
                </a:lnTo>
                <a:lnTo>
                  <a:pt x="824244" y="49781"/>
                </a:lnTo>
                <a:lnTo>
                  <a:pt x="824389" y="49786"/>
                </a:lnTo>
                <a:lnTo>
                  <a:pt x="824540" y="49800"/>
                </a:lnTo>
                <a:lnTo>
                  <a:pt x="824697" y="49825"/>
                </a:lnTo>
                <a:lnTo>
                  <a:pt x="824861" y="49859"/>
                </a:lnTo>
                <a:lnTo>
                  <a:pt x="825031" y="49902"/>
                </a:lnTo>
                <a:lnTo>
                  <a:pt x="825207" y="49956"/>
                </a:lnTo>
                <a:lnTo>
                  <a:pt x="825390" y="50019"/>
                </a:lnTo>
                <a:lnTo>
                  <a:pt x="825579" y="50091"/>
                </a:lnTo>
                <a:lnTo>
                  <a:pt x="825775" y="50174"/>
                </a:lnTo>
                <a:lnTo>
                  <a:pt x="825976" y="50266"/>
                </a:lnTo>
                <a:lnTo>
                  <a:pt x="826184" y="50368"/>
                </a:lnTo>
                <a:lnTo>
                  <a:pt x="826399" y="50479"/>
                </a:lnTo>
                <a:lnTo>
                  <a:pt x="826620" y="50600"/>
                </a:lnTo>
                <a:lnTo>
                  <a:pt x="826847" y="50731"/>
                </a:lnTo>
                <a:lnTo>
                  <a:pt x="827080" y="50872"/>
                </a:lnTo>
                <a:lnTo>
                  <a:pt x="827320" y="51022"/>
                </a:lnTo>
                <a:lnTo>
                  <a:pt x="827566" y="51182"/>
                </a:lnTo>
                <a:lnTo>
                  <a:pt x="827818" y="51352"/>
                </a:lnTo>
                <a:lnTo>
                  <a:pt x="828077" y="51531"/>
                </a:lnTo>
                <a:lnTo>
                  <a:pt x="828342" y="51720"/>
                </a:lnTo>
                <a:lnTo>
                  <a:pt x="828613" y="51919"/>
                </a:lnTo>
                <a:lnTo>
                  <a:pt x="828890" y="52128"/>
                </a:lnTo>
                <a:lnTo>
                  <a:pt x="829174" y="52346"/>
                </a:lnTo>
                <a:lnTo>
                  <a:pt x="829465" y="52574"/>
                </a:lnTo>
                <a:lnTo>
                  <a:pt x="829757" y="52802"/>
                </a:lnTo>
                <a:lnTo>
                  <a:pt x="830047" y="53020"/>
                </a:lnTo>
                <a:lnTo>
                  <a:pt x="830334" y="53228"/>
                </a:lnTo>
                <a:lnTo>
                  <a:pt x="830619" y="53427"/>
                </a:lnTo>
                <a:lnTo>
                  <a:pt x="830902" y="53616"/>
                </a:lnTo>
                <a:lnTo>
                  <a:pt x="831182" y="53795"/>
                </a:lnTo>
                <a:lnTo>
                  <a:pt x="831460" y="53965"/>
                </a:lnTo>
                <a:lnTo>
                  <a:pt x="831736" y="54125"/>
                </a:lnTo>
                <a:lnTo>
                  <a:pt x="832009" y="54275"/>
                </a:lnTo>
                <a:lnTo>
                  <a:pt x="832279" y="54416"/>
                </a:lnTo>
                <a:lnTo>
                  <a:pt x="832548" y="54547"/>
                </a:lnTo>
                <a:lnTo>
                  <a:pt x="832814" y="54668"/>
                </a:lnTo>
                <a:lnTo>
                  <a:pt x="833077" y="54780"/>
                </a:lnTo>
                <a:lnTo>
                  <a:pt x="833338" y="54881"/>
                </a:lnTo>
                <a:lnTo>
                  <a:pt x="833597" y="54974"/>
                </a:lnTo>
                <a:lnTo>
                  <a:pt x="833854" y="55056"/>
                </a:lnTo>
                <a:lnTo>
                  <a:pt x="834108" y="55129"/>
                </a:lnTo>
                <a:lnTo>
                  <a:pt x="834359" y="55192"/>
                </a:lnTo>
                <a:lnTo>
                  <a:pt x="834609" y="55245"/>
                </a:lnTo>
                <a:lnTo>
                  <a:pt x="834855" y="55289"/>
                </a:lnTo>
                <a:lnTo>
                  <a:pt x="835100" y="55323"/>
                </a:lnTo>
                <a:lnTo>
                  <a:pt x="835342" y="55347"/>
                </a:lnTo>
                <a:lnTo>
                  <a:pt x="835582" y="55361"/>
                </a:lnTo>
                <a:lnTo>
                  <a:pt x="835819" y="55366"/>
                </a:lnTo>
                <a:lnTo>
                  <a:pt x="836060" y="55362"/>
                </a:lnTo>
                <a:lnTo>
                  <a:pt x="836299" y="55351"/>
                </a:lnTo>
                <a:lnTo>
                  <a:pt x="836535" y="55332"/>
                </a:lnTo>
                <a:lnTo>
                  <a:pt x="836768" y="55306"/>
                </a:lnTo>
                <a:lnTo>
                  <a:pt x="836998" y="55271"/>
                </a:lnTo>
                <a:lnTo>
                  <a:pt x="837225" y="55230"/>
                </a:lnTo>
                <a:lnTo>
                  <a:pt x="837450" y="55180"/>
                </a:lnTo>
                <a:lnTo>
                  <a:pt x="837672" y="55123"/>
                </a:lnTo>
                <a:lnTo>
                  <a:pt x="837891" y="55059"/>
                </a:lnTo>
                <a:lnTo>
                  <a:pt x="838107" y="54987"/>
                </a:lnTo>
                <a:lnTo>
                  <a:pt x="838320" y="54907"/>
                </a:lnTo>
                <a:lnTo>
                  <a:pt x="838530" y="54820"/>
                </a:lnTo>
                <a:lnTo>
                  <a:pt x="838738" y="54725"/>
                </a:lnTo>
                <a:lnTo>
                  <a:pt x="838943" y="54623"/>
                </a:lnTo>
                <a:lnTo>
                  <a:pt x="839145" y="54513"/>
                </a:lnTo>
                <a:lnTo>
                  <a:pt x="839344" y="54395"/>
                </a:lnTo>
                <a:lnTo>
                  <a:pt x="839541" y="54270"/>
                </a:lnTo>
                <a:lnTo>
                  <a:pt x="839735" y="54137"/>
                </a:lnTo>
                <a:lnTo>
                  <a:pt x="839925" y="53997"/>
                </a:lnTo>
                <a:lnTo>
                  <a:pt x="840113" y="53849"/>
                </a:lnTo>
                <a:lnTo>
                  <a:pt x="840299" y="53693"/>
                </a:lnTo>
                <a:lnTo>
                  <a:pt x="840481" y="53530"/>
                </a:lnTo>
                <a:lnTo>
                  <a:pt x="840661" y="53359"/>
                </a:lnTo>
                <a:lnTo>
                  <a:pt x="840837" y="53181"/>
                </a:lnTo>
                <a:lnTo>
                  <a:pt x="841009" y="52997"/>
                </a:lnTo>
                <a:lnTo>
                  <a:pt x="841174" y="52810"/>
                </a:lnTo>
                <a:lnTo>
                  <a:pt x="841331" y="52619"/>
                </a:lnTo>
                <a:lnTo>
                  <a:pt x="841480" y="52425"/>
                </a:lnTo>
                <a:lnTo>
                  <a:pt x="841623" y="52228"/>
                </a:lnTo>
                <a:lnTo>
                  <a:pt x="841758" y="52027"/>
                </a:lnTo>
                <a:lnTo>
                  <a:pt x="841886" y="51823"/>
                </a:lnTo>
                <a:lnTo>
                  <a:pt x="842007" y="51616"/>
                </a:lnTo>
                <a:lnTo>
                  <a:pt x="842120" y="51405"/>
                </a:lnTo>
                <a:lnTo>
                  <a:pt x="842226" y="51191"/>
                </a:lnTo>
                <a:lnTo>
                  <a:pt x="842324" y="50973"/>
                </a:lnTo>
                <a:lnTo>
                  <a:pt x="842416" y="50752"/>
                </a:lnTo>
                <a:lnTo>
                  <a:pt x="842500" y="50528"/>
                </a:lnTo>
                <a:lnTo>
                  <a:pt x="842538" y="50415"/>
                </a:lnTo>
                <a:lnTo>
                  <a:pt x="842698" y="50841"/>
                </a:lnTo>
                <a:lnTo>
                  <a:pt x="842946" y="50748"/>
                </a:lnTo>
                <a:lnTo>
                  <a:pt x="843190" y="50660"/>
                </a:lnTo>
                <a:lnTo>
                  <a:pt x="843430" y="50575"/>
                </a:lnTo>
                <a:lnTo>
                  <a:pt x="843667" y="50495"/>
                </a:lnTo>
                <a:lnTo>
                  <a:pt x="843900" y="50418"/>
                </a:lnTo>
                <a:lnTo>
                  <a:pt x="844130" y="50345"/>
                </a:lnTo>
                <a:lnTo>
                  <a:pt x="844355" y="50276"/>
                </a:lnTo>
                <a:lnTo>
                  <a:pt x="844578" y="50211"/>
                </a:lnTo>
                <a:lnTo>
                  <a:pt x="844796" y="50150"/>
                </a:lnTo>
                <a:lnTo>
                  <a:pt x="845011" y="50093"/>
                </a:lnTo>
                <a:lnTo>
                  <a:pt x="845222" y="50040"/>
                </a:lnTo>
                <a:lnTo>
                  <a:pt x="845430" y="49991"/>
                </a:lnTo>
                <a:lnTo>
                  <a:pt x="845634" y="49946"/>
                </a:lnTo>
                <a:lnTo>
                  <a:pt x="845834" y="49904"/>
                </a:lnTo>
                <a:lnTo>
                  <a:pt x="846031" y="49867"/>
                </a:lnTo>
                <a:lnTo>
                  <a:pt x="846224" y="49834"/>
                </a:lnTo>
                <a:lnTo>
                  <a:pt x="846413" y="49804"/>
                </a:lnTo>
                <a:lnTo>
                  <a:pt x="846598" y="49779"/>
                </a:lnTo>
                <a:lnTo>
                  <a:pt x="846780" y="49757"/>
                </a:lnTo>
                <a:lnTo>
                  <a:pt x="846959" y="49739"/>
                </a:lnTo>
                <a:lnTo>
                  <a:pt x="847133" y="49725"/>
                </a:lnTo>
                <a:lnTo>
                  <a:pt x="847304" y="49716"/>
                </a:lnTo>
                <a:lnTo>
                  <a:pt x="847472" y="49710"/>
                </a:lnTo>
                <a:lnTo>
                  <a:pt x="847636" y="49708"/>
                </a:lnTo>
                <a:lnTo>
                  <a:pt x="847836" y="49709"/>
                </a:lnTo>
                <a:lnTo>
                  <a:pt x="848033" y="49714"/>
                </a:lnTo>
                <a:lnTo>
                  <a:pt x="848227" y="49723"/>
                </a:lnTo>
                <a:lnTo>
                  <a:pt x="848417" y="49735"/>
                </a:lnTo>
                <a:lnTo>
                  <a:pt x="848603" y="49750"/>
                </a:lnTo>
                <a:lnTo>
                  <a:pt x="848786" y="49769"/>
                </a:lnTo>
                <a:lnTo>
                  <a:pt x="848966" y="49791"/>
                </a:lnTo>
                <a:lnTo>
                  <a:pt x="849142" y="49816"/>
                </a:lnTo>
                <a:lnTo>
                  <a:pt x="849315" y="49845"/>
                </a:lnTo>
                <a:lnTo>
                  <a:pt x="849484" y="49877"/>
                </a:lnTo>
                <a:lnTo>
                  <a:pt x="849649" y="49912"/>
                </a:lnTo>
                <a:lnTo>
                  <a:pt x="849811" y="49951"/>
                </a:lnTo>
                <a:lnTo>
                  <a:pt x="849969" y="49993"/>
                </a:lnTo>
                <a:lnTo>
                  <a:pt x="850124" y="50039"/>
                </a:lnTo>
                <a:lnTo>
                  <a:pt x="850276" y="50088"/>
                </a:lnTo>
                <a:lnTo>
                  <a:pt x="850424" y="50141"/>
                </a:lnTo>
                <a:lnTo>
                  <a:pt x="850568" y="50196"/>
                </a:lnTo>
                <a:lnTo>
                  <a:pt x="850709" y="50256"/>
                </a:lnTo>
                <a:lnTo>
                  <a:pt x="850846" y="50318"/>
                </a:lnTo>
                <a:lnTo>
                  <a:pt x="850980" y="50384"/>
                </a:lnTo>
                <a:lnTo>
                  <a:pt x="851110" y="50453"/>
                </a:lnTo>
                <a:lnTo>
                  <a:pt x="851237" y="50526"/>
                </a:lnTo>
                <a:lnTo>
                  <a:pt x="851361" y="50602"/>
                </a:lnTo>
                <a:lnTo>
                  <a:pt x="851480" y="50682"/>
                </a:lnTo>
                <a:lnTo>
                  <a:pt x="851597" y="50764"/>
                </a:lnTo>
                <a:lnTo>
                  <a:pt x="851711" y="50850"/>
                </a:lnTo>
                <a:lnTo>
                  <a:pt x="851823" y="50940"/>
                </a:lnTo>
                <a:lnTo>
                  <a:pt x="851931" y="51032"/>
                </a:lnTo>
                <a:lnTo>
                  <a:pt x="852037" y="51129"/>
                </a:lnTo>
                <a:lnTo>
                  <a:pt x="852141" y="51228"/>
                </a:lnTo>
                <a:lnTo>
                  <a:pt x="852241" y="51331"/>
                </a:lnTo>
                <a:lnTo>
                  <a:pt x="852339" y="51437"/>
                </a:lnTo>
                <a:lnTo>
                  <a:pt x="852435" y="51547"/>
                </a:lnTo>
                <a:lnTo>
                  <a:pt x="852527" y="51660"/>
                </a:lnTo>
                <a:lnTo>
                  <a:pt x="852617" y="51777"/>
                </a:lnTo>
                <a:lnTo>
                  <a:pt x="852705" y="51896"/>
                </a:lnTo>
                <a:lnTo>
                  <a:pt x="852789" y="52020"/>
                </a:lnTo>
                <a:lnTo>
                  <a:pt x="852871" y="52146"/>
                </a:lnTo>
                <a:lnTo>
                  <a:pt x="852951" y="52276"/>
                </a:lnTo>
                <a:lnTo>
                  <a:pt x="853027" y="52410"/>
                </a:lnTo>
                <a:lnTo>
                  <a:pt x="853101" y="52546"/>
                </a:lnTo>
                <a:lnTo>
                  <a:pt x="853173" y="52686"/>
                </a:lnTo>
                <a:lnTo>
                  <a:pt x="853241" y="52830"/>
                </a:lnTo>
                <a:lnTo>
                  <a:pt x="853307" y="52977"/>
                </a:lnTo>
                <a:lnTo>
                  <a:pt x="853371" y="53127"/>
                </a:lnTo>
                <a:lnTo>
                  <a:pt x="853431" y="53281"/>
                </a:lnTo>
                <a:lnTo>
                  <a:pt x="853489" y="53438"/>
                </a:lnTo>
                <a:lnTo>
                  <a:pt x="853545" y="53598"/>
                </a:lnTo>
                <a:lnTo>
                  <a:pt x="853597" y="53769"/>
                </a:lnTo>
                <a:lnTo>
                  <a:pt x="853648" y="53958"/>
                </a:lnTo>
                <a:lnTo>
                  <a:pt x="853696" y="54166"/>
                </a:lnTo>
                <a:lnTo>
                  <a:pt x="853742" y="54392"/>
                </a:lnTo>
                <a:lnTo>
                  <a:pt x="853786" y="54636"/>
                </a:lnTo>
                <a:lnTo>
                  <a:pt x="853828" y="54899"/>
                </a:lnTo>
                <a:lnTo>
                  <a:pt x="853867" y="55179"/>
                </a:lnTo>
                <a:lnTo>
                  <a:pt x="853904" y="55478"/>
                </a:lnTo>
                <a:lnTo>
                  <a:pt x="853939" y="55796"/>
                </a:lnTo>
                <a:lnTo>
                  <a:pt x="853972" y="56131"/>
                </a:lnTo>
                <a:lnTo>
                  <a:pt x="854002" y="56485"/>
                </a:lnTo>
                <a:lnTo>
                  <a:pt x="854030" y="56857"/>
                </a:lnTo>
                <a:lnTo>
                  <a:pt x="854056" y="57248"/>
                </a:lnTo>
                <a:lnTo>
                  <a:pt x="854080" y="57657"/>
                </a:lnTo>
                <a:lnTo>
                  <a:pt x="854101" y="58084"/>
                </a:lnTo>
                <a:lnTo>
                  <a:pt x="854120" y="58529"/>
                </a:lnTo>
                <a:lnTo>
                  <a:pt x="854137" y="58993"/>
                </a:lnTo>
                <a:lnTo>
                  <a:pt x="854152" y="59475"/>
                </a:lnTo>
                <a:lnTo>
                  <a:pt x="854164" y="59975"/>
                </a:lnTo>
                <a:lnTo>
                  <a:pt x="854174" y="60493"/>
                </a:lnTo>
                <a:lnTo>
                  <a:pt x="854182" y="61030"/>
                </a:lnTo>
                <a:lnTo>
                  <a:pt x="854188" y="61585"/>
                </a:lnTo>
                <a:lnTo>
                  <a:pt x="854191" y="62158"/>
                </a:lnTo>
                <a:lnTo>
                  <a:pt x="854192" y="62750"/>
                </a:lnTo>
                <a:lnTo>
                  <a:pt x="854192" y="132901"/>
                </a:lnTo>
                <a:lnTo>
                  <a:pt x="854191" y="133566"/>
                </a:lnTo>
                <a:lnTo>
                  <a:pt x="854186" y="134209"/>
                </a:lnTo>
                <a:lnTo>
                  <a:pt x="854179" y="134831"/>
                </a:lnTo>
                <a:lnTo>
                  <a:pt x="854168" y="135431"/>
                </a:lnTo>
                <a:lnTo>
                  <a:pt x="854155" y="136011"/>
                </a:lnTo>
                <a:lnTo>
                  <a:pt x="854139" y="136569"/>
                </a:lnTo>
                <a:lnTo>
                  <a:pt x="854120" y="137106"/>
                </a:lnTo>
                <a:lnTo>
                  <a:pt x="854098" y="137621"/>
                </a:lnTo>
                <a:lnTo>
                  <a:pt x="854073" y="138116"/>
                </a:lnTo>
                <a:lnTo>
                  <a:pt x="854045" y="138589"/>
                </a:lnTo>
                <a:lnTo>
                  <a:pt x="854014" y="139041"/>
                </a:lnTo>
                <a:lnTo>
                  <a:pt x="853980" y="139472"/>
                </a:lnTo>
                <a:lnTo>
                  <a:pt x="853943" y="139881"/>
                </a:lnTo>
                <a:lnTo>
                  <a:pt x="853903" y="140269"/>
                </a:lnTo>
                <a:lnTo>
                  <a:pt x="853860" y="140637"/>
                </a:lnTo>
                <a:lnTo>
                  <a:pt x="853814" y="140982"/>
                </a:lnTo>
                <a:lnTo>
                  <a:pt x="853766" y="141307"/>
                </a:lnTo>
                <a:lnTo>
                  <a:pt x="853714" y="141610"/>
                </a:lnTo>
                <a:lnTo>
                  <a:pt x="853659" y="141892"/>
                </a:lnTo>
                <a:lnTo>
                  <a:pt x="853602" y="142153"/>
                </a:lnTo>
                <a:lnTo>
                  <a:pt x="853541" y="142393"/>
                </a:lnTo>
                <a:lnTo>
                  <a:pt x="853478" y="142611"/>
                </a:lnTo>
                <a:lnTo>
                  <a:pt x="853412" y="142808"/>
                </a:lnTo>
                <a:lnTo>
                  <a:pt x="853342" y="142984"/>
                </a:lnTo>
                <a:lnTo>
                  <a:pt x="853270" y="143148"/>
                </a:lnTo>
                <a:lnTo>
                  <a:pt x="853196" y="143307"/>
                </a:lnTo>
                <a:lnTo>
                  <a:pt x="853119" y="143463"/>
                </a:lnTo>
                <a:lnTo>
                  <a:pt x="853040" y="143615"/>
                </a:lnTo>
                <a:lnTo>
                  <a:pt x="852958" y="143764"/>
                </a:lnTo>
                <a:lnTo>
                  <a:pt x="852874" y="143908"/>
                </a:lnTo>
                <a:lnTo>
                  <a:pt x="852788" y="144049"/>
                </a:lnTo>
                <a:lnTo>
                  <a:pt x="852699" y="144186"/>
                </a:lnTo>
                <a:lnTo>
                  <a:pt x="852608" y="144319"/>
                </a:lnTo>
                <a:lnTo>
                  <a:pt x="852514" y="144449"/>
                </a:lnTo>
                <a:lnTo>
                  <a:pt x="852419" y="144574"/>
                </a:lnTo>
                <a:lnTo>
                  <a:pt x="852320" y="144696"/>
                </a:lnTo>
                <a:lnTo>
                  <a:pt x="852220" y="144814"/>
                </a:lnTo>
                <a:lnTo>
                  <a:pt x="852116" y="144928"/>
                </a:lnTo>
                <a:lnTo>
                  <a:pt x="852011" y="145038"/>
                </a:lnTo>
                <a:lnTo>
                  <a:pt x="851903" y="145145"/>
                </a:lnTo>
                <a:lnTo>
                  <a:pt x="851793" y="145247"/>
                </a:lnTo>
                <a:lnTo>
                  <a:pt x="851680" y="145346"/>
                </a:lnTo>
                <a:lnTo>
                  <a:pt x="851565" y="145442"/>
                </a:lnTo>
                <a:lnTo>
                  <a:pt x="851448" y="145533"/>
                </a:lnTo>
                <a:lnTo>
                  <a:pt x="851328" y="145620"/>
                </a:lnTo>
                <a:lnTo>
                  <a:pt x="851206" y="145704"/>
                </a:lnTo>
                <a:lnTo>
                  <a:pt x="851081" y="145784"/>
                </a:lnTo>
                <a:lnTo>
                  <a:pt x="850954" y="145860"/>
                </a:lnTo>
                <a:lnTo>
                  <a:pt x="850689" y="146005"/>
                </a:lnTo>
                <a:lnTo>
                  <a:pt x="850419" y="146144"/>
                </a:lnTo>
                <a:lnTo>
                  <a:pt x="850145" y="146277"/>
                </a:lnTo>
                <a:lnTo>
                  <a:pt x="849866" y="146403"/>
                </a:lnTo>
                <a:lnTo>
                  <a:pt x="849583" y="146522"/>
                </a:lnTo>
                <a:lnTo>
                  <a:pt x="849295" y="146635"/>
                </a:lnTo>
                <a:lnTo>
                  <a:pt x="849003" y="146742"/>
                </a:lnTo>
                <a:lnTo>
                  <a:pt x="848706" y="146842"/>
                </a:lnTo>
                <a:lnTo>
                  <a:pt x="848405" y="146935"/>
                </a:lnTo>
                <a:lnTo>
                  <a:pt x="848099" y="147022"/>
                </a:lnTo>
                <a:lnTo>
                  <a:pt x="847788" y="147103"/>
                </a:lnTo>
                <a:lnTo>
                  <a:pt x="847474" y="147177"/>
                </a:lnTo>
                <a:lnTo>
                  <a:pt x="847154" y="147245"/>
                </a:lnTo>
                <a:lnTo>
                  <a:pt x="846831" y="147306"/>
                </a:lnTo>
                <a:lnTo>
                  <a:pt x="846502" y="147361"/>
                </a:lnTo>
                <a:lnTo>
                  <a:pt x="846170" y="147409"/>
                </a:lnTo>
                <a:lnTo>
                  <a:pt x="845832" y="147451"/>
                </a:lnTo>
                <a:lnTo>
                  <a:pt x="845491" y="147486"/>
                </a:lnTo>
                <a:lnTo>
                  <a:pt x="845144" y="147515"/>
                </a:lnTo>
                <a:lnTo>
                  <a:pt x="844793" y="147538"/>
                </a:lnTo>
                <a:lnTo>
                  <a:pt x="844438" y="147554"/>
                </a:lnTo>
                <a:lnTo>
                  <a:pt x="844078" y="147563"/>
                </a:lnTo>
                <a:lnTo>
                  <a:pt x="843714" y="147566"/>
                </a:lnTo>
                <a:lnTo>
                  <a:pt x="843345" y="147562"/>
                </a:lnTo>
                <a:lnTo>
                  <a:pt x="841322" y="147562"/>
                </a:lnTo>
                <a:lnTo>
                  <a:pt x="841322" y="150557"/>
                </a:lnTo>
                <a:lnTo>
                  <a:pt x="880175" y="150557"/>
                </a:lnTo>
                <a:lnTo>
                  <a:pt x="880175" y="147562"/>
                </a:lnTo>
                <a:lnTo>
                  <a:pt x="879676" y="147560"/>
                </a:lnTo>
                <a:lnTo>
                  <a:pt x="879190" y="147554"/>
                </a:lnTo>
                <a:lnTo>
                  <a:pt x="878716" y="147543"/>
                </a:lnTo>
                <a:lnTo>
                  <a:pt x="878256" y="147529"/>
                </a:lnTo>
                <a:lnTo>
                  <a:pt x="877809" y="147510"/>
                </a:lnTo>
                <a:lnTo>
                  <a:pt x="877375" y="147487"/>
                </a:lnTo>
                <a:lnTo>
                  <a:pt x="876954" y="147459"/>
                </a:lnTo>
                <a:lnTo>
                  <a:pt x="876546" y="147428"/>
                </a:lnTo>
                <a:lnTo>
                  <a:pt x="876152" y="147392"/>
                </a:lnTo>
                <a:lnTo>
                  <a:pt x="875770" y="147352"/>
                </a:lnTo>
                <a:lnTo>
                  <a:pt x="875401" y="147307"/>
                </a:lnTo>
                <a:lnTo>
                  <a:pt x="875045" y="147259"/>
                </a:lnTo>
                <a:lnTo>
                  <a:pt x="874703" y="147206"/>
                </a:lnTo>
                <a:lnTo>
                  <a:pt x="874373" y="147149"/>
                </a:lnTo>
                <a:lnTo>
                  <a:pt x="874057" y="147088"/>
                </a:lnTo>
                <a:lnTo>
                  <a:pt x="873754" y="147023"/>
                </a:lnTo>
                <a:lnTo>
                  <a:pt x="873463" y="146953"/>
                </a:lnTo>
                <a:lnTo>
                  <a:pt x="873186" y="146879"/>
                </a:lnTo>
                <a:lnTo>
                  <a:pt x="872922" y="146801"/>
                </a:lnTo>
                <a:lnTo>
                  <a:pt x="872671" y="146719"/>
                </a:lnTo>
                <a:lnTo>
                  <a:pt x="872433" y="146633"/>
                </a:lnTo>
                <a:lnTo>
                  <a:pt x="872208" y="146542"/>
                </a:lnTo>
                <a:lnTo>
                  <a:pt x="871996" y="146447"/>
                </a:lnTo>
                <a:lnTo>
                  <a:pt x="871798" y="146348"/>
                </a:lnTo>
                <a:lnTo>
                  <a:pt x="871608" y="146246"/>
                </a:lnTo>
                <a:lnTo>
                  <a:pt x="871423" y="146140"/>
                </a:lnTo>
                <a:lnTo>
                  <a:pt x="871242" y="146031"/>
                </a:lnTo>
                <a:lnTo>
                  <a:pt x="871067" y="145920"/>
                </a:lnTo>
                <a:lnTo>
                  <a:pt x="870896" y="145805"/>
                </a:lnTo>
                <a:lnTo>
                  <a:pt x="870730" y="145688"/>
                </a:lnTo>
                <a:lnTo>
                  <a:pt x="870569" y="145568"/>
                </a:lnTo>
                <a:lnTo>
                  <a:pt x="870413" y="145444"/>
                </a:lnTo>
                <a:lnTo>
                  <a:pt x="870261" y="145318"/>
                </a:lnTo>
                <a:lnTo>
                  <a:pt x="870114" y="145189"/>
                </a:lnTo>
                <a:lnTo>
                  <a:pt x="869972" y="145057"/>
                </a:lnTo>
                <a:lnTo>
                  <a:pt x="869835" y="144922"/>
                </a:lnTo>
                <a:lnTo>
                  <a:pt x="869702" y="144784"/>
                </a:lnTo>
                <a:lnTo>
                  <a:pt x="869574" y="144643"/>
                </a:lnTo>
                <a:lnTo>
                  <a:pt x="869451" y="144499"/>
                </a:lnTo>
                <a:lnTo>
                  <a:pt x="869333" y="144352"/>
                </a:lnTo>
                <a:lnTo>
                  <a:pt x="869220" y="144202"/>
                </a:lnTo>
                <a:lnTo>
                  <a:pt x="869111" y="144049"/>
                </a:lnTo>
                <a:lnTo>
                  <a:pt x="869007" y="143893"/>
                </a:lnTo>
                <a:lnTo>
                  <a:pt x="868908" y="143734"/>
                </a:lnTo>
                <a:lnTo>
                  <a:pt x="868814" y="143573"/>
                </a:lnTo>
                <a:lnTo>
                  <a:pt x="868724" y="143408"/>
                </a:lnTo>
                <a:lnTo>
                  <a:pt x="868640" y="143241"/>
                </a:lnTo>
                <a:lnTo>
                  <a:pt x="868560" y="143070"/>
                </a:lnTo>
                <a:lnTo>
                  <a:pt x="868484" y="142888"/>
                </a:lnTo>
                <a:lnTo>
                  <a:pt x="868411" y="142687"/>
                </a:lnTo>
                <a:lnTo>
                  <a:pt x="868342" y="142467"/>
                </a:lnTo>
                <a:lnTo>
                  <a:pt x="868275" y="142228"/>
                </a:lnTo>
                <a:lnTo>
                  <a:pt x="868212" y="141969"/>
                </a:lnTo>
                <a:lnTo>
                  <a:pt x="868153" y="141691"/>
                </a:lnTo>
                <a:lnTo>
                  <a:pt x="868096" y="141394"/>
                </a:lnTo>
                <a:lnTo>
                  <a:pt x="868043" y="141078"/>
                </a:lnTo>
                <a:lnTo>
                  <a:pt x="867993" y="140742"/>
                </a:lnTo>
                <a:lnTo>
                  <a:pt x="867946" y="140387"/>
                </a:lnTo>
                <a:lnTo>
                  <a:pt x="867902" y="140013"/>
                </a:lnTo>
                <a:lnTo>
                  <a:pt x="867862" y="139620"/>
                </a:lnTo>
                <a:lnTo>
                  <a:pt x="867824" y="139207"/>
                </a:lnTo>
                <a:lnTo>
                  <a:pt x="867791" y="138775"/>
                </a:lnTo>
                <a:lnTo>
                  <a:pt x="867760" y="138324"/>
                </a:lnTo>
                <a:lnTo>
                  <a:pt x="867732" y="137854"/>
                </a:lnTo>
                <a:lnTo>
                  <a:pt x="867708" y="137364"/>
                </a:lnTo>
                <a:lnTo>
                  <a:pt x="867687" y="136855"/>
                </a:lnTo>
                <a:lnTo>
                  <a:pt x="867669" y="136327"/>
                </a:lnTo>
                <a:lnTo>
                  <a:pt x="867655" y="135779"/>
                </a:lnTo>
                <a:lnTo>
                  <a:pt x="867643" y="135213"/>
                </a:lnTo>
                <a:lnTo>
                  <a:pt x="867635" y="134627"/>
                </a:lnTo>
                <a:lnTo>
                  <a:pt x="867631" y="134022"/>
                </a:lnTo>
                <a:lnTo>
                  <a:pt x="867629" y="133397"/>
                </a:lnTo>
                <a:lnTo>
                  <a:pt x="867629" y="110813"/>
                </a:lnTo>
                <a:lnTo>
                  <a:pt x="867965" y="111113"/>
                </a:lnTo>
                <a:lnTo>
                  <a:pt x="868298" y="111404"/>
                </a:lnTo>
                <a:lnTo>
                  <a:pt x="868628" y="111686"/>
                </a:lnTo>
                <a:lnTo>
                  <a:pt x="868956" y="111960"/>
                </a:lnTo>
                <a:lnTo>
                  <a:pt x="869280" y="112226"/>
                </a:lnTo>
                <a:lnTo>
                  <a:pt x="869602" y="112483"/>
                </a:lnTo>
                <a:lnTo>
                  <a:pt x="869921" y="112732"/>
                </a:lnTo>
                <a:lnTo>
                  <a:pt x="870237" y="112972"/>
                </a:lnTo>
                <a:lnTo>
                  <a:pt x="870551" y="113204"/>
                </a:lnTo>
                <a:lnTo>
                  <a:pt x="870861" y="113427"/>
                </a:lnTo>
                <a:lnTo>
                  <a:pt x="871169" y="113642"/>
                </a:lnTo>
                <a:lnTo>
                  <a:pt x="871474" y="113849"/>
                </a:lnTo>
                <a:lnTo>
                  <a:pt x="871776" y="114047"/>
                </a:lnTo>
                <a:lnTo>
                  <a:pt x="872075" y="114237"/>
                </a:lnTo>
                <a:lnTo>
                  <a:pt x="872372" y="114418"/>
                </a:lnTo>
                <a:lnTo>
                  <a:pt x="872665" y="114591"/>
                </a:lnTo>
                <a:lnTo>
                  <a:pt x="872956" y="114755"/>
                </a:lnTo>
                <a:lnTo>
                  <a:pt x="873244" y="114911"/>
                </a:lnTo>
                <a:lnTo>
                  <a:pt x="873530" y="115059"/>
                </a:lnTo>
                <a:lnTo>
                  <a:pt x="873812" y="115198"/>
                </a:lnTo>
                <a:lnTo>
                  <a:pt x="874092" y="115329"/>
                </a:lnTo>
                <a:lnTo>
                  <a:pt x="874369" y="115451"/>
                </a:lnTo>
                <a:lnTo>
                  <a:pt x="874643" y="115565"/>
                </a:lnTo>
                <a:lnTo>
                  <a:pt x="874914" y="115670"/>
                </a:lnTo>
                <a:lnTo>
                  <a:pt x="875281" y="115809"/>
                </a:lnTo>
                <a:lnTo>
                  <a:pt x="875654" y="115942"/>
                </a:lnTo>
                <a:lnTo>
                  <a:pt x="876032" y="116069"/>
                </a:lnTo>
                <a:lnTo>
                  <a:pt x="876416" y="116190"/>
                </a:lnTo>
                <a:lnTo>
                  <a:pt x="876805" y="116305"/>
                </a:lnTo>
                <a:lnTo>
                  <a:pt x="877201" y="116414"/>
                </a:lnTo>
                <a:lnTo>
                  <a:pt x="877601" y="116517"/>
                </a:lnTo>
                <a:lnTo>
                  <a:pt x="878008" y="116615"/>
                </a:lnTo>
                <a:lnTo>
                  <a:pt x="878420" y="116706"/>
                </a:lnTo>
                <a:lnTo>
                  <a:pt x="878838" y="116792"/>
                </a:lnTo>
                <a:lnTo>
                  <a:pt x="879261" y="116871"/>
                </a:lnTo>
                <a:lnTo>
                  <a:pt x="879690" y="116945"/>
                </a:lnTo>
                <a:lnTo>
                  <a:pt x="880124" y="117013"/>
                </a:lnTo>
                <a:lnTo>
                  <a:pt x="880564" y="117075"/>
                </a:lnTo>
                <a:lnTo>
                  <a:pt x="881010" y="117131"/>
                </a:lnTo>
                <a:lnTo>
                  <a:pt x="881461" y="117181"/>
                </a:lnTo>
                <a:lnTo>
                  <a:pt x="881918" y="117225"/>
                </a:lnTo>
                <a:lnTo>
                  <a:pt x="882381" y="117264"/>
                </a:lnTo>
                <a:lnTo>
                  <a:pt x="882849" y="117296"/>
                </a:lnTo>
                <a:lnTo>
                  <a:pt x="883323" y="117323"/>
                </a:lnTo>
                <a:lnTo>
                  <a:pt x="883803" y="117343"/>
                </a:lnTo>
                <a:lnTo>
                  <a:pt x="884288" y="117358"/>
                </a:lnTo>
                <a:lnTo>
                  <a:pt x="884779" y="117367"/>
                </a:lnTo>
                <a:lnTo>
                  <a:pt x="885275" y="117370"/>
                </a:lnTo>
                <a:lnTo>
                  <a:pt x="886413" y="117352"/>
                </a:lnTo>
                <a:lnTo>
                  <a:pt x="887536" y="117299"/>
                </a:lnTo>
                <a:lnTo>
                  <a:pt x="888642" y="117210"/>
                </a:lnTo>
                <a:lnTo>
                  <a:pt x="889731" y="117085"/>
                </a:lnTo>
                <a:lnTo>
                  <a:pt x="890805" y="116924"/>
                </a:lnTo>
                <a:lnTo>
                  <a:pt x="891862" y="116728"/>
                </a:lnTo>
                <a:lnTo>
                  <a:pt x="892903" y="116496"/>
                </a:lnTo>
                <a:lnTo>
                  <a:pt x="893927" y="116229"/>
                </a:lnTo>
                <a:lnTo>
                  <a:pt x="894935" y="115926"/>
                </a:lnTo>
                <a:lnTo>
                  <a:pt x="895927" y="115587"/>
                </a:lnTo>
                <a:lnTo>
                  <a:pt x="896903" y="115213"/>
                </a:lnTo>
                <a:lnTo>
                  <a:pt x="897862" y="114803"/>
                </a:lnTo>
                <a:lnTo>
                  <a:pt x="898805" y="114357"/>
                </a:lnTo>
                <a:lnTo>
                  <a:pt x="899731" y="113875"/>
                </a:lnTo>
                <a:lnTo>
                  <a:pt x="900642" y="113358"/>
                </a:lnTo>
                <a:lnTo>
                  <a:pt x="901536" y="112806"/>
                </a:lnTo>
                <a:lnTo>
                  <a:pt x="902414" y="112217"/>
                </a:lnTo>
                <a:lnTo>
                  <a:pt x="903275" y="111593"/>
                </a:lnTo>
                <a:lnTo>
                  <a:pt x="904120" y="110933"/>
                </a:lnTo>
                <a:lnTo>
                  <a:pt x="904949" y="110238"/>
                </a:lnTo>
                <a:lnTo>
                  <a:pt x="905762" y="109507"/>
                </a:lnTo>
                <a:lnTo>
                  <a:pt x="906558" y="108740"/>
                </a:lnTo>
                <a:lnTo>
                  <a:pt x="907338" y="107938"/>
                </a:lnTo>
                <a:lnTo>
                  <a:pt x="908101" y="107100"/>
                </a:lnTo>
                <a:lnTo>
                  <a:pt x="909000" y="106044"/>
                </a:lnTo>
                <a:lnTo>
                  <a:pt x="909860" y="104965"/>
                </a:lnTo>
                <a:lnTo>
                  <a:pt x="910681" y="103863"/>
                </a:lnTo>
                <a:lnTo>
                  <a:pt x="911465" y="102738"/>
                </a:lnTo>
                <a:lnTo>
                  <a:pt x="912210" y="101590"/>
                </a:lnTo>
                <a:lnTo>
                  <a:pt x="912918" y="100419"/>
                </a:lnTo>
                <a:lnTo>
                  <a:pt x="913586" y="99225"/>
                </a:lnTo>
                <a:lnTo>
                  <a:pt x="914217" y="98008"/>
                </a:lnTo>
                <a:lnTo>
                  <a:pt x="914810" y="96767"/>
                </a:lnTo>
                <a:lnTo>
                  <a:pt x="915364" y="95504"/>
                </a:lnTo>
                <a:lnTo>
                  <a:pt x="915880" y="94218"/>
                </a:lnTo>
                <a:lnTo>
                  <a:pt x="916358" y="92909"/>
                </a:lnTo>
                <a:lnTo>
                  <a:pt x="916797" y="91577"/>
                </a:lnTo>
                <a:lnTo>
                  <a:pt x="917199" y="90221"/>
                </a:lnTo>
                <a:lnTo>
                  <a:pt x="917562" y="88843"/>
                </a:lnTo>
                <a:lnTo>
                  <a:pt x="917887" y="87442"/>
                </a:lnTo>
                <a:lnTo>
                  <a:pt x="918173" y="86017"/>
                </a:lnTo>
                <a:lnTo>
                  <a:pt x="918422" y="84570"/>
                </a:lnTo>
                <a:lnTo>
                  <a:pt x="918632" y="83100"/>
                </a:lnTo>
                <a:lnTo>
                  <a:pt x="918804" y="81606"/>
                </a:lnTo>
                <a:lnTo>
                  <a:pt x="918938" y="80090"/>
                </a:lnTo>
                <a:lnTo>
                  <a:pt x="919033" y="78551"/>
                </a:lnTo>
                <a:lnTo>
                  <a:pt x="919091" y="76988"/>
                </a:lnTo>
                <a:lnTo>
                  <a:pt x="919110" y="75403"/>
                </a:lnTo>
                <a:lnTo>
                  <a:pt x="919094" y="73985"/>
                </a:lnTo>
                <a:lnTo>
                  <a:pt x="919046" y="72590"/>
                </a:lnTo>
                <a:lnTo>
                  <a:pt x="918967" y="71218"/>
                </a:lnTo>
                <a:lnTo>
                  <a:pt x="918856" y="69868"/>
                </a:lnTo>
                <a:lnTo>
                  <a:pt x="918713" y="68541"/>
                </a:lnTo>
                <a:lnTo>
                  <a:pt x="918538" y="67236"/>
                </a:lnTo>
                <a:lnTo>
                  <a:pt x="918332" y="65953"/>
                </a:lnTo>
                <a:lnTo>
                  <a:pt x="918094" y="64693"/>
                </a:lnTo>
                <a:lnTo>
                  <a:pt x="917824" y="63455"/>
                </a:lnTo>
                <a:lnTo>
                  <a:pt x="917522" y="62240"/>
                </a:lnTo>
                <a:lnTo>
                  <a:pt x="917188" y="61047"/>
                </a:lnTo>
                <a:lnTo>
                  <a:pt x="916823" y="59877"/>
                </a:lnTo>
                <a:lnTo>
                  <a:pt x="916426" y="58729"/>
                </a:lnTo>
                <a:lnTo>
                  <a:pt x="915997" y="57604"/>
                </a:lnTo>
                <a:lnTo>
                  <a:pt x="915537" y="56501"/>
                </a:lnTo>
                <a:lnTo>
                  <a:pt x="915045" y="55421"/>
                </a:lnTo>
                <a:lnTo>
                  <a:pt x="914521" y="54363"/>
                </a:lnTo>
                <a:lnTo>
                  <a:pt x="913965" y="53327"/>
                </a:lnTo>
                <a:lnTo>
                  <a:pt x="913377" y="52314"/>
                </a:lnTo>
                <a:lnTo>
                  <a:pt x="912758" y="51323"/>
                </a:lnTo>
                <a:lnTo>
                  <a:pt x="912107" y="50355"/>
                </a:lnTo>
                <a:lnTo>
                  <a:pt x="911424" y="49409"/>
                </a:lnTo>
                <a:lnTo>
                  <a:pt x="910709" y="48486"/>
                </a:lnTo>
                <a:lnTo>
                  <a:pt x="909963" y="47585"/>
                </a:lnTo>
                <a:lnTo>
                  <a:pt x="909336" y="46873"/>
                </a:lnTo>
                <a:lnTo>
                  <a:pt x="908696" y="46191"/>
                </a:lnTo>
                <a:lnTo>
                  <a:pt x="908043" y="45539"/>
                </a:lnTo>
                <a:lnTo>
                  <a:pt x="907377" y="44917"/>
                </a:lnTo>
                <a:lnTo>
                  <a:pt x="906699" y="44326"/>
                </a:lnTo>
                <a:lnTo>
                  <a:pt x="906007" y="43765"/>
                </a:lnTo>
                <a:lnTo>
                  <a:pt x="905302" y="43235"/>
                </a:lnTo>
                <a:lnTo>
                  <a:pt x="904585" y="42734"/>
                </a:lnTo>
                <a:lnTo>
                  <a:pt x="903854" y="42264"/>
                </a:lnTo>
                <a:lnTo>
                  <a:pt x="903111" y="41825"/>
                </a:lnTo>
                <a:lnTo>
                  <a:pt x="902355" y="41415"/>
                </a:lnTo>
                <a:lnTo>
                  <a:pt x="901585" y="41036"/>
                </a:lnTo>
                <a:lnTo>
                  <a:pt x="900803" y="40688"/>
                </a:lnTo>
                <a:lnTo>
                  <a:pt x="900008" y="40369"/>
                </a:lnTo>
                <a:lnTo>
                  <a:pt x="899200" y="40081"/>
                </a:lnTo>
                <a:lnTo>
                  <a:pt x="898379" y="39824"/>
                </a:lnTo>
                <a:lnTo>
                  <a:pt x="897545" y="39596"/>
                </a:lnTo>
                <a:lnTo>
                  <a:pt x="896698" y="39399"/>
                </a:lnTo>
                <a:lnTo>
                  <a:pt x="895838" y="39233"/>
                </a:lnTo>
                <a:lnTo>
                  <a:pt x="894966" y="39096"/>
                </a:lnTo>
                <a:lnTo>
                  <a:pt x="894080" y="38990"/>
                </a:lnTo>
                <a:lnTo>
                  <a:pt x="893182" y="38914"/>
                </a:lnTo>
                <a:lnTo>
                  <a:pt x="892270" y="38869"/>
                </a:lnTo>
                <a:lnTo>
                  <a:pt x="891346" y="38854"/>
                </a:lnTo>
                <a:lnTo>
                  <a:pt x="890814" y="38860"/>
                </a:lnTo>
                <a:lnTo>
                  <a:pt x="890284" y="38880"/>
                </a:lnTo>
                <a:lnTo>
                  <a:pt x="889757" y="38914"/>
                </a:lnTo>
                <a:lnTo>
                  <a:pt x="889231" y="38960"/>
                </a:lnTo>
                <a:lnTo>
                  <a:pt x="888708" y="39020"/>
                </a:lnTo>
                <a:lnTo>
                  <a:pt x="888186" y="39094"/>
                </a:lnTo>
                <a:lnTo>
                  <a:pt x="887667" y="39181"/>
                </a:lnTo>
                <a:lnTo>
                  <a:pt x="887150" y="39281"/>
                </a:lnTo>
                <a:lnTo>
                  <a:pt x="886635" y="39394"/>
                </a:lnTo>
                <a:lnTo>
                  <a:pt x="886122" y="39521"/>
                </a:lnTo>
                <a:lnTo>
                  <a:pt x="885612" y="39661"/>
                </a:lnTo>
                <a:lnTo>
                  <a:pt x="885103" y="39815"/>
                </a:lnTo>
                <a:lnTo>
                  <a:pt x="884596" y="39982"/>
                </a:lnTo>
                <a:lnTo>
                  <a:pt x="884092" y="40162"/>
                </a:lnTo>
                <a:lnTo>
                  <a:pt x="883590" y="40355"/>
                </a:lnTo>
                <a:lnTo>
                  <a:pt x="883089" y="40562"/>
                </a:lnTo>
                <a:lnTo>
                  <a:pt x="882591" y="40783"/>
                </a:lnTo>
                <a:lnTo>
                  <a:pt x="882095" y="41016"/>
                </a:lnTo>
                <a:lnTo>
                  <a:pt x="881601" y="41263"/>
                </a:lnTo>
                <a:lnTo>
                  <a:pt x="881110" y="41524"/>
                </a:lnTo>
                <a:lnTo>
                  <a:pt x="880620" y="41797"/>
                </a:lnTo>
                <a:lnTo>
                  <a:pt x="880132" y="42084"/>
                </a:lnTo>
                <a:lnTo>
                  <a:pt x="879647" y="42385"/>
                </a:lnTo>
                <a:lnTo>
                  <a:pt x="879164" y="42698"/>
                </a:lnTo>
                <a:lnTo>
                  <a:pt x="878681" y="43029"/>
                </a:lnTo>
                <a:lnTo>
                  <a:pt x="878199" y="43381"/>
                </a:lnTo>
                <a:lnTo>
                  <a:pt x="877717" y="43753"/>
                </a:lnTo>
                <a:lnTo>
                  <a:pt x="877235" y="44145"/>
                </a:lnTo>
                <a:lnTo>
                  <a:pt x="876754" y="44559"/>
                </a:lnTo>
                <a:lnTo>
                  <a:pt x="876272" y="44993"/>
                </a:lnTo>
                <a:lnTo>
                  <a:pt x="875791" y="45447"/>
                </a:lnTo>
                <a:lnTo>
                  <a:pt x="875310" y="45923"/>
                </a:lnTo>
                <a:lnTo>
                  <a:pt x="874829" y="46419"/>
                </a:lnTo>
                <a:lnTo>
                  <a:pt x="874348" y="46935"/>
                </a:lnTo>
                <a:lnTo>
                  <a:pt x="873867" y="47473"/>
                </a:lnTo>
                <a:lnTo>
                  <a:pt x="873386" y="48031"/>
                </a:lnTo>
                <a:lnTo>
                  <a:pt x="872906" y="48609"/>
                </a:lnTo>
                <a:lnTo>
                  <a:pt x="872425" y="49209"/>
                </a:lnTo>
                <a:lnTo>
                  <a:pt x="871945" y="49828"/>
                </a:lnTo>
                <a:lnTo>
                  <a:pt x="871465" y="50469"/>
                </a:lnTo>
                <a:lnTo>
                  <a:pt x="870985" y="51130"/>
                </a:lnTo>
                <a:lnTo>
                  <a:pt x="870505" y="51812"/>
                </a:lnTo>
                <a:lnTo>
                  <a:pt x="870025" y="52515"/>
                </a:lnTo>
                <a:lnTo>
                  <a:pt x="869546" y="53238"/>
                </a:lnTo>
                <a:lnTo>
                  <a:pt x="869066" y="53982"/>
                </a:lnTo>
                <a:lnTo>
                  <a:pt x="868587" y="54747"/>
                </a:lnTo>
                <a:lnTo>
                  <a:pt x="868108" y="55532"/>
                </a:lnTo>
                <a:lnTo>
                  <a:pt x="867629" y="56338"/>
                </a:lnTo>
                <a:lnTo>
                  <a:pt x="867629" y="39015"/>
                </a:lnTo>
                <a:lnTo>
                  <a:pt x="864553" y="39015"/>
                </a:lnTo>
                <a:lnTo>
                  <a:pt x="842941" y="47760"/>
                </a:lnTo>
                <a:lnTo>
                  <a:pt x="842937" y="47543"/>
                </a:lnTo>
                <a:lnTo>
                  <a:pt x="842922" y="47251"/>
                </a:lnTo>
                <a:close/>
                <a:moveTo>
                  <a:pt x="870263" y="58481"/>
                </a:moveTo>
                <a:lnTo>
                  <a:pt x="870750" y="57986"/>
                </a:lnTo>
                <a:lnTo>
                  <a:pt x="871224" y="57511"/>
                </a:lnTo>
                <a:lnTo>
                  <a:pt x="871685" y="57057"/>
                </a:lnTo>
                <a:lnTo>
                  <a:pt x="872133" y="56622"/>
                </a:lnTo>
                <a:lnTo>
                  <a:pt x="872567" y="56208"/>
                </a:lnTo>
                <a:lnTo>
                  <a:pt x="872988" y="55814"/>
                </a:lnTo>
                <a:lnTo>
                  <a:pt x="873396" y="55440"/>
                </a:lnTo>
                <a:lnTo>
                  <a:pt x="873791" y="55087"/>
                </a:lnTo>
                <a:lnTo>
                  <a:pt x="874173" y="54753"/>
                </a:lnTo>
                <a:lnTo>
                  <a:pt x="874541" y="54440"/>
                </a:lnTo>
                <a:lnTo>
                  <a:pt x="874896" y="54147"/>
                </a:lnTo>
                <a:lnTo>
                  <a:pt x="875238" y="53874"/>
                </a:lnTo>
                <a:lnTo>
                  <a:pt x="875567" y="53622"/>
                </a:lnTo>
                <a:lnTo>
                  <a:pt x="875882" y="53389"/>
                </a:lnTo>
                <a:lnTo>
                  <a:pt x="876184" y="53177"/>
                </a:lnTo>
                <a:lnTo>
                  <a:pt x="876473" y="52985"/>
                </a:lnTo>
                <a:lnTo>
                  <a:pt x="876749" y="52813"/>
                </a:lnTo>
                <a:lnTo>
                  <a:pt x="877012" y="52662"/>
                </a:lnTo>
                <a:lnTo>
                  <a:pt x="877261" y="52531"/>
                </a:lnTo>
                <a:lnTo>
                  <a:pt x="877579" y="52372"/>
                </a:lnTo>
                <a:lnTo>
                  <a:pt x="877896" y="52221"/>
                </a:lnTo>
                <a:lnTo>
                  <a:pt x="878214" y="52076"/>
                </a:lnTo>
                <a:lnTo>
                  <a:pt x="878532" y="51938"/>
                </a:lnTo>
                <a:lnTo>
                  <a:pt x="878850" y="51806"/>
                </a:lnTo>
                <a:lnTo>
                  <a:pt x="879169" y="51682"/>
                </a:lnTo>
                <a:lnTo>
                  <a:pt x="879487" y="51564"/>
                </a:lnTo>
                <a:lnTo>
                  <a:pt x="879807" y="51453"/>
                </a:lnTo>
                <a:lnTo>
                  <a:pt x="880126" y="51348"/>
                </a:lnTo>
                <a:lnTo>
                  <a:pt x="880446" y="51251"/>
                </a:lnTo>
                <a:lnTo>
                  <a:pt x="880766" y="51160"/>
                </a:lnTo>
                <a:lnTo>
                  <a:pt x="881086" y="51076"/>
                </a:lnTo>
                <a:lnTo>
                  <a:pt x="881407" y="50998"/>
                </a:lnTo>
                <a:lnTo>
                  <a:pt x="881727" y="50927"/>
                </a:lnTo>
                <a:lnTo>
                  <a:pt x="882048" y="50863"/>
                </a:lnTo>
                <a:lnTo>
                  <a:pt x="882370" y="50806"/>
                </a:lnTo>
                <a:lnTo>
                  <a:pt x="882692" y="50756"/>
                </a:lnTo>
                <a:lnTo>
                  <a:pt x="883013" y="50712"/>
                </a:lnTo>
                <a:lnTo>
                  <a:pt x="883336" y="50675"/>
                </a:lnTo>
                <a:lnTo>
                  <a:pt x="883658" y="50644"/>
                </a:lnTo>
                <a:lnTo>
                  <a:pt x="883981" y="50621"/>
                </a:lnTo>
                <a:lnTo>
                  <a:pt x="884304" y="50604"/>
                </a:lnTo>
                <a:lnTo>
                  <a:pt x="884627" y="50594"/>
                </a:lnTo>
                <a:lnTo>
                  <a:pt x="884951" y="50591"/>
                </a:lnTo>
                <a:lnTo>
                  <a:pt x="885541" y="50601"/>
                </a:lnTo>
                <a:lnTo>
                  <a:pt x="886125" y="50634"/>
                </a:lnTo>
                <a:lnTo>
                  <a:pt x="886702" y="50689"/>
                </a:lnTo>
                <a:lnTo>
                  <a:pt x="887272" y="50766"/>
                </a:lnTo>
                <a:lnTo>
                  <a:pt x="887835" y="50864"/>
                </a:lnTo>
                <a:lnTo>
                  <a:pt x="888391" y="50985"/>
                </a:lnTo>
                <a:lnTo>
                  <a:pt x="888941" y="51127"/>
                </a:lnTo>
                <a:lnTo>
                  <a:pt x="889484" y="51291"/>
                </a:lnTo>
                <a:lnTo>
                  <a:pt x="890020" y="51477"/>
                </a:lnTo>
                <a:lnTo>
                  <a:pt x="890550" y="51685"/>
                </a:lnTo>
                <a:lnTo>
                  <a:pt x="891073" y="51915"/>
                </a:lnTo>
                <a:lnTo>
                  <a:pt x="891589" y="52167"/>
                </a:lnTo>
                <a:lnTo>
                  <a:pt x="892098" y="52441"/>
                </a:lnTo>
                <a:lnTo>
                  <a:pt x="892600" y="52736"/>
                </a:lnTo>
                <a:lnTo>
                  <a:pt x="893096" y="53054"/>
                </a:lnTo>
                <a:lnTo>
                  <a:pt x="893585" y="53393"/>
                </a:lnTo>
                <a:lnTo>
                  <a:pt x="894068" y="53755"/>
                </a:lnTo>
                <a:lnTo>
                  <a:pt x="894543" y="54138"/>
                </a:lnTo>
                <a:lnTo>
                  <a:pt x="895012" y="54543"/>
                </a:lnTo>
                <a:lnTo>
                  <a:pt x="895474" y="54970"/>
                </a:lnTo>
                <a:lnTo>
                  <a:pt x="895929" y="55419"/>
                </a:lnTo>
                <a:lnTo>
                  <a:pt x="896378" y="55889"/>
                </a:lnTo>
                <a:lnTo>
                  <a:pt x="896820" y="56382"/>
                </a:lnTo>
                <a:lnTo>
                  <a:pt x="897255" y="56897"/>
                </a:lnTo>
                <a:lnTo>
                  <a:pt x="897862" y="57671"/>
                </a:lnTo>
                <a:lnTo>
                  <a:pt x="898444" y="58473"/>
                </a:lnTo>
                <a:lnTo>
                  <a:pt x="899000" y="59303"/>
                </a:lnTo>
                <a:lnTo>
                  <a:pt x="899530" y="60159"/>
                </a:lnTo>
                <a:lnTo>
                  <a:pt x="900034" y="61043"/>
                </a:lnTo>
                <a:lnTo>
                  <a:pt x="900513" y="61954"/>
                </a:lnTo>
                <a:lnTo>
                  <a:pt x="900965" y="62892"/>
                </a:lnTo>
                <a:lnTo>
                  <a:pt x="901392" y="63857"/>
                </a:lnTo>
                <a:lnTo>
                  <a:pt x="901793" y="64850"/>
                </a:lnTo>
                <a:lnTo>
                  <a:pt x="902168" y="65870"/>
                </a:lnTo>
                <a:lnTo>
                  <a:pt x="902517" y="66917"/>
                </a:lnTo>
                <a:lnTo>
                  <a:pt x="902840" y="67991"/>
                </a:lnTo>
                <a:lnTo>
                  <a:pt x="903137" y="69093"/>
                </a:lnTo>
                <a:lnTo>
                  <a:pt x="903409" y="70221"/>
                </a:lnTo>
                <a:lnTo>
                  <a:pt x="903654" y="71377"/>
                </a:lnTo>
                <a:lnTo>
                  <a:pt x="903874" y="72561"/>
                </a:lnTo>
                <a:lnTo>
                  <a:pt x="904068" y="73771"/>
                </a:lnTo>
                <a:lnTo>
                  <a:pt x="904236" y="75009"/>
                </a:lnTo>
                <a:lnTo>
                  <a:pt x="904378" y="76274"/>
                </a:lnTo>
                <a:lnTo>
                  <a:pt x="904495" y="77566"/>
                </a:lnTo>
                <a:lnTo>
                  <a:pt x="904585" y="78885"/>
                </a:lnTo>
                <a:lnTo>
                  <a:pt x="904650" y="80232"/>
                </a:lnTo>
                <a:lnTo>
                  <a:pt x="904689" y="81605"/>
                </a:lnTo>
                <a:lnTo>
                  <a:pt x="904702" y="83006"/>
                </a:lnTo>
                <a:lnTo>
                  <a:pt x="904690" y="84241"/>
                </a:lnTo>
                <a:lnTo>
                  <a:pt x="904656" y="85453"/>
                </a:lnTo>
                <a:lnTo>
                  <a:pt x="904599" y="86641"/>
                </a:lnTo>
                <a:lnTo>
                  <a:pt x="904520" y="87806"/>
                </a:lnTo>
                <a:lnTo>
                  <a:pt x="904417" y="88947"/>
                </a:lnTo>
                <a:lnTo>
                  <a:pt x="904292" y="90065"/>
                </a:lnTo>
                <a:lnTo>
                  <a:pt x="904144" y="91160"/>
                </a:lnTo>
                <a:lnTo>
                  <a:pt x="903973" y="92232"/>
                </a:lnTo>
                <a:lnTo>
                  <a:pt x="903780" y="93280"/>
                </a:lnTo>
                <a:lnTo>
                  <a:pt x="903563" y="94305"/>
                </a:lnTo>
                <a:lnTo>
                  <a:pt x="903324" y="95307"/>
                </a:lnTo>
                <a:lnTo>
                  <a:pt x="903063" y="96285"/>
                </a:lnTo>
                <a:lnTo>
                  <a:pt x="902778" y="97240"/>
                </a:lnTo>
                <a:lnTo>
                  <a:pt x="902471" y="98172"/>
                </a:lnTo>
                <a:lnTo>
                  <a:pt x="902141" y="99080"/>
                </a:lnTo>
                <a:lnTo>
                  <a:pt x="901788" y="99965"/>
                </a:lnTo>
                <a:lnTo>
                  <a:pt x="901412" y="100827"/>
                </a:lnTo>
                <a:lnTo>
                  <a:pt x="901014" y="101666"/>
                </a:lnTo>
                <a:lnTo>
                  <a:pt x="900592" y="102481"/>
                </a:lnTo>
                <a:lnTo>
                  <a:pt x="900149" y="103273"/>
                </a:lnTo>
                <a:lnTo>
                  <a:pt x="899682" y="104041"/>
                </a:lnTo>
                <a:lnTo>
                  <a:pt x="899192" y="104787"/>
                </a:lnTo>
                <a:lnTo>
                  <a:pt x="898680" y="105509"/>
                </a:lnTo>
                <a:lnTo>
                  <a:pt x="898145" y="106207"/>
                </a:lnTo>
                <a:lnTo>
                  <a:pt x="897722" y="106722"/>
                </a:lnTo>
                <a:lnTo>
                  <a:pt x="897287" y="107214"/>
                </a:lnTo>
                <a:lnTo>
                  <a:pt x="896842" y="107685"/>
                </a:lnTo>
                <a:lnTo>
                  <a:pt x="896387" y="108134"/>
                </a:lnTo>
                <a:lnTo>
                  <a:pt x="895921" y="108561"/>
                </a:lnTo>
                <a:lnTo>
                  <a:pt x="895444" y="108966"/>
                </a:lnTo>
                <a:lnTo>
                  <a:pt x="894956" y="109349"/>
                </a:lnTo>
                <a:lnTo>
                  <a:pt x="894458" y="109711"/>
                </a:lnTo>
                <a:lnTo>
                  <a:pt x="893949" y="110050"/>
                </a:lnTo>
                <a:lnTo>
                  <a:pt x="893429" y="110367"/>
                </a:lnTo>
                <a:lnTo>
                  <a:pt x="892899" y="110663"/>
                </a:lnTo>
                <a:lnTo>
                  <a:pt x="892358" y="110937"/>
                </a:lnTo>
                <a:lnTo>
                  <a:pt x="891806" y="111189"/>
                </a:lnTo>
                <a:lnTo>
                  <a:pt x="891243" y="111419"/>
                </a:lnTo>
                <a:lnTo>
                  <a:pt x="890670" y="111627"/>
                </a:lnTo>
                <a:lnTo>
                  <a:pt x="890087" y="111813"/>
                </a:lnTo>
                <a:lnTo>
                  <a:pt x="889492" y="111977"/>
                </a:lnTo>
                <a:lnTo>
                  <a:pt x="888887" y="112119"/>
                </a:lnTo>
                <a:lnTo>
                  <a:pt x="888271" y="112240"/>
                </a:lnTo>
                <a:lnTo>
                  <a:pt x="887645" y="112338"/>
                </a:lnTo>
                <a:lnTo>
                  <a:pt x="887008" y="112415"/>
                </a:lnTo>
                <a:lnTo>
                  <a:pt x="886360" y="112470"/>
                </a:lnTo>
                <a:lnTo>
                  <a:pt x="885701" y="112502"/>
                </a:lnTo>
                <a:lnTo>
                  <a:pt x="885032" y="112513"/>
                </a:lnTo>
                <a:lnTo>
                  <a:pt x="884476" y="112507"/>
                </a:lnTo>
                <a:lnTo>
                  <a:pt x="883928" y="112489"/>
                </a:lnTo>
                <a:lnTo>
                  <a:pt x="883388" y="112458"/>
                </a:lnTo>
                <a:lnTo>
                  <a:pt x="882857" y="112415"/>
                </a:lnTo>
                <a:lnTo>
                  <a:pt x="882333" y="112359"/>
                </a:lnTo>
                <a:lnTo>
                  <a:pt x="881817" y="112291"/>
                </a:lnTo>
                <a:lnTo>
                  <a:pt x="881309" y="112211"/>
                </a:lnTo>
                <a:lnTo>
                  <a:pt x="880809" y="112118"/>
                </a:lnTo>
                <a:lnTo>
                  <a:pt x="880318" y="112013"/>
                </a:lnTo>
                <a:lnTo>
                  <a:pt x="879834" y="111896"/>
                </a:lnTo>
                <a:lnTo>
                  <a:pt x="879358" y="111766"/>
                </a:lnTo>
                <a:lnTo>
                  <a:pt x="878890" y="111624"/>
                </a:lnTo>
                <a:lnTo>
                  <a:pt x="878431" y="111470"/>
                </a:lnTo>
                <a:lnTo>
                  <a:pt x="877979" y="111303"/>
                </a:lnTo>
                <a:lnTo>
                  <a:pt x="877535" y="111124"/>
                </a:lnTo>
                <a:lnTo>
                  <a:pt x="877099" y="110933"/>
                </a:lnTo>
                <a:lnTo>
                  <a:pt x="876672" y="110729"/>
                </a:lnTo>
                <a:lnTo>
                  <a:pt x="876252" y="110513"/>
                </a:lnTo>
                <a:lnTo>
                  <a:pt x="875840" y="110284"/>
                </a:lnTo>
                <a:lnTo>
                  <a:pt x="875437" y="110044"/>
                </a:lnTo>
                <a:lnTo>
                  <a:pt x="875041" y="109790"/>
                </a:lnTo>
                <a:lnTo>
                  <a:pt x="874653" y="109525"/>
                </a:lnTo>
                <a:lnTo>
                  <a:pt x="874274" y="109247"/>
                </a:lnTo>
                <a:lnTo>
                  <a:pt x="873902" y="108957"/>
                </a:lnTo>
                <a:lnTo>
                  <a:pt x="873540" y="108658"/>
                </a:lnTo>
                <a:lnTo>
                  <a:pt x="873190" y="108356"/>
                </a:lnTo>
                <a:lnTo>
                  <a:pt x="872850" y="108050"/>
                </a:lnTo>
                <a:lnTo>
                  <a:pt x="872523" y="107740"/>
                </a:lnTo>
                <a:lnTo>
                  <a:pt x="872206" y="107426"/>
                </a:lnTo>
                <a:lnTo>
                  <a:pt x="871901" y="107108"/>
                </a:lnTo>
                <a:lnTo>
                  <a:pt x="871608" y="106786"/>
                </a:lnTo>
                <a:lnTo>
                  <a:pt x="871325" y="106460"/>
                </a:lnTo>
                <a:lnTo>
                  <a:pt x="871055" y="106130"/>
                </a:lnTo>
                <a:lnTo>
                  <a:pt x="870795" y="105796"/>
                </a:lnTo>
                <a:lnTo>
                  <a:pt x="870547" y="105459"/>
                </a:lnTo>
                <a:lnTo>
                  <a:pt x="870310" y="105117"/>
                </a:lnTo>
                <a:lnTo>
                  <a:pt x="870085" y="104771"/>
                </a:lnTo>
                <a:lnTo>
                  <a:pt x="869871" y="104422"/>
                </a:lnTo>
                <a:lnTo>
                  <a:pt x="869668" y="104068"/>
                </a:lnTo>
                <a:lnTo>
                  <a:pt x="869477" y="103711"/>
                </a:lnTo>
                <a:lnTo>
                  <a:pt x="869297" y="103350"/>
                </a:lnTo>
                <a:lnTo>
                  <a:pt x="869129" y="102985"/>
                </a:lnTo>
                <a:lnTo>
                  <a:pt x="868972" y="102615"/>
                </a:lnTo>
                <a:lnTo>
                  <a:pt x="868826" y="102242"/>
                </a:lnTo>
                <a:lnTo>
                  <a:pt x="868692" y="101865"/>
                </a:lnTo>
                <a:lnTo>
                  <a:pt x="868569" y="101484"/>
                </a:lnTo>
                <a:lnTo>
                  <a:pt x="868458" y="101099"/>
                </a:lnTo>
                <a:lnTo>
                  <a:pt x="868357" y="100711"/>
                </a:lnTo>
                <a:lnTo>
                  <a:pt x="868298" y="100464"/>
                </a:lnTo>
                <a:lnTo>
                  <a:pt x="868241" y="100197"/>
                </a:lnTo>
                <a:lnTo>
                  <a:pt x="868187" y="99907"/>
                </a:lnTo>
                <a:lnTo>
                  <a:pt x="868135" y="99597"/>
                </a:lnTo>
                <a:lnTo>
                  <a:pt x="868085" y="99265"/>
                </a:lnTo>
                <a:lnTo>
                  <a:pt x="868039" y="98912"/>
                </a:lnTo>
                <a:lnTo>
                  <a:pt x="867994" y="98538"/>
                </a:lnTo>
                <a:lnTo>
                  <a:pt x="867953" y="98142"/>
                </a:lnTo>
                <a:lnTo>
                  <a:pt x="867913" y="97725"/>
                </a:lnTo>
                <a:lnTo>
                  <a:pt x="867877" y="97287"/>
                </a:lnTo>
                <a:lnTo>
                  <a:pt x="867843" y="96827"/>
                </a:lnTo>
                <a:lnTo>
                  <a:pt x="867811" y="96346"/>
                </a:lnTo>
                <a:lnTo>
                  <a:pt x="867782" y="95843"/>
                </a:lnTo>
                <a:lnTo>
                  <a:pt x="867755" y="95320"/>
                </a:lnTo>
                <a:lnTo>
                  <a:pt x="867731" y="94774"/>
                </a:lnTo>
                <a:lnTo>
                  <a:pt x="867710" y="94208"/>
                </a:lnTo>
                <a:lnTo>
                  <a:pt x="867691" y="93620"/>
                </a:lnTo>
                <a:lnTo>
                  <a:pt x="867674" y="93011"/>
                </a:lnTo>
                <a:lnTo>
                  <a:pt x="867661" y="92380"/>
                </a:lnTo>
                <a:lnTo>
                  <a:pt x="867649" y="91729"/>
                </a:lnTo>
                <a:lnTo>
                  <a:pt x="867640" y="91055"/>
                </a:lnTo>
                <a:lnTo>
                  <a:pt x="867634" y="90361"/>
                </a:lnTo>
                <a:lnTo>
                  <a:pt x="867630" y="89645"/>
                </a:lnTo>
                <a:lnTo>
                  <a:pt x="867629" y="88908"/>
                </a:lnTo>
                <a:lnTo>
                  <a:pt x="867629" y="61260"/>
                </a:lnTo>
                <a:lnTo>
                  <a:pt x="868182" y="60664"/>
                </a:lnTo>
                <a:lnTo>
                  <a:pt x="868722" y="60088"/>
                </a:lnTo>
                <a:lnTo>
                  <a:pt x="869249" y="59532"/>
                </a:lnTo>
                <a:lnTo>
                  <a:pt x="869763" y="58997"/>
                </a:lnTo>
                <a:lnTo>
                  <a:pt x="870263" y="58481"/>
                </a:lnTo>
                <a:close/>
                <a:moveTo>
                  <a:pt x="538010" y="112055"/>
                </a:moveTo>
                <a:lnTo>
                  <a:pt x="537693" y="112024"/>
                </a:lnTo>
                <a:lnTo>
                  <a:pt x="537377" y="111987"/>
                </a:lnTo>
                <a:lnTo>
                  <a:pt x="537062" y="111943"/>
                </a:lnTo>
                <a:lnTo>
                  <a:pt x="536749" y="111893"/>
                </a:lnTo>
                <a:lnTo>
                  <a:pt x="536437" y="111835"/>
                </a:lnTo>
                <a:lnTo>
                  <a:pt x="536126" y="111771"/>
                </a:lnTo>
                <a:lnTo>
                  <a:pt x="535817" y="111700"/>
                </a:lnTo>
                <a:lnTo>
                  <a:pt x="535510" y="111623"/>
                </a:lnTo>
                <a:lnTo>
                  <a:pt x="535204" y="111539"/>
                </a:lnTo>
                <a:lnTo>
                  <a:pt x="534899" y="111448"/>
                </a:lnTo>
                <a:lnTo>
                  <a:pt x="534595" y="111350"/>
                </a:lnTo>
                <a:lnTo>
                  <a:pt x="534293" y="111245"/>
                </a:lnTo>
                <a:lnTo>
                  <a:pt x="533993" y="111134"/>
                </a:lnTo>
                <a:lnTo>
                  <a:pt x="533694" y="111016"/>
                </a:lnTo>
                <a:lnTo>
                  <a:pt x="533396" y="110891"/>
                </a:lnTo>
                <a:lnTo>
                  <a:pt x="533099" y="110760"/>
                </a:lnTo>
                <a:lnTo>
                  <a:pt x="532804" y="110621"/>
                </a:lnTo>
                <a:lnTo>
                  <a:pt x="532511" y="110476"/>
                </a:lnTo>
                <a:lnTo>
                  <a:pt x="532219" y="110324"/>
                </a:lnTo>
                <a:lnTo>
                  <a:pt x="531928" y="110166"/>
                </a:lnTo>
                <a:lnTo>
                  <a:pt x="531715" y="110044"/>
                </a:lnTo>
                <a:lnTo>
                  <a:pt x="531509" y="109919"/>
                </a:lnTo>
                <a:lnTo>
                  <a:pt x="531308" y="109793"/>
                </a:lnTo>
                <a:lnTo>
                  <a:pt x="531114" y="109665"/>
                </a:lnTo>
                <a:lnTo>
                  <a:pt x="530926" y="109534"/>
                </a:lnTo>
                <a:lnTo>
                  <a:pt x="530744" y="109402"/>
                </a:lnTo>
                <a:lnTo>
                  <a:pt x="530569" y="109268"/>
                </a:lnTo>
                <a:lnTo>
                  <a:pt x="530399" y="109132"/>
                </a:lnTo>
                <a:lnTo>
                  <a:pt x="530236" y="108993"/>
                </a:lnTo>
                <a:lnTo>
                  <a:pt x="530079" y="108853"/>
                </a:lnTo>
                <a:lnTo>
                  <a:pt x="529928" y="108711"/>
                </a:lnTo>
                <a:lnTo>
                  <a:pt x="529783" y="108567"/>
                </a:lnTo>
                <a:lnTo>
                  <a:pt x="529644" y="108421"/>
                </a:lnTo>
                <a:lnTo>
                  <a:pt x="529512" y="108273"/>
                </a:lnTo>
                <a:lnTo>
                  <a:pt x="529386" y="108123"/>
                </a:lnTo>
                <a:lnTo>
                  <a:pt x="529266" y="107971"/>
                </a:lnTo>
                <a:lnTo>
                  <a:pt x="529152" y="107818"/>
                </a:lnTo>
                <a:lnTo>
                  <a:pt x="529044" y="107662"/>
                </a:lnTo>
                <a:lnTo>
                  <a:pt x="528943" y="107504"/>
                </a:lnTo>
                <a:lnTo>
                  <a:pt x="528848" y="107344"/>
                </a:lnTo>
                <a:lnTo>
                  <a:pt x="528759" y="107182"/>
                </a:lnTo>
                <a:lnTo>
                  <a:pt x="528676" y="107019"/>
                </a:lnTo>
                <a:lnTo>
                  <a:pt x="528599" y="106853"/>
                </a:lnTo>
                <a:lnTo>
                  <a:pt x="528528" y="106685"/>
                </a:lnTo>
                <a:lnTo>
                  <a:pt x="528442" y="106453"/>
                </a:lnTo>
                <a:lnTo>
                  <a:pt x="528360" y="106201"/>
                </a:lnTo>
                <a:lnTo>
                  <a:pt x="528282" y="105929"/>
                </a:lnTo>
                <a:lnTo>
                  <a:pt x="528207" y="105637"/>
                </a:lnTo>
                <a:lnTo>
                  <a:pt x="528136" y="105326"/>
                </a:lnTo>
                <a:lnTo>
                  <a:pt x="528068" y="104996"/>
                </a:lnTo>
                <a:lnTo>
                  <a:pt x="528004" y="104645"/>
                </a:lnTo>
                <a:lnTo>
                  <a:pt x="527944" y="104275"/>
                </a:lnTo>
                <a:lnTo>
                  <a:pt x="527887" y="103885"/>
                </a:lnTo>
                <a:lnTo>
                  <a:pt x="527834" y="103476"/>
                </a:lnTo>
                <a:lnTo>
                  <a:pt x="527785" y="103046"/>
                </a:lnTo>
                <a:lnTo>
                  <a:pt x="527739" y="102598"/>
                </a:lnTo>
                <a:lnTo>
                  <a:pt x="527697" y="102129"/>
                </a:lnTo>
                <a:lnTo>
                  <a:pt x="527659" y="101641"/>
                </a:lnTo>
                <a:lnTo>
                  <a:pt x="527624" y="101133"/>
                </a:lnTo>
                <a:lnTo>
                  <a:pt x="527593" y="100605"/>
                </a:lnTo>
                <a:lnTo>
                  <a:pt x="527566" y="100058"/>
                </a:lnTo>
                <a:lnTo>
                  <a:pt x="527542" y="99491"/>
                </a:lnTo>
                <a:lnTo>
                  <a:pt x="527522" y="98905"/>
                </a:lnTo>
                <a:lnTo>
                  <a:pt x="527505" y="98299"/>
                </a:lnTo>
                <a:lnTo>
                  <a:pt x="527492" y="97673"/>
                </a:lnTo>
                <a:lnTo>
                  <a:pt x="527483" y="97027"/>
                </a:lnTo>
                <a:lnTo>
                  <a:pt x="527478" y="96362"/>
                </a:lnTo>
                <a:lnTo>
                  <a:pt x="527476" y="95677"/>
                </a:lnTo>
                <a:lnTo>
                  <a:pt x="527476" y="24769"/>
                </a:lnTo>
                <a:lnTo>
                  <a:pt x="527480" y="23959"/>
                </a:lnTo>
                <a:lnTo>
                  <a:pt x="527490" y="23174"/>
                </a:lnTo>
                <a:lnTo>
                  <a:pt x="527508" y="22414"/>
                </a:lnTo>
                <a:lnTo>
                  <a:pt x="527532" y="21680"/>
                </a:lnTo>
                <a:lnTo>
                  <a:pt x="527564" y="20971"/>
                </a:lnTo>
                <a:lnTo>
                  <a:pt x="527603" y="20287"/>
                </a:lnTo>
                <a:lnTo>
                  <a:pt x="527648" y="19628"/>
                </a:lnTo>
                <a:lnTo>
                  <a:pt x="527701" y="18995"/>
                </a:lnTo>
                <a:lnTo>
                  <a:pt x="527761" y="18387"/>
                </a:lnTo>
                <a:lnTo>
                  <a:pt x="527827" y="17804"/>
                </a:lnTo>
                <a:lnTo>
                  <a:pt x="527901" y="17247"/>
                </a:lnTo>
                <a:lnTo>
                  <a:pt x="527982" y="16715"/>
                </a:lnTo>
                <a:lnTo>
                  <a:pt x="528070" y="16208"/>
                </a:lnTo>
                <a:lnTo>
                  <a:pt x="528165" y="15727"/>
                </a:lnTo>
                <a:lnTo>
                  <a:pt x="528267" y="15271"/>
                </a:lnTo>
                <a:lnTo>
                  <a:pt x="528375" y="14840"/>
                </a:lnTo>
                <a:lnTo>
                  <a:pt x="528491" y="14434"/>
                </a:lnTo>
                <a:lnTo>
                  <a:pt x="528614" y="14054"/>
                </a:lnTo>
                <a:lnTo>
                  <a:pt x="528744" y="13699"/>
                </a:lnTo>
                <a:lnTo>
                  <a:pt x="528881" y="13369"/>
                </a:lnTo>
                <a:lnTo>
                  <a:pt x="529025" y="13065"/>
                </a:lnTo>
                <a:lnTo>
                  <a:pt x="529176" y="12786"/>
                </a:lnTo>
                <a:lnTo>
                  <a:pt x="529335" y="12532"/>
                </a:lnTo>
                <a:lnTo>
                  <a:pt x="529500" y="12304"/>
                </a:lnTo>
                <a:lnTo>
                  <a:pt x="529762" y="11980"/>
                </a:lnTo>
                <a:lnTo>
                  <a:pt x="530038" y="11670"/>
                </a:lnTo>
                <a:lnTo>
                  <a:pt x="530326" y="11374"/>
                </a:lnTo>
                <a:lnTo>
                  <a:pt x="530626" y="11092"/>
                </a:lnTo>
                <a:lnTo>
                  <a:pt x="530939" y="10823"/>
                </a:lnTo>
                <a:lnTo>
                  <a:pt x="531265" y="10568"/>
                </a:lnTo>
                <a:lnTo>
                  <a:pt x="531604" y="10327"/>
                </a:lnTo>
                <a:lnTo>
                  <a:pt x="531955" y="10100"/>
                </a:lnTo>
                <a:lnTo>
                  <a:pt x="532319" y="9887"/>
                </a:lnTo>
                <a:lnTo>
                  <a:pt x="532695" y="9687"/>
                </a:lnTo>
                <a:lnTo>
                  <a:pt x="533084" y="9501"/>
                </a:lnTo>
                <a:lnTo>
                  <a:pt x="533486" y="9329"/>
                </a:lnTo>
                <a:lnTo>
                  <a:pt x="533901" y="9171"/>
                </a:lnTo>
                <a:lnTo>
                  <a:pt x="534328" y="9026"/>
                </a:lnTo>
                <a:lnTo>
                  <a:pt x="534767" y="8895"/>
                </a:lnTo>
                <a:lnTo>
                  <a:pt x="535220" y="8778"/>
                </a:lnTo>
                <a:lnTo>
                  <a:pt x="535685" y="8675"/>
                </a:lnTo>
                <a:lnTo>
                  <a:pt x="536162" y="8585"/>
                </a:lnTo>
                <a:lnTo>
                  <a:pt x="536653" y="8509"/>
                </a:lnTo>
                <a:lnTo>
                  <a:pt x="537156" y="8447"/>
                </a:lnTo>
                <a:lnTo>
                  <a:pt x="537671" y="8399"/>
                </a:lnTo>
                <a:lnTo>
                  <a:pt x="538200" y="8365"/>
                </a:lnTo>
                <a:lnTo>
                  <a:pt x="538740" y="8344"/>
                </a:lnTo>
                <a:lnTo>
                  <a:pt x="539294" y="8337"/>
                </a:lnTo>
                <a:lnTo>
                  <a:pt x="543260" y="8337"/>
                </a:lnTo>
                <a:lnTo>
                  <a:pt x="543260" y="5342"/>
                </a:lnTo>
                <a:lnTo>
                  <a:pt x="496231" y="5342"/>
                </a:lnTo>
                <a:lnTo>
                  <a:pt x="496231" y="8337"/>
                </a:lnTo>
                <a:lnTo>
                  <a:pt x="500117" y="8337"/>
                </a:lnTo>
                <a:lnTo>
                  <a:pt x="500440" y="8341"/>
                </a:lnTo>
                <a:lnTo>
                  <a:pt x="500762" y="8351"/>
                </a:lnTo>
                <a:lnTo>
                  <a:pt x="501083" y="8368"/>
                </a:lnTo>
                <a:lnTo>
                  <a:pt x="501403" y="8391"/>
                </a:lnTo>
                <a:lnTo>
                  <a:pt x="501722" y="8422"/>
                </a:lnTo>
                <a:lnTo>
                  <a:pt x="502039" y="8459"/>
                </a:lnTo>
                <a:lnTo>
                  <a:pt x="502356" y="8503"/>
                </a:lnTo>
                <a:lnTo>
                  <a:pt x="502671" y="8553"/>
                </a:lnTo>
                <a:lnTo>
                  <a:pt x="502985" y="8611"/>
                </a:lnTo>
                <a:lnTo>
                  <a:pt x="503298" y="8675"/>
                </a:lnTo>
                <a:lnTo>
                  <a:pt x="503610" y="8745"/>
                </a:lnTo>
                <a:lnTo>
                  <a:pt x="503921" y="8823"/>
                </a:lnTo>
                <a:lnTo>
                  <a:pt x="504231" y="8907"/>
                </a:lnTo>
                <a:lnTo>
                  <a:pt x="504539" y="8998"/>
                </a:lnTo>
                <a:lnTo>
                  <a:pt x="504847" y="9096"/>
                </a:lnTo>
                <a:lnTo>
                  <a:pt x="505153" y="9201"/>
                </a:lnTo>
                <a:lnTo>
                  <a:pt x="505458" y="9312"/>
                </a:lnTo>
                <a:lnTo>
                  <a:pt x="505763" y="9430"/>
                </a:lnTo>
                <a:lnTo>
                  <a:pt x="506066" y="9555"/>
                </a:lnTo>
                <a:lnTo>
                  <a:pt x="506367" y="9686"/>
                </a:lnTo>
                <a:lnTo>
                  <a:pt x="506668" y="9825"/>
                </a:lnTo>
                <a:lnTo>
                  <a:pt x="506968" y="9970"/>
                </a:lnTo>
                <a:lnTo>
                  <a:pt x="507266" y="10121"/>
                </a:lnTo>
                <a:lnTo>
                  <a:pt x="507564" y="10280"/>
                </a:lnTo>
                <a:lnTo>
                  <a:pt x="507770" y="10402"/>
                </a:lnTo>
                <a:lnTo>
                  <a:pt x="507970" y="10527"/>
                </a:lnTo>
                <a:lnTo>
                  <a:pt x="508164" y="10653"/>
                </a:lnTo>
                <a:lnTo>
                  <a:pt x="508353" y="10781"/>
                </a:lnTo>
                <a:lnTo>
                  <a:pt x="508535" y="10912"/>
                </a:lnTo>
                <a:lnTo>
                  <a:pt x="508712" y="11044"/>
                </a:lnTo>
                <a:lnTo>
                  <a:pt x="508883" y="11178"/>
                </a:lnTo>
                <a:lnTo>
                  <a:pt x="509048" y="11314"/>
                </a:lnTo>
                <a:lnTo>
                  <a:pt x="509207" y="11452"/>
                </a:lnTo>
                <a:lnTo>
                  <a:pt x="509360" y="11593"/>
                </a:lnTo>
                <a:lnTo>
                  <a:pt x="509507" y="11735"/>
                </a:lnTo>
                <a:lnTo>
                  <a:pt x="509648" y="11879"/>
                </a:lnTo>
                <a:lnTo>
                  <a:pt x="509783" y="12025"/>
                </a:lnTo>
                <a:lnTo>
                  <a:pt x="509913" y="12173"/>
                </a:lnTo>
                <a:lnTo>
                  <a:pt x="510036" y="12323"/>
                </a:lnTo>
                <a:lnTo>
                  <a:pt x="510154" y="12475"/>
                </a:lnTo>
                <a:lnTo>
                  <a:pt x="510266" y="12628"/>
                </a:lnTo>
                <a:lnTo>
                  <a:pt x="510371" y="12784"/>
                </a:lnTo>
                <a:lnTo>
                  <a:pt x="510471" y="12942"/>
                </a:lnTo>
                <a:lnTo>
                  <a:pt x="510565" y="13102"/>
                </a:lnTo>
                <a:lnTo>
                  <a:pt x="510653" y="13264"/>
                </a:lnTo>
                <a:lnTo>
                  <a:pt x="510736" y="13427"/>
                </a:lnTo>
                <a:lnTo>
                  <a:pt x="510812" y="13593"/>
                </a:lnTo>
                <a:lnTo>
                  <a:pt x="510882" y="13761"/>
                </a:lnTo>
                <a:lnTo>
                  <a:pt x="510968" y="13993"/>
                </a:lnTo>
                <a:lnTo>
                  <a:pt x="511050" y="14245"/>
                </a:lnTo>
                <a:lnTo>
                  <a:pt x="511129" y="14517"/>
                </a:lnTo>
                <a:lnTo>
                  <a:pt x="511204" y="14808"/>
                </a:lnTo>
                <a:lnTo>
                  <a:pt x="511275" y="15120"/>
                </a:lnTo>
                <a:lnTo>
                  <a:pt x="511343" y="15450"/>
                </a:lnTo>
                <a:lnTo>
                  <a:pt x="511407" y="15801"/>
                </a:lnTo>
                <a:lnTo>
                  <a:pt x="511467" y="16171"/>
                </a:lnTo>
                <a:lnTo>
                  <a:pt x="511524" y="16561"/>
                </a:lnTo>
                <a:lnTo>
                  <a:pt x="511577" y="16970"/>
                </a:lnTo>
                <a:lnTo>
                  <a:pt x="511626" y="17399"/>
                </a:lnTo>
                <a:lnTo>
                  <a:pt x="511672" y="17848"/>
                </a:lnTo>
                <a:lnTo>
                  <a:pt x="511714" y="18317"/>
                </a:lnTo>
                <a:lnTo>
                  <a:pt x="511752" y="18805"/>
                </a:lnTo>
                <a:lnTo>
                  <a:pt x="511787" y="19313"/>
                </a:lnTo>
                <a:lnTo>
                  <a:pt x="511818" y="19840"/>
                </a:lnTo>
                <a:lnTo>
                  <a:pt x="511845" y="20388"/>
                </a:lnTo>
                <a:lnTo>
                  <a:pt x="511869" y="20955"/>
                </a:lnTo>
                <a:lnTo>
                  <a:pt x="511889" y="21541"/>
                </a:lnTo>
                <a:lnTo>
                  <a:pt x="511905" y="22147"/>
                </a:lnTo>
                <a:lnTo>
                  <a:pt x="511918" y="22773"/>
                </a:lnTo>
                <a:lnTo>
                  <a:pt x="511927" y="23419"/>
                </a:lnTo>
                <a:lnTo>
                  <a:pt x="511933" y="24084"/>
                </a:lnTo>
                <a:lnTo>
                  <a:pt x="511935" y="24769"/>
                </a:lnTo>
                <a:lnTo>
                  <a:pt x="511935" y="95677"/>
                </a:lnTo>
                <a:lnTo>
                  <a:pt x="511931" y="96487"/>
                </a:lnTo>
                <a:lnTo>
                  <a:pt x="511921" y="97272"/>
                </a:lnTo>
                <a:lnTo>
                  <a:pt x="511904" y="98032"/>
                </a:lnTo>
                <a:lnTo>
                  <a:pt x="511881" y="98766"/>
                </a:lnTo>
                <a:lnTo>
                  <a:pt x="511850" y="99475"/>
                </a:lnTo>
                <a:lnTo>
                  <a:pt x="511813" y="100159"/>
                </a:lnTo>
                <a:lnTo>
                  <a:pt x="511769" y="100818"/>
                </a:lnTo>
                <a:lnTo>
                  <a:pt x="511719" y="101451"/>
                </a:lnTo>
                <a:lnTo>
                  <a:pt x="511661" y="102059"/>
                </a:lnTo>
                <a:lnTo>
                  <a:pt x="511597" y="102641"/>
                </a:lnTo>
                <a:lnTo>
                  <a:pt x="511527" y="103199"/>
                </a:lnTo>
                <a:lnTo>
                  <a:pt x="511449" y="103731"/>
                </a:lnTo>
                <a:lnTo>
                  <a:pt x="511365" y="104238"/>
                </a:lnTo>
                <a:lnTo>
                  <a:pt x="511274" y="104719"/>
                </a:lnTo>
                <a:lnTo>
                  <a:pt x="511176" y="105175"/>
                </a:lnTo>
                <a:lnTo>
                  <a:pt x="511071" y="105606"/>
                </a:lnTo>
                <a:lnTo>
                  <a:pt x="510960" y="106012"/>
                </a:lnTo>
                <a:lnTo>
                  <a:pt x="510842" y="106392"/>
                </a:lnTo>
                <a:lnTo>
                  <a:pt x="510717" y="106747"/>
                </a:lnTo>
                <a:lnTo>
                  <a:pt x="510586" y="107077"/>
                </a:lnTo>
                <a:lnTo>
                  <a:pt x="510447" y="107381"/>
                </a:lnTo>
                <a:lnTo>
                  <a:pt x="510302" y="107660"/>
                </a:lnTo>
                <a:lnTo>
                  <a:pt x="510150" y="107914"/>
                </a:lnTo>
                <a:lnTo>
                  <a:pt x="509992" y="108142"/>
                </a:lnTo>
                <a:lnTo>
                  <a:pt x="509729" y="108466"/>
                </a:lnTo>
                <a:lnTo>
                  <a:pt x="509453" y="108776"/>
                </a:lnTo>
                <a:lnTo>
                  <a:pt x="509165" y="109072"/>
                </a:lnTo>
                <a:lnTo>
                  <a:pt x="508863" y="109354"/>
                </a:lnTo>
                <a:lnTo>
                  <a:pt x="508549" y="109623"/>
                </a:lnTo>
                <a:lnTo>
                  <a:pt x="508221" y="109878"/>
                </a:lnTo>
                <a:lnTo>
                  <a:pt x="507881" y="110119"/>
                </a:lnTo>
                <a:lnTo>
                  <a:pt x="507528" y="110346"/>
                </a:lnTo>
                <a:lnTo>
                  <a:pt x="507161" y="110559"/>
                </a:lnTo>
                <a:lnTo>
                  <a:pt x="506782" y="110759"/>
                </a:lnTo>
                <a:lnTo>
                  <a:pt x="506390" y="110945"/>
                </a:lnTo>
                <a:lnTo>
                  <a:pt x="505985" y="111117"/>
                </a:lnTo>
                <a:lnTo>
                  <a:pt x="505567" y="111275"/>
                </a:lnTo>
                <a:lnTo>
                  <a:pt x="505136" y="111420"/>
                </a:lnTo>
                <a:lnTo>
                  <a:pt x="504693" y="111551"/>
                </a:lnTo>
                <a:lnTo>
                  <a:pt x="504236" y="111668"/>
                </a:lnTo>
                <a:lnTo>
                  <a:pt x="503766" y="111771"/>
                </a:lnTo>
                <a:lnTo>
                  <a:pt x="503284" y="111861"/>
                </a:lnTo>
                <a:lnTo>
                  <a:pt x="502788" y="111936"/>
                </a:lnTo>
                <a:lnTo>
                  <a:pt x="502280" y="111998"/>
                </a:lnTo>
                <a:lnTo>
                  <a:pt x="501758" y="112047"/>
                </a:lnTo>
                <a:lnTo>
                  <a:pt x="501224" y="112081"/>
                </a:lnTo>
                <a:lnTo>
                  <a:pt x="500677" y="112102"/>
                </a:lnTo>
                <a:lnTo>
                  <a:pt x="500117" y="112109"/>
                </a:lnTo>
                <a:lnTo>
                  <a:pt x="496231" y="112109"/>
                </a:lnTo>
                <a:lnTo>
                  <a:pt x="496231" y="115104"/>
                </a:lnTo>
                <a:lnTo>
                  <a:pt x="543260" y="115104"/>
                </a:lnTo>
                <a:lnTo>
                  <a:pt x="543260" y="112109"/>
                </a:lnTo>
                <a:lnTo>
                  <a:pt x="539294" y="112109"/>
                </a:lnTo>
                <a:lnTo>
                  <a:pt x="538971" y="112105"/>
                </a:lnTo>
                <a:lnTo>
                  <a:pt x="538649" y="112095"/>
                </a:lnTo>
                <a:lnTo>
                  <a:pt x="538329" y="112078"/>
                </a:lnTo>
                <a:lnTo>
                  <a:pt x="538010" y="112055"/>
                </a:lnTo>
                <a:close/>
                <a:moveTo>
                  <a:pt x="62367" y="4111"/>
                </a:moveTo>
                <a:lnTo>
                  <a:pt x="62291" y="4389"/>
                </a:lnTo>
                <a:lnTo>
                  <a:pt x="62214" y="4657"/>
                </a:lnTo>
                <a:lnTo>
                  <a:pt x="62134" y="4916"/>
                </a:lnTo>
                <a:lnTo>
                  <a:pt x="62053" y="5167"/>
                </a:lnTo>
                <a:lnTo>
                  <a:pt x="61970" y="5409"/>
                </a:lnTo>
                <a:lnTo>
                  <a:pt x="61885" y="5642"/>
                </a:lnTo>
                <a:lnTo>
                  <a:pt x="61799" y="5866"/>
                </a:lnTo>
                <a:lnTo>
                  <a:pt x="61710" y="6081"/>
                </a:lnTo>
                <a:lnTo>
                  <a:pt x="61620" y="6287"/>
                </a:lnTo>
                <a:lnTo>
                  <a:pt x="61528" y="6485"/>
                </a:lnTo>
                <a:lnTo>
                  <a:pt x="61434" y="6674"/>
                </a:lnTo>
                <a:lnTo>
                  <a:pt x="61338" y="6853"/>
                </a:lnTo>
                <a:lnTo>
                  <a:pt x="61241" y="7024"/>
                </a:lnTo>
                <a:lnTo>
                  <a:pt x="61141" y="7186"/>
                </a:lnTo>
                <a:lnTo>
                  <a:pt x="61040" y="7340"/>
                </a:lnTo>
                <a:lnTo>
                  <a:pt x="60937" y="7484"/>
                </a:lnTo>
                <a:lnTo>
                  <a:pt x="60832" y="7620"/>
                </a:lnTo>
                <a:lnTo>
                  <a:pt x="60725" y="7746"/>
                </a:lnTo>
                <a:lnTo>
                  <a:pt x="60617" y="7864"/>
                </a:lnTo>
                <a:lnTo>
                  <a:pt x="60506" y="7973"/>
                </a:lnTo>
                <a:lnTo>
                  <a:pt x="60394" y="8075"/>
                </a:lnTo>
                <a:lnTo>
                  <a:pt x="60278" y="8173"/>
                </a:lnTo>
                <a:lnTo>
                  <a:pt x="60160" y="8267"/>
                </a:lnTo>
                <a:lnTo>
                  <a:pt x="60040" y="8356"/>
                </a:lnTo>
                <a:lnTo>
                  <a:pt x="59916" y="8441"/>
                </a:lnTo>
                <a:lnTo>
                  <a:pt x="59790" y="8522"/>
                </a:lnTo>
                <a:lnTo>
                  <a:pt x="59662" y="8598"/>
                </a:lnTo>
                <a:lnTo>
                  <a:pt x="59530" y="8670"/>
                </a:lnTo>
                <a:lnTo>
                  <a:pt x="59396" y="8738"/>
                </a:lnTo>
                <a:lnTo>
                  <a:pt x="59260" y="8801"/>
                </a:lnTo>
                <a:lnTo>
                  <a:pt x="59120" y="8860"/>
                </a:lnTo>
                <a:lnTo>
                  <a:pt x="58978" y="8914"/>
                </a:lnTo>
                <a:lnTo>
                  <a:pt x="58834" y="8964"/>
                </a:lnTo>
                <a:lnTo>
                  <a:pt x="58686" y="9010"/>
                </a:lnTo>
                <a:lnTo>
                  <a:pt x="58536" y="9051"/>
                </a:lnTo>
                <a:lnTo>
                  <a:pt x="58384" y="9088"/>
                </a:lnTo>
                <a:lnTo>
                  <a:pt x="58228" y="9121"/>
                </a:lnTo>
                <a:lnTo>
                  <a:pt x="58070" y="9149"/>
                </a:lnTo>
                <a:lnTo>
                  <a:pt x="57910" y="9173"/>
                </a:lnTo>
                <a:lnTo>
                  <a:pt x="57746" y="9193"/>
                </a:lnTo>
                <a:lnTo>
                  <a:pt x="57580" y="9208"/>
                </a:lnTo>
                <a:lnTo>
                  <a:pt x="57412" y="9219"/>
                </a:lnTo>
                <a:lnTo>
                  <a:pt x="57240" y="9226"/>
                </a:lnTo>
                <a:lnTo>
                  <a:pt x="57066" y="9228"/>
                </a:lnTo>
                <a:lnTo>
                  <a:pt x="56906" y="9224"/>
                </a:lnTo>
                <a:lnTo>
                  <a:pt x="56737" y="9214"/>
                </a:lnTo>
                <a:lnTo>
                  <a:pt x="56559" y="9196"/>
                </a:lnTo>
                <a:lnTo>
                  <a:pt x="56371" y="9171"/>
                </a:lnTo>
                <a:lnTo>
                  <a:pt x="56174" y="9140"/>
                </a:lnTo>
                <a:lnTo>
                  <a:pt x="55968" y="9101"/>
                </a:lnTo>
                <a:lnTo>
                  <a:pt x="55753" y="9056"/>
                </a:lnTo>
                <a:lnTo>
                  <a:pt x="55528" y="9003"/>
                </a:lnTo>
                <a:lnTo>
                  <a:pt x="55294" y="8943"/>
                </a:lnTo>
                <a:lnTo>
                  <a:pt x="55051" y="8876"/>
                </a:lnTo>
                <a:lnTo>
                  <a:pt x="54798" y="8803"/>
                </a:lnTo>
                <a:lnTo>
                  <a:pt x="54537" y="8722"/>
                </a:lnTo>
                <a:lnTo>
                  <a:pt x="54265" y="8634"/>
                </a:lnTo>
                <a:lnTo>
                  <a:pt x="53985" y="8539"/>
                </a:lnTo>
                <a:lnTo>
                  <a:pt x="53696" y="8437"/>
                </a:lnTo>
                <a:lnTo>
                  <a:pt x="53397" y="8328"/>
                </a:lnTo>
                <a:lnTo>
                  <a:pt x="53088" y="8212"/>
                </a:lnTo>
                <a:lnTo>
                  <a:pt x="52771" y="8089"/>
                </a:lnTo>
                <a:lnTo>
                  <a:pt x="52444" y="7959"/>
                </a:lnTo>
                <a:lnTo>
                  <a:pt x="52108" y="7822"/>
                </a:lnTo>
                <a:lnTo>
                  <a:pt x="51763" y="7678"/>
                </a:lnTo>
                <a:lnTo>
                  <a:pt x="51408" y="7527"/>
                </a:lnTo>
                <a:lnTo>
                  <a:pt x="51045" y="7369"/>
                </a:lnTo>
                <a:lnTo>
                  <a:pt x="50671" y="7204"/>
                </a:lnTo>
                <a:lnTo>
                  <a:pt x="49857" y="6854"/>
                </a:lnTo>
                <a:lnTo>
                  <a:pt x="49046" y="6519"/>
                </a:lnTo>
                <a:lnTo>
                  <a:pt x="48239" y="6199"/>
                </a:lnTo>
                <a:lnTo>
                  <a:pt x="47436" y="5893"/>
                </a:lnTo>
                <a:lnTo>
                  <a:pt x="46636" y="5603"/>
                </a:lnTo>
                <a:lnTo>
                  <a:pt x="45840" y="5327"/>
                </a:lnTo>
                <a:lnTo>
                  <a:pt x="45048" y="5067"/>
                </a:lnTo>
                <a:lnTo>
                  <a:pt x="44259" y="4821"/>
                </a:lnTo>
                <a:lnTo>
                  <a:pt x="43474" y="4590"/>
                </a:lnTo>
                <a:lnTo>
                  <a:pt x="42692" y="4374"/>
                </a:lnTo>
                <a:lnTo>
                  <a:pt x="41914" y="4173"/>
                </a:lnTo>
                <a:lnTo>
                  <a:pt x="41140" y="3987"/>
                </a:lnTo>
                <a:lnTo>
                  <a:pt x="40370" y="3815"/>
                </a:lnTo>
                <a:lnTo>
                  <a:pt x="39603" y="3659"/>
                </a:lnTo>
                <a:lnTo>
                  <a:pt x="38840" y="3517"/>
                </a:lnTo>
                <a:lnTo>
                  <a:pt x="38080" y="3391"/>
                </a:lnTo>
                <a:lnTo>
                  <a:pt x="37324" y="3279"/>
                </a:lnTo>
                <a:lnTo>
                  <a:pt x="36572" y="3182"/>
                </a:lnTo>
                <a:lnTo>
                  <a:pt x="35823" y="3100"/>
                </a:lnTo>
                <a:lnTo>
                  <a:pt x="35078" y="3033"/>
                </a:lnTo>
                <a:lnTo>
                  <a:pt x="34337" y="2981"/>
                </a:lnTo>
                <a:lnTo>
                  <a:pt x="33599" y="2944"/>
                </a:lnTo>
                <a:lnTo>
                  <a:pt x="32865" y="2921"/>
                </a:lnTo>
                <a:lnTo>
                  <a:pt x="32135" y="2914"/>
                </a:lnTo>
                <a:lnTo>
                  <a:pt x="30977" y="2929"/>
                </a:lnTo>
                <a:lnTo>
                  <a:pt x="29835" y="2973"/>
                </a:lnTo>
                <a:lnTo>
                  <a:pt x="28711" y="3047"/>
                </a:lnTo>
                <a:lnTo>
                  <a:pt x="27604" y="3151"/>
                </a:lnTo>
                <a:lnTo>
                  <a:pt x="26515" y="3284"/>
                </a:lnTo>
                <a:lnTo>
                  <a:pt x="25442" y="3447"/>
                </a:lnTo>
                <a:lnTo>
                  <a:pt x="24386" y="3640"/>
                </a:lnTo>
                <a:lnTo>
                  <a:pt x="23348" y="3862"/>
                </a:lnTo>
                <a:lnTo>
                  <a:pt x="22327" y="4114"/>
                </a:lnTo>
                <a:lnTo>
                  <a:pt x="21323" y="4396"/>
                </a:lnTo>
                <a:lnTo>
                  <a:pt x="20336" y="4707"/>
                </a:lnTo>
                <a:lnTo>
                  <a:pt x="19366" y="5048"/>
                </a:lnTo>
                <a:lnTo>
                  <a:pt x="18413" y="5418"/>
                </a:lnTo>
                <a:lnTo>
                  <a:pt x="17478" y="5818"/>
                </a:lnTo>
                <a:lnTo>
                  <a:pt x="16560" y="6248"/>
                </a:lnTo>
                <a:lnTo>
                  <a:pt x="15658" y="6707"/>
                </a:lnTo>
                <a:lnTo>
                  <a:pt x="14774" y="7196"/>
                </a:lnTo>
                <a:lnTo>
                  <a:pt x="13907" y="7715"/>
                </a:lnTo>
                <a:lnTo>
                  <a:pt x="13058" y="8263"/>
                </a:lnTo>
                <a:lnTo>
                  <a:pt x="12225" y="8841"/>
                </a:lnTo>
                <a:lnTo>
                  <a:pt x="11409" y="9448"/>
                </a:lnTo>
                <a:lnTo>
                  <a:pt x="10611" y="10085"/>
                </a:lnTo>
                <a:lnTo>
                  <a:pt x="9830" y="10752"/>
                </a:lnTo>
                <a:lnTo>
                  <a:pt x="9066" y="11449"/>
                </a:lnTo>
                <a:lnTo>
                  <a:pt x="8326" y="12165"/>
                </a:lnTo>
                <a:lnTo>
                  <a:pt x="7618" y="12893"/>
                </a:lnTo>
                <a:lnTo>
                  <a:pt x="6941" y="13633"/>
                </a:lnTo>
                <a:lnTo>
                  <a:pt x="6296" y="14384"/>
                </a:lnTo>
                <a:lnTo>
                  <a:pt x="5682" y="15146"/>
                </a:lnTo>
                <a:lnTo>
                  <a:pt x="5100" y="15919"/>
                </a:lnTo>
                <a:lnTo>
                  <a:pt x="4549" y="16704"/>
                </a:lnTo>
                <a:lnTo>
                  <a:pt x="4029" y="17501"/>
                </a:lnTo>
                <a:lnTo>
                  <a:pt x="3541" y="18308"/>
                </a:lnTo>
                <a:lnTo>
                  <a:pt x="3085" y="19127"/>
                </a:lnTo>
                <a:lnTo>
                  <a:pt x="2660" y="19958"/>
                </a:lnTo>
                <a:lnTo>
                  <a:pt x="2266" y="20800"/>
                </a:lnTo>
                <a:lnTo>
                  <a:pt x="1904" y="21653"/>
                </a:lnTo>
                <a:lnTo>
                  <a:pt x="1574" y="22517"/>
                </a:lnTo>
                <a:lnTo>
                  <a:pt x="1275" y="23393"/>
                </a:lnTo>
                <a:lnTo>
                  <a:pt x="1007" y="24281"/>
                </a:lnTo>
                <a:lnTo>
                  <a:pt x="771" y="25179"/>
                </a:lnTo>
                <a:lnTo>
                  <a:pt x="567" y="26089"/>
                </a:lnTo>
                <a:lnTo>
                  <a:pt x="393" y="27011"/>
                </a:lnTo>
                <a:lnTo>
                  <a:pt x="252" y="27944"/>
                </a:lnTo>
                <a:lnTo>
                  <a:pt x="142" y="28888"/>
                </a:lnTo>
                <a:lnTo>
                  <a:pt x="63" y="29843"/>
                </a:lnTo>
                <a:lnTo>
                  <a:pt x="16" y="30810"/>
                </a:lnTo>
                <a:lnTo>
                  <a:pt x="0" y="31789"/>
                </a:lnTo>
                <a:lnTo>
                  <a:pt x="5" y="32353"/>
                </a:lnTo>
                <a:lnTo>
                  <a:pt x="21" y="32913"/>
                </a:lnTo>
                <a:lnTo>
                  <a:pt x="48" y="33469"/>
                </a:lnTo>
                <a:lnTo>
                  <a:pt x="85" y="34022"/>
                </a:lnTo>
                <a:lnTo>
                  <a:pt x="134" y="34570"/>
                </a:lnTo>
                <a:lnTo>
                  <a:pt x="192" y="35115"/>
                </a:lnTo>
                <a:lnTo>
                  <a:pt x="262" y="35656"/>
                </a:lnTo>
                <a:lnTo>
                  <a:pt x="342" y="36192"/>
                </a:lnTo>
                <a:lnTo>
                  <a:pt x="433" y="36725"/>
                </a:lnTo>
                <a:lnTo>
                  <a:pt x="534" y="37254"/>
                </a:lnTo>
                <a:lnTo>
                  <a:pt x="646" y="37779"/>
                </a:lnTo>
                <a:lnTo>
                  <a:pt x="769" y="38300"/>
                </a:lnTo>
                <a:lnTo>
                  <a:pt x="902" y="38817"/>
                </a:lnTo>
                <a:lnTo>
                  <a:pt x="1047" y="39330"/>
                </a:lnTo>
                <a:lnTo>
                  <a:pt x="1202" y="39840"/>
                </a:lnTo>
                <a:lnTo>
                  <a:pt x="1367" y="40345"/>
                </a:lnTo>
                <a:lnTo>
                  <a:pt x="1543" y="40847"/>
                </a:lnTo>
                <a:lnTo>
                  <a:pt x="1730" y="41344"/>
                </a:lnTo>
                <a:lnTo>
                  <a:pt x="1928" y="41838"/>
                </a:lnTo>
                <a:lnTo>
                  <a:pt x="2136" y="42327"/>
                </a:lnTo>
                <a:lnTo>
                  <a:pt x="2355" y="42813"/>
                </a:lnTo>
                <a:lnTo>
                  <a:pt x="2585" y="43295"/>
                </a:lnTo>
                <a:lnTo>
                  <a:pt x="2825" y="43773"/>
                </a:lnTo>
                <a:lnTo>
                  <a:pt x="3076" y="44246"/>
                </a:lnTo>
                <a:lnTo>
                  <a:pt x="3337" y="44717"/>
                </a:lnTo>
                <a:lnTo>
                  <a:pt x="3609" y="45183"/>
                </a:lnTo>
                <a:lnTo>
                  <a:pt x="3890" y="45647"/>
                </a:lnTo>
                <a:lnTo>
                  <a:pt x="4181" y="46107"/>
                </a:lnTo>
                <a:lnTo>
                  <a:pt x="4482" y="46563"/>
                </a:lnTo>
                <a:lnTo>
                  <a:pt x="4793" y="47016"/>
                </a:lnTo>
                <a:lnTo>
                  <a:pt x="5115" y="47466"/>
                </a:lnTo>
                <a:lnTo>
                  <a:pt x="5446" y="47913"/>
                </a:lnTo>
                <a:lnTo>
                  <a:pt x="5787" y="48356"/>
                </a:lnTo>
                <a:lnTo>
                  <a:pt x="6138" y="48796"/>
                </a:lnTo>
                <a:lnTo>
                  <a:pt x="6499" y="49232"/>
                </a:lnTo>
                <a:lnTo>
                  <a:pt x="6870" y="49665"/>
                </a:lnTo>
                <a:lnTo>
                  <a:pt x="7251" y="50095"/>
                </a:lnTo>
                <a:lnTo>
                  <a:pt x="7642" y="50521"/>
                </a:lnTo>
                <a:lnTo>
                  <a:pt x="8043" y="50944"/>
                </a:lnTo>
                <a:lnTo>
                  <a:pt x="8454" y="51364"/>
                </a:lnTo>
                <a:lnTo>
                  <a:pt x="8875" y="51780"/>
                </a:lnTo>
                <a:lnTo>
                  <a:pt x="9306" y="52193"/>
                </a:lnTo>
                <a:lnTo>
                  <a:pt x="9747" y="52603"/>
                </a:lnTo>
                <a:lnTo>
                  <a:pt x="10198" y="53009"/>
                </a:lnTo>
                <a:lnTo>
                  <a:pt x="10659" y="53412"/>
                </a:lnTo>
                <a:lnTo>
                  <a:pt x="11130" y="53811"/>
                </a:lnTo>
                <a:lnTo>
                  <a:pt x="11610" y="54207"/>
                </a:lnTo>
                <a:lnTo>
                  <a:pt x="12101" y="54600"/>
                </a:lnTo>
                <a:lnTo>
                  <a:pt x="12611" y="54996"/>
                </a:lnTo>
                <a:lnTo>
                  <a:pt x="13149" y="55404"/>
                </a:lnTo>
                <a:lnTo>
                  <a:pt x="13716" y="55822"/>
                </a:lnTo>
                <a:lnTo>
                  <a:pt x="14310" y="56252"/>
                </a:lnTo>
                <a:lnTo>
                  <a:pt x="14933" y="56693"/>
                </a:lnTo>
                <a:lnTo>
                  <a:pt x="15584" y="57145"/>
                </a:lnTo>
                <a:lnTo>
                  <a:pt x="16264" y="57607"/>
                </a:lnTo>
                <a:lnTo>
                  <a:pt x="16971" y="58082"/>
                </a:lnTo>
                <a:lnTo>
                  <a:pt x="17707" y="58567"/>
                </a:lnTo>
                <a:lnTo>
                  <a:pt x="18471" y="59063"/>
                </a:lnTo>
                <a:lnTo>
                  <a:pt x="19264" y="59570"/>
                </a:lnTo>
                <a:lnTo>
                  <a:pt x="20084" y="60089"/>
                </a:lnTo>
                <a:lnTo>
                  <a:pt x="20933" y="60618"/>
                </a:lnTo>
                <a:lnTo>
                  <a:pt x="21810" y="61159"/>
                </a:lnTo>
                <a:lnTo>
                  <a:pt x="22716" y="61711"/>
                </a:lnTo>
                <a:lnTo>
                  <a:pt x="23649" y="62274"/>
                </a:lnTo>
                <a:lnTo>
                  <a:pt x="24611" y="62848"/>
                </a:lnTo>
                <a:lnTo>
                  <a:pt x="25601" y="63433"/>
                </a:lnTo>
                <a:lnTo>
                  <a:pt x="26620" y="64029"/>
                </a:lnTo>
                <a:lnTo>
                  <a:pt x="27666" y="64636"/>
                </a:lnTo>
                <a:lnTo>
                  <a:pt x="28741" y="65255"/>
                </a:lnTo>
                <a:lnTo>
                  <a:pt x="29844" y="65884"/>
                </a:lnTo>
                <a:lnTo>
                  <a:pt x="30976" y="66525"/>
                </a:lnTo>
                <a:lnTo>
                  <a:pt x="32135" y="67177"/>
                </a:lnTo>
                <a:lnTo>
                  <a:pt x="33290" y="67824"/>
                </a:lnTo>
                <a:lnTo>
                  <a:pt x="34407" y="68453"/>
                </a:lnTo>
                <a:lnTo>
                  <a:pt x="35485" y="69063"/>
                </a:lnTo>
                <a:lnTo>
                  <a:pt x="36526" y="69654"/>
                </a:lnTo>
                <a:lnTo>
                  <a:pt x="37529" y="70226"/>
                </a:lnTo>
                <a:lnTo>
                  <a:pt x="38494" y="70779"/>
                </a:lnTo>
                <a:lnTo>
                  <a:pt x="39421" y="71313"/>
                </a:lnTo>
                <a:lnTo>
                  <a:pt x="40311" y="71828"/>
                </a:lnTo>
                <a:lnTo>
                  <a:pt x="41162" y="72324"/>
                </a:lnTo>
                <a:lnTo>
                  <a:pt x="41975" y="72801"/>
                </a:lnTo>
                <a:lnTo>
                  <a:pt x="42750" y="73259"/>
                </a:lnTo>
                <a:lnTo>
                  <a:pt x="43488" y="73698"/>
                </a:lnTo>
                <a:lnTo>
                  <a:pt x="44187" y="74119"/>
                </a:lnTo>
                <a:lnTo>
                  <a:pt x="44848" y="74520"/>
                </a:lnTo>
                <a:lnTo>
                  <a:pt x="45472" y="74902"/>
                </a:lnTo>
                <a:lnTo>
                  <a:pt x="46058" y="75265"/>
                </a:lnTo>
                <a:lnTo>
                  <a:pt x="46605" y="75610"/>
                </a:lnTo>
                <a:lnTo>
                  <a:pt x="47115" y="75935"/>
                </a:lnTo>
                <a:lnTo>
                  <a:pt x="47587" y="76242"/>
                </a:lnTo>
                <a:lnTo>
                  <a:pt x="48021" y="76529"/>
                </a:lnTo>
                <a:lnTo>
                  <a:pt x="48416" y="76798"/>
                </a:lnTo>
                <a:lnTo>
                  <a:pt x="48774" y="77047"/>
                </a:lnTo>
                <a:lnTo>
                  <a:pt x="49094" y="77278"/>
                </a:lnTo>
                <a:lnTo>
                  <a:pt x="49376" y="77489"/>
                </a:lnTo>
                <a:lnTo>
                  <a:pt x="49763" y="77787"/>
                </a:lnTo>
                <a:lnTo>
                  <a:pt x="50142" y="78087"/>
                </a:lnTo>
                <a:lnTo>
                  <a:pt x="50511" y="78388"/>
                </a:lnTo>
                <a:lnTo>
                  <a:pt x="50873" y="78692"/>
                </a:lnTo>
                <a:lnTo>
                  <a:pt x="51225" y="78997"/>
                </a:lnTo>
                <a:lnTo>
                  <a:pt x="51569" y="79304"/>
                </a:lnTo>
                <a:lnTo>
                  <a:pt x="51905" y="79614"/>
                </a:lnTo>
                <a:lnTo>
                  <a:pt x="52232" y="79925"/>
                </a:lnTo>
                <a:lnTo>
                  <a:pt x="52550" y="80238"/>
                </a:lnTo>
                <a:lnTo>
                  <a:pt x="52860" y="80554"/>
                </a:lnTo>
                <a:lnTo>
                  <a:pt x="53161" y="80871"/>
                </a:lnTo>
                <a:lnTo>
                  <a:pt x="53454" y="81190"/>
                </a:lnTo>
                <a:lnTo>
                  <a:pt x="53738" y="81511"/>
                </a:lnTo>
                <a:lnTo>
                  <a:pt x="54014" y="81835"/>
                </a:lnTo>
                <a:lnTo>
                  <a:pt x="54280" y="82160"/>
                </a:lnTo>
                <a:lnTo>
                  <a:pt x="54539" y="82487"/>
                </a:lnTo>
                <a:lnTo>
                  <a:pt x="54789" y="82816"/>
                </a:lnTo>
                <a:lnTo>
                  <a:pt x="55030" y="83147"/>
                </a:lnTo>
                <a:lnTo>
                  <a:pt x="55262" y="83480"/>
                </a:lnTo>
                <a:lnTo>
                  <a:pt x="55487" y="83815"/>
                </a:lnTo>
                <a:lnTo>
                  <a:pt x="55702" y="84152"/>
                </a:lnTo>
                <a:lnTo>
                  <a:pt x="55909" y="84491"/>
                </a:lnTo>
                <a:lnTo>
                  <a:pt x="56107" y="84831"/>
                </a:lnTo>
                <a:lnTo>
                  <a:pt x="56297" y="85174"/>
                </a:lnTo>
                <a:lnTo>
                  <a:pt x="56479" y="85518"/>
                </a:lnTo>
                <a:lnTo>
                  <a:pt x="56653" y="85861"/>
                </a:lnTo>
                <a:lnTo>
                  <a:pt x="56819" y="86204"/>
                </a:lnTo>
                <a:lnTo>
                  <a:pt x="56977" y="86546"/>
                </a:lnTo>
                <a:lnTo>
                  <a:pt x="57128" y="86889"/>
                </a:lnTo>
                <a:lnTo>
                  <a:pt x="57271" y="87231"/>
                </a:lnTo>
                <a:lnTo>
                  <a:pt x="57406" y="87573"/>
                </a:lnTo>
                <a:lnTo>
                  <a:pt x="57534" y="87914"/>
                </a:lnTo>
                <a:lnTo>
                  <a:pt x="57654" y="88256"/>
                </a:lnTo>
                <a:lnTo>
                  <a:pt x="57766" y="88597"/>
                </a:lnTo>
                <a:lnTo>
                  <a:pt x="57870" y="88937"/>
                </a:lnTo>
                <a:lnTo>
                  <a:pt x="57967" y="89278"/>
                </a:lnTo>
                <a:lnTo>
                  <a:pt x="58055" y="89618"/>
                </a:lnTo>
                <a:lnTo>
                  <a:pt x="58137" y="89958"/>
                </a:lnTo>
                <a:lnTo>
                  <a:pt x="58210" y="90297"/>
                </a:lnTo>
                <a:lnTo>
                  <a:pt x="58276" y="90637"/>
                </a:lnTo>
                <a:lnTo>
                  <a:pt x="58334" y="90976"/>
                </a:lnTo>
                <a:lnTo>
                  <a:pt x="58384" y="91315"/>
                </a:lnTo>
                <a:lnTo>
                  <a:pt x="58426" y="91653"/>
                </a:lnTo>
                <a:lnTo>
                  <a:pt x="58461" y="91992"/>
                </a:lnTo>
                <a:lnTo>
                  <a:pt x="58488" y="92330"/>
                </a:lnTo>
                <a:lnTo>
                  <a:pt x="58508" y="92667"/>
                </a:lnTo>
                <a:lnTo>
                  <a:pt x="58519" y="93005"/>
                </a:lnTo>
                <a:lnTo>
                  <a:pt x="58523" y="93342"/>
                </a:lnTo>
                <a:lnTo>
                  <a:pt x="58513" y="93945"/>
                </a:lnTo>
                <a:lnTo>
                  <a:pt x="58482" y="94542"/>
                </a:lnTo>
                <a:lnTo>
                  <a:pt x="58431" y="95132"/>
                </a:lnTo>
                <a:lnTo>
                  <a:pt x="58360" y="95715"/>
                </a:lnTo>
                <a:lnTo>
                  <a:pt x="58268" y="96291"/>
                </a:lnTo>
                <a:lnTo>
                  <a:pt x="58156" y="96861"/>
                </a:lnTo>
                <a:lnTo>
                  <a:pt x="58024" y="97424"/>
                </a:lnTo>
                <a:lnTo>
                  <a:pt x="57871" y="97980"/>
                </a:lnTo>
                <a:lnTo>
                  <a:pt x="57698" y="98529"/>
                </a:lnTo>
                <a:lnTo>
                  <a:pt x="57504" y="99072"/>
                </a:lnTo>
                <a:lnTo>
                  <a:pt x="57290" y="99608"/>
                </a:lnTo>
                <a:lnTo>
                  <a:pt x="57056" y="100137"/>
                </a:lnTo>
                <a:lnTo>
                  <a:pt x="56801" y="100659"/>
                </a:lnTo>
                <a:lnTo>
                  <a:pt x="56526" y="101175"/>
                </a:lnTo>
                <a:lnTo>
                  <a:pt x="56231" y="101684"/>
                </a:lnTo>
                <a:lnTo>
                  <a:pt x="55915" y="102186"/>
                </a:lnTo>
                <a:lnTo>
                  <a:pt x="55579" y="102682"/>
                </a:lnTo>
                <a:lnTo>
                  <a:pt x="55222" y="103171"/>
                </a:lnTo>
                <a:lnTo>
                  <a:pt x="54845" y="103653"/>
                </a:lnTo>
                <a:lnTo>
                  <a:pt x="54448" y="104128"/>
                </a:lnTo>
                <a:lnTo>
                  <a:pt x="54030" y="104597"/>
                </a:lnTo>
                <a:lnTo>
                  <a:pt x="53592" y="105058"/>
                </a:lnTo>
                <a:lnTo>
                  <a:pt x="53133" y="105513"/>
                </a:lnTo>
                <a:lnTo>
                  <a:pt x="52655" y="105962"/>
                </a:lnTo>
                <a:lnTo>
                  <a:pt x="52158" y="106397"/>
                </a:lnTo>
                <a:lnTo>
                  <a:pt x="51647" y="106814"/>
                </a:lnTo>
                <a:lnTo>
                  <a:pt x="51121" y="107213"/>
                </a:lnTo>
                <a:lnTo>
                  <a:pt x="50580" y="107593"/>
                </a:lnTo>
                <a:lnTo>
                  <a:pt x="50025" y="107954"/>
                </a:lnTo>
                <a:lnTo>
                  <a:pt x="49455" y="108297"/>
                </a:lnTo>
                <a:lnTo>
                  <a:pt x="48870" y="108621"/>
                </a:lnTo>
                <a:lnTo>
                  <a:pt x="48270" y="108927"/>
                </a:lnTo>
                <a:lnTo>
                  <a:pt x="47656" y="109214"/>
                </a:lnTo>
                <a:lnTo>
                  <a:pt x="47026" y="109483"/>
                </a:lnTo>
                <a:lnTo>
                  <a:pt x="46382" y="109733"/>
                </a:lnTo>
                <a:lnTo>
                  <a:pt x="45724" y="109965"/>
                </a:lnTo>
                <a:lnTo>
                  <a:pt x="45050" y="110178"/>
                </a:lnTo>
                <a:lnTo>
                  <a:pt x="44362" y="110373"/>
                </a:lnTo>
                <a:lnTo>
                  <a:pt x="43659" y="110549"/>
                </a:lnTo>
                <a:lnTo>
                  <a:pt x="42941" y="110706"/>
                </a:lnTo>
                <a:lnTo>
                  <a:pt x="42209" y="110845"/>
                </a:lnTo>
                <a:lnTo>
                  <a:pt x="41461" y="110966"/>
                </a:lnTo>
                <a:lnTo>
                  <a:pt x="40699" y="111067"/>
                </a:lnTo>
                <a:lnTo>
                  <a:pt x="39923" y="111151"/>
                </a:lnTo>
                <a:lnTo>
                  <a:pt x="39131" y="111216"/>
                </a:lnTo>
                <a:lnTo>
                  <a:pt x="38325" y="111262"/>
                </a:lnTo>
                <a:lnTo>
                  <a:pt x="37504" y="111290"/>
                </a:lnTo>
                <a:lnTo>
                  <a:pt x="36668" y="111299"/>
                </a:lnTo>
                <a:lnTo>
                  <a:pt x="35942" y="111292"/>
                </a:lnTo>
                <a:lnTo>
                  <a:pt x="35221" y="111272"/>
                </a:lnTo>
                <a:lnTo>
                  <a:pt x="34505" y="111238"/>
                </a:lnTo>
                <a:lnTo>
                  <a:pt x="33793" y="111191"/>
                </a:lnTo>
                <a:lnTo>
                  <a:pt x="33087" y="111131"/>
                </a:lnTo>
                <a:lnTo>
                  <a:pt x="32386" y="111056"/>
                </a:lnTo>
                <a:lnTo>
                  <a:pt x="31689" y="110969"/>
                </a:lnTo>
                <a:lnTo>
                  <a:pt x="30997" y="110867"/>
                </a:lnTo>
                <a:lnTo>
                  <a:pt x="30311" y="110753"/>
                </a:lnTo>
                <a:lnTo>
                  <a:pt x="29629" y="110625"/>
                </a:lnTo>
                <a:lnTo>
                  <a:pt x="28952" y="110483"/>
                </a:lnTo>
                <a:lnTo>
                  <a:pt x="28280" y="110328"/>
                </a:lnTo>
                <a:lnTo>
                  <a:pt x="27613" y="110159"/>
                </a:lnTo>
                <a:lnTo>
                  <a:pt x="26951" y="109977"/>
                </a:lnTo>
                <a:lnTo>
                  <a:pt x="26294" y="109781"/>
                </a:lnTo>
                <a:lnTo>
                  <a:pt x="25642" y="109572"/>
                </a:lnTo>
                <a:lnTo>
                  <a:pt x="24994" y="109350"/>
                </a:lnTo>
                <a:lnTo>
                  <a:pt x="24352" y="109114"/>
                </a:lnTo>
                <a:lnTo>
                  <a:pt x="23714" y="108864"/>
                </a:lnTo>
                <a:lnTo>
                  <a:pt x="23082" y="108601"/>
                </a:lnTo>
                <a:lnTo>
                  <a:pt x="22454" y="108324"/>
                </a:lnTo>
                <a:lnTo>
                  <a:pt x="21831" y="108034"/>
                </a:lnTo>
                <a:lnTo>
                  <a:pt x="21213" y="107731"/>
                </a:lnTo>
                <a:lnTo>
                  <a:pt x="20600" y="107414"/>
                </a:lnTo>
                <a:lnTo>
                  <a:pt x="19997" y="107087"/>
                </a:lnTo>
                <a:lnTo>
                  <a:pt x="19406" y="106752"/>
                </a:lnTo>
                <a:lnTo>
                  <a:pt x="18828" y="106411"/>
                </a:lnTo>
                <a:lnTo>
                  <a:pt x="18263" y="106064"/>
                </a:lnTo>
                <a:lnTo>
                  <a:pt x="17712" y="105709"/>
                </a:lnTo>
                <a:lnTo>
                  <a:pt x="17173" y="105347"/>
                </a:lnTo>
                <a:lnTo>
                  <a:pt x="16647" y="104979"/>
                </a:lnTo>
                <a:lnTo>
                  <a:pt x="16135" y="104603"/>
                </a:lnTo>
                <a:lnTo>
                  <a:pt x="15636" y="104221"/>
                </a:lnTo>
                <a:lnTo>
                  <a:pt x="15149" y="103832"/>
                </a:lnTo>
                <a:lnTo>
                  <a:pt x="14676" y="103436"/>
                </a:lnTo>
                <a:lnTo>
                  <a:pt x="14216" y="103033"/>
                </a:lnTo>
                <a:lnTo>
                  <a:pt x="13769" y="102623"/>
                </a:lnTo>
                <a:lnTo>
                  <a:pt x="13335" y="102206"/>
                </a:lnTo>
                <a:lnTo>
                  <a:pt x="12914" y="101782"/>
                </a:lnTo>
                <a:lnTo>
                  <a:pt x="12506" y="101352"/>
                </a:lnTo>
                <a:lnTo>
                  <a:pt x="12111" y="100915"/>
                </a:lnTo>
                <a:lnTo>
                  <a:pt x="11729" y="100470"/>
                </a:lnTo>
                <a:lnTo>
                  <a:pt x="11361" y="100019"/>
                </a:lnTo>
                <a:lnTo>
                  <a:pt x="11005" y="99561"/>
                </a:lnTo>
                <a:lnTo>
                  <a:pt x="10663" y="99096"/>
                </a:lnTo>
                <a:lnTo>
                  <a:pt x="10333" y="98624"/>
                </a:lnTo>
                <a:lnTo>
                  <a:pt x="10017" y="98146"/>
                </a:lnTo>
                <a:lnTo>
                  <a:pt x="9713" y="97660"/>
                </a:lnTo>
                <a:lnTo>
                  <a:pt x="9419" y="97161"/>
                </a:lnTo>
                <a:lnTo>
                  <a:pt x="9130" y="96641"/>
                </a:lnTo>
                <a:lnTo>
                  <a:pt x="8846" y="96100"/>
                </a:lnTo>
                <a:lnTo>
                  <a:pt x="8567" y="95539"/>
                </a:lnTo>
                <a:lnTo>
                  <a:pt x="8293" y="94957"/>
                </a:lnTo>
                <a:lnTo>
                  <a:pt x="8024" y="94354"/>
                </a:lnTo>
                <a:lnTo>
                  <a:pt x="7760" y="93731"/>
                </a:lnTo>
                <a:lnTo>
                  <a:pt x="7501" y="93087"/>
                </a:lnTo>
                <a:lnTo>
                  <a:pt x="7247" y="92422"/>
                </a:lnTo>
                <a:lnTo>
                  <a:pt x="6998" y="91737"/>
                </a:lnTo>
                <a:lnTo>
                  <a:pt x="6755" y="91031"/>
                </a:lnTo>
                <a:lnTo>
                  <a:pt x="6516" y="90304"/>
                </a:lnTo>
                <a:lnTo>
                  <a:pt x="6282" y="89557"/>
                </a:lnTo>
                <a:lnTo>
                  <a:pt x="6054" y="88789"/>
                </a:lnTo>
                <a:lnTo>
                  <a:pt x="5831" y="88000"/>
                </a:lnTo>
                <a:lnTo>
                  <a:pt x="5612" y="87191"/>
                </a:lnTo>
                <a:lnTo>
                  <a:pt x="5399" y="86361"/>
                </a:lnTo>
                <a:lnTo>
                  <a:pt x="5191" y="85511"/>
                </a:lnTo>
                <a:lnTo>
                  <a:pt x="4987" y="84639"/>
                </a:lnTo>
                <a:lnTo>
                  <a:pt x="4789" y="83748"/>
                </a:lnTo>
                <a:lnTo>
                  <a:pt x="4596" y="82835"/>
                </a:lnTo>
                <a:lnTo>
                  <a:pt x="4408" y="81902"/>
                </a:lnTo>
                <a:lnTo>
                  <a:pt x="4225" y="80948"/>
                </a:lnTo>
                <a:lnTo>
                  <a:pt x="4047" y="79973"/>
                </a:lnTo>
                <a:lnTo>
                  <a:pt x="1052" y="79973"/>
                </a:lnTo>
                <a:lnTo>
                  <a:pt x="1052" y="117532"/>
                </a:lnTo>
                <a:lnTo>
                  <a:pt x="4047" y="117532"/>
                </a:lnTo>
                <a:lnTo>
                  <a:pt x="4096" y="117224"/>
                </a:lnTo>
                <a:lnTo>
                  <a:pt x="4146" y="116924"/>
                </a:lnTo>
                <a:lnTo>
                  <a:pt x="4198" y="116633"/>
                </a:lnTo>
                <a:lnTo>
                  <a:pt x="4253" y="116352"/>
                </a:lnTo>
                <a:lnTo>
                  <a:pt x="4310" y="116079"/>
                </a:lnTo>
                <a:lnTo>
                  <a:pt x="4368" y="115815"/>
                </a:lnTo>
                <a:lnTo>
                  <a:pt x="4429" y="115560"/>
                </a:lnTo>
                <a:lnTo>
                  <a:pt x="4492" y="115313"/>
                </a:lnTo>
                <a:lnTo>
                  <a:pt x="4558" y="115076"/>
                </a:lnTo>
                <a:lnTo>
                  <a:pt x="4625" y="114847"/>
                </a:lnTo>
                <a:lnTo>
                  <a:pt x="4694" y="114628"/>
                </a:lnTo>
                <a:lnTo>
                  <a:pt x="4766" y="114417"/>
                </a:lnTo>
                <a:lnTo>
                  <a:pt x="4839" y="114215"/>
                </a:lnTo>
                <a:lnTo>
                  <a:pt x="4915" y="114022"/>
                </a:lnTo>
                <a:lnTo>
                  <a:pt x="4993" y="113838"/>
                </a:lnTo>
                <a:lnTo>
                  <a:pt x="5073" y="113662"/>
                </a:lnTo>
                <a:lnTo>
                  <a:pt x="5155" y="113496"/>
                </a:lnTo>
                <a:lnTo>
                  <a:pt x="5239" y="113338"/>
                </a:lnTo>
                <a:lnTo>
                  <a:pt x="5325" y="113190"/>
                </a:lnTo>
                <a:lnTo>
                  <a:pt x="5413" y="113050"/>
                </a:lnTo>
                <a:lnTo>
                  <a:pt x="5504" y="112919"/>
                </a:lnTo>
                <a:lnTo>
                  <a:pt x="5596" y="112797"/>
                </a:lnTo>
                <a:lnTo>
                  <a:pt x="5691" y="112683"/>
                </a:lnTo>
                <a:lnTo>
                  <a:pt x="5788" y="112579"/>
                </a:lnTo>
                <a:lnTo>
                  <a:pt x="5887" y="112481"/>
                </a:lnTo>
                <a:lnTo>
                  <a:pt x="5989" y="112388"/>
                </a:lnTo>
                <a:lnTo>
                  <a:pt x="6094" y="112298"/>
                </a:lnTo>
                <a:lnTo>
                  <a:pt x="6202" y="112213"/>
                </a:lnTo>
                <a:lnTo>
                  <a:pt x="6313" y="112132"/>
                </a:lnTo>
                <a:lnTo>
                  <a:pt x="6428" y="112055"/>
                </a:lnTo>
                <a:lnTo>
                  <a:pt x="6545" y="111982"/>
                </a:lnTo>
                <a:lnTo>
                  <a:pt x="6664" y="111913"/>
                </a:lnTo>
                <a:lnTo>
                  <a:pt x="6787" y="111848"/>
                </a:lnTo>
                <a:lnTo>
                  <a:pt x="6913" y="111788"/>
                </a:lnTo>
                <a:lnTo>
                  <a:pt x="7042" y="111732"/>
                </a:lnTo>
                <a:lnTo>
                  <a:pt x="7174" y="111680"/>
                </a:lnTo>
                <a:lnTo>
                  <a:pt x="7308" y="111632"/>
                </a:lnTo>
                <a:lnTo>
                  <a:pt x="7446" y="111588"/>
                </a:lnTo>
                <a:lnTo>
                  <a:pt x="7587" y="111549"/>
                </a:lnTo>
                <a:lnTo>
                  <a:pt x="7730" y="111513"/>
                </a:lnTo>
                <a:lnTo>
                  <a:pt x="7877" y="111482"/>
                </a:lnTo>
                <a:lnTo>
                  <a:pt x="8026" y="111455"/>
                </a:lnTo>
                <a:lnTo>
                  <a:pt x="8179" y="111432"/>
                </a:lnTo>
                <a:lnTo>
                  <a:pt x="8334" y="111413"/>
                </a:lnTo>
                <a:lnTo>
                  <a:pt x="8492" y="111399"/>
                </a:lnTo>
                <a:lnTo>
                  <a:pt x="8654" y="111388"/>
                </a:lnTo>
                <a:lnTo>
                  <a:pt x="8818" y="111382"/>
                </a:lnTo>
                <a:lnTo>
                  <a:pt x="8985" y="111380"/>
                </a:lnTo>
                <a:lnTo>
                  <a:pt x="9170" y="111384"/>
                </a:lnTo>
                <a:lnTo>
                  <a:pt x="9376" y="111398"/>
                </a:lnTo>
                <a:lnTo>
                  <a:pt x="9601" y="111419"/>
                </a:lnTo>
                <a:lnTo>
                  <a:pt x="9847" y="111450"/>
                </a:lnTo>
                <a:lnTo>
                  <a:pt x="10113" y="111489"/>
                </a:lnTo>
                <a:lnTo>
                  <a:pt x="10399" y="111537"/>
                </a:lnTo>
                <a:lnTo>
                  <a:pt x="10705" y="111594"/>
                </a:lnTo>
                <a:lnTo>
                  <a:pt x="11031" y="111660"/>
                </a:lnTo>
                <a:lnTo>
                  <a:pt x="11377" y="111734"/>
                </a:lnTo>
                <a:lnTo>
                  <a:pt x="11743" y="111817"/>
                </a:lnTo>
                <a:lnTo>
                  <a:pt x="12130" y="111909"/>
                </a:lnTo>
                <a:lnTo>
                  <a:pt x="12536" y="112009"/>
                </a:lnTo>
                <a:lnTo>
                  <a:pt x="12963" y="112119"/>
                </a:lnTo>
                <a:lnTo>
                  <a:pt x="13410" y="112237"/>
                </a:lnTo>
                <a:lnTo>
                  <a:pt x="13876" y="112363"/>
                </a:lnTo>
                <a:lnTo>
                  <a:pt x="14363" y="112499"/>
                </a:lnTo>
                <a:lnTo>
                  <a:pt x="14870" y="112643"/>
                </a:lnTo>
                <a:lnTo>
                  <a:pt x="15397" y="112796"/>
                </a:lnTo>
                <a:lnTo>
                  <a:pt x="15944" y="112958"/>
                </a:lnTo>
                <a:lnTo>
                  <a:pt x="16512" y="113128"/>
                </a:lnTo>
                <a:lnTo>
                  <a:pt x="17099" y="113307"/>
                </a:lnTo>
                <a:lnTo>
                  <a:pt x="17706" y="113495"/>
                </a:lnTo>
                <a:lnTo>
                  <a:pt x="18334" y="113692"/>
                </a:lnTo>
                <a:lnTo>
                  <a:pt x="18982" y="113897"/>
                </a:lnTo>
                <a:lnTo>
                  <a:pt x="19630" y="114103"/>
                </a:lnTo>
                <a:lnTo>
                  <a:pt x="20260" y="114302"/>
                </a:lnTo>
                <a:lnTo>
                  <a:pt x="20870" y="114493"/>
                </a:lnTo>
                <a:lnTo>
                  <a:pt x="21463" y="114677"/>
                </a:lnTo>
                <a:lnTo>
                  <a:pt x="22036" y="114854"/>
                </a:lnTo>
                <a:lnTo>
                  <a:pt x="22591" y="115023"/>
                </a:lnTo>
                <a:lnTo>
                  <a:pt x="23127" y="115185"/>
                </a:lnTo>
                <a:lnTo>
                  <a:pt x="23645" y="115340"/>
                </a:lnTo>
                <a:lnTo>
                  <a:pt x="24144" y="115487"/>
                </a:lnTo>
                <a:lnTo>
                  <a:pt x="24624" y="115627"/>
                </a:lnTo>
                <a:lnTo>
                  <a:pt x="25085" y="115759"/>
                </a:lnTo>
                <a:lnTo>
                  <a:pt x="25528" y="115885"/>
                </a:lnTo>
                <a:lnTo>
                  <a:pt x="25952" y="116002"/>
                </a:lnTo>
                <a:lnTo>
                  <a:pt x="26357" y="116113"/>
                </a:lnTo>
                <a:lnTo>
                  <a:pt x="26744" y="116216"/>
                </a:lnTo>
                <a:lnTo>
                  <a:pt x="27112" y="116312"/>
                </a:lnTo>
                <a:lnTo>
                  <a:pt x="27461" y="116400"/>
                </a:lnTo>
                <a:lnTo>
                  <a:pt x="27792" y="116481"/>
                </a:lnTo>
                <a:lnTo>
                  <a:pt x="28104" y="116555"/>
                </a:lnTo>
                <a:lnTo>
                  <a:pt x="28397" y="116621"/>
                </a:lnTo>
                <a:lnTo>
                  <a:pt x="28672" y="116681"/>
                </a:lnTo>
                <a:lnTo>
                  <a:pt x="28927" y="116732"/>
                </a:lnTo>
                <a:lnTo>
                  <a:pt x="29165" y="116777"/>
                </a:lnTo>
                <a:lnTo>
                  <a:pt x="29383" y="116814"/>
                </a:lnTo>
                <a:lnTo>
                  <a:pt x="29735" y="116872"/>
                </a:lnTo>
                <a:lnTo>
                  <a:pt x="30088" y="116928"/>
                </a:lnTo>
                <a:lnTo>
                  <a:pt x="30444" y="116982"/>
                </a:lnTo>
                <a:lnTo>
                  <a:pt x="30802" y="117033"/>
                </a:lnTo>
                <a:lnTo>
                  <a:pt x="31161" y="117082"/>
                </a:lnTo>
                <a:lnTo>
                  <a:pt x="31523" y="117128"/>
                </a:lnTo>
                <a:lnTo>
                  <a:pt x="31887" y="117171"/>
                </a:lnTo>
                <a:lnTo>
                  <a:pt x="32252" y="117213"/>
                </a:lnTo>
                <a:lnTo>
                  <a:pt x="32620" y="117251"/>
                </a:lnTo>
                <a:lnTo>
                  <a:pt x="32989" y="117287"/>
                </a:lnTo>
                <a:lnTo>
                  <a:pt x="33360" y="117321"/>
                </a:lnTo>
                <a:lnTo>
                  <a:pt x="33734" y="117352"/>
                </a:lnTo>
                <a:lnTo>
                  <a:pt x="34109" y="117381"/>
                </a:lnTo>
                <a:lnTo>
                  <a:pt x="34486" y="117407"/>
                </a:lnTo>
                <a:lnTo>
                  <a:pt x="34866" y="117431"/>
                </a:lnTo>
                <a:lnTo>
                  <a:pt x="35247" y="117452"/>
                </a:lnTo>
                <a:lnTo>
                  <a:pt x="35630" y="117471"/>
                </a:lnTo>
                <a:lnTo>
                  <a:pt x="36015" y="117487"/>
                </a:lnTo>
                <a:lnTo>
                  <a:pt x="36403" y="117501"/>
                </a:lnTo>
                <a:lnTo>
                  <a:pt x="36792" y="117512"/>
                </a:lnTo>
                <a:lnTo>
                  <a:pt x="37183" y="117521"/>
                </a:lnTo>
                <a:lnTo>
                  <a:pt x="37576" y="117527"/>
                </a:lnTo>
                <a:lnTo>
                  <a:pt x="37971" y="117531"/>
                </a:lnTo>
                <a:lnTo>
                  <a:pt x="38368" y="117532"/>
                </a:lnTo>
                <a:lnTo>
                  <a:pt x="39626" y="117516"/>
                </a:lnTo>
                <a:lnTo>
                  <a:pt x="40866" y="117469"/>
                </a:lnTo>
                <a:lnTo>
                  <a:pt x="42086" y="117391"/>
                </a:lnTo>
                <a:lnTo>
                  <a:pt x="43286" y="117281"/>
                </a:lnTo>
                <a:lnTo>
                  <a:pt x="44468" y="117140"/>
                </a:lnTo>
                <a:lnTo>
                  <a:pt x="45630" y="116968"/>
                </a:lnTo>
                <a:lnTo>
                  <a:pt x="46773" y="116765"/>
                </a:lnTo>
                <a:lnTo>
                  <a:pt x="47897" y="116530"/>
                </a:lnTo>
                <a:lnTo>
                  <a:pt x="49001" y="116264"/>
                </a:lnTo>
                <a:lnTo>
                  <a:pt x="50087" y="115966"/>
                </a:lnTo>
                <a:lnTo>
                  <a:pt x="51153" y="115638"/>
                </a:lnTo>
                <a:lnTo>
                  <a:pt x="52199" y="115277"/>
                </a:lnTo>
                <a:lnTo>
                  <a:pt x="53227" y="114886"/>
                </a:lnTo>
                <a:lnTo>
                  <a:pt x="54235" y="114463"/>
                </a:lnTo>
                <a:lnTo>
                  <a:pt x="55224" y="114009"/>
                </a:lnTo>
                <a:lnTo>
                  <a:pt x="56194" y="113524"/>
                </a:lnTo>
                <a:lnTo>
                  <a:pt x="57144" y="113007"/>
                </a:lnTo>
                <a:lnTo>
                  <a:pt x="58075" y="112459"/>
                </a:lnTo>
                <a:lnTo>
                  <a:pt x="58987" y="111880"/>
                </a:lnTo>
                <a:lnTo>
                  <a:pt x="59880" y="111270"/>
                </a:lnTo>
                <a:lnTo>
                  <a:pt x="60754" y="110628"/>
                </a:lnTo>
                <a:lnTo>
                  <a:pt x="61608" y="109954"/>
                </a:lnTo>
                <a:lnTo>
                  <a:pt x="62443" y="109250"/>
                </a:lnTo>
                <a:lnTo>
                  <a:pt x="63258" y="108514"/>
                </a:lnTo>
                <a:lnTo>
                  <a:pt x="64048" y="107756"/>
                </a:lnTo>
                <a:lnTo>
                  <a:pt x="64803" y="106987"/>
                </a:lnTo>
                <a:lnTo>
                  <a:pt x="65525" y="106205"/>
                </a:lnTo>
                <a:lnTo>
                  <a:pt x="66214" y="105412"/>
                </a:lnTo>
                <a:lnTo>
                  <a:pt x="66869" y="104607"/>
                </a:lnTo>
                <a:lnTo>
                  <a:pt x="67490" y="103789"/>
                </a:lnTo>
                <a:lnTo>
                  <a:pt x="68078" y="102960"/>
                </a:lnTo>
                <a:lnTo>
                  <a:pt x="68632" y="102119"/>
                </a:lnTo>
                <a:lnTo>
                  <a:pt x="69153" y="101266"/>
                </a:lnTo>
                <a:lnTo>
                  <a:pt x="69640" y="100401"/>
                </a:lnTo>
                <a:lnTo>
                  <a:pt x="70093" y="99524"/>
                </a:lnTo>
                <a:lnTo>
                  <a:pt x="70513" y="98635"/>
                </a:lnTo>
                <a:lnTo>
                  <a:pt x="70899" y="97734"/>
                </a:lnTo>
                <a:lnTo>
                  <a:pt x="71252" y="96822"/>
                </a:lnTo>
                <a:lnTo>
                  <a:pt x="71571" y="95897"/>
                </a:lnTo>
                <a:lnTo>
                  <a:pt x="71857" y="94960"/>
                </a:lnTo>
                <a:lnTo>
                  <a:pt x="72108" y="94012"/>
                </a:lnTo>
                <a:lnTo>
                  <a:pt x="72327" y="93051"/>
                </a:lnTo>
                <a:lnTo>
                  <a:pt x="72511" y="92079"/>
                </a:lnTo>
                <a:lnTo>
                  <a:pt x="72663" y="91095"/>
                </a:lnTo>
                <a:lnTo>
                  <a:pt x="72780" y="90099"/>
                </a:lnTo>
                <a:lnTo>
                  <a:pt x="72864" y="89090"/>
                </a:lnTo>
                <a:lnTo>
                  <a:pt x="72914" y="88070"/>
                </a:lnTo>
                <a:lnTo>
                  <a:pt x="72931" y="87038"/>
                </a:lnTo>
                <a:lnTo>
                  <a:pt x="72926" y="86493"/>
                </a:lnTo>
                <a:lnTo>
                  <a:pt x="72910" y="85950"/>
                </a:lnTo>
                <a:lnTo>
                  <a:pt x="72884" y="85409"/>
                </a:lnTo>
                <a:lnTo>
                  <a:pt x="72847" y="84870"/>
                </a:lnTo>
                <a:lnTo>
                  <a:pt x="72800" y="84333"/>
                </a:lnTo>
                <a:lnTo>
                  <a:pt x="72742" y="83798"/>
                </a:lnTo>
                <a:lnTo>
                  <a:pt x="72673" y="83265"/>
                </a:lnTo>
                <a:lnTo>
                  <a:pt x="72594" y="82734"/>
                </a:lnTo>
                <a:lnTo>
                  <a:pt x="72504" y="82205"/>
                </a:lnTo>
                <a:lnTo>
                  <a:pt x="72404" y="81677"/>
                </a:lnTo>
                <a:lnTo>
                  <a:pt x="72294" y="81152"/>
                </a:lnTo>
                <a:lnTo>
                  <a:pt x="72172" y="80629"/>
                </a:lnTo>
                <a:lnTo>
                  <a:pt x="72041" y="80107"/>
                </a:lnTo>
                <a:lnTo>
                  <a:pt x="71898" y="79588"/>
                </a:lnTo>
                <a:lnTo>
                  <a:pt x="71746" y="79070"/>
                </a:lnTo>
                <a:lnTo>
                  <a:pt x="71582" y="78555"/>
                </a:lnTo>
                <a:lnTo>
                  <a:pt x="71408" y="78041"/>
                </a:lnTo>
                <a:lnTo>
                  <a:pt x="71224" y="77530"/>
                </a:lnTo>
                <a:lnTo>
                  <a:pt x="71029" y="77020"/>
                </a:lnTo>
                <a:lnTo>
                  <a:pt x="70823" y="76513"/>
                </a:lnTo>
                <a:lnTo>
                  <a:pt x="70607" y="76007"/>
                </a:lnTo>
                <a:lnTo>
                  <a:pt x="70381" y="75504"/>
                </a:lnTo>
                <a:lnTo>
                  <a:pt x="70144" y="75002"/>
                </a:lnTo>
                <a:lnTo>
                  <a:pt x="69896" y="74502"/>
                </a:lnTo>
                <a:lnTo>
                  <a:pt x="69638" y="74006"/>
                </a:lnTo>
                <a:lnTo>
                  <a:pt x="69372" y="73515"/>
                </a:lnTo>
                <a:lnTo>
                  <a:pt x="69097" y="73030"/>
                </a:lnTo>
                <a:lnTo>
                  <a:pt x="68812" y="72550"/>
                </a:lnTo>
                <a:lnTo>
                  <a:pt x="68519" y="72076"/>
                </a:lnTo>
                <a:lnTo>
                  <a:pt x="68216" y="71607"/>
                </a:lnTo>
                <a:lnTo>
                  <a:pt x="67905" y="71144"/>
                </a:lnTo>
                <a:lnTo>
                  <a:pt x="67584" y="70686"/>
                </a:lnTo>
                <a:lnTo>
                  <a:pt x="67255" y="70234"/>
                </a:lnTo>
                <a:lnTo>
                  <a:pt x="66917" y="69787"/>
                </a:lnTo>
                <a:lnTo>
                  <a:pt x="66569" y="69346"/>
                </a:lnTo>
                <a:lnTo>
                  <a:pt x="66213" y="68910"/>
                </a:lnTo>
                <a:lnTo>
                  <a:pt x="65847" y="68480"/>
                </a:lnTo>
                <a:lnTo>
                  <a:pt x="65473" y="68055"/>
                </a:lnTo>
                <a:lnTo>
                  <a:pt x="65090" y="67635"/>
                </a:lnTo>
                <a:lnTo>
                  <a:pt x="64697" y="67222"/>
                </a:lnTo>
                <a:lnTo>
                  <a:pt x="64296" y="66813"/>
                </a:lnTo>
                <a:lnTo>
                  <a:pt x="63886" y="66410"/>
                </a:lnTo>
                <a:lnTo>
                  <a:pt x="63466" y="66013"/>
                </a:lnTo>
                <a:lnTo>
                  <a:pt x="63038" y="65621"/>
                </a:lnTo>
                <a:lnTo>
                  <a:pt x="62601" y="65235"/>
                </a:lnTo>
                <a:lnTo>
                  <a:pt x="62154" y="64854"/>
                </a:lnTo>
                <a:lnTo>
                  <a:pt x="61699" y="64478"/>
                </a:lnTo>
                <a:lnTo>
                  <a:pt x="61235" y="64108"/>
                </a:lnTo>
                <a:lnTo>
                  <a:pt x="60749" y="63734"/>
                </a:lnTo>
                <a:lnTo>
                  <a:pt x="60229" y="63347"/>
                </a:lnTo>
                <a:lnTo>
                  <a:pt x="59676" y="62946"/>
                </a:lnTo>
                <a:lnTo>
                  <a:pt x="59089" y="62532"/>
                </a:lnTo>
                <a:lnTo>
                  <a:pt x="58467" y="62105"/>
                </a:lnTo>
                <a:lnTo>
                  <a:pt x="57812" y="61664"/>
                </a:lnTo>
                <a:lnTo>
                  <a:pt x="57123" y="61210"/>
                </a:lnTo>
                <a:lnTo>
                  <a:pt x="56401" y="60742"/>
                </a:lnTo>
                <a:lnTo>
                  <a:pt x="55644" y="60262"/>
                </a:lnTo>
                <a:lnTo>
                  <a:pt x="54853" y="59768"/>
                </a:lnTo>
                <a:lnTo>
                  <a:pt x="54029" y="59260"/>
                </a:lnTo>
                <a:lnTo>
                  <a:pt x="53171" y="58739"/>
                </a:lnTo>
                <a:lnTo>
                  <a:pt x="52278" y="58205"/>
                </a:lnTo>
                <a:lnTo>
                  <a:pt x="51352" y="57658"/>
                </a:lnTo>
                <a:lnTo>
                  <a:pt x="50393" y="57097"/>
                </a:lnTo>
                <a:lnTo>
                  <a:pt x="49399" y="56523"/>
                </a:lnTo>
                <a:lnTo>
                  <a:pt x="48371" y="55936"/>
                </a:lnTo>
                <a:lnTo>
                  <a:pt x="47310" y="55335"/>
                </a:lnTo>
                <a:lnTo>
                  <a:pt x="46214" y="54721"/>
                </a:lnTo>
                <a:lnTo>
                  <a:pt x="45085" y="54093"/>
                </a:lnTo>
                <a:lnTo>
                  <a:pt x="43922" y="53453"/>
                </a:lnTo>
                <a:lnTo>
                  <a:pt x="42725" y="52799"/>
                </a:lnTo>
                <a:lnTo>
                  <a:pt x="41494" y="52131"/>
                </a:lnTo>
                <a:lnTo>
                  <a:pt x="40230" y="51451"/>
                </a:lnTo>
                <a:lnTo>
                  <a:pt x="38682" y="50615"/>
                </a:lnTo>
                <a:lnTo>
                  <a:pt x="37182" y="49794"/>
                </a:lnTo>
                <a:lnTo>
                  <a:pt x="35731" y="48986"/>
                </a:lnTo>
                <a:lnTo>
                  <a:pt x="34327" y="48193"/>
                </a:lnTo>
                <a:lnTo>
                  <a:pt x="32972" y="47413"/>
                </a:lnTo>
                <a:lnTo>
                  <a:pt x="31665" y="46648"/>
                </a:lnTo>
                <a:lnTo>
                  <a:pt x="30405" y="45897"/>
                </a:lnTo>
                <a:lnTo>
                  <a:pt x="29194" y="45159"/>
                </a:lnTo>
                <a:lnTo>
                  <a:pt x="28031" y="44436"/>
                </a:lnTo>
                <a:lnTo>
                  <a:pt x="26916" y="43727"/>
                </a:lnTo>
                <a:lnTo>
                  <a:pt x="25849" y="43032"/>
                </a:lnTo>
                <a:lnTo>
                  <a:pt x="24830" y="42351"/>
                </a:lnTo>
                <a:lnTo>
                  <a:pt x="23859" y="41683"/>
                </a:lnTo>
                <a:lnTo>
                  <a:pt x="22936" y="41030"/>
                </a:lnTo>
                <a:lnTo>
                  <a:pt x="22061" y="40391"/>
                </a:lnTo>
                <a:lnTo>
                  <a:pt x="21235" y="39766"/>
                </a:lnTo>
                <a:lnTo>
                  <a:pt x="20456" y="39155"/>
                </a:lnTo>
                <a:lnTo>
                  <a:pt x="19725" y="38559"/>
                </a:lnTo>
                <a:lnTo>
                  <a:pt x="19043" y="37976"/>
                </a:lnTo>
                <a:lnTo>
                  <a:pt x="18408" y="37407"/>
                </a:lnTo>
                <a:lnTo>
                  <a:pt x="17822" y="36852"/>
                </a:lnTo>
                <a:lnTo>
                  <a:pt x="17283" y="36311"/>
                </a:lnTo>
                <a:lnTo>
                  <a:pt x="16793" y="35784"/>
                </a:lnTo>
                <a:lnTo>
                  <a:pt x="16351" y="35272"/>
                </a:lnTo>
                <a:lnTo>
                  <a:pt x="16067" y="34927"/>
                </a:lnTo>
                <a:lnTo>
                  <a:pt x="15795" y="34578"/>
                </a:lnTo>
                <a:lnTo>
                  <a:pt x="15535" y="34227"/>
                </a:lnTo>
                <a:lnTo>
                  <a:pt x="15287" y="33873"/>
                </a:lnTo>
                <a:lnTo>
                  <a:pt x="15052" y="33515"/>
                </a:lnTo>
                <a:lnTo>
                  <a:pt x="14828" y="33154"/>
                </a:lnTo>
                <a:lnTo>
                  <a:pt x="14617" y="32791"/>
                </a:lnTo>
                <a:lnTo>
                  <a:pt x="14417" y="32424"/>
                </a:lnTo>
                <a:lnTo>
                  <a:pt x="14230" y="32054"/>
                </a:lnTo>
                <a:lnTo>
                  <a:pt x="14055" y="31681"/>
                </a:lnTo>
                <a:lnTo>
                  <a:pt x="13891" y="31305"/>
                </a:lnTo>
                <a:lnTo>
                  <a:pt x="13740" y="30925"/>
                </a:lnTo>
                <a:lnTo>
                  <a:pt x="13601" y="30543"/>
                </a:lnTo>
                <a:lnTo>
                  <a:pt x="13475" y="30158"/>
                </a:lnTo>
                <a:lnTo>
                  <a:pt x="13360" y="29769"/>
                </a:lnTo>
                <a:lnTo>
                  <a:pt x="13257" y="29377"/>
                </a:lnTo>
                <a:lnTo>
                  <a:pt x="13166" y="28983"/>
                </a:lnTo>
                <a:lnTo>
                  <a:pt x="13088" y="28585"/>
                </a:lnTo>
                <a:lnTo>
                  <a:pt x="13021" y="28184"/>
                </a:lnTo>
                <a:lnTo>
                  <a:pt x="12967" y="27780"/>
                </a:lnTo>
                <a:lnTo>
                  <a:pt x="12925" y="27373"/>
                </a:lnTo>
                <a:lnTo>
                  <a:pt x="12894" y="26962"/>
                </a:lnTo>
                <a:lnTo>
                  <a:pt x="12876" y="26549"/>
                </a:lnTo>
                <a:lnTo>
                  <a:pt x="12870" y="26133"/>
                </a:lnTo>
                <a:lnTo>
                  <a:pt x="12880" y="25589"/>
                </a:lnTo>
                <a:lnTo>
                  <a:pt x="12908" y="25050"/>
                </a:lnTo>
                <a:lnTo>
                  <a:pt x="12956" y="24517"/>
                </a:lnTo>
                <a:lnTo>
                  <a:pt x="13023" y="23988"/>
                </a:lnTo>
                <a:lnTo>
                  <a:pt x="13109" y="23464"/>
                </a:lnTo>
                <a:lnTo>
                  <a:pt x="13214" y="22945"/>
                </a:lnTo>
                <a:lnTo>
                  <a:pt x="13338" y="22431"/>
                </a:lnTo>
                <a:lnTo>
                  <a:pt x="13482" y="21922"/>
                </a:lnTo>
                <a:lnTo>
                  <a:pt x="13644" y="21418"/>
                </a:lnTo>
                <a:lnTo>
                  <a:pt x="13826" y="20919"/>
                </a:lnTo>
                <a:lnTo>
                  <a:pt x="14027" y="20425"/>
                </a:lnTo>
                <a:lnTo>
                  <a:pt x="14246" y="19935"/>
                </a:lnTo>
                <a:lnTo>
                  <a:pt x="14485" y="19451"/>
                </a:lnTo>
                <a:lnTo>
                  <a:pt x="14743" y="18971"/>
                </a:lnTo>
                <a:lnTo>
                  <a:pt x="15020" y="18497"/>
                </a:lnTo>
                <a:lnTo>
                  <a:pt x="15317" y="18027"/>
                </a:lnTo>
                <a:lnTo>
                  <a:pt x="15632" y="17562"/>
                </a:lnTo>
                <a:lnTo>
                  <a:pt x="15966" y="17102"/>
                </a:lnTo>
                <a:lnTo>
                  <a:pt x="16320" y="16647"/>
                </a:lnTo>
                <a:lnTo>
                  <a:pt x="16693" y="16197"/>
                </a:lnTo>
                <a:lnTo>
                  <a:pt x="17084" y="15752"/>
                </a:lnTo>
                <a:lnTo>
                  <a:pt x="17495" y="15312"/>
                </a:lnTo>
                <a:lnTo>
                  <a:pt x="17925" y="14876"/>
                </a:lnTo>
                <a:lnTo>
                  <a:pt x="18374" y="14446"/>
                </a:lnTo>
                <a:lnTo>
                  <a:pt x="18838" y="14027"/>
                </a:lnTo>
                <a:lnTo>
                  <a:pt x="19312" y="13626"/>
                </a:lnTo>
                <a:lnTo>
                  <a:pt x="19796" y="13242"/>
                </a:lnTo>
                <a:lnTo>
                  <a:pt x="20290" y="12876"/>
                </a:lnTo>
                <a:lnTo>
                  <a:pt x="20794" y="12528"/>
                </a:lnTo>
                <a:lnTo>
                  <a:pt x="21309" y="12198"/>
                </a:lnTo>
                <a:lnTo>
                  <a:pt x="21833" y="11886"/>
                </a:lnTo>
                <a:lnTo>
                  <a:pt x="22368" y="11592"/>
                </a:lnTo>
                <a:lnTo>
                  <a:pt x="22912" y="11315"/>
                </a:lnTo>
                <a:lnTo>
                  <a:pt x="23467" y="11057"/>
                </a:lnTo>
                <a:lnTo>
                  <a:pt x="24032" y="10816"/>
                </a:lnTo>
                <a:lnTo>
                  <a:pt x="24607" y="10593"/>
                </a:lnTo>
                <a:lnTo>
                  <a:pt x="25192" y="10388"/>
                </a:lnTo>
                <a:lnTo>
                  <a:pt x="25788" y="10201"/>
                </a:lnTo>
                <a:lnTo>
                  <a:pt x="26393" y="10031"/>
                </a:lnTo>
                <a:lnTo>
                  <a:pt x="27009" y="9879"/>
                </a:lnTo>
                <a:lnTo>
                  <a:pt x="27634" y="9746"/>
                </a:lnTo>
                <a:lnTo>
                  <a:pt x="28270" y="9630"/>
                </a:lnTo>
                <a:lnTo>
                  <a:pt x="28916" y="9532"/>
                </a:lnTo>
                <a:lnTo>
                  <a:pt x="29572" y="9451"/>
                </a:lnTo>
                <a:lnTo>
                  <a:pt x="30238" y="9389"/>
                </a:lnTo>
                <a:lnTo>
                  <a:pt x="30914" y="9344"/>
                </a:lnTo>
                <a:lnTo>
                  <a:pt x="31601" y="9318"/>
                </a:lnTo>
                <a:lnTo>
                  <a:pt x="32297" y="9309"/>
                </a:lnTo>
                <a:lnTo>
                  <a:pt x="32917" y="9315"/>
                </a:lnTo>
                <a:lnTo>
                  <a:pt x="33535" y="9335"/>
                </a:lnTo>
                <a:lnTo>
                  <a:pt x="34151" y="9368"/>
                </a:lnTo>
                <a:lnTo>
                  <a:pt x="34766" y="9414"/>
                </a:lnTo>
                <a:lnTo>
                  <a:pt x="35379" y="9474"/>
                </a:lnTo>
                <a:lnTo>
                  <a:pt x="35990" y="9546"/>
                </a:lnTo>
                <a:lnTo>
                  <a:pt x="36600" y="9632"/>
                </a:lnTo>
                <a:lnTo>
                  <a:pt x="37208" y="9731"/>
                </a:lnTo>
                <a:lnTo>
                  <a:pt x="37814" y="9844"/>
                </a:lnTo>
                <a:lnTo>
                  <a:pt x="38418" y="9969"/>
                </a:lnTo>
                <a:lnTo>
                  <a:pt x="39021" y="10108"/>
                </a:lnTo>
                <a:lnTo>
                  <a:pt x="39622" y="10260"/>
                </a:lnTo>
                <a:lnTo>
                  <a:pt x="40222" y="10425"/>
                </a:lnTo>
                <a:lnTo>
                  <a:pt x="40820" y="10603"/>
                </a:lnTo>
                <a:lnTo>
                  <a:pt x="41416" y="10795"/>
                </a:lnTo>
                <a:lnTo>
                  <a:pt x="42010" y="11000"/>
                </a:lnTo>
                <a:lnTo>
                  <a:pt x="42603" y="11217"/>
                </a:lnTo>
                <a:lnTo>
                  <a:pt x="43194" y="11449"/>
                </a:lnTo>
                <a:lnTo>
                  <a:pt x="43784" y="11693"/>
                </a:lnTo>
                <a:lnTo>
                  <a:pt x="44371" y="11951"/>
                </a:lnTo>
                <a:lnTo>
                  <a:pt x="44957" y="12221"/>
                </a:lnTo>
                <a:lnTo>
                  <a:pt x="45542" y="12505"/>
                </a:lnTo>
                <a:lnTo>
                  <a:pt x="46124" y="12803"/>
                </a:lnTo>
                <a:lnTo>
                  <a:pt x="46705" y="13113"/>
                </a:lnTo>
                <a:lnTo>
                  <a:pt x="47280" y="13435"/>
                </a:lnTo>
                <a:lnTo>
                  <a:pt x="47843" y="13766"/>
                </a:lnTo>
                <a:lnTo>
                  <a:pt x="48396" y="14106"/>
                </a:lnTo>
                <a:lnTo>
                  <a:pt x="48937" y="14455"/>
                </a:lnTo>
                <a:lnTo>
                  <a:pt x="49467" y="14814"/>
                </a:lnTo>
                <a:lnTo>
                  <a:pt x="49986" y="15182"/>
                </a:lnTo>
                <a:lnTo>
                  <a:pt x="50494" y="15560"/>
                </a:lnTo>
                <a:lnTo>
                  <a:pt x="50991" y="15946"/>
                </a:lnTo>
                <a:lnTo>
                  <a:pt x="51476" y="16342"/>
                </a:lnTo>
                <a:lnTo>
                  <a:pt x="51951" y="16747"/>
                </a:lnTo>
                <a:lnTo>
                  <a:pt x="52415" y="17162"/>
                </a:lnTo>
                <a:lnTo>
                  <a:pt x="52867" y="17585"/>
                </a:lnTo>
                <a:lnTo>
                  <a:pt x="53308" y="18018"/>
                </a:lnTo>
                <a:lnTo>
                  <a:pt x="53739" y="18460"/>
                </a:lnTo>
                <a:lnTo>
                  <a:pt x="54158" y="18912"/>
                </a:lnTo>
                <a:lnTo>
                  <a:pt x="54566" y="19373"/>
                </a:lnTo>
                <a:lnTo>
                  <a:pt x="54963" y="19843"/>
                </a:lnTo>
                <a:lnTo>
                  <a:pt x="55349" y="20322"/>
                </a:lnTo>
                <a:lnTo>
                  <a:pt x="55723" y="20811"/>
                </a:lnTo>
                <a:lnTo>
                  <a:pt x="56087" y="21309"/>
                </a:lnTo>
                <a:lnTo>
                  <a:pt x="56439" y="21816"/>
                </a:lnTo>
                <a:lnTo>
                  <a:pt x="56781" y="22332"/>
                </a:lnTo>
                <a:lnTo>
                  <a:pt x="57111" y="22858"/>
                </a:lnTo>
                <a:lnTo>
                  <a:pt x="57430" y="23393"/>
                </a:lnTo>
                <a:lnTo>
                  <a:pt x="57740" y="23940"/>
                </a:lnTo>
                <a:lnTo>
                  <a:pt x="58042" y="24503"/>
                </a:lnTo>
                <a:lnTo>
                  <a:pt x="58335" y="25082"/>
                </a:lnTo>
                <a:lnTo>
                  <a:pt x="58621" y="25675"/>
                </a:lnTo>
                <a:lnTo>
                  <a:pt x="58899" y="26284"/>
                </a:lnTo>
                <a:lnTo>
                  <a:pt x="59168" y="26909"/>
                </a:lnTo>
                <a:lnTo>
                  <a:pt x="59430" y="27549"/>
                </a:lnTo>
                <a:lnTo>
                  <a:pt x="59683" y="28205"/>
                </a:lnTo>
                <a:lnTo>
                  <a:pt x="59929" y="28876"/>
                </a:lnTo>
                <a:lnTo>
                  <a:pt x="60166" y="29562"/>
                </a:lnTo>
                <a:lnTo>
                  <a:pt x="60396" y="30264"/>
                </a:lnTo>
                <a:lnTo>
                  <a:pt x="60618" y="30982"/>
                </a:lnTo>
                <a:lnTo>
                  <a:pt x="60831" y="31714"/>
                </a:lnTo>
                <a:lnTo>
                  <a:pt x="61037" y="32463"/>
                </a:lnTo>
                <a:lnTo>
                  <a:pt x="61234" y="33227"/>
                </a:lnTo>
                <a:lnTo>
                  <a:pt x="61424" y="34006"/>
                </a:lnTo>
                <a:lnTo>
                  <a:pt x="61605" y="34801"/>
                </a:lnTo>
                <a:lnTo>
                  <a:pt x="61779" y="35611"/>
                </a:lnTo>
                <a:lnTo>
                  <a:pt x="61944" y="36436"/>
                </a:lnTo>
                <a:lnTo>
                  <a:pt x="62102" y="37277"/>
                </a:lnTo>
                <a:lnTo>
                  <a:pt x="62251" y="38134"/>
                </a:lnTo>
                <a:lnTo>
                  <a:pt x="62392" y="39006"/>
                </a:lnTo>
                <a:lnTo>
                  <a:pt x="62526" y="39893"/>
                </a:lnTo>
                <a:lnTo>
                  <a:pt x="62651" y="40796"/>
                </a:lnTo>
                <a:lnTo>
                  <a:pt x="65646" y="40796"/>
                </a:lnTo>
                <a:lnTo>
                  <a:pt x="65646" y="2914"/>
                </a:lnTo>
                <a:lnTo>
                  <a:pt x="62651" y="2914"/>
                </a:lnTo>
                <a:lnTo>
                  <a:pt x="62583" y="3227"/>
                </a:lnTo>
                <a:lnTo>
                  <a:pt x="62513" y="3530"/>
                </a:lnTo>
                <a:lnTo>
                  <a:pt x="62441" y="3825"/>
                </a:lnTo>
                <a:lnTo>
                  <a:pt x="62367" y="4111"/>
                </a:lnTo>
                <a:close/>
                <a:moveTo>
                  <a:pt x="341608" y="48190"/>
                </a:moveTo>
                <a:lnTo>
                  <a:pt x="342798" y="48275"/>
                </a:lnTo>
                <a:lnTo>
                  <a:pt x="343966" y="48370"/>
                </a:lnTo>
                <a:lnTo>
                  <a:pt x="345112" y="48476"/>
                </a:lnTo>
                <a:lnTo>
                  <a:pt x="346236" y="48592"/>
                </a:lnTo>
                <a:lnTo>
                  <a:pt x="347338" y="48720"/>
                </a:lnTo>
                <a:lnTo>
                  <a:pt x="348417" y="48858"/>
                </a:lnTo>
                <a:lnTo>
                  <a:pt x="349474" y="49006"/>
                </a:lnTo>
                <a:lnTo>
                  <a:pt x="350509" y="49166"/>
                </a:lnTo>
                <a:lnTo>
                  <a:pt x="351522" y="49336"/>
                </a:lnTo>
                <a:lnTo>
                  <a:pt x="352513" y="49517"/>
                </a:lnTo>
                <a:lnTo>
                  <a:pt x="353481" y="49708"/>
                </a:lnTo>
                <a:lnTo>
                  <a:pt x="354427" y="49910"/>
                </a:lnTo>
                <a:lnTo>
                  <a:pt x="355351" y="50123"/>
                </a:lnTo>
                <a:lnTo>
                  <a:pt x="356253" y="50346"/>
                </a:lnTo>
                <a:lnTo>
                  <a:pt x="357133" y="50580"/>
                </a:lnTo>
                <a:lnTo>
                  <a:pt x="357990" y="50825"/>
                </a:lnTo>
                <a:lnTo>
                  <a:pt x="358825" y="51081"/>
                </a:lnTo>
                <a:lnTo>
                  <a:pt x="359638" y="51347"/>
                </a:lnTo>
                <a:lnTo>
                  <a:pt x="360429" y="51624"/>
                </a:lnTo>
                <a:lnTo>
                  <a:pt x="361198" y="51911"/>
                </a:lnTo>
                <a:lnTo>
                  <a:pt x="361944" y="52209"/>
                </a:lnTo>
                <a:lnTo>
                  <a:pt x="362873" y="52607"/>
                </a:lnTo>
                <a:lnTo>
                  <a:pt x="363785" y="53019"/>
                </a:lnTo>
                <a:lnTo>
                  <a:pt x="364681" y="53444"/>
                </a:lnTo>
                <a:lnTo>
                  <a:pt x="365559" y="53883"/>
                </a:lnTo>
                <a:lnTo>
                  <a:pt x="366421" y="54336"/>
                </a:lnTo>
                <a:lnTo>
                  <a:pt x="367266" y="54802"/>
                </a:lnTo>
                <a:lnTo>
                  <a:pt x="368094" y="55282"/>
                </a:lnTo>
                <a:lnTo>
                  <a:pt x="368905" y="55775"/>
                </a:lnTo>
                <a:lnTo>
                  <a:pt x="369699" y="56283"/>
                </a:lnTo>
                <a:lnTo>
                  <a:pt x="370477" y="56803"/>
                </a:lnTo>
                <a:lnTo>
                  <a:pt x="371237" y="57338"/>
                </a:lnTo>
                <a:lnTo>
                  <a:pt x="371981" y="57886"/>
                </a:lnTo>
                <a:lnTo>
                  <a:pt x="372708" y="58447"/>
                </a:lnTo>
                <a:lnTo>
                  <a:pt x="373418" y="59023"/>
                </a:lnTo>
                <a:lnTo>
                  <a:pt x="374111" y="59611"/>
                </a:lnTo>
                <a:lnTo>
                  <a:pt x="374787" y="60214"/>
                </a:lnTo>
                <a:lnTo>
                  <a:pt x="375447" y="60830"/>
                </a:lnTo>
                <a:lnTo>
                  <a:pt x="376089" y="61460"/>
                </a:lnTo>
                <a:lnTo>
                  <a:pt x="376715" y="62103"/>
                </a:lnTo>
                <a:lnTo>
                  <a:pt x="377323" y="62760"/>
                </a:lnTo>
                <a:lnTo>
                  <a:pt x="377915" y="63431"/>
                </a:lnTo>
                <a:lnTo>
                  <a:pt x="378490" y="64115"/>
                </a:lnTo>
                <a:lnTo>
                  <a:pt x="379049" y="64813"/>
                </a:lnTo>
                <a:lnTo>
                  <a:pt x="379590" y="65525"/>
                </a:lnTo>
                <a:lnTo>
                  <a:pt x="380112" y="66246"/>
                </a:lnTo>
                <a:lnTo>
                  <a:pt x="380611" y="66971"/>
                </a:lnTo>
                <a:lnTo>
                  <a:pt x="381089" y="67701"/>
                </a:lnTo>
                <a:lnTo>
                  <a:pt x="381544" y="68435"/>
                </a:lnTo>
                <a:lnTo>
                  <a:pt x="381977" y="69175"/>
                </a:lnTo>
                <a:lnTo>
                  <a:pt x="382388" y="69919"/>
                </a:lnTo>
                <a:lnTo>
                  <a:pt x="382776" y="70667"/>
                </a:lnTo>
                <a:lnTo>
                  <a:pt x="383142" y="71420"/>
                </a:lnTo>
                <a:lnTo>
                  <a:pt x="383487" y="72178"/>
                </a:lnTo>
                <a:lnTo>
                  <a:pt x="383809" y="72941"/>
                </a:lnTo>
                <a:lnTo>
                  <a:pt x="384108" y="73708"/>
                </a:lnTo>
                <a:lnTo>
                  <a:pt x="384386" y="74479"/>
                </a:lnTo>
                <a:lnTo>
                  <a:pt x="384641" y="75256"/>
                </a:lnTo>
                <a:lnTo>
                  <a:pt x="384874" y="76037"/>
                </a:lnTo>
                <a:lnTo>
                  <a:pt x="385085" y="76822"/>
                </a:lnTo>
                <a:lnTo>
                  <a:pt x="385274" y="77613"/>
                </a:lnTo>
                <a:lnTo>
                  <a:pt x="385441" y="78408"/>
                </a:lnTo>
                <a:lnTo>
                  <a:pt x="385585" y="79207"/>
                </a:lnTo>
                <a:lnTo>
                  <a:pt x="385707" y="80011"/>
                </a:lnTo>
                <a:lnTo>
                  <a:pt x="385807" y="80820"/>
                </a:lnTo>
                <a:lnTo>
                  <a:pt x="385885" y="81633"/>
                </a:lnTo>
                <a:lnTo>
                  <a:pt x="385940" y="82452"/>
                </a:lnTo>
                <a:lnTo>
                  <a:pt x="385973" y="83274"/>
                </a:lnTo>
                <a:lnTo>
                  <a:pt x="385985" y="84102"/>
                </a:lnTo>
                <a:lnTo>
                  <a:pt x="385972" y="84953"/>
                </a:lnTo>
                <a:lnTo>
                  <a:pt x="385935" y="85793"/>
                </a:lnTo>
                <a:lnTo>
                  <a:pt x="385873" y="86623"/>
                </a:lnTo>
                <a:lnTo>
                  <a:pt x="385786" y="87442"/>
                </a:lnTo>
                <a:lnTo>
                  <a:pt x="385674" y="88250"/>
                </a:lnTo>
                <a:lnTo>
                  <a:pt x="385537" y="89047"/>
                </a:lnTo>
                <a:lnTo>
                  <a:pt x="385375" y="89833"/>
                </a:lnTo>
                <a:lnTo>
                  <a:pt x="385189" y="90609"/>
                </a:lnTo>
                <a:lnTo>
                  <a:pt x="384977" y="91373"/>
                </a:lnTo>
                <a:lnTo>
                  <a:pt x="384741" y="92127"/>
                </a:lnTo>
                <a:lnTo>
                  <a:pt x="384480" y="92870"/>
                </a:lnTo>
                <a:lnTo>
                  <a:pt x="384194" y="93603"/>
                </a:lnTo>
                <a:lnTo>
                  <a:pt x="383883" y="94324"/>
                </a:lnTo>
                <a:lnTo>
                  <a:pt x="383547" y="95035"/>
                </a:lnTo>
                <a:lnTo>
                  <a:pt x="383186" y="95734"/>
                </a:lnTo>
                <a:lnTo>
                  <a:pt x="382801" y="96423"/>
                </a:lnTo>
                <a:lnTo>
                  <a:pt x="382390" y="97101"/>
                </a:lnTo>
                <a:lnTo>
                  <a:pt x="381955" y="97769"/>
                </a:lnTo>
                <a:lnTo>
                  <a:pt x="381495" y="98425"/>
                </a:lnTo>
                <a:lnTo>
                  <a:pt x="381010" y="99071"/>
                </a:lnTo>
                <a:lnTo>
                  <a:pt x="380500" y="99706"/>
                </a:lnTo>
                <a:lnTo>
                  <a:pt x="379965" y="100330"/>
                </a:lnTo>
                <a:lnTo>
                  <a:pt x="379405" y="100943"/>
                </a:lnTo>
                <a:lnTo>
                  <a:pt x="378821" y="101545"/>
                </a:lnTo>
                <a:lnTo>
                  <a:pt x="378220" y="102130"/>
                </a:lnTo>
                <a:lnTo>
                  <a:pt x="377611" y="102689"/>
                </a:lnTo>
                <a:lnTo>
                  <a:pt x="376994" y="103224"/>
                </a:lnTo>
                <a:lnTo>
                  <a:pt x="376369" y="103734"/>
                </a:lnTo>
                <a:lnTo>
                  <a:pt x="375736" y="104219"/>
                </a:lnTo>
                <a:lnTo>
                  <a:pt x="375095" y="104679"/>
                </a:lnTo>
                <a:lnTo>
                  <a:pt x="374446" y="105115"/>
                </a:lnTo>
                <a:lnTo>
                  <a:pt x="373789" y="105525"/>
                </a:lnTo>
                <a:lnTo>
                  <a:pt x="373124" y="105911"/>
                </a:lnTo>
                <a:lnTo>
                  <a:pt x="372451" y="106271"/>
                </a:lnTo>
                <a:lnTo>
                  <a:pt x="371770" y="106607"/>
                </a:lnTo>
                <a:lnTo>
                  <a:pt x="371081" y="106918"/>
                </a:lnTo>
                <a:lnTo>
                  <a:pt x="370383" y="107204"/>
                </a:lnTo>
                <a:lnTo>
                  <a:pt x="369678" y="107465"/>
                </a:lnTo>
                <a:lnTo>
                  <a:pt x="368965" y="107702"/>
                </a:lnTo>
                <a:lnTo>
                  <a:pt x="368244" y="107913"/>
                </a:lnTo>
                <a:lnTo>
                  <a:pt x="367515" y="108099"/>
                </a:lnTo>
                <a:lnTo>
                  <a:pt x="366778" y="108261"/>
                </a:lnTo>
                <a:lnTo>
                  <a:pt x="366033" y="108398"/>
                </a:lnTo>
                <a:lnTo>
                  <a:pt x="365279" y="108510"/>
                </a:lnTo>
                <a:lnTo>
                  <a:pt x="364518" y="108597"/>
                </a:lnTo>
                <a:lnTo>
                  <a:pt x="363749" y="108659"/>
                </a:lnTo>
                <a:lnTo>
                  <a:pt x="362972" y="108696"/>
                </a:lnTo>
                <a:lnTo>
                  <a:pt x="362187" y="108709"/>
                </a:lnTo>
                <a:lnTo>
                  <a:pt x="361668" y="108702"/>
                </a:lnTo>
                <a:lnTo>
                  <a:pt x="361149" y="108680"/>
                </a:lnTo>
                <a:lnTo>
                  <a:pt x="360631" y="108643"/>
                </a:lnTo>
                <a:lnTo>
                  <a:pt x="360114" y="108592"/>
                </a:lnTo>
                <a:lnTo>
                  <a:pt x="359597" y="108526"/>
                </a:lnTo>
                <a:lnTo>
                  <a:pt x="359080" y="108446"/>
                </a:lnTo>
                <a:lnTo>
                  <a:pt x="358565" y="108351"/>
                </a:lnTo>
                <a:lnTo>
                  <a:pt x="358050" y="108241"/>
                </a:lnTo>
                <a:lnTo>
                  <a:pt x="357535" y="108117"/>
                </a:lnTo>
                <a:lnTo>
                  <a:pt x="357021" y="107978"/>
                </a:lnTo>
                <a:lnTo>
                  <a:pt x="356507" y="107825"/>
                </a:lnTo>
                <a:lnTo>
                  <a:pt x="355994" y="107657"/>
                </a:lnTo>
                <a:lnTo>
                  <a:pt x="355482" y="107474"/>
                </a:lnTo>
                <a:lnTo>
                  <a:pt x="354970" y="107277"/>
                </a:lnTo>
                <a:lnTo>
                  <a:pt x="354459" y="107065"/>
                </a:lnTo>
                <a:lnTo>
                  <a:pt x="353948" y="106838"/>
                </a:lnTo>
                <a:lnTo>
                  <a:pt x="353438" y="106597"/>
                </a:lnTo>
                <a:lnTo>
                  <a:pt x="352929" y="106341"/>
                </a:lnTo>
                <a:lnTo>
                  <a:pt x="352420" y="106071"/>
                </a:lnTo>
                <a:lnTo>
                  <a:pt x="351911" y="105786"/>
                </a:lnTo>
                <a:lnTo>
                  <a:pt x="351403" y="105486"/>
                </a:lnTo>
                <a:lnTo>
                  <a:pt x="350896" y="105172"/>
                </a:lnTo>
                <a:lnTo>
                  <a:pt x="350389" y="104843"/>
                </a:lnTo>
                <a:lnTo>
                  <a:pt x="349883" y="104500"/>
                </a:lnTo>
                <a:lnTo>
                  <a:pt x="349570" y="104281"/>
                </a:lnTo>
                <a:lnTo>
                  <a:pt x="349265" y="104069"/>
                </a:lnTo>
                <a:lnTo>
                  <a:pt x="348967" y="103864"/>
                </a:lnTo>
                <a:lnTo>
                  <a:pt x="348677" y="103666"/>
                </a:lnTo>
                <a:lnTo>
                  <a:pt x="348395" y="103475"/>
                </a:lnTo>
                <a:lnTo>
                  <a:pt x="348120" y="103291"/>
                </a:lnTo>
                <a:lnTo>
                  <a:pt x="347853" y="103114"/>
                </a:lnTo>
                <a:lnTo>
                  <a:pt x="347594" y="102944"/>
                </a:lnTo>
                <a:lnTo>
                  <a:pt x="347343" y="102781"/>
                </a:lnTo>
                <a:lnTo>
                  <a:pt x="347099" y="102625"/>
                </a:lnTo>
                <a:lnTo>
                  <a:pt x="346863" y="102476"/>
                </a:lnTo>
                <a:lnTo>
                  <a:pt x="346635" y="102334"/>
                </a:lnTo>
                <a:lnTo>
                  <a:pt x="346415" y="102200"/>
                </a:lnTo>
                <a:lnTo>
                  <a:pt x="346202" y="102072"/>
                </a:lnTo>
                <a:lnTo>
                  <a:pt x="345997" y="101951"/>
                </a:lnTo>
                <a:lnTo>
                  <a:pt x="345800" y="101838"/>
                </a:lnTo>
                <a:lnTo>
                  <a:pt x="345610" y="101731"/>
                </a:lnTo>
                <a:lnTo>
                  <a:pt x="345429" y="101631"/>
                </a:lnTo>
                <a:lnTo>
                  <a:pt x="345255" y="101539"/>
                </a:lnTo>
                <a:lnTo>
                  <a:pt x="345088" y="101453"/>
                </a:lnTo>
                <a:lnTo>
                  <a:pt x="344930" y="101375"/>
                </a:lnTo>
                <a:lnTo>
                  <a:pt x="344779" y="101303"/>
                </a:lnTo>
                <a:lnTo>
                  <a:pt x="344636" y="101239"/>
                </a:lnTo>
                <a:lnTo>
                  <a:pt x="344500" y="101181"/>
                </a:lnTo>
                <a:lnTo>
                  <a:pt x="344368" y="101128"/>
                </a:lnTo>
                <a:lnTo>
                  <a:pt x="344234" y="101078"/>
                </a:lnTo>
                <a:lnTo>
                  <a:pt x="344097" y="101029"/>
                </a:lnTo>
                <a:lnTo>
                  <a:pt x="343960" y="100983"/>
                </a:lnTo>
                <a:lnTo>
                  <a:pt x="343820" y="100939"/>
                </a:lnTo>
                <a:lnTo>
                  <a:pt x="343678" y="100898"/>
                </a:lnTo>
                <a:lnTo>
                  <a:pt x="343535" y="100858"/>
                </a:lnTo>
                <a:lnTo>
                  <a:pt x="343390" y="100821"/>
                </a:lnTo>
                <a:lnTo>
                  <a:pt x="343242" y="100786"/>
                </a:lnTo>
                <a:lnTo>
                  <a:pt x="343094" y="100754"/>
                </a:lnTo>
                <a:lnTo>
                  <a:pt x="342943" y="100723"/>
                </a:lnTo>
                <a:lnTo>
                  <a:pt x="342790" y="100695"/>
                </a:lnTo>
                <a:lnTo>
                  <a:pt x="342636" y="100670"/>
                </a:lnTo>
                <a:lnTo>
                  <a:pt x="342480" y="100646"/>
                </a:lnTo>
                <a:lnTo>
                  <a:pt x="342322" y="100625"/>
                </a:lnTo>
                <a:lnTo>
                  <a:pt x="342162" y="100605"/>
                </a:lnTo>
                <a:lnTo>
                  <a:pt x="342000" y="100589"/>
                </a:lnTo>
                <a:lnTo>
                  <a:pt x="341837" y="100574"/>
                </a:lnTo>
                <a:lnTo>
                  <a:pt x="341671" y="100562"/>
                </a:lnTo>
                <a:lnTo>
                  <a:pt x="341504" y="100551"/>
                </a:lnTo>
                <a:lnTo>
                  <a:pt x="341335" y="100544"/>
                </a:lnTo>
                <a:lnTo>
                  <a:pt x="341164" y="100538"/>
                </a:lnTo>
                <a:lnTo>
                  <a:pt x="340992" y="100535"/>
                </a:lnTo>
                <a:lnTo>
                  <a:pt x="340817" y="100533"/>
                </a:lnTo>
                <a:lnTo>
                  <a:pt x="340583" y="100536"/>
                </a:lnTo>
                <a:lnTo>
                  <a:pt x="340352" y="100546"/>
                </a:lnTo>
                <a:lnTo>
                  <a:pt x="340124" y="100561"/>
                </a:lnTo>
                <a:lnTo>
                  <a:pt x="339900" y="100582"/>
                </a:lnTo>
                <a:lnTo>
                  <a:pt x="339679" y="100609"/>
                </a:lnTo>
                <a:lnTo>
                  <a:pt x="339461" y="100642"/>
                </a:lnTo>
                <a:lnTo>
                  <a:pt x="339247" y="100682"/>
                </a:lnTo>
                <a:lnTo>
                  <a:pt x="339037" y="100727"/>
                </a:lnTo>
                <a:lnTo>
                  <a:pt x="338829" y="100778"/>
                </a:lnTo>
                <a:lnTo>
                  <a:pt x="338625" y="100836"/>
                </a:lnTo>
                <a:lnTo>
                  <a:pt x="338424" y="100899"/>
                </a:lnTo>
                <a:lnTo>
                  <a:pt x="338227" y="100969"/>
                </a:lnTo>
                <a:lnTo>
                  <a:pt x="338033" y="101044"/>
                </a:lnTo>
                <a:lnTo>
                  <a:pt x="337843" y="101126"/>
                </a:lnTo>
                <a:lnTo>
                  <a:pt x="337655" y="101213"/>
                </a:lnTo>
                <a:lnTo>
                  <a:pt x="337472" y="101307"/>
                </a:lnTo>
                <a:lnTo>
                  <a:pt x="337291" y="101407"/>
                </a:lnTo>
                <a:lnTo>
                  <a:pt x="337114" y="101512"/>
                </a:lnTo>
                <a:lnTo>
                  <a:pt x="336940" y="101624"/>
                </a:lnTo>
                <a:lnTo>
                  <a:pt x="336770" y="101742"/>
                </a:lnTo>
                <a:lnTo>
                  <a:pt x="336603" y="101866"/>
                </a:lnTo>
                <a:lnTo>
                  <a:pt x="336440" y="101996"/>
                </a:lnTo>
                <a:lnTo>
                  <a:pt x="336279" y="102132"/>
                </a:lnTo>
                <a:lnTo>
                  <a:pt x="336122" y="102274"/>
                </a:lnTo>
                <a:lnTo>
                  <a:pt x="335971" y="102420"/>
                </a:lnTo>
                <a:lnTo>
                  <a:pt x="335825" y="102567"/>
                </a:lnTo>
                <a:lnTo>
                  <a:pt x="335686" y="102717"/>
                </a:lnTo>
                <a:lnTo>
                  <a:pt x="335554" y="102869"/>
                </a:lnTo>
                <a:lnTo>
                  <a:pt x="335428" y="103022"/>
                </a:lnTo>
                <a:lnTo>
                  <a:pt x="335308" y="103177"/>
                </a:lnTo>
                <a:lnTo>
                  <a:pt x="335195" y="103334"/>
                </a:lnTo>
                <a:lnTo>
                  <a:pt x="335088" y="103492"/>
                </a:lnTo>
                <a:lnTo>
                  <a:pt x="334988" y="103653"/>
                </a:lnTo>
                <a:lnTo>
                  <a:pt x="334894" y="103815"/>
                </a:lnTo>
                <a:lnTo>
                  <a:pt x="334807" y="103980"/>
                </a:lnTo>
                <a:lnTo>
                  <a:pt x="334726" y="104146"/>
                </a:lnTo>
                <a:lnTo>
                  <a:pt x="334652" y="104314"/>
                </a:lnTo>
                <a:lnTo>
                  <a:pt x="334584" y="104483"/>
                </a:lnTo>
                <a:lnTo>
                  <a:pt x="334523" y="104655"/>
                </a:lnTo>
                <a:lnTo>
                  <a:pt x="334468" y="104828"/>
                </a:lnTo>
                <a:lnTo>
                  <a:pt x="334419" y="105003"/>
                </a:lnTo>
                <a:lnTo>
                  <a:pt x="334377" y="105180"/>
                </a:lnTo>
                <a:lnTo>
                  <a:pt x="334342" y="105359"/>
                </a:lnTo>
                <a:lnTo>
                  <a:pt x="334312" y="105540"/>
                </a:lnTo>
                <a:lnTo>
                  <a:pt x="334290" y="105722"/>
                </a:lnTo>
                <a:lnTo>
                  <a:pt x="334274" y="105906"/>
                </a:lnTo>
                <a:lnTo>
                  <a:pt x="334264" y="106093"/>
                </a:lnTo>
                <a:lnTo>
                  <a:pt x="334261" y="106281"/>
                </a:lnTo>
                <a:lnTo>
                  <a:pt x="334269" y="106617"/>
                </a:lnTo>
                <a:lnTo>
                  <a:pt x="334292" y="106950"/>
                </a:lnTo>
                <a:lnTo>
                  <a:pt x="334331" y="107282"/>
                </a:lnTo>
                <a:lnTo>
                  <a:pt x="334386" y="107611"/>
                </a:lnTo>
                <a:lnTo>
                  <a:pt x="334456" y="107937"/>
                </a:lnTo>
                <a:lnTo>
                  <a:pt x="334542" y="108261"/>
                </a:lnTo>
                <a:lnTo>
                  <a:pt x="334643" y="108583"/>
                </a:lnTo>
                <a:lnTo>
                  <a:pt x="334760" y="108902"/>
                </a:lnTo>
                <a:lnTo>
                  <a:pt x="334893" y="109219"/>
                </a:lnTo>
                <a:lnTo>
                  <a:pt x="335041" y="109534"/>
                </a:lnTo>
                <a:lnTo>
                  <a:pt x="335204" y="109846"/>
                </a:lnTo>
                <a:lnTo>
                  <a:pt x="335384" y="110156"/>
                </a:lnTo>
                <a:lnTo>
                  <a:pt x="335579" y="110463"/>
                </a:lnTo>
                <a:lnTo>
                  <a:pt x="335789" y="110768"/>
                </a:lnTo>
                <a:lnTo>
                  <a:pt x="336016" y="111071"/>
                </a:lnTo>
                <a:lnTo>
                  <a:pt x="336257" y="111371"/>
                </a:lnTo>
                <a:lnTo>
                  <a:pt x="336515" y="111669"/>
                </a:lnTo>
                <a:lnTo>
                  <a:pt x="336788" y="111964"/>
                </a:lnTo>
                <a:lnTo>
                  <a:pt x="337076" y="112257"/>
                </a:lnTo>
                <a:lnTo>
                  <a:pt x="337381" y="112548"/>
                </a:lnTo>
                <a:lnTo>
                  <a:pt x="337700" y="112836"/>
                </a:lnTo>
                <a:lnTo>
                  <a:pt x="338036" y="113122"/>
                </a:lnTo>
                <a:lnTo>
                  <a:pt x="338387" y="113406"/>
                </a:lnTo>
                <a:lnTo>
                  <a:pt x="338753" y="113687"/>
                </a:lnTo>
                <a:lnTo>
                  <a:pt x="339137" y="113961"/>
                </a:lnTo>
                <a:lnTo>
                  <a:pt x="339539" y="114224"/>
                </a:lnTo>
                <a:lnTo>
                  <a:pt x="339960" y="114474"/>
                </a:lnTo>
                <a:lnTo>
                  <a:pt x="340400" y="114713"/>
                </a:lnTo>
                <a:lnTo>
                  <a:pt x="340859" y="114941"/>
                </a:lnTo>
                <a:lnTo>
                  <a:pt x="341336" y="115157"/>
                </a:lnTo>
                <a:lnTo>
                  <a:pt x="341832" y="115361"/>
                </a:lnTo>
                <a:lnTo>
                  <a:pt x="342346" y="115553"/>
                </a:lnTo>
                <a:lnTo>
                  <a:pt x="342879" y="115734"/>
                </a:lnTo>
                <a:lnTo>
                  <a:pt x="343431" y="115903"/>
                </a:lnTo>
                <a:lnTo>
                  <a:pt x="344002" y="116061"/>
                </a:lnTo>
                <a:lnTo>
                  <a:pt x="344591" y="116206"/>
                </a:lnTo>
                <a:lnTo>
                  <a:pt x="345199" y="116341"/>
                </a:lnTo>
                <a:lnTo>
                  <a:pt x="345826" y="116463"/>
                </a:lnTo>
                <a:lnTo>
                  <a:pt x="346471" y="116574"/>
                </a:lnTo>
                <a:lnTo>
                  <a:pt x="347135" y="116673"/>
                </a:lnTo>
                <a:lnTo>
                  <a:pt x="347818" y="116760"/>
                </a:lnTo>
                <a:lnTo>
                  <a:pt x="348520" y="116836"/>
                </a:lnTo>
                <a:lnTo>
                  <a:pt x="349240" y="116900"/>
                </a:lnTo>
                <a:lnTo>
                  <a:pt x="349979" y="116953"/>
                </a:lnTo>
                <a:lnTo>
                  <a:pt x="350736" y="116994"/>
                </a:lnTo>
                <a:lnTo>
                  <a:pt x="351512" y="117023"/>
                </a:lnTo>
                <a:lnTo>
                  <a:pt x="352307" y="117040"/>
                </a:lnTo>
                <a:lnTo>
                  <a:pt x="353121" y="117046"/>
                </a:lnTo>
                <a:lnTo>
                  <a:pt x="353936" y="117038"/>
                </a:lnTo>
                <a:lnTo>
                  <a:pt x="354750" y="117015"/>
                </a:lnTo>
                <a:lnTo>
                  <a:pt x="355562" y="116977"/>
                </a:lnTo>
                <a:lnTo>
                  <a:pt x="356372" y="116923"/>
                </a:lnTo>
                <a:lnTo>
                  <a:pt x="357181" y="116853"/>
                </a:lnTo>
                <a:lnTo>
                  <a:pt x="357988" y="116768"/>
                </a:lnTo>
                <a:lnTo>
                  <a:pt x="358793" y="116667"/>
                </a:lnTo>
                <a:lnTo>
                  <a:pt x="359596" y="116552"/>
                </a:lnTo>
                <a:lnTo>
                  <a:pt x="360398" y="116420"/>
                </a:lnTo>
                <a:lnTo>
                  <a:pt x="361199" y="116273"/>
                </a:lnTo>
                <a:lnTo>
                  <a:pt x="361997" y="116111"/>
                </a:lnTo>
                <a:lnTo>
                  <a:pt x="362794" y="115933"/>
                </a:lnTo>
                <a:lnTo>
                  <a:pt x="363589" y="115740"/>
                </a:lnTo>
                <a:lnTo>
                  <a:pt x="364382" y="115531"/>
                </a:lnTo>
                <a:lnTo>
                  <a:pt x="365174" y="115307"/>
                </a:lnTo>
                <a:lnTo>
                  <a:pt x="365964" y="115068"/>
                </a:lnTo>
                <a:lnTo>
                  <a:pt x="366753" y="114813"/>
                </a:lnTo>
                <a:lnTo>
                  <a:pt x="367539" y="114542"/>
                </a:lnTo>
                <a:lnTo>
                  <a:pt x="368324" y="114256"/>
                </a:lnTo>
                <a:lnTo>
                  <a:pt x="369108" y="113955"/>
                </a:lnTo>
                <a:lnTo>
                  <a:pt x="369889" y="113638"/>
                </a:lnTo>
                <a:lnTo>
                  <a:pt x="370669" y="113305"/>
                </a:lnTo>
                <a:lnTo>
                  <a:pt x="371447" y="112958"/>
                </a:lnTo>
                <a:lnTo>
                  <a:pt x="372224" y="112594"/>
                </a:lnTo>
                <a:lnTo>
                  <a:pt x="372768" y="112328"/>
                </a:lnTo>
                <a:lnTo>
                  <a:pt x="373308" y="112054"/>
                </a:lnTo>
                <a:lnTo>
                  <a:pt x="373844" y="111773"/>
                </a:lnTo>
                <a:lnTo>
                  <a:pt x="374376" y="111486"/>
                </a:lnTo>
                <a:lnTo>
                  <a:pt x="374903" y="111191"/>
                </a:lnTo>
                <a:lnTo>
                  <a:pt x="375426" y="110889"/>
                </a:lnTo>
                <a:lnTo>
                  <a:pt x="375945" y="110581"/>
                </a:lnTo>
                <a:lnTo>
                  <a:pt x="376460" y="110265"/>
                </a:lnTo>
                <a:lnTo>
                  <a:pt x="376971" y="109942"/>
                </a:lnTo>
                <a:lnTo>
                  <a:pt x="377477" y="109612"/>
                </a:lnTo>
                <a:lnTo>
                  <a:pt x="377979" y="109275"/>
                </a:lnTo>
                <a:lnTo>
                  <a:pt x="378477" y="108932"/>
                </a:lnTo>
                <a:lnTo>
                  <a:pt x="378971" y="108581"/>
                </a:lnTo>
                <a:lnTo>
                  <a:pt x="379460" y="108223"/>
                </a:lnTo>
                <a:lnTo>
                  <a:pt x="379945" y="107858"/>
                </a:lnTo>
                <a:lnTo>
                  <a:pt x="380426" y="107486"/>
                </a:lnTo>
                <a:lnTo>
                  <a:pt x="380903" y="107107"/>
                </a:lnTo>
                <a:lnTo>
                  <a:pt x="381376" y="106721"/>
                </a:lnTo>
                <a:lnTo>
                  <a:pt x="381844" y="106328"/>
                </a:lnTo>
                <a:lnTo>
                  <a:pt x="382308" y="105928"/>
                </a:lnTo>
                <a:lnTo>
                  <a:pt x="382768" y="105520"/>
                </a:lnTo>
                <a:lnTo>
                  <a:pt x="383224" y="105106"/>
                </a:lnTo>
                <a:lnTo>
                  <a:pt x="383675" y="104685"/>
                </a:lnTo>
                <a:lnTo>
                  <a:pt x="384123" y="104257"/>
                </a:lnTo>
                <a:lnTo>
                  <a:pt x="384565" y="103821"/>
                </a:lnTo>
                <a:lnTo>
                  <a:pt x="385001" y="103378"/>
                </a:lnTo>
                <a:lnTo>
                  <a:pt x="385430" y="102928"/>
                </a:lnTo>
                <a:lnTo>
                  <a:pt x="385853" y="102469"/>
                </a:lnTo>
                <a:lnTo>
                  <a:pt x="386270" y="102004"/>
                </a:lnTo>
                <a:lnTo>
                  <a:pt x="386680" y="101530"/>
                </a:lnTo>
                <a:lnTo>
                  <a:pt x="387084" y="101049"/>
                </a:lnTo>
                <a:lnTo>
                  <a:pt x="387482" y="100560"/>
                </a:lnTo>
                <a:lnTo>
                  <a:pt x="387873" y="100064"/>
                </a:lnTo>
                <a:lnTo>
                  <a:pt x="388259" y="99560"/>
                </a:lnTo>
                <a:lnTo>
                  <a:pt x="388637" y="99049"/>
                </a:lnTo>
                <a:lnTo>
                  <a:pt x="389010" y="98530"/>
                </a:lnTo>
                <a:lnTo>
                  <a:pt x="389376" y="98004"/>
                </a:lnTo>
                <a:lnTo>
                  <a:pt x="389736" y="97469"/>
                </a:lnTo>
                <a:lnTo>
                  <a:pt x="390089" y="96928"/>
                </a:lnTo>
                <a:lnTo>
                  <a:pt x="390436" y="96378"/>
                </a:lnTo>
                <a:lnTo>
                  <a:pt x="390777" y="95821"/>
                </a:lnTo>
                <a:lnTo>
                  <a:pt x="391112" y="95257"/>
                </a:lnTo>
                <a:lnTo>
                  <a:pt x="391440" y="94685"/>
                </a:lnTo>
                <a:lnTo>
                  <a:pt x="391762" y="94105"/>
                </a:lnTo>
                <a:lnTo>
                  <a:pt x="392078" y="93518"/>
                </a:lnTo>
                <a:lnTo>
                  <a:pt x="392387" y="92923"/>
                </a:lnTo>
                <a:lnTo>
                  <a:pt x="392690" y="92321"/>
                </a:lnTo>
                <a:lnTo>
                  <a:pt x="392986" y="91710"/>
                </a:lnTo>
                <a:lnTo>
                  <a:pt x="393274" y="91094"/>
                </a:lnTo>
                <a:lnTo>
                  <a:pt x="393549" y="90474"/>
                </a:lnTo>
                <a:lnTo>
                  <a:pt x="393811" y="89849"/>
                </a:lnTo>
                <a:lnTo>
                  <a:pt x="394062" y="89219"/>
                </a:lnTo>
                <a:lnTo>
                  <a:pt x="394301" y="88585"/>
                </a:lnTo>
                <a:lnTo>
                  <a:pt x="394527" y="87947"/>
                </a:lnTo>
                <a:lnTo>
                  <a:pt x="394741" y="87303"/>
                </a:lnTo>
                <a:lnTo>
                  <a:pt x="394942" y="86656"/>
                </a:lnTo>
                <a:lnTo>
                  <a:pt x="395132" y="86004"/>
                </a:lnTo>
                <a:lnTo>
                  <a:pt x="395309" y="85347"/>
                </a:lnTo>
                <a:lnTo>
                  <a:pt x="395474" y="84686"/>
                </a:lnTo>
                <a:lnTo>
                  <a:pt x="395627" y="84021"/>
                </a:lnTo>
                <a:lnTo>
                  <a:pt x="395768" y="83351"/>
                </a:lnTo>
                <a:lnTo>
                  <a:pt x="395896" y="82676"/>
                </a:lnTo>
                <a:lnTo>
                  <a:pt x="396012" y="81997"/>
                </a:lnTo>
                <a:lnTo>
                  <a:pt x="396116" y="81314"/>
                </a:lnTo>
                <a:lnTo>
                  <a:pt x="396208" y="80626"/>
                </a:lnTo>
                <a:lnTo>
                  <a:pt x="396287" y="79933"/>
                </a:lnTo>
                <a:lnTo>
                  <a:pt x="396355" y="79236"/>
                </a:lnTo>
                <a:lnTo>
                  <a:pt x="396410" y="78534"/>
                </a:lnTo>
                <a:lnTo>
                  <a:pt x="396452" y="77828"/>
                </a:lnTo>
                <a:lnTo>
                  <a:pt x="396483" y="77118"/>
                </a:lnTo>
                <a:lnTo>
                  <a:pt x="396501" y="76403"/>
                </a:lnTo>
                <a:lnTo>
                  <a:pt x="396507" y="75683"/>
                </a:lnTo>
                <a:lnTo>
                  <a:pt x="396489" y="74449"/>
                </a:lnTo>
                <a:lnTo>
                  <a:pt x="396433" y="73228"/>
                </a:lnTo>
                <a:lnTo>
                  <a:pt x="396339" y="72021"/>
                </a:lnTo>
                <a:lnTo>
                  <a:pt x="396208" y="70827"/>
                </a:lnTo>
                <a:lnTo>
                  <a:pt x="396040" y="69646"/>
                </a:lnTo>
                <a:lnTo>
                  <a:pt x="395834" y="68479"/>
                </a:lnTo>
                <a:lnTo>
                  <a:pt x="395592" y="67326"/>
                </a:lnTo>
                <a:lnTo>
                  <a:pt x="395311" y="66186"/>
                </a:lnTo>
                <a:lnTo>
                  <a:pt x="394993" y="65059"/>
                </a:lnTo>
                <a:lnTo>
                  <a:pt x="394638" y="63946"/>
                </a:lnTo>
                <a:lnTo>
                  <a:pt x="394246" y="62847"/>
                </a:lnTo>
                <a:lnTo>
                  <a:pt x="393816" y="61761"/>
                </a:lnTo>
                <a:lnTo>
                  <a:pt x="393349" y="60688"/>
                </a:lnTo>
                <a:lnTo>
                  <a:pt x="392844" y="59629"/>
                </a:lnTo>
                <a:lnTo>
                  <a:pt x="392302" y="58584"/>
                </a:lnTo>
                <a:lnTo>
                  <a:pt x="391723" y="57552"/>
                </a:lnTo>
                <a:lnTo>
                  <a:pt x="391106" y="56533"/>
                </a:lnTo>
                <a:lnTo>
                  <a:pt x="390452" y="55528"/>
                </a:lnTo>
                <a:lnTo>
                  <a:pt x="389760" y="54537"/>
                </a:lnTo>
                <a:lnTo>
                  <a:pt x="389031" y="53558"/>
                </a:lnTo>
                <a:lnTo>
                  <a:pt x="388265" y="52594"/>
                </a:lnTo>
                <a:lnTo>
                  <a:pt x="387461" y="51643"/>
                </a:lnTo>
                <a:lnTo>
                  <a:pt x="386620" y="50705"/>
                </a:lnTo>
                <a:lnTo>
                  <a:pt x="385742" y="49781"/>
                </a:lnTo>
                <a:lnTo>
                  <a:pt x="384681" y="48732"/>
                </a:lnTo>
                <a:lnTo>
                  <a:pt x="383589" y="47716"/>
                </a:lnTo>
                <a:lnTo>
                  <a:pt x="382466" y="46734"/>
                </a:lnTo>
                <a:lnTo>
                  <a:pt x="381312" y="45786"/>
                </a:lnTo>
                <a:lnTo>
                  <a:pt x="380128" y="44870"/>
                </a:lnTo>
                <a:lnTo>
                  <a:pt x="378912" y="43988"/>
                </a:lnTo>
                <a:lnTo>
                  <a:pt x="377665" y="43140"/>
                </a:lnTo>
                <a:lnTo>
                  <a:pt x="376388" y="42325"/>
                </a:lnTo>
                <a:lnTo>
                  <a:pt x="375080" y="41544"/>
                </a:lnTo>
                <a:lnTo>
                  <a:pt x="373740" y="40796"/>
                </a:lnTo>
                <a:lnTo>
                  <a:pt x="372370" y="40081"/>
                </a:lnTo>
                <a:lnTo>
                  <a:pt x="370969" y="39400"/>
                </a:lnTo>
                <a:lnTo>
                  <a:pt x="369537" y="38752"/>
                </a:lnTo>
                <a:lnTo>
                  <a:pt x="368074" y="38138"/>
                </a:lnTo>
                <a:lnTo>
                  <a:pt x="366581" y="37557"/>
                </a:lnTo>
                <a:lnTo>
                  <a:pt x="365056" y="37010"/>
                </a:lnTo>
                <a:lnTo>
                  <a:pt x="363500" y="36496"/>
                </a:lnTo>
                <a:lnTo>
                  <a:pt x="361914" y="36015"/>
                </a:lnTo>
                <a:lnTo>
                  <a:pt x="360296" y="35568"/>
                </a:lnTo>
                <a:lnTo>
                  <a:pt x="358648" y="35155"/>
                </a:lnTo>
                <a:lnTo>
                  <a:pt x="356968" y="34775"/>
                </a:lnTo>
                <a:lnTo>
                  <a:pt x="355258" y="34428"/>
                </a:lnTo>
                <a:lnTo>
                  <a:pt x="353517" y="34115"/>
                </a:lnTo>
                <a:lnTo>
                  <a:pt x="351745" y="33835"/>
                </a:lnTo>
                <a:lnTo>
                  <a:pt x="358949" y="19265"/>
                </a:lnTo>
                <a:lnTo>
                  <a:pt x="391974" y="19265"/>
                </a:lnTo>
                <a:lnTo>
                  <a:pt x="398288" y="5342"/>
                </a:lnTo>
                <a:lnTo>
                  <a:pt x="358949" y="5342"/>
                </a:lnTo>
                <a:lnTo>
                  <a:pt x="337903" y="48000"/>
                </a:lnTo>
                <a:lnTo>
                  <a:pt x="339160" y="48053"/>
                </a:lnTo>
                <a:lnTo>
                  <a:pt x="340395" y="48116"/>
                </a:lnTo>
                <a:lnTo>
                  <a:pt x="341608" y="48190"/>
                </a:lnTo>
                <a:close/>
                <a:moveTo>
                  <a:pt x="104947" y="19104"/>
                </a:moveTo>
                <a:lnTo>
                  <a:pt x="104693" y="19708"/>
                </a:lnTo>
                <a:lnTo>
                  <a:pt x="104444" y="20293"/>
                </a:lnTo>
                <a:lnTo>
                  <a:pt x="104200" y="20861"/>
                </a:lnTo>
                <a:lnTo>
                  <a:pt x="103962" y="21411"/>
                </a:lnTo>
                <a:lnTo>
                  <a:pt x="103728" y="21944"/>
                </a:lnTo>
                <a:lnTo>
                  <a:pt x="103500" y="22458"/>
                </a:lnTo>
                <a:lnTo>
                  <a:pt x="103276" y="22955"/>
                </a:lnTo>
                <a:lnTo>
                  <a:pt x="103058" y="23434"/>
                </a:lnTo>
                <a:lnTo>
                  <a:pt x="102845" y="23895"/>
                </a:lnTo>
                <a:lnTo>
                  <a:pt x="102636" y="24339"/>
                </a:lnTo>
                <a:lnTo>
                  <a:pt x="102433" y="24765"/>
                </a:lnTo>
                <a:lnTo>
                  <a:pt x="102235" y="25173"/>
                </a:lnTo>
                <a:lnTo>
                  <a:pt x="102042" y="25563"/>
                </a:lnTo>
                <a:lnTo>
                  <a:pt x="101854" y="25935"/>
                </a:lnTo>
                <a:lnTo>
                  <a:pt x="101671" y="26290"/>
                </a:lnTo>
                <a:lnTo>
                  <a:pt x="101493" y="26627"/>
                </a:lnTo>
                <a:lnTo>
                  <a:pt x="101320" y="26946"/>
                </a:lnTo>
                <a:lnTo>
                  <a:pt x="101152" y="27248"/>
                </a:lnTo>
                <a:lnTo>
                  <a:pt x="100990" y="27531"/>
                </a:lnTo>
                <a:lnTo>
                  <a:pt x="100832" y="27797"/>
                </a:lnTo>
                <a:lnTo>
                  <a:pt x="100527" y="28281"/>
                </a:lnTo>
                <a:lnTo>
                  <a:pt x="100218" y="28760"/>
                </a:lnTo>
                <a:lnTo>
                  <a:pt x="99906" y="29234"/>
                </a:lnTo>
                <a:lnTo>
                  <a:pt x="99590" y="29702"/>
                </a:lnTo>
                <a:lnTo>
                  <a:pt x="99270" y="30164"/>
                </a:lnTo>
                <a:lnTo>
                  <a:pt x="98948" y="30621"/>
                </a:lnTo>
                <a:lnTo>
                  <a:pt x="98621" y="31072"/>
                </a:lnTo>
                <a:lnTo>
                  <a:pt x="98291" y="31518"/>
                </a:lnTo>
                <a:lnTo>
                  <a:pt x="97958" y="31959"/>
                </a:lnTo>
                <a:lnTo>
                  <a:pt x="97621" y="32393"/>
                </a:lnTo>
                <a:lnTo>
                  <a:pt x="97280" y="32823"/>
                </a:lnTo>
                <a:lnTo>
                  <a:pt x="96937" y="33247"/>
                </a:lnTo>
                <a:lnTo>
                  <a:pt x="96589" y="33665"/>
                </a:lnTo>
                <a:lnTo>
                  <a:pt x="96238" y="34078"/>
                </a:lnTo>
                <a:lnTo>
                  <a:pt x="95884" y="34486"/>
                </a:lnTo>
                <a:lnTo>
                  <a:pt x="95526" y="34888"/>
                </a:lnTo>
                <a:lnTo>
                  <a:pt x="95164" y="35284"/>
                </a:lnTo>
                <a:lnTo>
                  <a:pt x="94799" y="35675"/>
                </a:lnTo>
                <a:lnTo>
                  <a:pt x="94431" y="36060"/>
                </a:lnTo>
                <a:lnTo>
                  <a:pt x="94059" y="36440"/>
                </a:lnTo>
                <a:lnTo>
                  <a:pt x="93683" y="36815"/>
                </a:lnTo>
                <a:lnTo>
                  <a:pt x="93304" y="37184"/>
                </a:lnTo>
                <a:lnTo>
                  <a:pt x="92921" y="37547"/>
                </a:lnTo>
                <a:lnTo>
                  <a:pt x="92535" y="37905"/>
                </a:lnTo>
                <a:lnTo>
                  <a:pt x="92148" y="38256"/>
                </a:lnTo>
                <a:lnTo>
                  <a:pt x="91761" y="38598"/>
                </a:lnTo>
                <a:lnTo>
                  <a:pt x="91375" y="38932"/>
                </a:lnTo>
                <a:lnTo>
                  <a:pt x="90989" y="39257"/>
                </a:lnTo>
                <a:lnTo>
                  <a:pt x="90605" y="39573"/>
                </a:lnTo>
                <a:lnTo>
                  <a:pt x="90221" y="39881"/>
                </a:lnTo>
                <a:lnTo>
                  <a:pt x="89837" y="40181"/>
                </a:lnTo>
                <a:lnTo>
                  <a:pt x="89455" y="40471"/>
                </a:lnTo>
                <a:lnTo>
                  <a:pt x="89073" y="40753"/>
                </a:lnTo>
                <a:lnTo>
                  <a:pt x="88692" y="41027"/>
                </a:lnTo>
                <a:lnTo>
                  <a:pt x="88311" y="41292"/>
                </a:lnTo>
                <a:lnTo>
                  <a:pt x="87931" y="41548"/>
                </a:lnTo>
                <a:lnTo>
                  <a:pt x="87552" y="41796"/>
                </a:lnTo>
                <a:lnTo>
                  <a:pt x="87174" y="42035"/>
                </a:lnTo>
                <a:lnTo>
                  <a:pt x="86796" y="42265"/>
                </a:lnTo>
                <a:lnTo>
                  <a:pt x="86419" y="42487"/>
                </a:lnTo>
                <a:lnTo>
                  <a:pt x="86043" y="42701"/>
                </a:lnTo>
                <a:lnTo>
                  <a:pt x="85668" y="42905"/>
                </a:lnTo>
                <a:lnTo>
                  <a:pt x="85293" y="43101"/>
                </a:lnTo>
                <a:lnTo>
                  <a:pt x="84918" y="43289"/>
                </a:lnTo>
                <a:lnTo>
                  <a:pt x="84545" y="43468"/>
                </a:lnTo>
                <a:lnTo>
                  <a:pt x="84172" y="43638"/>
                </a:lnTo>
                <a:lnTo>
                  <a:pt x="83800" y="43800"/>
                </a:lnTo>
                <a:lnTo>
                  <a:pt x="83429" y="43953"/>
                </a:lnTo>
                <a:lnTo>
                  <a:pt x="83429" y="46624"/>
                </a:lnTo>
                <a:lnTo>
                  <a:pt x="95166" y="46624"/>
                </a:lnTo>
                <a:lnTo>
                  <a:pt x="95166" y="96544"/>
                </a:lnTo>
                <a:lnTo>
                  <a:pt x="95169" y="97206"/>
                </a:lnTo>
                <a:lnTo>
                  <a:pt x="95178" y="97853"/>
                </a:lnTo>
                <a:lnTo>
                  <a:pt x="95192" y="98485"/>
                </a:lnTo>
                <a:lnTo>
                  <a:pt x="95213" y="99103"/>
                </a:lnTo>
                <a:lnTo>
                  <a:pt x="95240" y="99706"/>
                </a:lnTo>
                <a:lnTo>
                  <a:pt x="95272" y="100295"/>
                </a:lnTo>
                <a:lnTo>
                  <a:pt x="95310" y="100870"/>
                </a:lnTo>
                <a:lnTo>
                  <a:pt x="95355" y="101430"/>
                </a:lnTo>
                <a:lnTo>
                  <a:pt x="95405" y="101975"/>
                </a:lnTo>
                <a:lnTo>
                  <a:pt x="95461" y="102506"/>
                </a:lnTo>
                <a:lnTo>
                  <a:pt x="95523" y="103023"/>
                </a:lnTo>
                <a:lnTo>
                  <a:pt x="95591" y="103525"/>
                </a:lnTo>
                <a:lnTo>
                  <a:pt x="95665" y="104012"/>
                </a:lnTo>
                <a:lnTo>
                  <a:pt x="95744" y="104485"/>
                </a:lnTo>
                <a:lnTo>
                  <a:pt x="95830" y="104944"/>
                </a:lnTo>
                <a:lnTo>
                  <a:pt x="95921" y="105388"/>
                </a:lnTo>
                <a:lnTo>
                  <a:pt x="96019" y="105817"/>
                </a:lnTo>
                <a:lnTo>
                  <a:pt x="96122" y="106232"/>
                </a:lnTo>
                <a:lnTo>
                  <a:pt x="96231" y="106633"/>
                </a:lnTo>
                <a:lnTo>
                  <a:pt x="96346" y="107019"/>
                </a:lnTo>
                <a:lnTo>
                  <a:pt x="96467" y="107390"/>
                </a:lnTo>
                <a:lnTo>
                  <a:pt x="96594" y="107747"/>
                </a:lnTo>
                <a:lnTo>
                  <a:pt x="96727" y="108090"/>
                </a:lnTo>
                <a:lnTo>
                  <a:pt x="96866" y="108418"/>
                </a:lnTo>
                <a:lnTo>
                  <a:pt x="97011" y="108736"/>
                </a:lnTo>
                <a:lnTo>
                  <a:pt x="97162" y="109047"/>
                </a:lnTo>
                <a:lnTo>
                  <a:pt x="97320" y="109352"/>
                </a:lnTo>
                <a:lnTo>
                  <a:pt x="97484" y="109651"/>
                </a:lnTo>
                <a:lnTo>
                  <a:pt x="97655" y="109944"/>
                </a:lnTo>
                <a:lnTo>
                  <a:pt x="97832" y="110230"/>
                </a:lnTo>
                <a:lnTo>
                  <a:pt x="98016" y="110511"/>
                </a:lnTo>
                <a:lnTo>
                  <a:pt x="98206" y="110785"/>
                </a:lnTo>
                <a:lnTo>
                  <a:pt x="98402" y="111053"/>
                </a:lnTo>
                <a:lnTo>
                  <a:pt x="98605" y="111315"/>
                </a:lnTo>
                <a:lnTo>
                  <a:pt x="98815" y="111571"/>
                </a:lnTo>
                <a:lnTo>
                  <a:pt x="99031" y="111820"/>
                </a:lnTo>
                <a:lnTo>
                  <a:pt x="99253" y="112064"/>
                </a:lnTo>
                <a:lnTo>
                  <a:pt x="99482" y="112301"/>
                </a:lnTo>
                <a:lnTo>
                  <a:pt x="99718" y="112532"/>
                </a:lnTo>
                <a:lnTo>
                  <a:pt x="99960" y="112756"/>
                </a:lnTo>
                <a:lnTo>
                  <a:pt x="100208" y="112975"/>
                </a:lnTo>
                <a:lnTo>
                  <a:pt x="100463" y="113187"/>
                </a:lnTo>
                <a:lnTo>
                  <a:pt x="100724" y="113394"/>
                </a:lnTo>
                <a:lnTo>
                  <a:pt x="100992" y="113594"/>
                </a:lnTo>
                <a:lnTo>
                  <a:pt x="101266" y="113788"/>
                </a:lnTo>
                <a:lnTo>
                  <a:pt x="101546" y="113975"/>
                </a:lnTo>
                <a:lnTo>
                  <a:pt x="101834" y="114157"/>
                </a:lnTo>
                <a:lnTo>
                  <a:pt x="102127" y="114332"/>
                </a:lnTo>
                <a:lnTo>
                  <a:pt x="102424" y="114501"/>
                </a:lnTo>
                <a:lnTo>
                  <a:pt x="102722" y="114662"/>
                </a:lnTo>
                <a:lnTo>
                  <a:pt x="103020" y="114816"/>
                </a:lnTo>
                <a:lnTo>
                  <a:pt x="103319" y="114964"/>
                </a:lnTo>
                <a:lnTo>
                  <a:pt x="103618" y="115103"/>
                </a:lnTo>
                <a:lnTo>
                  <a:pt x="103918" y="115236"/>
                </a:lnTo>
                <a:lnTo>
                  <a:pt x="104218" y="115362"/>
                </a:lnTo>
                <a:lnTo>
                  <a:pt x="104519" y="115480"/>
                </a:lnTo>
                <a:lnTo>
                  <a:pt x="104821" y="115591"/>
                </a:lnTo>
                <a:lnTo>
                  <a:pt x="105123" y="115695"/>
                </a:lnTo>
                <a:lnTo>
                  <a:pt x="105426" y="115792"/>
                </a:lnTo>
                <a:lnTo>
                  <a:pt x="105729" y="115882"/>
                </a:lnTo>
                <a:lnTo>
                  <a:pt x="106033" y="115965"/>
                </a:lnTo>
                <a:lnTo>
                  <a:pt x="106337" y="116040"/>
                </a:lnTo>
                <a:lnTo>
                  <a:pt x="106642" y="116108"/>
                </a:lnTo>
                <a:lnTo>
                  <a:pt x="106948" y="116169"/>
                </a:lnTo>
                <a:lnTo>
                  <a:pt x="107254" y="116223"/>
                </a:lnTo>
                <a:lnTo>
                  <a:pt x="107561" y="116269"/>
                </a:lnTo>
                <a:lnTo>
                  <a:pt x="107868" y="116309"/>
                </a:lnTo>
                <a:lnTo>
                  <a:pt x="108176" y="116341"/>
                </a:lnTo>
                <a:lnTo>
                  <a:pt x="108484" y="116366"/>
                </a:lnTo>
                <a:lnTo>
                  <a:pt x="108793" y="116384"/>
                </a:lnTo>
                <a:lnTo>
                  <a:pt x="109102" y="116395"/>
                </a:lnTo>
                <a:lnTo>
                  <a:pt x="109412" y="116399"/>
                </a:lnTo>
                <a:lnTo>
                  <a:pt x="109870" y="116392"/>
                </a:lnTo>
                <a:lnTo>
                  <a:pt x="110327" y="116370"/>
                </a:lnTo>
                <a:lnTo>
                  <a:pt x="110783" y="116335"/>
                </a:lnTo>
                <a:lnTo>
                  <a:pt x="111238" y="116285"/>
                </a:lnTo>
                <a:lnTo>
                  <a:pt x="111692" y="116222"/>
                </a:lnTo>
                <a:lnTo>
                  <a:pt x="112144" y="116144"/>
                </a:lnTo>
                <a:lnTo>
                  <a:pt x="112595" y="116052"/>
                </a:lnTo>
                <a:lnTo>
                  <a:pt x="113046" y="115946"/>
                </a:lnTo>
                <a:lnTo>
                  <a:pt x="113495" y="115826"/>
                </a:lnTo>
                <a:lnTo>
                  <a:pt x="113943" y="115691"/>
                </a:lnTo>
                <a:lnTo>
                  <a:pt x="114390" y="115543"/>
                </a:lnTo>
                <a:lnTo>
                  <a:pt x="114835" y="115380"/>
                </a:lnTo>
                <a:lnTo>
                  <a:pt x="115280" y="115203"/>
                </a:lnTo>
                <a:lnTo>
                  <a:pt x="115724" y="115012"/>
                </a:lnTo>
                <a:lnTo>
                  <a:pt x="116166" y="114807"/>
                </a:lnTo>
                <a:lnTo>
                  <a:pt x="116607" y="114588"/>
                </a:lnTo>
                <a:lnTo>
                  <a:pt x="117047" y="114354"/>
                </a:lnTo>
                <a:lnTo>
                  <a:pt x="117486" y="114106"/>
                </a:lnTo>
                <a:lnTo>
                  <a:pt x="117924" y="113845"/>
                </a:lnTo>
                <a:lnTo>
                  <a:pt x="118361" y="113569"/>
                </a:lnTo>
                <a:lnTo>
                  <a:pt x="118797" y="113279"/>
                </a:lnTo>
                <a:lnTo>
                  <a:pt x="119231" y="112974"/>
                </a:lnTo>
                <a:lnTo>
                  <a:pt x="119665" y="112656"/>
                </a:lnTo>
                <a:lnTo>
                  <a:pt x="120097" y="112324"/>
                </a:lnTo>
                <a:lnTo>
                  <a:pt x="120525" y="111977"/>
                </a:lnTo>
                <a:lnTo>
                  <a:pt x="120944" y="111617"/>
                </a:lnTo>
                <a:lnTo>
                  <a:pt x="121355" y="111244"/>
                </a:lnTo>
                <a:lnTo>
                  <a:pt x="121758" y="110857"/>
                </a:lnTo>
                <a:lnTo>
                  <a:pt x="122154" y="110456"/>
                </a:lnTo>
                <a:lnTo>
                  <a:pt x="122540" y="110042"/>
                </a:lnTo>
                <a:lnTo>
                  <a:pt x="122919" y="109615"/>
                </a:lnTo>
                <a:lnTo>
                  <a:pt x="123290" y="109174"/>
                </a:lnTo>
                <a:lnTo>
                  <a:pt x="123652" y="108720"/>
                </a:lnTo>
                <a:lnTo>
                  <a:pt x="124006" y="108252"/>
                </a:lnTo>
                <a:lnTo>
                  <a:pt x="124353" y="107771"/>
                </a:lnTo>
                <a:lnTo>
                  <a:pt x="124691" y="107277"/>
                </a:lnTo>
                <a:lnTo>
                  <a:pt x="125020" y="106768"/>
                </a:lnTo>
                <a:lnTo>
                  <a:pt x="125342" y="106247"/>
                </a:lnTo>
                <a:lnTo>
                  <a:pt x="125656" y="105712"/>
                </a:lnTo>
                <a:lnTo>
                  <a:pt x="125961" y="105163"/>
                </a:lnTo>
                <a:lnTo>
                  <a:pt x="126258" y="104601"/>
                </a:lnTo>
                <a:lnTo>
                  <a:pt x="126547" y="104026"/>
                </a:lnTo>
                <a:lnTo>
                  <a:pt x="126828" y="103437"/>
                </a:lnTo>
                <a:lnTo>
                  <a:pt x="127101" y="102835"/>
                </a:lnTo>
                <a:lnTo>
                  <a:pt x="127365" y="102219"/>
                </a:lnTo>
                <a:lnTo>
                  <a:pt x="127622" y="101590"/>
                </a:lnTo>
                <a:lnTo>
                  <a:pt x="127870" y="100947"/>
                </a:lnTo>
                <a:lnTo>
                  <a:pt x="128110" y="100291"/>
                </a:lnTo>
                <a:lnTo>
                  <a:pt x="124954" y="100291"/>
                </a:lnTo>
                <a:lnTo>
                  <a:pt x="124837" y="100558"/>
                </a:lnTo>
                <a:lnTo>
                  <a:pt x="124716" y="100819"/>
                </a:lnTo>
                <a:lnTo>
                  <a:pt x="124592" y="101075"/>
                </a:lnTo>
                <a:lnTo>
                  <a:pt x="124463" y="101326"/>
                </a:lnTo>
                <a:lnTo>
                  <a:pt x="124331" y="101571"/>
                </a:lnTo>
                <a:lnTo>
                  <a:pt x="124195" y="101811"/>
                </a:lnTo>
                <a:lnTo>
                  <a:pt x="124054" y="102045"/>
                </a:lnTo>
                <a:lnTo>
                  <a:pt x="123910" y="102274"/>
                </a:lnTo>
                <a:lnTo>
                  <a:pt x="123762" y="102497"/>
                </a:lnTo>
                <a:lnTo>
                  <a:pt x="123610" y="102715"/>
                </a:lnTo>
                <a:lnTo>
                  <a:pt x="123454" y="102927"/>
                </a:lnTo>
                <a:lnTo>
                  <a:pt x="123294" y="103134"/>
                </a:lnTo>
                <a:lnTo>
                  <a:pt x="123130" y="103335"/>
                </a:lnTo>
                <a:lnTo>
                  <a:pt x="122963" y="103531"/>
                </a:lnTo>
                <a:lnTo>
                  <a:pt x="122791" y="103721"/>
                </a:lnTo>
                <a:lnTo>
                  <a:pt x="122615" y="103906"/>
                </a:lnTo>
                <a:lnTo>
                  <a:pt x="122436" y="104086"/>
                </a:lnTo>
                <a:lnTo>
                  <a:pt x="122252" y="104259"/>
                </a:lnTo>
                <a:lnTo>
                  <a:pt x="122065" y="104428"/>
                </a:lnTo>
                <a:lnTo>
                  <a:pt x="121873" y="104591"/>
                </a:lnTo>
                <a:lnTo>
                  <a:pt x="121678" y="104748"/>
                </a:lnTo>
                <a:lnTo>
                  <a:pt x="121479" y="104900"/>
                </a:lnTo>
                <a:lnTo>
                  <a:pt x="121275" y="105047"/>
                </a:lnTo>
                <a:lnTo>
                  <a:pt x="121068" y="105188"/>
                </a:lnTo>
                <a:lnTo>
                  <a:pt x="120859" y="105323"/>
                </a:lnTo>
                <a:lnTo>
                  <a:pt x="120649" y="105453"/>
                </a:lnTo>
                <a:lnTo>
                  <a:pt x="120438" y="105577"/>
                </a:lnTo>
                <a:lnTo>
                  <a:pt x="120227" y="105695"/>
                </a:lnTo>
                <a:lnTo>
                  <a:pt x="120016" y="105807"/>
                </a:lnTo>
                <a:lnTo>
                  <a:pt x="119803" y="105914"/>
                </a:lnTo>
                <a:lnTo>
                  <a:pt x="119591" y="106015"/>
                </a:lnTo>
                <a:lnTo>
                  <a:pt x="119377" y="106110"/>
                </a:lnTo>
                <a:lnTo>
                  <a:pt x="119163" y="106199"/>
                </a:lnTo>
                <a:lnTo>
                  <a:pt x="118949" y="106283"/>
                </a:lnTo>
                <a:lnTo>
                  <a:pt x="118734" y="106360"/>
                </a:lnTo>
                <a:lnTo>
                  <a:pt x="118518" y="106432"/>
                </a:lnTo>
                <a:lnTo>
                  <a:pt x="118302" y="106499"/>
                </a:lnTo>
                <a:lnTo>
                  <a:pt x="118086" y="106559"/>
                </a:lnTo>
                <a:lnTo>
                  <a:pt x="117868" y="106614"/>
                </a:lnTo>
                <a:lnTo>
                  <a:pt x="117651" y="106663"/>
                </a:lnTo>
                <a:lnTo>
                  <a:pt x="117432" y="106706"/>
                </a:lnTo>
                <a:lnTo>
                  <a:pt x="117213" y="106743"/>
                </a:lnTo>
                <a:lnTo>
                  <a:pt x="116994" y="106775"/>
                </a:lnTo>
                <a:lnTo>
                  <a:pt x="116774" y="106801"/>
                </a:lnTo>
                <a:lnTo>
                  <a:pt x="116553" y="106821"/>
                </a:lnTo>
                <a:lnTo>
                  <a:pt x="116332" y="106836"/>
                </a:lnTo>
                <a:lnTo>
                  <a:pt x="116110" y="106844"/>
                </a:lnTo>
                <a:lnTo>
                  <a:pt x="115888" y="106847"/>
                </a:lnTo>
                <a:lnTo>
                  <a:pt x="115620" y="106843"/>
                </a:lnTo>
                <a:lnTo>
                  <a:pt x="115356" y="106830"/>
                </a:lnTo>
                <a:lnTo>
                  <a:pt x="115097" y="106808"/>
                </a:lnTo>
                <a:lnTo>
                  <a:pt x="114841" y="106778"/>
                </a:lnTo>
                <a:lnTo>
                  <a:pt x="114590" y="106738"/>
                </a:lnTo>
                <a:lnTo>
                  <a:pt x="114342" y="106691"/>
                </a:lnTo>
                <a:lnTo>
                  <a:pt x="114099" y="106634"/>
                </a:lnTo>
                <a:lnTo>
                  <a:pt x="113860" y="106569"/>
                </a:lnTo>
                <a:lnTo>
                  <a:pt x="113624" y="106495"/>
                </a:lnTo>
                <a:lnTo>
                  <a:pt x="113393" y="106412"/>
                </a:lnTo>
                <a:lnTo>
                  <a:pt x="113166" y="106321"/>
                </a:lnTo>
                <a:lnTo>
                  <a:pt x="112943" y="106221"/>
                </a:lnTo>
                <a:lnTo>
                  <a:pt x="112725" y="106112"/>
                </a:lnTo>
                <a:lnTo>
                  <a:pt x="112510" y="105995"/>
                </a:lnTo>
                <a:lnTo>
                  <a:pt x="112299" y="105869"/>
                </a:lnTo>
                <a:lnTo>
                  <a:pt x="112092" y="105734"/>
                </a:lnTo>
                <a:lnTo>
                  <a:pt x="111890" y="105591"/>
                </a:lnTo>
                <a:lnTo>
                  <a:pt x="111691" y="105439"/>
                </a:lnTo>
                <a:lnTo>
                  <a:pt x="111497" y="105278"/>
                </a:lnTo>
                <a:lnTo>
                  <a:pt x="111306" y="105108"/>
                </a:lnTo>
                <a:lnTo>
                  <a:pt x="111120" y="104930"/>
                </a:lnTo>
                <a:lnTo>
                  <a:pt x="110938" y="104743"/>
                </a:lnTo>
                <a:lnTo>
                  <a:pt x="110760" y="104547"/>
                </a:lnTo>
                <a:lnTo>
                  <a:pt x="110586" y="104343"/>
                </a:lnTo>
                <a:lnTo>
                  <a:pt x="110417" y="104126"/>
                </a:lnTo>
                <a:lnTo>
                  <a:pt x="110256" y="103893"/>
                </a:lnTo>
                <a:lnTo>
                  <a:pt x="110102" y="103643"/>
                </a:lnTo>
                <a:lnTo>
                  <a:pt x="109955" y="103377"/>
                </a:lnTo>
                <a:lnTo>
                  <a:pt x="109815" y="103095"/>
                </a:lnTo>
                <a:lnTo>
                  <a:pt x="109683" y="102796"/>
                </a:lnTo>
                <a:lnTo>
                  <a:pt x="109557" y="102482"/>
                </a:lnTo>
                <a:lnTo>
                  <a:pt x="109439" y="102151"/>
                </a:lnTo>
                <a:lnTo>
                  <a:pt x="109328" y="101803"/>
                </a:lnTo>
                <a:lnTo>
                  <a:pt x="109224" y="101440"/>
                </a:lnTo>
                <a:lnTo>
                  <a:pt x="109127" y="101060"/>
                </a:lnTo>
                <a:lnTo>
                  <a:pt x="109038" y="100664"/>
                </a:lnTo>
                <a:lnTo>
                  <a:pt x="108955" y="100251"/>
                </a:lnTo>
                <a:lnTo>
                  <a:pt x="108880" y="99823"/>
                </a:lnTo>
                <a:lnTo>
                  <a:pt x="108812" y="99378"/>
                </a:lnTo>
                <a:lnTo>
                  <a:pt x="108751" y="98916"/>
                </a:lnTo>
                <a:lnTo>
                  <a:pt x="108697" y="98439"/>
                </a:lnTo>
                <a:lnTo>
                  <a:pt x="108651" y="97945"/>
                </a:lnTo>
                <a:lnTo>
                  <a:pt x="108611" y="97435"/>
                </a:lnTo>
                <a:lnTo>
                  <a:pt x="108579" y="96908"/>
                </a:lnTo>
                <a:lnTo>
                  <a:pt x="108554" y="96366"/>
                </a:lnTo>
                <a:lnTo>
                  <a:pt x="108536" y="95807"/>
                </a:lnTo>
                <a:lnTo>
                  <a:pt x="108525" y="95231"/>
                </a:lnTo>
                <a:lnTo>
                  <a:pt x="108522" y="94640"/>
                </a:lnTo>
                <a:lnTo>
                  <a:pt x="108522" y="46624"/>
                </a:lnTo>
                <a:lnTo>
                  <a:pt x="125844" y="46624"/>
                </a:lnTo>
                <a:lnTo>
                  <a:pt x="125844" y="40958"/>
                </a:lnTo>
                <a:lnTo>
                  <a:pt x="108522" y="40958"/>
                </a:lnTo>
                <a:lnTo>
                  <a:pt x="108522" y="16513"/>
                </a:lnTo>
                <a:lnTo>
                  <a:pt x="106012" y="16513"/>
                </a:lnTo>
                <a:lnTo>
                  <a:pt x="105738" y="17187"/>
                </a:lnTo>
                <a:lnTo>
                  <a:pt x="105469" y="17844"/>
                </a:lnTo>
                <a:lnTo>
                  <a:pt x="105206" y="18483"/>
                </a:lnTo>
                <a:lnTo>
                  <a:pt x="104947" y="19104"/>
                </a:lnTo>
                <a:close/>
                <a:moveTo>
                  <a:pt x="549753" y="50709"/>
                </a:moveTo>
                <a:lnTo>
                  <a:pt x="550012" y="50615"/>
                </a:lnTo>
                <a:lnTo>
                  <a:pt x="550267" y="50524"/>
                </a:lnTo>
                <a:lnTo>
                  <a:pt x="550519" y="50438"/>
                </a:lnTo>
                <a:lnTo>
                  <a:pt x="550768" y="50356"/>
                </a:lnTo>
                <a:lnTo>
                  <a:pt x="551014" y="50278"/>
                </a:lnTo>
                <a:lnTo>
                  <a:pt x="551257" y="50204"/>
                </a:lnTo>
                <a:lnTo>
                  <a:pt x="551497" y="50135"/>
                </a:lnTo>
                <a:lnTo>
                  <a:pt x="551734" y="50070"/>
                </a:lnTo>
                <a:lnTo>
                  <a:pt x="551968" y="50009"/>
                </a:lnTo>
                <a:lnTo>
                  <a:pt x="552198" y="49952"/>
                </a:lnTo>
                <a:lnTo>
                  <a:pt x="552426" y="49899"/>
                </a:lnTo>
                <a:lnTo>
                  <a:pt x="552650" y="49851"/>
                </a:lnTo>
                <a:lnTo>
                  <a:pt x="552872" y="49807"/>
                </a:lnTo>
                <a:lnTo>
                  <a:pt x="553090" y="49767"/>
                </a:lnTo>
                <a:lnTo>
                  <a:pt x="553305" y="49731"/>
                </a:lnTo>
                <a:lnTo>
                  <a:pt x="553517" y="49699"/>
                </a:lnTo>
                <a:lnTo>
                  <a:pt x="553726" y="49672"/>
                </a:lnTo>
                <a:lnTo>
                  <a:pt x="553932" y="49649"/>
                </a:lnTo>
                <a:lnTo>
                  <a:pt x="554135" y="49630"/>
                </a:lnTo>
                <a:lnTo>
                  <a:pt x="554334" y="49615"/>
                </a:lnTo>
                <a:lnTo>
                  <a:pt x="554531" y="49605"/>
                </a:lnTo>
                <a:lnTo>
                  <a:pt x="554725" y="49599"/>
                </a:lnTo>
                <a:lnTo>
                  <a:pt x="554915" y="49596"/>
                </a:lnTo>
                <a:lnTo>
                  <a:pt x="555089" y="49598"/>
                </a:lnTo>
                <a:lnTo>
                  <a:pt x="555260" y="49604"/>
                </a:lnTo>
                <a:lnTo>
                  <a:pt x="555428" y="49613"/>
                </a:lnTo>
                <a:lnTo>
                  <a:pt x="555593" y="49626"/>
                </a:lnTo>
                <a:lnTo>
                  <a:pt x="555755" y="49642"/>
                </a:lnTo>
                <a:lnTo>
                  <a:pt x="555914" y="49662"/>
                </a:lnTo>
                <a:lnTo>
                  <a:pt x="556070" y="49686"/>
                </a:lnTo>
                <a:lnTo>
                  <a:pt x="556224" y="49713"/>
                </a:lnTo>
                <a:lnTo>
                  <a:pt x="556374" y="49744"/>
                </a:lnTo>
                <a:lnTo>
                  <a:pt x="556521" y="49779"/>
                </a:lnTo>
                <a:lnTo>
                  <a:pt x="556666" y="49817"/>
                </a:lnTo>
                <a:lnTo>
                  <a:pt x="556807" y="49859"/>
                </a:lnTo>
                <a:lnTo>
                  <a:pt x="556946" y="49904"/>
                </a:lnTo>
                <a:lnTo>
                  <a:pt x="557081" y="49954"/>
                </a:lnTo>
                <a:lnTo>
                  <a:pt x="557214" y="50006"/>
                </a:lnTo>
                <a:lnTo>
                  <a:pt x="557343" y="50063"/>
                </a:lnTo>
                <a:lnTo>
                  <a:pt x="557470" y="50123"/>
                </a:lnTo>
                <a:lnTo>
                  <a:pt x="557594" y="50187"/>
                </a:lnTo>
                <a:lnTo>
                  <a:pt x="557715" y="50254"/>
                </a:lnTo>
                <a:lnTo>
                  <a:pt x="557832" y="50325"/>
                </a:lnTo>
                <a:lnTo>
                  <a:pt x="557947" y="50400"/>
                </a:lnTo>
                <a:lnTo>
                  <a:pt x="558059" y="50478"/>
                </a:lnTo>
                <a:lnTo>
                  <a:pt x="558168" y="50561"/>
                </a:lnTo>
                <a:lnTo>
                  <a:pt x="558274" y="50646"/>
                </a:lnTo>
                <a:lnTo>
                  <a:pt x="558378" y="50737"/>
                </a:lnTo>
                <a:lnTo>
                  <a:pt x="558479" y="50834"/>
                </a:lnTo>
                <a:lnTo>
                  <a:pt x="558578" y="50938"/>
                </a:lnTo>
                <a:lnTo>
                  <a:pt x="558674" y="51048"/>
                </a:lnTo>
                <a:lnTo>
                  <a:pt x="558769" y="51164"/>
                </a:lnTo>
                <a:lnTo>
                  <a:pt x="558861" y="51287"/>
                </a:lnTo>
                <a:lnTo>
                  <a:pt x="558951" y="51417"/>
                </a:lnTo>
                <a:lnTo>
                  <a:pt x="559039" y="51553"/>
                </a:lnTo>
                <a:lnTo>
                  <a:pt x="559124" y="51695"/>
                </a:lnTo>
                <a:lnTo>
                  <a:pt x="559207" y="51844"/>
                </a:lnTo>
                <a:lnTo>
                  <a:pt x="559288" y="51999"/>
                </a:lnTo>
                <a:lnTo>
                  <a:pt x="559367" y="52161"/>
                </a:lnTo>
                <a:lnTo>
                  <a:pt x="559443" y="52329"/>
                </a:lnTo>
                <a:lnTo>
                  <a:pt x="559518" y="52504"/>
                </a:lnTo>
                <a:lnTo>
                  <a:pt x="559590" y="52685"/>
                </a:lnTo>
                <a:lnTo>
                  <a:pt x="559659" y="52872"/>
                </a:lnTo>
                <a:lnTo>
                  <a:pt x="559727" y="53066"/>
                </a:lnTo>
                <a:lnTo>
                  <a:pt x="559792" y="53267"/>
                </a:lnTo>
                <a:lnTo>
                  <a:pt x="559855" y="53474"/>
                </a:lnTo>
                <a:lnTo>
                  <a:pt x="559916" y="53687"/>
                </a:lnTo>
                <a:lnTo>
                  <a:pt x="559974" y="53907"/>
                </a:lnTo>
                <a:lnTo>
                  <a:pt x="560030" y="54133"/>
                </a:lnTo>
                <a:lnTo>
                  <a:pt x="560084" y="54366"/>
                </a:lnTo>
                <a:lnTo>
                  <a:pt x="560136" y="54605"/>
                </a:lnTo>
                <a:lnTo>
                  <a:pt x="560185" y="54865"/>
                </a:lnTo>
                <a:lnTo>
                  <a:pt x="560233" y="55162"/>
                </a:lnTo>
                <a:lnTo>
                  <a:pt x="560278" y="55494"/>
                </a:lnTo>
                <a:lnTo>
                  <a:pt x="560321" y="55863"/>
                </a:lnTo>
                <a:lnTo>
                  <a:pt x="560363" y="56268"/>
                </a:lnTo>
                <a:lnTo>
                  <a:pt x="560402" y="56709"/>
                </a:lnTo>
                <a:lnTo>
                  <a:pt x="560438" y="57187"/>
                </a:lnTo>
                <a:lnTo>
                  <a:pt x="560473" y="57700"/>
                </a:lnTo>
                <a:lnTo>
                  <a:pt x="560506" y="58250"/>
                </a:lnTo>
                <a:lnTo>
                  <a:pt x="560536" y="58836"/>
                </a:lnTo>
                <a:lnTo>
                  <a:pt x="560565" y="59458"/>
                </a:lnTo>
                <a:lnTo>
                  <a:pt x="560591" y="60116"/>
                </a:lnTo>
                <a:lnTo>
                  <a:pt x="560616" y="60811"/>
                </a:lnTo>
                <a:lnTo>
                  <a:pt x="560638" y="61541"/>
                </a:lnTo>
                <a:lnTo>
                  <a:pt x="560658" y="62308"/>
                </a:lnTo>
                <a:lnTo>
                  <a:pt x="560676" y="63111"/>
                </a:lnTo>
                <a:lnTo>
                  <a:pt x="560691" y="63950"/>
                </a:lnTo>
                <a:lnTo>
                  <a:pt x="560705" y="64825"/>
                </a:lnTo>
                <a:lnTo>
                  <a:pt x="560717" y="65737"/>
                </a:lnTo>
                <a:lnTo>
                  <a:pt x="560726" y="66684"/>
                </a:lnTo>
                <a:lnTo>
                  <a:pt x="560734" y="67668"/>
                </a:lnTo>
                <a:lnTo>
                  <a:pt x="560739" y="68688"/>
                </a:lnTo>
                <a:lnTo>
                  <a:pt x="560742" y="69744"/>
                </a:lnTo>
                <a:lnTo>
                  <a:pt x="560743" y="70837"/>
                </a:lnTo>
                <a:lnTo>
                  <a:pt x="560743" y="98297"/>
                </a:lnTo>
                <a:lnTo>
                  <a:pt x="560740" y="98961"/>
                </a:lnTo>
                <a:lnTo>
                  <a:pt x="560729" y="99607"/>
                </a:lnTo>
                <a:lnTo>
                  <a:pt x="560712" y="100235"/>
                </a:lnTo>
                <a:lnTo>
                  <a:pt x="560688" y="100845"/>
                </a:lnTo>
                <a:lnTo>
                  <a:pt x="560657" y="101437"/>
                </a:lnTo>
                <a:lnTo>
                  <a:pt x="560619" y="102010"/>
                </a:lnTo>
                <a:lnTo>
                  <a:pt x="560574" y="102566"/>
                </a:lnTo>
                <a:lnTo>
                  <a:pt x="560523" y="103103"/>
                </a:lnTo>
                <a:lnTo>
                  <a:pt x="560464" y="103623"/>
                </a:lnTo>
                <a:lnTo>
                  <a:pt x="560399" y="104124"/>
                </a:lnTo>
                <a:lnTo>
                  <a:pt x="560326" y="104607"/>
                </a:lnTo>
                <a:lnTo>
                  <a:pt x="560247" y="105072"/>
                </a:lnTo>
                <a:lnTo>
                  <a:pt x="560161" y="105519"/>
                </a:lnTo>
                <a:lnTo>
                  <a:pt x="560068" y="105948"/>
                </a:lnTo>
                <a:lnTo>
                  <a:pt x="559968" y="106359"/>
                </a:lnTo>
                <a:lnTo>
                  <a:pt x="559862" y="106752"/>
                </a:lnTo>
                <a:lnTo>
                  <a:pt x="559748" y="107126"/>
                </a:lnTo>
                <a:lnTo>
                  <a:pt x="559628" y="107483"/>
                </a:lnTo>
                <a:lnTo>
                  <a:pt x="559500" y="107821"/>
                </a:lnTo>
                <a:lnTo>
                  <a:pt x="559366" y="108142"/>
                </a:lnTo>
                <a:lnTo>
                  <a:pt x="559225" y="108444"/>
                </a:lnTo>
                <a:lnTo>
                  <a:pt x="559077" y="108728"/>
                </a:lnTo>
                <a:lnTo>
                  <a:pt x="558922" y="108995"/>
                </a:lnTo>
                <a:lnTo>
                  <a:pt x="558760" y="109243"/>
                </a:lnTo>
                <a:lnTo>
                  <a:pt x="558588" y="109476"/>
                </a:lnTo>
                <a:lnTo>
                  <a:pt x="558404" y="109700"/>
                </a:lnTo>
                <a:lnTo>
                  <a:pt x="558207" y="109914"/>
                </a:lnTo>
                <a:lnTo>
                  <a:pt x="557997" y="110118"/>
                </a:lnTo>
                <a:lnTo>
                  <a:pt x="557774" y="110312"/>
                </a:lnTo>
                <a:lnTo>
                  <a:pt x="557538" y="110496"/>
                </a:lnTo>
                <a:lnTo>
                  <a:pt x="557290" y="110671"/>
                </a:lnTo>
                <a:lnTo>
                  <a:pt x="557029" y="110835"/>
                </a:lnTo>
                <a:lnTo>
                  <a:pt x="556755" y="110989"/>
                </a:lnTo>
                <a:lnTo>
                  <a:pt x="556468" y="111133"/>
                </a:lnTo>
                <a:lnTo>
                  <a:pt x="556168" y="111268"/>
                </a:lnTo>
                <a:lnTo>
                  <a:pt x="555856" y="111392"/>
                </a:lnTo>
                <a:lnTo>
                  <a:pt x="555531" y="111507"/>
                </a:lnTo>
                <a:lnTo>
                  <a:pt x="555193" y="111611"/>
                </a:lnTo>
                <a:lnTo>
                  <a:pt x="554842" y="111706"/>
                </a:lnTo>
                <a:lnTo>
                  <a:pt x="554479" y="111790"/>
                </a:lnTo>
                <a:lnTo>
                  <a:pt x="554103" y="111865"/>
                </a:lnTo>
                <a:lnTo>
                  <a:pt x="553713" y="111929"/>
                </a:lnTo>
                <a:lnTo>
                  <a:pt x="553312" y="111984"/>
                </a:lnTo>
                <a:lnTo>
                  <a:pt x="552897" y="112029"/>
                </a:lnTo>
                <a:lnTo>
                  <a:pt x="552470" y="112064"/>
                </a:lnTo>
                <a:lnTo>
                  <a:pt x="552029" y="112089"/>
                </a:lnTo>
                <a:lnTo>
                  <a:pt x="551576" y="112104"/>
                </a:lnTo>
                <a:lnTo>
                  <a:pt x="551111" y="112109"/>
                </a:lnTo>
                <a:lnTo>
                  <a:pt x="549492" y="112109"/>
                </a:lnTo>
                <a:lnTo>
                  <a:pt x="549492" y="115104"/>
                </a:lnTo>
                <a:lnTo>
                  <a:pt x="586160" y="115104"/>
                </a:lnTo>
                <a:lnTo>
                  <a:pt x="586160" y="112109"/>
                </a:lnTo>
                <a:lnTo>
                  <a:pt x="585661" y="112107"/>
                </a:lnTo>
                <a:lnTo>
                  <a:pt x="585176" y="112101"/>
                </a:lnTo>
                <a:lnTo>
                  <a:pt x="584706" y="112092"/>
                </a:lnTo>
                <a:lnTo>
                  <a:pt x="584250" y="112078"/>
                </a:lnTo>
                <a:lnTo>
                  <a:pt x="583808" y="112061"/>
                </a:lnTo>
                <a:lnTo>
                  <a:pt x="583380" y="112041"/>
                </a:lnTo>
                <a:lnTo>
                  <a:pt x="582966" y="112016"/>
                </a:lnTo>
                <a:lnTo>
                  <a:pt x="582567" y="111988"/>
                </a:lnTo>
                <a:lnTo>
                  <a:pt x="582181" y="111956"/>
                </a:lnTo>
                <a:lnTo>
                  <a:pt x="581810" y="111920"/>
                </a:lnTo>
                <a:lnTo>
                  <a:pt x="581453" y="111880"/>
                </a:lnTo>
                <a:lnTo>
                  <a:pt x="581111" y="111837"/>
                </a:lnTo>
                <a:lnTo>
                  <a:pt x="580782" y="111789"/>
                </a:lnTo>
                <a:lnTo>
                  <a:pt x="580468" y="111738"/>
                </a:lnTo>
                <a:lnTo>
                  <a:pt x="580168" y="111684"/>
                </a:lnTo>
                <a:lnTo>
                  <a:pt x="579882" y="111625"/>
                </a:lnTo>
                <a:lnTo>
                  <a:pt x="579610" y="111563"/>
                </a:lnTo>
                <a:lnTo>
                  <a:pt x="579353" y="111497"/>
                </a:lnTo>
                <a:lnTo>
                  <a:pt x="579109" y="111427"/>
                </a:lnTo>
                <a:lnTo>
                  <a:pt x="578880" y="111353"/>
                </a:lnTo>
                <a:lnTo>
                  <a:pt x="578665" y="111276"/>
                </a:lnTo>
                <a:lnTo>
                  <a:pt x="578465" y="111195"/>
                </a:lnTo>
                <a:lnTo>
                  <a:pt x="578278" y="111110"/>
                </a:lnTo>
                <a:lnTo>
                  <a:pt x="578106" y="111021"/>
                </a:lnTo>
                <a:lnTo>
                  <a:pt x="577942" y="110928"/>
                </a:lnTo>
                <a:lnTo>
                  <a:pt x="577781" y="110831"/>
                </a:lnTo>
                <a:lnTo>
                  <a:pt x="577623" y="110729"/>
                </a:lnTo>
                <a:lnTo>
                  <a:pt x="577468" y="110624"/>
                </a:lnTo>
                <a:lnTo>
                  <a:pt x="577316" y="110514"/>
                </a:lnTo>
                <a:lnTo>
                  <a:pt x="577167" y="110399"/>
                </a:lnTo>
                <a:lnTo>
                  <a:pt x="577021" y="110280"/>
                </a:lnTo>
                <a:lnTo>
                  <a:pt x="576878" y="110157"/>
                </a:lnTo>
                <a:lnTo>
                  <a:pt x="576738" y="110030"/>
                </a:lnTo>
                <a:lnTo>
                  <a:pt x="576601" y="109898"/>
                </a:lnTo>
                <a:lnTo>
                  <a:pt x="576466" y="109762"/>
                </a:lnTo>
                <a:lnTo>
                  <a:pt x="576335" y="109621"/>
                </a:lnTo>
                <a:lnTo>
                  <a:pt x="576207" y="109477"/>
                </a:lnTo>
                <a:lnTo>
                  <a:pt x="576081" y="109328"/>
                </a:lnTo>
                <a:lnTo>
                  <a:pt x="575959" y="109174"/>
                </a:lnTo>
                <a:lnTo>
                  <a:pt x="575839" y="109016"/>
                </a:lnTo>
                <a:lnTo>
                  <a:pt x="575723" y="108854"/>
                </a:lnTo>
                <a:lnTo>
                  <a:pt x="575609" y="108688"/>
                </a:lnTo>
                <a:lnTo>
                  <a:pt x="575498" y="108517"/>
                </a:lnTo>
                <a:lnTo>
                  <a:pt x="575391" y="108342"/>
                </a:lnTo>
                <a:lnTo>
                  <a:pt x="575286" y="108163"/>
                </a:lnTo>
                <a:lnTo>
                  <a:pt x="575184" y="107979"/>
                </a:lnTo>
                <a:lnTo>
                  <a:pt x="575085" y="107791"/>
                </a:lnTo>
                <a:lnTo>
                  <a:pt x="574989" y="107598"/>
                </a:lnTo>
                <a:lnTo>
                  <a:pt x="574917" y="107441"/>
                </a:lnTo>
                <a:lnTo>
                  <a:pt x="574847" y="107264"/>
                </a:lnTo>
                <a:lnTo>
                  <a:pt x="574781" y="107066"/>
                </a:lnTo>
                <a:lnTo>
                  <a:pt x="574717" y="106849"/>
                </a:lnTo>
                <a:lnTo>
                  <a:pt x="574657" y="106612"/>
                </a:lnTo>
                <a:lnTo>
                  <a:pt x="574600" y="106356"/>
                </a:lnTo>
                <a:lnTo>
                  <a:pt x="574546" y="106079"/>
                </a:lnTo>
                <a:lnTo>
                  <a:pt x="574495" y="105783"/>
                </a:lnTo>
                <a:lnTo>
                  <a:pt x="574447" y="105466"/>
                </a:lnTo>
                <a:lnTo>
                  <a:pt x="574402" y="105130"/>
                </a:lnTo>
                <a:lnTo>
                  <a:pt x="574360" y="104774"/>
                </a:lnTo>
                <a:lnTo>
                  <a:pt x="574322" y="104398"/>
                </a:lnTo>
                <a:lnTo>
                  <a:pt x="574286" y="104002"/>
                </a:lnTo>
                <a:lnTo>
                  <a:pt x="574254" y="103587"/>
                </a:lnTo>
                <a:lnTo>
                  <a:pt x="574224" y="103151"/>
                </a:lnTo>
                <a:lnTo>
                  <a:pt x="574198" y="102696"/>
                </a:lnTo>
                <a:lnTo>
                  <a:pt x="574175" y="102220"/>
                </a:lnTo>
                <a:lnTo>
                  <a:pt x="574155" y="101725"/>
                </a:lnTo>
                <a:lnTo>
                  <a:pt x="574138" y="101210"/>
                </a:lnTo>
                <a:lnTo>
                  <a:pt x="574124" y="100676"/>
                </a:lnTo>
                <a:lnTo>
                  <a:pt x="574113" y="100121"/>
                </a:lnTo>
                <a:lnTo>
                  <a:pt x="574105" y="99546"/>
                </a:lnTo>
                <a:lnTo>
                  <a:pt x="574100" y="98952"/>
                </a:lnTo>
                <a:lnTo>
                  <a:pt x="574099" y="98338"/>
                </a:lnTo>
                <a:lnTo>
                  <a:pt x="574099" y="59441"/>
                </a:lnTo>
                <a:lnTo>
                  <a:pt x="574895" y="58587"/>
                </a:lnTo>
                <a:lnTo>
                  <a:pt x="575691" y="57769"/>
                </a:lnTo>
                <a:lnTo>
                  <a:pt x="576488" y="56987"/>
                </a:lnTo>
                <a:lnTo>
                  <a:pt x="577285" y="56242"/>
                </a:lnTo>
                <a:lnTo>
                  <a:pt x="578082" y="55533"/>
                </a:lnTo>
                <a:lnTo>
                  <a:pt x="578880" y="54861"/>
                </a:lnTo>
                <a:lnTo>
                  <a:pt x="579678" y="54225"/>
                </a:lnTo>
                <a:lnTo>
                  <a:pt x="580476" y="53625"/>
                </a:lnTo>
                <a:lnTo>
                  <a:pt x="581274" y="53061"/>
                </a:lnTo>
                <a:lnTo>
                  <a:pt x="582073" y="52534"/>
                </a:lnTo>
                <a:lnTo>
                  <a:pt x="582871" y="52043"/>
                </a:lnTo>
                <a:lnTo>
                  <a:pt x="583671" y="51589"/>
                </a:lnTo>
                <a:lnTo>
                  <a:pt x="584470" y="51171"/>
                </a:lnTo>
                <a:lnTo>
                  <a:pt x="585270" y="50789"/>
                </a:lnTo>
                <a:lnTo>
                  <a:pt x="586070" y="50444"/>
                </a:lnTo>
                <a:lnTo>
                  <a:pt x="586870" y="50135"/>
                </a:lnTo>
                <a:lnTo>
                  <a:pt x="587671" y="49862"/>
                </a:lnTo>
                <a:lnTo>
                  <a:pt x="588472" y="49626"/>
                </a:lnTo>
                <a:lnTo>
                  <a:pt x="589273" y="49426"/>
                </a:lnTo>
                <a:lnTo>
                  <a:pt x="590074" y="49262"/>
                </a:lnTo>
                <a:lnTo>
                  <a:pt x="590876" y="49135"/>
                </a:lnTo>
                <a:lnTo>
                  <a:pt x="591678" y="49044"/>
                </a:lnTo>
                <a:lnTo>
                  <a:pt x="592480" y="48990"/>
                </a:lnTo>
                <a:lnTo>
                  <a:pt x="593283" y="48972"/>
                </a:lnTo>
                <a:lnTo>
                  <a:pt x="593796" y="48980"/>
                </a:lnTo>
                <a:lnTo>
                  <a:pt x="594297" y="49003"/>
                </a:lnTo>
                <a:lnTo>
                  <a:pt x="594785" y="49043"/>
                </a:lnTo>
                <a:lnTo>
                  <a:pt x="595260" y="49098"/>
                </a:lnTo>
                <a:lnTo>
                  <a:pt x="595723" y="49169"/>
                </a:lnTo>
                <a:lnTo>
                  <a:pt x="596174" y="49256"/>
                </a:lnTo>
                <a:lnTo>
                  <a:pt x="596612" y="49359"/>
                </a:lnTo>
                <a:lnTo>
                  <a:pt x="597038" y="49477"/>
                </a:lnTo>
                <a:lnTo>
                  <a:pt x="597451" y="49612"/>
                </a:lnTo>
                <a:lnTo>
                  <a:pt x="597851" y="49762"/>
                </a:lnTo>
                <a:lnTo>
                  <a:pt x="598240" y="49928"/>
                </a:lnTo>
                <a:lnTo>
                  <a:pt x="598615" y="50109"/>
                </a:lnTo>
                <a:lnTo>
                  <a:pt x="598978" y="50307"/>
                </a:lnTo>
                <a:lnTo>
                  <a:pt x="599329" y="50520"/>
                </a:lnTo>
                <a:lnTo>
                  <a:pt x="599667" y="50749"/>
                </a:lnTo>
                <a:lnTo>
                  <a:pt x="599992" y="50994"/>
                </a:lnTo>
                <a:lnTo>
                  <a:pt x="600305" y="51255"/>
                </a:lnTo>
                <a:lnTo>
                  <a:pt x="600606" y="51531"/>
                </a:lnTo>
                <a:lnTo>
                  <a:pt x="600894" y="51824"/>
                </a:lnTo>
                <a:lnTo>
                  <a:pt x="601169" y="52132"/>
                </a:lnTo>
                <a:lnTo>
                  <a:pt x="601432" y="52456"/>
                </a:lnTo>
                <a:lnTo>
                  <a:pt x="601683" y="52795"/>
                </a:lnTo>
                <a:lnTo>
                  <a:pt x="601921" y="53151"/>
                </a:lnTo>
                <a:lnTo>
                  <a:pt x="602146" y="53522"/>
                </a:lnTo>
                <a:lnTo>
                  <a:pt x="602361" y="53911"/>
                </a:lnTo>
                <a:lnTo>
                  <a:pt x="602566" y="54319"/>
                </a:lnTo>
                <a:lnTo>
                  <a:pt x="602763" y="54746"/>
                </a:lnTo>
                <a:lnTo>
                  <a:pt x="602950" y="55192"/>
                </a:lnTo>
                <a:lnTo>
                  <a:pt x="603128" y="55658"/>
                </a:lnTo>
                <a:lnTo>
                  <a:pt x="603297" y="56142"/>
                </a:lnTo>
                <a:lnTo>
                  <a:pt x="603457" y="56646"/>
                </a:lnTo>
                <a:lnTo>
                  <a:pt x="603608" y="57169"/>
                </a:lnTo>
                <a:lnTo>
                  <a:pt x="603749" y="57711"/>
                </a:lnTo>
                <a:lnTo>
                  <a:pt x="603882" y="58272"/>
                </a:lnTo>
                <a:lnTo>
                  <a:pt x="604005" y="58852"/>
                </a:lnTo>
                <a:lnTo>
                  <a:pt x="604119" y="59451"/>
                </a:lnTo>
                <a:lnTo>
                  <a:pt x="604224" y="60070"/>
                </a:lnTo>
                <a:lnTo>
                  <a:pt x="604320" y="60708"/>
                </a:lnTo>
                <a:lnTo>
                  <a:pt x="604407" y="61365"/>
                </a:lnTo>
                <a:lnTo>
                  <a:pt x="604485" y="62041"/>
                </a:lnTo>
                <a:lnTo>
                  <a:pt x="604553" y="62736"/>
                </a:lnTo>
                <a:lnTo>
                  <a:pt x="604613" y="63450"/>
                </a:lnTo>
                <a:lnTo>
                  <a:pt x="604663" y="64183"/>
                </a:lnTo>
                <a:lnTo>
                  <a:pt x="604704" y="64936"/>
                </a:lnTo>
                <a:lnTo>
                  <a:pt x="604736" y="65708"/>
                </a:lnTo>
                <a:lnTo>
                  <a:pt x="604759" y="66499"/>
                </a:lnTo>
                <a:lnTo>
                  <a:pt x="604772" y="67309"/>
                </a:lnTo>
                <a:lnTo>
                  <a:pt x="604777" y="68138"/>
                </a:lnTo>
                <a:lnTo>
                  <a:pt x="604777" y="98338"/>
                </a:lnTo>
                <a:lnTo>
                  <a:pt x="604776" y="98859"/>
                </a:lnTo>
                <a:lnTo>
                  <a:pt x="604775" y="99362"/>
                </a:lnTo>
                <a:lnTo>
                  <a:pt x="604772" y="99848"/>
                </a:lnTo>
                <a:lnTo>
                  <a:pt x="604768" y="100315"/>
                </a:lnTo>
                <a:lnTo>
                  <a:pt x="604763" y="100765"/>
                </a:lnTo>
                <a:lnTo>
                  <a:pt x="604757" y="101197"/>
                </a:lnTo>
                <a:lnTo>
                  <a:pt x="604749" y="101611"/>
                </a:lnTo>
                <a:lnTo>
                  <a:pt x="604741" y="102007"/>
                </a:lnTo>
                <a:lnTo>
                  <a:pt x="604731" y="102385"/>
                </a:lnTo>
                <a:lnTo>
                  <a:pt x="604721" y="102745"/>
                </a:lnTo>
                <a:lnTo>
                  <a:pt x="604709" y="103087"/>
                </a:lnTo>
                <a:lnTo>
                  <a:pt x="604696" y="103411"/>
                </a:lnTo>
                <a:lnTo>
                  <a:pt x="604682" y="103718"/>
                </a:lnTo>
                <a:lnTo>
                  <a:pt x="604667" y="104007"/>
                </a:lnTo>
                <a:lnTo>
                  <a:pt x="604651" y="104277"/>
                </a:lnTo>
                <a:lnTo>
                  <a:pt x="604633" y="104530"/>
                </a:lnTo>
                <a:lnTo>
                  <a:pt x="604615" y="104765"/>
                </a:lnTo>
                <a:lnTo>
                  <a:pt x="604595" y="104982"/>
                </a:lnTo>
                <a:lnTo>
                  <a:pt x="604574" y="105181"/>
                </a:lnTo>
                <a:lnTo>
                  <a:pt x="604552" y="105363"/>
                </a:lnTo>
                <a:lnTo>
                  <a:pt x="604529" y="105526"/>
                </a:lnTo>
                <a:lnTo>
                  <a:pt x="604505" y="105671"/>
                </a:lnTo>
                <a:lnTo>
                  <a:pt x="604480" y="105799"/>
                </a:lnTo>
                <a:lnTo>
                  <a:pt x="604453" y="105909"/>
                </a:lnTo>
                <a:lnTo>
                  <a:pt x="604384" y="106161"/>
                </a:lnTo>
                <a:lnTo>
                  <a:pt x="604310" y="106408"/>
                </a:lnTo>
                <a:lnTo>
                  <a:pt x="604231" y="106650"/>
                </a:lnTo>
                <a:lnTo>
                  <a:pt x="604149" y="106887"/>
                </a:lnTo>
                <a:lnTo>
                  <a:pt x="604062" y="107118"/>
                </a:lnTo>
                <a:lnTo>
                  <a:pt x="603970" y="107345"/>
                </a:lnTo>
                <a:lnTo>
                  <a:pt x="603874" y="107566"/>
                </a:lnTo>
                <a:lnTo>
                  <a:pt x="603774" y="107782"/>
                </a:lnTo>
                <a:lnTo>
                  <a:pt x="603670" y="107993"/>
                </a:lnTo>
                <a:lnTo>
                  <a:pt x="603561" y="108199"/>
                </a:lnTo>
                <a:lnTo>
                  <a:pt x="603448" y="108400"/>
                </a:lnTo>
                <a:lnTo>
                  <a:pt x="603330" y="108595"/>
                </a:lnTo>
                <a:lnTo>
                  <a:pt x="603208" y="108785"/>
                </a:lnTo>
                <a:lnTo>
                  <a:pt x="603082" y="108970"/>
                </a:lnTo>
                <a:lnTo>
                  <a:pt x="602951" y="109150"/>
                </a:lnTo>
                <a:lnTo>
                  <a:pt x="602816" y="109325"/>
                </a:lnTo>
                <a:lnTo>
                  <a:pt x="602677" y="109495"/>
                </a:lnTo>
                <a:lnTo>
                  <a:pt x="602533" y="109659"/>
                </a:lnTo>
                <a:lnTo>
                  <a:pt x="602385" y="109819"/>
                </a:lnTo>
                <a:lnTo>
                  <a:pt x="602233" y="109973"/>
                </a:lnTo>
                <a:lnTo>
                  <a:pt x="602076" y="110122"/>
                </a:lnTo>
                <a:lnTo>
                  <a:pt x="601915" y="110266"/>
                </a:lnTo>
                <a:lnTo>
                  <a:pt x="601750" y="110404"/>
                </a:lnTo>
                <a:lnTo>
                  <a:pt x="601580" y="110538"/>
                </a:lnTo>
                <a:lnTo>
                  <a:pt x="601402" y="110666"/>
                </a:lnTo>
                <a:lnTo>
                  <a:pt x="601214" y="110789"/>
                </a:lnTo>
                <a:lnTo>
                  <a:pt x="601015" y="110906"/>
                </a:lnTo>
                <a:lnTo>
                  <a:pt x="600805" y="111018"/>
                </a:lnTo>
                <a:lnTo>
                  <a:pt x="600584" y="111124"/>
                </a:lnTo>
                <a:lnTo>
                  <a:pt x="600353" y="111225"/>
                </a:lnTo>
                <a:lnTo>
                  <a:pt x="600111" y="111320"/>
                </a:lnTo>
                <a:lnTo>
                  <a:pt x="599857" y="111410"/>
                </a:lnTo>
                <a:lnTo>
                  <a:pt x="599593" y="111495"/>
                </a:lnTo>
                <a:lnTo>
                  <a:pt x="599319" y="111574"/>
                </a:lnTo>
                <a:lnTo>
                  <a:pt x="599033" y="111648"/>
                </a:lnTo>
                <a:lnTo>
                  <a:pt x="598737" y="111716"/>
                </a:lnTo>
                <a:lnTo>
                  <a:pt x="598429" y="111779"/>
                </a:lnTo>
                <a:lnTo>
                  <a:pt x="598111" y="111836"/>
                </a:lnTo>
                <a:lnTo>
                  <a:pt x="597782" y="111888"/>
                </a:lnTo>
                <a:lnTo>
                  <a:pt x="597443" y="111934"/>
                </a:lnTo>
                <a:lnTo>
                  <a:pt x="597092" y="111975"/>
                </a:lnTo>
                <a:lnTo>
                  <a:pt x="596731" y="112010"/>
                </a:lnTo>
                <a:lnTo>
                  <a:pt x="596358" y="112040"/>
                </a:lnTo>
                <a:lnTo>
                  <a:pt x="595975" y="112065"/>
                </a:lnTo>
                <a:lnTo>
                  <a:pt x="595582" y="112084"/>
                </a:lnTo>
                <a:lnTo>
                  <a:pt x="595177" y="112098"/>
                </a:lnTo>
                <a:lnTo>
                  <a:pt x="594761" y="112106"/>
                </a:lnTo>
                <a:lnTo>
                  <a:pt x="594335" y="112109"/>
                </a:lnTo>
                <a:lnTo>
                  <a:pt x="592797" y="112109"/>
                </a:lnTo>
                <a:lnTo>
                  <a:pt x="592797" y="115104"/>
                </a:lnTo>
                <a:lnTo>
                  <a:pt x="629465" y="115104"/>
                </a:lnTo>
                <a:lnTo>
                  <a:pt x="629465" y="112109"/>
                </a:lnTo>
                <a:lnTo>
                  <a:pt x="629026" y="112107"/>
                </a:lnTo>
                <a:lnTo>
                  <a:pt x="628598" y="112101"/>
                </a:lnTo>
                <a:lnTo>
                  <a:pt x="628182" y="112091"/>
                </a:lnTo>
                <a:lnTo>
                  <a:pt x="627778" y="112077"/>
                </a:lnTo>
                <a:lnTo>
                  <a:pt x="627385" y="112060"/>
                </a:lnTo>
                <a:lnTo>
                  <a:pt x="627004" y="112038"/>
                </a:lnTo>
                <a:lnTo>
                  <a:pt x="626635" y="112012"/>
                </a:lnTo>
                <a:lnTo>
                  <a:pt x="626277" y="111983"/>
                </a:lnTo>
                <a:lnTo>
                  <a:pt x="625931" y="111950"/>
                </a:lnTo>
                <a:lnTo>
                  <a:pt x="625596" y="111912"/>
                </a:lnTo>
                <a:lnTo>
                  <a:pt x="625274" y="111871"/>
                </a:lnTo>
                <a:lnTo>
                  <a:pt x="624963" y="111826"/>
                </a:lnTo>
                <a:lnTo>
                  <a:pt x="624663" y="111777"/>
                </a:lnTo>
                <a:lnTo>
                  <a:pt x="624376" y="111724"/>
                </a:lnTo>
                <a:lnTo>
                  <a:pt x="624099" y="111667"/>
                </a:lnTo>
                <a:lnTo>
                  <a:pt x="623835" y="111606"/>
                </a:lnTo>
                <a:lnTo>
                  <a:pt x="623582" y="111541"/>
                </a:lnTo>
                <a:lnTo>
                  <a:pt x="623341" y="111473"/>
                </a:lnTo>
                <a:lnTo>
                  <a:pt x="623112" y="111400"/>
                </a:lnTo>
                <a:lnTo>
                  <a:pt x="622894" y="111323"/>
                </a:lnTo>
                <a:lnTo>
                  <a:pt x="622688" y="111243"/>
                </a:lnTo>
                <a:lnTo>
                  <a:pt x="622494" y="111158"/>
                </a:lnTo>
                <a:lnTo>
                  <a:pt x="622311" y="111070"/>
                </a:lnTo>
                <a:lnTo>
                  <a:pt x="622140" y="110978"/>
                </a:lnTo>
                <a:lnTo>
                  <a:pt x="621976" y="110882"/>
                </a:lnTo>
                <a:lnTo>
                  <a:pt x="621817" y="110783"/>
                </a:lnTo>
                <a:lnTo>
                  <a:pt x="621661" y="110681"/>
                </a:lnTo>
                <a:lnTo>
                  <a:pt x="621509" y="110576"/>
                </a:lnTo>
                <a:lnTo>
                  <a:pt x="621361" y="110468"/>
                </a:lnTo>
                <a:lnTo>
                  <a:pt x="621216" y="110357"/>
                </a:lnTo>
                <a:lnTo>
                  <a:pt x="621076" y="110243"/>
                </a:lnTo>
                <a:lnTo>
                  <a:pt x="620939" y="110125"/>
                </a:lnTo>
                <a:lnTo>
                  <a:pt x="620806" y="110005"/>
                </a:lnTo>
                <a:lnTo>
                  <a:pt x="620677" y="109881"/>
                </a:lnTo>
                <a:lnTo>
                  <a:pt x="620551" y="109755"/>
                </a:lnTo>
                <a:lnTo>
                  <a:pt x="620430" y="109625"/>
                </a:lnTo>
                <a:lnTo>
                  <a:pt x="620312" y="109492"/>
                </a:lnTo>
                <a:lnTo>
                  <a:pt x="620198" y="109357"/>
                </a:lnTo>
                <a:lnTo>
                  <a:pt x="620088" y="109218"/>
                </a:lnTo>
                <a:lnTo>
                  <a:pt x="619981" y="109076"/>
                </a:lnTo>
                <a:lnTo>
                  <a:pt x="619878" y="108931"/>
                </a:lnTo>
                <a:lnTo>
                  <a:pt x="619780" y="108782"/>
                </a:lnTo>
                <a:lnTo>
                  <a:pt x="619685" y="108631"/>
                </a:lnTo>
                <a:lnTo>
                  <a:pt x="619593" y="108477"/>
                </a:lnTo>
                <a:lnTo>
                  <a:pt x="619506" y="108319"/>
                </a:lnTo>
                <a:lnTo>
                  <a:pt x="619422" y="108159"/>
                </a:lnTo>
                <a:lnTo>
                  <a:pt x="619342" y="107995"/>
                </a:lnTo>
                <a:lnTo>
                  <a:pt x="619266" y="107829"/>
                </a:lnTo>
                <a:lnTo>
                  <a:pt x="619174" y="107612"/>
                </a:lnTo>
                <a:lnTo>
                  <a:pt x="619085" y="107380"/>
                </a:lnTo>
                <a:lnTo>
                  <a:pt x="619001" y="107132"/>
                </a:lnTo>
                <a:lnTo>
                  <a:pt x="618920" y="106868"/>
                </a:lnTo>
                <a:lnTo>
                  <a:pt x="618843" y="106589"/>
                </a:lnTo>
                <a:lnTo>
                  <a:pt x="618770" y="106294"/>
                </a:lnTo>
                <a:lnTo>
                  <a:pt x="618701" y="105983"/>
                </a:lnTo>
                <a:lnTo>
                  <a:pt x="618637" y="105657"/>
                </a:lnTo>
                <a:lnTo>
                  <a:pt x="618576" y="105314"/>
                </a:lnTo>
                <a:lnTo>
                  <a:pt x="618519" y="104957"/>
                </a:lnTo>
                <a:lnTo>
                  <a:pt x="618465" y="104583"/>
                </a:lnTo>
                <a:lnTo>
                  <a:pt x="618416" y="104194"/>
                </a:lnTo>
                <a:lnTo>
                  <a:pt x="618371" y="103789"/>
                </a:lnTo>
                <a:lnTo>
                  <a:pt x="618330" y="103368"/>
                </a:lnTo>
                <a:lnTo>
                  <a:pt x="618292" y="102932"/>
                </a:lnTo>
                <a:lnTo>
                  <a:pt x="618259" y="102480"/>
                </a:lnTo>
                <a:lnTo>
                  <a:pt x="618229" y="102012"/>
                </a:lnTo>
                <a:lnTo>
                  <a:pt x="618204" y="101528"/>
                </a:lnTo>
                <a:lnTo>
                  <a:pt x="618182" y="101029"/>
                </a:lnTo>
                <a:lnTo>
                  <a:pt x="618164" y="100514"/>
                </a:lnTo>
                <a:lnTo>
                  <a:pt x="618151" y="99983"/>
                </a:lnTo>
                <a:lnTo>
                  <a:pt x="618141" y="99437"/>
                </a:lnTo>
                <a:lnTo>
                  <a:pt x="618135" y="98875"/>
                </a:lnTo>
                <a:lnTo>
                  <a:pt x="618133" y="98297"/>
                </a:lnTo>
                <a:lnTo>
                  <a:pt x="618133" y="66719"/>
                </a:lnTo>
                <a:lnTo>
                  <a:pt x="618130" y="65893"/>
                </a:lnTo>
                <a:lnTo>
                  <a:pt x="618121" y="65085"/>
                </a:lnTo>
                <a:lnTo>
                  <a:pt x="618105" y="64295"/>
                </a:lnTo>
                <a:lnTo>
                  <a:pt x="618083" y="63523"/>
                </a:lnTo>
                <a:lnTo>
                  <a:pt x="618056" y="62770"/>
                </a:lnTo>
                <a:lnTo>
                  <a:pt x="618022" y="62034"/>
                </a:lnTo>
                <a:lnTo>
                  <a:pt x="617981" y="61316"/>
                </a:lnTo>
                <a:lnTo>
                  <a:pt x="617935" y="60616"/>
                </a:lnTo>
                <a:lnTo>
                  <a:pt x="617882" y="59934"/>
                </a:lnTo>
                <a:lnTo>
                  <a:pt x="617824" y="59269"/>
                </a:lnTo>
                <a:lnTo>
                  <a:pt x="617759" y="58623"/>
                </a:lnTo>
                <a:lnTo>
                  <a:pt x="617688" y="57995"/>
                </a:lnTo>
                <a:lnTo>
                  <a:pt x="617610" y="57385"/>
                </a:lnTo>
                <a:lnTo>
                  <a:pt x="617527" y="56793"/>
                </a:lnTo>
                <a:lnTo>
                  <a:pt x="617437" y="56218"/>
                </a:lnTo>
                <a:lnTo>
                  <a:pt x="617341" y="55662"/>
                </a:lnTo>
                <a:lnTo>
                  <a:pt x="617239" y="55124"/>
                </a:lnTo>
                <a:lnTo>
                  <a:pt x="617131" y="54603"/>
                </a:lnTo>
                <a:lnTo>
                  <a:pt x="617017" y="54101"/>
                </a:lnTo>
                <a:lnTo>
                  <a:pt x="616896" y="53616"/>
                </a:lnTo>
                <a:lnTo>
                  <a:pt x="616769" y="53150"/>
                </a:lnTo>
                <a:lnTo>
                  <a:pt x="616637" y="52701"/>
                </a:lnTo>
                <a:lnTo>
                  <a:pt x="616497" y="52270"/>
                </a:lnTo>
                <a:lnTo>
                  <a:pt x="616352" y="51858"/>
                </a:lnTo>
                <a:lnTo>
                  <a:pt x="616133" y="51286"/>
                </a:lnTo>
                <a:lnTo>
                  <a:pt x="615908" y="50727"/>
                </a:lnTo>
                <a:lnTo>
                  <a:pt x="615677" y="50183"/>
                </a:lnTo>
                <a:lnTo>
                  <a:pt x="615439" y="49651"/>
                </a:lnTo>
                <a:lnTo>
                  <a:pt x="615196" y="49134"/>
                </a:lnTo>
                <a:lnTo>
                  <a:pt x="614946" y="48630"/>
                </a:lnTo>
                <a:lnTo>
                  <a:pt x="614690" y="48139"/>
                </a:lnTo>
                <a:lnTo>
                  <a:pt x="614427" y="47662"/>
                </a:lnTo>
                <a:lnTo>
                  <a:pt x="614159" y="47199"/>
                </a:lnTo>
                <a:lnTo>
                  <a:pt x="613884" y="46750"/>
                </a:lnTo>
                <a:lnTo>
                  <a:pt x="613604" y="46314"/>
                </a:lnTo>
                <a:lnTo>
                  <a:pt x="613317" y="45891"/>
                </a:lnTo>
                <a:lnTo>
                  <a:pt x="613024" y="45483"/>
                </a:lnTo>
                <a:lnTo>
                  <a:pt x="612724" y="45087"/>
                </a:lnTo>
                <a:lnTo>
                  <a:pt x="612419" y="44706"/>
                </a:lnTo>
                <a:lnTo>
                  <a:pt x="612107" y="44338"/>
                </a:lnTo>
                <a:lnTo>
                  <a:pt x="611789" y="43983"/>
                </a:lnTo>
                <a:lnTo>
                  <a:pt x="611465" y="43643"/>
                </a:lnTo>
                <a:lnTo>
                  <a:pt x="611135" y="43316"/>
                </a:lnTo>
                <a:lnTo>
                  <a:pt x="610798" y="43002"/>
                </a:lnTo>
                <a:lnTo>
                  <a:pt x="610456" y="42702"/>
                </a:lnTo>
                <a:lnTo>
                  <a:pt x="610107" y="42416"/>
                </a:lnTo>
                <a:lnTo>
                  <a:pt x="609752" y="42143"/>
                </a:lnTo>
                <a:lnTo>
                  <a:pt x="609391" y="41884"/>
                </a:lnTo>
                <a:lnTo>
                  <a:pt x="609024" y="41637"/>
                </a:lnTo>
                <a:lnTo>
                  <a:pt x="608651" y="41400"/>
                </a:lnTo>
                <a:lnTo>
                  <a:pt x="608272" y="41174"/>
                </a:lnTo>
                <a:lnTo>
                  <a:pt x="607887" y="40958"/>
                </a:lnTo>
                <a:lnTo>
                  <a:pt x="607496" y="40753"/>
                </a:lnTo>
                <a:lnTo>
                  <a:pt x="607099" y="40558"/>
                </a:lnTo>
                <a:lnTo>
                  <a:pt x="606697" y="40374"/>
                </a:lnTo>
                <a:lnTo>
                  <a:pt x="606288" y="40200"/>
                </a:lnTo>
                <a:lnTo>
                  <a:pt x="605874" y="40037"/>
                </a:lnTo>
                <a:lnTo>
                  <a:pt x="605453" y="39885"/>
                </a:lnTo>
                <a:lnTo>
                  <a:pt x="605027" y="39743"/>
                </a:lnTo>
                <a:lnTo>
                  <a:pt x="604595" y="39611"/>
                </a:lnTo>
                <a:lnTo>
                  <a:pt x="604157" y="39490"/>
                </a:lnTo>
                <a:lnTo>
                  <a:pt x="603713" y="39380"/>
                </a:lnTo>
                <a:lnTo>
                  <a:pt x="603263" y="39280"/>
                </a:lnTo>
                <a:lnTo>
                  <a:pt x="602807" y="39190"/>
                </a:lnTo>
                <a:lnTo>
                  <a:pt x="602346" y="39111"/>
                </a:lnTo>
                <a:lnTo>
                  <a:pt x="601878" y="39043"/>
                </a:lnTo>
                <a:lnTo>
                  <a:pt x="601405" y="38985"/>
                </a:lnTo>
                <a:lnTo>
                  <a:pt x="600925" y="38938"/>
                </a:lnTo>
                <a:lnTo>
                  <a:pt x="600440" y="38901"/>
                </a:lnTo>
                <a:lnTo>
                  <a:pt x="599949" y="38875"/>
                </a:lnTo>
                <a:lnTo>
                  <a:pt x="599452" y="38859"/>
                </a:lnTo>
                <a:lnTo>
                  <a:pt x="598949" y="38854"/>
                </a:lnTo>
                <a:lnTo>
                  <a:pt x="597962" y="38881"/>
                </a:lnTo>
                <a:lnTo>
                  <a:pt x="596971" y="38963"/>
                </a:lnTo>
                <a:lnTo>
                  <a:pt x="595976" y="39099"/>
                </a:lnTo>
                <a:lnTo>
                  <a:pt x="594976" y="39290"/>
                </a:lnTo>
                <a:lnTo>
                  <a:pt x="593972" y="39535"/>
                </a:lnTo>
                <a:lnTo>
                  <a:pt x="592964" y="39835"/>
                </a:lnTo>
                <a:lnTo>
                  <a:pt x="591952" y="40189"/>
                </a:lnTo>
                <a:lnTo>
                  <a:pt x="590935" y="40598"/>
                </a:lnTo>
                <a:lnTo>
                  <a:pt x="589915" y="41062"/>
                </a:lnTo>
                <a:lnTo>
                  <a:pt x="588890" y="41580"/>
                </a:lnTo>
                <a:lnTo>
                  <a:pt x="587861" y="42152"/>
                </a:lnTo>
                <a:lnTo>
                  <a:pt x="586828" y="42779"/>
                </a:lnTo>
                <a:lnTo>
                  <a:pt x="585790" y="43461"/>
                </a:lnTo>
                <a:lnTo>
                  <a:pt x="584748" y="44197"/>
                </a:lnTo>
                <a:lnTo>
                  <a:pt x="583702" y="44988"/>
                </a:lnTo>
                <a:lnTo>
                  <a:pt x="582652" y="45833"/>
                </a:lnTo>
                <a:lnTo>
                  <a:pt x="581598" y="46732"/>
                </a:lnTo>
                <a:lnTo>
                  <a:pt x="580539" y="47687"/>
                </a:lnTo>
                <a:lnTo>
                  <a:pt x="579476" y="48695"/>
                </a:lnTo>
                <a:lnTo>
                  <a:pt x="578409" y="49759"/>
                </a:lnTo>
                <a:lnTo>
                  <a:pt x="577338" y="50876"/>
                </a:lnTo>
                <a:lnTo>
                  <a:pt x="576263" y="52049"/>
                </a:lnTo>
                <a:lnTo>
                  <a:pt x="575183" y="53275"/>
                </a:lnTo>
                <a:lnTo>
                  <a:pt x="574099" y="54557"/>
                </a:lnTo>
                <a:lnTo>
                  <a:pt x="574099" y="38854"/>
                </a:lnTo>
                <a:lnTo>
                  <a:pt x="570618" y="38854"/>
                </a:lnTo>
                <a:lnTo>
                  <a:pt x="548278" y="47899"/>
                </a:lnTo>
                <a:lnTo>
                  <a:pt x="549492" y="50808"/>
                </a:lnTo>
                <a:lnTo>
                  <a:pt x="549753" y="50709"/>
                </a:lnTo>
                <a:close/>
                <a:moveTo>
                  <a:pt x="1010047" y="50615"/>
                </a:moveTo>
                <a:lnTo>
                  <a:pt x="1010304" y="50524"/>
                </a:lnTo>
                <a:lnTo>
                  <a:pt x="1010559" y="50438"/>
                </a:lnTo>
                <a:lnTo>
                  <a:pt x="1010812" y="50356"/>
                </a:lnTo>
                <a:lnTo>
                  <a:pt x="1011063" y="50278"/>
                </a:lnTo>
                <a:lnTo>
                  <a:pt x="1011312" y="50204"/>
                </a:lnTo>
                <a:lnTo>
                  <a:pt x="1011558" y="50135"/>
                </a:lnTo>
                <a:lnTo>
                  <a:pt x="1011802" y="50070"/>
                </a:lnTo>
                <a:lnTo>
                  <a:pt x="1012043" y="50009"/>
                </a:lnTo>
                <a:lnTo>
                  <a:pt x="1012283" y="49952"/>
                </a:lnTo>
                <a:lnTo>
                  <a:pt x="1012520" y="49899"/>
                </a:lnTo>
                <a:lnTo>
                  <a:pt x="1012755" y="49851"/>
                </a:lnTo>
                <a:lnTo>
                  <a:pt x="1012988" y="49807"/>
                </a:lnTo>
                <a:lnTo>
                  <a:pt x="1013218" y="49767"/>
                </a:lnTo>
                <a:lnTo>
                  <a:pt x="1013447" y="49731"/>
                </a:lnTo>
                <a:lnTo>
                  <a:pt x="1013672" y="49699"/>
                </a:lnTo>
                <a:lnTo>
                  <a:pt x="1013896" y="49672"/>
                </a:lnTo>
                <a:lnTo>
                  <a:pt x="1014118" y="49649"/>
                </a:lnTo>
                <a:lnTo>
                  <a:pt x="1014337" y="49630"/>
                </a:lnTo>
                <a:lnTo>
                  <a:pt x="1014554" y="49615"/>
                </a:lnTo>
                <a:lnTo>
                  <a:pt x="1014769" y="49605"/>
                </a:lnTo>
                <a:lnTo>
                  <a:pt x="1014981" y="49599"/>
                </a:lnTo>
                <a:lnTo>
                  <a:pt x="1015191" y="49596"/>
                </a:lnTo>
                <a:lnTo>
                  <a:pt x="1015365" y="49598"/>
                </a:lnTo>
                <a:lnTo>
                  <a:pt x="1015537" y="49604"/>
                </a:lnTo>
                <a:lnTo>
                  <a:pt x="1015707" y="49614"/>
                </a:lnTo>
                <a:lnTo>
                  <a:pt x="1015874" y="49628"/>
                </a:lnTo>
                <a:lnTo>
                  <a:pt x="1016038" y="49645"/>
                </a:lnTo>
                <a:lnTo>
                  <a:pt x="1016201" y="49667"/>
                </a:lnTo>
                <a:lnTo>
                  <a:pt x="1016360" y="49693"/>
                </a:lnTo>
                <a:lnTo>
                  <a:pt x="1016518" y="49722"/>
                </a:lnTo>
                <a:lnTo>
                  <a:pt x="1016673" y="49755"/>
                </a:lnTo>
                <a:lnTo>
                  <a:pt x="1016826" y="49793"/>
                </a:lnTo>
                <a:lnTo>
                  <a:pt x="1016976" y="49834"/>
                </a:lnTo>
                <a:lnTo>
                  <a:pt x="1017124" y="49879"/>
                </a:lnTo>
                <a:lnTo>
                  <a:pt x="1017269" y="49928"/>
                </a:lnTo>
                <a:lnTo>
                  <a:pt x="1017413" y="49981"/>
                </a:lnTo>
                <a:lnTo>
                  <a:pt x="1017553" y="50038"/>
                </a:lnTo>
                <a:lnTo>
                  <a:pt x="1017692" y="50099"/>
                </a:lnTo>
                <a:lnTo>
                  <a:pt x="1017828" y="50164"/>
                </a:lnTo>
                <a:lnTo>
                  <a:pt x="1017961" y="50232"/>
                </a:lnTo>
                <a:lnTo>
                  <a:pt x="1018092" y="50305"/>
                </a:lnTo>
                <a:lnTo>
                  <a:pt x="1018221" y="50382"/>
                </a:lnTo>
                <a:lnTo>
                  <a:pt x="1018348" y="50462"/>
                </a:lnTo>
                <a:lnTo>
                  <a:pt x="1018472" y="50547"/>
                </a:lnTo>
                <a:lnTo>
                  <a:pt x="1018593" y="50635"/>
                </a:lnTo>
                <a:lnTo>
                  <a:pt x="1018712" y="50727"/>
                </a:lnTo>
                <a:lnTo>
                  <a:pt x="1018829" y="50824"/>
                </a:lnTo>
                <a:lnTo>
                  <a:pt x="1018942" y="50925"/>
                </a:lnTo>
                <a:lnTo>
                  <a:pt x="1019053" y="51031"/>
                </a:lnTo>
                <a:lnTo>
                  <a:pt x="1019160" y="51141"/>
                </a:lnTo>
                <a:lnTo>
                  <a:pt x="1019264" y="51256"/>
                </a:lnTo>
                <a:lnTo>
                  <a:pt x="1019365" y="51376"/>
                </a:lnTo>
                <a:lnTo>
                  <a:pt x="1019463" y="51500"/>
                </a:lnTo>
                <a:lnTo>
                  <a:pt x="1019558" y="51629"/>
                </a:lnTo>
                <a:lnTo>
                  <a:pt x="1019650" y="51763"/>
                </a:lnTo>
                <a:lnTo>
                  <a:pt x="1019738" y="51901"/>
                </a:lnTo>
                <a:lnTo>
                  <a:pt x="1019824" y="52044"/>
                </a:lnTo>
                <a:lnTo>
                  <a:pt x="1019906" y="52191"/>
                </a:lnTo>
                <a:lnTo>
                  <a:pt x="1019986" y="52343"/>
                </a:lnTo>
                <a:lnTo>
                  <a:pt x="1020062" y="52500"/>
                </a:lnTo>
                <a:lnTo>
                  <a:pt x="1020135" y="52661"/>
                </a:lnTo>
                <a:lnTo>
                  <a:pt x="1020205" y="52827"/>
                </a:lnTo>
                <a:lnTo>
                  <a:pt x="1020272" y="52998"/>
                </a:lnTo>
                <a:lnTo>
                  <a:pt x="1020336" y="53173"/>
                </a:lnTo>
                <a:lnTo>
                  <a:pt x="1020397" y="53353"/>
                </a:lnTo>
                <a:lnTo>
                  <a:pt x="1020455" y="53537"/>
                </a:lnTo>
                <a:lnTo>
                  <a:pt x="1020510" y="53726"/>
                </a:lnTo>
                <a:lnTo>
                  <a:pt x="1020561" y="53920"/>
                </a:lnTo>
                <a:lnTo>
                  <a:pt x="1020610" y="54119"/>
                </a:lnTo>
                <a:lnTo>
                  <a:pt x="1020655" y="54322"/>
                </a:lnTo>
                <a:lnTo>
                  <a:pt x="1020698" y="54545"/>
                </a:lnTo>
                <a:lnTo>
                  <a:pt x="1020739" y="54804"/>
                </a:lnTo>
                <a:lnTo>
                  <a:pt x="1020778" y="55100"/>
                </a:lnTo>
                <a:lnTo>
                  <a:pt x="1020816" y="55433"/>
                </a:lnTo>
                <a:lnTo>
                  <a:pt x="1020851" y="55801"/>
                </a:lnTo>
                <a:lnTo>
                  <a:pt x="1020885" y="56206"/>
                </a:lnTo>
                <a:lnTo>
                  <a:pt x="1020917" y="56647"/>
                </a:lnTo>
                <a:lnTo>
                  <a:pt x="1020947" y="57125"/>
                </a:lnTo>
                <a:lnTo>
                  <a:pt x="1020976" y="57639"/>
                </a:lnTo>
                <a:lnTo>
                  <a:pt x="1021002" y="58189"/>
                </a:lnTo>
                <a:lnTo>
                  <a:pt x="1021027" y="58775"/>
                </a:lnTo>
                <a:lnTo>
                  <a:pt x="1021050" y="59398"/>
                </a:lnTo>
                <a:lnTo>
                  <a:pt x="1021071" y="60058"/>
                </a:lnTo>
                <a:lnTo>
                  <a:pt x="1021090" y="60753"/>
                </a:lnTo>
                <a:lnTo>
                  <a:pt x="1021107" y="61485"/>
                </a:lnTo>
                <a:lnTo>
                  <a:pt x="1021123" y="62253"/>
                </a:lnTo>
                <a:lnTo>
                  <a:pt x="1021136" y="63058"/>
                </a:lnTo>
                <a:lnTo>
                  <a:pt x="1021148" y="63898"/>
                </a:lnTo>
                <a:lnTo>
                  <a:pt x="1021158" y="64776"/>
                </a:lnTo>
                <a:lnTo>
                  <a:pt x="1021167" y="65689"/>
                </a:lnTo>
                <a:lnTo>
                  <a:pt x="1021173" y="66639"/>
                </a:lnTo>
                <a:lnTo>
                  <a:pt x="1021178" y="67625"/>
                </a:lnTo>
                <a:lnTo>
                  <a:pt x="1021180" y="68647"/>
                </a:lnTo>
                <a:lnTo>
                  <a:pt x="1021181" y="69706"/>
                </a:lnTo>
                <a:lnTo>
                  <a:pt x="1021181" y="98378"/>
                </a:lnTo>
                <a:lnTo>
                  <a:pt x="1021181" y="98908"/>
                </a:lnTo>
                <a:lnTo>
                  <a:pt x="1021178" y="99420"/>
                </a:lnTo>
                <a:lnTo>
                  <a:pt x="1021175" y="99914"/>
                </a:lnTo>
                <a:lnTo>
                  <a:pt x="1021170" y="100390"/>
                </a:lnTo>
                <a:lnTo>
                  <a:pt x="1021164" y="100849"/>
                </a:lnTo>
                <a:lnTo>
                  <a:pt x="1021156" y="101291"/>
                </a:lnTo>
                <a:lnTo>
                  <a:pt x="1021147" y="101714"/>
                </a:lnTo>
                <a:lnTo>
                  <a:pt x="1021136" y="102120"/>
                </a:lnTo>
                <a:lnTo>
                  <a:pt x="1021124" y="102508"/>
                </a:lnTo>
                <a:lnTo>
                  <a:pt x="1021111" y="102879"/>
                </a:lnTo>
                <a:lnTo>
                  <a:pt x="1021096" y="103232"/>
                </a:lnTo>
                <a:lnTo>
                  <a:pt x="1021080" y="103567"/>
                </a:lnTo>
                <a:lnTo>
                  <a:pt x="1021062" y="103885"/>
                </a:lnTo>
                <a:lnTo>
                  <a:pt x="1021044" y="104185"/>
                </a:lnTo>
                <a:lnTo>
                  <a:pt x="1021023" y="104467"/>
                </a:lnTo>
                <a:lnTo>
                  <a:pt x="1021001" y="104731"/>
                </a:lnTo>
                <a:lnTo>
                  <a:pt x="1020978" y="104978"/>
                </a:lnTo>
                <a:lnTo>
                  <a:pt x="1020954" y="105208"/>
                </a:lnTo>
                <a:lnTo>
                  <a:pt x="1020928" y="105419"/>
                </a:lnTo>
                <a:lnTo>
                  <a:pt x="1020900" y="105613"/>
                </a:lnTo>
                <a:lnTo>
                  <a:pt x="1020871" y="105789"/>
                </a:lnTo>
                <a:lnTo>
                  <a:pt x="1020841" y="105948"/>
                </a:lnTo>
                <a:lnTo>
                  <a:pt x="1020810" y="106089"/>
                </a:lnTo>
                <a:lnTo>
                  <a:pt x="1020777" y="106212"/>
                </a:lnTo>
                <a:lnTo>
                  <a:pt x="1020707" y="106445"/>
                </a:lnTo>
                <a:lnTo>
                  <a:pt x="1020633" y="106673"/>
                </a:lnTo>
                <a:lnTo>
                  <a:pt x="1020555" y="106895"/>
                </a:lnTo>
                <a:lnTo>
                  <a:pt x="1020473" y="107112"/>
                </a:lnTo>
                <a:lnTo>
                  <a:pt x="1020387" y="107324"/>
                </a:lnTo>
                <a:lnTo>
                  <a:pt x="1020296" y="107530"/>
                </a:lnTo>
                <a:lnTo>
                  <a:pt x="1020201" y="107731"/>
                </a:lnTo>
                <a:lnTo>
                  <a:pt x="1020102" y="107927"/>
                </a:lnTo>
                <a:lnTo>
                  <a:pt x="1019999" y="108117"/>
                </a:lnTo>
                <a:lnTo>
                  <a:pt x="1019891" y="108302"/>
                </a:lnTo>
                <a:lnTo>
                  <a:pt x="1019779" y="108482"/>
                </a:lnTo>
                <a:lnTo>
                  <a:pt x="1019664" y="108656"/>
                </a:lnTo>
                <a:lnTo>
                  <a:pt x="1019543" y="108825"/>
                </a:lnTo>
                <a:lnTo>
                  <a:pt x="1019419" y="108989"/>
                </a:lnTo>
                <a:lnTo>
                  <a:pt x="1019290" y="109147"/>
                </a:lnTo>
                <a:lnTo>
                  <a:pt x="1019158" y="109301"/>
                </a:lnTo>
                <a:lnTo>
                  <a:pt x="1019021" y="109448"/>
                </a:lnTo>
                <a:lnTo>
                  <a:pt x="1018879" y="109591"/>
                </a:lnTo>
                <a:lnTo>
                  <a:pt x="1018734" y="109728"/>
                </a:lnTo>
                <a:lnTo>
                  <a:pt x="1018584" y="109859"/>
                </a:lnTo>
                <a:lnTo>
                  <a:pt x="1018430" y="109986"/>
                </a:lnTo>
                <a:lnTo>
                  <a:pt x="1018272" y="110107"/>
                </a:lnTo>
                <a:lnTo>
                  <a:pt x="1018110" y="110222"/>
                </a:lnTo>
                <a:lnTo>
                  <a:pt x="1017943" y="110333"/>
                </a:lnTo>
                <a:lnTo>
                  <a:pt x="1017709" y="110478"/>
                </a:lnTo>
                <a:lnTo>
                  <a:pt x="1017465" y="110616"/>
                </a:lnTo>
                <a:lnTo>
                  <a:pt x="1017210" y="110749"/>
                </a:lnTo>
                <a:lnTo>
                  <a:pt x="1016945" y="110875"/>
                </a:lnTo>
                <a:lnTo>
                  <a:pt x="1016670" y="110996"/>
                </a:lnTo>
                <a:lnTo>
                  <a:pt x="1016385" y="111110"/>
                </a:lnTo>
                <a:lnTo>
                  <a:pt x="1016090" y="111218"/>
                </a:lnTo>
                <a:lnTo>
                  <a:pt x="1015785" y="111319"/>
                </a:lnTo>
                <a:lnTo>
                  <a:pt x="1015470" y="111415"/>
                </a:lnTo>
                <a:lnTo>
                  <a:pt x="1015144" y="111504"/>
                </a:lnTo>
                <a:lnTo>
                  <a:pt x="1014809" y="111588"/>
                </a:lnTo>
                <a:lnTo>
                  <a:pt x="1014463" y="111665"/>
                </a:lnTo>
                <a:lnTo>
                  <a:pt x="1014107" y="111736"/>
                </a:lnTo>
                <a:lnTo>
                  <a:pt x="1013741" y="111800"/>
                </a:lnTo>
                <a:lnTo>
                  <a:pt x="1013365" y="111859"/>
                </a:lnTo>
                <a:lnTo>
                  <a:pt x="1012979" y="111911"/>
                </a:lnTo>
                <a:lnTo>
                  <a:pt x="1012583" y="111958"/>
                </a:lnTo>
                <a:lnTo>
                  <a:pt x="1012176" y="111998"/>
                </a:lnTo>
                <a:lnTo>
                  <a:pt x="1011760" y="112032"/>
                </a:lnTo>
                <a:lnTo>
                  <a:pt x="1011333" y="112059"/>
                </a:lnTo>
                <a:lnTo>
                  <a:pt x="1010896" y="112081"/>
                </a:lnTo>
                <a:lnTo>
                  <a:pt x="1010449" y="112096"/>
                </a:lnTo>
                <a:lnTo>
                  <a:pt x="1009992" y="112106"/>
                </a:lnTo>
                <a:lnTo>
                  <a:pt x="1009525" y="112109"/>
                </a:lnTo>
                <a:lnTo>
                  <a:pt x="1009525" y="115104"/>
                </a:lnTo>
                <a:lnTo>
                  <a:pt x="1047488" y="115104"/>
                </a:lnTo>
                <a:lnTo>
                  <a:pt x="1047488" y="112109"/>
                </a:lnTo>
                <a:lnTo>
                  <a:pt x="1047074" y="112106"/>
                </a:lnTo>
                <a:lnTo>
                  <a:pt x="1046668" y="112099"/>
                </a:lnTo>
                <a:lnTo>
                  <a:pt x="1046270" y="112086"/>
                </a:lnTo>
                <a:lnTo>
                  <a:pt x="1045881" y="112068"/>
                </a:lnTo>
                <a:lnTo>
                  <a:pt x="1045499" y="112046"/>
                </a:lnTo>
                <a:lnTo>
                  <a:pt x="1045126" y="112018"/>
                </a:lnTo>
                <a:lnTo>
                  <a:pt x="1044760" y="111985"/>
                </a:lnTo>
                <a:lnTo>
                  <a:pt x="1044403" y="111947"/>
                </a:lnTo>
                <a:lnTo>
                  <a:pt x="1044054" y="111904"/>
                </a:lnTo>
                <a:lnTo>
                  <a:pt x="1043714" y="111857"/>
                </a:lnTo>
                <a:lnTo>
                  <a:pt x="1043381" y="111804"/>
                </a:lnTo>
                <a:lnTo>
                  <a:pt x="1043057" y="111746"/>
                </a:lnTo>
                <a:lnTo>
                  <a:pt x="1042740" y="111683"/>
                </a:lnTo>
                <a:lnTo>
                  <a:pt x="1042432" y="111615"/>
                </a:lnTo>
                <a:lnTo>
                  <a:pt x="1042132" y="111541"/>
                </a:lnTo>
                <a:lnTo>
                  <a:pt x="1041840" y="111463"/>
                </a:lnTo>
                <a:lnTo>
                  <a:pt x="1041556" y="111380"/>
                </a:lnTo>
                <a:lnTo>
                  <a:pt x="1041281" y="111292"/>
                </a:lnTo>
                <a:lnTo>
                  <a:pt x="1041013" y="111199"/>
                </a:lnTo>
                <a:lnTo>
                  <a:pt x="1040754" y="111100"/>
                </a:lnTo>
                <a:lnTo>
                  <a:pt x="1040503" y="110997"/>
                </a:lnTo>
                <a:lnTo>
                  <a:pt x="1040260" y="110889"/>
                </a:lnTo>
                <a:lnTo>
                  <a:pt x="1040025" y="110775"/>
                </a:lnTo>
                <a:lnTo>
                  <a:pt x="1039799" y="110657"/>
                </a:lnTo>
                <a:lnTo>
                  <a:pt x="1039579" y="110534"/>
                </a:lnTo>
                <a:lnTo>
                  <a:pt x="1039365" y="110409"/>
                </a:lnTo>
                <a:lnTo>
                  <a:pt x="1039156" y="110282"/>
                </a:lnTo>
                <a:lnTo>
                  <a:pt x="1038953" y="110152"/>
                </a:lnTo>
                <a:lnTo>
                  <a:pt x="1038756" y="110019"/>
                </a:lnTo>
                <a:lnTo>
                  <a:pt x="1038564" y="109884"/>
                </a:lnTo>
                <a:lnTo>
                  <a:pt x="1038378" y="109746"/>
                </a:lnTo>
                <a:lnTo>
                  <a:pt x="1038198" y="109606"/>
                </a:lnTo>
                <a:lnTo>
                  <a:pt x="1038023" y="109464"/>
                </a:lnTo>
                <a:lnTo>
                  <a:pt x="1037854" y="109319"/>
                </a:lnTo>
                <a:lnTo>
                  <a:pt x="1037690" y="109171"/>
                </a:lnTo>
                <a:lnTo>
                  <a:pt x="1037532" y="109021"/>
                </a:lnTo>
                <a:lnTo>
                  <a:pt x="1037380" y="108868"/>
                </a:lnTo>
                <a:lnTo>
                  <a:pt x="1037233" y="108713"/>
                </a:lnTo>
                <a:lnTo>
                  <a:pt x="1037092" y="108555"/>
                </a:lnTo>
                <a:lnTo>
                  <a:pt x="1036956" y="108395"/>
                </a:lnTo>
                <a:lnTo>
                  <a:pt x="1036827" y="108232"/>
                </a:lnTo>
                <a:lnTo>
                  <a:pt x="1036702" y="108067"/>
                </a:lnTo>
                <a:lnTo>
                  <a:pt x="1036584" y="107899"/>
                </a:lnTo>
                <a:lnTo>
                  <a:pt x="1036471" y="107728"/>
                </a:lnTo>
                <a:lnTo>
                  <a:pt x="1036363" y="107555"/>
                </a:lnTo>
                <a:lnTo>
                  <a:pt x="1036262" y="107380"/>
                </a:lnTo>
                <a:lnTo>
                  <a:pt x="1036166" y="107202"/>
                </a:lnTo>
                <a:lnTo>
                  <a:pt x="1036075" y="107022"/>
                </a:lnTo>
                <a:lnTo>
                  <a:pt x="1035950" y="106754"/>
                </a:lnTo>
                <a:lnTo>
                  <a:pt x="1035829" y="106476"/>
                </a:lnTo>
                <a:lnTo>
                  <a:pt x="1035715" y="106188"/>
                </a:lnTo>
                <a:lnTo>
                  <a:pt x="1035605" y="105889"/>
                </a:lnTo>
                <a:lnTo>
                  <a:pt x="1035501" y="105580"/>
                </a:lnTo>
                <a:lnTo>
                  <a:pt x="1035402" y="105261"/>
                </a:lnTo>
                <a:lnTo>
                  <a:pt x="1035309" y="104931"/>
                </a:lnTo>
                <a:lnTo>
                  <a:pt x="1035221" y="104591"/>
                </a:lnTo>
                <a:lnTo>
                  <a:pt x="1035138" y="104240"/>
                </a:lnTo>
                <a:lnTo>
                  <a:pt x="1035060" y="103879"/>
                </a:lnTo>
                <a:lnTo>
                  <a:pt x="1034988" y="103508"/>
                </a:lnTo>
                <a:lnTo>
                  <a:pt x="1034922" y="103126"/>
                </a:lnTo>
                <a:lnTo>
                  <a:pt x="1034860" y="102734"/>
                </a:lnTo>
                <a:lnTo>
                  <a:pt x="1034804" y="102332"/>
                </a:lnTo>
                <a:lnTo>
                  <a:pt x="1034753" y="101919"/>
                </a:lnTo>
                <a:lnTo>
                  <a:pt x="1034708" y="101496"/>
                </a:lnTo>
                <a:lnTo>
                  <a:pt x="1034668" y="101063"/>
                </a:lnTo>
                <a:lnTo>
                  <a:pt x="1034633" y="100619"/>
                </a:lnTo>
                <a:lnTo>
                  <a:pt x="1034604" y="100165"/>
                </a:lnTo>
                <a:lnTo>
                  <a:pt x="1034580" y="99700"/>
                </a:lnTo>
                <a:lnTo>
                  <a:pt x="1034561" y="99225"/>
                </a:lnTo>
                <a:lnTo>
                  <a:pt x="1034548" y="98740"/>
                </a:lnTo>
                <a:lnTo>
                  <a:pt x="1034540" y="98244"/>
                </a:lnTo>
                <a:lnTo>
                  <a:pt x="1034537" y="97738"/>
                </a:lnTo>
                <a:lnTo>
                  <a:pt x="1034537" y="62295"/>
                </a:lnTo>
                <a:lnTo>
                  <a:pt x="1034860" y="61670"/>
                </a:lnTo>
                <a:lnTo>
                  <a:pt x="1035183" y="61060"/>
                </a:lnTo>
                <a:lnTo>
                  <a:pt x="1035505" y="60464"/>
                </a:lnTo>
                <a:lnTo>
                  <a:pt x="1035825" y="59884"/>
                </a:lnTo>
                <a:lnTo>
                  <a:pt x="1036145" y="59318"/>
                </a:lnTo>
                <a:lnTo>
                  <a:pt x="1036465" y="58768"/>
                </a:lnTo>
                <a:lnTo>
                  <a:pt x="1036783" y="58232"/>
                </a:lnTo>
                <a:lnTo>
                  <a:pt x="1037100" y="57711"/>
                </a:lnTo>
                <a:lnTo>
                  <a:pt x="1037417" y="57205"/>
                </a:lnTo>
                <a:lnTo>
                  <a:pt x="1037733" y="56713"/>
                </a:lnTo>
                <a:lnTo>
                  <a:pt x="1038048" y="56237"/>
                </a:lnTo>
                <a:lnTo>
                  <a:pt x="1038362" y="55775"/>
                </a:lnTo>
                <a:lnTo>
                  <a:pt x="1038675" y="55329"/>
                </a:lnTo>
                <a:lnTo>
                  <a:pt x="1038987" y="54897"/>
                </a:lnTo>
                <a:lnTo>
                  <a:pt x="1039299" y="54480"/>
                </a:lnTo>
                <a:lnTo>
                  <a:pt x="1039610" y="54078"/>
                </a:lnTo>
                <a:lnTo>
                  <a:pt x="1039920" y="53690"/>
                </a:lnTo>
                <a:lnTo>
                  <a:pt x="1040229" y="53318"/>
                </a:lnTo>
                <a:lnTo>
                  <a:pt x="1040537" y="52960"/>
                </a:lnTo>
                <a:lnTo>
                  <a:pt x="1040844" y="52617"/>
                </a:lnTo>
                <a:lnTo>
                  <a:pt x="1041151" y="52290"/>
                </a:lnTo>
                <a:lnTo>
                  <a:pt x="1041456" y="51976"/>
                </a:lnTo>
                <a:lnTo>
                  <a:pt x="1041761" y="51678"/>
                </a:lnTo>
                <a:lnTo>
                  <a:pt x="1042065" y="51395"/>
                </a:lnTo>
                <a:lnTo>
                  <a:pt x="1042206" y="51263"/>
                </a:lnTo>
                <a:lnTo>
                  <a:pt x="1042347" y="51137"/>
                </a:lnTo>
                <a:lnTo>
                  <a:pt x="1042486" y="51017"/>
                </a:lnTo>
                <a:lnTo>
                  <a:pt x="1042625" y="50902"/>
                </a:lnTo>
                <a:lnTo>
                  <a:pt x="1042763" y="50793"/>
                </a:lnTo>
                <a:lnTo>
                  <a:pt x="1042900" y="50689"/>
                </a:lnTo>
                <a:lnTo>
                  <a:pt x="1043036" y="50591"/>
                </a:lnTo>
                <a:lnTo>
                  <a:pt x="1043171" y="50498"/>
                </a:lnTo>
                <a:lnTo>
                  <a:pt x="1043306" y="50411"/>
                </a:lnTo>
                <a:lnTo>
                  <a:pt x="1043439" y="50330"/>
                </a:lnTo>
                <a:lnTo>
                  <a:pt x="1043572" y="50255"/>
                </a:lnTo>
                <a:lnTo>
                  <a:pt x="1043704" y="50185"/>
                </a:lnTo>
                <a:lnTo>
                  <a:pt x="1043835" y="50120"/>
                </a:lnTo>
                <a:lnTo>
                  <a:pt x="1043966" y="50061"/>
                </a:lnTo>
                <a:lnTo>
                  <a:pt x="1044095" y="50008"/>
                </a:lnTo>
                <a:lnTo>
                  <a:pt x="1044224" y="49960"/>
                </a:lnTo>
                <a:lnTo>
                  <a:pt x="1044351" y="49918"/>
                </a:lnTo>
                <a:lnTo>
                  <a:pt x="1044478" y="49882"/>
                </a:lnTo>
                <a:lnTo>
                  <a:pt x="1044604" y="49851"/>
                </a:lnTo>
                <a:lnTo>
                  <a:pt x="1044729" y="49826"/>
                </a:lnTo>
                <a:lnTo>
                  <a:pt x="1044854" y="49806"/>
                </a:lnTo>
                <a:lnTo>
                  <a:pt x="1044977" y="49792"/>
                </a:lnTo>
                <a:lnTo>
                  <a:pt x="1045100" y="49784"/>
                </a:lnTo>
                <a:lnTo>
                  <a:pt x="1045222" y="49781"/>
                </a:lnTo>
                <a:lnTo>
                  <a:pt x="1045367" y="49786"/>
                </a:lnTo>
                <a:lnTo>
                  <a:pt x="1045518" y="49800"/>
                </a:lnTo>
                <a:lnTo>
                  <a:pt x="1045675" y="49825"/>
                </a:lnTo>
                <a:lnTo>
                  <a:pt x="1045839" y="49859"/>
                </a:lnTo>
                <a:lnTo>
                  <a:pt x="1046009" y="49902"/>
                </a:lnTo>
                <a:lnTo>
                  <a:pt x="1046186" y="49956"/>
                </a:lnTo>
                <a:lnTo>
                  <a:pt x="1046368" y="50019"/>
                </a:lnTo>
                <a:lnTo>
                  <a:pt x="1046557" y="50091"/>
                </a:lnTo>
                <a:lnTo>
                  <a:pt x="1046753" y="50174"/>
                </a:lnTo>
                <a:lnTo>
                  <a:pt x="1046955" y="50266"/>
                </a:lnTo>
                <a:lnTo>
                  <a:pt x="1047163" y="50368"/>
                </a:lnTo>
                <a:lnTo>
                  <a:pt x="1047377" y="50479"/>
                </a:lnTo>
                <a:lnTo>
                  <a:pt x="1047598" y="50600"/>
                </a:lnTo>
                <a:lnTo>
                  <a:pt x="1047825" y="50731"/>
                </a:lnTo>
                <a:lnTo>
                  <a:pt x="1048058" y="50872"/>
                </a:lnTo>
                <a:lnTo>
                  <a:pt x="1048298" y="51022"/>
                </a:lnTo>
                <a:lnTo>
                  <a:pt x="1048544" y="51182"/>
                </a:lnTo>
                <a:lnTo>
                  <a:pt x="1048796" y="51352"/>
                </a:lnTo>
                <a:lnTo>
                  <a:pt x="1049055" y="51531"/>
                </a:lnTo>
                <a:lnTo>
                  <a:pt x="1049320" y="51720"/>
                </a:lnTo>
                <a:lnTo>
                  <a:pt x="1049591" y="51919"/>
                </a:lnTo>
                <a:lnTo>
                  <a:pt x="1049869" y="52128"/>
                </a:lnTo>
                <a:lnTo>
                  <a:pt x="1050153" y="52346"/>
                </a:lnTo>
                <a:lnTo>
                  <a:pt x="1050443" y="52574"/>
                </a:lnTo>
                <a:lnTo>
                  <a:pt x="1050735" y="52802"/>
                </a:lnTo>
                <a:lnTo>
                  <a:pt x="1051025" y="53020"/>
                </a:lnTo>
                <a:lnTo>
                  <a:pt x="1051312" y="53228"/>
                </a:lnTo>
                <a:lnTo>
                  <a:pt x="1051597" y="53427"/>
                </a:lnTo>
                <a:lnTo>
                  <a:pt x="1051880" y="53616"/>
                </a:lnTo>
                <a:lnTo>
                  <a:pt x="1052160" y="53795"/>
                </a:lnTo>
                <a:lnTo>
                  <a:pt x="1052438" y="53965"/>
                </a:lnTo>
                <a:lnTo>
                  <a:pt x="1052714" y="54125"/>
                </a:lnTo>
                <a:lnTo>
                  <a:pt x="1052987" y="54275"/>
                </a:lnTo>
                <a:lnTo>
                  <a:pt x="1053258" y="54416"/>
                </a:lnTo>
                <a:lnTo>
                  <a:pt x="1053526" y="54547"/>
                </a:lnTo>
                <a:lnTo>
                  <a:pt x="1053792" y="54668"/>
                </a:lnTo>
                <a:lnTo>
                  <a:pt x="1054055" y="54780"/>
                </a:lnTo>
                <a:lnTo>
                  <a:pt x="1054317" y="54881"/>
                </a:lnTo>
                <a:lnTo>
                  <a:pt x="1054575" y="54974"/>
                </a:lnTo>
                <a:lnTo>
                  <a:pt x="1054832" y="55056"/>
                </a:lnTo>
                <a:lnTo>
                  <a:pt x="1055086" y="55129"/>
                </a:lnTo>
                <a:lnTo>
                  <a:pt x="1055337" y="55192"/>
                </a:lnTo>
                <a:lnTo>
                  <a:pt x="1055587" y="55245"/>
                </a:lnTo>
                <a:lnTo>
                  <a:pt x="1055833" y="55289"/>
                </a:lnTo>
                <a:lnTo>
                  <a:pt x="1056078" y="55323"/>
                </a:lnTo>
                <a:lnTo>
                  <a:pt x="1056320" y="55347"/>
                </a:lnTo>
                <a:lnTo>
                  <a:pt x="1056560" y="55361"/>
                </a:lnTo>
                <a:lnTo>
                  <a:pt x="1056797" y="55366"/>
                </a:lnTo>
                <a:lnTo>
                  <a:pt x="1057038" y="55362"/>
                </a:lnTo>
                <a:lnTo>
                  <a:pt x="1057277" y="55351"/>
                </a:lnTo>
                <a:lnTo>
                  <a:pt x="1057513" y="55332"/>
                </a:lnTo>
                <a:lnTo>
                  <a:pt x="1057746" y="55306"/>
                </a:lnTo>
                <a:lnTo>
                  <a:pt x="1057976" y="55271"/>
                </a:lnTo>
                <a:lnTo>
                  <a:pt x="1058203" y="55230"/>
                </a:lnTo>
                <a:lnTo>
                  <a:pt x="1058428" y="55180"/>
                </a:lnTo>
                <a:lnTo>
                  <a:pt x="1058650" y="55123"/>
                </a:lnTo>
                <a:lnTo>
                  <a:pt x="1058869" y="55059"/>
                </a:lnTo>
                <a:lnTo>
                  <a:pt x="1059085" y="54987"/>
                </a:lnTo>
                <a:lnTo>
                  <a:pt x="1059298" y="54907"/>
                </a:lnTo>
                <a:lnTo>
                  <a:pt x="1059509" y="54820"/>
                </a:lnTo>
                <a:lnTo>
                  <a:pt x="1059716" y="54725"/>
                </a:lnTo>
                <a:lnTo>
                  <a:pt x="1059921" y="54623"/>
                </a:lnTo>
                <a:lnTo>
                  <a:pt x="1060123" y="54513"/>
                </a:lnTo>
                <a:lnTo>
                  <a:pt x="1060323" y="54395"/>
                </a:lnTo>
                <a:lnTo>
                  <a:pt x="1060519" y="54270"/>
                </a:lnTo>
                <a:lnTo>
                  <a:pt x="1060713" y="54137"/>
                </a:lnTo>
                <a:lnTo>
                  <a:pt x="1060903" y="53997"/>
                </a:lnTo>
                <a:lnTo>
                  <a:pt x="1061092" y="53849"/>
                </a:lnTo>
                <a:lnTo>
                  <a:pt x="1061277" y="53693"/>
                </a:lnTo>
                <a:lnTo>
                  <a:pt x="1061459" y="53530"/>
                </a:lnTo>
                <a:lnTo>
                  <a:pt x="1061639" y="53359"/>
                </a:lnTo>
                <a:lnTo>
                  <a:pt x="1061816" y="53181"/>
                </a:lnTo>
                <a:lnTo>
                  <a:pt x="1061987" y="52997"/>
                </a:lnTo>
                <a:lnTo>
                  <a:pt x="1062152" y="52810"/>
                </a:lnTo>
                <a:lnTo>
                  <a:pt x="1062309" y="52619"/>
                </a:lnTo>
                <a:lnTo>
                  <a:pt x="1062459" y="52425"/>
                </a:lnTo>
                <a:lnTo>
                  <a:pt x="1062601" y="52228"/>
                </a:lnTo>
                <a:lnTo>
                  <a:pt x="1062736" y="52027"/>
                </a:lnTo>
                <a:lnTo>
                  <a:pt x="1062864" y="51823"/>
                </a:lnTo>
                <a:lnTo>
                  <a:pt x="1062985" y="51616"/>
                </a:lnTo>
                <a:lnTo>
                  <a:pt x="1063098" y="51405"/>
                </a:lnTo>
                <a:lnTo>
                  <a:pt x="1063204" y="51191"/>
                </a:lnTo>
                <a:lnTo>
                  <a:pt x="1063303" y="50973"/>
                </a:lnTo>
                <a:lnTo>
                  <a:pt x="1063394" y="50752"/>
                </a:lnTo>
                <a:lnTo>
                  <a:pt x="1063478" y="50528"/>
                </a:lnTo>
                <a:lnTo>
                  <a:pt x="1063555" y="50300"/>
                </a:lnTo>
                <a:lnTo>
                  <a:pt x="1063624" y="50069"/>
                </a:lnTo>
                <a:lnTo>
                  <a:pt x="1063686" y="49835"/>
                </a:lnTo>
                <a:lnTo>
                  <a:pt x="1063741" y="49597"/>
                </a:lnTo>
                <a:lnTo>
                  <a:pt x="1063789" y="49356"/>
                </a:lnTo>
                <a:lnTo>
                  <a:pt x="1063829" y="49112"/>
                </a:lnTo>
                <a:lnTo>
                  <a:pt x="1063862" y="48864"/>
                </a:lnTo>
                <a:lnTo>
                  <a:pt x="1063887" y="48612"/>
                </a:lnTo>
                <a:lnTo>
                  <a:pt x="1063905" y="48358"/>
                </a:lnTo>
                <a:lnTo>
                  <a:pt x="1063916" y="48100"/>
                </a:lnTo>
                <a:lnTo>
                  <a:pt x="1063920" y="47838"/>
                </a:lnTo>
                <a:lnTo>
                  <a:pt x="1063915" y="47543"/>
                </a:lnTo>
                <a:lnTo>
                  <a:pt x="1063900" y="47251"/>
                </a:lnTo>
                <a:lnTo>
                  <a:pt x="1063875" y="46961"/>
                </a:lnTo>
                <a:lnTo>
                  <a:pt x="1063839" y="46675"/>
                </a:lnTo>
                <a:lnTo>
                  <a:pt x="1063794" y="46391"/>
                </a:lnTo>
                <a:lnTo>
                  <a:pt x="1063738" y="46111"/>
                </a:lnTo>
                <a:lnTo>
                  <a:pt x="1063672" y="45833"/>
                </a:lnTo>
                <a:lnTo>
                  <a:pt x="1063596" y="45558"/>
                </a:lnTo>
                <a:lnTo>
                  <a:pt x="1063510" y="45287"/>
                </a:lnTo>
                <a:lnTo>
                  <a:pt x="1063414" y="45018"/>
                </a:lnTo>
                <a:lnTo>
                  <a:pt x="1063308" y="44752"/>
                </a:lnTo>
                <a:lnTo>
                  <a:pt x="1063192" y="44489"/>
                </a:lnTo>
                <a:lnTo>
                  <a:pt x="1063065" y="44229"/>
                </a:lnTo>
                <a:lnTo>
                  <a:pt x="1062929" y="43972"/>
                </a:lnTo>
                <a:lnTo>
                  <a:pt x="1062782" y="43718"/>
                </a:lnTo>
                <a:lnTo>
                  <a:pt x="1062625" y="43467"/>
                </a:lnTo>
                <a:lnTo>
                  <a:pt x="1062458" y="43219"/>
                </a:lnTo>
                <a:lnTo>
                  <a:pt x="1062281" y="42974"/>
                </a:lnTo>
                <a:lnTo>
                  <a:pt x="1062094" y="42732"/>
                </a:lnTo>
                <a:lnTo>
                  <a:pt x="1061896" y="42493"/>
                </a:lnTo>
                <a:lnTo>
                  <a:pt x="1061689" y="42256"/>
                </a:lnTo>
                <a:lnTo>
                  <a:pt x="1061472" y="42023"/>
                </a:lnTo>
                <a:lnTo>
                  <a:pt x="1061244" y="41793"/>
                </a:lnTo>
                <a:lnTo>
                  <a:pt x="1061006" y="41565"/>
                </a:lnTo>
                <a:lnTo>
                  <a:pt x="1060761" y="41344"/>
                </a:lnTo>
                <a:lnTo>
                  <a:pt x="1060510" y="41132"/>
                </a:lnTo>
                <a:lnTo>
                  <a:pt x="1060254" y="40930"/>
                </a:lnTo>
                <a:lnTo>
                  <a:pt x="1059992" y="40737"/>
                </a:lnTo>
                <a:lnTo>
                  <a:pt x="1059725" y="40553"/>
                </a:lnTo>
                <a:lnTo>
                  <a:pt x="1059453" y="40379"/>
                </a:lnTo>
                <a:lnTo>
                  <a:pt x="1059175" y="40214"/>
                </a:lnTo>
                <a:lnTo>
                  <a:pt x="1058893" y="40059"/>
                </a:lnTo>
                <a:lnTo>
                  <a:pt x="1058604" y="39913"/>
                </a:lnTo>
                <a:lnTo>
                  <a:pt x="1058311" y="39776"/>
                </a:lnTo>
                <a:lnTo>
                  <a:pt x="1058012" y="39649"/>
                </a:lnTo>
                <a:lnTo>
                  <a:pt x="1057708" y="39531"/>
                </a:lnTo>
                <a:lnTo>
                  <a:pt x="1057398" y="39423"/>
                </a:lnTo>
                <a:lnTo>
                  <a:pt x="1057083" y="39324"/>
                </a:lnTo>
                <a:lnTo>
                  <a:pt x="1056763" y="39235"/>
                </a:lnTo>
                <a:lnTo>
                  <a:pt x="1056437" y="39155"/>
                </a:lnTo>
                <a:lnTo>
                  <a:pt x="1056106" y="39084"/>
                </a:lnTo>
                <a:lnTo>
                  <a:pt x="1055770" y="39023"/>
                </a:lnTo>
                <a:lnTo>
                  <a:pt x="1055428" y="38971"/>
                </a:lnTo>
                <a:lnTo>
                  <a:pt x="1055081" y="38929"/>
                </a:lnTo>
                <a:lnTo>
                  <a:pt x="1054729" y="38896"/>
                </a:lnTo>
                <a:lnTo>
                  <a:pt x="1054371" y="38872"/>
                </a:lnTo>
                <a:lnTo>
                  <a:pt x="1054008" y="38858"/>
                </a:lnTo>
                <a:lnTo>
                  <a:pt x="1053640" y="38854"/>
                </a:lnTo>
                <a:lnTo>
                  <a:pt x="1052825" y="38882"/>
                </a:lnTo>
                <a:lnTo>
                  <a:pt x="1052011" y="38969"/>
                </a:lnTo>
                <a:lnTo>
                  <a:pt x="1051199" y="39114"/>
                </a:lnTo>
                <a:lnTo>
                  <a:pt x="1050389" y="39317"/>
                </a:lnTo>
                <a:lnTo>
                  <a:pt x="1049580" y="39577"/>
                </a:lnTo>
                <a:lnTo>
                  <a:pt x="1048773" y="39896"/>
                </a:lnTo>
                <a:lnTo>
                  <a:pt x="1047968" y="40272"/>
                </a:lnTo>
                <a:lnTo>
                  <a:pt x="1047165" y="40706"/>
                </a:lnTo>
                <a:lnTo>
                  <a:pt x="1046363" y="41198"/>
                </a:lnTo>
                <a:lnTo>
                  <a:pt x="1045562" y="41748"/>
                </a:lnTo>
                <a:lnTo>
                  <a:pt x="1044764" y="42356"/>
                </a:lnTo>
                <a:lnTo>
                  <a:pt x="1043967" y="43022"/>
                </a:lnTo>
                <a:lnTo>
                  <a:pt x="1043172" y="43746"/>
                </a:lnTo>
                <a:lnTo>
                  <a:pt x="1042379" y="44528"/>
                </a:lnTo>
                <a:lnTo>
                  <a:pt x="1041587" y="45367"/>
                </a:lnTo>
                <a:lnTo>
                  <a:pt x="1040797" y="46264"/>
                </a:lnTo>
                <a:lnTo>
                  <a:pt x="1040008" y="47220"/>
                </a:lnTo>
                <a:lnTo>
                  <a:pt x="1039222" y="48233"/>
                </a:lnTo>
                <a:lnTo>
                  <a:pt x="1038437" y="49304"/>
                </a:lnTo>
                <a:lnTo>
                  <a:pt x="1037654" y="50433"/>
                </a:lnTo>
                <a:lnTo>
                  <a:pt x="1036872" y="51620"/>
                </a:lnTo>
                <a:lnTo>
                  <a:pt x="1036092" y="52865"/>
                </a:lnTo>
                <a:lnTo>
                  <a:pt x="1035314" y="54168"/>
                </a:lnTo>
                <a:lnTo>
                  <a:pt x="1034537" y="55528"/>
                </a:lnTo>
                <a:lnTo>
                  <a:pt x="1034537" y="38854"/>
                </a:lnTo>
                <a:lnTo>
                  <a:pt x="1031137" y="38854"/>
                </a:lnTo>
                <a:lnTo>
                  <a:pt x="1008716" y="47899"/>
                </a:lnTo>
                <a:lnTo>
                  <a:pt x="1009525" y="50808"/>
                </a:lnTo>
                <a:lnTo>
                  <a:pt x="1009787" y="50709"/>
                </a:lnTo>
                <a:lnTo>
                  <a:pt x="1010047" y="50615"/>
                </a:lnTo>
                <a:close/>
                <a:moveTo>
                  <a:pt x="1110189" y="107016"/>
                </a:moveTo>
                <a:lnTo>
                  <a:pt x="1110239" y="107495"/>
                </a:lnTo>
                <a:lnTo>
                  <a:pt x="1110297" y="107960"/>
                </a:lnTo>
                <a:lnTo>
                  <a:pt x="1110363" y="108412"/>
                </a:lnTo>
                <a:lnTo>
                  <a:pt x="1110437" y="108851"/>
                </a:lnTo>
                <a:lnTo>
                  <a:pt x="1110518" y="109276"/>
                </a:lnTo>
                <a:lnTo>
                  <a:pt x="1110608" y="109687"/>
                </a:lnTo>
                <a:lnTo>
                  <a:pt x="1110705" y="110085"/>
                </a:lnTo>
                <a:lnTo>
                  <a:pt x="1110810" y="110469"/>
                </a:lnTo>
                <a:lnTo>
                  <a:pt x="1110923" y="110840"/>
                </a:lnTo>
                <a:lnTo>
                  <a:pt x="1111044" y="111198"/>
                </a:lnTo>
                <a:lnTo>
                  <a:pt x="1111173" y="111542"/>
                </a:lnTo>
                <a:lnTo>
                  <a:pt x="1111309" y="111872"/>
                </a:lnTo>
                <a:lnTo>
                  <a:pt x="1111454" y="112190"/>
                </a:lnTo>
                <a:lnTo>
                  <a:pt x="1111606" y="112493"/>
                </a:lnTo>
                <a:lnTo>
                  <a:pt x="1111766" y="112783"/>
                </a:lnTo>
                <a:lnTo>
                  <a:pt x="1111934" y="113060"/>
                </a:lnTo>
                <a:lnTo>
                  <a:pt x="1112110" y="113323"/>
                </a:lnTo>
                <a:lnTo>
                  <a:pt x="1112294" y="113572"/>
                </a:lnTo>
                <a:lnTo>
                  <a:pt x="1112486" y="113808"/>
                </a:lnTo>
                <a:lnTo>
                  <a:pt x="1112684" y="114033"/>
                </a:lnTo>
                <a:lnTo>
                  <a:pt x="1112888" y="114248"/>
                </a:lnTo>
                <a:lnTo>
                  <a:pt x="1113098" y="114453"/>
                </a:lnTo>
                <a:lnTo>
                  <a:pt x="1113313" y="114649"/>
                </a:lnTo>
                <a:lnTo>
                  <a:pt x="1113534" y="114836"/>
                </a:lnTo>
                <a:lnTo>
                  <a:pt x="1113760" y="115012"/>
                </a:lnTo>
                <a:lnTo>
                  <a:pt x="1113993" y="115180"/>
                </a:lnTo>
                <a:lnTo>
                  <a:pt x="1114230" y="115337"/>
                </a:lnTo>
                <a:lnTo>
                  <a:pt x="1114474" y="115486"/>
                </a:lnTo>
                <a:lnTo>
                  <a:pt x="1114723" y="115624"/>
                </a:lnTo>
                <a:lnTo>
                  <a:pt x="1114977" y="115753"/>
                </a:lnTo>
                <a:lnTo>
                  <a:pt x="1115238" y="115873"/>
                </a:lnTo>
                <a:lnTo>
                  <a:pt x="1115504" y="115982"/>
                </a:lnTo>
                <a:lnTo>
                  <a:pt x="1115775" y="116083"/>
                </a:lnTo>
                <a:lnTo>
                  <a:pt x="1116052" y="116174"/>
                </a:lnTo>
                <a:lnTo>
                  <a:pt x="1116335" y="116255"/>
                </a:lnTo>
                <a:lnTo>
                  <a:pt x="1116623" y="116326"/>
                </a:lnTo>
                <a:lnTo>
                  <a:pt x="1116917" y="116389"/>
                </a:lnTo>
                <a:lnTo>
                  <a:pt x="1117217" y="116441"/>
                </a:lnTo>
                <a:lnTo>
                  <a:pt x="1117522" y="116484"/>
                </a:lnTo>
                <a:lnTo>
                  <a:pt x="1117833" y="116518"/>
                </a:lnTo>
                <a:lnTo>
                  <a:pt x="1118149" y="116541"/>
                </a:lnTo>
                <a:lnTo>
                  <a:pt x="1118472" y="116556"/>
                </a:lnTo>
                <a:lnTo>
                  <a:pt x="1118799" y="116561"/>
                </a:lnTo>
                <a:lnTo>
                  <a:pt x="1119489" y="116539"/>
                </a:lnTo>
                <a:lnTo>
                  <a:pt x="1120181" y="116476"/>
                </a:lnTo>
                <a:lnTo>
                  <a:pt x="1120876" y="116371"/>
                </a:lnTo>
                <a:lnTo>
                  <a:pt x="1121574" y="116223"/>
                </a:lnTo>
                <a:lnTo>
                  <a:pt x="1122275" y="116034"/>
                </a:lnTo>
                <a:lnTo>
                  <a:pt x="1122978" y="115802"/>
                </a:lnTo>
                <a:lnTo>
                  <a:pt x="1123684" y="115528"/>
                </a:lnTo>
                <a:lnTo>
                  <a:pt x="1124393" y="115211"/>
                </a:lnTo>
                <a:lnTo>
                  <a:pt x="1125105" y="114853"/>
                </a:lnTo>
                <a:lnTo>
                  <a:pt x="1125820" y="114453"/>
                </a:lnTo>
                <a:lnTo>
                  <a:pt x="1126538" y="114010"/>
                </a:lnTo>
                <a:lnTo>
                  <a:pt x="1127258" y="113525"/>
                </a:lnTo>
                <a:lnTo>
                  <a:pt x="1127981" y="112998"/>
                </a:lnTo>
                <a:lnTo>
                  <a:pt x="1128707" y="112429"/>
                </a:lnTo>
                <a:lnTo>
                  <a:pt x="1129436" y="111818"/>
                </a:lnTo>
                <a:lnTo>
                  <a:pt x="1130168" y="111164"/>
                </a:lnTo>
                <a:lnTo>
                  <a:pt x="1130902" y="110469"/>
                </a:lnTo>
                <a:lnTo>
                  <a:pt x="1131639" y="109731"/>
                </a:lnTo>
                <a:lnTo>
                  <a:pt x="1132379" y="108951"/>
                </a:lnTo>
                <a:lnTo>
                  <a:pt x="1133122" y="108129"/>
                </a:lnTo>
                <a:lnTo>
                  <a:pt x="1133868" y="107265"/>
                </a:lnTo>
                <a:lnTo>
                  <a:pt x="1134616" y="106358"/>
                </a:lnTo>
                <a:lnTo>
                  <a:pt x="1135367" y="105410"/>
                </a:lnTo>
                <a:lnTo>
                  <a:pt x="1136121" y="104419"/>
                </a:lnTo>
                <a:lnTo>
                  <a:pt x="1136121" y="99886"/>
                </a:lnTo>
                <a:lnTo>
                  <a:pt x="1135722" y="100284"/>
                </a:lnTo>
                <a:lnTo>
                  <a:pt x="1135334" y="100669"/>
                </a:lnTo>
                <a:lnTo>
                  <a:pt x="1134957" y="101041"/>
                </a:lnTo>
                <a:lnTo>
                  <a:pt x="1134590" y="101399"/>
                </a:lnTo>
                <a:lnTo>
                  <a:pt x="1134235" y="101744"/>
                </a:lnTo>
                <a:lnTo>
                  <a:pt x="1133890" y="102076"/>
                </a:lnTo>
                <a:lnTo>
                  <a:pt x="1133557" y="102395"/>
                </a:lnTo>
                <a:lnTo>
                  <a:pt x="1133234" y="102701"/>
                </a:lnTo>
                <a:lnTo>
                  <a:pt x="1132923" y="102993"/>
                </a:lnTo>
                <a:lnTo>
                  <a:pt x="1132622" y="103273"/>
                </a:lnTo>
                <a:lnTo>
                  <a:pt x="1132333" y="103539"/>
                </a:lnTo>
                <a:lnTo>
                  <a:pt x="1132054" y="103792"/>
                </a:lnTo>
                <a:lnTo>
                  <a:pt x="1131786" y="104031"/>
                </a:lnTo>
                <a:lnTo>
                  <a:pt x="1131530" y="104258"/>
                </a:lnTo>
                <a:lnTo>
                  <a:pt x="1131284" y="104471"/>
                </a:lnTo>
                <a:lnTo>
                  <a:pt x="1131049" y="104671"/>
                </a:lnTo>
                <a:lnTo>
                  <a:pt x="1130825" y="104857"/>
                </a:lnTo>
                <a:lnTo>
                  <a:pt x="1130612" y="105031"/>
                </a:lnTo>
                <a:lnTo>
                  <a:pt x="1130410" y="105191"/>
                </a:lnTo>
                <a:lnTo>
                  <a:pt x="1130219" y="105338"/>
                </a:lnTo>
                <a:lnTo>
                  <a:pt x="1130039" y="105472"/>
                </a:lnTo>
                <a:lnTo>
                  <a:pt x="1129870" y="105593"/>
                </a:lnTo>
                <a:lnTo>
                  <a:pt x="1129712" y="105701"/>
                </a:lnTo>
                <a:lnTo>
                  <a:pt x="1129565" y="105795"/>
                </a:lnTo>
                <a:lnTo>
                  <a:pt x="1129483" y="105841"/>
                </a:lnTo>
                <a:lnTo>
                  <a:pt x="1129401" y="105885"/>
                </a:lnTo>
                <a:lnTo>
                  <a:pt x="1129317" y="105928"/>
                </a:lnTo>
                <a:lnTo>
                  <a:pt x="1129232" y="105968"/>
                </a:lnTo>
                <a:lnTo>
                  <a:pt x="1129146" y="106006"/>
                </a:lnTo>
                <a:lnTo>
                  <a:pt x="1129059" y="106043"/>
                </a:lnTo>
                <a:lnTo>
                  <a:pt x="1128971" y="106077"/>
                </a:lnTo>
                <a:lnTo>
                  <a:pt x="1128881" y="106110"/>
                </a:lnTo>
                <a:lnTo>
                  <a:pt x="1128791" y="106140"/>
                </a:lnTo>
                <a:lnTo>
                  <a:pt x="1128699" y="106169"/>
                </a:lnTo>
                <a:lnTo>
                  <a:pt x="1128607" y="106195"/>
                </a:lnTo>
                <a:lnTo>
                  <a:pt x="1128513" y="106220"/>
                </a:lnTo>
                <a:lnTo>
                  <a:pt x="1128418" y="106242"/>
                </a:lnTo>
                <a:lnTo>
                  <a:pt x="1128322" y="106263"/>
                </a:lnTo>
                <a:lnTo>
                  <a:pt x="1128224" y="106282"/>
                </a:lnTo>
                <a:lnTo>
                  <a:pt x="1128126" y="106299"/>
                </a:lnTo>
                <a:lnTo>
                  <a:pt x="1128026" y="106313"/>
                </a:lnTo>
                <a:lnTo>
                  <a:pt x="1127926" y="106326"/>
                </a:lnTo>
                <a:lnTo>
                  <a:pt x="1127824" y="106337"/>
                </a:lnTo>
                <a:lnTo>
                  <a:pt x="1127721" y="106346"/>
                </a:lnTo>
                <a:lnTo>
                  <a:pt x="1127617" y="106353"/>
                </a:lnTo>
                <a:lnTo>
                  <a:pt x="1127512" y="106358"/>
                </a:lnTo>
                <a:lnTo>
                  <a:pt x="1127406" y="106361"/>
                </a:lnTo>
                <a:lnTo>
                  <a:pt x="1127299" y="106362"/>
                </a:lnTo>
                <a:lnTo>
                  <a:pt x="1127198" y="106360"/>
                </a:lnTo>
                <a:lnTo>
                  <a:pt x="1127098" y="106356"/>
                </a:lnTo>
                <a:lnTo>
                  <a:pt x="1126999" y="106349"/>
                </a:lnTo>
                <a:lnTo>
                  <a:pt x="1126902" y="106339"/>
                </a:lnTo>
                <a:lnTo>
                  <a:pt x="1126805" y="106326"/>
                </a:lnTo>
                <a:lnTo>
                  <a:pt x="1126709" y="106311"/>
                </a:lnTo>
                <a:lnTo>
                  <a:pt x="1126614" y="106293"/>
                </a:lnTo>
                <a:lnTo>
                  <a:pt x="1126521" y="106272"/>
                </a:lnTo>
                <a:lnTo>
                  <a:pt x="1126428" y="106248"/>
                </a:lnTo>
                <a:lnTo>
                  <a:pt x="1126336" y="106221"/>
                </a:lnTo>
                <a:lnTo>
                  <a:pt x="1126245" y="106192"/>
                </a:lnTo>
                <a:lnTo>
                  <a:pt x="1126155" y="106160"/>
                </a:lnTo>
                <a:lnTo>
                  <a:pt x="1126066" y="106125"/>
                </a:lnTo>
                <a:lnTo>
                  <a:pt x="1125978" y="106087"/>
                </a:lnTo>
                <a:lnTo>
                  <a:pt x="1125891" y="106046"/>
                </a:lnTo>
                <a:lnTo>
                  <a:pt x="1125806" y="106003"/>
                </a:lnTo>
                <a:lnTo>
                  <a:pt x="1125721" y="105957"/>
                </a:lnTo>
                <a:lnTo>
                  <a:pt x="1125637" y="105908"/>
                </a:lnTo>
                <a:lnTo>
                  <a:pt x="1125554" y="105856"/>
                </a:lnTo>
                <a:lnTo>
                  <a:pt x="1125472" y="105801"/>
                </a:lnTo>
                <a:lnTo>
                  <a:pt x="1125391" y="105744"/>
                </a:lnTo>
                <a:lnTo>
                  <a:pt x="1125311" y="105683"/>
                </a:lnTo>
                <a:lnTo>
                  <a:pt x="1125232" y="105620"/>
                </a:lnTo>
                <a:lnTo>
                  <a:pt x="1125153" y="105555"/>
                </a:lnTo>
                <a:lnTo>
                  <a:pt x="1125077" y="105484"/>
                </a:lnTo>
                <a:lnTo>
                  <a:pt x="1125002" y="105409"/>
                </a:lnTo>
                <a:lnTo>
                  <a:pt x="1124929" y="105328"/>
                </a:lnTo>
                <a:lnTo>
                  <a:pt x="1124858" y="105241"/>
                </a:lnTo>
                <a:lnTo>
                  <a:pt x="1124788" y="105149"/>
                </a:lnTo>
                <a:lnTo>
                  <a:pt x="1124721" y="105051"/>
                </a:lnTo>
                <a:lnTo>
                  <a:pt x="1124655" y="104948"/>
                </a:lnTo>
                <a:lnTo>
                  <a:pt x="1124591" y="104840"/>
                </a:lnTo>
                <a:lnTo>
                  <a:pt x="1124529" y="104726"/>
                </a:lnTo>
                <a:lnTo>
                  <a:pt x="1124469" y="104606"/>
                </a:lnTo>
                <a:lnTo>
                  <a:pt x="1124411" y="104482"/>
                </a:lnTo>
                <a:lnTo>
                  <a:pt x="1124354" y="104351"/>
                </a:lnTo>
                <a:lnTo>
                  <a:pt x="1124299" y="104215"/>
                </a:lnTo>
                <a:lnTo>
                  <a:pt x="1124246" y="104074"/>
                </a:lnTo>
                <a:lnTo>
                  <a:pt x="1124195" y="103927"/>
                </a:lnTo>
                <a:lnTo>
                  <a:pt x="1124146" y="103775"/>
                </a:lnTo>
                <a:lnTo>
                  <a:pt x="1124099" y="103617"/>
                </a:lnTo>
                <a:lnTo>
                  <a:pt x="1124053" y="103454"/>
                </a:lnTo>
                <a:lnTo>
                  <a:pt x="1124009" y="103285"/>
                </a:lnTo>
                <a:lnTo>
                  <a:pt x="1123967" y="103111"/>
                </a:lnTo>
                <a:lnTo>
                  <a:pt x="1123927" y="102932"/>
                </a:lnTo>
                <a:lnTo>
                  <a:pt x="1123889" y="102746"/>
                </a:lnTo>
                <a:lnTo>
                  <a:pt x="1123853" y="102556"/>
                </a:lnTo>
                <a:lnTo>
                  <a:pt x="1123818" y="102360"/>
                </a:lnTo>
                <a:lnTo>
                  <a:pt x="1123785" y="102147"/>
                </a:lnTo>
                <a:lnTo>
                  <a:pt x="1123753" y="101905"/>
                </a:lnTo>
                <a:lnTo>
                  <a:pt x="1123723" y="101635"/>
                </a:lnTo>
                <a:lnTo>
                  <a:pt x="1123694" y="101337"/>
                </a:lnTo>
                <a:lnTo>
                  <a:pt x="1123667" y="101010"/>
                </a:lnTo>
                <a:lnTo>
                  <a:pt x="1123641" y="100654"/>
                </a:lnTo>
                <a:lnTo>
                  <a:pt x="1123616" y="100270"/>
                </a:lnTo>
                <a:lnTo>
                  <a:pt x="1123593" y="99858"/>
                </a:lnTo>
                <a:lnTo>
                  <a:pt x="1123571" y="99417"/>
                </a:lnTo>
                <a:lnTo>
                  <a:pt x="1123551" y="98947"/>
                </a:lnTo>
                <a:lnTo>
                  <a:pt x="1123532" y="98449"/>
                </a:lnTo>
                <a:lnTo>
                  <a:pt x="1123514" y="97923"/>
                </a:lnTo>
                <a:lnTo>
                  <a:pt x="1123498" y="97368"/>
                </a:lnTo>
                <a:lnTo>
                  <a:pt x="1123483" y="96785"/>
                </a:lnTo>
                <a:lnTo>
                  <a:pt x="1123470" y="96173"/>
                </a:lnTo>
                <a:lnTo>
                  <a:pt x="1123458" y="95532"/>
                </a:lnTo>
                <a:lnTo>
                  <a:pt x="1123448" y="94863"/>
                </a:lnTo>
                <a:lnTo>
                  <a:pt x="1123438" y="94166"/>
                </a:lnTo>
                <a:lnTo>
                  <a:pt x="1123431" y="93440"/>
                </a:lnTo>
                <a:lnTo>
                  <a:pt x="1123424" y="92686"/>
                </a:lnTo>
                <a:lnTo>
                  <a:pt x="1123419" y="91903"/>
                </a:lnTo>
                <a:lnTo>
                  <a:pt x="1123416" y="91092"/>
                </a:lnTo>
                <a:lnTo>
                  <a:pt x="1123414" y="90252"/>
                </a:lnTo>
                <a:lnTo>
                  <a:pt x="1123413" y="89383"/>
                </a:lnTo>
                <a:lnTo>
                  <a:pt x="1123413" y="64240"/>
                </a:lnTo>
                <a:lnTo>
                  <a:pt x="1123411" y="63356"/>
                </a:lnTo>
                <a:lnTo>
                  <a:pt x="1123403" y="62498"/>
                </a:lnTo>
                <a:lnTo>
                  <a:pt x="1123390" y="61665"/>
                </a:lnTo>
                <a:lnTo>
                  <a:pt x="1123373" y="60858"/>
                </a:lnTo>
                <a:lnTo>
                  <a:pt x="1123350" y="60075"/>
                </a:lnTo>
                <a:lnTo>
                  <a:pt x="1123322" y="59318"/>
                </a:lnTo>
                <a:lnTo>
                  <a:pt x="1123289" y="58586"/>
                </a:lnTo>
                <a:lnTo>
                  <a:pt x="1123251" y="57880"/>
                </a:lnTo>
                <a:lnTo>
                  <a:pt x="1123208" y="57198"/>
                </a:lnTo>
                <a:lnTo>
                  <a:pt x="1123160" y="56542"/>
                </a:lnTo>
                <a:lnTo>
                  <a:pt x="1123107" y="55912"/>
                </a:lnTo>
                <a:lnTo>
                  <a:pt x="1123049" y="55306"/>
                </a:lnTo>
                <a:lnTo>
                  <a:pt x="1122986" y="54726"/>
                </a:lnTo>
                <a:lnTo>
                  <a:pt x="1122917" y="54171"/>
                </a:lnTo>
                <a:lnTo>
                  <a:pt x="1122844" y="53641"/>
                </a:lnTo>
                <a:lnTo>
                  <a:pt x="1122766" y="53137"/>
                </a:lnTo>
                <a:lnTo>
                  <a:pt x="1122682" y="52658"/>
                </a:lnTo>
                <a:lnTo>
                  <a:pt x="1122594" y="52204"/>
                </a:lnTo>
                <a:lnTo>
                  <a:pt x="1122500" y="51775"/>
                </a:lnTo>
                <a:lnTo>
                  <a:pt x="1122401" y="51372"/>
                </a:lnTo>
                <a:lnTo>
                  <a:pt x="1122298" y="50994"/>
                </a:lnTo>
                <a:lnTo>
                  <a:pt x="1122189" y="50641"/>
                </a:lnTo>
                <a:lnTo>
                  <a:pt x="1122075" y="50314"/>
                </a:lnTo>
                <a:lnTo>
                  <a:pt x="1121956" y="50011"/>
                </a:lnTo>
                <a:lnTo>
                  <a:pt x="1121763" y="49571"/>
                </a:lnTo>
                <a:lnTo>
                  <a:pt x="1121561" y="49141"/>
                </a:lnTo>
                <a:lnTo>
                  <a:pt x="1121350" y="48721"/>
                </a:lnTo>
                <a:lnTo>
                  <a:pt x="1121131" y="48311"/>
                </a:lnTo>
                <a:lnTo>
                  <a:pt x="1120903" y="47910"/>
                </a:lnTo>
                <a:lnTo>
                  <a:pt x="1120666" y="47520"/>
                </a:lnTo>
                <a:lnTo>
                  <a:pt x="1120421" y="47139"/>
                </a:lnTo>
                <a:lnTo>
                  <a:pt x="1120166" y="46768"/>
                </a:lnTo>
                <a:lnTo>
                  <a:pt x="1119903" y="46406"/>
                </a:lnTo>
                <a:lnTo>
                  <a:pt x="1119632" y="46055"/>
                </a:lnTo>
                <a:lnTo>
                  <a:pt x="1119351" y="45713"/>
                </a:lnTo>
                <a:lnTo>
                  <a:pt x="1119062" y="45382"/>
                </a:lnTo>
                <a:lnTo>
                  <a:pt x="1118765" y="45060"/>
                </a:lnTo>
                <a:lnTo>
                  <a:pt x="1118458" y="44748"/>
                </a:lnTo>
                <a:lnTo>
                  <a:pt x="1118143" y="44445"/>
                </a:lnTo>
                <a:lnTo>
                  <a:pt x="1117819" y="44153"/>
                </a:lnTo>
                <a:lnTo>
                  <a:pt x="1117486" y="43870"/>
                </a:lnTo>
                <a:lnTo>
                  <a:pt x="1117145" y="43597"/>
                </a:lnTo>
                <a:lnTo>
                  <a:pt x="1116795" y="43335"/>
                </a:lnTo>
                <a:lnTo>
                  <a:pt x="1116436" y="43081"/>
                </a:lnTo>
                <a:lnTo>
                  <a:pt x="1116069" y="42838"/>
                </a:lnTo>
                <a:lnTo>
                  <a:pt x="1115692" y="42605"/>
                </a:lnTo>
                <a:lnTo>
                  <a:pt x="1115308" y="42381"/>
                </a:lnTo>
                <a:lnTo>
                  <a:pt x="1114914" y="42167"/>
                </a:lnTo>
                <a:lnTo>
                  <a:pt x="1114382" y="41897"/>
                </a:lnTo>
                <a:lnTo>
                  <a:pt x="1113837" y="41638"/>
                </a:lnTo>
                <a:lnTo>
                  <a:pt x="1113280" y="41391"/>
                </a:lnTo>
                <a:lnTo>
                  <a:pt x="1112710" y="41155"/>
                </a:lnTo>
                <a:lnTo>
                  <a:pt x="1112129" y="40930"/>
                </a:lnTo>
                <a:lnTo>
                  <a:pt x="1111535" y="40717"/>
                </a:lnTo>
                <a:lnTo>
                  <a:pt x="1110928" y="40516"/>
                </a:lnTo>
                <a:lnTo>
                  <a:pt x="1110309" y="40326"/>
                </a:lnTo>
                <a:lnTo>
                  <a:pt x="1109678" y="40148"/>
                </a:lnTo>
                <a:lnTo>
                  <a:pt x="1109034" y="39981"/>
                </a:lnTo>
                <a:lnTo>
                  <a:pt x="1108378" y="39826"/>
                </a:lnTo>
                <a:lnTo>
                  <a:pt x="1107710" y="39682"/>
                </a:lnTo>
                <a:lnTo>
                  <a:pt x="1107029" y="39550"/>
                </a:lnTo>
                <a:lnTo>
                  <a:pt x="1106336" y="39429"/>
                </a:lnTo>
                <a:lnTo>
                  <a:pt x="1105631" y="39320"/>
                </a:lnTo>
                <a:lnTo>
                  <a:pt x="1104913" y="39222"/>
                </a:lnTo>
                <a:lnTo>
                  <a:pt x="1104183" y="39135"/>
                </a:lnTo>
                <a:lnTo>
                  <a:pt x="1103440" y="39061"/>
                </a:lnTo>
                <a:lnTo>
                  <a:pt x="1102685" y="38997"/>
                </a:lnTo>
                <a:lnTo>
                  <a:pt x="1101918" y="38946"/>
                </a:lnTo>
                <a:lnTo>
                  <a:pt x="1101138" y="38905"/>
                </a:lnTo>
                <a:lnTo>
                  <a:pt x="1100346" y="38877"/>
                </a:lnTo>
                <a:lnTo>
                  <a:pt x="1099542" y="38859"/>
                </a:lnTo>
                <a:lnTo>
                  <a:pt x="1098725" y="38854"/>
                </a:lnTo>
                <a:lnTo>
                  <a:pt x="1097662" y="38864"/>
                </a:lnTo>
                <a:lnTo>
                  <a:pt x="1096620" y="38894"/>
                </a:lnTo>
                <a:lnTo>
                  <a:pt x="1095597" y="38944"/>
                </a:lnTo>
                <a:lnTo>
                  <a:pt x="1094595" y="39015"/>
                </a:lnTo>
                <a:lnTo>
                  <a:pt x="1093612" y="39106"/>
                </a:lnTo>
                <a:lnTo>
                  <a:pt x="1092649" y="39217"/>
                </a:lnTo>
                <a:lnTo>
                  <a:pt x="1091706" y="39348"/>
                </a:lnTo>
                <a:lnTo>
                  <a:pt x="1090783" y="39499"/>
                </a:lnTo>
                <a:lnTo>
                  <a:pt x="1089880" y="39671"/>
                </a:lnTo>
                <a:lnTo>
                  <a:pt x="1088998" y="39862"/>
                </a:lnTo>
                <a:lnTo>
                  <a:pt x="1088135" y="40074"/>
                </a:lnTo>
                <a:lnTo>
                  <a:pt x="1087292" y="40306"/>
                </a:lnTo>
                <a:lnTo>
                  <a:pt x="1086468" y="40558"/>
                </a:lnTo>
                <a:lnTo>
                  <a:pt x="1085665" y="40831"/>
                </a:lnTo>
                <a:lnTo>
                  <a:pt x="1084882" y="41123"/>
                </a:lnTo>
                <a:lnTo>
                  <a:pt x="1084119" y="41436"/>
                </a:lnTo>
                <a:lnTo>
                  <a:pt x="1083376" y="41769"/>
                </a:lnTo>
                <a:lnTo>
                  <a:pt x="1082652" y="42122"/>
                </a:lnTo>
                <a:lnTo>
                  <a:pt x="1081949" y="42495"/>
                </a:lnTo>
                <a:lnTo>
                  <a:pt x="1081266" y="42888"/>
                </a:lnTo>
                <a:lnTo>
                  <a:pt x="1080602" y="43302"/>
                </a:lnTo>
                <a:lnTo>
                  <a:pt x="1079959" y="43736"/>
                </a:lnTo>
                <a:lnTo>
                  <a:pt x="1079335" y="44190"/>
                </a:lnTo>
                <a:lnTo>
                  <a:pt x="1078732" y="44664"/>
                </a:lnTo>
                <a:lnTo>
                  <a:pt x="1078150" y="45150"/>
                </a:lnTo>
                <a:lnTo>
                  <a:pt x="1077594" y="45640"/>
                </a:lnTo>
                <a:lnTo>
                  <a:pt x="1077062" y="46134"/>
                </a:lnTo>
                <a:lnTo>
                  <a:pt x="1076555" y="46632"/>
                </a:lnTo>
                <a:lnTo>
                  <a:pt x="1076073" y="47134"/>
                </a:lnTo>
                <a:lnTo>
                  <a:pt x="1075615" y="47640"/>
                </a:lnTo>
                <a:lnTo>
                  <a:pt x="1075182" y="48149"/>
                </a:lnTo>
                <a:lnTo>
                  <a:pt x="1074774" y="48663"/>
                </a:lnTo>
                <a:lnTo>
                  <a:pt x="1074391" y="49180"/>
                </a:lnTo>
                <a:lnTo>
                  <a:pt x="1074032" y="49702"/>
                </a:lnTo>
                <a:lnTo>
                  <a:pt x="1073698" y="50227"/>
                </a:lnTo>
                <a:lnTo>
                  <a:pt x="1073389" y="50756"/>
                </a:lnTo>
                <a:lnTo>
                  <a:pt x="1073105" y="51289"/>
                </a:lnTo>
                <a:lnTo>
                  <a:pt x="1072845" y="51826"/>
                </a:lnTo>
                <a:lnTo>
                  <a:pt x="1072610" y="52367"/>
                </a:lnTo>
                <a:lnTo>
                  <a:pt x="1072400" y="52912"/>
                </a:lnTo>
                <a:lnTo>
                  <a:pt x="1072214" y="53461"/>
                </a:lnTo>
                <a:lnTo>
                  <a:pt x="1072054" y="54014"/>
                </a:lnTo>
                <a:lnTo>
                  <a:pt x="1071918" y="54571"/>
                </a:lnTo>
                <a:lnTo>
                  <a:pt x="1071806" y="55131"/>
                </a:lnTo>
                <a:lnTo>
                  <a:pt x="1071720" y="55696"/>
                </a:lnTo>
                <a:lnTo>
                  <a:pt x="1071658" y="56264"/>
                </a:lnTo>
                <a:lnTo>
                  <a:pt x="1071621" y="56836"/>
                </a:lnTo>
                <a:lnTo>
                  <a:pt x="1071608" y="57413"/>
                </a:lnTo>
                <a:lnTo>
                  <a:pt x="1071612" y="57713"/>
                </a:lnTo>
                <a:lnTo>
                  <a:pt x="1071622" y="58007"/>
                </a:lnTo>
                <a:lnTo>
                  <a:pt x="1071638" y="58297"/>
                </a:lnTo>
                <a:lnTo>
                  <a:pt x="1071661" y="58581"/>
                </a:lnTo>
                <a:lnTo>
                  <a:pt x="1071691" y="58860"/>
                </a:lnTo>
                <a:lnTo>
                  <a:pt x="1071727" y="59133"/>
                </a:lnTo>
                <a:lnTo>
                  <a:pt x="1071770" y="59401"/>
                </a:lnTo>
                <a:lnTo>
                  <a:pt x="1071820" y="59664"/>
                </a:lnTo>
                <a:lnTo>
                  <a:pt x="1071876" y="59921"/>
                </a:lnTo>
                <a:lnTo>
                  <a:pt x="1071939" y="60174"/>
                </a:lnTo>
                <a:lnTo>
                  <a:pt x="1072008" y="60420"/>
                </a:lnTo>
                <a:lnTo>
                  <a:pt x="1072084" y="60662"/>
                </a:lnTo>
                <a:lnTo>
                  <a:pt x="1072167" y="60898"/>
                </a:lnTo>
                <a:lnTo>
                  <a:pt x="1072256" y="61129"/>
                </a:lnTo>
                <a:lnTo>
                  <a:pt x="1072352" y="61354"/>
                </a:lnTo>
                <a:lnTo>
                  <a:pt x="1072454" y="61575"/>
                </a:lnTo>
                <a:lnTo>
                  <a:pt x="1072563" y="61789"/>
                </a:lnTo>
                <a:lnTo>
                  <a:pt x="1072678" y="61999"/>
                </a:lnTo>
                <a:lnTo>
                  <a:pt x="1072801" y="62203"/>
                </a:lnTo>
                <a:lnTo>
                  <a:pt x="1072929" y="62402"/>
                </a:lnTo>
                <a:lnTo>
                  <a:pt x="1073065" y="62596"/>
                </a:lnTo>
                <a:lnTo>
                  <a:pt x="1073207" y="62784"/>
                </a:lnTo>
                <a:lnTo>
                  <a:pt x="1073355" y="62967"/>
                </a:lnTo>
                <a:lnTo>
                  <a:pt x="1073511" y="63145"/>
                </a:lnTo>
                <a:lnTo>
                  <a:pt x="1073671" y="63316"/>
                </a:lnTo>
                <a:lnTo>
                  <a:pt x="1073835" y="63479"/>
                </a:lnTo>
                <a:lnTo>
                  <a:pt x="1074003" y="63636"/>
                </a:lnTo>
                <a:lnTo>
                  <a:pt x="1074175" y="63785"/>
                </a:lnTo>
                <a:lnTo>
                  <a:pt x="1074351" y="63927"/>
                </a:lnTo>
                <a:lnTo>
                  <a:pt x="1074530" y="64062"/>
                </a:lnTo>
                <a:lnTo>
                  <a:pt x="1074713" y="64189"/>
                </a:lnTo>
                <a:lnTo>
                  <a:pt x="1074900" y="64310"/>
                </a:lnTo>
                <a:lnTo>
                  <a:pt x="1075091" y="64422"/>
                </a:lnTo>
                <a:lnTo>
                  <a:pt x="1075286" y="64528"/>
                </a:lnTo>
                <a:lnTo>
                  <a:pt x="1075484" y="64626"/>
                </a:lnTo>
                <a:lnTo>
                  <a:pt x="1075686" y="64717"/>
                </a:lnTo>
                <a:lnTo>
                  <a:pt x="1075892" y="64801"/>
                </a:lnTo>
                <a:lnTo>
                  <a:pt x="1076102" y="64877"/>
                </a:lnTo>
                <a:lnTo>
                  <a:pt x="1076315" y="64947"/>
                </a:lnTo>
                <a:lnTo>
                  <a:pt x="1076533" y="65009"/>
                </a:lnTo>
                <a:lnTo>
                  <a:pt x="1076754" y="65063"/>
                </a:lnTo>
                <a:lnTo>
                  <a:pt x="1076979" y="65110"/>
                </a:lnTo>
                <a:lnTo>
                  <a:pt x="1077207" y="65151"/>
                </a:lnTo>
                <a:lnTo>
                  <a:pt x="1077440" y="65183"/>
                </a:lnTo>
                <a:lnTo>
                  <a:pt x="1077676" y="65209"/>
                </a:lnTo>
                <a:lnTo>
                  <a:pt x="1077916" y="65227"/>
                </a:lnTo>
                <a:lnTo>
                  <a:pt x="1078160" y="65238"/>
                </a:lnTo>
                <a:lnTo>
                  <a:pt x="1078408" y="65242"/>
                </a:lnTo>
                <a:lnTo>
                  <a:pt x="1078662" y="65238"/>
                </a:lnTo>
                <a:lnTo>
                  <a:pt x="1078912" y="65228"/>
                </a:lnTo>
                <a:lnTo>
                  <a:pt x="1079158" y="65210"/>
                </a:lnTo>
                <a:lnTo>
                  <a:pt x="1079401" y="65186"/>
                </a:lnTo>
                <a:lnTo>
                  <a:pt x="1079639" y="65154"/>
                </a:lnTo>
                <a:lnTo>
                  <a:pt x="1079872" y="65116"/>
                </a:lnTo>
                <a:lnTo>
                  <a:pt x="1080102" y="65070"/>
                </a:lnTo>
                <a:lnTo>
                  <a:pt x="1080328" y="65018"/>
                </a:lnTo>
                <a:lnTo>
                  <a:pt x="1080550" y="64958"/>
                </a:lnTo>
                <a:lnTo>
                  <a:pt x="1080767" y="64892"/>
                </a:lnTo>
                <a:lnTo>
                  <a:pt x="1080981" y="64818"/>
                </a:lnTo>
                <a:lnTo>
                  <a:pt x="1081190" y="64738"/>
                </a:lnTo>
                <a:lnTo>
                  <a:pt x="1081396" y="64650"/>
                </a:lnTo>
                <a:lnTo>
                  <a:pt x="1081597" y="64556"/>
                </a:lnTo>
                <a:lnTo>
                  <a:pt x="1081794" y="64454"/>
                </a:lnTo>
                <a:lnTo>
                  <a:pt x="1081987" y="64346"/>
                </a:lnTo>
                <a:lnTo>
                  <a:pt x="1082176" y="64230"/>
                </a:lnTo>
                <a:lnTo>
                  <a:pt x="1082361" y="64108"/>
                </a:lnTo>
                <a:lnTo>
                  <a:pt x="1082542" y="63978"/>
                </a:lnTo>
                <a:lnTo>
                  <a:pt x="1082719" y="63842"/>
                </a:lnTo>
                <a:lnTo>
                  <a:pt x="1082892" y="63698"/>
                </a:lnTo>
                <a:lnTo>
                  <a:pt x="1083061" y="63548"/>
                </a:lnTo>
                <a:lnTo>
                  <a:pt x="1083225" y="63390"/>
                </a:lnTo>
                <a:lnTo>
                  <a:pt x="1083386" y="63226"/>
                </a:lnTo>
                <a:lnTo>
                  <a:pt x="1083541" y="63055"/>
                </a:lnTo>
                <a:lnTo>
                  <a:pt x="1083690" y="62878"/>
                </a:lnTo>
                <a:lnTo>
                  <a:pt x="1083832" y="62695"/>
                </a:lnTo>
                <a:lnTo>
                  <a:pt x="1083967" y="62506"/>
                </a:lnTo>
                <a:lnTo>
                  <a:pt x="1084096" y="62312"/>
                </a:lnTo>
                <a:lnTo>
                  <a:pt x="1084218" y="62112"/>
                </a:lnTo>
                <a:lnTo>
                  <a:pt x="1084334" y="61906"/>
                </a:lnTo>
                <a:lnTo>
                  <a:pt x="1084443" y="61693"/>
                </a:lnTo>
                <a:lnTo>
                  <a:pt x="1084545" y="61476"/>
                </a:lnTo>
                <a:lnTo>
                  <a:pt x="1084641" y="61252"/>
                </a:lnTo>
                <a:lnTo>
                  <a:pt x="1084730" y="61022"/>
                </a:lnTo>
                <a:lnTo>
                  <a:pt x="1084813" y="60786"/>
                </a:lnTo>
                <a:lnTo>
                  <a:pt x="1084889" y="60545"/>
                </a:lnTo>
                <a:lnTo>
                  <a:pt x="1084958" y="60298"/>
                </a:lnTo>
                <a:lnTo>
                  <a:pt x="1085021" y="60044"/>
                </a:lnTo>
                <a:lnTo>
                  <a:pt x="1085077" y="59785"/>
                </a:lnTo>
                <a:lnTo>
                  <a:pt x="1085126" y="59520"/>
                </a:lnTo>
                <a:lnTo>
                  <a:pt x="1085169" y="59250"/>
                </a:lnTo>
                <a:lnTo>
                  <a:pt x="1085206" y="58973"/>
                </a:lnTo>
                <a:lnTo>
                  <a:pt x="1085235" y="58690"/>
                </a:lnTo>
                <a:lnTo>
                  <a:pt x="1085258" y="58402"/>
                </a:lnTo>
                <a:lnTo>
                  <a:pt x="1085275" y="58107"/>
                </a:lnTo>
                <a:lnTo>
                  <a:pt x="1085285" y="57807"/>
                </a:lnTo>
                <a:lnTo>
                  <a:pt x="1085288" y="57501"/>
                </a:lnTo>
                <a:lnTo>
                  <a:pt x="1085126" y="52824"/>
                </a:lnTo>
                <a:lnTo>
                  <a:pt x="1085132" y="52530"/>
                </a:lnTo>
                <a:lnTo>
                  <a:pt x="1085148" y="52238"/>
                </a:lnTo>
                <a:lnTo>
                  <a:pt x="1085174" y="51949"/>
                </a:lnTo>
                <a:lnTo>
                  <a:pt x="1085212" y="51664"/>
                </a:lnTo>
                <a:lnTo>
                  <a:pt x="1085260" y="51380"/>
                </a:lnTo>
                <a:lnTo>
                  <a:pt x="1085318" y="51100"/>
                </a:lnTo>
                <a:lnTo>
                  <a:pt x="1085388" y="50823"/>
                </a:lnTo>
                <a:lnTo>
                  <a:pt x="1085468" y="50548"/>
                </a:lnTo>
                <a:lnTo>
                  <a:pt x="1085559" y="50276"/>
                </a:lnTo>
                <a:lnTo>
                  <a:pt x="1085660" y="50007"/>
                </a:lnTo>
                <a:lnTo>
                  <a:pt x="1085772" y="49740"/>
                </a:lnTo>
                <a:lnTo>
                  <a:pt x="1085895" y="49477"/>
                </a:lnTo>
                <a:lnTo>
                  <a:pt x="1086029" y="49216"/>
                </a:lnTo>
                <a:lnTo>
                  <a:pt x="1086173" y="48958"/>
                </a:lnTo>
                <a:lnTo>
                  <a:pt x="1086328" y="48703"/>
                </a:lnTo>
                <a:lnTo>
                  <a:pt x="1086493" y="48451"/>
                </a:lnTo>
                <a:lnTo>
                  <a:pt x="1086670" y="48201"/>
                </a:lnTo>
                <a:lnTo>
                  <a:pt x="1086856" y="47955"/>
                </a:lnTo>
                <a:lnTo>
                  <a:pt x="1087054" y="47711"/>
                </a:lnTo>
                <a:lnTo>
                  <a:pt x="1087262" y="47470"/>
                </a:lnTo>
                <a:lnTo>
                  <a:pt x="1087481" y="47231"/>
                </a:lnTo>
                <a:lnTo>
                  <a:pt x="1087711" y="46996"/>
                </a:lnTo>
                <a:lnTo>
                  <a:pt x="1087951" y="46763"/>
                </a:lnTo>
                <a:lnTo>
                  <a:pt x="1088202" y="46533"/>
                </a:lnTo>
                <a:lnTo>
                  <a:pt x="1088455" y="46309"/>
                </a:lnTo>
                <a:lnTo>
                  <a:pt x="1088716" y="46095"/>
                </a:lnTo>
                <a:lnTo>
                  <a:pt x="1088984" y="45891"/>
                </a:lnTo>
                <a:lnTo>
                  <a:pt x="1089259" y="45695"/>
                </a:lnTo>
                <a:lnTo>
                  <a:pt x="1089541" y="45510"/>
                </a:lnTo>
                <a:lnTo>
                  <a:pt x="1089831" y="45334"/>
                </a:lnTo>
                <a:lnTo>
                  <a:pt x="1090128" y="45167"/>
                </a:lnTo>
                <a:lnTo>
                  <a:pt x="1090433" y="45010"/>
                </a:lnTo>
                <a:lnTo>
                  <a:pt x="1090744" y="44862"/>
                </a:lnTo>
                <a:lnTo>
                  <a:pt x="1091063" y="44724"/>
                </a:lnTo>
                <a:lnTo>
                  <a:pt x="1091390" y="44596"/>
                </a:lnTo>
                <a:lnTo>
                  <a:pt x="1091723" y="44477"/>
                </a:lnTo>
                <a:lnTo>
                  <a:pt x="1092064" y="44367"/>
                </a:lnTo>
                <a:lnTo>
                  <a:pt x="1092412" y="44267"/>
                </a:lnTo>
                <a:lnTo>
                  <a:pt x="1092768" y="44177"/>
                </a:lnTo>
                <a:lnTo>
                  <a:pt x="1093131" y="44096"/>
                </a:lnTo>
                <a:lnTo>
                  <a:pt x="1093501" y="44024"/>
                </a:lnTo>
                <a:lnTo>
                  <a:pt x="1093878" y="43963"/>
                </a:lnTo>
                <a:lnTo>
                  <a:pt x="1094263" y="43910"/>
                </a:lnTo>
                <a:lnTo>
                  <a:pt x="1094655" y="43867"/>
                </a:lnTo>
                <a:lnTo>
                  <a:pt x="1095055" y="43834"/>
                </a:lnTo>
                <a:lnTo>
                  <a:pt x="1095461" y="43810"/>
                </a:lnTo>
                <a:lnTo>
                  <a:pt x="1095875" y="43796"/>
                </a:lnTo>
                <a:lnTo>
                  <a:pt x="1096297" y="43791"/>
                </a:lnTo>
                <a:lnTo>
                  <a:pt x="1096851" y="43798"/>
                </a:lnTo>
                <a:lnTo>
                  <a:pt x="1097394" y="43820"/>
                </a:lnTo>
                <a:lnTo>
                  <a:pt x="1097926" y="43856"/>
                </a:lnTo>
                <a:lnTo>
                  <a:pt x="1098447" y="43906"/>
                </a:lnTo>
                <a:lnTo>
                  <a:pt x="1098957" y="43970"/>
                </a:lnTo>
                <a:lnTo>
                  <a:pt x="1099456" y="44049"/>
                </a:lnTo>
                <a:lnTo>
                  <a:pt x="1099944" y="44142"/>
                </a:lnTo>
                <a:lnTo>
                  <a:pt x="1100420" y="44250"/>
                </a:lnTo>
                <a:lnTo>
                  <a:pt x="1100886" y="44372"/>
                </a:lnTo>
                <a:lnTo>
                  <a:pt x="1101340" y="44508"/>
                </a:lnTo>
                <a:lnTo>
                  <a:pt x="1101784" y="44658"/>
                </a:lnTo>
                <a:lnTo>
                  <a:pt x="1102216" y="44823"/>
                </a:lnTo>
                <a:lnTo>
                  <a:pt x="1102637" y="45002"/>
                </a:lnTo>
                <a:lnTo>
                  <a:pt x="1103047" y="45196"/>
                </a:lnTo>
                <a:lnTo>
                  <a:pt x="1103446" y="45404"/>
                </a:lnTo>
                <a:lnTo>
                  <a:pt x="1103834" y="45626"/>
                </a:lnTo>
                <a:lnTo>
                  <a:pt x="1104210" y="45862"/>
                </a:lnTo>
                <a:lnTo>
                  <a:pt x="1104576" y="46113"/>
                </a:lnTo>
                <a:lnTo>
                  <a:pt x="1104930" y="46378"/>
                </a:lnTo>
                <a:lnTo>
                  <a:pt x="1105274" y="46658"/>
                </a:lnTo>
                <a:lnTo>
                  <a:pt x="1105606" y="46952"/>
                </a:lnTo>
                <a:lnTo>
                  <a:pt x="1105927" y="47260"/>
                </a:lnTo>
                <a:lnTo>
                  <a:pt x="1106237" y="47582"/>
                </a:lnTo>
                <a:lnTo>
                  <a:pt x="1106536" y="47919"/>
                </a:lnTo>
                <a:lnTo>
                  <a:pt x="1106823" y="48275"/>
                </a:lnTo>
                <a:lnTo>
                  <a:pt x="1107099" y="48656"/>
                </a:lnTo>
                <a:lnTo>
                  <a:pt x="1107361" y="49060"/>
                </a:lnTo>
                <a:lnTo>
                  <a:pt x="1107612" y="49489"/>
                </a:lnTo>
                <a:lnTo>
                  <a:pt x="1107850" y="49942"/>
                </a:lnTo>
                <a:lnTo>
                  <a:pt x="1108077" y="50419"/>
                </a:lnTo>
                <a:lnTo>
                  <a:pt x="1108291" y="50920"/>
                </a:lnTo>
                <a:lnTo>
                  <a:pt x="1108492" y="51445"/>
                </a:lnTo>
                <a:lnTo>
                  <a:pt x="1108682" y="51994"/>
                </a:lnTo>
                <a:lnTo>
                  <a:pt x="1108859" y="52568"/>
                </a:lnTo>
                <a:lnTo>
                  <a:pt x="1109024" y="53166"/>
                </a:lnTo>
                <a:lnTo>
                  <a:pt x="1109177" y="53788"/>
                </a:lnTo>
                <a:lnTo>
                  <a:pt x="1109318" y="54434"/>
                </a:lnTo>
                <a:lnTo>
                  <a:pt x="1109446" y="55104"/>
                </a:lnTo>
                <a:lnTo>
                  <a:pt x="1109562" y="55799"/>
                </a:lnTo>
                <a:lnTo>
                  <a:pt x="1109666" y="56517"/>
                </a:lnTo>
                <a:lnTo>
                  <a:pt x="1109758" y="57260"/>
                </a:lnTo>
                <a:lnTo>
                  <a:pt x="1109837" y="58027"/>
                </a:lnTo>
                <a:lnTo>
                  <a:pt x="1109904" y="58819"/>
                </a:lnTo>
                <a:lnTo>
                  <a:pt x="1109959" y="59634"/>
                </a:lnTo>
                <a:lnTo>
                  <a:pt x="1110002" y="60473"/>
                </a:lnTo>
                <a:lnTo>
                  <a:pt x="1110033" y="61337"/>
                </a:lnTo>
                <a:lnTo>
                  <a:pt x="1110051" y="62225"/>
                </a:lnTo>
                <a:lnTo>
                  <a:pt x="1110057" y="63137"/>
                </a:lnTo>
                <a:lnTo>
                  <a:pt x="1110057" y="66051"/>
                </a:lnTo>
                <a:lnTo>
                  <a:pt x="1108484" y="66627"/>
                </a:lnTo>
                <a:lnTo>
                  <a:pt x="1106949" y="67197"/>
                </a:lnTo>
                <a:lnTo>
                  <a:pt x="1105452" y="67758"/>
                </a:lnTo>
                <a:lnTo>
                  <a:pt x="1103992" y="68313"/>
                </a:lnTo>
                <a:lnTo>
                  <a:pt x="1102570" y="68860"/>
                </a:lnTo>
                <a:lnTo>
                  <a:pt x="1101186" y="69400"/>
                </a:lnTo>
                <a:lnTo>
                  <a:pt x="1099840" y="69933"/>
                </a:lnTo>
                <a:lnTo>
                  <a:pt x="1098532" y="70458"/>
                </a:lnTo>
                <a:lnTo>
                  <a:pt x="1097261" y="70976"/>
                </a:lnTo>
                <a:lnTo>
                  <a:pt x="1096028" y="71487"/>
                </a:lnTo>
                <a:lnTo>
                  <a:pt x="1094833" y="71990"/>
                </a:lnTo>
                <a:lnTo>
                  <a:pt x="1093676" y="72486"/>
                </a:lnTo>
                <a:lnTo>
                  <a:pt x="1092557" y="72975"/>
                </a:lnTo>
                <a:lnTo>
                  <a:pt x="1091475" y="73456"/>
                </a:lnTo>
                <a:lnTo>
                  <a:pt x="1090431" y="73930"/>
                </a:lnTo>
                <a:lnTo>
                  <a:pt x="1089425" y="74397"/>
                </a:lnTo>
                <a:lnTo>
                  <a:pt x="1088457" y="74857"/>
                </a:lnTo>
                <a:lnTo>
                  <a:pt x="1087527" y="75309"/>
                </a:lnTo>
                <a:lnTo>
                  <a:pt x="1086634" y="75754"/>
                </a:lnTo>
                <a:lnTo>
                  <a:pt x="1085779" y="76192"/>
                </a:lnTo>
                <a:lnTo>
                  <a:pt x="1084962" y="76622"/>
                </a:lnTo>
                <a:lnTo>
                  <a:pt x="1084183" y="77045"/>
                </a:lnTo>
                <a:lnTo>
                  <a:pt x="1083442" y="77461"/>
                </a:lnTo>
                <a:lnTo>
                  <a:pt x="1082738" y="77869"/>
                </a:lnTo>
                <a:lnTo>
                  <a:pt x="1082062" y="78275"/>
                </a:lnTo>
                <a:lnTo>
                  <a:pt x="1081403" y="78683"/>
                </a:lnTo>
                <a:lnTo>
                  <a:pt x="1080761" y="79093"/>
                </a:lnTo>
                <a:lnTo>
                  <a:pt x="1080136" y="79506"/>
                </a:lnTo>
                <a:lnTo>
                  <a:pt x="1079528" y="79921"/>
                </a:lnTo>
                <a:lnTo>
                  <a:pt x="1078937" y="80338"/>
                </a:lnTo>
                <a:lnTo>
                  <a:pt x="1078362" y="80757"/>
                </a:lnTo>
                <a:lnTo>
                  <a:pt x="1077805" y="81179"/>
                </a:lnTo>
                <a:lnTo>
                  <a:pt x="1077265" y="81603"/>
                </a:lnTo>
                <a:lnTo>
                  <a:pt x="1076742" y="82029"/>
                </a:lnTo>
                <a:lnTo>
                  <a:pt x="1076236" y="82457"/>
                </a:lnTo>
                <a:lnTo>
                  <a:pt x="1075747" y="82888"/>
                </a:lnTo>
                <a:lnTo>
                  <a:pt x="1075275" y="83320"/>
                </a:lnTo>
                <a:lnTo>
                  <a:pt x="1074820" y="83755"/>
                </a:lnTo>
                <a:lnTo>
                  <a:pt x="1074381" y="84193"/>
                </a:lnTo>
                <a:lnTo>
                  <a:pt x="1073960" y="84632"/>
                </a:lnTo>
                <a:lnTo>
                  <a:pt x="1073556" y="85074"/>
                </a:lnTo>
                <a:lnTo>
                  <a:pt x="1073169" y="85518"/>
                </a:lnTo>
                <a:lnTo>
                  <a:pt x="1072799" y="85965"/>
                </a:lnTo>
                <a:lnTo>
                  <a:pt x="1072446" y="86413"/>
                </a:lnTo>
                <a:lnTo>
                  <a:pt x="1072110" y="86864"/>
                </a:lnTo>
                <a:lnTo>
                  <a:pt x="1071791" y="87317"/>
                </a:lnTo>
                <a:lnTo>
                  <a:pt x="1071489" y="87772"/>
                </a:lnTo>
                <a:lnTo>
                  <a:pt x="1071204" y="88230"/>
                </a:lnTo>
                <a:lnTo>
                  <a:pt x="1071006" y="88563"/>
                </a:lnTo>
                <a:lnTo>
                  <a:pt x="1070816" y="88901"/>
                </a:lnTo>
                <a:lnTo>
                  <a:pt x="1070635" y="89244"/>
                </a:lnTo>
                <a:lnTo>
                  <a:pt x="1070462" y="89592"/>
                </a:lnTo>
                <a:lnTo>
                  <a:pt x="1070297" y="89946"/>
                </a:lnTo>
                <a:lnTo>
                  <a:pt x="1070141" y="90304"/>
                </a:lnTo>
                <a:lnTo>
                  <a:pt x="1069994" y="90667"/>
                </a:lnTo>
                <a:lnTo>
                  <a:pt x="1069855" y="91036"/>
                </a:lnTo>
                <a:lnTo>
                  <a:pt x="1069724" y="91409"/>
                </a:lnTo>
                <a:lnTo>
                  <a:pt x="1069602" y="91788"/>
                </a:lnTo>
                <a:lnTo>
                  <a:pt x="1069488" y="92172"/>
                </a:lnTo>
                <a:lnTo>
                  <a:pt x="1069382" y="92560"/>
                </a:lnTo>
                <a:lnTo>
                  <a:pt x="1069286" y="92954"/>
                </a:lnTo>
                <a:lnTo>
                  <a:pt x="1069197" y="93353"/>
                </a:lnTo>
                <a:lnTo>
                  <a:pt x="1069117" y="93757"/>
                </a:lnTo>
                <a:lnTo>
                  <a:pt x="1069045" y="94166"/>
                </a:lnTo>
                <a:lnTo>
                  <a:pt x="1068982" y="94580"/>
                </a:lnTo>
                <a:lnTo>
                  <a:pt x="1068927" y="94999"/>
                </a:lnTo>
                <a:lnTo>
                  <a:pt x="1068881" y="95423"/>
                </a:lnTo>
                <a:lnTo>
                  <a:pt x="1068843" y="95852"/>
                </a:lnTo>
                <a:lnTo>
                  <a:pt x="1068813" y="96286"/>
                </a:lnTo>
                <a:lnTo>
                  <a:pt x="1068792" y="96726"/>
                </a:lnTo>
                <a:lnTo>
                  <a:pt x="1068780" y="97170"/>
                </a:lnTo>
                <a:lnTo>
                  <a:pt x="1068775" y="97619"/>
                </a:lnTo>
                <a:lnTo>
                  <a:pt x="1068784" y="98329"/>
                </a:lnTo>
                <a:lnTo>
                  <a:pt x="1068810" y="99026"/>
                </a:lnTo>
                <a:lnTo>
                  <a:pt x="1068853" y="99713"/>
                </a:lnTo>
                <a:lnTo>
                  <a:pt x="1068914" y="100387"/>
                </a:lnTo>
                <a:lnTo>
                  <a:pt x="1068991" y="101050"/>
                </a:lnTo>
                <a:lnTo>
                  <a:pt x="1069087" y="101702"/>
                </a:lnTo>
                <a:lnTo>
                  <a:pt x="1069199" y="102342"/>
                </a:lnTo>
                <a:lnTo>
                  <a:pt x="1069329" y="102971"/>
                </a:lnTo>
                <a:lnTo>
                  <a:pt x="1069475" y="103588"/>
                </a:lnTo>
                <a:lnTo>
                  <a:pt x="1069640" y="104193"/>
                </a:lnTo>
                <a:lnTo>
                  <a:pt x="1069821" y="104787"/>
                </a:lnTo>
                <a:lnTo>
                  <a:pt x="1070020" y="105370"/>
                </a:lnTo>
                <a:lnTo>
                  <a:pt x="1070236" y="105941"/>
                </a:lnTo>
                <a:lnTo>
                  <a:pt x="1070469" y="106500"/>
                </a:lnTo>
                <a:lnTo>
                  <a:pt x="1070720" y="107048"/>
                </a:lnTo>
                <a:lnTo>
                  <a:pt x="1070988" y="107585"/>
                </a:lnTo>
                <a:lnTo>
                  <a:pt x="1071273" y="108110"/>
                </a:lnTo>
                <a:lnTo>
                  <a:pt x="1071576" y="108623"/>
                </a:lnTo>
                <a:lnTo>
                  <a:pt x="1071895" y="109125"/>
                </a:lnTo>
                <a:lnTo>
                  <a:pt x="1072232" y="109615"/>
                </a:lnTo>
                <a:lnTo>
                  <a:pt x="1072587" y="110094"/>
                </a:lnTo>
                <a:lnTo>
                  <a:pt x="1072958" y="110561"/>
                </a:lnTo>
                <a:lnTo>
                  <a:pt x="1073347" y="111017"/>
                </a:lnTo>
                <a:lnTo>
                  <a:pt x="1073754" y="111461"/>
                </a:lnTo>
                <a:lnTo>
                  <a:pt x="1074173" y="111890"/>
                </a:lnTo>
                <a:lnTo>
                  <a:pt x="1074602" y="112301"/>
                </a:lnTo>
                <a:lnTo>
                  <a:pt x="1075040" y="112694"/>
                </a:lnTo>
                <a:lnTo>
                  <a:pt x="1075488" y="113069"/>
                </a:lnTo>
                <a:lnTo>
                  <a:pt x="1075945" y="113425"/>
                </a:lnTo>
                <a:lnTo>
                  <a:pt x="1076412" y="113763"/>
                </a:lnTo>
                <a:lnTo>
                  <a:pt x="1076888" y="114083"/>
                </a:lnTo>
                <a:lnTo>
                  <a:pt x="1077374" y="114384"/>
                </a:lnTo>
                <a:lnTo>
                  <a:pt x="1077868" y="114667"/>
                </a:lnTo>
                <a:lnTo>
                  <a:pt x="1078373" y="114932"/>
                </a:lnTo>
                <a:lnTo>
                  <a:pt x="1078886" y="115179"/>
                </a:lnTo>
                <a:lnTo>
                  <a:pt x="1079410" y="115407"/>
                </a:lnTo>
                <a:lnTo>
                  <a:pt x="1079942" y="115617"/>
                </a:lnTo>
                <a:lnTo>
                  <a:pt x="1080484" y="115809"/>
                </a:lnTo>
                <a:lnTo>
                  <a:pt x="1081035" y="115983"/>
                </a:lnTo>
                <a:lnTo>
                  <a:pt x="1081596" y="116138"/>
                </a:lnTo>
                <a:lnTo>
                  <a:pt x="1082166" y="116275"/>
                </a:lnTo>
                <a:lnTo>
                  <a:pt x="1082746" y="116394"/>
                </a:lnTo>
                <a:lnTo>
                  <a:pt x="1083335" y="116494"/>
                </a:lnTo>
                <a:lnTo>
                  <a:pt x="1083933" y="116576"/>
                </a:lnTo>
                <a:lnTo>
                  <a:pt x="1084541" y="116640"/>
                </a:lnTo>
                <a:lnTo>
                  <a:pt x="1085159" y="116686"/>
                </a:lnTo>
                <a:lnTo>
                  <a:pt x="1085785" y="116713"/>
                </a:lnTo>
                <a:lnTo>
                  <a:pt x="1086421" y="116722"/>
                </a:lnTo>
                <a:lnTo>
                  <a:pt x="1086832" y="116719"/>
                </a:lnTo>
                <a:lnTo>
                  <a:pt x="1087240" y="116708"/>
                </a:lnTo>
                <a:lnTo>
                  <a:pt x="1087647" y="116690"/>
                </a:lnTo>
                <a:lnTo>
                  <a:pt x="1088052" y="116664"/>
                </a:lnTo>
                <a:lnTo>
                  <a:pt x="1088454" y="116631"/>
                </a:lnTo>
                <a:lnTo>
                  <a:pt x="1088855" y="116591"/>
                </a:lnTo>
                <a:lnTo>
                  <a:pt x="1089253" y="116543"/>
                </a:lnTo>
                <a:lnTo>
                  <a:pt x="1089650" y="116489"/>
                </a:lnTo>
                <a:lnTo>
                  <a:pt x="1090045" y="116426"/>
                </a:lnTo>
                <a:lnTo>
                  <a:pt x="1090438" y="116357"/>
                </a:lnTo>
                <a:lnTo>
                  <a:pt x="1090829" y="116280"/>
                </a:lnTo>
                <a:lnTo>
                  <a:pt x="1091217" y="116196"/>
                </a:lnTo>
                <a:lnTo>
                  <a:pt x="1091604" y="116105"/>
                </a:lnTo>
                <a:lnTo>
                  <a:pt x="1091989" y="116006"/>
                </a:lnTo>
                <a:lnTo>
                  <a:pt x="1092372" y="115900"/>
                </a:lnTo>
                <a:lnTo>
                  <a:pt x="1092753" y="115787"/>
                </a:lnTo>
                <a:lnTo>
                  <a:pt x="1093132" y="115667"/>
                </a:lnTo>
                <a:lnTo>
                  <a:pt x="1093509" y="115539"/>
                </a:lnTo>
                <a:lnTo>
                  <a:pt x="1093884" y="115403"/>
                </a:lnTo>
                <a:lnTo>
                  <a:pt x="1094257" y="115261"/>
                </a:lnTo>
                <a:lnTo>
                  <a:pt x="1094628" y="115111"/>
                </a:lnTo>
                <a:lnTo>
                  <a:pt x="1094998" y="114954"/>
                </a:lnTo>
                <a:lnTo>
                  <a:pt x="1095365" y="114790"/>
                </a:lnTo>
                <a:lnTo>
                  <a:pt x="1095730" y="114618"/>
                </a:lnTo>
                <a:lnTo>
                  <a:pt x="1095988" y="114490"/>
                </a:lnTo>
                <a:lnTo>
                  <a:pt x="1096275" y="114337"/>
                </a:lnTo>
                <a:lnTo>
                  <a:pt x="1096591" y="114158"/>
                </a:lnTo>
                <a:lnTo>
                  <a:pt x="1096937" y="113952"/>
                </a:lnTo>
                <a:lnTo>
                  <a:pt x="1097313" y="113721"/>
                </a:lnTo>
                <a:lnTo>
                  <a:pt x="1097718" y="113464"/>
                </a:lnTo>
                <a:lnTo>
                  <a:pt x="1098153" y="113182"/>
                </a:lnTo>
                <a:lnTo>
                  <a:pt x="1098617" y="112873"/>
                </a:lnTo>
                <a:lnTo>
                  <a:pt x="1099111" y="112539"/>
                </a:lnTo>
                <a:lnTo>
                  <a:pt x="1099634" y="112178"/>
                </a:lnTo>
                <a:lnTo>
                  <a:pt x="1100187" y="111792"/>
                </a:lnTo>
                <a:lnTo>
                  <a:pt x="1100769" y="111380"/>
                </a:lnTo>
                <a:lnTo>
                  <a:pt x="1101381" y="110942"/>
                </a:lnTo>
                <a:lnTo>
                  <a:pt x="1102022" y="110478"/>
                </a:lnTo>
                <a:lnTo>
                  <a:pt x="1102693" y="109989"/>
                </a:lnTo>
                <a:lnTo>
                  <a:pt x="1103393" y="109473"/>
                </a:lnTo>
                <a:lnTo>
                  <a:pt x="1104123" y="108932"/>
                </a:lnTo>
                <a:lnTo>
                  <a:pt x="1104882" y="108365"/>
                </a:lnTo>
                <a:lnTo>
                  <a:pt x="1105671" y="107772"/>
                </a:lnTo>
                <a:lnTo>
                  <a:pt x="1106489" y="107153"/>
                </a:lnTo>
                <a:lnTo>
                  <a:pt x="1107337" y="106508"/>
                </a:lnTo>
                <a:lnTo>
                  <a:pt x="1108214" y="105838"/>
                </a:lnTo>
                <a:lnTo>
                  <a:pt x="1109121" y="105141"/>
                </a:lnTo>
                <a:lnTo>
                  <a:pt x="1110057" y="104419"/>
                </a:lnTo>
                <a:lnTo>
                  <a:pt x="1110068" y="104965"/>
                </a:lnTo>
                <a:lnTo>
                  <a:pt x="1110086" y="105498"/>
                </a:lnTo>
                <a:lnTo>
                  <a:pt x="1110113" y="106017"/>
                </a:lnTo>
                <a:lnTo>
                  <a:pt x="1110147" y="106523"/>
                </a:lnTo>
                <a:lnTo>
                  <a:pt x="1110189" y="107016"/>
                </a:lnTo>
                <a:close/>
                <a:moveTo>
                  <a:pt x="1106044" y="102120"/>
                </a:moveTo>
                <a:lnTo>
                  <a:pt x="1105282" y="102638"/>
                </a:lnTo>
                <a:lnTo>
                  <a:pt x="1104533" y="103127"/>
                </a:lnTo>
                <a:lnTo>
                  <a:pt x="1103798" y="103589"/>
                </a:lnTo>
                <a:lnTo>
                  <a:pt x="1103076" y="104023"/>
                </a:lnTo>
                <a:lnTo>
                  <a:pt x="1102368" y="104429"/>
                </a:lnTo>
                <a:lnTo>
                  <a:pt x="1101673" y="104806"/>
                </a:lnTo>
                <a:lnTo>
                  <a:pt x="1100991" y="105156"/>
                </a:lnTo>
                <a:lnTo>
                  <a:pt x="1100324" y="105478"/>
                </a:lnTo>
                <a:lnTo>
                  <a:pt x="1099669" y="105772"/>
                </a:lnTo>
                <a:lnTo>
                  <a:pt x="1099029" y="106038"/>
                </a:lnTo>
                <a:lnTo>
                  <a:pt x="1098401" y="106275"/>
                </a:lnTo>
                <a:lnTo>
                  <a:pt x="1097787" y="106485"/>
                </a:lnTo>
                <a:lnTo>
                  <a:pt x="1097187" y="106667"/>
                </a:lnTo>
                <a:lnTo>
                  <a:pt x="1096600" y="106821"/>
                </a:lnTo>
                <a:lnTo>
                  <a:pt x="1096027" y="106947"/>
                </a:lnTo>
                <a:lnTo>
                  <a:pt x="1095467" y="107045"/>
                </a:lnTo>
                <a:lnTo>
                  <a:pt x="1094921" y="107115"/>
                </a:lnTo>
                <a:lnTo>
                  <a:pt x="1094388" y="107157"/>
                </a:lnTo>
                <a:lnTo>
                  <a:pt x="1093868" y="107171"/>
                </a:lnTo>
                <a:lnTo>
                  <a:pt x="1093492" y="107164"/>
                </a:lnTo>
                <a:lnTo>
                  <a:pt x="1093120" y="107144"/>
                </a:lnTo>
                <a:lnTo>
                  <a:pt x="1092752" y="107111"/>
                </a:lnTo>
                <a:lnTo>
                  <a:pt x="1092387" y="107065"/>
                </a:lnTo>
                <a:lnTo>
                  <a:pt x="1092025" y="107005"/>
                </a:lnTo>
                <a:lnTo>
                  <a:pt x="1091668" y="106932"/>
                </a:lnTo>
                <a:lnTo>
                  <a:pt x="1091314" y="106845"/>
                </a:lnTo>
                <a:lnTo>
                  <a:pt x="1090963" y="106746"/>
                </a:lnTo>
                <a:lnTo>
                  <a:pt x="1090617" y="106633"/>
                </a:lnTo>
                <a:lnTo>
                  <a:pt x="1090274" y="106507"/>
                </a:lnTo>
                <a:lnTo>
                  <a:pt x="1089934" y="106367"/>
                </a:lnTo>
                <a:lnTo>
                  <a:pt x="1089598" y="106214"/>
                </a:lnTo>
                <a:lnTo>
                  <a:pt x="1089266" y="106048"/>
                </a:lnTo>
                <a:lnTo>
                  <a:pt x="1088938" y="105869"/>
                </a:lnTo>
                <a:lnTo>
                  <a:pt x="1088613" y="105676"/>
                </a:lnTo>
                <a:lnTo>
                  <a:pt x="1088292" y="105470"/>
                </a:lnTo>
                <a:lnTo>
                  <a:pt x="1087975" y="105251"/>
                </a:lnTo>
                <a:lnTo>
                  <a:pt x="1087661" y="105018"/>
                </a:lnTo>
                <a:lnTo>
                  <a:pt x="1087351" y="104772"/>
                </a:lnTo>
                <a:lnTo>
                  <a:pt x="1087044" y="104513"/>
                </a:lnTo>
                <a:lnTo>
                  <a:pt x="1086741" y="104241"/>
                </a:lnTo>
                <a:lnTo>
                  <a:pt x="1086442" y="103955"/>
                </a:lnTo>
                <a:lnTo>
                  <a:pt x="1086147" y="103656"/>
                </a:lnTo>
                <a:lnTo>
                  <a:pt x="1085855" y="103344"/>
                </a:lnTo>
                <a:lnTo>
                  <a:pt x="1085571" y="103021"/>
                </a:lnTo>
                <a:lnTo>
                  <a:pt x="1085299" y="102692"/>
                </a:lnTo>
                <a:lnTo>
                  <a:pt x="1085039" y="102356"/>
                </a:lnTo>
                <a:lnTo>
                  <a:pt x="1084791" y="102013"/>
                </a:lnTo>
                <a:lnTo>
                  <a:pt x="1084556" y="101663"/>
                </a:lnTo>
                <a:lnTo>
                  <a:pt x="1084332" y="101307"/>
                </a:lnTo>
                <a:lnTo>
                  <a:pt x="1084120" y="100943"/>
                </a:lnTo>
                <a:lnTo>
                  <a:pt x="1083921" y="100573"/>
                </a:lnTo>
                <a:lnTo>
                  <a:pt x="1083734" y="100196"/>
                </a:lnTo>
                <a:lnTo>
                  <a:pt x="1083559" y="99811"/>
                </a:lnTo>
                <a:lnTo>
                  <a:pt x="1083395" y="99421"/>
                </a:lnTo>
                <a:lnTo>
                  <a:pt x="1083244" y="99023"/>
                </a:lnTo>
                <a:lnTo>
                  <a:pt x="1083105" y="98618"/>
                </a:lnTo>
                <a:lnTo>
                  <a:pt x="1082978" y="98207"/>
                </a:lnTo>
                <a:lnTo>
                  <a:pt x="1082864" y="97788"/>
                </a:lnTo>
                <a:lnTo>
                  <a:pt x="1082761" y="97363"/>
                </a:lnTo>
                <a:lnTo>
                  <a:pt x="1082670" y="96931"/>
                </a:lnTo>
                <a:lnTo>
                  <a:pt x="1082592" y="96492"/>
                </a:lnTo>
                <a:lnTo>
                  <a:pt x="1082525" y="96046"/>
                </a:lnTo>
                <a:lnTo>
                  <a:pt x="1082471" y="95593"/>
                </a:lnTo>
                <a:lnTo>
                  <a:pt x="1082429" y="95134"/>
                </a:lnTo>
                <a:lnTo>
                  <a:pt x="1082398" y="94667"/>
                </a:lnTo>
                <a:lnTo>
                  <a:pt x="1082380" y="94194"/>
                </a:lnTo>
                <a:lnTo>
                  <a:pt x="1082374" y="93714"/>
                </a:lnTo>
                <a:lnTo>
                  <a:pt x="1082379" y="93332"/>
                </a:lnTo>
                <a:lnTo>
                  <a:pt x="1082393" y="92953"/>
                </a:lnTo>
                <a:lnTo>
                  <a:pt x="1082417" y="92577"/>
                </a:lnTo>
                <a:lnTo>
                  <a:pt x="1082451" y="92203"/>
                </a:lnTo>
                <a:lnTo>
                  <a:pt x="1082494" y="91831"/>
                </a:lnTo>
                <a:lnTo>
                  <a:pt x="1082546" y="91462"/>
                </a:lnTo>
                <a:lnTo>
                  <a:pt x="1082608" y="91096"/>
                </a:lnTo>
                <a:lnTo>
                  <a:pt x="1082680" y="90732"/>
                </a:lnTo>
                <a:lnTo>
                  <a:pt x="1082761" y="90371"/>
                </a:lnTo>
                <a:lnTo>
                  <a:pt x="1082852" y="90012"/>
                </a:lnTo>
                <a:lnTo>
                  <a:pt x="1082952" y="89656"/>
                </a:lnTo>
                <a:lnTo>
                  <a:pt x="1083062" y="89302"/>
                </a:lnTo>
                <a:lnTo>
                  <a:pt x="1083182" y="88950"/>
                </a:lnTo>
                <a:lnTo>
                  <a:pt x="1083311" y="88602"/>
                </a:lnTo>
                <a:lnTo>
                  <a:pt x="1083449" y="88255"/>
                </a:lnTo>
                <a:lnTo>
                  <a:pt x="1083597" y="87912"/>
                </a:lnTo>
                <a:lnTo>
                  <a:pt x="1083755" y="87570"/>
                </a:lnTo>
                <a:lnTo>
                  <a:pt x="1083922" y="87232"/>
                </a:lnTo>
                <a:lnTo>
                  <a:pt x="1084099" y="86896"/>
                </a:lnTo>
                <a:lnTo>
                  <a:pt x="1084285" y="86562"/>
                </a:lnTo>
                <a:lnTo>
                  <a:pt x="1084481" y="86231"/>
                </a:lnTo>
                <a:lnTo>
                  <a:pt x="1084687" y="85902"/>
                </a:lnTo>
                <a:lnTo>
                  <a:pt x="1084902" y="85576"/>
                </a:lnTo>
                <a:lnTo>
                  <a:pt x="1085126" y="85253"/>
                </a:lnTo>
                <a:lnTo>
                  <a:pt x="1085362" y="84931"/>
                </a:lnTo>
                <a:lnTo>
                  <a:pt x="1085610" y="84610"/>
                </a:lnTo>
                <a:lnTo>
                  <a:pt x="1085871" y="84291"/>
                </a:lnTo>
                <a:lnTo>
                  <a:pt x="1086145" y="83972"/>
                </a:lnTo>
                <a:lnTo>
                  <a:pt x="1086431" y="83655"/>
                </a:lnTo>
                <a:lnTo>
                  <a:pt x="1086730" y="83339"/>
                </a:lnTo>
                <a:lnTo>
                  <a:pt x="1087042" y="83024"/>
                </a:lnTo>
                <a:lnTo>
                  <a:pt x="1087366" y="82710"/>
                </a:lnTo>
                <a:lnTo>
                  <a:pt x="1087703" y="82397"/>
                </a:lnTo>
                <a:lnTo>
                  <a:pt x="1088052" y="82085"/>
                </a:lnTo>
                <a:lnTo>
                  <a:pt x="1088414" y="81775"/>
                </a:lnTo>
                <a:lnTo>
                  <a:pt x="1088789" y="81465"/>
                </a:lnTo>
                <a:lnTo>
                  <a:pt x="1089176" y="81157"/>
                </a:lnTo>
                <a:lnTo>
                  <a:pt x="1089577" y="80850"/>
                </a:lnTo>
                <a:lnTo>
                  <a:pt x="1089989" y="80544"/>
                </a:lnTo>
                <a:lnTo>
                  <a:pt x="1090415" y="80239"/>
                </a:lnTo>
                <a:lnTo>
                  <a:pt x="1090853" y="79935"/>
                </a:lnTo>
                <a:lnTo>
                  <a:pt x="1091303" y="79632"/>
                </a:lnTo>
                <a:lnTo>
                  <a:pt x="1091767" y="79330"/>
                </a:lnTo>
                <a:lnTo>
                  <a:pt x="1092243" y="79030"/>
                </a:lnTo>
                <a:lnTo>
                  <a:pt x="1092731" y="78730"/>
                </a:lnTo>
                <a:lnTo>
                  <a:pt x="1093233" y="78432"/>
                </a:lnTo>
                <a:lnTo>
                  <a:pt x="1093746" y="78135"/>
                </a:lnTo>
                <a:lnTo>
                  <a:pt x="1094273" y="77839"/>
                </a:lnTo>
                <a:lnTo>
                  <a:pt x="1094585" y="77666"/>
                </a:lnTo>
                <a:lnTo>
                  <a:pt x="1094927" y="77483"/>
                </a:lnTo>
                <a:lnTo>
                  <a:pt x="1095299" y="77291"/>
                </a:lnTo>
                <a:lnTo>
                  <a:pt x="1095701" y="77088"/>
                </a:lnTo>
                <a:lnTo>
                  <a:pt x="1096133" y="76876"/>
                </a:lnTo>
                <a:lnTo>
                  <a:pt x="1096595" y="76654"/>
                </a:lnTo>
                <a:lnTo>
                  <a:pt x="1097087" y="76423"/>
                </a:lnTo>
                <a:lnTo>
                  <a:pt x="1097610" y="76181"/>
                </a:lnTo>
                <a:lnTo>
                  <a:pt x="1098162" y="75930"/>
                </a:lnTo>
                <a:lnTo>
                  <a:pt x="1098745" y="75669"/>
                </a:lnTo>
                <a:lnTo>
                  <a:pt x="1099357" y="75399"/>
                </a:lnTo>
                <a:lnTo>
                  <a:pt x="1100000" y="75118"/>
                </a:lnTo>
                <a:lnTo>
                  <a:pt x="1100673" y="74828"/>
                </a:lnTo>
                <a:lnTo>
                  <a:pt x="1101375" y="74528"/>
                </a:lnTo>
                <a:lnTo>
                  <a:pt x="1102108" y="74218"/>
                </a:lnTo>
                <a:lnTo>
                  <a:pt x="1102871" y="73898"/>
                </a:lnTo>
                <a:lnTo>
                  <a:pt x="1103664" y="73569"/>
                </a:lnTo>
                <a:lnTo>
                  <a:pt x="1104487" y="73229"/>
                </a:lnTo>
                <a:lnTo>
                  <a:pt x="1105340" y="72880"/>
                </a:lnTo>
                <a:lnTo>
                  <a:pt x="1106224" y="72522"/>
                </a:lnTo>
                <a:lnTo>
                  <a:pt x="1107137" y="72153"/>
                </a:lnTo>
                <a:lnTo>
                  <a:pt x="1108080" y="71775"/>
                </a:lnTo>
                <a:lnTo>
                  <a:pt x="1109054" y="71387"/>
                </a:lnTo>
                <a:lnTo>
                  <a:pt x="1110057" y="70989"/>
                </a:lnTo>
                <a:lnTo>
                  <a:pt x="1110057" y="99112"/>
                </a:lnTo>
                <a:lnTo>
                  <a:pt x="1109228" y="99769"/>
                </a:lnTo>
                <a:lnTo>
                  <a:pt x="1108411" y="100399"/>
                </a:lnTo>
                <a:lnTo>
                  <a:pt x="1107609" y="101001"/>
                </a:lnTo>
                <a:lnTo>
                  <a:pt x="1106819" y="101574"/>
                </a:lnTo>
                <a:lnTo>
                  <a:pt x="1106044" y="102120"/>
                </a:lnTo>
                <a:close/>
                <a:moveTo>
                  <a:pt x="196557" y="64544"/>
                </a:moveTo>
                <a:lnTo>
                  <a:pt x="196432" y="63487"/>
                </a:lnTo>
                <a:lnTo>
                  <a:pt x="196279" y="62449"/>
                </a:lnTo>
                <a:lnTo>
                  <a:pt x="196098" y="61430"/>
                </a:lnTo>
                <a:lnTo>
                  <a:pt x="195889" y="60431"/>
                </a:lnTo>
                <a:lnTo>
                  <a:pt x="195653" y="59451"/>
                </a:lnTo>
                <a:lnTo>
                  <a:pt x="195388" y="58489"/>
                </a:lnTo>
                <a:lnTo>
                  <a:pt x="195096" y="57547"/>
                </a:lnTo>
                <a:lnTo>
                  <a:pt x="194776" y="56625"/>
                </a:lnTo>
                <a:lnTo>
                  <a:pt x="194428" y="55721"/>
                </a:lnTo>
                <a:lnTo>
                  <a:pt x="194053" y="54837"/>
                </a:lnTo>
                <a:lnTo>
                  <a:pt x="193649" y="53972"/>
                </a:lnTo>
                <a:lnTo>
                  <a:pt x="193218" y="53126"/>
                </a:lnTo>
                <a:lnTo>
                  <a:pt x="192759" y="52299"/>
                </a:lnTo>
                <a:lnTo>
                  <a:pt x="192272" y="51491"/>
                </a:lnTo>
                <a:lnTo>
                  <a:pt x="191757" y="50703"/>
                </a:lnTo>
                <a:lnTo>
                  <a:pt x="191214" y="49934"/>
                </a:lnTo>
                <a:lnTo>
                  <a:pt x="190644" y="49184"/>
                </a:lnTo>
                <a:lnTo>
                  <a:pt x="190046" y="48453"/>
                </a:lnTo>
                <a:lnTo>
                  <a:pt x="189420" y="47742"/>
                </a:lnTo>
                <a:lnTo>
                  <a:pt x="188766" y="47049"/>
                </a:lnTo>
                <a:lnTo>
                  <a:pt x="188090" y="46380"/>
                </a:lnTo>
                <a:lnTo>
                  <a:pt x="187399" y="45740"/>
                </a:lnTo>
                <a:lnTo>
                  <a:pt x="186693" y="45128"/>
                </a:lnTo>
                <a:lnTo>
                  <a:pt x="185971" y="44545"/>
                </a:lnTo>
                <a:lnTo>
                  <a:pt x="185234" y="43990"/>
                </a:lnTo>
                <a:lnTo>
                  <a:pt x="184481" y="43464"/>
                </a:lnTo>
                <a:lnTo>
                  <a:pt x="183713" y="42966"/>
                </a:lnTo>
                <a:lnTo>
                  <a:pt x="182929" y="42496"/>
                </a:lnTo>
                <a:lnTo>
                  <a:pt x="182130" y="42055"/>
                </a:lnTo>
                <a:lnTo>
                  <a:pt x="181315" y="41642"/>
                </a:lnTo>
                <a:lnTo>
                  <a:pt x="180485" y="41258"/>
                </a:lnTo>
                <a:lnTo>
                  <a:pt x="179639" y="40902"/>
                </a:lnTo>
                <a:lnTo>
                  <a:pt x="178778" y="40575"/>
                </a:lnTo>
                <a:lnTo>
                  <a:pt x="177902" y="40276"/>
                </a:lnTo>
                <a:lnTo>
                  <a:pt x="177010" y="40006"/>
                </a:lnTo>
                <a:lnTo>
                  <a:pt x="176103" y="39764"/>
                </a:lnTo>
                <a:lnTo>
                  <a:pt x="175180" y="39551"/>
                </a:lnTo>
                <a:lnTo>
                  <a:pt x="174241" y="39366"/>
                </a:lnTo>
                <a:lnTo>
                  <a:pt x="173288" y="39209"/>
                </a:lnTo>
                <a:lnTo>
                  <a:pt x="172318" y="39081"/>
                </a:lnTo>
                <a:lnTo>
                  <a:pt x="171334" y="38982"/>
                </a:lnTo>
                <a:lnTo>
                  <a:pt x="170334" y="38910"/>
                </a:lnTo>
                <a:lnTo>
                  <a:pt x="169318" y="38868"/>
                </a:lnTo>
                <a:lnTo>
                  <a:pt x="168287" y="38854"/>
                </a:lnTo>
                <a:lnTo>
                  <a:pt x="167068" y="38872"/>
                </a:lnTo>
                <a:lnTo>
                  <a:pt x="165866" y="38927"/>
                </a:lnTo>
                <a:lnTo>
                  <a:pt x="164682" y="39020"/>
                </a:lnTo>
                <a:lnTo>
                  <a:pt x="163514" y="39149"/>
                </a:lnTo>
                <a:lnTo>
                  <a:pt x="162365" y="39315"/>
                </a:lnTo>
                <a:lnTo>
                  <a:pt x="161232" y="39518"/>
                </a:lnTo>
                <a:lnTo>
                  <a:pt x="160117" y="39757"/>
                </a:lnTo>
                <a:lnTo>
                  <a:pt x="159019" y="40034"/>
                </a:lnTo>
                <a:lnTo>
                  <a:pt x="157938" y="40348"/>
                </a:lnTo>
                <a:lnTo>
                  <a:pt x="156874" y="40698"/>
                </a:lnTo>
                <a:lnTo>
                  <a:pt x="155828" y="41085"/>
                </a:lnTo>
                <a:lnTo>
                  <a:pt x="154799" y="41510"/>
                </a:lnTo>
                <a:lnTo>
                  <a:pt x="153788" y="41971"/>
                </a:lnTo>
                <a:lnTo>
                  <a:pt x="152794" y="42469"/>
                </a:lnTo>
                <a:lnTo>
                  <a:pt x="151816" y="43004"/>
                </a:lnTo>
                <a:lnTo>
                  <a:pt x="150857" y="43575"/>
                </a:lnTo>
                <a:lnTo>
                  <a:pt x="149914" y="44184"/>
                </a:lnTo>
                <a:lnTo>
                  <a:pt x="148989" y="44830"/>
                </a:lnTo>
                <a:lnTo>
                  <a:pt x="148081" y="45512"/>
                </a:lnTo>
                <a:lnTo>
                  <a:pt x="147191" y="46231"/>
                </a:lnTo>
                <a:lnTo>
                  <a:pt x="146317" y="46988"/>
                </a:lnTo>
                <a:lnTo>
                  <a:pt x="145461" y="47781"/>
                </a:lnTo>
                <a:lnTo>
                  <a:pt x="144623" y="48611"/>
                </a:lnTo>
                <a:lnTo>
                  <a:pt x="143801" y="49478"/>
                </a:lnTo>
                <a:lnTo>
                  <a:pt x="143005" y="50377"/>
                </a:lnTo>
                <a:lnTo>
                  <a:pt x="142243" y="51306"/>
                </a:lnTo>
                <a:lnTo>
                  <a:pt x="141515" y="52264"/>
                </a:lnTo>
                <a:lnTo>
                  <a:pt x="140821" y="53250"/>
                </a:lnTo>
                <a:lnTo>
                  <a:pt x="140160" y="54266"/>
                </a:lnTo>
                <a:lnTo>
                  <a:pt x="139534" y="55311"/>
                </a:lnTo>
                <a:lnTo>
                  <a:pt x="138941" y="56385"/>
                </a:lnTo>
                <a:lnTo>
                  <a:pt x="138382" y="57487"/>
                </a:lnTo>
                <a:lnTo>
                  <a:pt x="137857" y="58619"/>
                </a:lnTo>
                <a:lnTo>
                  <a:pt x="137366" y="59780"/>
                </a:lnTo>
                <a:lnTo>
                  <a:pt x="136909" y="60970"/>
                </a:lnTo>
                <a:lnTo>
                  <a:pt x="136486" y="62189"/>
                </a:lnTo>
                <a:lnTo>
                  <a:pt x="136096" y="63437"/>
                </a:lnTo>
                <a:lnTo>
                  <a:pt x="135741" y="64714"/>
                </a:lnTo>
                <a:lnTo>
                  <a:pt x="135419" y="66020"/>
                </a:lnTo>
                <a:lnTo>
                  <a:pt x="135131" y="67355"/>
                </a:lnTo>
                <a:lnTo>
                  <a:pt x="134877" y="68719"/>
                </a:lnTo>
                <a:lnTo>
                  <a:pt x="134657" y="70112"/>
                </a:lnTo>
                <a:lnTo>
                  <a:pt x="134471" y="71534"/>
                </a:lnTo>
                <a:lnTo>
                  <a:pt x="134318" y="72986"/>
                </a:lnTo>
                <a:lnTo>
                  <a:pt x="134200" y="74466"/>
                </a:lnTo>
                <a:lnTo>
                  <a:pt x="134115" y="75975"/>
                </a:lnTo>
                <a:lnTo>
                  <a:pt x="134064" y="77513"/>
                </a:lnTo>
                <a:lnTo>
                  <a:pt x="134047" y="79081"/>
                </a:lnTo>
                <a:lnTo>
                  <a:pt x="134064" y="80529"/>
                </a:lnTo>
                <a:lnTo>
                  <a:pt x="134113" y="81953"/>
                </a:lnTo>
                <a:lnTo>
                  <a:pt x="134196" y="83351"/>
                </a:lnTo>
                <a:lnTo>
                  <a:pt x="134311" y="84725"/>
                </a:lnTo>
                <a:lnTo>
                  <a:pt x="134460" y="86074"/>
                </a:lnTo>
                <a:lnTo>
                  <a:pt x="134642" y="87399"/>
                </a:lnTo>
                <a:lnTo>
                  <a:pt x="134856" y="88698"/>
                </a:lnTo>
                <a:lnTo>
                  <a:pt x="135104" y="89973"/>
                </a:lnTo>
                <a:lnTo>
                  <a:pt x="135385" y="91223"/>
                </a:lnTo>
                <a:lnTo>
                  <a:pt x="135698" y="92448"/>
                </a:lnTo>
                <a:lnTo>
                  <a:pt x="136045" y="93648"/>
                </a:lnTo>
                <a:lnTo>
                  <a:pt x="136425" y="94823"/>
                </a:lnTo>
                <a:lnTo>
                  <a:pt x="136838" y="95974"/>
                </a:lnTo>
                <a:lnTo>
                  <a:pt x="137284" y="97099"/>
                </a:lnTo>
                <a:lnTo>
                  <a:pt x="137762" y="98200"/>
                </a:lnTo>
                <a:lnTo>
                  <a:pt x="138274" y="99276"/>
                </a:lnTo>
                <a:lnTo>
                  <a:pt x="138819" y="100328"/>
                </a:lnTo>
                <a:lnTo>
                  <a:pt x="139397" y="101354"/>
                </a:lnTo>
                <a:lnTo>
                  <a:pt x="140008" y="102356"/>
                </a:lnTo>
                <a:lnTo>
                  <a:pt x="140652" y="103332"/>
                </a:lnTo>
                <a:lnTo>
                  <a:pt x="141329" y="104284"/>
                </a:lnTo>
                <a:lnTo>
                  <a:pt x="142039" y="105212"/>
                </a:lnTo>
                <a:lnTo>
                  <a:pt x="142782" y="106114"/>
                </a:lnTo>
                <a:lnTo>
                  <a:pt x="143558" y="106991"/>
                </a:lnTo>
                <a:lnTo>
                  <a:pt x="144357" y="107838"/>
                </a:lnTo>
                <a:lnTo>
                  <a:pt x="145170" y="108649"/>
                </a:lnTo>
                <a:lnTo>
                  <a:pt x="145996" y="109424"/>
                </a:lnTo>
                <a:lnTo>
                  <a:pt x="146835" y="110163"/>
                </a:lnTo>
                <a:lnTo>
                  <a:pt x="147688" y="110865"/>
                </a:lnTo>
                <a:lnTo>
                  <a:pt x="148554" y="111532"/>
                </a:lnTo>
                <a:lnTo>
                  <a:pt x="149433" y="112163"/>
                </a:lnTo>
                <a:lnTo>
                  <a:pt x="150326" y="112757"/>
                </a:lnTo>
                <a:lnTo>
                  <a:pt x="151232" y="113316"/>
                </a:lnTo>
                <a:lnTo>
                  <a:pt x="152152" y="113838"/>
                </a:lnTo>
                <a:lnTo>
                  <a:pt x="153084" y="114325"/>
                </a:lnTo>
                <a:lnTo>
                  <a:pt x="154030" y="114775"/>
                </a:lnTo>
                <a:lnTo>
                  <a:pt x="154990" y="115190"/>
                </a:lnTo>
                <a:lnTo>
                  <a:pt x="155963" y="115568"/>
                </a:lnTo>
                <a:lnTo>
                  <a:pt x="156949" y="115911"/>
                </a:lnTo>
                <a:lnTo>
                  <a:pt x="157948" y="116217"/>
                </a:lnTo>
                <a:lnTo>
                  <a:pt x="158961" y="116487"/>
                </a:lnTo>
                <a:lnTo>
                  <a:pt x="159987" y="116721"/>
                </a:lnTo>
                <a:lnTo>
                  <a:pt x="161027" y="116920"/>
                </a:lnTo>
                <a:lnTo>
                  <a:pt x="162080" y="117082"/>
                </a:lnTo>
                <a:lnTo>
                  <a:pt x="163146" y="117208"/>
                </a:lnTo>
                <a:lnTo>
                  <a:pt x="164226" y="117298"/>
                </a:lnTo>
                <a:lnTo>
                  <a:pt x="165319" y="117352"/>
                </a:lnTo>
                <a:lnTo>
                  <a:pt x="166425" y="117370"/>
                </a:lnTo>
                <a:lnTo>
                  <a:pt x="167443" y="117354"/>
                </a:lnTo>
                <a:lnTo>
                  <a:pt x="168447" y="117307"/>
                </a:lnTo>
                <a:lnTo>
                  <a:pt x="169437" y="117228"/>
                </a:lnTo>
                <a:lnTo>
                  <a:pt x="170412" y="117117"/>
                </a:lnTo>
                <a:lnTo>
                  <a:pt x="171372" y="116975"/>
                </a:lnTo>
                <a:lnTo>
                  <a:pt x="172319" y="116801"/>
                </a:lnTo>
                <a:lnTo>
                  <a:pt x="173251" y="116595"/>
                </a:lnTo>
                <a:lnTo>
                  <a:pt x="174169" y="116358"/>
                </a:lnTo>
                <a:lnTo>
                  <a:pt x="175072" y="116089"/>
                </a:lnTo>
                <a:lnTo>
                  <a:pt x="175961" y="115789"/>
                </a:lnTo>
                <a:lnTo>
                  <a:pt x="176836" y="115457"/>
                </a:lnTo>
                <a:lnTo>
                  <a:pt x="177697" y="115093"/>
                </a:lnTo>
                <a:lnTo>
                  <a:pt x="178543" y="114698"/>
                </a:lnTo>
                <a:lnTo>
                  <a:pt x="179375" y="114271"/>
                </a:lnTo>
                <a:lnTo>
                  <a:pt x="180192" y="113813"/>
                </a:lnTo>
                <a:lnTo>
                  <a:pt x="180995" y="113323"/>
                </a:lnTo>
                <a:lnTo>
                  <a:pt x="181784" y="112801"/>
                </a:lnTo>
                <a:lnTo>
                  <a:pt x="182558" y="112248"/>
                </a:lnTo>
                <a:lnTo>
                  <a:pt x="183319" y="111663"/>
                </a:lnTo>
                <a:lnTo>
                  <a:pt x="184064" y="111046"/>
                </a:lnTo>
                <a:lnTo>
                  <a:pt x="184796" y="110398"/>
                </a:lnTo>
                <a:lnTo>
                  <a:pt x="185513" y="109718"/>
                </a:lnTo>
                <a:lnTo>
                  <a:pt x="186216" y="109007"/>
                </a:lnTo>
                <a:lnTo>
                  <a:pt x="186904" y="108264"/>
                </a:lnTo>
                <a:lnTo>
                  <a:pt x="187574" y="107501"/>
                </a:lnTo>
                <a:lnTo>
                  <a:pt x="188222" y="106732"/>
                </a:lnTo>
                <a:lnTo>
                  <a:pt x="188847" y="105956"/>
                </a:lnTo>
                <a:lnTo>
                  <a:pt x="189449" y="105173"/>
                </a:lnTo>
                <a:lnTo>
                  <a:pt x="190030" y="104383"/>
                </a:lnTo>
                <a:lnTo>
                  <a:pt x="190587" y="103587"/>
                </a:lnTo>
                <a:lnTo>
                  <a:pt x="191122" y="102783"/>
                </a:lnTo>
                <a:lnTo>
                  <a:pt x="191635" y="101972"/>
                </a:lnTo>
                <a:lnTo>
                  <a:pt x="192125" y="101155"/>
                </a:lnTo>
                <a:lnTo>
                  <a:pt x="192593" y="100331"/>
                </a:lnTo>
                <a:lnTo>
                  <a:pt x="193038" y="99500"/>
                </a:lnTo>
                <a:lnTo>
                  <a:pt x="193461" y="98662"/>
                </a:lnTo>
                <a:lnTo>
                  <a:pt x="193861" y="97817"/>
                </a:lnTo>
                <a:lnTo>
                  <a:pt x="194239" y="96965"/>
                </a:lnTo>
                <a:lnTo>
                  <a:pt x="194594" y="96106"/>
                </a:lnTo>
                <a:lnTo>
                  <a:pt x="194927" y="95241"/>
                </a:lnTo>
                <a:lnTo>
                  <a:pt x="195237" y="94368"/>
                </a:lnTo>
                <a:lnTo>
                  <a:pt x="195525" y="93489"/>
                </a:lnTo>
                <a:lnTo>
                  <a:pt x="195790" y="92602"/>
                </a:lnTo>
                <a:lnTo>
                  <a:pt x="196033" y="91709"/>
                </a:lnTo>
                <a:lnTo>
                  <a:pt x="196253" y="90809"/>
                </a:lnTo>
                <a:lnTo>
                  <a:pt x="196451" y="89902"/>
                </a:lnTo>
                <a:lnTo>
                  <a:pt x="196627" y="88989"/>
                </a:lnTo>
                <a:lnTo>
                  <a:pt x="196779" y="88068"/>
                </a:lnTo>
                <a:lnTo>
                  <a:pt x="194270" y="86449"/>
                </a:lnTo>
                <a:lnTo>
                  <a:pt x="193964" y="87249"/>
                </a:lnTo>
                <a:lnTo>
                  <a:pt x="193651" y="88028"/>
                </a:lnTo>
                <a:lnTo>
                  <a:pt x="193332" y="88788"/>
                </a:lnTo>
                <a:lnTo>
                  <a:pt x="193008" y="89528"/>
                </a:lnTo>
                <a:lnTo>
                  <a:pt x="192677" y="90249"/>
                </a:lnTo>
                <a:lnTo>
                  <a:pt x="192340" y="90949"/>
                </a:lnTo>
                <a:lnTo>
                  <a:pt x="191997" y="91630"/>
                </a:lnTo>
                <a:lnTo>
                  <a:pt x="191648" y="92291"/>
                </a:lnTo>
                <a:lnTo>
                  <a:pt x="191294" y="92932"/>
                </a:lnTo>
                <a:lnTo>
                  <a:pt x="190933" y="93553"/>
                </a:lnTo>
                <a:lnTo>
                  <a:pt x="190566" y="94154"/>
                </a:lnTo>
                <a:lnTo>
                  <a:pt x="190193" y="94736"/>
                </a:lnTo>
                <a:lnTo>
                  <a:pt x="189813" y="95298"/>
                </a:lnTo>
                <a:lnTo>
                  <a:pt x="189428" y="95840"/>
                </a:lnTo>
                <a:lnTo>
                  <a:pt x="189037" y="96362"/>
                </a:lnTo>
                <a:lnTo>
                  <a:pt x="188640" y="96864"/>
                </a:lnTo>
                <a:lnTo>
                  <a:pt x="188237" y="97346"/>
                </a:lnTo>
                <a:lnTo>
                  <a:pt x="187827" y="97809"/>
                </a:lnTo>
                <a:lnTo>
                  <a:pt x="187412" y="98252"/>
                </a:lnTo>
                <a:lnTo>
                  <a:pt x="186991" y="98675"/>
                </a:lnTo>
                <a:lnTo>
                  <a:pt x="186563" y="99078"/>
                </a:lnTo>
                <a:lnTo>
                  <a:pt x="186130" y="99462"/>
                </a:lnTo>
                <a:lnTo>
                  <a:pt x="185690" y="99825"/>
                </a:lnTo>
                <a:lnTo>
                  <a:pt x="185245" y="100169"/>
                </a:lnTo>
                <a:lnTo>
                  <a:pt x="184793" y="100496"/>
                </a:lnTo>
                <a:lnTo>
                  <a:pt x="184334" y="100809"/>
                </a:lnTo>
                <a:lnTo>
                  <a:pt x="183869" y="101108"/>
                </a:lnTo>
                <a:lnTo>
                  <a:pt x="183398" y="101394"/>
                </a:lnTo>
                <a:lnTo>
                  <a:pt x="182919" y="101665"/>
                </a:lnTo>
                <a:lnTo>
                  <a:pt x="182435" y="101922"/>
                </a:lnTo>
                <a:lnTo>
                  <a:pt x="181943" y="102166"/>
                </a:lnTo>
                <a:lnTo>
                  <a:pt x="181445" y="102395"/>
                </a:lnTo>
                <a:lnTo>
                  <a:pt x="180940" y="102611"/>
                </a:lnTo>
                <a:lnTo>
                  <a:pt x="180429" y="102813"/>
                </a:lnTo>
                <a:lnTo>
                  <a:pt x="179911" y="103000"/>
                </a:lnTo>
                <a:lnTo>
                  <a:pt x="179386" y="103174"/>
                </a:lnTo>
                <a:lnTo>
                  <a:pt x="178855" y="103334"/>
                </a:lnTo>
                <a:lnTo>
                  <a:pt x="178318" y="103480"/>
                </a:lnTo>
                <a:lnTo>
                  <a:pt x="177773" y="103613"/>
                </a:lnTo>
                <a:lnTo>
                  <a:pt x="177222" y="103731"/>
                </a:lnTo>
                <a:lnTo>
                  <a:pt x="176665" y="103835"/>
                </a:lnTo>
                <a:lnTo>
                  <a:pt x="176101" y="103926"/>
                </a:lnTo>
                <a:lnTo>
                  <a:pt x="175530" y="104002"/>
                </a:lnTo>
                <a:lnTo>
                  <a:pt x="174952" y="104065"/>
                </a:lnTo>
                <a:lnTo>
                  <a:pt x="174368" y="104113"/>
                </a:lnTo>
                <a:lnTo>
                  <a:pt x="173778" y="104148"/>
                </a:lnTo>
                <a:lnTo>
                  <a:pt x="173181" y="104169"/>
                </a:lnTo>
                <a:lnTo>
                  <a:pt x="172577" y="104176"/>
                </a:lnTo>
                <a:lnTo>
                  <a:pt x="171671" y="104160"/>
                </a:lnTo>
                <a:lnTo>
                  <a:pt x="170775" y="104111"/>
                </a:lnTo>
                <a:lnTo>
                  <a:pt x="169889" y="104030"/>
                </a:lnTo>
                <a:lnTo>
                  <a:pt x="169013" y="103916"/>
                </a:lnTo>
                <a:lnTo>
                  <a:pt x="168147" y="103769"/>
                </a:lnTo>
                <a:lnTo>
                  <a:pt x="167290" y="103591"/>
                </a:lnTo>
                <a:lnTo>
                  <a:pt x="166444" y="103379"/>
                </a:lnTo>
                <a:lnTo>
                  <a:pt x="165607" y="103135"/>
                </a:lnTo>
                <a:lnTo>
                  <a:pt x="164780" y="102859"/>
                </a:lnTo>
                <a:lnTo>
                  <a:pt x="163963" y="102550"/>
                </a:lnTo>
                <a:lnTo>
                  <a:pt x="163155" y="102208"/>
                </a:lnTo>
                <a:lnTo>
                  <a:pt x="162358" y="101834"/>
                </a:lnTo>
                <a:lnTo>
                  <a:pt x="161570" y="101428"/>
                </a:lnTo>
                <a:lnTo>
                  <a:pt x="160792" y="100989"/>
                </a:lnTo>
                <a:lnTo>
                  <a:pt x="160024" y="100517"/>
                </a:lnTo>
                <a:lnTo>
                  <a:pt x="159266" y="100013"/>
                </a:lnTo>
                <a:lnTo>
                  <a:pt x="158518" y="99476"/>
                </a:lnTo>
                <a:lnTo>
                  <a:pt x="157779" y="98907"/>
                </a:lnTo>
                <a:lnTo>
                  <a:pt x="157051" y="98305"/>
                </a:lnTo>
                <a:lnTo>
                  <a:pt x="156332" y="97671"/>
                </a:lnTo>
                <a:lnTo>
                  <a:pt x="155623" y="97005"/>
                </a:lnTo>
                <a:lnTo>
                  <a:pt x="154924" y="96305"/>
                </a:lnTo>
                <a:lnTo>
                  <a:pt x="154234" y="95573"/>
                </a:lnTo>
                <a:lnTo>
                  <a:pt x="153555" y="94809"/>
                </a:lnTo>
                <a:lnTo>
                  <a:pt x="152895" y="94016"/>
                </a:lnTo>
                <a:lnTo>
                  <a:pt x="152263" y="93198"/>
                </a:lnTo>
                <a:lnTo>
                  <a:pt x="151659" y="92356"/>
                </a:lnTo>
                <a:lnTo>
                  <a:pt x="151084" y="91489"/>
                </a:lnTo>
                <a:lnTo>
                  <a:pt x="150537" y="90597"/>
                </a:lnTo>
                <a:lnTo>
                  <a:pt x="150019" y="89680"/>
                </a:lnTo>
                <a:lnTo>
                  <a:pt x="149529" y="88739"/>
                </a:lnTo>
                <a:lnTo>
                  <a:pt x="149067" y="87773"/>
                </a:lnTo>
                <a:lnTo>
                  <a:pt x="148634" y="86783"/>
                </a:lnTo>
                <a:lnTo>
                  <a:pt x="148229" y="85768"/>
                </a:lnTo>
                <a:lnTo>
                  <a:pt x="147852" y="84728"/>
                </a:lnTo>
                <a:lnTo>
                  <a:pt x="147504" y="83663"/>
                </a:lnTo>
                <a:lnTo>
                  <a:pt x="147185" y="82574"/>
                </a:lnTo>
                <a:lnTo>
                  <a:pt x="146893" y="81460"/>
                </a:lnTo>
                <a:lnTo>
                  <a:pt x="146630" y="80322"/>
                </a:lnTo>
                <a:lnTo>
                  <a:pt x="146396" y="79159"/>
                </a:lnTo>
                <a:lnTo>
                  <a:pt x="146190" y="77971"/>
                </a:lnTo>
                <a:lnTo>
                  <a:pt x="146012" y="76758"/>
                </a:lnTo>
                <a:lnTo>
                  <a:pt x="145862" y="75521"/>
                </a:lnTo>
                <a:lnTo>
                  <a:pt x="145741" y="74259"/>
                </a:lnTo>
                <a:lnTo>
                  <a:pt x="145649" y="72973"/>
                </a:lnTo>
                <a:lnTo>
                  <a:pt x="145585" y="71661"/>
                </a:lnTo>
                <a:lnTo>
                  <a:pt x="145549" y="70326"/>
                </a:lnTo>
                <a:lnTo>
                  <a:pt x="145541" y="68965"/>
                </a:lnTo>
                <a:lnTo>
                  <a:pt x="196779" y="68965"/>
                </a:lnTo>
                <a:lnTo>
                  <a:pt x="196766" y="67831"/>
                </a:lnTo>
                <a:lnTo>
                  <a:pt x="196724" y="66716"/>
                </a:lnTo>
                <a:lnTo>
                  <a:pt x="196654" y="65621"/>
                </a:lnTo>
                <a:lnTo>
                  <a:pt x="196557" y="64544"/>
                </a:lnTo>
                <a:close/>
                <a:moveTo>
                  <a:pt x="146104" y="60569"/>
                </a:moveTo>
                <a:lnTo>
                  <a:pt x="146262" y="59871"/>
                </a:lnTo>
                <a:lnTo>
                  <a:pt x="146436" y="59188"/>
                </a:lnTo>
                <a:lnTo>
                  <a:pt x="146625" y="58519"/>
                </a:lnTo>
                <a:lnTo>
                  <a:pt x="146830" y="57864"/>
                </a:lnTo>
                <a:lnTo>
                  <a:pt x="147049" y="57223"/>
                </a:lnTo>
                <a:lnTo>
                  <a:pt x="147284" y="56596"/>
                </a:lnTo>
                <a:lnTo>
                  <a:pt x="147535" y="55983"/>
                </a:lnTo>
                <a:lnTo>
                  <a:pt x="147800" y="55385"/>
                </a:lnTo>
                <a:lnTo>
                  <a:pt x="148081" y="54801"/>
                </a:lnTo>
                <a:lnTo>
                  <a:pt x="148378" y="54231"/>
                </a:lnTo>
                <a:lnTo>
                  <a:pt x="148689" y="53675"/>
                </a:lnTo>
                <a:lnTo>
                  <a:pt x="149016" y="53134"/>
                </a:lnTo>
                <a:lnTo>
                  <a:pt x="149358" y="52607"/>
                </a:lnTo>
                <a:lnTo>
                  <a:pt x="149716" y="52093"/>
                </a:lnTo>
                <a:lnTo>
                  <a:pt x="150089" y="51594"/>
                </a:lnTo>
                <a:lnTo>
                  <a:pt x="150477" y="51110"/>
                </a:lnTo>
                <a:lnTo>
                  <a:pt x="150881" y="50639"/>
                </a:lnTo>
                <a:lnTo>
                  <a:pt x="151299" y="50183"/>
                </a:lnTo>
                <a:lnTo>
                  <a:pt x="151734" y="49741"/>
                </a:lnTo>
                <a:lnTo>
                  <a:pt x="152178" y="49315"/>
                </a:lnTo>
                <a:lnTo>
                  <a:pt x="152627" y="48907"/>
                </a:lnTo>
                <a:lnTo>
                  <a:pt x="153081" y="48517"/>
                </a:lnTo>
                <a:lnTo>
                  <a:pt x="153540" y="48145"/>
                </a:lnTo>
                <a:lnTo>
                  <a:pt x="154004" y="47792"/>
                </a:lnTo>
                <a:lnTo>
                  <a:pt x="154473" y="47456"/>
                </a:lnTo>
                <a:lnTo>
                  <a:pt x="154947" y="47139"/>
                </a:lnTo>
                <a:lnTo>
                  <a:pt x="155426" y="46840"/>
                </a:lnTo>
                <a:lnTo>
                  <a:pt x="155909" y="46559"/>
                </a:lnTo>
                <a:lnTo>
                  <a:pt x="156398" y="46296"/>
                </a:lnTo>
                <a:lnTo>
                  <a:pt x="156891" y="46051"/>
                </a:lnTo>
                <a:lnTo>
                  <a:pt x="157390" y="45825"/>
                </a:lnTo>
                <a:lnTo>
                  <a:pt x="157893" y="45616"/>
                </a:lnTo>
                <a:lnTo>
                  <a:pt x="158401" y="45426"/>
                </a:lnTo>
                <a:lnTo>
                  <a:pt x="158914" y="45254"/>
                </a:lnTo>
                <a:lnTo>
                  <a:pt x="159432" y="45100"/>
                </a:lnTo>
                <a:lnTo>
                  <a:pt x="159955" y="44964"/>
                </a:lnTo>
                <a:lnTo>
                  <a:pt x="160483" y="44846"/>
                </a:lnTo>
                <a:lnTo>
                  <a:pt x="161016" y="44746"/>
                </a:lnTo>
                <a:lnTo>
                  <a:pt x="161554" y="44665"/>
                </a:lnTo>
                <a:lnTo>
                  <a:pt x="162096" y="44601"/>
                </a:lnTo>
                <a:lnTo>
                  <a:pt x="162644" y="44556"/>
                </a:lnTo>
                <a:lnTo>
                  <a:pt x="163197" y="44529"/>
                </a:lnTo>
                <a:lnTo>
                  <a:pt x="163754" y="44520"/>
                </a:lnTo>
                <a:lnTo>
                  <a:pt x="164118" y="44524"/>
                </a:lnTo>
                <a:lnTo>
                  <a:pt x="164480" y="44538"/>
                </a:lnTo>
                <a:lnTo>
                  <a:pt x="164841" y="44560"/>
                </a:lnTo>
                <a:lnTo>
                  <a:pt x="165201" y="44592"/>
                </a:lnTo>
                <a:lnTo>
                  <a:pt x="165559" y="44632"/>
                </a:lnTo>
                <a:lnTo>
                  <a:pt x="165917" y="44682"/>
                </a:lnTo>
                <a:lnTo>
                  <a:pt x="166273" y="44740"/>
                </a:lnTo>
                <a:lnTo>
                  <a:pt x="166627" y="44807"/>
                </a:lnTo>
                <a:lnTo>
                  <a:pt x="166981" y="44884"/>
                </a:lnTo>
                <a:lnTo>
                  <a:pt x="167333" y="44969"/>
                </a:lnTo>
                <a:lnTo>
                  <a:pt x="167684" y="45064"/>
                </a:lnTo>
                <a:lnTo>
                  <a:pt x="168034" y="45167"/>
                </a:lnTo>
                <a:lnTo>
                  <a:pt x="168382" y="45280"/>
                </a:lnTo>
                <a:lnTo>
                  <a:pt x="168730" y="45401"/>
                </a:lnTo>
                <a:lnTo>
                  <a:pt x="169075" y="45531"/>
                </a:lnTo>
                <a:lnTo>
                  <a:pt x="169420" y="45671"/>
                </a:lnTo>
                <a:lnTo>
                  <a:pt x="169763" y="45819"/>
                </a:lnTo>
                <a:lnTo>
                  <a:pt x="170106" y="45977"/>
                </a:lnTo>
                <a:lnTo>
                  <a:pt x="170446" y="46143"/>
                </a:lnTo>
                <a:lnTo>
                  <a:pt x="170786" y="46318"/>
                </a:lnTo>
                <a:lnTo>
                  <a:pt x="171124" y="46503"/>
                </a:lnTo>
                <a:lnTo>
                  <a:pt x="171461" y="46696"/>
                </a:lnTo>
                <a:lnTo>
                  <a:pt x="171797" y="46899"/>
                </a:lnTo>
                <a:lnTo>
                  <a:pt x="172132" y="47110"/>
                </a:lnTo>
                <a:lnTo>
                  <a:pt x="172462" y="47329"/>
                </a:lnTo>
                <a:lnTo>
                  <a:pt x="172786" y="47555"/>
                </a:lnTo>
                <a:lnTo>
                  <a:pt x="173102" y="47788"/>
                </a:lnTo>
                <a:lnTo>
                  <a:pt x="173412" y="48027"/>
                </a:lnTo>
                <a:lnTo>
                  <a:pt x="173715" y="48273"/>
                </a:lnTo>
                <a:lnTo>
                  <a:pt x="174011" y="48526"/>
                </a:lnTo>
                <a:lnTo>
                  <a:pt x="174300" y="48786"/>
                </a:lnTo>
                <a:lnTo>
                  <a:pt x="174583" y="49053"/>
                </a:lnTo>
                <a:lnTo>
                  <a:pt x="174858" y="49326"/>
                </a:lnTo>
                <a:lnTo>
                  <a:pt x="175126" y="49606"/>
                </a:lnTo>
                <a:lnTo>
                  <a:pt x="175388" y="49892"/>
                </a:lnTo>
                <a:lnTo>
                  <a:pt x="175643" y="50186"/>
                </a:lnTo>
                <a:lnTo>
                  <a:pt x="175891" y="50486"/>
                </a:lnTo>
                <a:lnTo>
                  <a:pt x="176131" y="50793"/>
                </a:lnTo>
                <a:lnTo>
                  <a:pt x="176366" y="51107"/>
                </a:lnTo>
                <a:lnTo>
                  <a:pt x="176593" y="51427"/>
                </a:lnTo>
                <a:lnTo>
                  <a:pt x="176813" y="51754"/>
                </a:lnTo>
                <a:lnTo>
                  <a:pt x="177026" y="52088"/>
                </a:lnTo>
                <a:lnTo>
                  <a:pt x="177233" y="52429"/>
                </a:lnTo>
                <a:lnTo>
                  <a:pt x="177433" y="52776"/>
                </a:lnTo>
                <a:lnTo>
                  <a:pt x="177625" y="53130"/>
                </a:lnTo>
                <a:lnTo>
                  <a:pt x="177811" y="53491"/>
                </a:lnTo>
                <a:lnTo>
                  <a:pt x="177990" y="53859"/>
                </a:lnTo>
                <a:lnTo>
                  <a:pt x="178162" y="54233"/>
                </a:lnTo>
                <a:lnTo>
                  <a:pt x="178269" y="54483"/>
                </a:lnTo>
                <a:lnTo>
                  <a:pt x="178372" y="54748"/>
                </a:lnTo>
                <a:lnTo>
                  <a:pt x="178472" y="55027"/>
                </a:lnTo>
                <a:lnTo>
                  <a:pt x="178569" y="55321"/>
                </a:lnTo>
                <a:lnTo>
                  <a:pt x="178663" y="55630"/>
                </a:lnTo>
                <a:lnTo>
                  <a:pt x="178754" y="55953"/>
                </a:lnTo>
                <a:lnTo>
                  <a:pt x="178842" y="56291"/>
                </a:lnTo>
                <a:lnTo>
                  <a:pt x="178927" y="56643"/>
                </a:lnTo>
                <a:lnTo>
                  <a:pt x="179008" y="57010"/>
                </a:lnTo>
                <a:lnTo>
                  <a:pt x="179087" y="57392"/>
                </a:lnTo>
                <a:lnTo>
                  <a:pt x="179162" y="57788"/>
                </a:lnTo>
                <a:lnTo>
                  <a:pt x="179235" y="58199"/>
                </a:lnTo>
                <a:lnTo>
                  <a:pt x="179304" y="58625"/>
                </a:lnTo>
                <a:lnTo>
                  <a:pt x="179370" y="59065"/>
                </a:lnTo>
                <a:lnTo>
                  <a:pt x="179433" y="59520"/>
                </a:lnTo>
                <a:lnTo>
                  <a:pt x="179493" y="59989"/>
                </a:lnTo>
                <a:lnTo>
                  <a:pt x="179550" y="60473"/>
                </a:lnTo>
                <a:lnTo>
                  <a:pt x="179604" y="60972"/>
                </a:lnTo>
                <a:lnTo>
                  <a:pt x="179655" y="61485"/>
                </a:lnTo>
                <a:lnTo>
                  <a:pt x="179702" y="62013"/>
                </a:lnTo>
                <a:lnTo>
                  <a:pt x="179747" y="62555"/>
                </a:lnTo>
                <a:lnTo>
                  <a:pt x="179788" y="63112"/>
                </a:lnTo>
                <a:lnTo>
                  <a:pt x="179827" y="63684"/>
                </a:lnTo>
                <a:lnTo>
                  <a:pt x="179862" y="64270"/>
                </a:lnTo>
                <a:lnTo>
                  <a:pt x="145541" y="64270"/>
                </a:lnTo>
                <a:lnTo>
                  <a:pt x="145623" y="63502"/>
                </a:lnTo>
                <a:lnTo>
                  <a:pt x="145720" y="62747"/>
                </a:lnTo>
                <a:lnTo>
                  <a:pt x="145833" y="62007"/>
                </a:lnTo>
                <a:lnTo>
                  <a:pt x="145961" y="61281"/>
                </a:lnTo>
                <a:lnTo>
                  <a:pt x="146104" y="60569"/>
                </a:lnTo>
                <a:close/>
                <a:moveTo>
                  <a:pt x="694592" y="88898"/>
                </a:moveTo>
                <a:lnTo>
                  <a:pt x="694237" y="89619"/>
                </a:lnTo>
                <a:lnTo>
                  <a:pt x="693882" y="90319"/>
                </a:lnTo>
                <a:lnTo>
                  <a:pt x="693526" y="90998"/>
                </a:lnTo>
                <a:lnTo>
                  <a:pt x="693169" y="91657"/>
                </a:lnTo>
                <a:lnTo>
                  <a:pt x="692811" y="92294"/>
                </a:lnTo>
                <a:lnTo>
                  <a:pt x="692452" y="92909"/>
                </a:lnTo>
                <a:lnTo>
                  <a:pt x="692092" y="93504"/>
                </a:lnTo>
                <a:lnTo>
                  <a:pt x="691732" y="94078"/>
                </a:lnTo>
                <a:lnTo>
                  <a:pt x="691371" y="94631"/>
                </a:lnTo>
                <a:lnTo>
                  <a:pt x="691009" y="95162"/>
                </a:lnTo>
                <a:lnTo>
                  <a:pt x="690646" y="95673"/>
                </a:lnTo>
                <a:lnTo>
                  <a:pt x="690282" y="96162"/>
                </a:lnTo>
                <a:lnTo>
                  <a:pt x="689917" y="96631"/>
                </a:lnTo>
                <a:lnTo>
                  <a:pt x="689552" y="97078"/>
                </a:lnTo>
                <a:lnTo>
                  <a:pt x="689185" y="97504"/>
                </a:lnTo>
                <a:lnTo>
                  <a:pt x="688818" y="97910"/>
                </a:lnTo>
                <a:lnTo>
                  <a:pt x="688450" y="98294"/>
                </a:lnTo>
                <a:lnTo>
                  <a:pt x="688081" y="98657"/>
                </a:lnTo>
                <a:lnTo>
                  <a:pt x="687711" y="98998"/>
                </a:lnTo>
                <a:lnTo>
                  <a:pt x="687341" y="99319"/>
                </a:lnTo>
                <a:lnTo>
                  <a:pt x="686812" y="99762"/>
                </a:lnTo>
                <a:lnTo>
                  <a:pt x="686277" y="100186"/>
                </a:lnTo>
                <a:lnTo>
                  <a:pt x="685737" y="100590"/>
                </a:lnTo>
                <a:lnTo>
                  <a:pt x="685191" y="100976"/>
                </a:lnTo>
                <a:lnTo>
                  <a:pt x="684640" y="101344"/>
                </a:lnTo>
                <a:lnTo>
                  <a:pt x="684083" y="101692"/>
                </a:lnTo>
                <a:lnTo>
                  <a:pt x="683520" y="102022"/>
                </a:lnTo>
                <a:lnTo>
                  <a:pt x="682952" y="102332"/>
                </a:lnTo>
                <a:lnTo>
                  <a:pt x="682378" y="102624"/>
                </a:lnTo>
                <a:lnTo>
                  <a:pt x="681798" y="102897"/>
                </a:lnTo>
                <a:lnTo>
                  <a:pt x="681213" y="103151"/>
                </a:lnTo>
                <a:lnTo>
                  <a:pt x="680622" y="103387"/>
                </a:lnTo>
                <a:lnTo>
                  <a:pt x="680026" y="103603"/>
                </a:lnTo>
                <a:lnTo>
                  <a:pt x="679424" y="103801"/>
                </a:lnTo>
                <a:lnTo>
                  <a:pt x="678816" y="103980"/>
                </a:lnTo>
                <a:lnTo>
                  <a:pt x="678203" y="104140"/>
                </a:lnTo>
                <a:lnTo>
                  <a:pt x="677584" y="104281"/>
                </a:lnTo>
                <a:lnTo>
                  <a:pt x="676960" y="104404"/>
                </a:lnTo>
                <a:lnTo>
                  <a:pt x="676329" y="104507"/>
                </a:lnTo>
                <a:lnTo>
                  <a:pt x="675694" y="104592"/>
                </a:lnTo>
                <a:lnTo>
                  <a:pt x="675052" y="104658"/>
                </a:lnTo>
                <a:lnTo>
                  <a:pt x="674405" y="104705"/>
                </a:lnTo>
                <a:lnTo>
                  <a:pt x="673753" y="104733"/>
                </a:lnTo>
                <a:lnTo>
                  <a:pt x="673094" y="104743"/>
                </a:lnTo>
                <a:lnTo>
                  <a:pt x="672178" y="104725"/>
                </a:lnTo>
                <a:lnTo>
                  <a:pt x="671278" y="104672"/>
                </a:lnTo>
                <a:lnTo>
                  <a:pt x="670394" y="104584"/>
                </a:lnTo>
                <a:lnTo>
                  <a:pt x="669525" y="104460"/>
                </a:lnTo>
                <a:lnTo>
                  <a:pt x="668672" y="104302"/>
                </a:lnTo>
                <a:lnTo>
                  <a:pt x="667836" y="104108"/>
                </a:lnTo>
                <a:lnTo>
                  <a:pt x="667015" y="103878"/>
                </a:lnTo>
                <a:lnTo>
                  <a:pt x="666210" y="103614"/>
                </a:lnTo>
                <a:lnTo>
                  <a:pt x="665421" y="103314"/>
                </a:lnTo>
                <a:lnTo>
                  <a:pt x="664647" y="102979"/>
                </a:lnTo>
                <a:lnTo>
                  <a:pt x="663890" y="102609"/>
                </a:lnTo>
                <a:lnTo>
                  <a:pt x="663148" y="102203"/>
                </a:lnTo>
                <a:lnTo>
                  <a:pt x="662423" y="101762"/>
                </a:lnTo>
                <a:lnTo>
                  <a:pt x="661713" y="101286"/>
                </a:lnTo>
                <a:lnTo>
                  <a:pt x="661019" y="100774"/>
                </a:lnTo>
                <a:lnTo>
                  <a:pt x="660341" y="100228"/>
                </a:lnTo>
                <a:lnTo>
                  <a:pt x="659679" y="99646"/>
                </a:lnTo>
                <a:lnTo>
                  <a:pt x="659033" y="99028"/>
                </a:lnTo>
                <a:lnTo>
                  <a:pt x="658402" y="98376"/>
                </a:lnTo>
                <a:lnTo>
                  <a:pt x="657788" y="97688"/>
                </a:lnTo>
                <a:lnTo>
                  <a:pt x="657189" y="96965"/>
                </a:lnTo>
                <a:lnTo>
                  <a:pt x="656607" y="96207"/>
                </a:lnTo>
                <a:lnTo>
                  <a:pt x="656040" y="95413"/>
                </a:lnTo>
                <a:lnTo>
                  <a:pt x="655489" y="94584"/>
                </a:lnTo>
                <a:lnTo>
                  <a:pt x="654957" y="93732"/>
                </a:lnTo>
                <a:lnTo>
                  <a:pt x="654448" y="92869"/>
                </a:lnTo>
                <a:lnTo>
                  <a:pt x="653962" y="91996"/>
                </a:lnTo>
                <a:lnTo>
                  <a:pt x="653498" y="91111"/>
                </a:lnTo>
                <a:lnTo>
                  <a:pt x="653057" y="90216"/>
                </a:lnTo>
                <a:lnTo>
                  <a:pt x="652638" y="89310"/>
                </a:lnTo>
                <a:lnTo>
                  <a:pt x="652242" y="88393"/>
                </a:lnTo>
                <a:lnTo>
                  <a:pt x="651869" y="87465"/>
                </a:lnTo>
                <a:lnTo>
                  <a:pt x="651518" y="86527"/>
                </a:lnTo>
                <a:lnTo>
                  <a:pt x="651190" y="85578"/>
                </a:lnTo>
                <a:lnTo>
                  <a:pt x="650885" y="84617"/>
                </a:lnTo>
                <a:lnTo>
                  <a:pt x="650602" y="83646"/>
                </a:lnTo>
                <a:lnTo>
                  <a:pt x="650342" y="82665"/>
                </a:lnTo>
                <a:lnTo>
                  <a:pt x="650104" y="81672"/>
                </a:lnTo>
                <a:lnTo>
                  <a:pt x="649889" y="80668"/>
                </a:lnTo>
                <a:lnTo>
                  <a:pt x="649697" y="79654"/>
                </a:lnTo>
                <a:lnTo>
                  <a:pt x="649527" y="78629"/>
                </a:lnTo>
                <a:lnTo>
                  <a:pt x="649380" y="77593"/>
                </a:lnTo>
                <a:lnTo>
                  <a:pt x="649256" y="76546"/>
                </a:lnTo>
                <a:lnTo>
                  <a:pt x="649154" y="75489"/>
                </a:lnTo>
                <a:lnTo>
                  <a:pt x="649075" y="74421"/>
                </a:lnTo>
                <a:lnTo>
                  <a:pt x="649018" y="73341"/>
                </a:lnTo>
                <a:lnTo>
                  <a:pt x="648984" y="72251"/>
                </a:lnTo>
                <a:lnTo>
                  <a:pt x="648973" y="71151"/>
                </a:lnTo>
                <a:lnTo>
                  <a:pt x="648984" y="70073"/>
                </a:lnTo>
                <a:lnTo>
                  <a:pt x="649018" y="69014"/>
                </a:lnTo>
                <a:lnTo>
                  <a:pt x="649075" y="67972"/>
                </a:lnTo>
                <a:lnTo>
                  <a:pt x="649155" y="66948"/>
                </a:lnTo>
                <a:lnTo>
                  <a:pt x="649257" y="65942"/>
                </a:lnTo>
                <a:lnTo>
                  <a:pt x="649383" y="64953"/>
                </a:lnTo>
                <a:lnTo>
                  <a:pt x="649531" y="63982"/>
                </a:lnTo>
                <a:lnTo>
                  <a:pt x="649701" y="63029"/>
                </a:lnTo>
                <a:lnTo>
                  <a:pt x="649895" y="62094"/>
                </a:lnTo>
                <a:lnTo>
                  <a:pt x="650111" y="61176"/>
                </a:lnTo>
                <a:lnTo>
                  <a:pt x="650350" y="60276"/>
                </a:lnTo>
                <a:lnTo>
                  <a:pt x="650612" y="59393"/>
                </a:lnTo>
                <a:lnTo>
                  <a:pt x="650897" y="58529"/>
                </a:lnTo>
                <a:lnTo>
                  <a:pt x="651204" y="57682"/>
                </a:lnTo>
                <a:lnTo>
                  <a:pt x="651534" y="56852"/>
                </a:lnTo>
                <a:lnTo>
                  <a:pt x="651887" y="56041"/>
                </a:lnTo>
                <a:lnTo>
                  <a:pt x="652263" y="55247"/>
                </a:lnTo>
                <a:lnTo>
                  <a:pt x="652661" y="54471"/>
                </a:lnTo>
                <a:lnTo>
                  <a:pt x="653082" y="53712"/>
                </a:lnTo>
                <a:lnTo>
                  <a:pt x="653526" y="52972"/>
                </a:lnTo>
                <a:lnTo>
                  <a:pt x="653993" y="52249"/>
                </a:lnTo>
                <a:lnTo>
                  <a:pt x="654482" y="51543"/>
                </a:lnTo>
                <a:lnTo>
                  <a:pt x="654994" y="50856"/>
                </a:lnTo>
                <a:lnTo>
                  <a:pt x="655529" y="50186"/>
                </a:lnTo>
                <a:lnTo>
                  <a:pt x="655946" y="49697"/>
                </a:lnTo>
                <a:lnTo>
                  <a:pt x="656374" y="49229"/>
                </a:lnTo>
                <a:lnTo>
                  <a:pt x="656813" y="48782"/>
                </a:lnTo>
                <a:lnTo>
                  <a:pt x="657263" y="48356"/>
                </a:lnTo>
                <a:lnTo>
                  <a:pt x="657724" y="47950"/>
                </a:lnTo>
                <a:lnTo>
                  <a:pt x="658196" y="47565"/>
                </a:lnTo>
                <a:lnTo>
                  <a:pt x="658678" y="47201"/>
                </a:lnTo>
                <a:lnTo>
                  <a:pt x="659172" y="46858"/>
                </a:lnTo>
                <a:lnTo>
                  <a:pt x="659677" y="46536"/>
                </a:lnTo>
                <a:lnTo>
                  <a:pt x="660192" y="46234"/>
                </a:lnTo>
                <a:lnTo>
                  <a:pt x="660719" y="45953"/>
                </a:lnTo>
                <a:lnTo>
                  <a:pt x="661256" y="45693"/>
                </a:lnTo>
                <a:lnTo>
                  <a:pt x="661805" y="45454"/>
                </a:lnTo>
                <a:lnTo>
                  <a:pt x="662364" y="45236"/>
                </a:lnTo>
                <a:lnTo>
                  <a:pt x="662935" y="45038"/>
                </a:lnTo>
                <a:lnTo>
                  <a:pt x="663516" y="44861"/>
                </a:lnTo>
                <a:lnTo>
                  <a:pt x="664108" y="44705"/>
                </a:lnTo>
                <a:lnTo>
                  <a:pt x="664712" y="44570"/>
                </a:lnTo>
                <a:lnTo>
                  <a:pt x="665326" y="44456"/>
                </a:lnTo>
                <a:lnTo>
                  <a:pt x="665951" y="44362"/>
                </a:lnTo>
                <a:lnTo>
                  <a:pt x="666587" y="44289"/>
                </a:lnTo>
                <a:lnTo>
                  <a:pt x="667234" y="44237"/>
                </a:lnTo>
                <a:lnTo>
                  <a:pt x="667892" y="44206"/>
                </a:lnTo>
                <a:lnTo>
                  <a:pt x="668562" y="44196"/>
                </a:lnTo>
                <a:lnTo>
                  <a:pt x="668976" y="44200"/>
                </a:lnTo>
                <a:lnTo>
                  <a:pt x="669383" y="44213"/>
                </a:lnTo>
                <a:lnTo>
                  <a:pt x="669782" y="44234"/>
                </a:lnTo>
                <a:lnTo>
                  <a:pt x="670174" y="44263"/>
                </a:lnTo>
                <a:lnTo>
                  <a:pt x="670558" y="44301"/>
                </a:lnTo>
                <a:lnTo>
                  <a:pt x="670934" y="44348"/>
                </a:lnTo>
                <a:lnTo>
                  <a:pt x="671303" y="44402"/>
                </a:lnTo>
                <a:lnTo>
                  <a:pt x="671664" y="44466"/>
                </a:lnTo>
                <a:lnTo>
                  <a:pt x="672018" y="44537"/>
                </a:lnTo>
                <a:lnTo>
                  <a:pt x="672364" y="44617"/>
                </a:lnTo>
                <a:lnTo>
                  <a:pt x="672703" y="44706"/>
                </a:lnTo>
                <a:lnTo>
                  <a:pt x="673034" y="44803"/>
                </a:lnTo>
                <a:lnTo>
                  <a:pt x="673357" y="44908"/>
                </a:lnTo>
                <a:lnTo>
                  <a:pt x="673673" y="45022"/>
                </a:lnTo>
                <a:lnTo>
                  <a:pt x="673981" y="45144"/>
                </a:lnTo>
                <a:lnTo>
                  <a:pt x="674282" y="45275"/>
                </a:lnTo>
                <a:lnTo>
                  <a:pt x="674575" y="45414"/>
                </a:lnTo>
                <a:lnTo>
                  <a:pt x="674860" y="45562"/>
                </a:lnTo>
                <a:lnTo>
                  <a:pt x="675138" y="45718"/>
                </a:lnTo>
                <a:lnTo>
                  <a:pt x="675408" y="45882"/>
                </a:lnTo>
                <a:lnTo>
                  <a:pt x="675671" y="46055"/>
                </a:lnTo>
                <a:lnTo>
                  <a:pt x="675926" y="46236"/>
                </a:lnTo>
                <a:lnTo>
                  <a:pt x="676173" y="46426"/>
                </a:lnTo>
                <a:lnTo>
                  <a:pt x="676413" y="46624"/>
                </a:lnTo>
                <a:lnTo>
                  <a:pt x="676645" y="46837"/>
                </a:lnTo>
                <a:lnTo>
                  <a:pt x="676869" y="47058"/>
                </a:lnTo>
                <a:lnTo>
                  <a:pt x="677084" y="47287"/>
                </a:lnTo>
                <a:lnTo>
                  <a:pt x="677291" y="47524"/>
                </a:lnTo>
                <a:lnTo>
                  <a:pt x="677490" y="47768"/>
                </a:lnTo>
                <a:lnTo>
                  <a:pt x="677680" y="48021"/>
                </a:lnTo>
                <a:lnTo>
                  <a:pt x="677863" y="48281"/>
                </a:lnTo>
                <a:lnTo>
                  <a:pt x="678037" y="48549"/>
                </a:lnTo>
                <a:lnTo>
                  <a:pt x="678202" y="48825"/>
                </a:lnTo>
                <a:lnTo>
                  <a:pt x="678360" y="49109"/>
                </a:lnTo>
                <a:lnTo>
                  <a:pt x="678509" y="49401"/>
                </a:lnTo>
                <a:lnTo>
                  <a:pt x="678649" y="49700"/>
                </a:lnTo>
                <a:lnTo>
                  <a:pt x="678782" y="50008"/>
                </a:lnTo>
                <a:lnTo>
                  <a:pt x="678906" y="50323"/>
                </a:lnTo>
                <a:lnTo>
                  <a:pt x="679022" y="50646"/>
                </a:lnTo>
                <a:lnTo>
                  <a:pt x="679129" y="50977"/>
                </a:lnTo>
                <a:lnTo>
                  <a:pt x="679229" y="51316"/>
                </a:lnTo>
                <a:lnTo>
                  <a:pt x="679320" y="51663"/>
                </a:lnTo>
                <a:lnTo>
                  <a:pt x="679402" y="52018"/>
                </a:lnTo>
                <a:lnTo>
                  <a:pt x="679477" y="52380"/>
                </a:lnTo>
                <a:lnTo>
                  <a:pt x="679543" y="52751"/>
                </a:lnTo>
                <a:lnTo>
                  <a:pt x="679601" y="53129"/>
                </a:lnTo>
                <a:lnTo>
                  <a:pt x="679650" y="53515"/>
                </a:lnTo>
                <a:lnTo>
                  <a:pt x="679691" y="53909"/>
                </a:lnTo>
                <a:lnTo>
                  <a:pt x="679730" y="54302"/>
                </a:lnTo>
                <a:lnTo>
                  <a:pt x="679772" y="54684"/>
                </a:lnTo>
                <a:lnTo>
                  <a:pt x="679817" y="55055"/>
                </a:lnTo>
                <a:lnTo>
                  <a:pt x="679866" y="55416"/>
                </a:lnTo>
                <a:lnTo>
                  <a:pt x="679917" y="55766"/>
                </a:lnTo>
                <a:lnTo>
                  <a:pt x="679972" y="56105"/>
                </a:lnTo>
                <a:lnTo>
                  <a:pt x="680030" y="56433"/>
                </a:lnTo>
                <a:lnTo>
                  <a:pt x="680092" y="56751"/>
                </a:lnTo>
                <a:lnTo>
                  <a:pt x="680156" y="57059"/>
                </a:lnTo>
                <a:lnTo>
                  <a:pt x="680224" y="57355"/>
                </a:lnTo>
                <a:lnTo>
                  <a:pt x="680295" y="57641"/>
                </a:lnTo>
                <a:lnTo>
                  <a:pt x="680369" y="57916"/>
                </a:lnTo>
                <a:lnTo>
                  <a:pt x="680447" y="58181"/>
                </a:lnTo>
                <a:lnTo>
                  <a:pt x="680528" y="58434"/>
                </a:lnTo>
                <a:lnTo>
                  <a:pt x="680612" y="58677"/>
                </a:lnTo>
                <a:lnTo>
                  <a:pt x="680699" y="58910"/>
                </a:lnTo>
                <a:lnTo>
                  <a:pt x="680789" y="59132"/>
                </a:lnTo>
                <a:lnTo>
                  <a:pt x="680883" y="59343"/>
                </a:lnTo>
                <a:lnTo>
                  <a:pt x="680980" y="59543"/>
                </a:lnTo>
                <a:lnTo>
                  <a:pt x="681080" y="59733"/>
                </a:lnTo>
                <a:lnTo>
                  <a:pt x="681183" y="59912"/>
                </a:lnTo>
                <a:lnTo>
                  <a:pt x="681290" y="60080"/>
                </a:lnTo>
                <a:lnTo>
                  <a:pt x="681400" y="60238"/>
                </a:lnTo>
                <a:lnTo>
                  <a:pt x="681513" y="60385"/>
                </a:lnTo>
                <a:lnTo>
                  <a:pt x="681719" y="60636"/>
                </a:lnTo>
                <a:lnTo>
                  <a:pt x="681934" y="60876"/>
                </a:lnTo>
                <a:lnTo>
                  <a:pt x="682156" y="61106"/>
                </a:lnTo>
                <a:lnTo>
                  <a:pt x="682387" y="61325"/>
                </a:lnTo>
                <a:lnTo>
                  <a:pt x="682626" y="61533"/>
                </a:lnTo>
                <a:lnTo>
                  <a:pt x="682874" y="61731"/>
                </a:lnTo>
                <a:lnTo>
                  <a:pt x="683129" y="61917"/>
                </a:lnTo>
                <a:lnTo>
                  <a:pt x="683392" y="62094"/>
                </a:lnTo>
                <a:lnTo>
                  <a:pt x="683664" y="62259"/>
                </a:lnTo>
                <a:lnTo>
                  <a:pt x="683944" y="62414"/>
                </a:lnTo>
                <a:lnTo>
                  <a:pt x="684232" y="62558"/>
                </a:lnTo>
                <a:lnTo>
                  <a:pt x="684528" y="62692"/>
                </a:lnTo>
                <a:lnTo>
                  <a:pt x="684832" y="62815"/>
                </a:lnTo>
                <a:lnTo>
                  <a:pt x="685145" y="62927"/>
                </a:lnTo>
                <a:lnTo>
                  <a:pt x="685465" y="63028"/>
                </a:lnTo>
                <a:lnTo>
                  <a:pt x="685794" y="63119"/>
                </a:lnTo>
                <a:lnTo>
                  <a:pt x="686131" y="63199"/>
                </a:lnTo>
                <a:lnTo>
                  <a:pt x="686476" y="63269"/>
                </a:lnTo>
                <a:lnTo>
                  <a:pt x="686829" y="63327"/>
                </a:lnTo>
                <a:lnTo>
                  <a:pt x="687190" y="63375"/>
                </a:lnTo>
                <a:lnTo>
                  <a:pt x="687560" y="63413"/>
                </a:lnTo>
                <a:lnTo>
                  <a:pt x="687937" y="63439"/>
                </a:lnTo>
                <a:lnTo>
                  <a:pt x="688323" y="63455"/>
                </a:lnTo>
                <a:lnTo>
                  <a:pt x="688717" y="63461"/>
                </a:lnTo>
                <a:lnTo>
                  <a:pt x="689011" y="63457"/>
                </a:lnTo>
                <a:lnTo>
                  <a:pt x="689299" y="63448"/>
                </a:lnTo>
                <a:lnTo>
                  <a:pt x="689583" y="63431"/>
                </a:lnTo>
                <a:lnTo>
                  <a:pt x="689860" y="63408"/>
                </a:lnTo>
                <a:lnTo>
                  <a:pt x="690132" y="63379"/>
                </a:lnTo>
                <a:lnTo>
                  <a:pt x="690399" y="63342"/>
                </a:lnTo>
                <a:lnTo>
                  <a:pt x="690660" y="63300"/>
                </a:lnTo>
                <a:lnTo>
                  <a:pt x="690916" y="63250"/>
                </a:lnTo>
                <a:lnTo>
                  <a:pt x="691166" y="63194"/>
                </a:lnTo>
                <a:lnTo>
                  <a:pt x="691411" y="63132"/>
                </a:lnTo>
                <a:lnTo>
                  <a:pt x="691650" y="63063"/>
                </a:lnTo>
                <a:lnTo>
                  <a:pt x="691884" y="62987"/>
                </a:lnTo>
                <a:lnTo>
                  <a:pt x="692112" y="62905"/>
                </a:lnTo>
                <a:lnTo>
                  <a:pt x="692335" y="62816"/>
                </a:lnTo>
                <a:lnTo>
                  <a:pt x="692552" y="62721"/>
                </a:lnTo>
                <a:lnTo>
                  <a:pt x="692764" y="62619"/>
                </a:lnTo>
                <a:lnTo>
                  <a:pt x="692970" y="62510"/>
                </a:lnTo>
                <a:lnTo>
                  <a:pt x="693171" y="62395"/>
                </a:lnTo>
                <a:lnTo>
                  <a:pt x="693367" y="62273"/>
                </a:lnTo>
                <a:lnTo>
                  <a:pt x="693557" y="62145"/>
                </a:lnTo>
                <a:lnTo>
                  <a:pt x="693741" y="62010"/>
                </a:lnTo>
                <a:lnTo>
                  <a:pt x="693920" y="61869"/>
                </a:lnTo>
                <a:lnTo>
                  <a:pt x="694094" y="61721"/>
                </a:lnTo>
                <a:lnTo>
                  <a:pt x="694262" y="61566"/>
                </a:lnTo>
                <a:lnTo>
                  <a:pt x="694423" y="61406"/>
                </a:lnTo>
                <a:lnTo>
                  <a:pt x="694578" y="61242"/>
                </a:lnTo>
                <a:lnTo>
                  <a:pt x="694726" y="61074"/>
                </a:lnTo>
                <a:lnTo>
                  <a:pt x="694867" y="60901"/>
                </a:lnTo>
                <a:lnTo>
                  <a:pt x="695002" y="60725"/>
                </a:lnTo>
                <a:lnTo>
                  <a:pt x="695129" y="60545"/>
                </a:lnTo>
                <a:lnTo>
                  <a:pt x="695250" y="60360"/>
                </a:lnTo>
                <a:lnTo>
                  <a:pt x="695363" y="60172"/>
                </a:lnTo>
                <a:lnTo>
                  <a:pt x="695470" y="59979"/>
                </a:lnTo>
                <a:lnTo>
                  <a:pt x="695570" y="59782"/>
                </a:lnTo>
                <a:lnTo>
                  <a:pt x="695663" y="59582"/>
                </a:lnTo>
                <a:lnTo>
                  <a:pt x="695749" y="59377"/>
                </a:lnTo>
                <a:lnTo>
                  <a:pt x="695828" y="59168"/>
                </a:lnTo>
                <a:lnTo>
                  <a:pt x="695900" y="58955"/>
                </a:lnTo>
                <a:lnTo>
                  <a:pt x="695966" y="58738"/>
                </a:lnTo>
                <a:lnTo>
                  <a:pt x="696024" y="58517"/>
                </a:lnTo>
                <a:lnTo>
                  <a:pt x="696076" y="58292"/>
                </a:lnTo>
                <a:lnTo>
                  <a:pt x="696121" y="58063"/>
                </a:lnTo>
                <a:lnTo>
                  <a:pt x="696159" y="57830"/>
                </a:lnTo>
                <a:lnTo>
                  <a:pt x="696190" y="57593"/>
                </a:lnTo>
                <a:lnTo>
                  <a:pt x="696214" y="57351"/>
                </a:lnTo>
                <a:lnTo>
                  <a:pt x="696231" y="57106"/>
                </a:lnTo>
                <a:lnTo>
                  <a:pt x="696241" y="56857"/>
                </a:lnTo>
                <a:lnTo>
                  <a:pt x="696245" y="56603"/>
                </a:lnTo>
                <a:lnTo>
                  <a:pt x="696232" y="56086"/>
                </a:lnTo>
                <a:lnTo>
                  <a:pt x="696196" y="55571"/>
                </a:lnTo>
                <a:lnTo>
                  <a:pt x="696135" y="55057"/>
                </a:lnTo>
                <a:lnTo>
                  <a:pt x="696049" y="54545"/>
                </a:lnTo>
                <a:lnTo>
                  <a:pt x="695939" y="54034"/>
                </a:lnTo>
                <a:lnTo>
                  <a:pt x="695805" y="53525"/>
                </a:lnTo>
                <a:lnTo>
                  <a:pt x="695646" y="53017"/>
                </a:lnTo>
                <a:lnTo>
                  <a:pt x="695462" y="52511"/>
                </a:lnTo>
                <a:lnTo>
                  <a:pt x="695254" y="52006"/>
                </a:lnTo>
                <a:lnTo>
                  <a:pt x="695022" y="51503"/>
                </a:lnTo>
                <a:lnTo>
                  <a:pt x="694765" y="51002"/>
                </a:lnTo>
                <a:lnTo>
                  <a:pt x="694484" y="50502"/>
                </a:lnTo>
                <a:lnTo>
                  <a:pt x="694178" y="50004"/>
                </a:lnTo>
                <a:lnTo>
                  <a:pt x="693848" y="49507"/>
                </a:lnTo>
                <a:lnTo>
                  <a:pt x="693494" y="49011"/>
                </a:lnTo>
                <a:lnTo>
                  <a:pt x="693115" y="48518"/>
                </a:lnTo>
                <a:lnTo>
                  <a:pt x="692711" y="48026"/>
                </a:lnTo>
                <a:lnTo>
                  <a:pt x="692283" y="47535"/>
                </a:lnTo>
                <a:lnTo>
                  <a:pt x="691831" y="47046"/>
                </a:lnTo>
                <a:lnTo>
                  <a:pt x="691354" y="46558"/>
                </a:lnTo>
                <a:lnTo>
                  <a:pt x="690853" y="46072"/>
                </a:lnTo>
                <a:lnTo>
                  <a:pt x="690327" y="45588"/>
                </a:lnTo>
                <a:lnTo>
                  <a:pt x="689777" y="45105"/>
                </a:lnTo>
                <a:lnTo>
                  <a:pt x="689202" y="44623"/>
                </a:lnTo>
                <a:lnTo>
                  <a:pt x="688609" y="44153"/>
                </a:lnTo>
                <a:lnTo>
                  <a:pt x="688002" y="43702"/>
                </a:lnTo>
                <a:lnTo>
                  <a:pt x="687381" y="43271"/>
                </a:lnTo>
                <a:lnTo>
                  <a:pt x="686747" y="42860"/>
                </a:lnTo>
                <a:lnTo>
                  <a:pt x="686100" y="42470"/>
                </a:lnTo>
                <a:lnTo>
                  <a:pt x="685439" y="42099"/>
                </a:lnTo>
                <a:lnTo>
                  <a:pt x="684764" y="41748"/>
                </a:lnTo>
                <a:lnTo>
                  <a:pt x="684076" y="41418"/>
                </a:lnTo>
                <a:lnTo>
                  <a:pt x="683374" y="41107"/>
                </a:lnTo>
                <a:lnTo>
                  <a:pt x="682659" y="40817"/>
                </a:lnTo>
                <a:lnTo>
                  <a:pt x="681931" y="40546"/>
                </a:lnTo>
                <a:lnTo>
                  <a:pt x="681189" y="40296"/>
                </a:lnTo>
                <a:lnTo>
                  <a:pt x="680433" y="40066"/>
                </a:lnTo>
                <a:lnTo>
                  <a:pt x="679664" y="39855"/>
                </a:lnTo>
                <a:lnTo>
                  <a:pt x="678882" y="39665"/>
                </a:lnTo>
                <a:lnTo>
                  <a:pt x="678086" y="39495"/>
                </a:lnTo>
                <a:lnTo>
                  <a:pt x="677277" y="39344"/>
                </a:lnTo>
                <a:lnTo>
                  <a:pt x="676454" y="39214"/>
                </a:lnTo>
                <a:lnTo>
                  <a:pt x="675617" y="39104"/>
                </a:lnTo>
                <a:lnTo>
                  <a:pt x="674767" y="39014"/>
                </a:lnTo>
                <a:lnTo>
                  <a:pt x="673904" y="38944"/>
                </a:lnTo>
                <a:lnTo>
                  <a:pt x="673027" y="38894"/>
                </a:lnTo>
                <a:lnTo>
                  <a:pt x="672137" y="38864"/>
                </a:lnTo>
                <a:lnTo>
                  <a:pt x="671233" y="38854"/>
                </a:lnTo>
                <a:lnTo>
                  <a:pt x="670026" y="38872"/>
                </a:lnTo>
                <a:lnTo>
                  <a:pt x="668833" y="38929"/>
                </a:lnTo>
                <a:lnTo>
                  <a:pt x="667655" y="39024"/>
                </a:lnTo>
                <a:lnTo>
                  <a:pt x="666492" y="39157"/>
                </a:lnTo>
                <a:lnTo>
                  <a:pt x="665343" y="39327"/>
                </a:lnTo>
                <a:lnTo>
                  <a:pt x="664208" y="39536"/>
                </a:lnTo>
                <a:lnTo>
                  <a:pt x="663088" y="39782"/>
                </a:lnTo>
                <a:lnTo>
                  <a:pt x="661983" y="40067"/>
                </a:lnTo>
                <a:lnTo>
                  <a:pt x="660891" y="40389"/>
                </a:lnTo>
                <a:lnTo>
                  <a:pt x="659815" y="40749"/>
                </a:lnTo>
                <a:lnTo>
                  <a:pt x="658753" y="41147"/>
                </a:lnTo>
                <a:lnTo>
                  <a:pt x="657705" y="41583"/>
                </a:lnTo>
                <a:lnTo>
                  <a:pt x="656672" y="42057"/>
                </a:lnTo>
                <a:lnTo>
                  <a:pt x="655653" y="42568"/>
                </a:lnTo>
                <a:lnTo>
                  <a:pt x="654649" y="43118"/>
                </a:lnTo>
                <a:lnTo>
                  <a:pt x="653659" y="43706"/>
                </a:lnTo>
                <a:lnTo>
                  <a:pt x="652683" y="44331"/>
                </a:lnTo>
                <a:lnTo>
                  <a:pt x="651722" y="44995"/>
                </a:lnTo>
                <a:lnTo>
                  <a:pt x="650776" y="45696"/>
                </a:lnTo>
                <a:lnTo>
                  <a:pt x="649844" y="46435"/>
                </a:lnTo>
                <a:lnTo>
                  <a:pt x="648927" y="47212"/>
                </a:lnTo>
                <a:lnTo>
                  <a:pt x="648024" y="48027"/>
                </a:lnTo>
                <a:lnTo>
                  <a:pt x="647135" y="48880"/>
                </a:lnTo>
                <a:lnTo>
                  <a:pt x="646261" y="49771"/>
                </a:lnTo>
                <a:lnTo>
                  <a:pt x="645413" y="50692"/>
                </a:lnTo>
                <a:lnTo>
                  <a:pt x="644600" y="51636"/>
                </a:lnTo>
                <a:lnTo>
                  <a:pt x="643823" y="52602"/>
                </a:lnTo>
                <a:lnTo>
                  <a:pt x="643083" y="53591"/>
                </a:lnTo>
                <a:lnTo>
                  <a:pt x="642379" y="54603"/>
                </a:lnTo>
                <a:lnTo>
                  <a:pt x="641711" y="55638"/>
                </a:lnTo>
                <a:lnTo>
                  <a:pt x="641079" y="56695"/>
                </a:lnTo>
                <a:lnTo>
                  <a:pt x="640483" y="57775"/>
                </a:lnTo>
                <a:lnTo>
                  <a:pt x="639923" y="58878"/>
                </a:lnTo>
                <a:lnTo>
                  <a:pt x="639399" y="60004"/>
                </a:lnTo>
                <a:lnTo>
                  <a:pt x="638912" y="61153"/>
                </a:lnTo>
                <a:lnTo>
                  <a:pt x="638460" y="62324"/>
                </a:lnTo>
                <a:lnTo>
                  <a:pt x="638045" y="63518"/>
                </a:lnTo>
                <a:lnTo>
                  <a:pt x="637666" y="64734"/>
                </a:lnTo>
                <a:lnTo>
                  <a:pt x="637323" y="65974"/>
                </a:lnTo>
                <a:lnTo>
                  <a:pt x="637016" y="67236"/>
                </a:lnTo>
                <a:lnTo>
                  <a:pt x="636745" y="68521"/>
                </a:lnTo>
                <a:lnTo>
                  <a:pt x="636510" y="69829"/>
                </a:lnTo>
                <a:lnTo>
                  <a:pt x="636311" y="71159"/>
                </a:lnTo>
                <a:lnTo>
                  <a:pt x="636149" y="72512"/>
                </a:lnTo>
                <a:lnTo>
                  <a:pt x="636022" y="73888"/>
                </a:lnTo>
                <a:lnTo>
                  <a:pt x="635932" y="75287"/>
                </a:lnTo>
                <a:lnTo>
                  <a:pt x="635878" y="76708"/>
                </a:lnTo>
                <a:lnTo>
                  <a:pt x="635860" y="78152"/>
                </a:lnTo>
                <a:lnTo>
                  <a:pt x="635876" y="79642"/>
                </a:lnTo>
                <a:lnTo>
                  <a:pt x="635925" y="81106"/>
                </a:lnTo>
                <a:lnTo>
                  <a:pt x="636007" y="82544"/>
                </a:lnTo>
                <a:lnTo>
                  <a:pt x="636121" y="83957"/>
                </a:lnTo>
                <a:lnTo>
                  <a:pt x="636267" y="85343"/>
                </a:lnTo>
                <a:lnTo>
                  <a:pt x="636447" y="86704"/>
                </a:lnTo>
                <a:lnTo>
                  <a:pt x="636659" y="88039"/>
                </a:lnTo>
                <a:lnTo>
                  <a:pt x="636903" y="89348"/>
                </a:lnTo>
                <a:lnTo>
                  <a:pt x="637180" y="90631"/>
                </a:lnTo>
                <a:lnTo>
                  <a:pt x="637490" y="91888"/>
                </a:lnTo>
                <a:lnTo>
                  <a:pt x="637832" y="93120"/>
                </a:lnTo>
                <a:lnTo>
                  <a:pt x="638207" y="94325"/>
                </a:lnTo>
                <a:lnTo>
                  <a:pt x="638615" y="95505"/>
                </a:lnTo>
                <a:lnTo>
                  <a:pt x="639055" y="96659"/>
                </a:lnTo>
                <a:lnTo>
                  <a:pt x="639528" y="97787"/>
                </a:lnTo>
                <a:lnTo>
                  <a:pt x="640033" y="98890"/>
                </a:lnTo>
                <a:lnTo>
                  <a:pt x="640571" y="99966"/>
                </a:lnTo>
                <a:lnTo>
                  <a:pt x="641141" y="101017"/>
                </a:lnTo>
                <a:lnTo>
                  <a:pt x="641745" y="102042"/>
                </a:lnTo>
                <a:lnTo>
                  <a:pt x="642380" y="103041"/>
                </a:lnTo>
                <a:lnTo>
                  <a:pt x="643049" y="104014"/>
                </a:lnTo>
                <a:lnTo>
                  <a:pt x="643750" y="104962"/>
                </a:lnTo>
                <a:lnTo>
                  <a:pt x="644483" y="105883"/>
                </a:lnTo>
                <a:lnTo>
                  <a:pt x="645249" y="106779"/>
                </a:lnTo>
                <a:lnTo>
                  <a:pt x="646038" y="107643"/>
                </a:lnTo>
                <a:lnTo>
                  <a:pt x="646837" y="108471"/>
                </a:lnTo>
                <a:lnTo>
                  <a:pt x="647647" y="109261"/>
                </a:lnTo>
                <a:lnTo>
                  <a:pt x="648469" y="110015"/>
                </a:lnTo>
                <a:lnTo>
                  <a:pt x="649302" y="110732"/>
                </a:lnTo>
                <a:lnTo>
                  <a:pt x="650147" y="111412"/>
                </a:lnTo>
                <a:lnTo>
                  <a:pt x="651002" y="112056"/>
                </a:lnTo>
                <a:lnTo>
                  <a:pt x="651869" y="112663"/>
                </a:lnTo>
                <a:lnTo>
                  <a:pt x="652747" y="113233"/>
                </a:lnTo>
                <a:lnTo>
                  <a:pt x="653636" y="113766"/>
                </a:lnTo>
                <a:lnTo>
                  <a:pt x="654537" y="114263"/>
                </a:lnTo>
                <a:lnTo>
                  <a:pt x="655448" y="114722"/>
                </a:lnTo>
                <a:lnTo>
                  <a:pt x="656371" y="115145"/>
                </a:lnTo>
                <a:lnTo>
                  <a:pt x="657306" y="115531"/>
                </a:lnTo>
                <a:lnTo>
                  <a:pt x="658251" y="115881"/>
                </a:lnTo>
                <a:lnTo>
                  <a:pt x="659208" y="116193"/>
                </a:lnTo>
                <a:lnTo>
                  <a:pt x="660176" y="116469"/>
                </a:lnTo>
                <a:lnTo>
                  <a:pt x="661155" y="116708"/>
                </a:lnTo>
                <a:lnTo>
                  <a:pt x="662146" y="116910"/>
                </a:lnTo>
                <a:lnTo>
                  <a:pt x="663147" y="117076"/>
                </a:lnTo>
                <a:lnTo>
                  <a:pt x="664160" y="117205"/>
                </a:lnTo>
                <a:lnTo>
                  <a:pt x="665184" y="117296"/>
                </a:lnTo>
                <a:lnTo>
                  <a:pt x="666220" y="117352"/>
                </a:lnTo>
                <a:lnTo>
                  <a:pt x="667266" y="117370"/>
                </a:lnTo>
                <a:lnTo>
                  <a:pt x="668147" y="117356"/>
                </a:lnTo>
                <a:lnTo>
                  <a:pt x="669021" y="117315"/>
                </a:lnTo>
                <a:lnTo>
                  <a:pt x="669888" y="117247"/>
                </a:lnTo>
                <a:lnTo>
                  <a:pt x="670749" y="117151"/>
                </a:lnTo>
                <a:lnTo>
                  <a:pt x="671604" y="117027"/>
                </a:lnTo>
                <a:lnTo>
                  <a:pt x="672452" y="116877"/>
                </a:lnTo>
                <a:lnTo>
                  <a:pt x="673294" y="116699"/>
                </a:lnTo>
                <a:lnTo>
                  <a:pt x="674129" y="116493"/>
                </a:lnTo>
                <a:lnTo>
                  <a:pt x="674957" y="116260"/>
                </a:lnTo>
                <a:lnTo>
                  <a:pt x="675780" y="116000"/>
                </a:lnTo>
                <a:lnTo>
                  <a:pt x="676595" y="115712"/>
                </a:lnTo>
                <a:lnTo>
                  <a:pt x="677405" y="115397"/>
                </a:lnTo>
                <a:lnTo>
                  <a:pt x="678208" y="115054"/>
                </a:lnTo>
                <a:lnTo>
                  <a:pt x="679004" y="114684"/>
                </a:lnTo>
                <a:lnTo>
                  <a:pt x="679794" y="114287"/>
                </a:lnTo>
                <a:lnTo>
                  <a:pt x="680577" y="113862"/>
                </a:lnTo>
                <a:lnTo>
                  <a:pt x="681354" y="113410"/>
                </a:lnTo>
                <a:lnTo>
                  <a:pt x="682125" y="112931"/>
                </a:lnTo>
                <a:lnTo>
                  <a:pt x="682889" y="112424"/>
                </a:lnTo>
                <a:lnTo>
                  <a:pt x="683647" y="111889"/>
                </a:lnTo>
                <a:lnTo>
                  <a:pt x="684398" y="111328"/>
                </a:lnTo>
                <a:lnTo>
                  <a:pt x="685142" y="110738"/>
                </a:lnTo>
                <a:lnTo>
                  <a:pt x="685881" y="110122"/>
                </a:lnTo>
                <a:lnTo>
                  <a:pt x="686612" y="109478"/>
                </a:lnTo>
                <a:lnTo>
                  <a:pt x="687331" y="108808"/>
                </a:lnTo>
                <a:lnTo>
                  <a:pt x="688029" y="108116"/>
                </a:lnTo>
                <a:lnTo>
                  <a:pt x="688708" y="107399"/>
                </a:lnTo>
                <a:lnTo>
                  <a:pt x="689367" y="106659"/>
                </a:lnTo>
                <a:lnTo>
                  <a:pt x="690005" y="105896"/>
                </a:lnTo>
                <a:lnTo>
                  <a:pt x="690624" y="105109"/>
                </a:lnTo>
                <a:lnTo>
                  <a:pt x="691223" y="104299"/>
                </a:lnTo>
                <a:lnTo>
                  <a:pt x="691802" y="103465"/>
                </a:lnTo>
                <a:lnTo>
                  <a:pt x="692361" y="102608"/>
                </a:lnTo>
                <a:lnTo>
                  <a:pt x="692900" y="101728"/>
                </a:lnTo>
                <a:lnTo>
                  <a:pt x="693418" y="100824"/>
                </a:lnTo>
                <a:lnTo>
                  <a:pt x="693918" y="99896"/>
                </a:lnTo>
                <a:lnTo>
                  <a:pt x="694397" y="98945"/>
                </a:lnTo>
                <a:lnTo>
                  <a:pt x="694856" y="97971"/>
                </a:lnTo>
                <a:lnTo>
                  <a:pt x="695295" y="96973"/>
                </a:lnTo>
                <a:lnTo>
                  <a:pt x="695714" y="95951"/>
                </a:lnTo>
                <a:lnTo>
                  <a:pt x="696113" y="94906"/>
                </a:lnTo>
                <a:lnTo>
                  <a:pt x="696493" y="93838"/>
                </a:lnTo>
                <a:lnTo>
                  <a:pt x="696852" y="92746"/>
                </a:lnTo>
                <a:lnTo>
                  <a:pt x="697191" y="91631"/>
                </a:lnTo>
                <a:lnTo>
                  <a:pt x="697511" y="90492"/>
                </a:lnTo>
                <a:lnTo>
                  <a:pt x="697810" y="89330"/>
                </a:lnTo>
                <a:lnTo>
                  <a:pt x="698090" y="88144"/>
                </a:lnTo>
                <a:lnTo>
                  <a:pt x="698349" y="86935"/>
                </a:lnTo>
                <a:lnTo>
                  <a:pt x="696002" y="85802"/>
                </a:lnTo>
                <a:lnTo>
                  <a:pt x="695651" y="86607"/>
                </a:lnTo>
                <a:lnTo>
                  <a:pt x="695299" y="87392"/>
                </a:lnTo>
                <a:lnTo>
                  <a:pt x="694946" y="88155"/>
                </a:lnTo>
                <a:lnTo>
                  <a:pt x="694592" y="88898"/>
                </a:lnTo>
                <a:close/>
                <a:moveTo>
                  <a:pt x="741439" y="39062"/>
                </a:moveTo>
                <a:lnTo>
                  <a:pt x="740688" y="39154"/>
                </a:lnTo>
                <a:lnTo>
                  <a:pt x="739941" y="39263"/>
                </a:lnTo>
                <a:lnTo>
                  <a:pt x="739198" y="39388"/>
                </a:lnTo>
                <a:lnTo>
                  <a:pt x="738457" y="39530"/>
                </a:lnTo>
                <a:lnTo>
                  <a:pt x="737720" y="39689"/>
                </a:lnTo>
                <a:lnTo>
                  <a:pt x="736987" y="39864"/>
                </a:lnTo>
                <a:lnTo>
                  <a:pt x="736257" y="40056"/>
                </a:lnTo>
                <a:lnTo>
                  <a:pt x="735530" y="40265"/>
                </a:lnTo>
                <a:lnTo>
                  <a:pt x="734806" y="40491"/>
                </a:lnTo>
                <a:lnTo>
                  <a:pt x="734086" y="40733"/>
                </a:lnTo>
                <a:lnTo>
                  <a:pt x="733370" y="40992"/>
                </a:lnTo>
                <a:lnTo>
                  <a:pt x="732656" y="41267"/>
                </a:lnTo>
                <a:lnTo>
                  <a:pt x="731946" y="41560"/>
                </a:lnTo>
                <a:lnTo>
                  <a:pt x="731240" y="41869"/>
                </a:lnTo>
                <a:lnTo>
                  <a:pt x="730537" y="42195"/>
                </a:lnTo>
                <a:lnTo>
                  <a:pt x="729837" y="42537"/>
                </a:lnTo>
                <a:lnTo>
                  <a:pt x="729140" y="42896"/>
                </a:lnTo>
                <a:lnTo>
                  <a:pt x="728447" y="43272"/>
                </a:lnTo>
                <a:lnTo>
                  <a:pt x="727757" y="43665"/>
                </a:lnTo>
                <a:lnTo>
                  <a:pt x="727075" y="44075"/>
                </a:lnTo>
                <a:lnTo>
                  <a:pt x="726404" y="44503"/>
                </a:lnTo>
                <a:lnTo>
                  <a:pt x="725743" y="44950"/>
                </a:lnTo>
                <a:lnTo>
                  <a:pt x="725094" y="45414"/>
                </a:lnTo>
                <a:lnTo>
                  <a:pt x="724456" y="45897"/>
                </a:lnTo>
                <a:lnTo>
                  <a:pt x="723829" y="46399"/>
                </a:lnTo>
                <a:lnTo>
                  <a:pt x="723213" y="46918"/>
                </a:lnTo>
                <a:lnTo>
                  <a:pt x="722608" y="47456"/>
                </a:lnTo>
                <a:lnTo>
                  <a:pt x="722015" y="48012"/>
                </a:lnTo>
                <a:lnTo>
                  <a:pt x="721432" y="48587"/>
                </a:lnTo>
                <a:lnTo>
                  <a:pt x="720861" y="49179"/>
                </a:lnTo>
                <a:lnTo>
                  <a:pt x="720300" y="49790"/>
                </a:lnTo>
                <a:lnTo>
                  <a:pt x="719751" y="50419"/>
                </a:lnTo>
                <a:lnTo>
                  <a:pt x="719213" y="51066"/>
                </a:lnTo>
                <a:lnTo>
                  <a:pt x="718686" y="51732"/>
                </a:lnTo>
                <a:lnTo>
                  <a:pt x="718170" y="52416"/>
                </a:lnTo>
                <a:lnTo>
                  <a:pt x="717665" y="53118"/>
                </a:lnTo>
                <a:lnTo>
                  <a:pt x="717171" y="53838"/>
                </a:lnTo>
                <a:lnTo>
                  <a:pt x="716689" y="54577"/>
                </a:lnTo>
                <a:lnTo>
                  <a:pt x="716217" y="55334"/>
                </a:lnTo>
                <a:lnTo>
                  <a:pt x="715757" y="56109"/>
                </a:lnTo>
                <a:lnTo>
                  <a:pt x="715307" y="56902"/>
                </a:lnTo>
                <a:lnTo>
                  <a:pt x="714869" y="57714"/>
                </a:lnTo>
                <a:lnTo>
                  <a:pt x="714442" y="58543"/>
                </a:lnTo>
                <a:lnTo>
                  <a:pt x="714029" y="59383"/>
                </a:lnTo>
                <a:lnTo>
                  <a:pt x="713634" y="60222"/>
                </a:lnTo>
                <a:lnTo>
                  <a:pt x="713256" y="61062"/>
                </a:lnTo>
                <a:lnTo>
                  <a:pt x="712896" y="61903"/>
                </a:lnTo>
                <a:lnTo>
                  <a:pt x="712554" y="62743"/>
                </a:lnTo>
                <a:lnTo>
                  <a:pt x="712229" y="63585"/>
                </a:lnTo>
                <a:lnTo>
                  <a:pt x="711921" y="64426"/>
                </a:lnTo>
                <a:lnTo>
                  <a:pt x="711631" y="65269"/>
                </a:lnTo>
                <a:lnTo>
                  <a:pt x="711359" y="66111"/>
                </a:lnTo>
                <a:lnTo>
                  <a:pt x="711104" y="66954"/>
                </a:lnTo>
                <a:lnTo>
                  <a:pt x="710867" y="67797"/>
                </a:lnTo>
                <a:lnTo>
                  <a:pt x="710648" y="68641"/>
                </a:lnTo>
                <a:lnTo>
                  <a:pt x="710446" y="69485"/>
                </a:lnTo>
                <a:lnTo>
                  <a:pt x="710261" y="70330"/>
                </a:lnTo>
                <a:lnTo>
                  <a:pt x="710094" y="71175"/>
                </a:lnTo>
                <a:lnTo>
                  <a:pt x="709945" y="72021"/>
                </a:lnTo>
                <a:lnTo>
                  <a:pt x="709813" y="72867"/>
                </a:lnTo>
                <a:lnTo>
                  <a:pt x="709699" y="73713"/>
                </a:lnTo>
                <a:lnTo>
                  <a:pt x="709603" y="74560"/>
                </a:lnTo>
                <a:lnTo>
                  <a:pt x="709524" y="75407"/>
                </a:lnTo>
                <a:lnTo>
                  <a:pt x="709462" y="76254"/>
                </a:lnTo>
                <a:lnTo>
                  <a:pt x="709418" y="77102"/>
                </a:lnTo>
                <a:lnTo>
                  <a:pt x="709392" y="77951"/>
                </a:lnTo>
                <a:lnTo>
                  <a:pt x="709383" y="78800"/>
                </a:lnTo>
                <a:lnTo>
                  <a:pt x="709397" y="79961"/>
                </a:lnTo>
                <a:lnTo>
                  <a:pt x="709441" y="81112"/>
                </a:lnTo>
                <a:lnTo>
                  <a:pt x="709513" y="82254"/>
                </a:lnTo>
                <a:lnTo>
                  <a:pt x="709615" y="83386"/>
                </a:lnTo>
                <a:lnTo>
                  <a:pt x="709745" y="84509"/>
                </a:lnTo>
                <a:lnTo>
                  <a:pt x="709904" y="85622"/>
                </a:lnTo>
                <a:lnTo>
                  <a:pt x="710092" y="86726"/>
                </a:lnTo>
                <a:lnTo>
                  <a:pt x="710309" y="87820"/>
                </a:lnTo>
                <a:lnTo>
                  <a:pt x="710555" y="88904"/>
                </a:lnTo>
                <a:lnTo>
                  <a:pt x="710830" y="89979"/>
                </a:lnTo>
                <a:lnTo>
                  <a:pt x="711134" y="91045"/>
                </a:lnTo>
                <a:lnTo>
                  <a:pt x="711467" y="92101"/>
                </a:lnTo>
                <a:lnTo>
                  <a:pt x="711829" y="93147"/>
                </a:lnTo>
                <a:lnTo>
                  <a:pt x="712220" y="94184"/>
                </a:lnTo>
                <a:lnTo>
                  <a:pt x="712640" y="95211"/>
                </a:lnTo>
                <a:lnTo>
                  <a:pt x="713088" y="96229"/>
                </a:lnTo>
                <a:lnTo>
                  <a:pt x="713566" y="97237"/>
                </a:lnTo>
                <a:lnTo>
                  <a:pt x="714073" y="98236"/>
                </a:lnTo>
                <a:lnTo>
                  <a:pt x="714608" y="99225"/>
                </a:lnTo>
                <a:lnTo>
                  <a:pt x="715173" y="100204"/>
                </a:lnTo>
                <a:lnTo>
                  <a:pt x="715766" y="101174"/>
                </a:lnTo>
                <a:lnTo>
                  <a:pt x="716389" y="102135"/>
                </a:lnTo>
                <a:lnTo>
                  <a:pt x="717040" y="103085"/>
                </a:lnTo>
                <a:lnTo>
                  <a:pt x="717720" y="104027"/>
                </a:lnTo>
                <a:lnTo>
                  <a:pt x="718555" y="105116"/>
                </a:lnTo>
                <a:lnTo>
                  <a:pt x="719414" y="106158"/>
                </a:lnTo>
                <a:lnTo>
                  <a:pt x="720297" y="107154"/>
                </a:lnTo>
                <a:lnTo>
                  <a:pt x="721203" y="108104"/>
                </a:lnTo>
                <a:lnTo>
                  <a:pt x="722134" y="109007"/>
                </a:lnTo>
                <a:lnTo>
                  <a:pt x="723088" y="109864"/>
                </a:lnTo>
                <a:lnTo>
                  <a:pt x="724066" y="110675"/>
                </a:lnTo>
                <a:lnTo>
                  <a:pt x="725068" y="111440"/>
                </a:lnTo>
                <a:lnTo>
                  <a:pt x="726094" y="112158"/>
                </a:lnTo>
                <a:lnTo>
                  <a:pt x="727144" y="112830"/>
                </a:lnTo>
                <a:lnTo>
                  <a:pt x="728218" y="113455"/>
                </a:lnTo>
                <a:lnTo>
                  <a:pt x="729316" y="114034"/>
                </a:lnTo>
                <a:lnTo>
                  <a:pt x="730437" y="114567"/>
                </a:lnTo>
                <a:lnTo>
                  <a:pt x="731583" y="115053"/>
                </a:lnTo>
                <a:lnTo>
                  <a:pt x="732752" y="115494"/>
                </a:lnTo>
                <a:lnTo>
                  <a:pt x="733945" y="115887"/>
                </a:lnTo>
                <a:lnTo>
                  <a:pt x="735162" y="116235"/>
                </a:lnTo>
                <a:lnTo>
                  <a:pt x="736403" y="116536"/>
                </a:lnTo>
                <a:lnTo>
                  <a:pt x="737668" y="116791"/>
                </a:lnTo>
                <a:lnTo>
                  <a:pt x="738957" y="116999"/>
                </a:lnTo>
                <a:lnTo>
                  <a:pt x="740270" y="117162"/>
                </a:lnTo>
                <a:lnTo>
                  <a:pt x="741606" y="117277"/>
                </a:lnTo>
                <a:lnTo>
                  <a:pt x="742967" y="117347"/>
                </a:lnTo>
                <a:lnTo>
                  <a:pt x="744351" y="117370"/>
                </a:lnTo>
                <a:lnTo>
                  <a:pt x="745204" y="117361"/>
                </a:lnTo>
                <a:lnTo>
                  <a:pt x="746051" y="117334"/>
                </a:lnTo>
                <a:lnTo>
                  <a:pt x="746891" y="117289"/>
                </a:lnTo>
                <a:lnTo>
                  <a:pt x="747725" y="117226"/>
                </a:lnTo>
                <a:lnTo>
                  <a:pt x="748552" y="117145"/>
                </a:lnTo>
                <a:lnTo>
                  <a:pt x="749372" y="117047"/>
                </a:lnTo>
                <a:lnTo>
                  <a:pt x="750186" y="116930"/>
                </a:lnTo>
                <a:lnTo>
                  <a:pt x="750993" y="116795"/>
                </a:lnTo>
                <a:lnTo>
                  <a:pt x="751794" y="116642"/>
                </a:lnTo>
                <a:lnTo>
                  <a:pt x="752588" y="116471"/>
                </a:lnTo>
                <a:lnTo>
                  <a:pt x="753375" y="116283"/>
                </a:lnTo>
                <a:lnTo>
                  <a:pt x="754156" y="116076"/>
                </a:lnTo>
                <a:lnTo>
                  <a:pt x="754930" y="115852"/>
                </a:lnTo>
                <a:lnTo>
                  <a:pt x="755697" y="115609"/>
                </a:lnTo>
                <a:lnTo>
                  <a:pt x="756458" y="115348"/>
                </a:lnTo>
                <a:lnTo>
                  <a:pt x="757212" y="115070"/>
                </a:lnTo>
                <a:lnTo>
                  <a:pt x="757960" y="114773"/>
                </a:lnTo>
                <a:lnTo>
                  <a:pt x="758701" y="114459"/>
                </a:lnTo>
                <a:lnTo>
                  <a:pt x="759436" y="114126"/>
                </a:lnTo>
                <a:lnTo>
                  <a:pt x="760163" y="113776"/>
                </a:lnTo>
                <a:lnTo>
                  <a:pt x="760885" y="113408"/>
                </a:lnTo>
                <a:lnTo>
                  <a:pt x="761599" y="113021"/>
                </a:lnTo>
                <a:lnTo>
                  <a:pt x="762307" y="112617"/>
                </a:lnTo>
                <a:lnTo>
                  <a:pt x="763009" y="112195"/>
                </a:lnTo>
                <a:lnTo>
                  <a:pt x="763701" y="111755"/>
                </a:lnTo>
                <a:lnTo>
                  <a:pt x="764380" y="111297"/>
                </a:lnTo>
                <a:lnTo>
                  <a:pt x="765047" y="110822"/>
                </a:lnTo>
                <a:lnTo>
                  <a:pt x="765701" y="110330"/>
                </a:lnTo>
                <a:lnTo>
                  <a:pt x="766343" y="109821"/>
                </a:lnTo>
                <a:lnTo>
                  <a:pt x="766973" y="109294"/>
                </a:lnTo>
                <a:lnTo>
                  <a:pt x="767590" y="108749"/>
                </a:lnTo>
                <a:lnTo>
                  <a:pt x="768194" y="108188"/>
                </a:lnTo>
                <a:lnTo>
                  <a:pt x="768786" y="107608"/>
                </a:lnTo>
                <a:lnTo>
                  <a:pt x="769365" y="107012"/>
                </a:lnTo>
                <a:lnTo>
                  <a:pt x="769932" y="106398"/>
                </a:lnTo>
                <a:lnTo>
                  <a:pt x="770486" y="105766"/>
                </a:lnTo>
                <a:lnTo>
                  <a:pt x="771028" y="105118"/>
                </a:lnTo>
                <a:lnTo>
                  <a:pt x="771557" y="104451"/>
                </a:lnTo>
                <a:lnTo>
                  <a:pt x="772074" y="103768"/>
                </a:lnTo>
                <a:lnTo>
                  <a:pt x="772578" y="103067"/>
                </a:lnTo>
                <a:lnTo>
                  <a:pt x="773070" y="102349"/>
                </a:lnTo>
                <a:lnTo>
                  <a:pt x="773549" y="101613"/>
                </a:lnTo>
                <a:lnTo>
                  <a:pt x="774016" y="100860"/>
                </a:lnTo>
                <a:lnTo>
                  <a:pt x="774470" y="100089"/>
                </a:lnTo>
                <a:lnTo>
                  <a:pt x="774912" y="99301"/>
                </a:lnTo>
                <a:lnTo>
                  <a:pt x="775341" y="98496"/>
                </a:lnTo>
                <a:lnTo>
                  <a:pt x="775758" y="97673"/>
                </a:lnTo>
                <a:lnTo>
                  <a:pt x="776162" y="96833"/>
                </a:lnTo>
                <a:lnTo>
                  <a:pt x="776552" y="95984"/>
                </a:lnTo>
                <a:lnTo>
                  <a:pt x="776925" y="95136"/>
                </a:lnTo>
                <a:lnTo>
                  <a:pt x="777282" y="94289"/>
                </a:lnTo>
                <a:lnTo>
                  <a:pt x="777622" y="93443"/>
                </a:lnTo>
                <a:lnTo>
                  <a:pt x="777945" y="92598"/>
                </a:lnTo>
                <a:lnTo>
                  <a:pt x="778252" y="91753"/>
                </a:lnTo>
                <a:lnTo>
                  <a:pt x="778542" y="90910"/>
                </a:lnTo>
                <a:lnTo>
                  <a:pt x="778816" y="90067"/>
                </a:lnTo>
                <a:lnTo>
                  <a:pt x="779073" y="89225"/>
                </a:lnTo>
                <a:lnTo>
                  <a:pt x="779313" y="88384"/>
                </a:lnTo>
                <a:lnTo>
                  <a:pt x="779537" y="87544"/>
                </a:lnTo>
                <a:lnTo>
                  <a:pt x="779744" y="86705"/>
                </a:lnTo>
                <a:lnTo>
                  <a:pt x="779935" y="85866"/>
                </a:lnTo>
                <a:lnTo>
                  <a:pt x="780109" y="85028"/>
                </a:lnTo>
                <a:lnTo>
                  <a:pt x="780267" y="84191"/>
                </a:lnTo>
                <a:lnTo>
                  <a:pt x="780408" y="83355"/>
                </a:lnTo>
                <a:lnTo>
                  <a:pt x="780532" y="82520"/>
                </a:lnTo>
                <a:lnTo>
                  <a:pt x="780640" y="81686"/>
                </a:lnTo>
                <a:lnTo>
                  <a:pt x="780731" y="80853"/>
                </a:lnTo>
                <a:lnTo>
                  <a:pt x="780806" y="80020"/>
                </a:lnTo>
                <a:lnTo>
                  <a:pt x="780864" y="79188"/>
                </a:lnTo>
                <a:lnTo>
                  <a:pt x="780905" y="78357"/>
                </a:lnTo>
                <a:lnTo>
                  <a:pt x="780930" y="77527"/>
                </a:lnTo>
                <a:lnTo>
                  <a:pt x="780938" y="76698"/>
                </a:lnTo>
                <a:lnTo>
                  <a:pt x="780923" y="75524"/>
                </a:lnTo>
                <a:lnTo>
                  <a:pt x="780878" y="74361"/>
                </a:lnTo>
                <a:lnTo>
                  <a:pt x="780803" y="73210"/>
                </a:lnTo>
                <a:lnTo>
                  <a:pt x="780698" y="72070"/>
                </a:lnTo>
                <a:lnTo>
                  <a:pt x="780562" y="70941"/>
                </a:lnTo>
                <a:lnTo>
                  <a:pt x="780397" y="69824"/>
                </a:lnTo>
                <a:lnTo>
                  <a:pt x="780201" y="68717"/>
                </a:lnTo>
                <a:lnTo>
                  <a:pt x="779976" y="67622"/>
                </a:lnTo>
                <a:lnTo>
                  <a:pt x="779720" y="66539"/>
                </a:lnTo>
                <a:lnTo>
                  <a:pt x="779435" y="65466"/>
                </a:lnTo>
                <a:lnTo>
                  <a:pt x="779119" y="64405"/>
                </a:lnTo>
                <a:lnTo>
                  <a:pt x="778773" y="63355"/>
                </a:lnTo>
                <a:lnTo>
                  <a:pt x="778397" y="62316"/>
                </a:lnTo>
                <a:lnTo>
                  <a:pt x="777991" y="61288"/>
                </a:lnTo>
                <a:lnTo>
                  <a:pt x="777555" y="60272"/>
                </a:lnTo>
                <a:lnTo>
                  <a:pt x="777089" y="59267"/>
                </a:lnTo>
                <a:lnTo>
                  <a:pt x="776593" y="58273"/>
                </a:lnTo>
                <a:lnTo>
                  <a:pt x="776066" y="57290"/>
                </a:lnTo>
                <a:lnTo>
                  <a:pt x="775510" y="56319"/>
                </a:lnTo>
                <a:lnTo>
                  <a:pt x="774924" y="55358"/>
                </a:lnTo>
                <a:lnTo>
                  <a:pt x="774307" y="54409"/>
                </a:lnTo>
                <a:lnTo>
                  <a:pt x="773660" y="53472"/>
                </a:lnTo>
                <a:lnTo>
                  <a:pt x="772984" y="52545"/>
                </a:lnTo>
                <a:lnTo>
                  <a:pt x="772277" y="51630"/>
                </a:lnTo>
                <a:lnTo>
                  <a:pt x="771416" y="50588"/>
                </a:lnTo>
                <a:lnTo>
                  <a:pt x="770531" y="49589"/>
                </a:lnTo>
                <a:lnTo>
                  <a:pt x="769624" y="48636"/>
                </a:lnTo>
                <a:lnTo>
                  <a:pt x="768693" y="47726"/>
                </a:lnTo>
                <a:lnTo>
                  <a:pt x="767739" y="46861"/>
                </a:lnTo>
                <a:lnTo>
                  <a:pt x="766763" y="46040"/>
                </a:lnTo>
                <a:lnTo>
                  <a:pt x="765763" y="45264"/>
                </a:lnTo>
                <a:lnTo>
                  <a:pt x="764740" y="44532"/>
                </a:lnTo>
                <a:lnTo>
                  <a:pt x="763694" y="43844"/>
                </a:lnTo>
                <a:lnTo>
                  <a:pt x="762626" y="43201"/>
                </a:lnTo>
                <a:lnTo>
                  <a:pt x="761534" y="42602"/>
                </a:lnTo>
                <a:lnTo>
                  <a:pt x="760419" y="42048"/>
                </a:lnTo>
                <a:lnTo>
                  <a:pt x="759281" y="41537"/>
                </a:lnTo>
                <a:lnTo>
                  <a:pt x="758120" y="41072"/>
                </a:lnTo>
                <a:lnTo>
                  <a:pt x="756936" y="40650"/>
                </a:lnTo>
                <a:lnTo>
                  <a:pt x="755728" y="40273"/>
                </a:lnTo>
                <a:lnTo>
                  <a:pt x="754498" y="39940"/>
                </a:lnTo>
                <a:lnTo>
                  <a:pt x="753245" y="39652"/>
                </a:lnTo>
                <a:lnTo>
                  <a:pt x="751969" y="39408"/>
                </a:lnTo>
                <a:lnTo>
                  <a:pt x="750669" y="39208"/>
                </a:lnTo>
                <a:lnTo>
                  <a:pt x="749347" y="39053"/>
                </a:lnTo>
                <a:lnTo>
                  <a:pt x="748002" y="38942"/>
                </a:lnTo>
                <a:lnTo>
                  <a:pt x="746633" y="38876"/>
                </a:lnTo>
                <a:lnTo>
                  <a:pt x="745242" y="38854"/>
                </a:lnTo>
                <a:lnTo>
                  <a:pt x="744474" y="38862"/>
                </a:lnTo>
                <a:lnTo>
                  <a:pt x="743710" y="38887"/>
                </a:lnTo>
                <a:lnTo>
                  <a:pt x="742950" y="38929"/>
                </a:lnTo>
                <a:lnTo>
                  <a:pt x="742193" y="38987"/>
                </a:lnTo>
                <a:lnTo>
                  <a:pt x="741439" y="39062"/>
                </a:lnTo>
                <a:close/>
                <a:moveTo>
                  <a:pt x="746305" y="44533"/>
                </a:moveTo>
                <a:lnTo>
                  <a:pt x="746987" y="44681"/>
                </a:lnTo>
                <a:lnTo>
                  <a:pt x="747658" y="44856"/>
                </a:lnTo>
                <a:lnTo>
                  <a:pt x="748317" y="45058"/>
                </a:lnTo>
                <a:lnTo>
                  <a:pt x="748966" y="45287"/>
                </a:lnTo>
                <a:lnTo>
                  <a:pt x="749604" y="45543"/>
                </a:lnTo>
                <a:lnTo>
                  <a:pt x="750231" y="45826"/>
                </a:lnTo>
                <a:lnTo>
                  <a:pt x="750847" y="46136"/>
                </a:lnTo>
                <a:lnTo>
                  <a:pt x="751452" y="46473"/>
                </a:lnTo>
                <a:lnTo>
                  <a:pt x="752046" y="46837"/>
                </a:lnTo>
                <a:lnTo>
                  <a:pt x="752629" y="47227"/>
                </a:lnTo>
                <a:lnTo>
                  <a:pt x="753201" y="47645"/>
                </a:lnTo>
                <a:lnTo>
                  <a:pt x="753762" y="48090"/>
                </a:lnTo>
                <a:lnTo>
                  <a:pt x="754312" y="48561"/>
                </a:lnTo>
                <a:lnTo>
                  <a:pt x="754852" y="49060"/>
                </a:lnTo>
                <a:lnTo>
                  <a:pt x="755380" y="49585"/>
                </a:lnTo>
                <a:lnTo>
                  <a:pt x="755897" y="50138"/>
                </a:lnTo>
                <a:lnTo>
                  <a:pt x="756403" y="50717"/>
                </a:lnTo>
                <a:lnTo>
                  <a:pt x="756899" y="51323"/>
                </a:lnTo>
                <a:lnTo>
                  <a:pt x="757383" y="51956"/>
                </a:lnTo>
                <a:lnTo>
                  <a:pt x="758077" y="52914"/>
                </a:lnTo>
                <a:lnTo>
                  <a:pt x="758741" y="53901"/>
                </a:lnTo>
                <a:lnTo>
                  <a:pt x="759375" y="54918"/>
                </a:lnTo>
                <a:lnTo>
                  <a:pt x="759980" y="55963"/>
                </a:lnTo>
                <a:lnTo>
                  <a:pt x="760556" y="57038"/>
                </a:lnTo>
                <a:lnTo>
                  <a:pt x="761102" y="58142"/>
                </a:lnTo>
                <a:lnTo>
                  <a:pt x="761618" y="59275"/>
                </a:lnTo>
                <a:lnTo>
                  <a:pt x="762105" y="60437"/>
                </a:lnTo>
                <a:lnTo>
                  <a:pt x="762562" y="61629"/>
                </a:lnTo>
                <a:lnTo>
                  <a:pt x="762990" y="62849"/>
                </a:lnTo>
                <a:lnTo>
                  <a:pt x="763389" y="64099"/>
                </a:lnTo>
                <a:lnTo>
                  <a:pt x="763758" y="65378"/>
                </a:lnTo>
                <a:lnTo>
                  <a:pt x="764097" y="66686"/>
                </a:lnTo>
                <a:lnTo>
                  <a:pt x="764407" y="68024"/>
                </a:lnTo>
                <a:lnTo>
                  <a:pt x="764687" y="69390"/>
                </a:lnTo>
                <a:lnTo>
                  <a:pt x="764938" y="70786"/>
                </a:lnTo>
                <a:lnTo>
                  <a:pt x="765159" y="72211"/>
                </a:lnTo>
                <a:lnTo>
                  <a:pt x="765351" y="73665"/>
                </a:lnTo>
                <a:lnTo>
                  <a:pt x="765514" y="75149"/>
                </a:lnTo>
                <a:lnTo>
                  <a:pt x="765646" y="76661"/>
                </a:lnTo>
                <a:lnTo>
                  <a:pt x="765750" y="78203"/>
                </a:lnTo>
                <a:lnTo>
                  <a:pt x="765823" y="79774"/>
                </a:lnTo>
                <a:lnTo>
                  <a:pt x="765868" y="81374"/>
                </a:lnTo>
                <a:lnTo>
                  <a:pt x="765882" y="83004"/>
                </a:lnTo>
                <a:lnTo>
                  <a:pt x="765874" y="84301"/>
                </a:lnTo>
                <a:lnTo>
                  <a:pt x="765847" y="85567"/>
                </a:lnTo>
                <a:lnTo>
                  <a:pt x="765803" y="86800"/>
                </a:lnTo>
                <a:lnTo>
                  <a:pt x="765741" y="88000"/>
                </a:lnTo>
                <a:lnTo>
                  <a:pt x="765661" y="89169"/>
                </a:lnTo>
                <a:lnTo>
                  <a:pt x="765564" y="90305"/>
                </a:lnTo>
                <a:lnTo>
                  <a:pt x="765449" y="91409"/>
                </a:lnTo>
                <a:lnTo>
                  <a:pt x="765316" y="92480"/>
                </a:lnTo>
                <a:lnTo>
                  <a:pt x="765165" y="93520"/>
                </a:lnTo>
                <a:lnTo>
                  <a:pt x="764997" y="94527"/>
                </a:lnTo>
                <a:lnTo>
                  <a:pt x="764811" y="95501"/>
                </a:lnTo>
                <a:lnTo>
                  <a:pt x="764608" y="96444"/>
                </a:lnTo>
                <a:lnTo>
                  <a:pt x="764386" y="97354"/>
                </a:lnTo>
                <a:lnTo>
                  <a:pt x="764147" y="98232"/>
                </a:lnTo>
                <a:lnTo>
                  <a:pt x="763890" y="99078"/>
                </a:lnTo>
                <a:lnTo>
                  <a:pt x="763616" y="99891"/>
                </a:lnTo>
                <a:lnTo>
                  <a:pt x="763324" y="100672"/>
                </a:lnTo>
                <a:lnTo>
                  <a:pt x="763014" y="101421"/>
                </a:lnTo>
                <a:lnTo>
                  <a:pt x="762686" y="102137"/>
                </a:lnTo>
                <a:lnTo>
                  <a:pt x="762341" y="102822"/>
                </a:lnTo>
                <a:lnTo>
                  <a:pt x="761978" y="103474"/>
                </a:lnTo>
                <a:lnTo>
                  <a:pt x="761597" y="104093"/>
                </a:lnTo>
                <a:lnTo>
                  <a:pt x="761199" y="104681"/>
                </a:lnTo>
                <a:lnTo>
                  <a:pt x="760783" y="105236"/>
                </a:lnTo>
                <a:lnTo>
                  <a:pt x="760353" y="105764"/>
                </a:lnTo>
                <a:lnTo>
                  <a:pt x="759914" y="106269"/>
                </a:lnTo>
                <a:lnTo>
                  <a:pt x="759465" y="106752"/>
                </a:lnTo>
                <a:lnTo>
                  <a:pt x="759007" y="107212"/>
                </a:lnTo>
                <a:lnTo>
                  <a:pt x="758539" y="107650"/>
                </a:lnTo>
                <a:lnTo>
                  <a:pt x="758061" y="108066"/>
                </a:lnTo>
                <a:lnTo>
                  <a:pt x="757574" y="108459"/>
                </a:lnTo>
                <a:lnTo>
                  <a:pt x="757077" y="108829"/>
                </a:lnTo>
                <a:lnTo>
                  <a:pt x="756571" y="109177"/>
                </a:lnTo>
                <a:lnTo>
                  <a:pt x="756056" y="109503"/>
                </a:lnTo>
                <a:lnTo>
                  <a:pt x="755530" y="109806"/>
                </a:lnTo>
                <a:lnTo>
                  <a:pt x="754995" y="110087"/>
                </a:lnTo>
                <a:lnTo>
                  <a:pt x="754451" y="110345"/>
                </a:lnTo>
                <a:lnTo>
                  <a:pt x="753897" y="110581"/>
                </a:lnTo>
                <a:lnTo>
                  <a:pt x="753333" y="110794"/>
                </a:lnTo>
                <a:lnTo>
                  <a:pt x="752760" y="110985"/>
                </a:lnTo>
                <a:lnTo>
                  <a:pt x="752178" y="111154"/>
                </a:lnTo>
                <a:lnTo>
                  <a:pt x="751586" y="111300"/>
                </a:lnTo>
                <a:lnTo>
                  <a:pt x="750984" y="111423"/>
                </a:lnTo>
                <a:lnTo>
                  <a:pt x="750373" y="111524"/>
                </a:lnTo>
                <a:lnTo>
                  <a:pt x="749752" y="111603"/>
                </a:lnTo>
                <a:lnTo>
                  <a:pt x="749121" y="111659"/>
                </a:lnTo>
                <a:lnTo>
                  <a:pt x="748481" y="111693"/>
                </a:lnTo>
                <a:lnTo>
                  <a:pt x="747832" y="111704"/>
                </a:lnTo>
                <a:lnTo>
                  <a:pt x="746962" y="111684"/>
                </a:lnTo>
                <a:lnTo>
                  <a:pt x="746106" y="111622"/>
                </a:lnTo>
                <a:lnTo>
                  <a:pt x="745265" y="111521"/>
                </a:lnTo>
                <a:lnTo>
                  <a:pt x="744438" y="111378"/>
                </a:lnTo>
                <a:lnTo>
                  <a:pt x="743625" y="111195"/>
                </a:lnTo>
                <a:lnTo>
                  <a:pt x="742826" y="110971"/>
                </a:lnTo>
                <a:lnTo>
                  <a:pt x="742041" y="110707"/>
                </a:lnTo>
                <a:lnTo>
                  <a:pt x="741271" y="110401"/>
                </a:lnTo>
                <a:lnTo>
                  <a:pt x="740514" y="110055"/>
                </a:lnTo>
                <a:lnTo>
                  <a:pt x="739772" y="109669"/>
                </a:lnTo>
                <a:lnTo>
                  <a:pt x="739045" y="109241"/>
                </a:lnTo>
                <a:lnTo>
                  <a:pt x="738331" y="108773"/>
                </a:lnTo>
                <a:lnTo>
                  <a:pt x="737631" y="108265"/>
                </a:lnTo>
                <a:lnTo>
                  <a:pt x="736946" y="107715"/>
                </a:lnTo>
                <a:lnTo>
                  <a:pt x="736275" y="107125"/>
                </a:lnTo>
                <a:lnTo>
                  <a:pt x="735618" y="106494"/>
                </a:lnTo>
                <a:lnTo>
                  <a:pt x="734975" y="105823"/>
                </a:lnTo>
                <a:lnTo>
                  <a:pt x="734347" y="105110"/>
                </a:lnTo>
                <a:lnTo>
                  <a:pt x="733733" y="104357"/>
                </a:lnTo>
                <a:lnTo>
                  <a:pt x="733132" y="103564"/>
                </a:lnTo>
                <a:lnTo>
                  <a:pt x="732546" y="102729"/>
                </a:lnTo>
                <a:lnTo>
                  <a:pt x="731975" y="101854"/>
                </a:lnTo>
                <a:lnTo>
                  <a:pt x="731417" y="100939"/>
                </a:lnTo>
                <a:lnTo>
                  <a:pt x="730874" y="99982"/>
                </a:lnTo>
                <a:lnTo>
                  <a:pt x="730349" y="98997"/>
                </a:lnTo>
                <a:lnTo>
                  <a:pt x="729846" y="97997"/>
                </a:lnTo>
                <a:lnTo>
                  <a:pt x="729366" y="96982"/>
                </a:lnTo>
                <a:lnTo>
                  <a:pt x="728908" y="95950"/>
                </a:lnTo>
                <a:lnTo>
                  <a:pt x="728472" y="94904"/>
                </a:lnTo>
                <a:lnTo>
                  <a:pt x="728058" y="93842"/>
                </a:lnTo>
                <a:lnTo>
                  <a:pt x="727667" y="92765"/>
                </a:lnTo>
                <a:lnTo>
                  <a:pt x="727299" y="91672"/>
                </a:lnTo>
                <a:lnTo>
                  <a:pt x="726952" y="90564"/>
                </a:lnTo>
                <a:lnTo>
                  <a:pt x="726628" y="89440"/>
                </a:lnTo>
                <a:lnTo>
                  <a:pt x="726327" y="88301"/>
                </a:lnTo>
                <a:lnTo>
                  <a:pt x="726047" y="87147"/>
                </a:lnTo>
                <a:lnTo>
                  <a:pt x="725791" y="85977"/>
                </a:lnTo>
                <a:lnTo>
                  <a:pt x="725556" y="84791"/>
                </a:lnTo>
                <a:lnTo>
                  <a:pt x="725344" y="83591"/>
                </a:lnTo>
                <a:lnTo>
                  <a:pt x="725154" y="82374"/>
                </a:lnTo>
                <a:lnTo>
                  <a:pt x="724986" y="81143"/>
                </a:lnTo>
                <a:lnTo>
                  <a:pt x="724841" y="79896"/>
                </a:lnTo>
                <a:lnTo>
                  <a:pt x="724718" y="78633"/>
                </a:lnTo>
                <a:lnTo>
                  <a:pt x="724617" y="77355"/>
                </a:lnTo>
                <a:lnTo>
                  <a:pt x="724539" y="76062"/>
                </a:lnTo>
                <a:lnTo>
                  <a:pt x="724483" y="74753"/>
                </a:lnTo>
                <a:lnTo>
                  <a:pt x="724450" y="73429"/>
                </a:lnTo>
                <a:lnTo>
                  <a:pt x="724439" y="72089"/>
                </a:lnTo>
                <a:lnTo>
                  <a:pt x="724443" y="71260"/>
                </a:lnTo>
                <a:lnTo>
                  <a:pt x="724457" y="70443"/>
                </a:lnTo>
                <a:lnTo>
                  <a:pt x="724480" y="69640"/>
                </a:lnTo>
                <a:lnTo>
                  <a:pt x="724513" y="68848"/>
                </a:lnTo>
                <a:lnTo>
                  <a:pt x="724555" y="68070"/>
                </a:lnTo>
                <a:lnTo>
                  <a:pt x="724606" y="67304"/>
                </a:lnTo>
                <a:lnTo>
                  <a:pt x="724666" y="66551"/>
                </a:lnTo>
                <a:lnTo>
                  <a:pt x="724736" y="65810"/>
                </a:lnTo>
                <a:lnTo>
                  <a:pt x="724814" y="65082"/>
                </a:lnTo>
                <a:lnTo>
                  <a:pt x="724902" y="64367"/>
                </a:lnTo>
                <a:lnTo>
                  <a:pt x="725000" y="63664"/>
                </a:lnTo>
                <a:lnTo>
                  <a:pt x="725107" y="62974"/>
                </a:lnTo>
                <a:lnTo>
                  <a:pt x="725222" y="62296"/>
                </a:lnTo>
                <a:lnTo>
                  <a:pt x="725348" y="61631"/>
                </a:lnTo>
                <a:lnTo>
                  <a:pt x="725482" y="60979"/>
                </a:lnTo>
                <a:lnTo>
                  <a:pt x="725626" y="60340"/>
                </a:lnTo>
                <a:lnTo>
                  <a:pt x="725779" y="59713"/>
                </a:lnTo>
                <a:lnTo>
                  <a:pt x="725941" y="59098"/>
                </a:lnTo>
                <a:lnTo>
                  <a:pt x="726113" y="58497"/>
                </a:lnTo>
                <a:lnTo>
                  <a:pt x="726294" y="57907"/>
                </a:lnTo>
                <a:lnTo>
                  <a:pt x="726484" y="57331"/>
                </a:lnTo>
                <a:lnTo>
                  <a:pt x="726683" y="56767"/>
                </a:lnTo>
                <a:lnTo>
                  <a:pt x="726892" y="56216"/>
                </a:lnTo>
                <a:lnTo>
                  <a:pt x="727110" y="55677"/>
                </a:lnTo>
                <a:lnTo>
                  <a:pt x="727335" y="55152"/>
                </a:lnTo>
                <a:lnTo>
                  <a:pt x="727567" y="54640"/>
                </a:lnTo>
                <a:lnTo>
                  <a:pt x="727804" y="54141"/>
                </a:lnTo>
                <a:lnTo>
                  <a:pt x="728046" y="53655"/>
                </a:lnTo>
                <a:lnTo>
                  <a:pt x="728295" y="53183"/>
                </a:lnTo>
                <a:lnTo>
                  <a:pt x="728549" y="52724"/>
                </a:lnTo>
                <a:lnTo>
                  <a:pt x="728809" y="52278"/>
                </a:lnTo>
                <a:lnTo>
                  <a:pt x="729075" y="51846"/>
                </a:lnTo>
                <a:lnTo>
                  <a:pt x="729347" y="51427"/>
                </a:lnTo>
                <a:lnTo>
                  <a:pt x="729624" y="51021"/>
                </a:lnTo>
                <a:lnTo>
                  <a:pt x="729907" y="50629"/>
                </a:lnTo>
                <a:lnTo>
                  <a:pt x="730196" y="50250"/>
                </a:lnTo>
                <a:lnTo>
                  <a:pt x="730491" y="49885"/>
                </a:lnTo>
                <a:lnTo>
                  <a:pt x="730791" y="49532"/>
                </a:lnTo>
                <a:lnTo>
                  <a:pt x="731097" y="49194"/>
                </a:lnTo>
                <a:lnTo>
                  <a:pt x="731409" y="48868"/>
                </a:lnTo>
                <a:lnTo>
                  <a:pt x="731727" y="48556"/>
                </a:lnTo>
                <a:lnTo>
                  <a:pt x="732050" y="48257"/>
                </a:lnTo>
                <a:lnTo>
                  <a:pt x="732379" y="47971"/>
                </a:lnTo>
                <a:lnTo>
                  <a:pt x="732714" y="47699"/>
                </a:lnTo>
                <a:lnTo>
                  <a:pt x="733055" y="47440"/>
                </a:lnTo>
                <a:lnTo>
                  <a:pt x="733401" y="47194"/>
                </a:lnTo>
                <a:lnTo>
                  <a:pt x="733754" y="46962"/>
                </a:lnTo>
                <a:lnTo>
                  <a:pt x="734112" y="46743"/>
                </a:lnTo>
                <a:lnTo>
                  <a:pt x="734472" y="46535"/>
                </a:lnTo>
                <a:lnTo>
                  <a:pt x="734833" y="46336"/>
                </a:lnTo>
                <a:lnTo>
                  <a:pt x="735194" y="46146"/>
                </a:lnTo>
                <a:lnTo>
                  <a:pt x="735554" y="45965"/>
                </a:lnTo>
                <a:lnTo>
                  <a:pt x="735914" y="45792"/>
                </a:lnTo>
                <a:lnTo>
                  <a:pt x="736274" y="45629"/>
                </a:lnTo>
                <a:lnTo>
                  <a:pt x="736634" y="45474"/>
                </a:lnTo>
                <a:lnTo>
                  <a:pt x="736994" y="45328"/>
                </a:lnTo>
                <a:lnTo>
                  <a:pt x="737354" y="45191"/>
                </a:lnTo>
                <a:lnTo>
                  <a:pt x="737713" y="45063"/>
                </a:lnTo>
                <a:lnTo>
                  <a:pt x="738073" y="44943"/>
                </a:lnTo>
                <a:lnTo>
                  <a:pt x="738432" y="44833"/>
                </a:lnTo>
                <a:lnTo>
                  <a:pt x="738791" y="44731"/>
                </a:lnTo>
                <a:lnTo>
                  <a:pt x="739150" y="44638"/>
                </a:lnTo>
                <a:lnTo>
                  <a:pt x="739509" y="44554"/>
                </a:lnTo>
                <a:lnTo>
                  <a:pt x="739868" y="44479"/>
                </a:lnTo>
                <a:lnTo>
                  <a:pt x="740226" y="44413"/>
                </a:lnTo>
                <a:lnTo>
                  <a:pt x="740585" y="44355"/>
                </a:lnTo>
                <a:lnTo>
                  <a:pt x="740943" y="44306"/>
                </a:lnTo>
                <a:lnTo>
                  <a:pt x="741301" y="44267"/>
                </a:lnTo>
                <a:lnTo>
                  <a:pt x="741659" y="44236"/>
                </a:lnTo>
                <a:lnTo>
                  <a:pt x="742017" y="44214"/>
                </a:lnTo>
                <a:lnTo>
                  <a:pt x="742375" y="44200"/>
                </a:lnTo>
                <a:lnTo>
                  <a:pt x="742732" y="44196"/>
                </a:lnTo>
                <a:lnTo>
                  <a:pt x="743469" y="44209"/>
                </a:lnTo>
                <a:lnTo>
                  <a:pt x="744194" y="44250"/>
                </a:lnTo>
                <a:lnTo>
                  <a:pt x="744909" y="44317"/>
                </a:lnTo>
                <a:lnTo>
                  <a:pt x="745613" y="44411"/>
                </a:lnTo>
                <a:lnTo>
                  <a:pt x="746305" y="44533"/>
                </a:lnTo>
                <a:close/>
                <a:moveTo>
                  <a:pt x="962417" y="39062"/>
                </a:moveTo>
                <a:lnTo>
                  <a:pt x="961667" y="39154"/>
                </a:lnTo>
                <a:lnTo>
                  <a:pt x="960920" y="39263"/>
                </a:lnTo>
                <a:lnTo>
                  <a:pt x="960176" y="39388"/>
                </a:lnTo>
                <a:lnTo>
                  <a:pt x="959436" y="39530"/>
                </a:lnTo>
                <a:lnTo>
                  <a:pt x="958699" y="39689"/>
                </a:lnTo>
                <a:lnTo>
                  <a:pt x="957965" y="39864"/>
                </a:lnTo>
                <a:lnTo>
                  <a:pt x="957235" y="40056"/>
                </a:lnTo>
                <a:lnTo>
                  <a:pt x="956508" y="40265"/>
                </a:lnTo>
                <a:lnTo>
                  <a:pt x="955785" y="40491"/>
                </a:lnTo>
                <a:lnTo>
                  <a:pt x="955065" y="40733"/>
                </a:lnTo>
                <a:lnTo>
                  <a:pt x="954348" y="40992"/>
                </a:lnTo>
                <a:lnTo>
                  <a:pt x="953634" y="41267"/>
                </a:lnTo>
                <a:lnTo>
                  <a:pt x="952925" y="41560"/>
                </a:lnTo>
                <a:lnTo>
                  <a:pt x="952218" y="41869"/>
                </a:lnTo>
                <a:lnTo>
                  <a:pt x="951515" y="42195"/>
                </a:lnTo>
                <a:lnTo>
                  <a:pt x="950815" y="42537"/>
                </a:lnTo>
                <a:lnTo>
                  <a:pt x="950118" y="42896"/>
                </a:lnTo>
                <a:lnTo>
                  <a:pt x="949425" y="43272"/>
                </a:lnTo>
                <a:lnTo>
                  <a:pt x="948736" y="43665"/>
                </a:lnTo>
                <a:lnTo>
                  <a:pt x="948053" y="44075"/>
                </a:lnTo>
                <a:lnTo>
                  <a:pt x="947382" y="44503"/>
                </a:lnTo>
                <a:lnTo>
                  <a:pt x="946722" y="44950"/>
                </a:lnTo>
                <a:lnTo>
                  <a:pt x="946072" y="45414"/>
                </a:lnTo>
                <a:lnTo>
                  <a:pt x="945434" y="45897"/>
                </a:lnTo>
                <a:lnTo>
                  <a:pt x="944807" y="46399"/>
                </a:lnTo>
                <a:lnTo>
                  <a:pt x="944191" y="46918"/>
                </a:lnTo>
                <a:lnTo>
                  <a:pt x="943587" y="47456"/>
                </a:lnTo>
                <a:lnTo>
                  <a:pt x="942993" y="48012"/>
                </a:lnTo>
                <a:lnTo>
                  <a:pt x="942410" y="48587"/>
                </a:lnTo>
                <a:lnTo>
                  <a:pt x="941839" y="49179"/>
                </a:lnTo>
                <a:lnTo>
                  <a:pt x="941279" y="49790"/>
                </a:lnTo>
                <a:lnTo>
                  <a:pt x="940729" y="50419"/>
                </a:lnTo>
                <a:lnTo>
                  <a:pt x="940191" y="51066"/>
                </a:lnTo>
                <a:lnTo>
                  <a:pt x="939664" y="51732"/>
                </a:lnTo>
                <a:lnTo>
                  <a:pt x="939148" y="52416"/>
                </a:lnTo>
                <a:lnTo>
                  <a:pt x="938643" y="53118"/>
                </a:lnTo>
                <a:lnTo>
                  <a:pt x="938150" y="53838"/>
                </a:lnTo>
                <a:lnTo>
                  <a:pt x="937667" y="54577"/>
                </a:lnTo>
                <a:lnTo>
                  <a:pt x="937195" y="55334"/>
                </a:lnTo>
                <a:lnTo>
                  <a:pt x="936735" y="56109"/>
                </a:lnTo>
                <a:lnTo>
                  <a:pt x="936286" y="56902"/>
                </a:lnTo>
                <a:lnTo>
                  <a:pt x="935847" y="57714"/>
                </a:lnTo>
                <a:lnTo>
                  <a:pt x="935420" y="58543"/>
                </a:lnTo>
                <a:lnTo>
                  <a:pt x="935007" y="59383"/>
                </a:lnTo>
                <a:lnTo>
                  <a:pt x="934612" y="60222"/>
                </a:lnTo>
                <a:lnTo>
                  <a:pt x="934234" y="61062"/>
                </a:lnTo>
                <a:lnTo>
                  <a:pt x="933874" y="61903"/>
                </a:lnTo>
                <a:lnTo>
                  <a:pt x="933532" y="62743"/>
                </a:lnTo>
                <a:lnTo>
                  <a:pt x="933207" y="63585"/>
                </a:lnTo>
                <a:lnTo>
                  <a:pt x="932899" y="64426"/>
                </a:lnTo>
                <a:lnTo>
                  <a:pt x="932610" y="65269"/>
                </a:lnTo>
                <a:lnTo>
                  <a:pt x="932337" y="66111"/>
                </a:lnTo>
                <a:lnTo>
                  <a:pt x="932083" y="66954"/>
                </a:lnTo>
                <a:lnTo>
                  <a:pt x="931846" y="67797"/>
                </a:lnTo>
                <a:lnTo>
                  <a:pt x="931626" y="68641"/>
                </a:lnTo>
                <a:lnTo>
                  <a:pt x="931424" y="69485"/>
                </a:lnTo>
                <a:lnTo>
                  <a:pt x="931239" y="70330"/>
                </a:lnTo>
                <a:lnTo>
                  <a:pt x="931073" y="71175"/>
                </a:lnTo>
                <a:lnTo>
                  <a:pt x="930923" y="72021"/>
                </a:lnTo>
                <a:lnTo>
                  <a:pt x="930792" y="72867"/>
                </a:lnTo>
                <a:lnTo>
                  <a:pt x="930677" y="73713"/>
                </a:lnTo>
                <a:lnTo>
                  <a:pt x="930581" y="74560"/>
                </a:lnTo>
                <a:lnTo>
                  <a:pt x="930502" y="75407"/>
                </a:lnTo>
                <a:lnTo>
                  <a:pt x="930440" y="76254"/>
                </a:lnTo>
                <a:lnTo>
                  <a:pt x="930396" y="77102"/>
                </a:lnTo>
                <a:lnTo>
                  <a:pt x="930370" y="77951"/>
                </a:lnTo>
                <a:lnTo>
                  <a:pt x="930361" y="78800"/>
                </a:lnTo>
                <a:lnTo>
                  <a:pt x="930376" y="79961"/>
                </a:lnTo>
                <a:lnTo>
                  <a:pt x="930419" y="81112"/>
                </a:lnTo>
                <a:lnTo>
                  <a:pt x="930491" y="82254"/>
                </a:lnTo>
                <a:lnTo>
                  <a:pt x="930593" y="83386"/>
                </a:lnTo>
                <a:lnTo>
                  <a:pt x="930723" y="84509"/>
                </a:lnTo>
                <a:lnTo>
                  <a:pt x="930882" y="85622"/>
                </a:lnTo>
                <a:lnTo>
                  <a:pt x="931070" y="86726"/>
                </a:lnTo>
                <a:lnTo>
                  <a:pt x="931288" y="87820"/>
                </a:lnTo>
                <a:lnTo>
                  <a:pt x="931534" y="88904"/>
                </a:lnTo>
                <a:lnTo>
                  <a:pt x="931809" y="89979"/>
                </a:lnTo>
                <a:lnTo>
                  <a:pt x="932113" y="91045"/>
                </a:lnTo>
                <a:lnTo>
                  <a:pt x="932445" y="92101"/>
                </a:lnTo>
                <a:lnTo>
                  <a:pt x="932807" y="93147"/>
                </a:lnTo>
                <a:lnTo>
                  <a:pt x="933198" y="94184"/>
                </a:lnTo>
                <a:lnTo>
                  <a:pt x="933618" y="95211"/>
                </a:lnTo>
                <a:lnTo>
                  <a:pt x="934067" y="96229"/>
                </a:lnTo>
                <a:lnTo>
                  <a:pt x="934544" y="97237"/>
                </a:lnTo>
                <a:lnTo>
                  <a:pt x="935051" y="98236"/>
                </a:lnTo>
                <a:lnTo>
                  <a:pt x="935586" y="99225"/>
                </a:lnTo>
                <a:lnTo>
                  <a:pt x="936151" y="100204"/>
                </a:lnTo>
                <a:lnTo>
                  <a:pt x="936744" y="101174"/>
                </a:lnTo>
                <a:lnTo>
                  <a:pt x="937367" y="102135"/>
                </a:lnTo>
                <a:lnTo>
                  <a:pt x="938018" y="103085"/>
                </a:lnTo>
                <a:lnTo>
                  <a:pt x="938698" y="104027"/>
                </a:lnTo>
                <a:lnTo>
                  <a:pt x="939533" y="105116"/>
                </a:lnTo>
                <a:lnTo>
                  <a:pt x="940392" y="106158"/>
                </a:lnTo>
                <a:lnTo>
                  <a:pt x="941275" y="107154"/>
                </a:lnTo>
                <a:lnTo>
                  <a:pt x="942181" y="108104"/>
                </a:lnTo>
                <a:lnTo>
                  <a:pt x="943112" y="109007"/>
                </a:lnTo>
                <a:lnTo>
                  <a:pt x="944066" y="109864"/>
                </a:lnTo>
                <a:lnTo>
                  <a:pt x="945044" y="110675"/>
                </a:lnTo>
                <a:lnTo>
                  <a:pt x="946046" y="111440"/>
                </a:lnTo>
                <a:lnTo>
                  <a:pt x="947072" y="112158"/>
                </a:lnTo>
                <a:lnTo>
                  <a:pt x="948122" y="112830"/>
                </a:lnTo>
                <a:lnTo>
                  <a:pt x="949196" y="113455"/>
                </a:lnTo>
                <a:lnTo>
                  <a:pt x="950294" y="114034"/>
                </a:lnTo>
                <a:lnTo>
                  <a:pt x="951415" y="114567"/>
                </a:lnTo>
                <a:lnTo>
                  <a:pt x="952561" y="115053"/>
                </a:lnTo>
                <a:lnTo>
                  <a:pt x="953730" y="115494"/>
                </a:lnTo>
                <a:lnTo>
                  <a:pt x="954923" y="115887"/>
                </a:lnTo>
                <a:lnTo>
                  <a:pt x="956141" y="116235"/>
                </a:lnTo>
                <a:lnTo>
                  <a:pt x="957382" y="116536"/>
                </a:lnTo>
                <a:lnTo>
                  <a:pt x="958646" y="116791"/>
                </a:lnTo>
                <a:lnTo>
                  <a:pt x="959935" y="116999"/>
                </a:lnTo>
                <a:lnTo>
                  <a:pt x="961248" y="117162"/>
                </a:lnTo>
                <a:lnTo>
                  <a:pt x="962585" y="117277"/>
                </a:lnTo>
                <a:lnTo>
                  <a:pt x="963945" y="117347"/>
                </a:lnTo>
                <a:lnTo>
                  <a:pt x="965329" y="117370"/>
                </a:lnTo>
                <a:lnTo>
                  <a:pt x="966183" y="117361"/>
                </a:lnTo>
                <a:lnTo>
                  <a:pt x="967029" y="117334"/>
                </a:lnTo>
                <a:lnTo>
                  <a:pt x="967870" y="117289"/>
                </a:lnTo>
                <a:lnTo>
                  <a:pt x="968703" y="117226"/>
                </a:lnTo>
                <a:lnTo>
                  <a:pt x="969530" y="117145"/>
                </a:lnTo>
                <a:lnTo>
                  <a:pt x="970350" y="117047"/>
                </a:lnTo>
                <a:lnTo>
                  <a:pt x="971164" y="116930"/>
                </a:lnTo>
                <a:lnTo>
                  <a:pt x="971971" y="116795"/>
                </a:lnTo>
                <a:lnTo>
                  <a:pt x="972772" y="116642"/>
                </a:lnTo>
                <a:lnTo>
                  <a:pt x="973566" y="116471"/>
                </a:lnTo>
                <a:lnTo>
                  <a:pt x="974353" y="116283"/>
                </a:lnTo>
                <a:lnTo>
                  <a:pt x="975134" y="116076"/>
                </a:lnTo>
                <a:lnTo>
                  <a:pt x="975908" y="115852"/>
                </a:lnTo>
                <a:lnTo>
                  <a:pt x="976675" y="115609"/>
                </a:lnTo>
                <a:lnTo>
                  <a:pt x="977436" y="115348"/>
                </a:lnTo>
                <a:lnTo>
                  <a:pt x="978191" y="115070"/>
                </a:lnTo>
                <a:lnTo>
                  <a:pt x="978938" y="114773"/>
                </a:lnTo>
                <a:lnTo>
                  <a:pt x="979679" y="114459"/>
                </a:lnTo>
                <a:lnTo>
                  <a:pt x="980414" y="114126"/>
                </a:lnTo>
                <a:lnTo>
                  <a:pt x="981142" y="113776"/>
                </a:lnTo>
                <a:lnTo>
                  <a:pt x="981863" y="113408"/>
                </a:lnTo>
                <a:lnTo>
                  <a:pt x="982578" y="113021"/>
                </a:lnTo>
                <a:lnTo>
                  <a:pt x="983286" y="112617"/>
                </a:lnTo>
                <a:lnTo>
                  <a:pt x="983987" y="112195"/>
                </a:lnTo>
                <a:lnTo>
                  <a:pt x="984679" y="111755"/>
                </a:lnTo>
                <a:lnTo>
                  <a:pt x="985358" y="111297"/>
                </a:lnTo>
                <a:lnTo>
                  <a:pt x="986025" y="110822"/>
                </a:lnTo>
                <a:lnTo>
                  <a:pt x="986680" y="110330"/>
                </a:lnTo>
                <a:lnTo>
                  <a:pt x="987322" y="109821"/>
                </a:lnTo>
                <a:lnTo>
                  <a:pt x="987951" y="109294"/>
                </a:lnTo>
                <a:lnTo>
                  <a:pt x="988568" y="108749"/>
                </a:lnTo>
                <a:lnTo>
                  <a:pt x="989172" y="108188"/>
                </a:lnTo>
                <a:lnTo>
                  <a:pt x="989764" y="107608"/>
                </a:lnTo>
                <a:lnTo>
                  <a:pt x="990343" y="107012"/>
                </a:lnTo>
                <a:lnTo>
                  <a:pt x="990910" y="106398"/>
                </a:lnTo>
                <a:lnTo>
                  <a:pt x="991464" y="105766"/>
                </a:lnTo>
                <a:lnTo>
                  <a:pt x="992006" y="105118"/>
                </a:lnTo>
                <a:lnTo>
                  <a:pt x="992536" y="104451"/>
                </a:lnTo>
                <a:lnTo>
                  <a:pt x="993052" y="103768"/>
                </a:lnTo>
                <a:lnTo>
                  <a:pt x="993557" y="103067"/>
                </a:lnTo>
                <a:lnTo>
                  <a:pt x="994048" y="102349"/>
                </a:lnTo>
                <a:lnTo>
                  <a:pt x="994528" y="101613"/>
                </a:lnTo>
                <a:lnTo>
                  <a:pt x="994994" y="100860"/>
                </a:lnTo>
                <a:lnTo>
                  <a:pt x="995449" y="100089"/>
                </a:lnTo>
                <a:lnTo>
                  <a:pt x="995890" y="99301"/>
                </a:lnTo>
                <a:lnTo>
                  <a:pt x="996320" y="98496"/>
                </a:lnTo>
                <a:lnTo>
                  <a:pt x="996736" y="97673"/>
                </a:lnTo>
                <a:lnTo>
                  <a:pt x="997141" y="96833"/>
                </a:lnTo>
                <a:lnTo>
                  <a:pt x="997530" y="95984"/>
                </a:lnTo>
                <a:lnTo>
                  <a:pt x="997903" y="95136"/>
                </a:lnTo>
                <a:lnTo>
                  <a:pt x="998260" y="94289"/>
                </a:lnTo>
                <a:lnTo>
                  <a:pt x="998600" y="93443"/>
                </a:lnTo>
                <a:lnTo>
                  <a:pt x="998923" y="92598"/>
                </a:lnTo>
                <a:lnTo>
                  <a:pt x="999230" y="91753"/>
                </a:lnTo>
                <a:lnTo>
                  <a:pt x="999520" y="90910"/>
                </a:lnTo>
                <a:lnTo>
                  <a:pt x="999794" y="90067"/>
                </a:lnTo>
                <a:lnTo>
                  <a:pt x="1000051" y="89225"/>
                </a:lnTo>
                <a:lnTo>
                  <a:pt x="1000291" y="88384"/>
                </a:lnTo>
                <a:lnTo>
                  <a:pt x="1000515" y="87544"/>
                </a:lnTo>
                <a:lnTo>
                  <a:pt x="1000722" y="86705"/>
                </a:lnTo>
                <a:lnTo>
                  <a:pt x="1000913" y="85866"/>
                </a:lnTo>
                <a:lnTo>
                  <a:pt x="1001087" y="85028"/>
                </a:lnTo>
                <a:lnTo>
                  <a:pt x="1001245" y="84191"/>
                </a:lnTo>
                <a:lnTo>
                  <a:pt x="1001386" y="83355"/>
                </a:lnTo>
                <a:lnTo>
                  <a:pt x="1001510" y="82520"/>
                </a:lnTo>
                <a:lnTo>
                  <a:pt x="1001618" y="81686"/>
                </a:lnTo>
                <a:lnTo>
                  <a:pt x="1001709" y="80853"/>
                </a:lnTo>
                <a:lnTo>
                  <a:pt x="1001784" y="80020"/>
                </a:lnTo>
                <a:lnTo>
                  <a:pt x="1001842" y="79188"/>
                </a:lnTo>
                <a:lnTo>
                  <a:pt x="1001883" y="78357"/>
                </a:lnTo>
                <a:lnTo>
                  <a:pt x="1001908" y="77527"/>
                </a:lnTo>
                <a:lnTo>
                  <a:pt x="1001916" y="76698"/>
                </a:lnTo>
                <a:lnTo>
                  <a:pt x="1001901" y="75524"/>
                </a:lnTo>
                <a:lnTo>
                  <a:pt x="1001856" y="74361"/>
                </a:lnTo>
                <a:lnTo>
                  <a:pt x="1001781" y="73210"/>
                </a:lnTo>
                <a:lnTo>
                  <a:pt x="1001676" y="72070"/>
                </a:lnTo>
                <a:lnTo>
                  <a:pt x="1001540" y="70941"/>
                </a:lnTo>
                <a:lnTo>
                  <a:pt x="1001375" y="69824"/>
                </a:lnTo>
                <a:lnTo>
                  <a:pt x="1001180" y="68717"/>
                </a:lnTo>
                <a:lnTo>
                  <a:pt x="1000954" y="67622"/>
                </a:lnTo>
                <a:lnTo>
                  <a:pt x="1000698" y="66539"/>
                </a:lnTo>
                <a:lnTo>
                  <a:pt x="1000413" y="65466"/>
                </a:lnTo>
                <a:lnTo>
                  <a:pt x="1000097" y="64405"/>
                </a:lnTo>
                <a:lnTo>
                  <a:pt x="999751" y="63355"/>
                </a:lnTo>
                <a:lnTo>
                  <a:pt x="999375" y="62316"/>
                </a:lnTo>
                <a:lnTo>
                  <a:pt x="998969" y="61288"/>
                </a:lnTo>
                <a:lnTo>
                  <a:pt x="998533" y="60272"/>
                </a:lnTo>
                <a:lnTo>
                  <a:pt x="998067" y="59267"/>
                </a:lnTo>
                <a:lnTo>
                  <a:pt x="997571" y="58273"/>
                </a:lnTo>
                <a:lnTo>
                  <a:pt x="997045" y="57290"/>
                </a:lnTo>
                <a:lnTo>
                  <a:pt x="996488" y="56319"/>
                </a:lnTo>
                <a:lnTo>
                  <a:pt x="995902" y="55358"/>
                </a:lnTo>
                <a:lnTo>
                  <a:pt x="995285" y="54409"/>
                </a:lnTo>
                <a:lnTo>
                  <a:pt x="994639" y="53472"/>
                </a:lnTo>
                <a:lnTo>
                  <a:pt x="993962" y="52545"/>
                </a:lnTo>
                <a:lnTo>
                  <a:pt x="993255" y="51630"/>
                </a:lnTo>
                <a:lnTo>
                  <a:pt x="992394" y="50588"/>
                </a:lnTo>
                <a:lnTo>
                  <a:pt x="991509" y="49589"/>
                </a:lnTo>
                <a:lnTo>
                  <a:pt x="990602" y="48636"/>
                </a:lnTo>
                <a:lnTo>
                  <a:pt x="989671" y="47726"/>
                </a:lnTo>
                <a:lnTo>
                  <a:pt x="988718" y="46861"/>
                </a:lnTo>
                <a:lnTo>
                  <a:pt x="987741" y="46040"/>
                </a:lnTo>
                <a:lnTo>
                  <a:pt x="986741" y="45264"/>
                </a:lnTo>
                <a:lnTo>
                  <a:pt x="985718" y="44532"/>
                </a:lnTo>
                <a:lnTo>
                  <a:pt x="984673" y="43844"/>
                </a:lnTo>
                <a:lnTo>
                  <a:pt x="983604" y="43201"/>
                </a:lnTo>
                <a:lnTo>
                  <a:pt x="982512" y="42602"/>
                </a:lnTo>
                <a:lnTo>
                  <a:pt x="981397" y="42048"/>
                </a:lnTo>
                <a:lnTo>
                  <a:pt x="980259" y="41537"/>
                </a:lnTo>
                <a:lnTo>
                  <a:pt x="979098" y="41072"/>
                </a:lnTo>
                <a:lnTo>
                  <a:pt x="977914" y="40650"/>
                </a:lnTo>
                <a:lnTo>
                  <a:pt x="976707" y="40273"/>
                </a:lnTo>
                <a:lnTo>
                  <a:pt x="975476" y="39940"/>
                </a:lnTo>
                <a:lnTo>
                  <a:pt x="974223" y="39652"/>
                </a:lnTo>
                <a:lnTo>
                  <a:pt x="972947" y="39408"/>
                </a:lnTo>
                <a:lnTo>
                  <a:pt x="971648" y="39208"/>
                </a:lnTo>
                <a:lnTo>
                  <a:pt x="970325" y="39053"/>
                </a:lnTo>
                <a:lnTo>
                  <a:pt x="968980" y="38942"/>
                </a:lnTo>
                <a:lnTo>
                  <a:pt x="967611" y="38876"/>
                </a:lnTo>
                <a:lnTo>
                  <a:pt x="966220" y="38854"/>
                </a:lnTo>
                <a:lnTo>
                  <a:pt x="965452" y="38862"/>
                </a:lnTo>
                <a:lnTo>
                  <a:pt x="964689" y="38887"/>
                </a:lnTo>
                <a:lnTo>
                  <a:pt x="963928" y="38929"/>
                </a:lnTo>
                <a:lnTo>
                  <a:pt x="963171" y="38987"/>
                </a:lnTo>
                <a:lnTo>
                  <a:pt x="962417" y="39062"/>
                </a:lnTo>
                <a:close/>
                <a:moveTo>
                  <a:pt x="967283" y="44533"/>
                </a:moveTo>
                <a:lnTo>
                  <a:pt x="967965" y="44681"/>
                </a:lnTo>
                <a:lnTo>
                  <a:pt x="968636" y="44856"/>
                </a:lnTo>
                <a:lnTo>
                  <a:pt x="969296" y="45058"/>
                </a:lnTo>
                <a:lnTo>
                  <a:pt x="969944" y="45287"/>
                </a:lnTo>
                <a:lnTo>
                  <a:pt x="970582" y="45543"/>
                </a:lnTo>
                <a:lnTo>
                  <a:pt x="971209" y="45826"/>
                </a:lnTo>
                <a:lnTo>
                  <a:pt x="971825" y="46136"/>
                </a:lnTo>
                <a:lnTo>
                  <a:pt x="972430" y="46473"/>
                </a:lnTo>
                <a:lnTo>
                  <a:pt x="973024" y="46837"/>
                </a:lnTo>
                <a:lnTo>
                  <a:pt x="973607" y="47227"/>
                </a:lnTo>
                <a:lnTo>
                  <a:pt x="974179" y="47645"/>
                </a:lnTo>
                <a:lnTo>
                  <a:pt x="974740" y="48090"/>
                </a:lnTo>
                <a:lnTo>
                  <a:pt x="975291" y="48561"/>
                </a:lnTo>
                <a:lnTo>
                  <a:pt x="975830" y="49060"/>
                </a:lnTo>
                <a:lnTo>
                  <a:pt x="976358" y="49585"/>
                </a:lnTo>
                <a:lnTo>
                  <a:pt x="976875" y="50138"/>
                </a:lnTo>
                <a:lnTo>
                  <a:pt x="977382" y="50717"/>
                </a:lnTo>
                <a:lnTo>
                  <a:pt x="977877" y="51323"/>
                </a:lnTo>
                <a:lnTo>
                  <a:pt x="978361" y="51956"/>
                </a:lnTo>
                <a:lnTo>
                  <a:pt x="979055" y="52914"/>
                </a:lnTo>
                <a:lnTo>
                  <a:pt x="979719" y="53901"/>
                </a:lnTo>
                <a:lnTo>
                  <a:pt x="980353" y="54918"/>
                </a:lnTo>
                <a:lnTo>
                  <a:pt x="980958" y="55963"/>
                </a:lnTo>
                <a:lnTo>
                  <a:pt x="981534" y="57038"/>
                </a:lnTo>
                <a:lnTo>
                  <a:pt x="982080" y="58142"/>
                </a:lnTo>
                <a:lnTo>
                  <a:pt x="982596" y="59275"/>
                </a:lnTo>
                <a:lnTo>
                  <a:pt x="983083" y="60437"/>
                </a:lnTo>
                <a:lnTo>
                  <a:pt x="983541" y="61629"/>
                </a:lnTo>
                <a:lnTo>
                  <a:pt x="983969" y="62849"/>
                </a:lnTo>
                <a:lnTo>
                  <a:pt x="984367" y="64099"/>
                </a:lnTo>
                <a:lnTo>
                  <a:pt x="984736" y="65378"/>
                </a:lnTo>
                <a:lnTo>
                  <a:pt x="985075" y="66686"/>
                </a:lnTo>
                <a:lnTo>
                  <a:pt x="985385" y="68024"/>
                </a:lnTo>
                <a:lnTo>
                  <a:pt x="985665" y="69390"/>
                </a:lnTo>
                <a:lnTo>
                  <a:pt x="985916" y="70786"/>
                </a:lnTo>
                <a:lnTo>
                  <a:pt x="986138" y="72211"/>
                </a:lnTo>
                <a:lnTo>
                  <a:pt x="986329" y="73665"/>
                </a:lnTo>
                <a:lnTo>
                  <a:pt x="986492" y="75149"/>
                </a:lnTo>
                <a:lnTo>
                  <a:pt x="986625" y="76661"/>
                </a:lnTo>
                <a:lnTo>
                  <a:pt x="986728" y="78203"/>
                </a:lnTo>
                <a:lnTo>
                  <a:pt x="986802" y="79774"/>
                </a:lnTo>
                <a:lnTo>
                  <a:pt x="986846" y="81374"/>
                </a:lnTo>
                <a:lnTo>
                  <a:pt x="986861" y="83004"/>
                </a:lnTo>
                <a:lnTo>
                  <a:pt x="986852" y="84301"/>
                </a:lnTo>
                <a:lnTo>
                  <a:pt x="986825" y="85567"/>
                </a:lnTo>
                <a:lnTo>
                  <a:pt x="986781" y="86800"/>
                </a:lnTo>
                <a:lnTo>
                  <a:pt x="986719" y="88000"/>
                </a:lnTo>
                <a:lnTo>
                  <a:pt x="986639" y="89169"/>
                </a:lnTo>
                <a:lnTo>
                  <a:pt x="986542" y="90305"/>
                </a:lnTo>
                <a:lnTo>
                  <a:pt x="986427" y="91409"/>
                </a:lnTo>
                <a:lnTo>
                  <a:pt x="986294" y="92480"/>
                </a:lnTo>
                <a:lnTo>
                  <a:pt x="986144" y="93520"/>
                </a:lnTo>
                <a:lnTo>
                  <a:pt x="985975" y="94527"/>
                </a:lnTo>
                <a:lnTo>
                  <a:pt x="985789" y="95501"/>
                </a:lnTo>
                <a:lnTo>
                  <a:pt x="985586" y="96444"/>
                </a:lnTo>
                <a:lnTo>
                  <a:pt x="985364" y="97354"/>
                </a:lnTo>
                <a:lnTo>
                  <a:pt x="985125" y="98232"/>
                </a:lnTo>
                <a:lnTo>
                  <a:pt x="984869" y="99078"/>
                </a:lnTo>
                <a:lnTo>
                  <a:pt x="984594" y="99891"/>
                </a:lnTo>
                <a:lnTo>
                  <a:pt x="984302" y="100672"/>
                </a:lnTo>
                <a:lnTo>
                  <a:pt x="983992" y="101421"/>
                </a:lnTo>
                <a:lnTo>
                  <a:pt x="983665" y="102137"/>
                </a:lnTo>
                <a:lnTo>
                  <a:pt x="983319" y="102822"/>
                </a:lnTo>
                <a:lnTo>
                  <a:pt x="982956" y="103474"/>
                </a:lnTo>
                <a:lnTo>
                  <a:pt x="982576" y="104093"/>
                </a:lnTo>
                <a:lnTo>
                  <a:pt x="982177" y="104681"/>
                </a:lnTo>
                <a:lnTo>
                  <a:pt x="981761" y="105236"/>
                </a:lnTo>
                <a:lnTo>
                  <a:pt x="981331" y="105764"/>
                </a:lnTo>
                <a:lnTo>
                  <a:pt x="980892" y="106269"/>
                </a:lnTo>
                <a:lnTo>
                  <a:pt x="980443" y="106752"/>
                </a:lnTo>
                <a:lnTo>
                  <a:pt x="979985" y="107212"/>
                </a:lnTo>
                <a:lnTo>
                  <a:pt x="979517" y="107650"/>
                </a:lnTo>
                <a:lnTo>
                  <a:pt x="979039" y="108066"/>
                </a:lnTo>
                <a:lnTo>
                  <a:pt x="978552" y="108459"/>
                </a:lnTo>
                <a:lnTo>
                  <a:pt x="978056" y="108829"/>
                </a:lnTo>
                <a:lnTo>
                  <a:pt x="977549" y="109177"/>
                </a:lnTo>
                <a:lnTo>
                  <a:pt x="977034" y="109503"/>
                </a:lnTo>
                <a:lnTo>
                  <a:pt x="976508" y="109806"/>
                </a:lnTo>
                <a:lnTo>
                  <a:pt x="975974" y="110087"/>
                </a:lnTo>
                <a:lnTo>
                  <a:pt x="975429" y="110345"/>
                </a:lnTo>
                <a:lnTo>
                  <a:pt x="974875" y="110581"/>
                </a:lnTo>
                <a:lnTo>
                  <a:pt x="974312" y="110794"/>
                </a:lnTo>
                <a:lnTo>
                  <a:pt x="973739" y="110985"/>
                </a:lnTo>
                <a:lnTo>
                  <a:pt x="973156" y="111154"/>
                </a:lnTo>
                <a:lnTo>
                  <a:pt x="972564" y="111300"/>
                </a:lnTo>
                <a:lnTo>
                  <a:pt x="971962" y="111423"/>
                </a:lnTo>
                <a:lnTo>
                  <a:pt x="971351" y="111524"/>
                </a:lnTo>
                <a:lnTo>
                  <a:pt x="970730" y="111603"/>
                </a:lnTo>
                <a:lnTo>
                  <a:pt x="970099" y="111659"/>
                </a:lnTo>
                <a:lnTo>
                  <a:pt x="969459" y="111693"/>
                </a:lnTo>
                <a:lnTo>
                  <a:pt x="968810" y="111704"/>
                </a:lnTo>
                <a:lnTo>
                  <a:pt x="967940" y="111684"/>
                </a:lnTo>
                <a:lnTo>
                  <a:pt x="967085" y="111622"/>
                </a:lnTo>
                <a:lnTo>
                  <a:pt x="966243" y="111521"/>
                </a:lnTo>
                <a:lnTo>
                  <a:pt x="965416" y="111378"/>
                </a:lnTo>
                <a:lnTo>
                  <a:pt x="964603" y="111195"/>
                </a:lnTo>
                <a:lnTo>
                  <a:pt x="963804" y="110971"/>
                </a:lnTo>
                <a:lnTo>
                  <a:pt x="963019" y="110707"/>
                </a:lnTo>
                <a:lnTo>
                  <a:pt x="962249" y="110401"/>
                </a:lnTo>
                <a:lnTo>
                  <a:pt x="961493" y="110055"/>
                </a:lnTo>
                <a:lnTo>
                  <a:pt x="960751" y="109669"/>
                </a:lnTo>
                <a:lnTo>
                  <a:pt x="960023" y="109241"/>
                </a:lnTo>
                <a:lnTo>
                  <a:pt x="959309" y="108773"/>
                </a:lnTo>
                <a:lnTo>
                  <a:pt x="958610" y="108265"/>
                </a:lnTo>
                <a:lnTo>
                  <a:pt x="957924" y="107715"/>
                </a:lnTo>
                <a:lnTo>
                  <a:pt x="957253" y="107125"/>
                </a:lnTo>
                <a:lnTo>
                  <a:pt x="956596" y="106494"/>
                </a:lnTo>
                <a:lnTo>
                  <a:pt x="955954" y="105823"/>
                </a:lnTo>
                <a:lnTo>
                  <a:pt x="955325" y="105110"/>
                </a:lnTo>
                <a:lnTo>
                  <a:pt x="954711" y="104357"/>
                </a:lnTo>
                <a:lnTo>
                  <a:pt x="954111" y="103564"/>
                </a:lnTo>
                <a:lnTo>
                  <a:pt x="953525" y="102729"/>
                </a:lnTo>
                <a:lnTo>
                  <a:pt x="952953" y="101854"/>
                </a:lnTo>
                <a:lnTo>
                  <a:pt x="952395" y="100939"/>
                </a:lnTo>
                <a:lnTo>
                  <a:pt x="951852" y="99982"/>
                </a:lnTo>
                <a:lnTo>
                  <a:pt x="951327" y="98997"/>
                </a:lnTo>
                <a:lnTo>
                  <a:pt x="950824" y="97997"/>
                </a:lnTo>
                <a:lnTo>
                  <a:pt x="950344" y="96982"/>
                </a:lnTo>
                <a:lnTo>
                  <a:pt x="949886" y="95950"/>
                </a:lnTo>
                <a:lnTo>
                  <a:pt x="949450" y="94904"/>
                </a:lnTo>
                <a:lnTo>
                  <a:pt x="949037" y="93842"/>
                </a:lnTo>
                <a:lnTo>
                  <a:pt x="948646" y="92765"/>
                </a:lnTo>
                <a:lnTo>
                  <a:pt x="948277" y="91672"/>
                </a:lnTo>
                <a:lnTo>
                  <a:pt x="947931" y="90564"/>
                </a:lnTo>
                <a:lnTo>
                  <a:pt x="947607" y="89440"/>
                </a:lnTo>
                <a:lnTo>
                  <a:pt x="947305" y="88301"/>
                </a:lnTo>
                <a:lnTo>
                  <a:pt x="947026" y="87147"/>
                </a:lnTo>
                <a:lnTo>
                  <a:pt x="946769" y="85977"/>
                </a:lnTo>
                <a:lnTo>
                  <a:pt x="946534" y="84791"/>
                </a:lnTo>
                <a:lnTo>
                  <a:pt x="946322" y="83591"/>
                </a:lnTo>
                <a:lnTo>
                  <a:pt x="946132" y="82374"/>
                </a:lnTo>
                <a:lnTo>
                  <a:pt x="945964" y="81143"/>
                </a:lnTo>
                <a:lnTo>
                  <a:pt x="945819" y="79896"/>
                </a:lnTo>
                <a:lnTo>
                  <a:pt x="945696" y="78633"/>
                </a:lnTo>
                <a:lnTo>
                  <a:pt x="945596" y="77355"/>
                </a:lnTo>
                <a:lnTo>
                  <a:pt x="945517" y="76062"/>
                </a:lnTo>
                <a:lnTo>
                  <a:pt x="945462" y="74753"/>
                </a:lnTo>
                <a:lnTo>
                  <a:pt x="945428" y="73429"/>
                </a:lnTo>
                <a:lnTo>
                  <a:pt x="945417" y="72089"/>
                </a:lnTo>
                <a:lnTo>
                  <a:pt x="945422" y="71260"/>
                </a:lnTo>
                <a:lnTo>
                  <a:pt x="945435" y="70443"/>
                </a:lnTo>
                <a:lnTo>
                  <a:pt x="945459" y="69640"/>
                </a:lnTo>
                <a:lnTo>
                  <a:pt x="945491" y="68848"/>
                </a:lnTo>
                <a:lnTo>
                  <a:pt x="945533" y="68070"/>
                </a:lnTo>
                <a:lnTo>
                  <a:pt x="945584" y="67304"/>
                </a:lnTo>
                <a:lnTo>
                  <a:pt x="945644" y="66551"/>
                </a:lnTo>
                <a:lnTo>
                  <a:pt x="945714" y="65810"/>
                </a:lnTo>
                <a:lnTo>
                  <a:pt x="945793" y="65082"/>
                </a:lnTo>
                <a:lnTo>
                  <a:pt x="945881" y="64367"/>
                </a:lnTo>
                <a:lnTo>
                  <a:pt x="945978" y="63664"/>
                </a:lnTo>
                <a:lnTo>
                  <a:pt x="946085" y="62974"/>
                </a:lnTo>
                <a:lnTo>
                  <a:pt x="946201" y="62296"/>
                </a:lnTo>
                <a:lnTo>
                  <a:pt x="946326" y="61631"/>
                </a:lnTo>
                <a:lnTo>
                  <a:pt x="946460" y="60979"/>
                </a:lnTo>
                <a:lnTo>
                  <a:pt x="946604" y="60340"/>
                </a:lnTo>
                <a:lnTo>
                  <a:pt x="946757" y="59713"/>
                </a:lnTo>
                <a:lnTo>
                  <a:pt x="946919" y="59098"/>
                </a:lnTo>
                <a:lnTo>
                  <a:pt x="947091" y="58497"/>
                </a:lnTo>
                <a:lnTo>
                  <a:pt x="947272" y="57907"/>
                </a:lnTo>
                <a:lnTo>
                  <a:pt x="947462" y="57331"/>
                </a:lnTo>
                <a:lnTo>
                  <a:pt x="947661" y="56767"/>
                </a:lnTo>
                <a:lnTo>
                  <a:pt x="947870" y="56216"/>
                </a:lnTo>
                <a:lnTo>
                  <a:pt x="948088" y="55677"/>
                </a:lnTo>
                <a:lnTo>
                  <a:pt x="948314" y="55152"/>
                </a:lnTo>
                <a:lnTo>
                  <a:pt x="948545" y="54640"/>
                </a:lnTo>
                <a:lnTo>
                  <a:pt x="948782" y="54141"/>
                </a:lnTo>
                <a:lnTo>
                  <a:pt x="949025" y="53655"/>
                </a:lnTo>
                <a:lnTo>
                  <a:pt x="949273" y="53183"/>
                </a:lnTo>
                <a:lnTo>
                  <a:pt x="949527" y="52724"/>
                </a:lnTo>
                <a:lnTo>
                  <a:pt x="949787" y="52278"/>
                </a:lnTo>
                <a:lnTo>
                  <a:pt x="950053" y="51846"/>
                </a:lnTo>
                <a:lnTo>
                  <a:pt x="950325" y="51427"/>
                </a:lnTo>
                <a:lnTo>
                  <a:pt x="950602" y="51021"/>
                </a:lnTo>
                <a:lnTo>
                  <a:pt x="950885" y="50629"/>
                </a:lnTo>
                <a:lnTo>
                  <a:pt x="951174" y="50250"/>
                </a:lnTo>
                <a:lnTo>
                  <a:pt x="951469" y="49885"/>
                </a:lnTo>
                <a:lnTo>
                  <a:pt x="951769" y="49532"/>
                </a:lnTo>
                <a:lnTo>
                  <a:pt x="952075" y="49194"/>
                </a:lnTo>
                <a:lnTo>
                  <a:pt x="952387" y="48868"/>
                </a:lnTo>
                <a:lnTo>
                  <a:pt x="952705" y="48556"/>
                </a:lnTo>
                <a:lnTo>
                  <a:pt x="953028" y="48257"/>
                </a:lnTo>
                <a:lnTo>
                  <a:pt x="953357" y="47971"/>
                </a:lnTo>
                <a:lnTo>
                  <a:pt x="953692" y="47699"/>
                </a:lnTo>
                <a:lnTo>
                  <a:pt x="954033" y="47440"/>
                </a:lnTo>
                <a:lnTo>
                  <a:pt x="954380" y="47194"/>
                </a:lnTo>
                <a:lnTo>
                  <a:pt x="954732" y="46962"/>
                </a:lnTo>
                <a:lnTo>
                  <a:pt x="955090" y="46743"/>
                </a:lnTo>
                <a:lnTo>
                  <a:pt x="955451" y="46535"/>
                </a:lnTo>
                <a:lnTo>
                  <a:pt x="955811" y="46336"/>
                </a:lnTo>
                <a:lnTo>
                  <a:pt x="956172" y="46146"/>
                </a:lnTo>
                <a:lnTo>
                  <a:pt x="956532" y="45965"/>
                </a:lnTo>
                <a:lnTo>
                  <a:pt x="956892" y="45792"/>
                </a:lnTo>
                <a:lnTo>
                  <a:pt x="957253" y="45629"/>
                </a:lnTo>
                <a:lnTo>
                  <a:pt x="957613" y="45474"/>
                </a:lnTo>
                <a:lnTo>
                  <a:pt x="957972" y="45328"/>
                </a:lnTo>
                <a:lnTo>
                  <a:pt x="958332" y="45191"/>
                </a:lnTo>
                <a:lnTo>
                  <a:pt x="958692" y="45063"/>
                </a:lnTo>
                <a:lnTo>
                  <a:pt x="959051" y="44943"/>
                </a:lnTo>
                <a:lnTo>
                  <a:pt x="959410" y="44833"/>
                </a:lnTo>
                <a:lnTo>
                  <a:pt x="959769" y="44731"/>
                </a:lnTo>
                <a:lnTo>
                  <a:pt x="960128" y="44638"/>
                </a:lnTo>
                <a:lnTo>
                  <a:pt x="960487" y="44554"/>
                </a:lnTo>
                <a:lnTo>
                  <a:pt x="960846" y="44479"/>
                </a:lnTo>
                <a:lnTo>
                  <a:pt x="961204" y="44413"/>
                </a:lnTo>
                <a:lnTo>
                  <a:pt x="961563" y="44355"/>
                </a:lnTo>
                <a:lnTo>
                  <a:pt x="961921" y="44306"/>
                </a:lnTo>
                <a:lnTo>
                  <a:pt x="962279" y="44267"/>
                </a:lnTo>
                <a:lnTo>
                  <a:pt x="962637" y="44236"/>
                </a:lnTo>
                <a:lnTo>
                  <a:pt x="962995" y="44214"/>
                </a:lnTo>
                <a:lnTo>
                  <a:pt x="963353" y="44200"/>
                </a:lnTo>
                <a:lnTo>
                  <a:pt x="963710" y="44196"/>
                </a:lnTo>
                <a:lnTo>
                  <a:pt x="964447" y="44209"/>
                </a:lnTo>
                <a:lnTo>
                  <a:pt x="965172" y="44250"/>
                </a:lnTo>
                <a:lnTo>
                  <a:pt x="965887" y="44317"/>
                </a:lnTo>
                <a:lnTo>
                  <a:pt x="966591" y="44411"/>
                </a:lnTo>
                <a:lnTo>
                  <a:pt x="967283" y="44533"/>
                </a:lnTo>
                <a:close/>
                <a:moveTo>
                  <a:pt x="203278" y="50495"/>
                </a:moveTo>
                <a:lnTo>
                  <a:pt x="203511" y="50418"/>
                </a:lnTo>
                <a:lnTo>
                  <a:pt x="203741" y="50345"/>
                </a:lnTo>
                <a:lnTo>
                  <a:pt x="203967" y="50276"/>
                </a:lnTo>
                <a:lnTo>
                  <a:pt x="204189" y="50211"/>
                </a:lnTo>
                <a:lnTo>
                  <a:pt x="204407" y="50150"/>
                </a:lnTo>
                <a:lnTo>
                  <a:pt x="204622" y="50093"/>
                </a:lnTo>
                <a:lnTo>
                  <a:pt x="204833" y="50040"/>
                </a:lnTo>
                <a:lnTo>
                  <a:pt x="205041" y="49991"/>
                </a:lnTo>
                <a:lnTo>
                  <a:pt x="205245" y="49946"/>
                </a:lnTo>
                <a:lnTo>
                  <a:pt x="205445" y="49904"/>
                </a:lnTo>
                <a:lnTo>
                  <a:pt x="205642" y="49867"/>
                </a:lnTo>
                <a:lnTo>
                  <a:pt x="205835" y="49834"/>
                </a:lnTo>
                <a:lnTo>
                  <a:pt x="206024" y="49804"/>
                </a:lnTo>
                <a:lnTo>
                  <a:pt x="206209" y="49779"/>
                </a:lnTo>
                <a:lnTo>
                  <a:pt x="206391" y="49757"/>
                </a:lnTo>
                <a:lnTo>
                  <a:pt x="206570" y="49739"/>
                </a:lnTo>
                <a:lnTo>
                  <a:pt x="206744" y="49725"/>
                </a:lnTo>
                <a:lnTo>
                  <a:pt x="206916" y="49716"/>
                </a:lnTo>
                <a:lnTo>
                  <a:pt x="207083" y="49710"/>
                </a:lnTo>
                <a:lnTo>
                  <a:pt x="207247" y="49708"/>
                </a:lnTo>
                <a:lnTo>
                  <a:pt x="207447" y="49709"/>
                </a:lnTo>
                <a:lnTo>
                  <a:pt x="207644" y="49714"/>
                </a:lnTo>
                <a:lnTo>
                  <a:pt x="207838" y="49723"/>
                </a:lnTo>
                <a:lnTo>
                  <a:pt x="208028" y="49735"/>
                </a:lnTo>
                <a:lnTo>
                  <a:pt x="208214" y="49750"/>
                </a:lnTo>
                <a:lnTo>
                  <a:pt x="208398" y="49769"/>
                </a:lnTo>
                <a:lnTo>
                  <a:pt x="208577" y="49791"/>
                </a:lnTo>
                <a:lnTo>
                  <a:pt x="208753" y="49816"/>
                </a:lnTo>
                <a:lnTo>
                  <a:pt x="208926" y="49845"/>
                </a:lnTo>
                <a:lnTo>
                  <a:pt x="209095" y="49877"/>
                </a:lnTo>
                <a:lnTo>
                  <a:pt x="209260" y="49912"/>
                </a:lnTo>
                <a:lnTo>
                  <a:pt x="209422" y="49951"/>
                </a:lnTo>
                <a:lnTo>
                  <a:pt x="209580" y="49993"/>
                </a:lnTo>
                <a:lnTo>
                  <a:pt x="209735" y="50039"/>
                </a:lnTo>
                <a:lnTo>
                  <a:pt x="209887" y="50088"/>
                </a:lnTo>
                <a:lnTo>
                  <a:pt x="210035" y="50141"/>
                </a:lnTo>
                <a:lnTo>
                  <a:pt x="210179" y="50196"/>
                </a:lnTo>
                <a:lnTo>
                  <a:pt x="210320" y="50256"/>
                </a:lnTo>
                <a:lnTo>
                  <a:pt x="210457" y="50318"/>
                </a:lnTo>
                <a:lnTo>
                  <a:pt x="210591" y="50384"/>
                </a:lnTo>
                <a:lnTo>
                  <a:pt x="210722" y="50453"/>
                </a:lnTo>
                <a:lnTo>
                  <a:pt x="210848" y="50526"/>
                </a:lnTo>
                <a:lnTo>
                  <a:pt x="210972" y="50602"/>
                </a:lnTo>
                <a:lnTo>
                  <a:pt x="211091" y="50682"/>
                </a:lnTo>
                <a:lnTo>
                  <a:pt x="211208" y="50764"/>
                </a:lnTo>
                <a:lnTo>
                  <a:pt x="211322" y="50850"/>
                </a:lnTo>
                <a:lnTo>
                  <a:pt x="211434" y="50940"/>
                </a:lnTo>
                <a:lnTo>
                  <a:pt x="211542" y="51032"/>
                </a:lnTo>
                <a:lnTo>
                  <a:pt x="211648" y="51129"/>
                </a:lnTo>
                <a:lnTo>
                  <a:pt x="211752" y="51228"/>
                </a:lnTo>
                <a:lnTo>
                  <a:pt x="211852" y="51331"/>
                </a:lnTo>
                <a:lnTo>
                  <a:pt x="211950" y="51437"/>
                </a:lnTo>
                <a:lnTo>
                  <a:pt x="212046" y="51547"/>
                </a:lnTo>
                <a:lnTo>
                  <a:pt x="212138" y="51660"/>
                </a:lnTo>
                <a:lnTo>
                  <a:pt x="212228" y="51777"/>
                </a:lnTo>
                <a:lnTo>
                  <a:pt x="212316" y="51896"/>
                </a:lnTo>
                <a:lnTo>
                  <a:pt x="212400" y="52020"/>
                </a:lnTo>
                <a:lnTo>
                  <a:pt x="212482" y="52146"/>
                </a:lnTo>
                <a:lnTo>
                  <a:pt x="212562" y="52276"/>
                </a:lnTo>
                <a:lnTo>
                  <a:pt x="212638" y="52410"/>
                </a:lnTo>
                <a:lnTo>
                  <a:pt x="212712" y="52546"/>
                </a:lnTo>
                <a:lnTo>
                  <a:pt x="212784" y="52686"/>
                </a:lnTo>
                <a:lnTo>
                  <a:pt x="212852" y="52830"/>
                </a:lnTo>
                <a:lnTo>
                  <a:pt x="212918" y="52977"/>
                </a:lnTo>
                <a:lnTo>
                  <a:pt x="212982" y="53127"/>
                </a:lnTo>
                <a:lnTo>
                  <a:pt x="213042" y="53281"/>
                </a:lnTo>
                <a:lnTo>
                  <a:pt x="213100" y="53438"/>
                </a:lnTo>
                <a:lnTo>
                  <a:pt x="213156" y="53598"/>
                </a:lnTo>
                <a:lnTo>
                  <a:pt x="213208" y="53769"/>
                </a:lnTo>
                <a:lnTo>
                  <a:pt x="213259" y="53958"/>
                </a:lnTo>
                <a:lnTo>
                  <a:pt x="213307" y="54166"/>
                </a:lnTo>
                <a:lnTo>
                  <a:pt x="213353" y="54392"/>
                </a:lnTo>
                <a:lnTo>
                  <a:pt x="213397" y="54636"/>
                </a:lnTo>
                <a:lnTo>
                  <a:pt x="213439" y="54899"/>
                </a:lnTo>
                <a:lnTo>
                  <a:pt x="213478" y="55179"/>
                </a:lnTo>
                <a:lnTo>
                  <a:pt x="213515" y="55478"/>
                </a:lnTo>
                <a:lnTo>
                  <a:pt x="213550" y="55796"/>
                </a:lnTo>
                <a:lnTo>
                  <a:pt x="213583" y="56131"/>
                </a:lnTo>
                <a:lnTo>
                  <a:pt x="213613" y="56485"/>
                </a:lnTo>
                <a:lnTo>
                  <a:pt x="213641" y="56857"/>
                </a:lnTo>
                <a:lnTo>
                  <a:pt x="213667" y="57248"/>
                </a:lnTo>
                <a:lnTo>
                  <a:pt x="213691" y="57657"/>
                </a:lnTo>
                <a:lnTo>
                  <a:pt x="213712" y="58084"/>
                </a:lnTo>
                <a:lnTo>
                  <a:pt x="213731" y="58529"/>
                </a:lnTo>
                <a:lnTo>
                  <a:pt x="213748" y="58993"/>
                </a:lnTo>
                <a:lnTo>
                  <a:pt x="213763" y="59475"/>
                </a:lnTo>
                <a:lnTo>
                  <a:pt x="213775" y="59975"/>
                </a:lnTo>
                <a:lnTo>
                  <a:pt x="213785" y="60493"/>
                </a:lnTo>
                <a:lnTo>
                  <a:pt x="213793" y="61030"/>
                </a:lnTo>
                <a:lnTo>
                  <a:pt x="213799" y="61585"/>
                </a:lnTo>
                <a:lnTo>
                  <a:pt x="213802" y="62158"/>
                </a:lnTo>
                <a:lnTo>
                  <a:pt x="213803" y="62750"/>
                </a:lnTo>
                <a:lnTo>
                  <a:pt x="213803" y="132901"/>
                </a:lnTo>
                <a:lnTo>
                  <a:pt x="213802" y="133566"/>
                </a:lnTo>
                <a:lnTo>
                  <a:pt x="213797" y="134209"/>
                </a:lnTo>
                <a:lnTo>
                  <a:pt x="213790" y="134831"/>
                </a:lnTo>
                <a:lnTo>
                  <a:pt x="213780" y="135431"/>
                </a:lnTo>
                <a:lnTo>
                  <a:pt x="213766" y="136011"/>
                </a:lnTo>
                <a:lnTo>
                  <a:pt x="213750" y="136569"/>
                </a:lnTo>
                <a:lnTo>
                  <a:pt x="213731" y="137106"/>
                </a:lnTo>
                <a:lnTo>
                  <a:pt x="213709" y="137621"/>
                </a:lnTo>
                <a:lnTo>
                  <a:pt x="213684" y="138116"/>
                </a:lnTo>
                <a:lnTo>
                  <a:pt x="213656" y="138589"/>
                </a:lnTo>
                <a:lnTo>
                  <a:pt x="213625" y="139041"/>
                </a:lnTo>
                <a:lnTo>
                  <a:pt x="213591" y="139472"/>
                </a:lnTo>
                <a:lnTo>
                  <a:pt x="213554" y="139881"/>
                </a:lnTo>
                <a:lnTo>
                  <a:pt x="213514" y="140269"/>
                </a:lnTo>
                <a:lnTo>
                  <a:pt x="213471" y="140637"/>
                </a:lnTo>
                <a:lnTo>
                  <a:pt x="213425" y="140982"/>
                </a:lnTo>
                <a:lnTo>
                  <a:pt x="213377" y="141307"/>
                </a:lnTo>
                <a:lnTo>
                  <a:pt x="213325" y="141610"/>
                </a:lnTo>
                <a:lnTo>
                  <a:pt x="213270" y="141892"/>
                </a:lnTo>
                <a:lnTo>
                  <a:pt x="213213" y="142153"/>
                </a:lnTo>
                <a:lnTo>
                  <a:pt x="213152" y="142393"/>
                </a:lnTo>
                <a:lnTo>
                  <a:pt x="213089" y="142611"/>
                </a:lnTo>
                <a:lnTo>
                  <a:pt x="213023" y="142808"/>
                </a:lnTo>
                <a:lnTo>
                  <a:pt x="212953" y="142984"/>
                </a:lnTo>
                <a:lnTo>
                  <a:pt x="212881" y="143148"/>
                </a:lnTo>
                <a:lnTo>
                  <a:pt x="212807" y="143307"/>
                </a:lnTo>
                <a:lnTo>
                  <a:pt x="212730" y="143463"/>
                </a:lnTo>
                <a:lnTo>
                  <a:pt x="212651" y="143615"/>
                </a:lnTo>
                <a:lnTo>
                  <a:pt x="212569" y="143764"/>
                </a:lnTo>
                <a:lnTo>
                  <a:pt x="212485" y="143908"/>
                </a:lnTo>
                <a:lnTo>
                  <a:pt x="212399" y="144049"/>
                </a:lnTo>
                <a:lnTo>
                  <a:pt x="212310" y="144186"/>
                </a:lnTo>
                <a:lnTo>
                  <a:pt x="212219" y="144319"/>
                </a:lnTo>
                <a:lnTo>
                  <a:pt x="212125" y="144449"/>
                </a:lnTo>
                <a:lnTo>
                  <a:pt x="212030" y="144574"/>
                </a:lnTo>
                <a:lnTo>
                  <a:pt x="211931" y="144696"/>
                </a:lnTo>
                <a:lnTo>
                  <a:pt x="211831" y="144814"/>
                </a:lnTo>
                <a:lnTo>
                  <a:pt x="211728" y="144928"/>
                </a:lnTo>
                <a:lnTo>
                  <a:pt x="211622" y="145038"/>
                </a:lnTo>
                <a:lnTo>
                  <a:pt x="211514" y="145145"/>
                </a:lnTo>
                <a:lnTo>
                  <a:pt x="211404" y="145247"/>
                </a:lnTo>
                <a:lnTo>
                  <a:pt x="211291" y="145346"/>
                </a:lnTo>
                <a:lnTo>
                  <a:pt x="211176" y="145442"/>
                </a:lnTo>
                <a:lnTo>
                  <a:pt x="211059" y="145533"/>
                </a:lnTo>
                <a:lnTo>
                  <a:pt x="210939" y="145620"/>
                </a:lnTo>
                <a:lnTo>
                  <a:pt x="210817" y="145704"/>
                </a:lnTo>
                <a:lnTo>
                  <a:pt x="210692" y="145784"/>
                </a:lnTo>
                <a:lnTo>
                  <a:pt x="210565" y="145860"/>
                </a:lnTo>
                <a:lnTo>
                  <a:pt x="210300" y="146005"/>
                </a:lnTo>
                <a:lnTo>
                  <a:pt x="210030" y="146144"/>
                </a:lnTo>
                <a:lnTo>
                  <a:pt x="209756" y="146277"/>
                </a:lnTo>
                <a:lnTo>
                  <a:pt x="209477" y="146403"/>
                </a:lnTo>
                <a:lnTo>
                  <a:pt x="209194" y="146522"/>
                </a:lnTo>
                <a:lnTo>
                  <a:pt x="208906" y="146635"/>
                </a:lnTo>
                <a:lnTo>
                  <a:pt x="208614" y="146742"/>
                </a:lnTo>
                <a:lnTo>
                  <a:pt x="208317" y="146842"/>
                </a:lnTo>
                <a:lnTo>
                  <a:pt x="208016" y="146935"/>
                </a:lnTo>
                <a:lnTo>
                  <a:pt x="207710" y="147022"/>
                </a:lnTo>
                <a:lnTo>
                  <a:pt x="207399" y="147103"/>
                </a:lnTo>
                <a:lnTo>
                  <a:pt x="207085" y="147177"/>
                </a:lnTo>
                <a:lnTo>
                  <a:pt x="206765" y="147245"/>
                </a:lnTo>
                <a:lnTo>
                  <a:pt x="206442" y="147306"/>
                </a:lnTo>
                <a:lnTo>
                  <a:pt x="206113" y="147361"/>
                </a:lnTo>
                <a:lnTo>
                  <a:pt x="205781" y="147409"/>
                </a:lnTo>
                <a:lnTo>
                  <a:pt x="205443" y="147451"/>
                </a:lnTo>
                <a:lnTo>
                  <a:pt x="205102" y="147486"/>
                </a:lnTo>
                <a:lnTo>
                  <a:pt x="204755" y="147515"/>
                </a:lnTo>
                <a:lnTo>
                  <a:pt x="204405" y="147538"/>
                </a:lnTo>
                <a:lnTo>
                  <a:pt x="204049" y="147554"/>
                </a:lnTo>
                <a:lnTo>
                  <a:pt x="203690" y="147563"/>
                </a:lnTo>
                <a:lnTo>
                  <a:pt x="203325" y="147566"/>
                </a:lnTo>
                <a:lnTo>
                  <a:pt x="202957" y="147562"/>
                </a:lnTo>
                <a:lnTo>
                  <a:pt x="200933" y="147562"/>
                </a:lnTo>
                <a:lnTo>
                  <a:pt x="200933" y="150557"/>
                </a:lnTo>
                <a:lnTo>
                  <a:pt x="239786" y="150557"/>
                </a:lnTo>
                <a:lnTo>
                  <a:pt x="239786" y="147562"/>
                </a:lnTo>
                <a:lnTo>
                  <a:pt x="239287" y="147560"/>
                </a:lnTo>
                <a:lnTo>
                  <a:pt x="238801" y="147554"/>
                </a:lnTo>
                <a:lnTo>
                  <a:pt x="238328" y="147543"/>
                </a:lnTo>
                <a:lnTo>
                  <a:pt x="237867" y="147529"/>
                </a:lnTo>
                <a:lnTo>
                  <a:pt x="237420" y="147510"/>
                </a:lnTo>
                <a:lnTo>
                  <a:pt x="236986" y="147487"/>
                </a:lnTo>
                <a:lnTo>
                  <a:pt x="236565" y="147459"/>
                </a:lnTo>
                <a:lnTo>
                  <a:pt x="236157" y="147428"/>
                </a:lnTo>
                <a:lnTo>
                  <a:pt x="235763" y="147392"/>
                </a:lnTo>
                <a:lnTo>
                  <a:pt x="235381" y="147352"/>
                </a:lnTo>
                <a:lnTo>
                  <a:pt x="235012" y="147307"/>
                </a:lnTo>
                <a:lnTo>
                  <a:pt x="234657" y="147259"/>
                </a:lnTo>
                <a:lnTo>
                  <a:pt x="234314" y="147206"/>
                </a:lnTo>
                <a:lnTo>
                  <a:pt x="233985" y="147149"/>
                </a:lnTo>
                <a:lnTo>
                  <a:pt x="233668" y="147088"/>
                </a:lnTo>
                <a:lnTo>
                  <a:pt x="233365" y="147023"/>
                </a:lnTo>
                <a:lnTo>
                  <a:pt x="233075" y="146953"/>
                </a:lnTo>
                <a:lnTo>
                  <a:pt x="232797" y="146879"/>
                </a:lnTo>
                <a:lnTo>
                  <a:pt x="232533" y="146801"/>
                </a:lnTo>
                <a:lnTo>
                  <a:pt x="232282" y="146719"/>
                </a:lnTo>
                <a:lnTo>
                  <a:pt x="232044" y="146633"/>
                </a:lnTo>
                <a:lnTo>
                  <a:pt x="231819" y="146542"/>
                </a:lnTo>
                <a:lnTo>
                  <a:pt x="231607" y="146447"/>
                </a:lnTo>
                <a:lnTo>
                  <a:pt x="231409" y="146348"/>
                </a:lnTo>
                <a:lnTo>
                  <a:pt x="231219" y="146246"/>
                </a:lnTo>
                <a:lnTo>
                  <a:pt x="231034" y="146140"/>
                </a:lnTo>
                <a:lnTo>
                  <a:pt x="230853" y="146031"/>
                </a:lnTo>
                <a:lnTo>
                  <a:pt x="230678" y="145920"/>
                </a:lnTo>
                <a:lnTo>
                  <a:pt x="230507" y="145805"/>
                </a:lnTo>
                <a:lnTo>
                  <a:pt x="230341" y="145688"/>
                </a:lnTo>
                <a:lnTo>
                  <a:pt x="230180" y="145568"/>
                </a:lnTo>
                <a:lnTo>
                  <a:pt x="230024" y="145444"/>
                </a:lnTo>
                <a:lnTo>
                  <a:pt x="229872" y="145318"/>
                </a:lnTo>
                <a:lnTo>
                  <a:pt x="229725" y="145189"/>
                </a:lnTo>
                <a:lnTo>
                  <a:pt x="229583" y="145057"/>
                </a:lnTo>
                <a:lnTo>
                  <a:pt x="229446" y="144922"/>
                </a:lnTo>
                <a:lnTo>
                  <a:pt x="229313" y="144784"/>
                </a:lnTo>
                <a:lnTo>
                  <a:pt x="229185" y="144643"/>
                </a:lnTo>
                <a:lnTo>
                  <a:pt x="229062" y="144499"/>
                </a:lnTo>
                <a:lnTo>
                  <a:pt x="228944" y="144352"/>
                </a:lnTo>
                <a:lnTo>
                  <a:pt x="228831" y="144202"/>
                </a:lnTo>
                <a:lnTo>
                  <a:pt x="228722" y="144049"/>
                </a:lnTo>
                <a:lnTo>
                  <a:pt x="228618" y="143893"/>
                </a:lnTo>
                <a:lnTo>
                  <a:pt x="228519" y="143734"/>
                </a:lnTo>
                <a:lnTo>
                  <a:pt x="228425" y="143573"/>
                </a:lnTo>
                <a:lnTo>
                  <a:pt x="228336" y="143408"/>
                </a:lnTo>
                <a:lnTo>
                  <a:pt x="228251" y="143241"/>
                </a:lnTo>
                <a:lnTo>
                  <a:pt x="228171" y="143070"/>
                </a:lnTo>
                <a:lnTo>
                  <a:pt x="228095" y="142888"/>
                </a:lnTo>
                <a:lnTo>
                  <a:pt x="228022" y="142687"/>
                </a:lnTo>
                <a:lnTo>
                  <a:pt x="227953" y="142467"/>
                </a:lnTo>
                <a:lnTo>
                  <a:pt x="227886" y="142228"/>
                </a:lnTo>
                <a:lnTo>
                  <a:pt x="227823" y="141969"/>
                </a:lnTo>
                <a:lnTo>
                  <a:pt x="227764" y="141691"/>
                </a:lnTo>
                <a:lnTo>
                  <a:pt x="227707" y="141394"/>
                </a:lnTo>
                <a:lnTo>
                  <a:pt x="227654" y="141078"/>
                </a:lnTo>
                <a:lnTo>
                  <a:pt x="227604" y="140742"/>
                </a:lnTo>
                <a:lnTo>
                  <a:pt x="227557" y="140387"/>
                </a:lnTo>
                <a:lnTo>
                  <a:pt x="227513" y="140013"/>
                </a:lnTo>
                <a:lnTo>
                  <a:pt x="227473" y="139620"/>
                </a:lnTo>
                <a:lnTo>
                  <a:pt x="227436" y="139207"/>
                </a:lnTo>
                <a:lnTo>
                  <a:pt x="227402" y="138775"/>
                </a:lnTo>
                <a:lnTo>
                  <a:pt x="227371" y="138324"/>
                </a:lnTo>
                <a:lnTo>
                  <a:pt x="227343" y="137854"/>
                </a:lnTo>
                <a:lnTo>
                  <a:pt x="227319" y="137364"/>
                </a:lnTo>
                <a:lnTo>
                  <a:pt x="227298" y="136855"/>
                </a:lnTo>
                <a:lnTo>
                  <a:pt x="227280" y="136327"/>
                </a:lnTo>
                <a:lnTo>
                  <a:pt x="227266" y="135779"/>
                </a:lnTo>
                <a:lnTo>
                  <a:pt x="227255" y="135213"/>
                </a:lnTo>
                <a:lnTo>
                  <a:pt x="227246" y="134627"/>
                </a:lnTo>
                <a:lnTo>
                  <a:pt x="227242" y="134022"/>
                </a:lnTo>
                <a:lnTo>
                  <a:pt x="227240" y="133397"/>
                </a:lnTo>
                <a:lnTo>
                  <a:pt x="227240" y="110813"/>
                </a:lnTo>
                <a:lnTo>
                  <a:pt x="227576" y="111113"/>
                </a:lnTo>
                <a:lnTo>
                  <a:pt x="227909" y="111404"/>
                </a:lnTo>
                <a:lnTo>
                  <a:pt x="228239" y="111686"/>
                </a:lnTo>
                <a:lnTo>
                  <a:pt x="228567" y="111960"/>
                </a:lnTo>
                <a:lnTo>
                  <a:pt x="228891" y="112226"/>
                </a:lnTo>
                <a:lnTo>
                  <a:pt x="229213" y="112483"/>
                </a:lnTo>
                <a:lnTo>
                  <a:pt x="229532" y="112732"/>
                </a:lnTo>
                <a:lnTo>
                  <a:pt x="229848" y="112972"/>
                </a:lnTo>
                <a:lnTo>
                  <a:pt x="230162" y="113204"/>
                </a:lnTo>
                <a:lnTo>
                  <a:pt x="230472" y="113427"/>
                </a:lnTo>
                <a:lnTo>
                  <a:pt x="230780" y="113642"/>
                </a:lnTo>
                <a:lnTo>
                  <a:pt x="231085" y="113849"/>
                </a:lnTo>
                <a:lnTo>
                  <a:pt x="231387" y="114047"/>
                </a:lnTo>
                <a:lnTo>
                  <a:pt x="231686" y="114237"/>
                </a:lnTo>
                <a:lnTo>
                  <a:pt x="231983" y="114418"/>
                </a:lnTo>
                <a:lnTo>
                  <a:pt x="232277" y="114591"/>
                </a:lnTo>
                <a:lnTo>
                  <a:pt x="232567" y="114755"/>
                </a:lnTo>
                <a:lnTo>
                  <a:pt x="232856" y="114911"/>
                </a:lnTo>
                <a:lnTo>
                  <a:pt x="233141" y="115059"/>
                </a:lnTo>
                <a:lnTo>
                  <a:pt x="233423" y="115198"/>
                </a:lnTo>
                <a:lnTo>
                  <a:pt x="233703" y="115329"/>
                </a:lnTo>
                <a:lnTo>
                  <a:pt x="233980" y="115451"/>
                </a:lnTo>
                <a:lnTo>
                  <a:pt x="234254" y="115565"/>
                </a:lnTo>
                <a:lnTo>
                  <a:pt x="234525" y="115670"/>
                </a:lnTo>
                <a:lnTo>
                  <a:pt x="234892" y="115809"/>
                </a:lnTo>
                <a:lnTo>
                  <a:pt x="235265" y="115942"/>
                </a:lnTo>
                <a:lnTo>
                  <a:pt x="235643" y="116069"/>
                </a:lnTo>
                <a:lnTo>
                  <a:pt x="236027" y="116190"/>
                </a:lnTo>
                <a:lnTo>
                  <a:pt x="236417" y="116305"/>
                </a:lnTo>
                <a:lnTo>
                  <a:pt x="236812" y="116414"/>
                </a:lnTo>
                <a:lnTo>
                  <a:pt x="237212" y="116517"/>
                </a:lnTo>
                <a:lnTo>
                  <a:pt x="237619" y="116615"/>
                </a:lnTo>
                <a:lnTo>
                  <a:pt x="238031" y="116706"/>
                </a:lnTo>
                <a:lnTo>
                  <a:pt x="238449" y="116792"/>
                </a:lnTo>
                <a:lnTo>
                  <a:pt x="238872" y="116871"/>
                </a:lnTo>
                <a:lnTo>
                  <a:pt x="239301" y="116945"/>
                </a:lnTo>
                <a:lnTo>
                  <a:pt x="239735" y="117013"/>
                </a:lnTo>
                <a:lnTo>
                  <a:pt x="240175" y="117075"/>
                </a:lnTo>
                <a:lnTo>
                  <a:pt x="240621" y="117131"/>
                </a:lnTo>
                <a:lnTo>
                  <a:pt x="241073" y="117181"/>
                </a:lnTo>
                <a:lnTo>
                  <a:pt x="241530" y="117225"/>
                </a:lnTo>
                <a:lnTo>
                  <a:pt x="241992" y="117264"/>
                </a:lnTo>
                <a:lnTo>
                  <a:pt x="242460" y="117296"/>
                </a:lnTo>
                <a:lnTo>
                  <a:pt x="242934" y="117323"/>
                </a:lnTo>
                <a:lnTo>
                  <a:pt x="243414" y="117343"/>
                </a:lnTo>
                <a:lnTo>
                  <a:pt x="243899" y="117358"/>
                </a:lnTo>
                <a:lnTo>
                  <a:pt x="244390" y="117367"/>
                </a:lnTo>
                <a:lnTo>
                  <a:pt x="244886" y="117370"/>
                </a:lnTo>
                <a:lnTo>
                  <a:pt x="246025" y="117352"/>
                </a:lnTo>
                <a:lnTo>
                  <a:pt x="247147" y="117299"/>
                </a:lnTo>
                <a:lnTo>
                  <a:pt x="248253" y="117210"/>
                </a:lnTo>
                <a:lnTo>
                  <a:pt x="249342" y="117085"/>
                </a:lnTo>
                <a:lnTo>
                  <a:pt x="250416" y="116924"/>
                </a:lnTo>
                <a:lnTo>
                  <a:pt x="251473" y="116728"/>
                </a:lnTo>
                <a:lnTo>
                  <a:pt x="252514" y="116496"/>
                </a:lnTo>
                <a:lnTo>
                  <a:pt x="253538" y="116229"/>
                </a:lnTo>
                <a:lnTo>
                  <a:pt x="254546" y="115926"/>
                </a:lnTo>
                <a:lnTo>
                  <a:pt x="255538" y="115587"/>
                </a:lnTo>
                <a:lnTo>
                  <a:pt x="256514" y="115213"/>
                </a:lnTo>
                <a:lnTo>
                  <a:pt x="257473" y="114803"/>
                </a:lnTo>
                <a:lnTo>
                  <a:pt x="258416" y="114357"/>
                </a:lnTo>
                <a:lnTo>
                  <a:pt x="259342" y="113875"/>
                </a:lnTo>
                <a:lnTo>
                  <a:pt x="260253" y="113358"/>
                </a:lnTo>
                <a:lnTo>
                  <a:pt x="261147" y="112806"/>
                </a:lnTo>
                <a:lnTo>
                  <a:pt x="262025" y="112217"/>
                </a:lnTo>
                <a:lnTo>
                  <a:pt x="262886" y="111593"/>
                </a:lnTo>
                <a:lnTo>
                  <a:pt x="263731" y="110933"/>
                </a:lnTo>
                <a:lnTo>
                  <a:pt x="264560" y="110238"/>
                </a:lnTo>
                <a:lnTo>
                  <a:pt x="265373" y="109507"/>
                </a:lnTo>
                <a:lnTo>
                  <a:pt x="266169" y="108740"/>
                </a:lnTo>
                <a:lnTo>
                  <a:pt x="266949" y="107938"/>
                </a:lnTo>
                <a:lnTo>
                  <a:pt x="267712" y="107100"/>
                </a:lnTo>
                <a:lnTo>
                  <a:pt x="268611" y="106044"/>
                </a:lnTo>
                <a:lnTo>
                  <a:pt x="269471" y="104965"/>
                </a:lnTo>
                <a:lnTo>
                  <a:pt x="270292" y="103863"/>
                </a:lnTo>
                <a:lnTo>
                  <a:pt x="271076" y="102738"/>
                </a:lnTo>
                <a:lnTo>
                  <a:pt x="271821" y="101590"/>
                </a:lnTo>
                <a:lnTo>
                  <a:pt x="272529" y="100419"/>
                </a:lnTo>
                <a:lnTo>
                  <a:pt x="273198" y="99225"/>
                </a:lnTo>
                <a:lnTo>
                  <a:pt x="273828" y="98008"/>
                </a:lnTo>
                <a:lnTo>
                  <a:pt x="274421" y="96767"/>
                </a:lnTo>
                <a:lnTo>
                  <a:pt x="274975" y="95504"/>
                </a:lnTo>
                <a:lnTo>
                  <a:pt x="275491" y="94218"/>
                </a:lnTo>
                <a:lnTo>
                  <a:pt x="275969" y="92909"/>
                </a:lnTo>
                <a:lnTo>
                  <a:pt x="276408" y="91577"/>
                </a:lnTo>
                <a:lnTo>
                  <a:pt x="276810" y="90221"/>
                </a:lnTo>
                <a:lnTo>
                  <a:pt x="277173" y="88843"/>
                </a:lnTo>
                <a:lnTo>
                  <a:pt x="277498" y="87442"/>
                </a:lnTo>
                <a:lnTo>
                  <a:pt x="277784" y="86017"/>
                </a:lnTo>
                <a:lnTo>
                  <a:pt x="278033" y="84570"/>
                </a:lnTo>
                <a:lnTo>
                  <a:pt x="278243" y="83100"/>
                </a:lnTo>
                <a:lnTo>
                  <a:pt x="278415" y="81606"/>
                </a:lnTo>
                <a:lnTo>
                  <a:pt x="278549" y="80090"/>
                </a:lnTo>
                <a:lnTo>
                  <a:pt x="278644" y="78551"/>
                </a:lnTo>
                <a:lnTo>
                  <a:pt x="278702" y="76988"/>
                </a:lnTo>
                <a:lnTo>
                  <a:pt x="278721" y="75403"/>
                </a:lnTo>
                <a:lnTo>
                  <a:pt x="278705" y="73985"/>
                </a:lnTo>
                <a:lnTo>
                  <a:pt x="278657" y="72590"/>
                </a:lnTo>
                <a:lnTo>
                  <a:pt x="278578" y="71218"/>
                </a:lnTo>
                <a:lnTo>
                  <a:pt x="278467" y="69868"/>
                </a:lnTo>
                <a:lnTo>
                  <a:pt x="278324" y="68541"/>
                </a:lnTo>
                <a:lnTo>
                  <a:pt x="278149" y="67236"/>
                </a:lnTo>
                <a:lnTo>
                  <a:pt x="277943" y="65953"/>
                </a:lnTo>
                <a:lnTo>
                  <a:pt x="277705" y="64693"/>
                </a:lnTo>
                <a:lnTo>
                  <a:pt x="277435" y="63455"/>
                </a:lnTo>
                <a:lnTo>
                  <a:pt x="277133" y="62240"/>
                </a:lnTo>
                <a:lnTo>
                  <a:pt x="276799" y="61047"/>
                </a:lnTo>
                <a:lnTo>
                  <a:pt x="276434" y="59877"/>
                </a:lnTo>
                <a:lnTo>
                  <a:pt x="276037" y="58729"/>
                </a:lnTo>
                <a:lnTo>
                  <a:pt x="275608" y="57604"/>
                </a:lnTo>
                <a:lnTo>
                  <a:pt x="275148" y="56501"/>
                </a:lnTo>
                <a:lnTo>
                  <a:pt x="274656" y="55421"/>
                </a:lnTo>
                <a:lnTo>
                  <a:pt x="274132" y="54363"/>
                </a:lnTo>
                <a:lnTo>
                  <a:pt x="273576" y="53327"/>
                </a:lnTo>
                <a:lnTo>
                  <a:pt x="272988" y="52314"/>
                </a:lnTo>
                <a:lnTo>
                  <a:pt x="272369" y="51323"/>
                </a:lnTo>
                <a:lnTo>
                  <a:pt x="271718" y="50355"/>
                </a:lnTo>
                <a:lnTo>
                  <a:pt x="271035" y="49409"/>
                </a:lnTo>
                <a:lnTo>
                  <a:pt x="270320" y="48486"/>
                </a:lnTo>
                <a:lnTo>
                  <a:pt x="269574" y="47585"/>
                </a:lnTo>
                <a:lnTo>
                  <a:pt x="268947" y="46873"/>
                </a:lnTo>
                <a:lnTo>
                  <a:pt x="268307" y="46191"/>
                </a:lnTo>
                <a:lnTo>
                  <a:pt x="267654" y="45539"/>
                </a:lnTo>
                <a:lnTo>
                  <a:pt x="266988" y="44917"/>
                </a:lnTo>
                <a:lnTo>
                  <a:pt x="266310" y="44326"/>
                </a:lnTo>
                <a:lnTo>
                  <a:pt x="265618" y="43765"/>
                </a:lnTo>
                <a:lnTo>
                  <a:pt x="264913" y="43235"/>
                </a:lnTo>
                <a:lnTo>
                  <a:pt x="264196" y="42734"/>
                </a:lnTo>
                <a:lnTo>
                  <a:pt x="263465" y="42264"/>
                </a:lnTo>
                <a:lnTo>
                  <a:pt x="262722" y="41825"/>
                </a:lnTo>
                <a:lnTo>
                  <a:pt x="261966" y="41415"/>
                </a:lnTo>
                <a:lnTo>
                  <a:pt x="261196" y="41036"/>
                </a:lnTo>
                <a:lnTo>
                  <a:pt x="260414" y="40688"/>
                </a:lnTo>
                <a:lnTo>
                  <a:pt x="259619" y="40369"/>
                </a:lnTo>
                <a:lnTo>
                  <a:pt x="258811" y="40081"/>
                </a:lnTo>
                <a:lnTo>
                  <a:pt x="257990" y="39824"/>
                </a:lnTo>
                <a:lnTo>
                  <a:pt x="257156" y="39596"/>
                </a:lnTo>
                <a:lnTo>
                  <a:pt x="256309" y="39399"/>
                </a:lnTo>
                <a:lnTo>
                  <a:pt x="255450" y="39233"/>
                </a:lnTo>
                <a:lnTo>
                  <a:pt x="254577" y="39096"/>
                </a:lnTo>
                <a:lnTo>
                  <a:pt x="253691" y="38990"/>
                </a:lnTo>
                <a:lnTo>
                  <a:pt x="252793" y="38914"/>
                </a:lnTo>
                <a:lnTo>
                  <a:pt x="251881" y="38869"/>
                </a:lnTo>
                <a:lnTo>
                  <a:pt x="250957" y="38854"/>
                </a:lnTo>
                <a:lnTo>
                  <a:pt x="250425" y="38860"/>
                </a:lnTo>
                <a:lnTo>
                  <a:pt x="249895" y="38880"/>
                </a:lnTo>
                <a:lnTo>
                  <a:pt x="249368" y="38914"/>
                </a:lnTo>
                <a:lnTo>
                  <a:pt x="248842" y="38960"/>
                </a:lnTo>
                <a:lnTo>
                  <a:pt x="248319" y="39020"/>
                </a:lnTo>
                <a:lnTo>
                  <a:pt x="247797" y="39094"/>
                </a:lnTo>
                <a:lnTo>
                  <a:pt x="247278" y="39181"/>
                </a:lnTo>
                <a:lnTo>
                  <a:pt x="246761" y="39281"/>
                </a:lnTo>
                <a:lnTo>
                  <a:pt x="246246" y="39394"/>
                </a:lnTo>
                <a:lnTo>
                  <a:pt x="245733" y="39521"/>
                </a:lnTo>
                <a:lnTo>
                  <a:pt x="245223" y="39661"/>
                </a:lnTo>
                <a:lnTo>
                  <a:pt x="244714" y="39815"/>
                </a:lnTo>
                <a:lnTo>
                  <a:pt x="244207" y="39982"/>
                </a:lnTo>
                <a:lnTo>
                  <a:pt x="243703" y="40162"/>
                </a:lnTo>
                <a:lnTo>
                  <a:pt x="243201" y="40355"/>
                </a:lnTo>
                <a:lnTo>
                  <a:pt x="242700" y="40562"/>
                </a:lnTo>
                <a:lnTo>
                  <a:pt x="242202" y="40783"/>
                </a:lnTo>
                <a:lnTo>
                  <a:pt x="241706" y="41016"/>
                </a:lnTo>
                <a:lnTo>
                  <a:pt x="241212" y="41263"/>
                </a:lnTo>
                <a:lnTo>
                  <a:pt x="240721" y="41524"/>
                </a:lnTo>
                <a:lnTo>
                  <a:pt x="240231" y="41797"/>
                </a:lnTo>
                <a:lnTo>
                  <a:pt x="239743" y="42084"/>
                </a:lnTo>
                <a:lnTo>
                  <a:pt x="239258" y="42385"/>
                </a:lnTo>
                <a:lnTo>
                  <a:pt x="238775" y="42698"/>
                </a:lnTo>
                <a:lnTo>
                  <a:pt x="238292" y="43029"/>
                </a:lnTo>
                <a:lnTo>
                  <a:pt x="237810" y="43381"/>
                </a:lnTo>
                <a:lnTo>
                  <a:pt x="237328" y="43753"/>
                </a:lnTo>
                <a:lnTo>
                  <a:pt x="236847" y="44145"/>
                </a:lnTo>
                <a:lnTo>
                  <a:pt x="236365" y="44559"/>
                </a:lnTo>
                <a:lnTo>
                  <a:pt x="235883" y="44993"/>
                </a:lnTo>
                <a:lnTo>
                  <a:pt x="235402" y="45447"/>
                </a:lnTo>
                <a:lnTo>
                  <a:pt x="234921" y="45923"/>
                </a:lnTo>
                <a:lnTo>
                  <a:pt x="234440" y="46419"/>
                </a:lnTo>
                <a:lnTo>
                  <a:pt x="233959" y="46935"/>
                </a:lnTo>
                <a:lnTo>
                  <a:pt x="233478" y="47473"/>
                </a:lnTo>
                <a:lnTo>
                  <a:pt x="232997" y="48031"/>
                </a:lnTo>
                <a:lnTo>
                  <a:pt x="232517" y="48609"/>
                </a:lnTo>
                <a:lnTo>
                  <a:pt x="232036" y="49209"/>
                </a:lnTo>
                <a:lnTo>
                  <a:pt x="231556" y="49828"/>
                </a:lnTo>
                <a:lnTo>
                  <a:pt x="231076" y="50469"/>
                </a:lnTo>
                <a:lnTo>
                  <a:pt x="230596" y="51130"/>
                </a:lnTo>
                <a:lnTo>
                  <a:pt x="230116" y="51812"/>
                </a:lnTo>
                <a:lnTo>
                  <a:pt x="229636" y="52515"/>
                </a:lnTo>
                <a:lnTo>
                  <a:pt x="229157" y="53238"/>
                </a:lnTo>
                <a:lnTo>
                  <a:pt x="228677" y="53982"/>
                </a:lnTo>
                <a:lnTo>
                  <a:pt x="228198" y="54747"/>
                </a:lnTo>
                <a:lnTo>
                  <a:pt x="227719" y="55532"/>
                </a:lnTo>
                <a:lnTo>
                  <a:pt x="227240" y="56338"/>
                </a:lnTo>
                <a:lnTo>
                  <a:pt x="227240" y="39015"/>
                </a:lnTo>
                <a:lnTo>
                  <a:pt x="224164" y="39015"/>
                </a:lnTo>
                <a:lnTo>
                  <a:pt x="201338" y="48251"/>
                </a:lnTo>
                <a:lnTo>
                  <a:pt x="202309" y="50841"/>
                </a:lnTo>
                <a:lnTo>
                  <a:pt x="202557" y="50748"/>
                </a:lnTo>
                <a:lnTo>
                  <a:pt x="202801" y="50660"/>
                </a:lnTo>
                <a:lnTo>
                  <a:pt x="203041" y="50575"/>
                </a:lnTo>
                <a:lnTo>
                  <a:pt x="203278" y="50495"/>
                </a:lnTo>
                <a:close/>
                <a:moveTo>
                  <a:pt x="229874" y="58481"/>
                </a:moveTo>
                <a:lnTo>
                  <a:pt x="230361" y="57986"/>
                </a:lnTo>
                <a:lnTo>
                  <a:pt x="230835" y="57511"/>
                </a:lnTo>
                <a:lnTo>
                  <a:pt x="231296" y="57057"/>
                </a:lnTo>
                <a:lnTo>
                  <a:pt x="231744" y="56622"/>
                </a:lnTo>
                <a:lnTo>
                  <a:pt x="232178" y="56208"/>
                </a:lnTo>
                <a:lnTo>
                  <a:pt x="232599" y="55814"/>
                </a:lnTo>
                <a:lnTo>
                  <a:pt x="233007" y="55440"/>
                </a:lnTo>
                <a:lnTo>
                  <a:pt x="233402" y="55087"/>
                </a:lnTo>
                <a:lnTo>
                  <a:pt x="233784" y="54753"/>
                </a:lnTo>
                <a:lnTo>
                  <a:pt x="234152" y="54440"/>
                </a:lnTo>
                <a:lnTo>
                  <a:pt x="234507" y="54147"/>
                </a:lnTo>
                <a:lnTo>
                  <a:pt x="234849" y="53874"/>
                </a:lnTo>
                <a:lnTo>
                  <a:pt x="235178" y="53622"/>
                </a:lnTo>
                <a:lnTo>
                  <a:pt x="235493" y="53389"/>
                </a:lnTo>
                <a:lnTo>
                  <a:pt x="235795" y="53177"/>
                </a:lnTo>
                <a:lnTo>
                  <a:pt x="236084" y="52985"/>
                </a:lnTo>
                <a:lnTo>
                  <a:pt x="236360" y="52813"/>
                </a:lnTo>
                <a:lnTo>
                  <a:pt x="236623" y="52662"/>
                </a:lnTo>
                <a:lnTo>
                  <a:pt x="236872" y="52531"/>
                </a:lnTo>
                <a:lnTo>
                  <a:pt x="237190" y="52372"/>
                </a:lnTo>
                <a:lnTo>
                  <a:pt x="237507" y="52221"/>
                </a:lnTo>
                <a:lnTo>
                  <a:pt x="237825" y="52076"/>
                </a:lnTo>
                <a:lnTo>
                  <a:pt x="238143" y="51938"/>
                </a:lnTo>
                <a:lnTo>
                  <a:pt x="238461" y="51806"/>
                </a:lnTo>
                <a:lnTo>
                  <a:pt x="238780" y="51682"/>
                </a:lnTo>
                <a:lnTo>
                  <a:pt x="239099" y="51564"/>
                </a:lnTo>
                <a:lnTo>
                  <a:pt x="239418" y="51453"/>
                </a:lnTo>
                <a:lnTo>
                  <a:pt x="239737" y="51348"/>
                </a:lnTo>
                <a:lnTo>
                  <a:pt x="240057" y="51251"/>
                </a:lnTo>
                <a:lnTo>
                  <a:pt x="240377" y="51160"/>
                </a:lnTo>
                <a:lnTo>
                  <a:pt x="240697" y="51076"/>
                </a:lnTo>
                <a:lnTo>
                  <a:pt x="241018" y="50998"/>
                </a:lnTo>
                <a:lnTo>
                  <a:pt x="241338" y="50927"/>
                </a:lnTo>
                <a:lnTo>
                  <a:pt x="241660" y="50863"/>
                </a:lnTo>
                <a:lnTo>
                  <a:pt x="241981" y="50806"/>
                </a:lnTo>
                <a:lnTo>
                  <a:pt x="242303" y="50756"/>
                </a:lnTo>
                <a:lnTo>
                  <a:pt x="242625" y="50712"/>
                </a:lnTo>
                <a:lnTo>
                  <a:pt x="242947" y="50675"/>
                </a:lnTo>
                <a:lnTo>
                  <a:pt x="243269" y="50644"/>
                </a:lnTo>
                <a:lnTo>
                  <a:pt x="243592" y="50621"/>
                </a:lnTo>
                <a:lnTo>
                  <a:pt x="243915" y="50604"/>
                </a:lnTo>
                <a:lnTo>
                  <a:pt x="244239" y="50594"/>
                </a:lnTo>
                <a:lnTo>
                  <a:pt x="244562" y="50591"/>
                </a:lnTo>
                <a:lnTo>
                  <a:pt x="245152" y="50601"/>
                </a:lnTo>
                <a:lnTo>
                  <a:pt x="245736" y="50634"/>
                </a:lnTo>
                <a:lnTo>
                  <a:pt x="246313" y="50689"/>
                </a:lnTo>
                <a:lnTo>
                  <a:pt x="246883" y="50766"/>
                </a:lnTo>
                <a:lnTo>
                  <a:pt x="247446" y="50864"/>
                </a:lnTo>
                <a:lnTo>
                  <a:pt x="248002" y="50985"/>
                </a:lnTo>
                <a:lnTo>
                  <a:pt x="248552" y="51127"/>
                </a:lnTo>
                <a:lnTo>
                  <a:pt x="249095" y="51291"/>
                </a:lnTo>
                <a:lnTo>
                  <a:pt x="249631" y="51477"/>
                </a:lnTo>
                <a:lnTo>
                  <a:pt x="250161" y="51685"/>
                </a:lnTo>
                <a:lnTo>
                  <a:pt x="250684" y="51915"/>
                </a:lnTo>
                <a:lnTo>
                  <a:pt x="251200" y="52167"/>
                </a:lnTo>
                <a:lnTo>
                  <a:pt x="251709" y="52441"/>
                </a:lnTo>
                <a:lnTo>
                  <a:pt x="252211" y="52736"/>
                </a:lnTo>
                <a:lnTo>
                  <a:pt x="252707" y="53054"/>
                </a:lnTo>
                <a:lnTo>
                  <a:pt x="253196" y="53393"/>
                </a:lnTo>
                <a:lnTo>
                  <a:pt x="253679" y="53755"/>
                </a:lnTo>
                <a:lnTo>
                  <a:pt x="254154" y="54138"/>
                </a:lnTo>
                <a:lnTo>
                  <a:pt x="254623" y="54543"/>
                </a:lnTo>
                <a:lnTo>
                  <a:pt x="255085" y="54970"/>
                </a:lnTo>
                <a:lnTo>
                  <a:pt x="255540" y="55419"/>
                </a:lnTo>
                <a:lnTo>
                  <a:pt x="255989" y="55889"/>
                </a:lnTo>
                <a:lnTo>
                  <a:pt x="256431" y="56382"/>
                </a:lnTo>
                <a:lnTo>
                  <a:pt x="256866" y="56897"/>
                </a:lnTo>
                <a:lnTo>
                  <a:pt x="257473" y="57671"/>
                </a:lnTo>
                <a:lnTo>
                  <a:pt x="258055" y="58473"/>
                </a:lnTo>
                <a:lnTo>
                  <a:pt x="258611" y="59303"/>
                </a:lnTo>
                <a:lnTo>
                  <a:pt x="259141" y="60159"/>
                </a:lnTo>
                <a:lnTo>
                  <a:pt x="259645" y="61043"/>
                </a:lnTo>
                <a:lnTo>
                  <a:pt x="260124" y="61954"/>
                </a:lnTo>
                <a:lnTo>
                  <a:pt x="260576" y="62892"/>
                </a:lnTo>
                <a:lnTo>
                  <a:pt x="261003" y="63857"/>
                </a:lnTo>
                <a:lnTo>
                  <a:pt x="261404" y="64850"/>
                </a:lnTo>
                <a:lnTo>
                  <a:pt x="261779" y="65870"/>
                </a:lnTo>
                <a:lnTo>
                  <a:pt x="262128" y="66917"/>
                </a:lnTo>
                <a:lnTo>
                  <a:pt x="262451" y="67991"/>
                </a:lnTo>
                <a:lnTo>
                  <a:pt x="262748" y="69093"/>
                </a:lnTo>
                <a:lnTo>
                  <a:pt x="263020" y="70221"/>
                </a:lnTo>
                <a:lnTo>
                  <a:pt x="263265" y="71377"/>
                </a:lnTo>
                <a:lnTo>
                  <a:pt x="263485" y="72561"/>
                </a:lnTo>
                <a:lnTo>
                  <a:pt x="263679" y="73771"/>
                </a:lnTo>
                <a:lnTo>
                  <a:pt x="263847" y="75009"/>
                </a:lnTo>
                <a:lnTo>
                  <a:pt x="263989" y="76274"/>
                </a:lnTo>
                <a:lnTo>
                  <a:pt x="264106" y="77566"/>
                </a:lnTo>
                <a:lnTo>
                  <a:pt x="264196" y="78885"/>
                </a:lnTo>
                <a:lnTo>
                  <a:pt x="264261" y="80232"/>
                </a:lnTo>
                <a:lnTo>
                  <a:pt x="264300" y="81605"/>
                </a:lnTo>
                <a:lnTo>
                  <a:pt x="264313" y="83006"/>
                </a:lnTo>
                <a:lnTo>
                  <a:pt x="264301" y="84241"/>
                </a:lnTo>
                <a:lnTo>
                  <a:pt x="264267" y="85453"/>
                </a:lnTo>
                <a:lnTo>
                  <a:pt x="264210" y="86641"/>
                </a:lnTo>
                <a:lnTo>
                  <a:pt x="264131" y="87806"/>
                </a:lnTo>
                <a:lnTo>
                  <a:pt x="264028" y="88947"/>
                </a:lnTo>
                <a:lnTo>
                  <a:pt x="263903" y="90065"/>
                </a:lnTo>
                <a:lnTo>
                  <a:pt x="263755" y="91160"/>
                </a:lnTo>
                <a:lnTo>
                  <a:pt x="263584" y="92232"/>
                </a:lnTo>
                <a:lnTo>
                  <a:pt x="263391" y="93280"/>
                </a:lnTo>
                <a:lnTo>
                  <a:pt x="263174" y="94305"/>
                </a:lnTo>
                <a:lnTo>
                  <a:pt x="262935" y="95307"/>
                </a:lnTo>
                <a:lnTo>
                  <a:pt x="262674" y="96285"/>
                </a:lnTo>
                <a:lnTo>
                  <a:pt x="262389" y="97240"/>
                </a:lnTo>
                <a:lnTo>
                  <a:pt x="262082" y="98172"/>
                </a:lnTo>
                <a:lnTo>
                  <a:pt x="261752" y="99080"/>
                </a:lnTo>
                <a:lnTo>
                  <a:pt x="261399" y="99965"/>
                </a:lnTo>
                <a:lnTo>
                  <a:pt x="261023" y="100827"/>
                </a:lnTo>
                <a:lnTo>
                  <a:pt x="260625" y="101666"/>
                </a:lnTo>
                <a:lnTo>
                  <a:pt x="260203" y="102481"/>
                </a:lnTo>
                <a:lnTo>
                  <a:pt x="259760" y="103273"/>
                </a:lnTo>
                <a:lnTo>
                  <a:pt x="259293" y="104041"/>
                </a:lnTo>
                <a:lnTo>
                  <a:pt x="258803" y="104787"/>
                </a:lnTo>
                <a:lnTo>
                  <a:pt x="258291" y="105509"/>
                </a:lnTo>
                <a:lnTo>
                  <a:pt x="257756" y="106207"/>
                </a:lnTo>
                <a:lnTo>
                  <a:pt x="257333" y="106722"/>
                </a:lnTo>
                <a:lnTo>
                  <a:pt x="256898" y="107214"/>
                </a:lnTo>
                <a:lnTo>
                  <a:pt x="256453" y="107685"/>
                </a:lnTo>
                <a:lnTo>
                  <a:pt x="255998" y="108134"/>
                </a:lnTo>
                <a:lnTo>
                  <a:pt x="255532" y="108561"/>
                </a:lnTo>
                <a:lnTo>
                  <a:pt x="255055" y="108966"/>
                </a:lnTo>
                <a:lnTo>
                  <a:pt x="254567" y="109349"/>
                </a:lnTo>
                <a:lnTo>
                  <a:pt x="254069" y="109711"/>
                </a:lnTo>
                <a:lnTo>
                  <a:pt x="253560" y="110050"/>
                </a:lnTo>
                <a:lnTo>
                  <a:pt x="253040" y="110367"/>
                </a:lnTo>
                <a:lnTo>
                  <a:pt x="252510" y="110663"/>
                </a:lnTo>
                <a:lnTo>
                  <a:pt x="251969" y="110937"/>
                </a:lnTo>
                <a:lnTo>
                  <a:pt x="251417" y="111189"/>
                </a:lnTo>
                <a:lnTo>
                  <a:pt x="250854" y="111419"/>
                </a:lnTo>
                <a:lnTo>
                  <a:pt x="250281" y="111627"/>
                </a:lnTo>
                <a:lnTo>
                  <a:pt x="249698" y="111813"/>
                </a:lnTo>
                <a:lnTo>
                  <a:pt x="249103" y="111977"/>
                </a:lnTo>
                <a:lnTo>
                  <a:pt x="248498" y="112119"/>
                </a:lnTo>
                <a:lnTo>
                  <a:pt x="247882" y="112240"/>
                </a:lnTo>
                <a:lnTo>
                  <a:pt x="247256" y="112338"/>
                </a:lnTo>
                <a:lnTo>
                  <a:pt x="246619" y="112415"/>
                </a:lnTo>
                <a:lnTo>
                  <a:pt x="245971" y="112470"/>
                </a:lnTo>
                <a:lnTo>
                  <a:pt x="245312" y="112502"/>
                </a:lnTo>
                <a:lnTo>
                  <a:pt x="244643" y="112513"/>
                </a:lnTo>
                <a:lnTo>
                  <a:pt x="244087" y="112507"/>
                </a:lnTo>
                <a:lnTo>
                  <a:pt x="243539" y="112489"/>
                </a:lnTo>
                <a:lnTo>
                  <a:pt x="243000" y="112458"/>
                </a:lnTo>
                <a:lnTo>
                  <a:pt x="242468" y="112415"/>
                </a:lnTo>
                <a:lnTo>
                  <a:pt x="241944" y="112359"/>
                </a:lnTo>
                <a:lnTo>
                  <a:pt x="241428" y="112291"/>
                </a:lnTo>
                <a:lnTo>
                  <a:pt x="240920" y="112211"/>
                </a:lnTo>
                <a:lnTo>
                  <a:pt x="240420" y="112118"/>
                </a:lnTo>
                <a:lnTo>
                  <a:pt x="239929" y="112013"/>
                </a:lnTo>
                <a:lnTo>
                  <a:pt x="239445" y="111896"/>
                </a:lnTo>
                <a:lnTo>
                  <a:pt x="238969" y="111766"/>
                </a:lnTo>
                <a:lnTo>
                  <a:pt x="238501" y="111624"/>
                </a:lnTo>
                <a:lnTo>
                  <a:pt x="238042" y="111470"/>
                </a:lnTo>
                <a:lnTo>
                  <a:pt x="237590" y="111303"/>
                </a:lnTo>
                <a:lnTo>
                  <a:pt x="237146" y="111124"/>
                </a:lnTo>
                <a:lnTo>
                  <a:pt x="236711" y="110933"/>
                </a:lnTo>
                <a:lnTo>
                  <a:pt x="236283" y="110729"/>
                </a:lnTo>
                <a:lnTo>
                  <a:pt x="235863" y="110513"/>
                </a:lnTo>
                <a:lnTo>
                  <a:pt x="235451" y="110284"/>
                </a:lnTo>
                <a:lnTo>
                  <a:pt x="235048" y="110044"/>
                </a:lnTo>
                <a:lnTo>
                  <a:pt x="234652" y="109790"/>
                </a:lnTo>
                <a:lnTo>
                  <a:pt x="234264" y="109525"/>
                </a:lnTo>
                <a:lnTo>
                  <a:pt x="233885" y="109247"/>
                </a:lnTo>
                <a:lnTo>
                  <a:pt x="233513" y="108957"/>
                </a:lnTo>
                <a:lnTo>
                  <a:pt x="233151" y="108658"/>
                </a:lnTo>
                <a:lnTo>
                  <a:pt x="232801" y="108356"/>
                </a:lnTo>
                <a:lnTo>
                  <a:pt x="232462" y="108050"/>
                </a:lnTo>
                <a:lnTo>
                  <a:pt x="232134" y="107740"/>
                </a:lnTo>
                <a:lnTo>
                  <a:pt x="231817" y="107426"/>
                </a:lnTo>
                <a:lnTo>
                  <a:pt x="231512" y="107108"/>
                </a:lnTo>
                <a:lnTo>
                  <a:pt x="231219" y="106786"/>
                </a:lnTo>
                <a:lnTo>
                  <a:pt x="230936" y="106460"/>
                </a:lnTo>
                <a:lnTo>
                  <a:pt x="230666" y="106130"/>
                </a:lnTo>
                <a:lnTo>
                  <a:pt x="230406" y="105796"/>
                </a:lnTo>
                <a:lnTo>
                  <a:pt x="230158" y="105459"/>
                </a:lnTo>
                <a:lnTo>
                  <a:pt x="229921" y="105117"/>
                </a:lnTo>
                <a:lnTo>
                  <a:pt x="229696" y="104771"/>
                </a:lnTo>
                <a:lnTo>
                  <a:pt x="229482" y="104422"/>
                </a:lnTo>
                <a:lnTo>
                  <a:pt x="229279" y="104068"/>
                </a:lnTo>
                <a:lnTo>
                  <a:pt x="229088" y="103711"/>
                </a:lnTo>
                <a:lnTo>
                  <a:pt x="228908" y="103350"/>
                </a:lnTo>
                <a:lnTo>
                  <a:pt x="228740" y="102985"/>
                </a:lnTo>
                <a:lnTo>
                  <a:pt x="228583" y="102615"/>
                </a:lnTo>
                <a:lnTo>
                  <a:pt x="228437" y="102242"/>
                </a:lnTo>
                <a:lnTo>
                  <a:pt x="228303" y="101865"/>
                </a:lnTo>
                <a:lnTo>
                  <a:pt x="228180" y="101484"/>
                </a:lnTo>
                <a:lnTo>
                  <a:pt x="228069" y="101099"/>
                </a:lnTo>
                <a:lnTo>
                  <a:pt x="227968" y="100711"/>
                </a:lnTo>
                <a:lnTo>
                  <a:pt x="227909" y="100464"/>
                </a:lnTo>
                <a:lnTo>
                  <a:pt x="227852" y="100197"/>
                </a:lnTo>
                <a:lnTo>
                  <a:pt x="227798" y="99907"/>
                </a:lnTo>
                <a:lnTo>
                  <a:pt x="227746" y="99597"/>
                </a:lnTo>
                <a:lnTo>
                  <a:pt x="227697" y="99265"/>
                </a:lnTo>
                <a:lnTo>
                  <a:pt x="227650" y="98912"/>
                </a:lnTo>
                <a:lnTo>
                  <a:pt x="227605" y="98538"/>
                </a:lnTo>
                <a:lnTo>
                  <a:pt x="227564" y="98142"/>
                </a:lnTo>
                <a:lnTo>
                  <a:pt x="227525" y="97725"/>
                </a:lnTo>
                <a:lnTo>
                  <a:pt x="227488" y="97287"/>
                </a:lnTo>
                <a:lnTo>
                  <a:pt x="227454" y="96827"/>
                </a:lnTo>
                <a:lnTo>
                  <a:pt x="227422" y="96346"/>
                </a:lnTo>
                <a:lnTo>
                  <a:pt x="227393" y="95843"/>
                </a:lnTo>
                <a:lnTo>
                  <a:pt x="227366" y="95320"/>
                </a:lnTo>
                <a:lnTo>
                  <a:pt x="227342" y="94774"/>
                </a:lnTo>
                <a:lnTo>
                  <a:pt x="227321" y="94208"/>
                </a:lnTo>
                <a:lnTo>
                  <a:pt x="227302" y="93620"/>
                </a:lnTo>
                <a:lnTo>
                  <a:pt x="227285" y="93011"/>
                </a:lnTo>
                <a:lnTo>
                  <a:pt x="227272" y="92380"/>
                </a:lnTo>
                <a:lnTo>
                  <a:pt x="227260" y="91729"/>
                </a:lnTo>
                <a:lnTo>
                  <a:pt x="227251" y="91055"/>
                </a:lnTo>
                <a:lnTo>
                  <a:pt x="227245" y="90361"/>
                </a:lnTo>
                <a:lnTo>
                  <a:pt x="227241" y="89645"/>
                </a:lnTo>
                <a:lnTo>
                  <a:pt x="227240" y="88908"/>
                </a:lnTo>
                <a:lnTo>
                  <a:pt x="227240" y="61260"/>
                </a:lnTo>
                <a:lnTo>
                  <a:pt x="227793" y="60664"/>
                </a:lnTo>
                <a:lnTo>
                  <a:pt x="228333" y="60088"/>
                </a:lnTo>
                <a:lnTo>
                  <a:pt x="228860" y="59532"/>
                </a:lnTo>
                <a:lnTo>
                  <a:pt x="229374" y="58997"/>
                </a:lnTo>
                <a:lnTo>
                  <a:pt x="229874" y="58481"/>
                </a:lnTo>
                <a:close/>
                <a:moveTo>
                  <a:pt x="428433" y="99513"/>
                </a:moveTo>
                <a:lnTo>
                  <a:pt x="428144" y="99562"/>
                </a:lnTo>
                <a:lnTo>
                  <a:pt x="427858" y="99621"/>
                </a:lnTo>
                <a:lnTo>
                  <a:pt x="427577" y="99688"/>
                </a:lnTo>
                <a:lnTo>
                  <a:pt x="427299" y="99765"/>
                </a:lnTo>
                <a:lnTo>
                  <a:pt x="427024" y="99850"/>
                </a:lnTo>
                <a:lnTo>
                  <a:pt x="426754" y="99944"/>
                </a:lnTo>
                <a:lnTo>
                  <a:pt x="426487" y="100048"/>
                </a:lnTo>
                <a:lnTo>
                  <a:pt x="426224" y="100160"/>
                </a:lnTo>
                <a:lnTo>
                  <a:pt x="425965" y="100282"/>
                </a:lnTo>
                <a:lnTo>
                  <a:pt x="425710" y="100412"/>
                </a:lnTo>
                <a:lnTo>
                  <a:pt x="425459" y="100551"/>
                </a:lnTo>
                <a:lnTo>
                  <a:pt x="425211" y="100700"/>
                </a:lnTo>
                <a:lnTo>
                  <a:pt x="424967" y="100857"/>
                </a:lnTo>
                <a:lnTo>
                  <a:pt x="424727" y="101024"/>
                </a:lnTo>
                <a:lnTo>
                  <a:pt x="424491" y="101199"/>
                </a:lnTo>
                <a:lnTo>
                  <a:pt x="424258" y="101383"/>
                </a:lnTo>
                <a:lnTo>
                  <a:pt x="424029" y="101577"/>
                </a:lnTo>
                <a:lnTo>
                  <a:pt x="423804" y="101779"/>
                </a:lnTo>
                <a:lnTo>
                  <a:pt x="423583" y="101990"/>
                </a:lnTo>
                <a:lnTo>
                  <a:pt x="423369" y="102208"/>
                </a:lnTo>
                <a:lnTo>
                  <a:pt x="423163" y="102431"/>
                </a:lnTo>
                <a:lnTo>
                  <a:pt x="422967" y="102657"/>
                </a:lnTo>
                <a:lnTo>
                  <a:pt x="422779" y="102888"/>
                </a:lnTo>
                <a:lnTo>
                  <a:pt x="422601" y="103122"/>
                </a:lnTo>
                <a:lnTo>
                  <a:pt x="422432" y="103361"/>
                </a:lnTo>
                <a:lnTo>
                  <a:pt x="422273" y="103605"/>
                </a:lnTo>
                <a:lnTo>
                  <a:pt x="422122" y="103852"/>
                </a:lnTo>
                <a:lnTo>
                  <a:pt x="421980" y="104104"/>
                </a:lnTo>
                <a:lnTo>
                  <a:pt x="421848" y="104360"/>
                </a:lnTo>
                <a:lnTo>
                  <a:pt x="421724" y="104620"/>
                </a:lnTo>
                <a:lnTo>
                  <a:pt x="421610" y="104884"/>
                </a:lnTo>
                <a:lnTo>
                  <a:pt x="421505" y="105153"/>
                </a:lnTo>
                <a:lnTo>
                  <a:pt x="421409" y="105426"/>
                </a:lnTo>
                <a:lnTo>
                  <a:pt x="421323" y="105703"/>
                </a:lnTo>
                <a:lnTo>
                  <a:pt x="421245" y="105984"/>
                </a:lnTo>
                <a:lnTo>
                  <a:pt x="421176" y="106269"/>
                </a:lnTo>
                <a:lnTo>
                  <a:pt x="421117" y="106559"/>
                </a:lnTo>
                <a:lnTo>
                  <a:pt x="421067" y="106853"/>
                </a:lnTo>
                <a:lnTo>
                  <a:pt x="421026" y="107151"/>
                </a:lnTo>
                <a:lnTo>
                  <a:pt x="420994" y="107453"/>
                </a:lnTo>
                <a:lnTo>
                  <a:pt x="420971" y="107759"/>
                </a:lnTo>
                <a:lnTo>
                  <a:pt x="420957" y="108070"/>
                </a:lnTo>
                <a:lnTo>
                  <a:pt x="420953" y="108385"/>
                </a:lnTo>
                <a:lnTo>
                  <a:pt x="420957" y="108694"/>
                </a:lnTo>
                <a:lnTo>
                  <a:pt x="420971" y="108998"/>
                </a:lnTo>
                <a:lnTo>
                  <a:pt x="420994" y="109299"/>
                </a:lnTo>
                <a:lnTo>
                  <a:pt x="421026" y="109596"/>
                </a:lnTo>
                <a:lnTo>
                  <a:pt x="421067" y="109889"/>
                </a:lnTo>
                <a:lnTo>
                  <a:pt x="421117" y="110179"/>
                </a:lnTo>
                <a:lnTo>
                  <a:pt x="421176" y="110464"/>
                </a:lnTo>
                <a:lnTo>
                  <a:pt x="421245" y="110746"/>
                </a:lnTo>
                <a:lnTo>
                  <a:pt x="421323" y="111024"/>
                </a:lnTo>
                <a:lnTo>
                  <a:pt x="421409" y="111298"/>
                </a:lnTo>
                <a:lnTo>
                  <a:pt x="421505" y="111569"/>
                </a:lnTo>
                <a:lnTo>
                  <a:pt x="421610" y="111835"/>
                </a:lnTo>
                <a:lnTo>
                  <a:pt x="421724" y="112098"/>
                </a:lnTo>
                <a:lnTo>
                  <a:pt x="421848" y="112357"/>
                </a:lnTo>
                <a:lnTo>
                  <a:pt x="421980" y="112613"/>
                </a:lnTo>
                <a:lnTo>
                  <a:pt x="422122" y="112864"/>
                </a:lnTo>
                <a:lnTo>
                  <a:pt x="422273" y="113112"/>
                </a:lnTo>
                <a:lnTo>
                  <a:pt x="422432" y="113356"/>
                </a:lnTo>
                <a:lnTo>
                  <a:pt x="422601" y="113596"/>
                </a:lnTo>
                <a:lnTo>
                  <a:pt x="422779" y="113832"/>
                </a:lnTo>
                <a:lnTo>
                  <a:pt x="422967" y="114065"/>
                </a:lnTo>
                <a:lnTo>
                  <a:pt x="423163" y="114293"/>
                </a:lnTo>
                <a:lnTo>
                  <a:pt x="423369" y="114518"/>
                </a:lnTo>
                <a:lnTo>
                  <a:pt x="423583" y="114739"/>
                </a:lnTo>
                <a:lnTo>
                  <a:pt x="423804" y="114954"/>
                </a:lnTo>
                <a:lnTo>
                  <a:pt x="424029" y="115159"/>
                </a:lnTo>
                <a:lnTo>
                  <a:pt x="424258" y="115356"/>
                </a:lnTo>
                <a:lnTo>
                  <a:pt x="424491" y="115543"/>
                </a:lnTo>
                <a:lnTo>
                  <a:pt x="424727" y="115721"/>
                </a:lnTo>
                <a:lnTo>
                  <a:pt x="424967" y="115890"/>
                </a:lnTo>
                <a:lnTo>
                  <a:pt x="425211" y="116050"/>
                </a:lnTo>
                <a:lnTo>
                  <a:pt x="425459" y="116201"/>
                </a:lnTo>
                <a:lnTo>
                  <a:pt x="425710" y="116342"/>
                </a:lnTo>
                <a:lnTo>
                  <a:pt x="425965" y="116475"/>
                </a:lnTo>
                <a:lnTo>
                  <a:pt x="426224" y="116598"/>
                </a:lnTo>
                <a:lnTo>
                  <a:pt x="426487" y="116712"/>
                </a:lnTo>
                <a:lnTo>
                  <a:pt x="426754" y="116817"/>
                </a:lnTo>
                <a:lnTo>
                  <a:pt x="427024" y="116913"/>
                </a:lnTo>
                <a:lnTo>
                  <a:pt x="427299" y="117000"/>
                </a:lnTo>
                <a:lnTo>
                  <a:pt x="427577" y="117078"/>
                </a:lnTo>
                <a:lnTo>
                  <a:pt x="427858" y="117146"/>
                </a:lnTo>
                <a:lnTo>
                  <a:pt x="428144" y="117206"/>
                </a:lnTo>
                <a:lnTo>
                  <a:pt x="428433" y="117256"/>
                </a:lnTo>
                <a:lnTo>
                  <a:pt x="428727" y="117297"/>
                </a:lnTo>
                <a:lnTo>
                  <a:pt x="429024" y="117329"/>
                </a:lnTo>
                <a:lnTo>
                  <a:pt x="429324" y="117352"/>
                </a:lnTo>
                <a:lnTo>
                  <a:pt x="429629" y="117365"/>
                </a:lnTo>
                <a:lnTo>
                  <a:pt x="429937" y="117370"/>
                </a:lnTo>
                <a:lnTo>
                  <a:pt x="430246" y="117365"/>
                </a:lnTo>
                <a:lnTo>
                  <a:pt x="430550" y="117352"/>
                </a:lnTo>
                <a:lnTo>
                  <a:pt x="430851" y="117329"/>
                </a:lnTo>
                <a:lnTo>
                  <a:pt x="431148" y="117297"/>
                </a:lnTo>
                <a:lnTo>
                  <a:pt x="431441" y="117256"/>
                </a:lnTo>
                <a:lnTo>
                  <a:pt x="431731" y="117206"/>
                </a:lnTo>
                <a:lnTo>
                  <a:pt x="432017" y="117146"/>
                </a:lnTo>
                <a:lnTo>
                  <a:pt x="432298" y="117078"/>
                </a:lnTo>
                <a:lnTo>
                  <a:pt x="432576" y="117000"/>
                </a:lnTo>
                <a:lnTo>
                  <a:pt x="432851" y="116913"/>
                </a:lnTo>
                <a:lnTo>
                  <a:pt x="433121" y="116817"/>
                </a:lnTo>
                <a:lnTo>
                  <a:pt x="433388" y="116712"/>
                </a:lnTo>
                <a:lnTo>
                  <a:pt x="433651" y="116598"/>
                </a:lnTo>
                <a:lnTo>
                  <a:pt x="433910" y="116475"/>
                </a:lnTo>
                <a:lnTo>
                  <a:pt x="434165" y="116342"/>
                </a:lnTo>
                <a:lnTo>
                  <a:pt x="434416" y="116201"/>
                </a:lnTo>
                <a:lnTo>
                  <a:pt x="434664" y="116050"/>
                </a:lnTo>
                <a:lnTo>
                  <a:pt x="434908" y="115890"/>
                </a:lnTo>
                <a:lnTo>
                  <a:pt x="435148" y="115721"/>
                </a:lnTo>
                <a:lnTo>
                  <a:pt x="435384" y="115543"/>
                </a:lnTo>
                <a:lnTo>
                  <a:pt x="435617" y="115356"/>
                </a:lnTo>
                <a:lnTo>
                  <a:pt x="435846" y="115159"/>
                </a:lnTo>
                <a:lnTo>
                  <a:pt x="436071" y="114954"/>
                </a:lnTo>
                <a:lnTo>
                  <a:pt x="436292" y="114739"/>
                </a:lnTo>
                <a:lnTo>
                  <a:pt x="436506" y="114518"/>
                </a:lnTo>
                <a:lnTo>
                  <a:pt x="436712" y="114293"/>
                </a:lnTo>
                <a:lnTo>
                  <a:pt x="436908" y="114065"/>
                </a:lnTo>
                <a:lnTo>
                  <a:pt x="437095" y="113832"/>
                </a:lnTo>
                <a:lnTo>
                  <a:pt x="437274" y="113596"/>
                </a:lnTo>
                <a:lnTo>
                  <a:pt x="437443" y="113356"/>
                </a:lnTo>
                <a:lnTo>
                  <a:pt x="437602" y="113112"/>
                </a:lnTo>
                <a:lnTo>
                  <a:pt x="437753" y="112864"/>
                </a:lnTo>
                <a:lnTo>
                  <a:pt x="437895" y="112613"/>
                </a:lnTo>
                <a:lnTo>
                  <a:pt x="438027" y="112357"/>
                </a:lnTo>
                <a:lnTo>
                  <a:pt x="438150" y="112098"/>
                </a:lnTo>
                <a:lnTo>
                  <a:pt x="438265" y="111835"/>
                </a:lnTo>
                <a:lnTo>
                  <a:pt x="438370" y="111569"/>
                </a:lnTo>
                <a:lnTo>
                  <a:pt x="438466" y="111298"/>
                </a:lnTo>
                <a:lnTo>
                  <a:pt x="438552" y="111024"/>
                </a:lnTo>
                <a:lnTo>
                  <a:pt x="438630" y="110746"/>
                </a:lnTo>
                <a:lnTo>
                  <a:pt x="438699" y="110464"/>
                </a:lnTo>
                <a:lnTo>
                  <a:pt x="438758" y="110179"/>
                </a:lnTo>
                <a:lnTo>
                  <a:pt x="438808" y="109889"/>
                </a:lnTo>
                <a:lnTo>
                  <a:pt x="438849" y="109596"/>
                </a:lnTo>
                <a:lnTo>
                  <a:pt x="438881" y="109299"/>
                </a:lnTo>
                <a:lnTo>
                  <a:pt x="438904" y="108998"/>
                </a:lnTo>
                <a:lnTo>
                  <a:pt x="438918" y="108694"/>
                </a:lnTo>
                <a:lnTo>
                  <a:pt x="438922" y="108385"/>
                </a:lnTo>
                <a:lnTo>
                  <a:pt x="438918" y="108077"/>
                </a:lnTo>
                <a:lnTo>
                  <a:pt x="438904" y="107772"/>
                </a:lnTo>
                <a:lnTo>
                  <a:pt x="438882" y="107471"/>
                </a:lnTo>
                <a:lnTo>
                  <a:pt x="438850" y="107174"/>
                </a:lnTo>
                <a:lnTo>
                  <a:pt x="438810" y="106881"/>
                </a:lnTo>
                <a:lnTo>
                  <a:pt x="438760" y="106592"/>
                </a:lnTo>
                <a:lnTo>
                  <a:pt x="438702" y="106306"/>
                </a:lnTo>
                <a:lnTo>
                  <a:pt x="438635" y="106024"/>
                </a:lnTo>
                <a:lnTo>
                  <a:pt x="438558" y="105746"/>
                </a:lnTo>
                <a:lnTo>
                  <a:pt x="438473" y="105472"/>
                </a:lnTo>
                <a:lnTo>
                  <a:pt x="438378" y="105202"/>
                </a:lnTo>
                <a:lnTo>
                  <a:pt x="438275" y="104935"/>
                </a:lnTo>
                <a:lnTo>
                  <a:pt x="438162" y="104672"/>
                </a:lnTo>
                <a:lnTo>
                  <a:pt x="438041" y="104413"/>
                </a:lnTo>
                <a:lnTo>
                  <a:pt x="437911" y="104158"/>
                </a:lnTo>
                <a:lnTo>
                  <a:pt x="437771" y="103906"/>
                </a:lnTo>
                <a:lnTo>
                  <a:pt x="437623" y="103658"/>
                </a:lnTo>
                <a:lnTo>
                  <a:pt x="437465" y="103415"/>
                </a:lnTo>
                <a:lnTo>
                  <a:pt x="437299" y="103175"/>
                </a:lnTo>
                <a:lnTo>
                  <a:pt x="437124" y="102938"/>
                </a:lnTo>
                <a:lnTo>
                  <a:pt x="436939" y="102706"/>
                </a:lnTo>
                <a:lnTo>
                  <a:pt x="436746" y="102477"/>
                </a:lnTo>
                <a:lnTo>
                  <a:pt x="436543" y="102252"/>
                </a:lnTo>
                <a:lnTo>
                  <a:pt x="436332" y="102031"/>
                </a:lnTo>
                <a:lnTo>
                  <a:pt x="436114" y="101816"/>
                </a:lnTo>
                <a:lnTo>
                  <a:pt x="435892" y="101611"/>
                </a:lnTo>
                <a:lnTo>
                  <a:pt x="435666" y="101414"/>
                </a:lnTo>
                <a:lnTo>
                  <a:pt x="435435" y="101227"/>
                </a:lnTo>
                <a:lnTo>
                  <a:pt x="435200" y="101049"/>
                </a:lnTo>
                <a:lnTo>
                  <a:pt x="434961" y="100880"/>
                </a:lnTo>
                <a:lnTo>
                  <a:pt x="434718" y="100720"/>
                </a:lnTo>
                <a:lnTo>
                  <a:pt x="434470" y="100569"/>
                </a:lnTo>
                <a:lnTo>
                  <a:pt x="434219" y="100428"/>
                </a:lnTo>
                <a:lnTo>
                  <a:pt x="433963" y="100295"/>
                </a:lnTo>
                <a:lnTo>
                  <a:pt x="433703" y="100172"/>
                </a:lnTo>
                <a:lnTo>
                  <a:pt x="433438" y="100058"/>
                </a:lnTo>
                <a:lnTo>
                  <a:pt x="433170" y="99953"/>
                </a:lnTo>
                <a:lnTo>
                  <a:pt x="432897" y="99857"/>
                </a:lnTo>
                <a:lnTo>
                  <a:pt x="432620" y="99770"/>
                </a:lnTo>
                <a:lnTo>
                  <a:pt x="432339" y="99693"/>
                </a:lnTo>
                <a:lnTo>
                  <a:pt x="432053" y="99624"/>
                </a:lnTo>
                <a:lnTo>
                  <a:pt x="431764" y="99565"/>
                </a:lnTo>
                <a:lnTo>
                  <a:pt x="431470" y="99514"/>
                </a:lnTo>
                <a:lnTo>
                  <a:pt x="431172" y="99473"/>
                </a:lnTo>
                <a:lnTo>
                  <a:pt x="430870" y="99441"/>
                </a:lnTo>
                <a:lnTo>
                  <a:pt x="430563" y="99419"/>
                </a:lnTo>
                <a:lnTo>
                  <a:pt x="430252" y="99405"/>
                </a:lnTo>
                <a:lnTo>
                  <a:pt x="429937" y="99400"/>
                </a:lnTo>
                <a:lnTo>
                  <a:pt x="429629" y="99405"/>
                </a:lnTo>
                <a:lnTo>
                  <a:pt x="429324" y="99418"/>
                </a:lnTo>
                <a:lnTo>
                  <a:pt x="429024" y="99441"/>
                </a:lnTo>
                <a:lnTo>
                  <a:pt x="428727" y="99472"/>
                </a:lnTo>
                <a:lnTo>
                  <a:pt x="428433" y="99513"/>
                </a:lnTo>
                <a:close/>
                <a:moveTo>
                  <a:pt x="1573546" y="104"/>
                </a:moveTo>
                <a:lnTo>
                  <a:pt x="1573277" y="150"/>
                </a:lnTo>
                <a:lnTo>
                  <a:pt x="1573011" y="204"/>
                </a:lnTo>
                <a:lnTo>
                  <a:pt x="1572750" y="267"/>
                </a:lnTo>
                <a:lnTo>
                  <a:pt x="1572492" y="338"/>
                </a:lnTo>
                <a:lnTo>
                  <a:pt x="1572238" y="417"/>
                </a:lnTo>
                <a:lnTo>
                  <a:pt x="1571988" y="504"/>
                </a:lnTo>
                <a:lnTo>
                  <a:pt x="1571741" y="600"/>
                </a:lnTo>
                <a:lnTo>
                  <a:pt x="1571499" y="704"/>
                </a:lnTo>
                <a:lnTo>
                  <a:pt x="1571260" y="817"/>
                </a:lnTo>
                <a:lnTo>
                  <a:pt x="1571025" y="938"/>
                </a:lnTo>
                <a:lnTo>
                  <a:pt x="1570794" y="1067"/>
                </a:lnTo>
                <a:lnTo>
                  <a:pt x="1570566" y="1204"/>
                </a:lnTo>
                <a:lnTo>
                  <a:pt x="1570343" y="1350"/>
                </a:lnTo>
                <a:lnTo>
                  <a:pt x="1570123" y="1504"/>
                </a:lnTo>
                <a:lnTo>
                  <a:pt x="1569907" y="1667"/>
                </a:lnTo>
                <a:lnTo>
                  <a:pt x="1569694" y="1838"/>
                </a:lnTo>
                <a:lnTo>
                  <a:pt x="1569486" y="2017"/>
                </a:lnTo>
                <a:lnTo>
                  <a:pt x="1569281" y="2205"/>
                </a:lnTo>
                <a:lnTo>
                  <a:pt x="1569080" y="2401"/>
                </a:lnTo>
                <a:lnTo>
                  <a:pt x="1568885" y="2602"/>
                </a:lnTo>
                <a:lnTo>
                  <a:pt x="1568699" y="2807"/>
                </a:lnTo>
                <a:lnTo>
                  <a:pt x="1568521" y="3016"/>
                </a:lnTo>
                <a:lnTo>
                  <a:pt x="1568351" y="3228"/>
                </a:lnTo>
                <a:lnTo>
                  <a:pt x="1568189" y="3444"/>
                </a:lnTo>
                <a:lnTo>
                  <a:pt x="1568036" y="3663"/>
                </a:lnTo>
                <a:lnTo>
                  <a:pt x="1567890" y="3886"/>
                </a:lnTo>
                <a:lnTo>
                  <a:pt x="1567754" y="4112"/>
                </a:lnTo>
                <a:lnTo>
                  <a:pt x="1567625" y="4342"/>
                </a:lnTo>
                <a:lnTo>
                  <a:pt x="1567505" y="4576"/>
                </a:lnTo>
                <a:lnTo>
                  <a:pt x="1567393" y="4813"/>
                </a:lnTo>
                <a:lnTo>
                  <a:pt x="1567289" y="5053"/>
                </a:lnTo>
                <a:lnTo>
                  <a:pt x="1567194" y="5297"/>
                </a:lnTo>
                <a:lnTo>
                  <a:pt x="1567107" y="5545"/>
                </a:lnTo>
                <a:lnTo>
                  <a:pt x="1567028" y="5796"/>
                </a:lnTo>
                <a:lnTo>
                  <a:pt x="1566958" y="6051"/>
                </a:lnTo>
                <a:lnTo>
                  <a:pt x="1566896" y="6309"/>
                </a:lnTo>
                <a:lnTo>
                  <a:pt x="1566842" y="6571"/>
                </a:lnTo>
                <a:lnTo>
                  <a:pt x="1566796" y="6836"/>
                </a:lnTo>
                <a:lnTo>
                  <a:pt x="1566759" y="7105"/>
                </a:lnTo>
                <a:lnTo>
                  <a:pt x="1566730" y="7377"/>
                </a:lnTo>
                <a:lnTo>
                  <a:pt x="1566709" y="7653"/>
                </a:lnTo>
                <a:lnTo>
                  <a:pt x="1566697" y="7933"/>
                </a:lnTo>
                <a:lnTo>
                  <a:pt x="1566692" y="8216"/>
                </a:lnTo>
                <a:lnTo>
                  <a:pt x="1566697" y="8499"/>
                </a:lnTo>
                <a:lnTo>
                  <a:pt x="1566709" y="8779"/>
                </a:lnTo>
                <a:lnTo>
                  <a:pt x="1566730" y="9055"/>
                </a:lnTo>
                <a:lnTo>
                  <a:pt x="1566760" y="9328"/>
                </a:lnTo>
                <a:lnTo>
                  <a:pt x="1566798" y="9597"/>
                </a:lnTo>
                <a:lnTo>
                  <a:pt x="1566844" y="9864"/>
                </a:lnTo>
                <a:lnTo>
                  <a:pt x="1566899" y="10126"/>
                </a:lnTo>
                <a:lnTo>
                  <a:pt x="1566962" y="10386"/>
                </a:lnTo>
                <a:lnTo>
                  <a:pt x="1567034" y="10642"/>
                </a:lnTo>
                <a:lnTo>
                  <a:pt x="1567114" y="10894"/>
                </a:lnTo>
                <a:lnTo>
                  <a:pt x="1567203" y="11143"/>
                </a:lnTo>
                <a:lnTo>
                  <a:pt x="1567299" y="11389"/>
                </a:lnTo>
                <a:lnTo>
                  <a:pt x="1567405" y="11632"/>
                </a:lnTo>
                <a:lnTo>
                  <a:pt x="1567519" y="11871"/>
                </a:lnTo>
                <a:lnTo>
                  <a:pt x="1567641" y="12106"/>
                </a:lnTo>
                <a:lnTo>
                  <a:pt x="1567772" y="12338"/>
                </a:lnTo>
                <a:lnTo>
                  <a:pt x="1567911" y="12567"/>
                </a:lnTo>
                <a:lnTo>
                  <a:pt x="1568058" y="12793"/>
                </a:lnTo>
                <a:lnTo>
                  <a:pt x="1568214" y="13015"/>
                </a:lnTo>
                <a:lnTo>
                  <a:pt x="1568379" y="13233"/>
                </a:lnTo>
                <a:lnTo>
                  <a:pt x="1568552" y="13449"/>
                </a:lnTo>
                <a:lnTo>
                  <a:pt x="1568733" y="13661"/>
                </a:lnTo>
                <a:lnTo>
                  <a:pt x="1568923" y="13869"/>
                </a:lnTo>
                <a:lnTo>
                  <a:pt x="1569121" y="14074"/>
                </a:lnTo>
                <a:lnTo>
                  <a:pt x="1569325" y="14273"/>
                </a:lnTo>
                <a:lnTo>
                  <a:pt x="1569532" y="14464"/>
                </a:lnTo>
                <a:lnTo>
                  <a:pt x="1569743" y="14646"/>
                </a:lnTo>
                <a:lnTo>
                  <a:pt x="1569957" y="14819"/>
                </a:lnTo>
                <a:lnTo>
                  <a:pt x="1570175" y="14984"/>
                </a:lnTo>
                <a:lnTo>
                  <a:pt x="1570396" y="15141"/>
                </a:lnTo>
                <a:lnTo>
                  <a:pt x="1570620" y="15289"/>
                </a:lnTo>
                <a:lnTo>
                  <a:pt x="1570848" y="15429"/>
                </a:lnTo>
                <a:lnTo>
                  <a:pt x="1571079" y="15560"/>
                </a:lnTo>
                <a:lnTo>
                  <a:pt x="1571313" y="15683"/>
                </a:lnTo>
                <a:lnTo>
                  <a:pt x="1571551" y="15797"/>
                </a:lnTo>
                <a:lnTo>
                  <a:pt x="1571792" y="15903"/>
                </a:lnTo>
                <a:lnTo>
                  <a:pt x="1572036" y="16000"/>
                </a:lnTo>
                <a:lnTo>
                  <a:pt x="1572284" y="16089"/>
                </a:lnTo>
                <a:lnTo>
                  <a:pt x="1572536" y="16170"/>
                </a:lnTo>
                <a:lnTo>
                  <a:pt x="1572790" y="16242"/>
                </a:lnTo>
                <a:lnTo>
                  <a:pt x="1573048" y="16305"/>
                </a:lnTo>
                <a:lnTo>
                  <a:pt x="1573310" y="16360"/>
                </a:lnTo>
                <a:lnTo>
                  <a:pt x="1573574" y="16407"/>
                </a:lnTo>
                <a:lnTo>
                  <a:pt x="1573843" y="16445"/>
                </a:lnTo>
                <a:lnTo>
                  <a:pt x="1574114" y="16475"/>
                </a:lnTo>
                <a:lnTo>
                  <a:pt x="1574389" y="16496"/>
                </a:lnTo>
                <a:lnTo>
                  <a:pt x="1574667" y="16509"/>
                </a:lnTo>
                <a:lnTo>
                  <a:pt x="1574949" y="16513"/>
                </a:lnTo>
                <a:lnTo>
                  <a:pt x="1575230" y="16509"/>
                </a:lnTo>
                <a:lnTo>
                  <a:pt x="1575508" y="16496"/>
                </a:lnTo>
                <a:lnTo>
                  <a:pt x="1575783" y="16475"/>
                </a:lnTo>
                <a:lnTo>
                  <a:pt x="1576054" y="16445"/>
                </a:lnTo>
                <a:lnTo>
                  <a:pt x="1576321" y="16407"/>
                </a:lnTo>
                <a:lnTo>
                  <a:pt x="1576585" y="16360"/>
                </a:lnTo>
                <a:lnTo>
                  <a:pt x="1576846" y="16305"/>
                </a:lnTo>
                <a:lnTo>
                  <a:pt x="1577103" y="16242"/>
                </a:lnTo>
                <a:lnTo>
                  <a:pt x="1577356" y="16170"/>
                </a:lnTo>
                <a:lnTo>
                  <a:pt x="1577606" y="16089"/>
                </a:lnTo>
                <a:lnTo>
                  <a:pt x="1577853" y="16000"/>
                </a:lnTo>
                <a:lnTo>
                  <a:pt x="1578096" y="15903"/>
                </a:lnTo>
                <a:lnTo>
                  <a:pt x="1578335" y="15797"/>
                </a:lnTo>
                <a:lnTo>
                  <a:pt x="1578571" y="15683"/>
                </a:lnTo>
                <a:lnTo>
                  <a:pt x="1578803" y="15560"/>
                </a:lnTo>
                <a:lnTo>
                  <a:pt x="1579032" y="15429"/>
                </a:lnTo>
                <a:lnTo>
                  <a:pt x="1579257" y="15289"/>
                </a:lnTo>
                <a:lnTo>
                  <a:pt x="1579479" y="15141"/>
                </a:lnTo>
                <a:lnTo>
                  <a:pt x="1579697" y="14984"/>
                </a:lnTo>
                <a:lnTo>
                  <a:pt x="1579912" y="14819"/>
                </a:lnTo>
                <a:lnTo>
                  <a:pt x="1580124" y="14646"/>
                </a:lnTo>
                <a:lnTo>
                  <a:pt x="1580331" y="14464"/>
                </a:lnTo>
                <a:lnTo>
                  <a:pt x="1580536" y="14273"/>
                </a:lnTo>
                <a:lnTo>
                  <a:pt x="1580736" y="14074"/>
                </a:lnTo>
                <a:lnTo>
                  <a:pt x="1580931" y="13869"/>
                </a:lnTo>
                <a:lnTo>
                  <a:pt x="1581118" y="13661"/>
                </a:lnTo>
                <a:lnTo>
                  <a:pt x="1581296" y="13449"/>
                </a:lnTo>
                <a:lnTo>
                  <a:pt x="1581466" y="13233"/>
                </a:lnTo>
                <a:lnTo>
                  <a:pt x="1581628" y="13015"/>
                </a:lnTo>
                <a:lnTo>
                  <a:pt x="1581781" y="12793"/>
                </a:lnTo>
                <a:lnTo>
                  <a:pt x="1581926" y="12567"/>
                </a:lnTo>
                <a:lnTo>
                  <a:pt x="1582063" y="12338"/>
                </a:lnTo>
                <a:lnTo>
                  <a:pt x="1582191" y="12106"/>
                </a:lnTo>
                <a:lnTo>
                  <a:pt x="1582312" y="11871"/>
                </a:lnTo>
                <a:lnTo>
                  <a:pt x="1582424" y="11632"/>
                </a:lnTo>
                <a:lnTo>
                  <a:pt x="1582527" y="11389"/>
                </a:lnTo>
                <a:lnTo>
                  <a:pt x="1582623" y="11143"/>
                </a:lnTo>
                <a:lnTo>
                  <a:pt x="1582710" y="10894"/>
                </a:lnTo>
                <a:lnTo>
                  <a:pt x="1582788" y="10642"/>
                </a:lnTo>
                <a:lnTo>
                  <a:pt x="1582859" y="10386"/>
                </a:lnTo>
                <a:lnTo>
                  <a:pt x="1582921" y="10126"/>
                </a:lnTo>
                <a:lnTo>
                  <a:pt x="1582975" y="9864"/>
                </a:lnTo>
                <a:lnTo>
                  <a:pt x="1583021" y="9597"/>
                </a:lnTo>
                <a:lnTo>
                  <a:pt x="1583058" y="9328"/>
                </a:lnTo>
                <a:lnTo>
                  <a:pt x="1583087" y="9055"/>
                </a:lnTo>
                <a:lnTo>
                  <a:pt x="1583108" y="8779"/>
                </a:lnTo>
                <a:lnTo>
                  <a:pt x="1583120" y="8499"/>
                </a:lnTo>
                <a:lnTo>
                  <a:pt x="1583124" y="8216"/>
                </a:lnTo>
                <a:lnTo>
                  <a:pt x="1583120" y="7933"/>
                </a:lnTo>
                <a:lnTo>
                  <a:pt x="1583108" y="7653"/>
                </a:lnTo>
                <a:lnTo>
                  <a:pt x="1583087" y="7377"/>
                </a:lnTo>
                <a:lnTo>
                  <a:pt x="1583058" y="7105"/>
                </a:lnTo>
                <a:lnTo>
                  <a:pt x="1583021" y="6836"/>
                </a:lnTo>
                <a:lnTo>
                  <a:pt x="1582975" y="6571"/>
                </a:lnTo>
                <a:lnTo>
                  <a:pt x="1582921" y="6309"/>
                </a:lnTo>
                <a:lnTo>
                  <a:pt x="1582859" y="6051"/>
                </a:lnTo>
                <a:lnTo>
                  <a:pt x="1582788" y="5796"/>
                </a:lnTo>
                <a:lnTo>
                  <a:pt x="1582710" y="5545"/>
                </a:lnTo>
                <a:lnTo>
                  <a:pt x="1582623" y="5297"/>
                </a:lnTo>
                <a:lnTo>
                  <a:pt x="1582527" y="5053"/>
                </a:lnTo>
                <a:lnTo>
                  <a:pt x="1582424" y="4813"/>
                </a:lnTo>
                <a:lnTo>
                  <a:pt x="1582312" y="4576"/>
                </a:lnTo>
                <a:lnTo>
                  <a:pt x="1582191" y="4342"/>
                </a:lnTo>
                <a:lnTo>
                  <a:pt x="1582063" y="4112"/>
                </a:lnTo>
                <a:lnTo>
                  <a:pt x="1581926" y="3886"/>
                </a:lnTo>
                <a:lnTo>
                  <a:pt x="1581781" y="3663"/>
                </a:lnTo>
                <a:lnTo>
                  <a:pt x="1581628" y="3444"/>
                </a:lnTo>
                <a:lnTo>
                  <a:pt x="1581466" y="3228"/>
                </a:lnTo>
                <a:lnTo>
                  <a:pt x="1581296" y="3016"/>
                </a:lnTo>
                <a:lnTo>
                  <a:pt x="1581118" y="2807"/>
                </a:lnTo>
                <a:lnTo>
                  <a:pt x="1580931" y="2602"/>
                </a:lnTo>
                <a:lnTo>
                  <a:pt x="1580736" y="2401"/>
                </a:lnTo>
                <a:lnTo>
                  <a:pt x="1580536" y="2205"/>
                </a:lnTo>
                <a:lnTo>
                  <a:pt x="1580331" y="2017"/>
                </a:lnTo>
                <a:lnTo>
                  <a:pt x="1580124" y="1838"/>
                </a:lnTo>
                <a:lnTo>
                  <a:pt x="1579912" y="1667"/>
                </a:lnTo>
                <a:lnTo>
                  <a:pt x="1579697" y="1504"/>
                </a:lnTo>
                <a:lnTo>
                  <a:pt x="1579479" y="1350"/>
                </a:lnTo>
                <a:lnTo>
                  <a:pt x="1579257" y="1204"/>
                </a:lnTo>
                <a:lnTo>
                  <a:pt x="1579032" y="1067"/>
                </a:lnTo>
                <a:lnTo>
                  <a:pt x="1578803" y="938"/>
                </a:lnTo>
                <a:lnTo>
                  <a:pt x="1578571" y="817"/>
                </a:lnTo>
                <a:lnTo>
                  <a:pt x="1578335" y="704"/>
                </a:lnTo>
                <a:lnTo>
                  <a:pt x="1578096" y="600"/>
                </a:lnTo>
                <a:lnTo>
                  <a:pt x="1577853" y="504"/>
                </a:lnTo>
                <a:lnTo>
                  <a:pt x="1577606" y="417"/>
                </a:lnTo>
                <a:lnTo>
                  <a:pt x="1577356" y="338"/>
                </a:lnTo>
                <a:lnTo>
                  <a:pt x="1577103" y="267"/>
                </a:lnTo>
                <a:lnTo>
                  <a:pt x="1576846" y="204"/>
                </a:lnTo>
                <a:lnTo>
                  <a:pt x="1576585" y="150"/>
                </a:lnTo>
                <a:lnTo>
                  <a:pt x="1576321" y="104"/>
                </a:lnTo>
                <a:lnTo>
                  <a:pt x="1576054" y="67"/>
                </a:lnTo>
                <a:lnTo>
                  <a:pt x="1575783" y="38"/>
                </a:lnTo>
                <a:lnTo>
                  <a:pt x="1575508" y="17"/>
                </a:lnTo>
                <a:lnTo>
                  <a:pt x="1575230" y="4"/>
                </a:lnTo>
                <a:lnTo>
                  <a:pt x="1574949" y="0"/>
                </a:lnTo>
                <a:lnTo>
                  <a:pt x="1574661" y="4"/>
                </a:lnTo>
                <a:lnTo>
                  <a:pt x="1574376" y="17"/>
                </a:lnTo>
                <a:lnTo>
                  <a:pt x="1574096" y="38"/>
                </a:lnTo>
                <a:lnTo>
                  <a:pt x="1573819" y="67"/>
                </a:lnTo>
                <a:lnTo>
                  <a:pt x="1573546" y="104"/>
                </a:lnTo>
                <a:close/>
                <a:moveTo>
                  <a:pt x="1475520" y="11366"/>
                </a:moveTo>
                <a:lnTo>
                  <a:pt x="1476124" y="11385"/>
                </a:lnTo>
                <a:lnTo>
                  <a:pt x="1476711" y="11408"/>
                </a:lnTo>
                <a:lnTo>
                  <a:pt x="1477281" y="11435"/>
                </a:lnTo>
                <a:lnTo>
                  <a:pt x="1477833" y="11467"/>
                </a:lnTo>
                <a:lnTo>
                  <a:pt x="1478369" y="11502"/>
                </a:lnTo>
                <a:lnTo>
                  <a:pt x="1478887" y="11542"/>
                </a:lnTo>
                <a:lnTo>
                  <a:pt x="1479389" y="11586"/>
                </a:lnTo>
                <a:lnTo>
                  <a:pt x="1479873" y="11635"/>
                </a:lnTo>
                <a:lnTo>
                  <a:pt x="1480340" y="11687"/>
                </a:lnTo>
                <a:lnTo>
                  <a:pt x="1480790" y="11744"/>
                </a:lnTo>
                <a:lnTo>
                  <a:pt x="1481222" y="11805"/>
                </a:lnTo>
                <a:lnTo>
                  <a:pt x="1481638" y="11870"/>
                </a:lnTo>
                <a:lnTo>
                  <a:pt x="1482036" y="11939"/>
                </a:lnTo>
                <a:lnTo>
                  <a:pt x="1482417" y="12012"/>
                </a:lnTo>
                <a:lnTo>
                  <a:pt x="1482782" y="12090"/>
                </a:lnTo>
                <a:lnTo>
                  <a:pt x="1483129" y="12172"/>
                </a:lnTo>
                <a:lnTo>
                  <a:pt x="1483458" y="12258"/>
                </a:lnTo>
                <a:lnTo>
                  <a:pt x="1483771" y="12348"/>
                </a:lnTo>
                <a:lnTo>
                  <a:pt x="1484067" y="12443"/>
                </a:lnTo>
                <a:lnTo>
                  <a:pt x="1484345" y="12541"/>
                </a:lnTo>
                <a:lnTo>
                  <a:pt x="1484679" y="12685"/>
                </a:lnTo>
                <a:lnTo>
                  <a:pt x="1485006" y="12834"/>
                </a:lnTo>
                <a:lnTo>
                  <a:pt x="1485326" y="12988"/>
                </a:lnTo>
                <a:lnTo>
                  <a:pt x="1485639" y="13148"/>
                </a:lnTo>
                <a:lnTo>
                  <a:pt x="1485945" y="13313"/>
                </a:lnTo>
                <a:lnTo>
                  <a:pt x="1486245" y="13483"/>
                </a:lnTo>
                <a:lnTo>
                  <a:pt x="1486537" y="13659"/>
                </a:lnTo>
                <a:lnTo>
                  <a:pt x="1486823" y="13840"/>
                </a:lnTo>
                <a:lnTo>
                  <a:pt x="1487101" y="14026"/>
                </a:lnTo>
                <a:lnTo>
                  <a:pt x="1487373" y="14217"/>
                </a:lnTo>
                <a:lnTo>
                  <a:pt x="1487638" y="14414"/>
                </a:lnTo>
                <a:lnTo>
                  <a:pt x="1487896" y="14616"/>
                </a:lnTo>
                <a:lnTo>
                  <a:pt x="1488148" y="14824"/>
                </a:lnTo>
                <a:lnTo>
                  <a:pt x="1488392" y="15036"/>
                </a:lnTo>
                <a:lnTo>
                  <a:pt x="1488629" y="15255"/>
                </a:lnTo>
                <a:lnTo>
                  <a:pt x="1488860" y="15478"/>
                </a:lnTo>
                <a:lnTo>
                  <a:pt x="1489083" y="15707"/>
                </a:lnTo>
                <a:lnTo>
                  <a:pt x="1489300" y="15941"/>
                </a:lnTo>
                <a:lnTo>
                  <a:pt x="1489510" y="16180"/>
                </a:lnTo>
                <a:lnTo>
                  <a:pt x="1489713" y="16425"/>
                </a:lnTo>
                <a:lnTo>
                  <a:pt x="1489909" y="16675"/>
                </a:lnTo>
                <a:lnTo>
                  <a:pt x="1490098" y="16930"/>
                </a:lnTo>
                <a:lnTo>
                  <a:pt x="1490281" y="17190"/>
                </a:lnTo>
                <a:lnTo>
                  <a:pt x="1490456" y="17456"/>
                </a:lnTo>
                <a:lnTo>
                  <a:pt x="1490628" y="17734"/>
                </a:lnTo>
                <a:lnTo>
                  <a:pt x="1490798" y="18031"/>
                </a:lnTo>
                <a:lnTo>
                  <a:pt x="1490967" y="18346"/>
                </a:lnTo>
                <a:lnTo>
                  <a:pt x="1491134" y="18680"/>
                </a:lnTo>
                <a:lnTo>
                  <a:pt x="1491300" y="19033"/>
                </a:lnTo>
                <a:lnTo>
                  <a:pt x="1491466" y="19405"/>
                </a:lnTo>
                <a:lnTo>
                  <a:pt x="1491629" y="19796"/>
                </a:lnTo>
                <a:lnTo>
                  <a:pt x="1491792" y="20205"/>
                </a:lnTo>
                <a:lnTo>
                  <a:pt x="1491953" y="20633"/>
                </a:lnTo>
                <a:lnTo>
                  <a:pt x="1492113" y="21079"/>
                </a:lnTo>
                <a:lnTo>
                  <a:pt x="1492272" y="21545"/>
                </a:lnTo>
                <a:lnTo>
                  <a:pt x="1492429" y="22029"/>
                </a:lnTo>
                <a:lnTo>
                  <a:pt x="1492585" y="22532"/>
                </a:lnTo>
                <a:lnTo>
                  <a:pt x="1492740" y="23054"/>
                </a:lnTo>
                <a:lnTo>
                  <a:pt x="1492894" y="23594"/>
                </a:lnTo>
                <a:lnTo>
                  <a:pt x="1493046" y="24153"/>
                </a:lnTo>
                <a:lnTo>
                  <a:pt x="1493198" y="24731"/>
                </a:lnTo>
                <a:lnTo>
                  <a:pt x="1493348" y="25328"/>
                </a:lnTo>
                <a:lnTo>
                  <a:pt x="1493496" y="25943"/>
                </a:lnTo>
                <a:lnTo>
                  <a:pt x="1493643" y="26578"/>
                </a:lnTo>
                <a:lnTo>
                  <a:pt x="1493790" y="27231"/>
                </a:lnTo>
                <a:lnTo>
                  <a:pt x="1493934" y="27902"/>
                </a:lnTo>
                <a:lnTo>
                  <a:pt x="1494078" y="28593"/>
                </a:lnTo>
                <a:lnTo>
                  <a:pt x="1494220" y="29302"/>
                </a:lnTo>
                <a:lnTo>
                  <a:pt x="1497377" y="29302"/>
                </a:lnTo>
                <a:lnTo>
                  <a:pt x="1496163" y="5342"/>
                </a:lnTo>
                <a:lnTo>
                  <a:pt x="1411576" y="5342"/>
                </a:lnTo>
                <a:lnTo>
                  <a:pt x="1411576" y="8337"/>
                </a:lnTo>
                <a:lnTo>
                  <a:pt x="1415461" y="8337"/>
                </a:lnTo>
                <a:lnTo>
                  <a:pt x="1416021" y="8343"/>
                </a:lnTo>
                <a:lnTo>
                  <a:pt x="1416567" y="8360"/>
                </a:lnTo>
                <a:lnTo>
                  <a:pt x="1417100" y="8388"/>
                </a:lnTo>
                <a:lnTo>
                  <a:pt x="1417619" y="8427"/>
                </a:lnTo>
                <a:lnTo>
                  <a:pt x="1418125" y="8478"/>
                </a:lnTo>
                <a:lnTo>
                  <a:pt x="1418618" y="8540"/>
                </a:lnTo>
                <a:lnTo>
                  <a:pt x="1419097" y="8613"/>
                </a:lnTo>
                <a:lnTo>
                  <a:pt x="1419562" y="8697"/>
                </a:lnTo>
                <a:lnTo>
                  <a:pt x="1420014" y="8793"/>
                </a:lnTo>
                <a:lnTo>
                  <a:pt x="1420452" y="8899"/>
                </a:lnTo>
                <a:lnTo>
                  <a:pt x="1420877" y="9017"/>
                </a:lnTo>
                <a:lnTo>
                  <a:pt x="1421289" y="9147"/>
                </a:lnTo>
                <a:lnTo>
                  <a:pt x="1421687" y="9287"/>
                </a:lnTo>
                <a:lnTo>
                  <a:pt x="1422071" y="9439"/>
                </a:lnTo>
                <a:lnTo>
                  <a:pt x="1422442" y="9602"/>
                </a:lnTo>
                <a:lnTo>
                  <a:pt x="1422800" y="9776"/>
                </a:lnTo>
                <a:lnTo>
                  <a:pt x="1423144" y="9962"/>
                </a:lnTo>
                <a:lnTo>
                  <a:pt x="1423474" y="10159"/>
                </a:lnTo>
                <a:lnTo>
                  <a:pt x="1423791" y="10367"/>
                </a:lnTo>
                <a:lnTo>
                  <a:pt x="1424095" y="10586"/>
                </a:lnTo>
                <a:lnTo>
                  <a:pt x="1424385" y="10816"/>
                </a:lnTo>
                <a:lnTo>
                  <a:pt x="1424662" y="11058"/>
                </a:lnTo>
                <a:lnTo>
                  <a:pt x="1424925" y="11311"/>
                </a:lnTo>
                <a:lnTo>
                  <a:pt x="1425174" y="11575"/>
                </a:lnTo>
                <a:lnTo>
                  <a:pt x="1425346" y="11791"/>
                </a:lnTo>
                <a:lnTo>
                  <a:pt x="1425510" y="12035"/>
                </a:lnTo>
                <a:lnTo>
                  <a:pt x="1425668" y="12307"/>
                </a:lnTo>
                <a:lnTo>
                  <a:pt x="1425817" y="12607"/>
                </a:lnTo>
                <a:lnTo>
                  <a:pt x="1425960" y="12935"/>
                </a:lnTo>
                <a:lnTo>
                  <a:pt x="1426095" y="13290"/>
                </a:lnTo>
                <a:lnTo>
                  <a:pt x="1426223" y="13673"/>
                </a:lnTo>
                <a:lnTo>
                  <a:pt x="1426343" y="14084"/>
                </a:lnTo>
                <a:lnTo>
                  <a:pt x="1426457" y="14523"/>
                </a:lnTo>
                <a:lnTo>
                  <a:pt x="1426563" y="14990"/>
                </a:lnTo>
                <a:lnTo>
                  <a:pt x="1426661" y="15484"/>
                </a:lnTo>
                <a:lnTo>
                  <a:pt x="1426753" y="16007"/>
                </a:lnTo>
                <a:lnTo>
                  <a:pt x="1426837" y="16557"/>
                </a:lnTo>
                <a:lnTo>
                  <a:pt x="1426913" y="17135"/>
                </a:lnTo>
                <a:lnTo>
                  <a:pt x="1426983" y="17741"/>
                </a:lnTo>
                <a:lnTo>
                  <a:pt x="1427045" y="18374"/>
                </a:lnTo>
                <a:lnTo>
                  <a:pt x="1427100" y="19036"/>
                </a:lnTo>
                <a:lnTo>
                  <a:pt x="1427147" y="19725"/>
                </a:lnTo>
                <a:lnTo>
                  <a:pt x="1427187" y="20442"/>
                </a:lnTo>
                <a:lnTo>
                  <a:pt x="1427220" y="21187"/>
                </a:lnTo>
                <a:lnTo>
                  <a:pt x="1427246" y="21960"/>
                </a:lnTo>
                <a:lnTo>
                  <a:pt x="1427264" y="22761"/>
                </a:lnTo>
                <a:lnTo>
                  <a:pt x="1427275" y="23589"/>
                </a:lnTo>
                <a:lnTo>
                  <a:pt x="1427279" y="24445"/>
                </a:lnTo>
                <a:lnTo>
                  <a:pt x="1427279" y="95758"/>
                </a:lnTo>
                <a:lnTo>
                  <a:pt x="1427277" y="96416"/>
                </a:lnTo>
                <a:lnTo>
                  <a:pt x="1427272" y="97056"/>
                </a:lnTo>
                <a:lnTo>
                  <a:pt x="1427264" y="97676"/>
                </a:lnTo>
                <a:lnTo>
                  <a:pt x="1427253" y="98278"/>
                </a:lnTo>
                <a:lnTo>
                  <a:pt x="1427238" y="98861"/>
                </a:lnTo>
                <a:lnTo>
                  <a:pt x="1427221" y="99426"/>
                </a:lnTo>
                <a:lnTo>
                  <a:pt x="1427200" y="99971"/>
                </a:lnTo>
                <a:lnTo>
                  <a:pt x="1427175" y="100498"/>
                </a:lnTo>
                <a:lnTo>
                  <a:pt x="1427148" y="101005"/>
                </a:lnTo>
                <a:lnTo>
                  <a:pt x="1427117" y="101494"/>
                </a:lnTo>
                <a:lnTo>
                  <a:pt x="1427083" y="101964"/>
                </a:lnTo>
                <a:lnTo>
                  <a:pt x="1427046" y="102415"/>
                </a:lnTo>
                <a:lnTo>
                  <a:pt x="1427006" y="102848"/>
                </a:lnTo>
                <a:lnTo>
                  <a:pt x="1426962" y="103261"/>
                </a:lnTo>
                <a:lnTo>
                  <a:pt x="1426915" y="103656"/>
                </a:lnTo>
                <a:lnTo>
                  <a:pt x="1426865" y="104032"/>
                </a:lnTo>
                <a:lnTo>
                  <a:pt x="1426812" y="104389"/>
                </a:lnTo>
                <a:lnTo>
                  <a:pt x="1426755" y="104727"/>
                </a:lnTo>
                <a:lnTo>
                  <a:pt x="1426695" y="105047"/>
                </a:lnTo>
                <a:lnTo>
                  <a:pt x="1426632" y="105347"/>
                </a:lnTo>
                <a:lnTo>
                  <a:pt x="1426566" y="105629"/>
                </a:lnTo>
                <a:lnTo>
                  <a:pt x="1426497" y="105892"/>
                </a:lnTo>
                <a:lnTo>
                  <a:pt x="1426424" y="106136"/>
                </a:lnTo>
                <a:lnTo>
                  <a:pt x="1426348" y="106362"/>
                </a:lnTo>
                <a:lnTo>
                  <a:pt x="1426268" y="106575"/>
                </a:lnTo>
                <a:lnTo>
                  <a:pt x="1426181" y="106784"/>
                </a:lnTo>
                <a:lnTo>
                  <a:pt x="1426089" y="106989"/>
                </a:lnTo>
                <a:lnTo>
                  <a:pt x="1425992" y="107189"/>
                </a:lnTo>
                <a:lnTo>
                  <a:pt x="1425888" y="107385"/>
                </a:lnTo>
                <a:lnTo>
                  <a:pt x="1425779" y="107576"/>
                </a:lnTo>
                <a:lnTo>
                  <a:pt x="1425664" y="107762"/>
                </a:lnTo>
                <a:lnTo>
                  <a:pt x="1425543" y="107944"/>
                </a:lnTo>
                <a:lnTo>
                  <a:pt x="1425416" y="108122"/>
                </a:lnTo>
                <a:lnTo>
                  <a:pt x="1425284" y="108295"/>
                </a:lnTo>
                <a:lnTo>
                  <a:pt x="1425146" y="108464"/>
                </a:lnTo>
                <a:lnTo>
                  <a:pt x="1425002" y="108628"/>
                </a:lnTo>
                <a:lnTo>
                  <a:pt x="1424853" y="108788"/>
                </a:lnTo>
                <a:lnTo>
                  <a:pt x="1424697" y="108943"/>
                </a:lnTo>
                <a:lnTo>
                  <a:pt x="1424536" y="109093"/>
                </a:lnTo>
                <a:lnTo>
                  <a:pt x="1424369" y="109240"/>
                </a:lnTo>
                <a:lnTo>
                  <a:pt x="1424197" y="109381"/>
                </a:lnTo>
                <a:lnTo>
                  <a:pt x="1424018" y="109518"/>
                </a:lnTo>
                <a:lnTo>
                  <a:pt x="1423834" y="109651"/>
                </a:lnTo>
                <a:lnTo>
                  <a:pt x="1423644" y="109779"/>
                </a:lnTo>
                <a:lnTo>
                  <a:pt x="1423448" y="109903"/>
                </a:lnTo>
                <a:lnTo>
                  <a:pt x="1423247" y="110022"/>
                </a:lnTo>
                <a:lnTo>
                  <a:pt x="1423040" y="110137"/>
                </a:lnTo>
                <a:lnTo>
                  <a:pt x="1422827" y="110247"/>
                </a:lnTo>
                <a:lnTo>
                  <a:pt x="1422536" y="110399"/>
                </a:lnTo>
                <a:lnTo>
                  <a:pt x="1422244" y="110544"/>
                </a:lnTo>
                <a:lnTo>
                  <a:pt x="1421950" y="110683"/>
                </a:lnTo>
                <a:lnTo>
                  <a:pt x="1421655" y="110816"/>
                </a:lnTo>
                <a:lnTo>
                  <a:pt x="1421359" y="110942"/>
                </a:lnTo>
                <a:lnTo>
                  <a:pt x="1421061" y="111061"/>
                </a:lnTo>
                <a:lnTo>
                  <a:pt x="1420762" y="111174"/>
                </a:lnTo>
                <a:lnTo>
                  <a:pt x="1420461" y="111281"/>
                </a:lnTo>
                <a:lnTo>
                  <a:pt x="1420159" y="111381"/>
                </a:lnTo>
                <a:lnTo>
                  <a:pt x="1419856" y="111475"/>
                </a:lnTo>
                <a:lnTo>
                  <a:pt x="1419551" y="111562"/>
                </a:lnTo>
                <a:lnTo>
                  <a:pt x="1419245" y="111643"/>
                </a:lnTo>
                <a:lnTo>
                  <a:pt x="1418937" y="111717"/>
                </a:lnTo>
                <a:lnTo>
                  <a:pt x="1418628" y="111785"/>
                </a:lnTo>
                <a:lnTo>
                  <a:pt x="1418318" y="111847"/>
                </a:lnTo>
                <a:lnTo>
                  <a:pt x="1418006" y="111902"/>
                </a:lnTo>
                <a:lnTo>
                  <a:pt x="1417693" y="111950"/>
                </a:lnTo>
                <a:lnTo>
                  <a:pt x="1417378" y="111992"/>
                </a:lnTo>
                <a:lnTo>
                  <a:pt x="1417062" y="112028"/>
                </a:lnTo>
                <a:lnTo>
                  <a:pt x="1416745" y="112057"/>
                </a:lnTo>
                <a:lnTo>
                  <a:pt x="1416426" y="112079"/>
                </a:lnTo>
                <a:lnTo>
                  <a:pt x="1416106" y="112096"/>
                </a:lnTo>
                <a:lnTo>
                  <a:pt x="1415784" y="112105"/>
                </a:lnTo>
                <a:lnTo>
                  <a:pt x="1415461" y="112109"/>
                </a:lnTo>
                <a:lnTo>
                  <a:pt x="1411576" y="112109"/>
                </a:lnTo>
                <a:lnTo>
                  <a:pt x="1411576" y="115104"/>
                </a:lnTo>
                <a:lnTo>
                  <a:pt x="1496163" y="115104"/>
                </a:lnTo>
                <a:lnTo>
                  <a:pt x="1505633" y="87582"/>
                </a:lnTo>
                <a:lnTo>
                  <a:pt x="1502396" y="87582"/>
                </a:lnTo>
                <a:lnTo>
                  <a:pt x="1501958" y="88417"/>
                </a:lnTo>
                <a:lnTo>
                  <a:pt x="1501520" y="89233"/>
                </a:lnTo>
                <a:lnTo>
                  <a:pt x="1501084" y="90032"/>
                </a:lnTo>
                <a:lnTo>
                  <a:pt x="1500649" y="90813"/>
                </a:lnTo>
                <a:lnTo>
                  <a:pt x="1500214" y="91577"/>
                </a:lnTo>
                <a:lnTo>
                  <a:pt x="1499780" y="92323"/>
                </a:lnTo>
                <a:lnTo>
                  <a:pt x="1499347" y="93051"/>
                </a:lnTo>
                <a:lnTo>
                  <a:pt x="1498915" y="93761"/>
                </a:lnTo>
                <a:lnTo>
                  <a:pt x="1498484" y="94454"/>
                </a:lnTo>
                <a:lnTo>
                  <a:pt x="1498053" y="95129"/>
                </a:lnTo>
                <a:lnTo>
                  <a:pt x="1497624" y="95786"/>
                </a:lnTo>
                <a:lnTo>
                  <a:pt x="1497195" y="96426"/>
                </a:lnTo>
                <a:lnTo>
                  <a:pt x="1496767" y="97047"/>
                </a:lnTo>
                <a:lnTo>
                  <a:pt x="1496340" y="97652"/>
                </a:lnTo>
                <a:lnTo>
                  <a:pt x="1495914" y="98238"/>
                </a:lnTo>
                <a:lnTo>
                  <a:pt x="1495488" y="98807"/>
                </a:lnTo>
                <a:lnTo>
                  <a:pt x="1495064" y="99358"/>
                </a:lnTo>
                <a:lnTo>
                  <a:pt x="1494640" y="99891"/>
                </a:lnTo>
                <a:lnTo>
                  <a:pt x="1494217" y="100407"/>
                </a:lnTo>
                <a:lnTo>
                  <a:pt x="1493795" y="100904"/>
                </a:lnTo>
                <a:lnTo>
                  <a:pt x="1493374" y="101385"/>
                </a:lnTo>
                <a:lnTo>
                  <a:pt x="1492954" y="101847"/>
                </a:lnTo>
                <a:lnTo>
                  <a:pt x="1492534" y="102292"/>
                </a:lnTo>
                <a:lnTo>
                  <a:pt x="1492116" y="102719"/>
                </a:lnTo>
                <a:lnTo>
                  <a:pt x="1491791" y="103032"/>
                </a:lnTo>
                <a:lnTo>
                  <a:pt x="1491466" y="103336"/>
                </a:lnTo>
                <a:lnTo>
                  <a:pt x="1491139" y="103631"/>
                </a:lnTo>
                <a:lnTo>
                  <a:pt x="1490812" y="103917"/>
                </a:lnTo>
                <a:lnTo>
                  <a:pt x="1490483" y="104195"/>
                </a:lnTo>
                <a:lnTo>
                  <a:pt x="1490153" y="104464"/>
                </a:lnTo>
                <a:lnTo>
                  <a:pt x="1489822" y="104725"/>
                </a:lnTo>
                <a:lnTo>
                  <a:pt x="1489489" y="104976"/>
                </a:lnTo>
                <a:lnTo>
                  <a:pt x="1489156" y="105219"/>
                </a:lnTo>
                <a:lnTo>
                  <a:pt x="1488822" y="105454"/>
                </a:lnTo>
                <a:lnTo>
                  <a:pt x="1488486" y="105679"/>
                </a:lnTo>
                <a:lnTo>
                  <a:pt x="1488149" y="105896"/>
                </a:lnTo>
                <a:lnTo>
                  <a:pt x="1487812" y="106104"/>
                </a:lnTo>
                <a:lnTo>
                  <a:pt x="1487473" y="106304"/>
                </a:lnTo>
                <a:lnTo>
                  <a:pt x="1487132" y="106494"/>
                </a:lnTo>
                <a:lnTo>
                  <a:pt x="1486791" y="106676"/>
                </a:lnTo>
                <a:lnTo>
                  <a:pt x="1486449" y="106850"/>
                </a:lnTo>
                <a:lnTo>
                  <a:pt x="1486105" y="107014"/>
                </a:lnTo>
                <a:lnTo>
                  <a:pt x="1485761" y="107170"/>
                </a:lnTo>
                <a:lnTo>
                  <a:pt x="1485415" y="107317"/>
                </a:lnTo>
                <a:lnTo>
                  <a:pt x="1485068" y="107456"/>
                </a:lnTo>
                <a:lnTo>
                  <a:pt x="1484720" y="107585"/>
                </a:lnTo>
                <a:lnTo>
                  <a:pt x="1484371" y="107706"/>
                </a:lnTo>
                <a:lnTo>
                  <a:pt x="1484021" y="107819"/>
                </a:lnTo>
                <a:lnTo>
                  <a:pt x="1483662" y="107924"/>
                </a:lnTo>
                <a:lnTo>
                  <a:pt x="1483284" y="108025"/>
                </a:lnTo>
                <a:lnTo>
                  <a:pt x="1482889" y="108122"/>
                </a:lnTo>
                <a:lnTo>
                  <a:pt x="1482476" y="108214"/>
                </a:lnTo>
                <a:lnTo>
                  <a:pt x="1482046" y="108302"/>
                </a:lnTo>
                <a:lnTo>
                  <a:pt x="1481598" y="108385"/>
                </a:lnTo>
                <a:lnTo>
                  <a:pt x="1481132" y="108464"/>
                </a:lnTo>
                <a:lnTo>
                  <a:pt x="1480648" y="108538"/>
                </a:lnTo>
                <a:lnTo>
                  <a:pt x="1480147" y="108608"/>
                </a:lnTo>
                <a:lnTo>
                  <a:pt x="1479628" y="108673"/>
                </a:lnTo>
                <a:lnTo>
                  <a:pt x="1479092" y="108734"/>
                </a:lnTo>
                <a:lnTo>
                  <a:pt x="1478537" y="108790"/>
                </a:lnTo>
                <a:lnTo>
                  <a:pt x="1477965" y="108842"/>
                </a:lnTo>
                <a:lnTo>
                  <a:pt x="1477375" y="108889"/>
                </a:lnTo>
                <a:lnTo>
                  <a:pt x="1476768" y="108932"/>
                </a:lnTo>
                <a:lnTo>
                  <a:pt x="1476143" y="108970"/>
                </a:lnTo>
                <a:lnTo>
                  <a:pt x="1475500" y="109003"/>
                </a:lnTo>
                <a:lnTo>
                  <a:pt x="1474839" y="109033"/>
                </a:lnTo>
                <a:lnTo>
                  <a:pt x="1474161" y="109057"/>
                </a:lnTo>
                <a:lnTo>
                  <a:pt x="1473465" y="109078"/>
                </a:lnTo>
                <a:lnTo>
                  <a:pt x="1472751" y="109093"/>
                </a:lnTo>
                <a:lnTo>
                  <a:pt x="1472019" y="109105"/>
                </a:lnTo>
                <a:lnTo>
                  <a:pt x="1471270" y="109111"/>
                </a:lnTo>
                <a:lnTo>
                  <a:pt x="1470503" y="109114"/>
                </a:lnTo>
                <a:lnTo>
                  <a:pt x="1451886" y="109114"/>
                </a:lnTo>
                <a:lnTo>
                  <a:pt x="1451513" y="109112"/>
                </a:lnTo>
                <a:lnTo>
                  <a:pt x="1451151" y="109107"/>
                </a:lnTo>
                <a:lnTo>
                  <a:pt x="1450798" y="109099"/>
                </a:lnTo>
                <a:lnTo>
                  <a:pt x="1450456" y="109088"/>
                </a:lnTo>
                <a:lnTo>
                  <a:pt x="1450124" y="109073"/>
                </a:lnTo>
                <a:lnTo>
                  <a:pt x="1449802" y="109056"/>
                </a:lnTo>
                <a:lnTo>
                  <a:pt x="1449490" y="109035"/>
                </a:lnTo>
                <a:lnTo>
                  <a:pt x="1449188" y="109010"/>
                </a:lnTo>
                <a:lnTo>
                  <a:pt x="1448896" y="108983"/>
                </a:lnTo>
                <a:lnTo>
                  <a:pt x="1448615" y="108952"/>
                </a:lnTo>
                <a:lnTo>
                  <a:pt x="1448343" y="108919"/>
                </a:lnTo>
                <a:lnTo>
                  <a:pt x="1448082" y="108882"/>
                </a:lnTo>
                <a:lnTo>
                  <a:pt x="1447830" y="108841"/>
                </a:lnTo>
                <a:lnTo>
                  <a:pt x="1447589" y="108798"/>
                </a:lnTo>
                <a:lnTo>
                  <a:pt x="1447358" y="108751"/>
                </a:lnTo>
                <a:lnTo>
                  <a:pt x="1447137" y="108701"/>
                </a:lnTo>
                <a:lnTo>
                  <a:pt x="1446926" y="108648"/>
                </a:lnTo>
                <a:lnTo>
                  <a:pt x="1446726" y="108591"/>
                </a:lnTo>
                <a:lnTo>
                  <a:pt x="1446535" y="108532"/>
                </a:lnTo>
                <a:lnTo>
                  <a:pt x="1446355" y="108469"/>
                </a:lnTo>
                <a:lnTo>
                  <a:pt x="1446184" y="108403"/>
                </a:lnTo>
                <a:lnTo>
                  <a:pt x="1446024" y="108334"/>
                </a:lnTo>
                <a:lnTo>
                  <a:pt x="1445874" y="108261"/>
                </a:lnTo>
                <a:lnTo>
                  <a:pt x="1445734" y="108185"/>
                </a:lnTo>
                <a:lnTo>
                  <a:pt x="1445601" y="108107"/>
                </a:lnTo>
                <a:lnTo>
                  <a:pt x="1445471" y="108026"/>
                </a:lnTo>
                <a:lnTo>
                  <a:pt x="1445345" y="107942"/>
                </a:lnTo>
                <a:lnTo>
                  <a:pt x="1445222" y="107857"/>
                </a:lnTo>
                <a:lnTo>
                  <a:pt x="1445102" y="107769"/>
                </a:lnTo>
                <a:lnTo>
                  <a:pt x="1444986" y="107680"/>
                </a:lnTo>
                <a:lnTo>
                  <a:pt x="1444873" y="107587"/>
                </a:lnTo>
                <a:lnTo>
                  <a:pt x="1444763" y="107493"/>
                </a:lnTo>
                <a:lnTo>
                  <a:pt x="1444657" y="107396"/>
                </a:lnTo>
                <a:lnTo>
                  <a:pt x="1444554" y="107298"/>
                </a:lnTo>
                <a:lnTo>
                  <a:pt x="1444454" y="107196"/>
                </a:lnTo>
                <a:lnTo>
                  <a:pt x="1444358" y="107093"/>
                </a:lnTo>
                <a:lnTo>
                  <a:pt x="1444265" y="106988"/>
                </a:lnTo>
                <a:lnTo>
                  <a:pt x="1444176" y="106880"/>
                </a:lnTo>
                <a:lnTo>
                  <a:pt x="1444090" y="106770"/>
                </a:lnTo>
                <a:lnTo>
                  <a:pt x="1444007" y="106657"/>
                </a:lnTo>
                <a:lnTo>
                  <a:pt x="1443928" y="106543"/>
                </a:lnTo>
                <a:lnTo>
                  <a:pt x="1443852" y="106426"/>
                </a:lnTo>
                <a:lnTo>
                  <a:pt x="1443780" y="106307"/>
                </a:lnTo>
                <a:lnTo>
                  <a:pt x="1443711" y="106186"/>
                </a:lnTo>
                <a:lnTo>
                  <a:pt x="1443645" y="106062"/>
                </a:lnTo>
                <a:lnTo>
                  <a:pt x="1443582" y="105937"/>
                </a:lnTo>
                <a:lnTo>
                  <a:pt x="1443523" y="105809"/>
                </a:lnTo>
                <a:lnTo>
                  <a:pt x="1443468" y="105679"/>
                </a:lnTo>
                <a:lnTo>
                  <a:pt x="1443415" y="105537"/>
                </a:lnTo>
                <a:lnTo>
                  <a:pt x="1443364" y="105376"/>
                </a:lnTo>
                <a:lnTo>
                  <a:pt x="1443316" y="105196"/>
                </a:lnTo>
                <a:lnTo>
                  <a:pt x="1443270" y="104995"/>
                </a:lnTo>
                <a:lnTo>
                  <a:pt x="1443226" y="104775"/>
                </a:lnTo>
                <a:lnTo>
                  <a:pt x="1443184" y="104535"/>
                </a:lnTo>
                <a:lnTo>
                  <a:pt x="1443145" y="104275"/>
                </a:lnTo>
                <a:lnTo>
                  <a:pt x="1443108" y="103995"/>
                </a:lnTo>
                <a:lnTo>
                  <a:pt x="1443073" y="103696"/>
                </a:lnTo>
                <a:lnTo>
                  <a:pt x="1443041" y="103376"/>
                </a:lnTo>
                <a:lnTo>
                  <a:pt x="1443010" y="103037"/>
                </a:lnTo>
                <a:lnTo>
                  <a:pt x="1442982" y="102679"/>
                </a:lnTo>
                <a:lnTo>
                  <a:pt x="1442956" y="102300"/>
                </a:lnTo>
                <a:lnTo>
                  <a:pt x="1442933" y="101902"/>
                </a:lnTo>
                <a:lnTo>
                  <a:pt x="1442911" y="101483"/>
                </a:lnTo>
                <a:lnTo>
                  <a:pt x="1442892" y="101046"/>
                </a:lnTo>
                <a:lnTo>
                  <a:pt x="1442875" y="100588"/>
                </a:lnTo>
                <a:lnTo>
                  <a:pt x="1442861" y="100110"/>
                </a:lnTo>
                <a:lnTo>
                  <a:pt x="1442848" y="99613"/>
                </a:lnTo>
                <a:lnTo>
                  <a:pt x="1442838" y="99096"/>
                </a:lnTo>
                <a:lnTo>
                  <a:pt x="1442830" y="98559"/>
                </a:lnTo>
                <a:lnTo>
                  <a:pt x="1442825" y="98003"/>
                </a:lnTo>
                <a:lnTo>
                  <a:pt x="1442821" y="97426"/>
                </a:lnTo>
                <a:lnTo>
                  <a:pt x="1442820" y="96830"/>
                </a:lnTo>
                <a:lnTo>
                  <a:pt x="1442820" y="60709"/>
                </a:lnTo>
                <a:lnTo>
                  <a:pt x="1466942" y="60709"/>
                </a:lnTo>
                <a:lnTo>
                  <a:pt x="1467509" y="60711"/>
                </a:lnTo>
                <a:lnTo>
                  <a:pt x="1468064" y="60720"/>
                </a:lnTo>
                <a:lnTo>
                  <a:pt x="1468606" y="60734"/>
                </a:lnTo>
                <a:lnTo>
                  <a:pt x="1469136" y="60753"/>
                </a:lnTo>
                <a:lnTo>
                  <a:pt x="1469654" y="60778"/>
                </a:lnTo>
                <a:lnTo>
                  <a:pt x="1470159" y="60809"/>
                </a:lnTo>
                <a:lnTo>
                  <a:pt x="1470652" y="60845"/>
                </a:lnTo>
                <a:lnTo>
                  <a:pt x="1471133" y="60887"/>
                </a:lnTo>
                <a:lnTo>
                  <a:pt x="1471601" y="60934"/>
                </a:lnTo>
                <a:lnTo>
                  <a:pt x="1472057" y="60987"/>
                </a:lnTo>
                <a:lnTo>
                  <a:pt x="1472501" y="61046"/>
                </a:lnTo>
                <a:lnTo>
                  <a:pt x="1472932" y="61110"/>
                </a:lnTo>
                <a:lnTo>
                  <a:pt x="1473350" y="61179"/>
                </a:lnTo>
                <a:lnTo>
                  <a:pt x="1473757" y="61254"/>
                </a:lnTo>
                <a:lnTo>
                  <a:pt x="1474151" y="61335"/>
                </a:lnTo>
                <a:lnTo>
                  <a:pt x="1474533" y="61421"/>
                </a:lnTo>
                <a:lnTo>
                  <a:pt x="1474902" y="61513"/>
                </a:lnTo>
                <a:lnTo>
                  <a:pt x="1475259" y="61611"/>
                </a:lnTo>
                <a:lnTo>
                  <a:pt x="1475603" y="61714"/>
                </a:lnTo>
                <a:lnTo>
                  <a:pt x="1475936" y="61822"/>
                </a:lnTo>
                <a:lnTo>
                  <a:pt x="1476256" y="61936"/>
                </a:lnTo>
                <a:lnTo>
                  <a:pt x="1476563" y="62056"/>
                </a:lnTo>
                <a:lnTo>
                  <a:pt x="1476858" y="62181"/>
                </a:lnTo>
                <a:lnTo>
                  <a:pt x="1477141" y="62312"/>
                </a:lnTo>
                <a:lnTo>
                  <a:pt x="1477414" y="62448"/>
                </a:lnTo>
                <a:lnTo>
                  <a:pt x="1477681" y="62588"/>
                </a:lnTo>
                <a:lnTo>
                  <a:pt x="1477941" y="62731"/>
                </a:lnTo>
                <a:lnTo>
                  <a:pt x="1478195" y="62880"/>
                </a:lnTo>
                <a:lnTo>
                  <a:pt x="1478443" y="63032"/>
                </a:lnTo>
                <a:lnTo>
                  <a:pt x="1478684" y="63188"/>
                </a:lnTo>
                <a:lnTo>
                  <a:pt x="1478918" y="63349"/>
                </a:lnTo>
                <a:lnTo>
                  <a:pt x="1479146" y="63514"/>
                </a:lnTo>
                <a:lnTo>
                  <a:pt x="1479368" y="63683"/>
                </a:lnTo>
                <a:lnTo>
                  <a:pt x="1479583" y="63856"/>
                </a:lnTo>
                <a:lnTo>
                  <a:pt x="1479792" y="64033"/>
                </a:lnTo>
                <a:lnTo>
                  <a:pt x="1479994" y="64215"/>
                </a:lnTo>
                <a:lnTo>
                  <a:pt x="1480190" y="64400"/>
                </a:lnTo>
                <a:lnTo>
                  <a:pt x="1480379" y="64590"/>
                </a:lnTo>
                <a:lnTo>
                  <a:pt x="1480562" y="64784"/>
                </a:lnTo>
                <a:lnTo>
                  <a:pt x="1480738" y="64982"/>
                </a:lnTo>
                <a:lnTo>
                  <a:pt x="1480908" y="65185"/>
                </a:lnTo>
                <a:lnTo>
                  <a:pt x="1481072" y="65391"/>
                </a:lnTo>
                <a:lnTo>
                  <a:pt x="1481229" y="65602"/>
                </a:lnTo>
                <a:lnTo>
                  <a:pt x="1481379" y="65817"/>
                </a:lnTo>
                <a:lnTo>
                  <a:pt x="1481523" y="66036"/>
                </a:lnTo>
                <a:lnTo>
                  <a:pt x="1481661" y="66260"/>
                </a:lnTo>
                <a:lnTo>
                  <a:pt x="1481792" y="66487"/>
                </a:lnTo>
                <a:lnTo>
                  <a:pt x="1481917" y="66719"/>
                </a:lnTo>
                <a:lnTo>
                  <a:pt x="1482011" y="66916"/>
                </a:lnTo>
                <a:lnTo>
                  <a:pt x="1482105" y="67132"/>
                </a:lnTo>
                <a:lnTo>
                  <a:pt x="1482200" y="67369"/>
                </a:lnTo>
                <a:lnTo>
                  <a:pt x="1482294" y="67625"/>
                </a:lnTo>
                <a:lnTo>
                  <a:pt x="1482389" y="67901"/>
                </a:lnTo>
                <a:lnTo>
                  <a:pt x="1482483" y="68196"/>
                </a:lnTo>
                <a:lnTo>
                  <a:pt x="1482578" y="68512"/>
                </a:lnTo>
                <a:lnTo>
                  <a:pt x="1482672" y="68847"/>
                </a:lnTo>
                <a:lnTo>
                  <a:pt x="1482766" y="69202"/>
                </a:lnTo>
                <a:lnTo>
                  <a:pt x="1482861" y="69577"/>
                </a:lnTo>
                <a:lnTo>
                  <a:pt x="1482955" y="69971"/>
                </a:lnTo>
                <a:lnTo>
                  <a:pt x="1483050" y="70385"/>
                </a:lnTo>
                <a:lnTo>
                  <a:pt x="1483144" y="70819"/>
                </a:lnTo>
                <a:lnTo>
                  <a:pt x="1483239" y="71273"/>
                </a:lnTo>
                <a:lnTo>
                  <a:pt x="1483333" y="71747"/>
                </a:lnTo>
                <a:lnTo>
                  <a:pt x="1483428" y="72240"/>
                </a:lnTo>
                <a:lnTo>
                  <a:pt x="1483522" y="72753"/>
                </a:lnTo>
                <a:lnTo>
                  <a:pt x="1483616" y="73286"/>
                </a:lnTo>
                <a:lnTo>
                  <a:pt x="1483711" y="73838"/>
                </a:lnTo>
                <a:lnTo>
                  <a:pt x="1483805" y="74411"/>
                </a:lnTo>
                <a:lnTo>
                  <a:pt x="1483900" y="75003"/>
                </a:lnTo>
                <a:lnTo>
                  <a:pt x="1483994" y="75615"/>
                </a:lnTo>
                <a:lnTo>
                  <a:pt x="1484089" y="76246"/>
                </a:lnTo>
                <a:lnTo>
                  <a:pt x="1484183" y="76898"/>
                </a:lnTo>
                <a:lnTo>
                  <a:pt x="1487178" y="76898"/>
                </a:lnTo>
                <a:lnTo>
                  <a:pt x="1487178" y="38692"/>
                </a:lnTo>
                <a:lnTo>
                  <a:pt x="1484183" y="38692"/>
                </a:lnTo>
                <a:lnTo>
                  <a:pt x="1484136" y="39468"/>
                </a:lnTo>
                <a:lnTo>
                  <a:pt x="1484076" y="40225"/>
                </a:lnTo>
                <a:lnTo>
                  <a:pt x="1484003" y="40962"/>
                </a:lnTo>
                <a:lnTo>
                  <a:pt x="1483918" y="41679"/>
                </a:lnTo>
                <a:lnTo>
                  <a:pt x="1483819" y="42377"/>
                </a:lnTo>
                <a:lnTo>
                  <a:pt x="1483707" y="43054"/>
                </a:lnTo>
                <a:lnTo>
                  <a:pt x="1483583" y="43712"/>
                </a:lnTo>
                <a:lnTo>
                  <a:pt x="1483446" y="44350"/>
                </a:lnTo>
                <a:lnTo>
                  <a:pt x="1483295" y="44969"/>
                </a:lnTo>
                <a:lnTo>
                  <a:pt x="1483132" y="45567"/>
                </a:lnTo>
                <a:lnTo>
                  <a:pt x="1482956" y="46146"/>
                </a:lnTo>
                <a:lnTo>
                  <a:pt x="1482767" y="46705"/>
                </a:lnTo>
                <a:lnTo>
                  <a:pt x="1482564" y="47244"/>
                </a:lnTo>
                <a:lnTo>
                  <a:pt x="1482349" y="47764"/>
                </a:lnTo>
                <a:lnTo>
                  <a:pt x="1482121" y="48264"/>
                </a:lnTo>
                <a:lnTo>
                  <a:pt x="1481881" y="48743"/>
                </a:lnTo>
                <a:lnTo>
                  <a:pt x="1481627" y="49204"/>
                </a:lnTo>
                <a:lnTo>
                  <a:pt x="1481360" y="49644"/>
                </a:lnTo>
                <a:lnTo>
                  <a:pt x="1481080" y="50064"/>
                </a:lnTo>
                <a:lnTo>
                  <a:pt x="1480788" y="50465"/>
                </a:lnTo>
                <a:lnTo>
                  <a:pt x="1480482" y="50846"/>
                </a:lnTo>
                <a:lnTo>
                  <a:pt x="1480164" y="51207"/>
                </a:lnTo>
                <a:lnTo>
                  <a:pt x="1479833" y="51549"/>
                </a:lnTo>
                <a:lnTo>
                  <a:pt x="1479488" y="51870"/>
                </a:lnTo>
                <a:lnTo>
                  <a:pt x="1479214" y="52103"/>
                </a:lnTo>
                <a:lnTo>
                  <a:pt x="1478919" y="52325"/>
                </a:lnTo>
                <a:lnTo>
                  <a:pt x="1478602" y="52538"/>
                </a:lnTo>
                <a:lnTo>
                  <a:pt x="1478263" y="52741"/>
                </a:lnTo>
                <a:lnTo>
                  <a:pt x="1477902" y="52934"/>
                </a:lnTo>
                <a:lnTo>
                  <a:pt x="1477520" y="53117"/>
                </a:lnTo>
                <a:lnTo>
                  <a:pt x="1477117" y="53290"/>
                </a:lnTo>
                <a:lnTo>
                  <a:pt x="1476691" y="53453"/>
                </a:lnTo>
                <a:lnTo>
                  <a:pt x="1476244" y="53606"/>
                </a:lnTo>
                <a:lnTo>
                  <a:pt x="1475775" y="53750"/>
                </a:lnTo>
                <a:lnTo>
                  <a:pt x="1475285" y="53883"/>
                </a:lnTo>
                <a:lnTo>
                  <a:pt x="1474773" y="54007"/>
                </a:lnTo>
                <a:lnTo>
                  <a:pt x="1474240" y="54120"/>
                </a:lnTo>
                <a:lnTo>
                  <a:pt x="1473684" y="54224"/>
                </a:lnTo>
                <a:lnTo>
                  <a:pt x="1473108" y="54318"/>
                </a:lnTo>
                <a:lnTo>
                  <a:pt x="1472509" y="54402"/>
                </a:lnTo>
                <a:lnTo>
                  <a:pt x="1471889" y="54476"/>
                </a:lnTo>
                <a:lnTo>
                  <a:pt x="1471247" y="54541"/>
                </a:lnTo>
                <a:lnTo>
                  <a:pt x="1470584" y="54595"/>
                </a:lnTo>
                <a:lnTo>
                  <a:pt x="1469899" y="54640"/>
                </a:lnTo>
                <a:lnTo>
                  <a:pt x="1469192" y="54674"/>
                </a:lnTo>
                <a:lnTo>
                  <a:pt x="1468463" y="54699"/>
                </a:lnTo>
                <a:lnTo>
                  <a:pt x="1467713" y="54714"/>
                </a:lnTo>
                <a:lnTo>
                  <a:pt x="1466942" y="54719"/>
                </a:lnTo>
                <a:lnTo>
                  <a:pt x="1442820" y="54719"/>
                </a:lnTo>
                <a:lnTo>
                  <a:pt x="1442820" y="11332"/>
                </a:lnTo>
                <a:lnTo>
                  <a:pt x="1472932" y="11332"/>
                </a:lnTo>
                <a:lnTo>
                  <a:pt x="1473604" y="11334"/>
                </a:lnTo>
                <a:lnTo>
                  <a:pt x="1474260" y="11341"/>
                </a:lnTo>
                <a:lnTo>
                  <a:pt x="1474898" y="11351"/>
                </a:lnTo>
                <a:lnTo>
                  <a:pt x="1475520" y="11366"/>
                </a:lnTo>
                <a:close/>
                <a:moveTo>
                  <a:pt x="1886459" y="64070"/>
                </a:moveTo>
                <a:lnTo>
                  <a:pt x="1886885" y="64154"/>
                </a:lnTo>
                <a:lnTo>
                  <a:pt x="1887309" y="64235"/>
                </a:lnTo>
                <a:lnTo>
                  <a:pt x="1887730" y="64315"/>
                </a:lnTo>
                <a:lnTo>
                  <a:pt x="1888150" y="64393"/>
                </a:lnTo>
                <a:lnTo>
                  <a:pt x="1888567" y="64469"/>
                </a:lnTo>
                <a:lnTo>
                  <a:pt x="1888981" y="64542"/>
                </a:lnTo>
                <a:lnTo>
                  <a:pt x="1889394" y="64614"/>
                </a:lnTo>
                <a:lnTo>
                  <a:pt x="1889804" y="64684"/>
                </a:lnTo>
                <a:lnTo>
                  <a:pt x="1890212" y="64752"/>
                </a:lnTo>
                <a:lnTo>
                  <a:pt x="1890618" y="64818"/>
                </a:lnTo>
                <a:lnTo>
                  <a:pt x="1891022" y="64882"/>
                </a:lnTo>
                <a:lnTo>
                  <a:pt x="1891423" y="64944"/>
                </a:lnTo>
                <a:lnTo>
                  <a:pt x="1891822" y="65004"/>
                </a:lnTo>
                <a:lnTo>
                  <a:pt x="1892219" y="65062"/>
                </a:lnTo>
                <a:lnTo>
                  <a:pt x="1892614" y="65118"/>
                </a:lnTo>
                <a:lnTo>
                  <a:pt x="1893006" y="65172"/>
                </a:lnTo>
                <a:lnTo>
                  <a:pt x="1893396" y="65224"/>
                </a:lnTo>
                <a:lnTo>
                  <a:pt x="1893784" y="65274"/>
                </a:lnTo>
                <a:lnTo>
                  <a:pt x="1894170" y="65322"/>
                </a:lnTo>
                <a:lnTo>
                  <a:pt x="1894553" y="65369"/>
                </a:lnTo>
                <a:lnTo>
                  <a:pt x="1894934" y="65413"/>
                </a:lnTo>
                <a:lnTo>
                  <a:pt x="1895313" y="65455"/>
                </a:lnTo>
                <a:lnTo>
                  <a:pt x="1895690" y="65496"/>
                </a:lnTo>
                <a:lnTo>
                  <a:pt x="1896064" y="65534"/>
                </a:lnTo>
                <a:lnTo>
                  <a:pt x="1896436" y="65570"/>
                </a:lnTo>
                <a:lnTo>
                  <a:pt x="1896806" y="65605"/>
                </a:lnTo>
                <a:lnTo>
                  <a:pt x="1897174" y="65637"/>
                </a:lnTo>
                <a:lnTo>
                  <a:pt x="1897539" y="65668"/>
                </a:lnTo>
                <a:lnTo>
                  <a:pt x="1897902" y="65696"/>
                </a:lnTo>
                <a:lnTo>
                  <a:pt x="1898263" y="65723"/>
                </a:lnTo>
                <a:lnTo>
                  <a:pt x="1898622" y="65747"/>
                </a:lnTo>
                <a:lnTo>
                  <a:pt x="1898978" y="65770"/>
                </a:lnTo>
                <a:lnTo>
                  <a:pt x="1899332" y="65791"/>
                </a:lnTo>
                <a:lnTo>
                  <a:pt x="1899684" y="65809"/>
                </a:lnTo>
                <a:lnTo>
                  <a:pt x="1900034" y="65826"/>
                </a:lnTo>
                <a:lnTo>
                  <a:pt x="1900381" y="65841"/>
                </a:lnTo>
                <a:lnTo>
                  <a:pt x="1900726" y="65854"/>
                </a:lnTo>
                <a:lnTo>
                  <a:pt x="1901069" y="65864"/>
                </a:lnTo>
                <a:lnTo>
                  <a:pt x="1901410" y="65873"/>
                </a:lnTo>
                <a:lnTo>
                  <a:pt x="1901748" y="65880"/>
                </a:lnTo>
                <a:lnTo>
                  <a:pt x="1902084" y="65885"/>
                </a:lnTo>
                <a:lnTo>
                  <a:pt x="1902418" y="65888"/>
                </a:lnTo>
                <a:lnTo>
                  <a:pt x="1902750" y="65889"/>
                </a:lnTo>
                <a:lnTo>
                  <a:pt x="1904086" y="65874"/>
                </a:lnTo>
                <a:lnTo>
                  <a:pt x="1905397" y="65831"/>
                </a:lnTo>
                <a:lnTo>
                  <a:pt x="1906683" y="65758"/>
                </a:lnTo>
                <a:lnTo>
                  <a:pt x="1907943" y="65656"/>
                </a:lnTo>
                <a:lnTo>
                  <a:pt x="1909177" y="65524"/>
                </a:lnTo>
                <a:lnTo>
                  <a:pt x="1910387" y="65364"/>
                </a:lnTo>
                <a:lnTo>
                  <a:pt x="1911570" y="65174"/>
                </a:lnTo>
                <a:lnTo>
                  <a:pt x="1912729" y="64955"/>
                </a:lnTo>
                <a:lnTo>
                  <a:pt x="1913862" y="64707"/>
                </a:lnTo>
                <a:lnTo>
                  <a:pt x="1914969" y="64430"/>
                </a:lnTo>
                <a:lnTo>
                  <a:pt x="1916051" y="64123"/>
                </a:lnTo>
                <a:lnTo>
                  <a:pt x="1917108" y="63788"/>
                </a:lnTo>
                <a:lnTo>
                  <a:pt x="1918139" y="63423"/>
                </a:lnTo>
                <a:lnTo>
                  <a:pt x="1919144" y="63029"/>
                </a:lnTo>
                <a:lnTo>
                  <a:pt x="1920125" y="62606"/>
                </a:lnTo>
                <a:lnTo>
                  <a:pt x="1921079" y="62153"/>
                </a:lnTo>
                <a:lnTo>
                  <a:pt x="1922009" y="61672"/>
                </a:lnTo>
                <a:lnTo>
                  <a:pt x="1922913" y="61161"/>
                </a:lnTo>
                <a:lnTo>
                  <a:pt x="1923791" y="60621"/>
                </a:lnTo>
                <a:lnTo>
                  <a:pt x="1924644" y="60052"/>
                </a:lnTo>
                <a:lnTo>
                  <a:pt x="1925472" y="59454"/>
                </a:lnTo>
                <a:lnTo>
                  <a:pt x="1926274" y="58826"/>
                </a:lnTo>
                <a:lnTo>
                  <a:pt x="1927051" y="58169"/>
                </a:lnTo>
                <a:lnTo>
                  <a:pt x="1927802" y="57483"/>
                </a:lnTo>
                <a:lnTo>
                  <a:pt x="1928526" y="56774"/>
                </a:lnTo>
                <a:lnTo>
                  <a:pt x="1929218" y="56047"/>
                </a:lnTo>
                <a:lnTo>
                  <a:pt x="1929880" y="55303"/>
                </a:lnTo>
                <a:lnTo>
                  <a:pt x="1930511" y="54542"/>
                </a:lnTo>
                <a:lnTo>
                  <a:pt x="1931111" y="53763"/>
                </a:lnTo>
                <a:lnTo>
                  <a:pt x="1931680" y="52966"/>
                </a:lnTo>
                <a:lnTo>
                  <a:pt x="1932219" y="52152"/>
                </a:lnTo>
                <a:lnTo>
                  <a:pt x="1932727" y="51321"/>
                </a:lnTo>
                <a:lnTo>
                  <a:pt x="1933204" y="50473"/>
                </a:lnTo>
                <a:lnTo>
                  <a:pt x="1933650" y="49607"/>
                </a:lnTo>
                <a:lnTo>
                  <a:pt x="1934065" y="48723"/>
                </a:lnTo>
                <a:lnTo>
                  <a:pt x="1934450" y="47823"/>
                </a:lnTo>
                <a:lnTo>
                  <a:pt x="1934804" y="46904"/>
                </a:lnTo>
                <a:lnTo>
                  <a:pt x="1935127" y="45969"/>
                </a:lnTo>
                <a:lnTo>
                  <a:pt x="1935419" y="45016"/>
                </a:lnTo>
                <a:lnTo>
                  <a:pt x="1935681" y="44046"/>
                </a:lnTo>
                <a:lnTo>
                  <a:pt x="1935912" y="43058"/>
                </a:lnTo>
                <a:lnTo>
                  <a:pt x="1936112" y="42053"/>
                </a:lnTo>
                <a:lnTo>
                  <a:pt x="1936281" y="41030"/>
                </a:lnTo>
                <a:lnTo>
                  <a:pt x="1936420" y="39990"/>
                </a:lnTo>
                <a:lnTo>
                  <a:pt x="1936527" y="38933"/>
                </a:lnTo>
                <a:lnTo>
                  <a:pt x="1936604" y="37858"/>
                </a:lnTo>
                <a:lnTo>
                  <a:pt x="1936650" y="36766"/>
                </a:lnTo>
                <a:lnTo>
                  <a:pt x="1936666" y="35656"/>
                </a:lnTo>
                <a:lnTo>
                  <a:pt x="1936656" y="34839"/>
                </a:lnTo>
                <a:lnTo>
                  <a:pt x="1936625" y="34031"/>
                </a:lnTo>
                <a:lnTo>
                  <a:pt x="1936575" y="33232"/>
                </a:lnTo>
                <a:lnTo>
                  <a:pt x="1936504" y="32443"/>
                </a:lnTo>
                <a:lnTo>
                  <a:pt x="1936413" y="31663"/>
                </a:lnTo>
                <a:lnTo>
                  <a:pt x="1936302" y="30892"/>
                </a:lnTo>
                <a:lnTo>
                  <a:pt x="1936170" y="30130"/>
                </a:lnTo>
                <a:lnTo>
                  <a:pt x="1936018" y="29378"/>
                </a:lnTo>
                <a:lnTo>
                  <a:pt x="1935846" y="28635"/>
                </a:lnTo>
                <a:lnTo>
                  <a:pt x="1935654" y="27901"/>
                </a:lnTo>
                <a:lnTo>
                  <a:pt x="1935442" y="27176"/>
                </a:lnTo>
                <a:lnTo>
                  <a:pt x="1935209" y="26461"/>
                </a:lnTo>
                <a:lnTo>
                  <a:pt x="1934956" y="25755"/>
                </a:lnTo>
                <a:lnTo>
                  <a:pt x="1934683" y="25058"/>
                </a:lnTo>
                <a:lnTo>
                  <a:pt x="1934389" y="24370"/>
                </a:lnTo>
                <a:lnTo>
                  <a:pt x="1934076" y="23692"/>
                </a:lnTo>
                <a:lnTo>
                  <a:pt x="1933742" y="23023"/>
                </a:lnTo>
                <a:lnTo>
                  <a:pt x="1933388" y="22363"/>
                </a:lnTo>
                <a:lnTo>
                  <a:pt x="1933013" y="21713"/>
                </a:lnTo>
                <a:lnTo>
                  <a:pt x="1932619" y="21072"/>
                </a:lnTo>
                <a:lnTo>
                  <a:pt x="1932204" y="20440"/>
                </a:lnTo>
                <a:lnTo>
                  <a:pt x="1931769" y="19817"/>
                </a:lnTo>
                <a:lnTo>
                  <a:pt x="1931313" y="19204"/>
                </a:lnTo>
                <a:lnTo>
                  <a:pt x="1930838" y="18600"/>
                </a:lnTo>
                <a:lnTo>
                  <a:pt x="1930347" y="18007"/>
                </a:lnTo>
                <a:lnTo>
                  <a:pt x="1929848" y="17430"/>
                </a:lnTo>
                <a:lnTo>
                  <a:pt x="1929339" y="16866"/>
                </a:lnTo>
                <a:lnTo>
                  <a:pt x="1928821" y="16317"/>
                </a:lnTo>
                <a:lnTo>
                  <a:pt x="1928294" y="15783"/>
                </a:lnTo>
                <a:lnTo>
                  <a:pt x="1927757" y="15263"/>
                </a:lnTo>
                <a:lnTo>
                  <a:pt x="1927211" y="14757"/>
                </a:lnTo>
                <a:lnTo>
                  <a:pt x="1926656" y="14266"/>
                </a:lnTo>
                <a:lnTo>
                  <a:pt x="1926091" y="13790"/>
                </a:lnTo>
                <a:lnTo>
                  <a:pt x="1925517" y="13327"/>
                </a:lnTo>
                <a:lnTo>
                  <a:pt x="1924934" y="12880"/>
                </a:lnTo>
                <a:lnTo>
                  <a:pt x="1924342" y="12447"/>
                </a:lnTo>
                <a:lnTo>
                  <a:pt x="1923740" y="12028"/>
                </a:lnTo>
                <a:lnTo>
                  <a:pt x="1923129" y="11623"/>
                </a:lnTo>
                <a:lnTo>
                  <a:pt x="1922509" y="11234"/>
                </a:lnTo>
                <a:lnTo>
                  <a:pt x="1921880" y="10858"/>
                </a:lnTo>
                <a:lnTo>
                  <a:pt x="1921241" y="10497"/>
                </a:lnTo>
                <a:lnTo>
                  <a:pt x="1920593" y="10151"/>
                </a:lnTo>
                <a:lnTo>
                  <a:pt x="1919936" y="9819"/>
                </a:lnTo>
                <a:lnTo>
                  <a:pt x="1919269" y="9501"/>
                </a:lnTo>
                <a:lnTo>
                  <a:pt x="1918594" y="9198"/>
                </a:lnTo>
                <a:lnTo>
                  <a:pt x="1917909" y="8909"/>
                </a:lnTo>
                <a:lnTo>
                  <a:pt x="1917214" y="8635"/>
                </a:lnTo>
                <a:lnTo>
                  <a:pt x="1916511" y="8375"/>
                </a:lnTo>
                <a:lnTo>
                  <a:pt x="1915791" y="8128"/>
                </a:lnTo>
                <a:lnTo>
                  <a:pt x="1915051" y="7891"/>
                </a:lnTo>
                <a:lnTo>
                  <a:pt x="1914288" y="7664"/>
                </a:lnTo>
                <a:lnTo>
                  <a:pt x="1913504" y="7449"/>
                </a:lnTo>
                <a:lnTo>
                  <a:pt x="1912699" y="7243"/>
                </a:lnTo>
                <a:lnTo>
                  <a:pt x="1911871" y="7048"/>
                </a:lnTo>
                <a:lnTo>
                  <a:pt x="1911022" y="6864"/>
                </a:lnTo>
                <a:lnTo>
                  <a:pt x="1910152" y="6690"/>
                </a:lnTo>
                <a:lnTo>
                  <a:pt x="1909260" y="6527"/>
                </a:lnTo>
                <a:lnTo>
                  <a:pt x="1908346" y="6374"/>
                </a:lnTo>
                <a:lnTo>
                  <a:pt x="1907410" y="6232"/>
                </a:lnTo>
                <a:lnTo>
                  <a:pt x="1906453" y="6101"/>
                </a:lnTo>
                <a:lnTo>
                  <a:pt x="1905474" y="5979"/>
                </a:lnTo>
                <a:lnTo>
                  <a:pt x="1904474" y="5869"/>
                </a:lnTo>
                <a:lnTo>
                  <a:pt x="1903452" y="5769"/>
                </a:lnTo>
                <a:lnTo>
                  <a:pt x="1902408" y="5679"/>
                </a:lnTo>
                <a:lnTo>
                  <a:pt x="1901343" y="5600"/>
                </a:lnTo>
                <a:lnTo>
                  <a:pt x="1900256" y="5532"/>
                </a:lnTo>
                <a:lnTo>
                  <a:pt x="1899147" y="5474"/>
                </a:lnTo>
                <a:lnTo>
                  <a:pt x="1898017" y="5427"/>
                </a:lnTo>
                <a:lnTo>
                  <a:pt x="1896865" y="5390"/>
                </a:lnTo>
                <a:lnTo>
                  <a:pt x="1895691" y="5363"/>
                </a:lnTo>
                <a:lnTo>
                  <a:pt x="1894496" y="5348"/>
                </a:lnTo>
                <a:lnTo>
                  <a:pt x="1893279" y="5342"/>
                </a:lnTo>
                <a:lnTo>
                  <a:pt x="1853050" y="5342"/>
                </a:lnTo>
                <a:lnTo>
                  <a:pt x="1853050" y="8337"/>
                </a:lnTo>
                <a:lnTo>
                  <a:pt x="1857178" y="8337"/>
                </a:lnTo>
                <a:lnTo>
                  <a:pt x="1857692" y="8344"/>
                </a:lnTo>
                <a:lnTo>
                  <a:pt x="1858195" y="8362"/>
                </a:lnTo>
                <a:lnTo>
                  <a:pt x="1858688" y="8393"/>
                </a:lnTo>
                <a:lnTo>
                  <a:pt x="1859170" y="8436"/>
                </a:lnTo>
                <a:lnTo>
                  <a:pt x="1859641" y="8492"/>
                </a:lnTo>
                <a:lnTo>
                  <a:pt x="1860102" y="8560"/>
                </a:lnTo>
                <a:lnTo>
                  <a:pt x="1860552" y="8640"/>
                </a:lnTo>
                <a:lnTo>
                  <a:pt x="1860991" y="8733"/>
                </a:lnTo>
                <a:lnTo>
                  <a:pt x="1861420" y="8838"/>
                </a:lnTo>
                <a:lnTo>
                  <a:pt x="1861838" y="8956"/>
                </a:lnTo>
                <a:lnTo>
                  <a:pt x="1862245" y="9085"/>
                </a:lnTo>
                <a:lnTo>
                  <a:pt x="1862642" y="9228"/>
                </a:lnTo>
                <a:lnTo>
                  <a:pt x="1863028" y="9382"/>
                </a:lnTo>
                <a:lnTo>
                  <a:pt x="1863403" y="9549"/>
                </a:lnTo>
                <a:lnTo>
                  <a:pt x="1863767" y="9729"/>
                </a:lnTo>
                <a:lnTo>
                  <a:pt x="1864121" y="9920"/>
                </a:lnTo>
                <a:lnTo>
                  <a:pt x="1864464" y="10124"/>
                </a:lnTo>
                <a:lnTo>
                  <a:pt x="1864797" y="10341"/>
                </a:lnTo>
                <a:lnTo>
                  <a:pt x="1865119" y="10569"/>
                </a:lnTo>
                <a:lnTo>
                  <a:pt x="1865430" y="10811"/>
                </a:lnTo>
                <a:lnTo>
                  <a:pt x="1865730" y="11064"/>
                </a:lnTo>
                <a:lnTo>
                  <a:pt x="1866020" y="11330"/>
                </a:lnTo>
                <a:lnTo>
                  <a:pt x="1866299" y="11608"/>
                </a:lnTo>
                <a:lnTo>
                  <a:pt x="1866568" y="11899"/>
                </a:lnTo>
                <a:lnTo>
                  <a:pt x="1866746" y="12122"/>
                </a:lnTo>
                <a:lnTo>
                  <a:pt x="1866917" y="12372"/>
                </a:lnTo>
                <a:lnTo>
                  <a:pt x="1867080" y="12649"/>
                </a:lnTo>
                <a:lnTo>
                  <a:pt x="1867235" y="12953"/>
                </a:lnTo>
                <a:lnTo>
                  <a:pt x="1867383" y="13285"/>
                </a:lnTo>
                <a:lnTo>
                  <a:pt x="1867524" y="13644"/>
                </a:lnTo>
                <a:lnTo>
                  <a:pt x="1867657" y="14031"/>
                </a:lnTo>
                <a:lnTo>
                  <a:pt x="1867782" y="14444"/>
                </a:lnTo>
                <a:lnTo>
                  <a:pt x="1867899" y="14885"/>
                </a:lnTo>
                <a:lnTo>
                  <a:pt x="1868009" y="15353"/>
                </a:lnTo>
                <a:lnTo>
                  <a:pt x="1868112" y="15848"/>
                </a:lnTo>
                <a:lnTo>
                  <a:pt x="1868207" y="16371"/>
                </a:lnTo>
                <a:lnTo>
                  <a:pt x="1868294" y="16921"/>
                </a:lnTo>
                <a:lnTo>
                  <a:pt x="1868374" y="17498"/>
                </a:lnTo>
                <a:lnTo>
                  <a:pt x="1868446" y="18103"/>
                </a:lnTo>
                <a:lnTo>
                  <a:pt x="1868510" y="18734"/>
                </a:lnTo>
                <a:lnTo>
                  <a:pt x="1868567" y="19393"/>
                </a:lnTo>
                <a:lnTo>
                  <a:pt x="1868617" y="20079"/>
                </a:lnTo>
                <a:lnTo>
                  <a:pt x="1868658" y="20793"/>
                </a:lnTo>
                <a:lnTo>
                  <a:pt x="1868692" y="21534"/>
                </a:lnTo>
                <a:lnTo>
                  <a:pt x="1868719" y="22302"/>
                </a:lnTo>
                <a:lnTo>
                  <a:pt x="1868738" y="23097"/>
                </a:lnTo>
                <a:lnTo>
                  <a:pt x="1868749" y="23919"/>
                </a:lnTo>
                <a:lnTo>
                  <a:pt x="1868753" y="24769"/>
                </a:lnTo>
                <a:lnTo>
                  <a:pt x="1868753" y="95677"/>
                </a:lnTo>
                <a:lnTo>
                  <a:pt x="1868750" y="96447"/>
                </a:lnTo>
                <a:lnTo>
                  <a:pt x="1868742" y="97194"/>
                </a:lnTo>
                <a:lnTo>
                  <a:pt x="1868728" y="97917"/>
                </a:lnTo>
                <a:lnTo>
                  <a:pt x="1868708" y="98616"/>
                </a:lnTo>
                <a:lnTo>
                  <a:pt x="1868683" y="99290"/>
                </a:lnTo>
                <a:lnTo>
                  <a:pt x="1868652" y="99942"/>
                </a:lnTo>
                <a:lnTo>
                  <a:pt x="1868615" y="100569"/>
                </a:lnTo>
                <a:lnTo>
                  <a:pt x="1868573" y="101172"/>
                </a:lnTo>
                <a:lnTo>
                  <a:pt x="1868525" y="101751"/>
                </a:lnTo>
                <a:lnTo>
                  <a:pt x="1868472" y="102307"/>
                </a:lnTo>
                <a:lnTo>
                  <a:pt x="1868413" y="102839"/>
                </a:lnTo>
                <a:lnTo>
                  <a:pt x="1868348" y="103346"/>
                </a:lnTo>
                <a:lnTo>
                  <a:pt x="1868278" y="103830"/>
                </a:lnTo>
                <a:lnTo>
                  <a:pt x="1868202" y="104290"/>
                </a:lnTo>
                <a:lnTo>
                  <a:pt x="1868121" y="104726"/>
                </a:lnTo>
                <a:lnTo>
                  <a:pt x="1868034" y="105138"/>
                </a:lnTo>
                <a:lnTo>
                  <a:pt x="1867941" y="105527"/>
                </a:lnTo>
                <a:lnTo>
                  <a:pt x="1867842" y="105891"/>
                </a:lnTo>
                <a:lnTo>
                  <a:pt x="1867739" y="106232"/>
                </a:lnTo>
                <a:lnTo>
                  <a:pt x="1867629" y="106548"/>
                </a:lnTo>
                <a:lnTo>
                  <a:pt x="1867514" y="106841"/>
                </a:lnTo>
                <a:lnTo>
                  <a:pt x="1867393" y="107110"/>
                </a:lnTo>
                <a:lnTo>
                  <a:pt x="1867266" y="107355"/>
                </a:lnTo>
                <a:lnTo>
                  <a:pt x="1867134" y="107576"/>
                </a:lnTo>
                <a:lnTo>
                  <a:pt x="1866878" y="107946"/>
                </a:lnTo>
                <a:lnTo>
                  <a:pt x="1866608" y="108300"/>
                </a:lnTo>
                <a:lnTo>
                  <a:pt x="1866324" y="108638"/>
                </a:lnTo>
                <a:lnTo>
                  <a:pt x="1866026" y="108961"/>
                </a:lnTo>
                <a:lnTo>
                  <a:pt x="1865714" y="109268"/>
                </a:lnTo>
                <a:lnTo>
                  <a:pt x="1865389" y="109559"/>
                </a:lnTo>
                <a:lnTo>
                  <a:pt x="1865050" y="109834"/>
                </a:lnTo>
                <a:lnTo>
                  <a:pt x="1864697" y="110094"/>
                </a:lnTo>
                <a:lnTo>
                  <a:pt x="1864330" y="110338"/>
                </a:lnTo>
                <a:lnTo>
                  <a:pt x="1863950" y="110566"/>
                </a:lnTo>
                <a:lnTo>
                  <a:pt x="1863556" y="110779"/>
                </a:lnTo>
                <a:lnTo>
                  <a:pt x="1863148" y="110975"/>
                </a:lnTo>
                <a:lnTo>
                  <a:pt x="1862726" y="111156"/>
                </a:lnTo>
                <a:lnTo>
                  <a:pt x="1862290" y="111322"/>
                </a:lnTo>
                <a:lnTo>
                  <a:pt x="1861841" y="111471"/>
                </a:lnTo>
                <a:lnTo>
                  <a:pt x="1861378" y="111605"/>
                </a:lnTo>
                <a:lnTo>
                  <a:pt x="1860901" y="111723"/>
                </a:lnTo>
                <a:lnTo>
                  <a:pt x="1860411" y="111825"/>
                </a:lnTo>
                <a:lnTo>
                  <a:pt x="1859906" y="111912"/>
                </a:lnTo>
                <a:lnTo>
                  <a:pt x="1859388" y="111983"/>
                </a:lnTo>
                <a:lnTo>
                  <a:pt x="1858856" y="112038"/>
                </a:lnTo>
                <a:lnTo>
                  <a:pt x="1858311" y="112077"/>
                </a:lnTo>
                <a:lnTo>
                  <a:pt x="1857751" y="112101"/>
                </a:lnTo>
                <a:lnTo>
                  <a:pt x="1857178" y="112109"/>
                </a:lnTo>
                <a:lnTo>
                  <a:pt x="1853050" y="112109"/>
                </a:lnTo>
                <a:lnTo>
                  <a:pt x="1853050" y="115104"/>
                </a:lnTo>
                <a:lnTo>
                  <a:pt x="1900079" y="115104"/>
                </a:lnTo>
                <a:lnTo>
                  <a:pt x="1900079" y="112109"/>
                </a:lnTo>
                <a:lnTo>
                  <a:pt x="1895870" y="112109"/>
                </a:lnTo>
                <a:lnTo>
                  <a:pt x="1895356" y="112102"/>
                </a:lnTo>
                <a:lnTo>
                  <a:pt x="1894853" y="112084"/>
                </a:lnTo>
                <a:lnTo>
                  <a:pt x="1894361" y="112053"/>
                </a:lnTo>
                <a:lnTo>
                  <a:pt x="1893880" y="112010"/>
                </a:lnTo>
                <a:lnTo>
                  <a:pt x="1893410" y="111954"/>
                </a:lnTo>
                <a:lnTo>
                  <a:pt x="1892951" y="111886"/>
                </a:lnTo>
                <a:lnTo>
                  <a:pt x="1892502" y="111805"/>
                </a:lnTo>
                <a:lnTo>
                  <a:pt x="1892065" y="111712"/>
                </a:lnTo>
                <a:lnTo>
                  <a:pt x="1891639" y="111607"/>
                </a:lnTo>
                <a:lnTo>
                  <a:pt x="1891224" y="111489"/>
                </a:lnTo>
                <a:lnTo>
                  <a:pt x="1890819" y="111359"/>
                </a:lnTo>
                <a:lnTo>
                  <a:pt x="1890426" y="111217"/>
                </a:lnTo>
                <a:lnTo>
                  <a:pt x="1890044" y="111062"/>
                </a:lnTo>
                <a:lnTo>
                  <a:pt x="1889672" y="110895"/>
                </a:lnTo>
                <a:lnTo>
                  <a:pt x="1889312" y="110715"/>
                </a:lnTo>
                <a:lnTo>
                  <a:pt x="1888962" y="110523"/>
                </a:lnTo>
                <a:lnTo>
                  <a:pt x="1888624" y="110319"/>
                </a:lnTo>
                <a:lnTo>
                  <a:pt x="1888296" y="110102"/>
                </a:lnTo>
                <a:lnTo>
                  <a:pt x="1887980" y="109873"/>
                </a:lnTo>
                <a:lnTo>
                  <a:pt x="1887674" y="109632"/>
                </a:lnTo>
                <a:lnTo>
                  <a:pt x="1887379" y="109378"/>
                </a:lnTo>
                <a:lnTo>
                  <a:pt x="1887096" y="109112"/>
                </a:lnTo>
                <a:lnTo>
                  <a:pt x="1886823" y="108833"/>
                </a:lnTo>
                <a:lnTo>
                  <a:pt x="1886561" y="108542"/>
                </a:lnTo>
                <a:lnTo>
                  <a:pt x="1886376" y="108319"/>
                </a:lnTo>
                <a:lnTo>
                  <a:pt x="1886199" y="108068"/>
                </a:lnTo>
                <a:lnTo>
                  <a:pt x="1886030" y="107790"/>
                </a:lnTo>
                <a:lnTo>
                  <a:pt x="1885868" y="107485"/>
                </a:lnTo>
                <a:lnTo>
                  <a:pt x="1885715" y="107153"/>
                </a:lnTo>
                <a:lnTo>
                  <a:pt x="1885569" y="106793"/>
                </a:lnTo>
                <a:lnTo>
                  <a:pt x="1885432" y="106406"/>
                </a:lnTo>
                <a:lnTo>
                  <a:pt x="1885302" y="105992"/>
                </a:lnTo>
                <a:lnTo>
                  <a:pt x="1885180" y="105550"/>
                </a:lnTo>
                <a:lnTo>
                  <a:pt x="1885066" y="105081"/>
                </a:lnTo>
                <a:lnTo>
                  <a:pt x="1884960" y="104585"/>
                </a:lnTo>
                <a:lnTo>
                  <a:pt x="1884861" y="104062"/>
                </a:lnTo>
                <a:lnTo>
                  <a:pt x="1884771" y="103511"/>
                </a:lnTo>
                <a:lnTo>
                  <a:pt x="1884688" y="102933"/>
                </a:lnTo>
                <a:lnTo>
                  <a:pt x="1884613" y="102327"/>
                </a:lnTo>
                <a:lnTo>
                  <a:pt x="1884546" y="101694"/>
                </a:lnTo>
                <a:lnTo>
                  <a:pt x="1884487" y="101034"/>
                </a:lnTo>
                <a:lnTo>
                  <a:pt x="1884436" y="100347"/>
                </a:lnTo>
                <a:lnTo>
                  <a:pt x="1884393" y="99632"/>
                </a:lnTo>
                <a:lnTo>
                  <a:pt x="1884357" y="98890"/>
                </a:lnTo>
                <a:lnTo>
                  <a:pt x="1884330" y="98121"/>
                </a:lnTo>
                <a:lnTo>
                  <a:pt x="1884310" y="97324"/>
                </a:lnTo>
                <a:lnTo>
                  <a:pt x="1884298" y="96500"/>
                </a:lnTo>
                <a:lnTo>
                  <a:pt x="1884295" y="95649"/>
                </a:lnTo>
                <a:lnTo>
                  <a:pt x="1884295" y="63623"/>
                </a:lnTo>
                <a:lnTo>
                  <a:pt x="1884732" y="63716"/>
                </a:lnTo>
                <a:lnTo>
                  <a:pt x="1885167" y="63808"/>
                </a:lnTo>
                <a:lnTo>
                  <a:pt x="1885600" y="63897"/>
                </a:lnTo>
                <a:lnTo>
                  <a:pt x="1886030" y="63985"/>
                </a:lnTo>
                <a:lnTo>
                  <a:pt x="1886459" y="64070"/>
                </a:lnTo>
                <a:close/>
                <a:moveTo>
                  <a:pt x="1886388" y="12805"/>
                </a:moveTo>
                <a:lnTo>
                  <a:pt x="1886891" y="12701"/>
                </a:lnTo>
                <a:lnTo>
                  <a:pt x="1887386" y="12602"/>
                </a:lnTo>
                <a:lnTo>
                  <a:pt x="1887872" y="12509"/>
                </a:lnTo>
                <a:lnTo>
                  <a:pt x="1888351" y="12421"/>
                </a:lnTo>
                <a:lnTo>
                  <a:pt x="1888821" y="12338"/>
                </a:lnTo>
                <a:lnTo>
                  <a:pt x="1889283" y="12260"/>
                </a:lnTo>
                <a:lnTo>
                  <a:pt x="1889737" y="12188"/>
                </a:lnTo>
                <a:lnTo>
                  <a:pt x="1890183" y="12121"/>
                </a:lnTo>
                <a:lnTo>
                  <a:pt x="1890621" y="12060"/>
                </a:lnTo>
                <a:lnTo>
                  <a:pt x="1891051" y="12004"/>
                </a:lnTo>
                <a:lnTo>
                  <a:pt x="1891472" y="11953"/>
                </a:lnTo>
                <a:lnTo>
                  <a:pt x="1891885" y="11908"/>
                </a:lnTo>
                <a:lnTo>
                  <a:pt x="1892290" y="11868"/>
                </a:lnTo>
                <a:lnTo>
                  <a:pt x="1892687" y="11833"/>
                </a:lnTo>
                <a:lnTo>
                  <a:pt x="1893076" y="11804"/>
                </a:lnTo>
                <a:lnTo>
                  <a:pt x="1893457" y="11780"/>
                </a:lnTo>
                <a:lnTo>
                  <a:pt x="1893830" y="11761"/>
                </a:lnTo>
                <a:lnTo>
                  <a:pt x="1894194" y="11748"/>
                </a:lnTo>
                <a:lnTo>
                  <a:pt x="1894550" y="11740"/>
                </a:lnTo>
                <a:lnTo>
                  <a:pt x="1894898" y="11737"/>
                </a:lnTo>
                <a:lnTo>
                  <a:pt x="1895462" y="11742"/>
                </a:lnTo>
                <a:lnTo>
                  <a:pt x="1896021" y="11758"/>
                </a:lnTo>
                <a:lnTo>
                  <a:pt x="1896575" y="11784"/>
                </a:lnTo>
                <a:lnTo>
                  <a:pt x="1897124" y="11821"/>
                </a:lnTo>
                <a:lnTo>
                  <a:pt x="1897668" y="11869"/>
                </a:lnTo>
                <a:lnTo>
                  <a:pt x="1898207" y="11927"/>
                </a:lnTo>
                <a:lnTo>
                  <a:pt x="1898741" y="11995"/>
                </a:lnTo>
                <a:lnTo>
                  <a:pt x="1899269" y="12074"/>
                </a:lnTo>
                <a:lnTo>
                  <a:pt x="1899793" y="12164"/>
                </a:lnTo>
                <a:lnTo>
                  <a:pt x="1900311" y="12264"/>
                </a:lnTo>
                <a:lnTo>
                  <a:pt x="1900825" y="12375"/>
                </a:lnTo>
                <a:lnTo>
                  <a:pt x="1901333" y="12496"/>
                </a:lnTo>
                <a:lnTo>
                  <a:pt x="1901837" y="12628"/>
                </a:lnTo>
                <a:lnTo>
                  <a:pt x="1902335" y="12770"/>
                </a:lnTo>
                <a:lnTo>
                  <a:pt x="1902828" y="12923"/>
                </a:lnTo>
                <a:lnTo>
                  <a:pt x="1903317" y="13086"/>
                </a:lnTo>
                <a:lnTo>
                  <a:pt x="1903800" y="13260"/>
                </a:lnTo>
                <a:lnTo>
                  <a:pt x="1904278" y="13444"/>
                </a:lnTo>
                <a:lnTo>
                  <a:pt x="1904751" y="13639"/>
                </a:lnTo>
                <a:lnTo>
                  <a:pt x="1905219" y="13845"/>
                </a:lnTo>
                <a:lnTo>
                  <a:pt x="1905682" y="14061"/>
                </a:lnTo>
                <a:lnTo>
                  <a:pt x="1906140" y="14288"/>
                </a:lnTo>
                <a:lnTo>
                  <a:pt x="1906592" y="14525"/>
                </a:lnTo>
                <a:lnTo>
                  <a:pt x="1907040" y="14772"/>
                </a:lnTo>
                <a:lnTo>
                  <a:pt x="1907481" y="15031"/>
                </a:lnTo>
                <a:lnTo>
                  <a:pt x="1907914" y="15300"/>
                </a:lnTo>
                <a:lnTo>
                  <a:pt x="1908338" y="15579"/>
                </a:lnTo>
                <a:lnTo>
                  <a:pt x="1908753" y="15870"/>
                </a:lnTo>
                <a:lnTo>
                  <a:pt x="1909161" y="16171"/>
                </a:lnTo>
                <a:lnTo>
                  <a:pt x="1909559" y="16482"/>
                </a:lnTo>
                <a:lnTo>
                  <a:pt x="1909950" y="16805"/>
                </a:lnTo>
                <a:lnTo>
                  <a:pt x="1910332" y="17138"/>
                </a:lnTo>
                <a:lnTo>
                  <a:pt x="1910705" y="17482"/>
                </a:lnTo>
                <a:lnTo>
                  <a:pt x="1911070" y="17836"/>
                </a:lnTo>
                <a:lnTo>
                  <a:pt x="1911427" y="18201"/>
                </a:lnTo>
                <a:lnTo>
                  <a:pt x="1911775" y="18577"/>
                </a:lnTo>
                <a:lnTo>
                  <a:pt x="1912115" y="18963"/>
                </a:lnTo>
                <a:lnTo>
                  <a:pt x="1912446" y="19360"/>
                </a:lnTo>
                <a:lnTo>
                  <a:pt x="1912769" y="19768"/>
                </a:lnTo>
                <a:lnTo>
                  <a:pt x="1913084" y="20187"/>
                </a:lnTo>
                <a:lnTo>
                  <a:pt x="1913390" y="20616"/>
                </a:lnTo>
                <a:lnTo>
                  <a:pt x="1913688" y="21056"/>
                </a:lnTo>
                <a:lnTo>
                  <a:pt x="1913977" y="21506"/>
                </a:lnTo>
                <a:lnTo>
                  <a:pt x="1914258" y="21968"/>
                </a:lnTo>
                <a:lnTo>
                  <a:pt x="1914530" y="22439"/>
                </a:lnTo>
                <a:lnTo>
                  <a:pt x="1914794" y="22922"/>
                </a:lnTo>
                <a:lnTo>
                  <a:pt x="1915049" y="23415"/>
                </a:lnTo>
                <a:lnTo>
                  <a:pt x="1915296" y="23919"/>
                </a:lnTo>
                <a:lnTo>
                  <a:pt x="1915534" y="24430"/>
                </a:lnTo>
                <a:lnTo>
                  <a:pt x="1915762" y="24945"/>
                </a:lnTo>
                <a:lnTo>
                  <a:pt x="1915979" y="25463"/>
                </a:lnTo>
                <a:lnTo>
                  <a:pt x="1916187" y="25984"/>
                </a:lnTo>
                <a:lnTo>
                  <a:pt x="1916384" y="26510"/>
                </a:lnTo>
                <a:lnTo>
                  <a:pt x="1916571" y="27038"/>
                </a:lnTo>
                <a:lnTo>
                  <a:pt x="1916748" y="27570"/>
                </a:lnTo>
                <a:lnTo>
                  <a:pt x="1916915" y="28106"/>
                </a:lnTo>
                <a:lnTo>
                  <a:pt x="1917072" y="28645"/>
                </a:lnTo>
                <a:lnTo>
                  <a:pt x="1917219" y="29188"/>
                </a:lnTo>
                <a:lnTo>
                  <a:pt x="1917355" y="29734"/>
                </a:lnTo>
                <a:lnTo>
                  <a:pt x="1917482" y="30283"/>
                </a:lnTo>
                <a:lnTo>
                  <a:pt x="1917598" y="30837"/>
                </a:lnTo>
                <a:lnTo>
                  <a:pt x="1917705" y="31393"/>
                </a:lnTo>
                <a:lnTo>
                  <a:pt x="1917801" y="31954"/>
                </a:lnTo>
                <a:lnTo>
                  <a:pt x="1917887" y="32517"/>
                </a:lnTo>
                <a:lnTo>
                  <a:pt x="1917963" y="33085"/>
                </a:lnTo>
                <a:lnTo>
                  <a:pt x="1918028" y="33655"/>
                </a:lnTo>
                <a:lnTo>
                  <a:pt x="1918084" y="34230"/>
                </a:lnTo>
                <a:lnTo>
                  <a:pt x="1918129" y="34807"/>
                </a:lnTo>
                <a:lnTo>
                  <a:pt x="1918165" y="35389"/>
                </a:lnTo>
                <a:lnTo>
                  <a:pt x="1918190" y="35974"/>
                </a:lnTo>
                <a:lnTo>
                  <a:pt x="1918205" y="36562"/>
                </a:lnTo>
                <a:lnTo>
                  <a:pt x="1918210" y="37154"/>
                </a:lnTo>
                <a:lnTo>
                  <a:pt x="1918200" y="38010"/>
                </a:lnTo>
                <a:lnTo>
                  <a:pt x="1918168" y="38854"/>
                </a:lnTo>
                <a:lnTo>
                  <a:pt x="1918115" y="39684"/>
                </a:lnTo>
                <a:lnTo>
                  <a:pt x="1918041" y="40501"/>
                </a:lnTo>
                <a:lnTo>
                  <a:pt x="1917945" y="41304"/>
                </a:lnTo>
                <a:lnTo>
                  <a:pt x="1917828" y="42094"/>
                </a:lnTo>
                <a:lnTo>
                  <a:pt x="1917691" y="42870"/>
                </a:lnTo>
                <a:lnTo>
                  <a:pt x="1917531" y="43634"/>
                </a:lnTo>
                <a:lnTo>
                  <a:pt x="1917351" y="44384"/>
                </a:lnTo>
                <a:lnTo>
                  <a:pt x="1917149" y="45120"/>
                </a:lnTo>
                <a:lnTo>
                  <a:pt x="1916927" y="45844"/>
                </a:lnTo>
                <a:lnTo>
                  <a:pt x="1916683" y="46553"/>
                </a:lnTo>
                <a:lnTo>
                  <a:pt x="1916417" y="47250"/>
                </a:lnTo>
                <a:lnTo>
                  <a:pt x="1916131" y="47933"/>
                </a:lnTo>
                <a:lnTo>
                  <a:pt x="1915823" y="48603"/>
                </a:lnTo>
                <a:lnTo>
                  <a:pt x="1915494" y="49259"/>
                </a:lnTo>
                <a:lnTo>
                  <a:pt x="1915144" y="49903"/>
                </a:lnTo>
                <a:lnTo>
                  <a:pt x="1914773" y="50532"/>
                </a:lnTo>
                <a:lnTo>
                  <a:pt x="1914380" y="51149"/>
                </a:lnTo>
                <a:lnTo>
                  <a:pt x="1913966" y="51752"/>
                </a:lnTo>
                <a:lnTo>
                  <a:pt x="1913531" y="52342"/>
                </a:lnTo>
                <a:lnTo>
                  <a:pt x="1913075" y="52918"/>
                </a:lnTo>
                <a:lnTo>
                  <a:pt x="1912598" y="53481"/>
                </a:lnTo>
                <a:lnTo>
                  <a:pt x="1912099" y="54031"/>
                </a:lnTo>
                <a:lnTo>
                  <a:pt x="1911586" y="54562"/>
                </a:lnTo>
                <a:lnTo>
                  <a:pt x="1911065" y="55071"/>
                </a:lnTo>
                <a:lnTo>
                  <a:pt x="1910535" y="55558"/>
                </a:lnTo>
                <a:lnTo>
                  <a:pt x="1909998" y="56022"/>
                </a:lnTo>
                <a:lnTo>
                  <a:pt x="1909453" y="56463"/>
                </a:lnTo>
                <a:lnTo>
                  <a:pt x="1908899" y="56881"/>
                </a:lnTo>
                <a:lnTo>
                  <a:pt x="1908338" y="57277"/>
                </a:lnTo>
                <a:lnTo>
                  <a:pt x="1907769" y="57651"/>
                </a:lnTo>
                <a:lnTo>
                  <a:pt x="1907191" y="58001"/>
                </a:lnTo>
                <a:lnTo>
                  <a:pt x="1906606" y="58329"/>
                </a:lnTo>
                <a:lnTo>
                  <a:pt x="1906012" y="58635"/>
                </a:lnTo>
                <a:lnTo>
                  <a:pt x="1905411" y="58918"/>
                </a:lnTo>
                <a:lnTo>
                  <a:pt x="1904802" y="59178"/>
                </a:lnTo>
                <a:lnTo>
                  <a:pt x="1904184" y="59415"/>
                </a:lnTo>
                <a:lnTo>
                  <a:pt x="1903559" y="59630"/>
                </a:lnTo>
                <a:lnTo>
                  <a:pt x="1902925" y="59823"/>
                </a:lnTo>
                <a:lnTo>
                  <a:pt x="1902284" y="59992"/>
                </a:lnTo>
                <a:lnTo>
                  <a:pt x="1901634" y="60139"/>
                </a:lnTo>
                <a:lnTo>
                  <a:pt x="1900977" y="60264"/>
                </a:lnTo>
                <a:lnTo>
                  <a:pt x="1900311" y="60366"/>
                </a:lnTo>
                <a:lnTo>
                  <a:pt x="1899638" y="60445"/>
                </a:lnTo>
                <a:lnTo>
                  <a:pt x="1898957" y="60501"/>
                </a:lnTo>
                <a:lnTo>
                  <a:pt x="1898267" y="60535"/>
                </a:lnTo>
                <a:lnTo>
                  <a:pt x="1897569" y="60547"/>
                </a:lnTo>
                <a:lnTo>
                  <a:pt x="1897372" y="60546"/>
                </a:lnTo>
                <a:lnTo>
                  <a:pt x="1897172" y="60544"/>
                </a:lnTo>
                <a:lnTo>
                  <a:pt x="1896967" y="60540"/>
                </a:lnTo>
                <a:lnTo>
                  <a:pt x="1896760" y="60535"/>
                </a:lnTo>
                <a:lnTo>
                  <a:pt x="1896549" y="60529"/>
                </a:lnTo>
                <a:lnTo>
                  <a:pt x="1896335" y="60521"/>
                </a:lnTo>
                <a:lnTo>
                  <a:pt x="1896118" y="60512"/>
                </a:lnTo>
                <a:lnTo>
                  <a:pt x="1895897" y="60502"/>
                </a:lnTo>
                <a:lnTo>
                  <a:pt x="1895672" y="60490"/>
                </a:lnTo>
                <a:lnTo>
                  <a:pt x="1895445" y="60476"/>
                </a:lnTo>
                <a:lnTo>
                  <a:pt x="1895214" y="60462"/>
                </a:lnTo>
                <a:lnTo>
                  <a:pt x="1894979" y="60446"/>
                </a:lnTo>
                <a:lnTo>
                  <a:pt x="1894741" y="60428"/>
                </a:lnTo>
                <a:lnTo>
                  <a:pt x="1894500" y="60409"/>
                </a:lnTo>
                <a:lnTo>
                  <a:pt x="1894256" y="60389"/>
                </a:lnTo>
                <a:lnTo>
                  <a:pt x="1894008" y="60367"/>
                </a:lnTo>
                <a:lnTo>
                  <a:pt x="1893757" y="60344"/>
                </a:lnTo>
                <a:lnTo>
                  <a:pt x="1893502" y="60319"/>
                </a:lnTo>
                <a:lnTo>
                  <a:pt x="1893244" y="60293"/>
                </a:lnTo>
                <a:lnTo>
                  <a:pt x="1892983" y="60266"/>
                </a:lnTo>
                <a:lnTo>
                  <a:pt x="1892718" y="60237"/>
                </a:lnTo>
                <a:lnTo>
                  <a:pt x="1892450" y="60207"/>
                </a:lnTo>
                <a:lnTo>
                  <a:pt x="1892178" y="60175"/>
                </a:lnTo>
                <a:lnTo>
                  <a:pt x="1891903" y="60142"/>
                </a:lnTo>
                <a:lnTo>
                  <a:pt x="1891625" y="60108"/>
                </a:lnTo>
                <a:lnTo>
                  <a:pt x="1891343" y="60072"/>
                </a:lnTo>
                <a:lnTo>
                  <a:pt x="1891058" y="60035"/>
                </a:lnTo>
                <a:lnTo>
                  <a:pt x="1890770" y="59996"/>
                </a:lnTo>
                <a:lnTo>
                  <a:pt x="1890478" y="59956"/>
                </a:lnTo>
                <a:lnTo>
                  <a:pt x="1890183" y="59914"/>
                </a:lnTo>
                <a:lnTo>
                  <a:pt x="1889885" y="59871"/>
                </a:lnTo>
                <a:lnTo>
                  <a:pt x="1889583" y="59827"/>
                </a:lnTo>
                <a:lnTo>
                  <a:pt x="1889278" y="59782"/>
                </a:lnTo>
                <a:lnTo>
                  <a:pt x="1888969" y="59734"/>
                </a:lnTo>
                <a:lnTo>
                  <a:pt x="1888657" y="59686"/>
                </a:lnTo>
                <a:lnTo>
                  <a:pt x="1888342" y="59636"/>
                </a:lnTo>
                <a:lnTo>
                  <a:pt x="1888023" y="59585"/>
                </a:lnTo>
                <a:lnTo>
                  <a:pt x="1887701" y="59532"/>
                </a:lnTo>
                <a:lnTo>
                  <a:pt x="1887375" y="59478"/>
                </a:lnTo>
                <a:lnTo>
                  <a:pt x="1887047" y="59422"/>
                </a:lnTo>
                <a:lnTo>
                  <a:pt x="1886714" y="59366"/>
                </a:lnTo>
                <a:lnTo>
                  <a:pt x="1886379" y="59307"/>
                </a:lnTo>
                <a:lnTo>
                  <a:pt x="1886040" y="59248"/>
                </a:lnTo>
                <a:lnTo>
                  <a:pt x="1885698" y="59186"/>
                </a:lnTo>
                <a:lnTo>
                  <a:pt x="1885352" y="59124"/>
                </a:lnTo>
                <a:lnTo>
                  <a:pt x="1885003" y="59060"/>
                </a:lnTo>
                <a:lnTo>
                  <a:pt x="1884650" y="58995"/>
                </a:lnTo>
                <a:lnTo>
                  <a:pt x="1884295" y="58928"/>
                </a:lnTo>
                <a:lnTo>
                  <a:pt x="1884295" y="13275"/>
                </a:lnTo>
                <a:lnTo>
                  <a:pt x="1884830" y="13149"/>
                </a:lnTo>
                <a:lnTo>
                  <a:pt x="1885357" y="13029"/>
                </a:lnTo>
                <a:lnTo>
                  <a:pt x="1885877" y="12914"/>
                </a:lnTo>
                <a:lnTo>
                  <a:pt x="1886388" y="12805"/>
                </a:lnTo>
                <a:close/>
                <a:moveTo>
                  <a:pt x="1394245" y="4162"/>
                </a:moveTo>
                <a:lnTo>
                  <a:pt x="1394152" y="4459"/>
                </a:lnTo>
                <a:lnTo>
                  <a:pt x="1394055" y="4750"/>
                </a:lnTo>
                <a:lnTo>
                  <a:pt x="1393953" y="5036"/>
                </a:lnTo>
                <a:lnTo>
                  <a:pt x="1393847" y="5315"/>
                </a:lnTo>
                <a:lnTo>
                  <a:pt x="1393737" y="5589"/>
                </a:lnTo>
                <a:lnTo>
                  <a:pt x="1393623" y="5857"/>
                </a:lnTo>
                <a:lnTo>
                  <a:pt x="1393505" y="6119"/>
                </a:lnTo>
                <a:lnTo>
                  <a:pt x="1393382" y="6374"/>
                </a:lnTo>
                <a:lnTo>
                  <a:pt x="1393255" y="6624"/>
                </a:lnTo>
                <a:lnTo>
                  <a:pt x="1393124" y="6869"/>
                </a:lnTo>
                <a:lnTo>
                  <a:pt x="1392989" y="7107"/>
                </a:lnTo>
                <a:lnTo>
                  <a:pt x="1392849" y="7339"/>
                </a:lnTo>
                <a:lnTo>
                  <a:pt x="1392705" y="7565"/>
                </a:lnTo>
                <a:lnTo>
                  <a:pt x="1392557" y="7786"/>
                </a:lnTo>
                <a:lnTo>
                  <a:pt x="1392405" y="8000"/>
                </a:lnTo>
                <a:lnTo>
                  <a:pt x="1392249" y="8209"/>
                </a:lnTo>
                <a:lnTo>
                  <a:pt x="1392088" y="8412"/>
                </a:lnTo>
                <a:lnTo>
                  <a:pt x="1391923" y="8609"/>
                </a:lnTo>
                <a:lnTo>
                  <a:pt x="1391754" y="8800"/>
                </a:lnTo>
                <a:lnTo>
                  <a:pt x="1391581" y="8985"/>
                </a:lnTo>
                <a:lnTo>
                  <a:pt x="1391445" y="9110"/>
                </a:lnTo>
                <a:lnTo>
                  <a:pt x="1391307" y="9231"/>
                </a:lnTo>
                <a:lnTo>
                  <a:pt x="1391167" y="9345"/>
                </a:lnTo>
                <a:lnTo>
                  <a:pt x="1391026" y="9455"/>
                </a:lnTo>
                <a:lnTo>
                  <a:pt x="1390882" y="9559"/>
                </a:lnTo>
                <a:lnTo>
                  <a:pt x="1390736" y="9658"/>
                </a:lnTo>
                <a:lnTo>
                  <a:pt x="1390588" y="9751"/>
                </a:lnTo>
                <a:lnTo>
                  <a:pt x="1390439" y="9839"/>
                </a:lnTo>
                <a:lnTo>
                  <a:pt x="1390287" y="9922"/>
                </a:lnTo>
                <a:lnTo>
                  <a:pt x="1390133" y="9999"/>
                </a:lnTo>
                <a:lnTo>
                  <a:pt x="1389978" y="10072"/>
                </a:lnTo>
                <a:lnTo>
                  <a:pt x="1389820" y="10138"/>
                </a:lnTo>
                <a:lnTo>
                  <a:pt x="1389661" y="10200"/>
                </a:lnTo>
                <a:lnTo>
                  <a:pt x="1389499" y="10256"/>
                </a:lnTo>
                <a:lnTo>
                  <a:pt x="1389336" y="10307"/>
                </a:lnTo>
                <a:lnTo>
                  <a:pt x="1389171" y="10352"/>
                </a:lnTo>
                <a:lnTo>
                  <a:pt x="1389003" y="10392"/>
                </a:lnTo>
                <a:lnTo>
                  <a:pt x="1388834" y="10427"/>
                </a:lnTo>
                <a:lnTo>
                  <a:pt x="1388663" y="10456"/>
                </a:lnTo>
                <a:lnTo>
                  <a:pt x="1388489" y="10480"/>
                </a:lnTo>
                <a:lnTo>
                  <a:pt x="1388314" y="10499"/>
                </a:lnTo>
                <a:lnTo>
                  <a:pt x="1388137" y="10512"/>
                </a:lnTo>
                <a:lnTo>
                  <a:pt x="1387958" y="10520"/>
                </a:lnTo>
                <a:lnTo>
                  <a:pt x="1387776" y="10523"/>
                </a:lnTo>
                <a:lnTo>
                  <a:pt x="1387652" y="10520"/>
                </a:lnTo>
                <a:lnTo>
                  <a:pt x="1387520" y="10510"/>
                </a:lnTo>
                <a:lnTo>
                  <a:pt x="1387382" y="10495"/>
                </a:lnTo>
                <a:lnTo>
                  <a:pt x="1387237" y="10473"/>
                </a:lnTo>
                <a:lnTo>
                  <a:pt x="1387085" y="10446"/>
                </a:lnTo>
                <a:lnTo>
                  <a:pt x="1386927" y="10412"/>
                </a:lnTo>
                <a:lnTo>
                  <a:pt x="1386761" y="10371"/>
                </a:lnTo>
                <a:lnTo>
                  <a:pt x="1386589" y="10325"/>
                </a:lnTo>
                <a:lnTo>
                  <a:pt x="1386411" y="10272"/>
                </a:lnTo>
                <a:lnTo>
                  <a:pt x="1386225" y="10214"/>
                </a:lnTo>
                <a:lnTo>
                  <a:pt x="1386033" y="10149"/>
                </a:lnTo>
                <a:lnTo>
                  <a:pt x="1385834" y="10078"/>
                </a:lnTo>
                <a:lnTo>
                  <a:pt x="1385628" y="10000"/>
                </a:lnTo>
                <a:lnTo>
                  <a:pt x="1385416" y="9917"/>
                </a:lnTo>
                <a:lnTo>
                  <a:pt x="1385196" y="9827"/>
                </a:lnTo>
                <a:lnTo>
                  <a:pt x="1384970" y="9731"/>
                </a:lnTo>
                <a:lnTo>
                  <a:pt x="1384738" y="9629"/>
                </a:lnTo>
                <a:lnTo>
                  <a:pt x="1384498" y="9521"/>
                </a:lnTo>
                <a:lnTo>
                  <a:pt x="1384252" y="9407"/>
                </a:lnTo>
                <a:lnTo>
                  <a:pt x="1383999" y="9286"/>
                </a:lnTo>
                <a:lnTo>
                  <a:pt x="1383739" y="9159"/>
                </a:lnTo>
                <a:lnTo>
                  <a:pt x="1383473" y="9026"/>
                </a:lnTo>
                <a:lnTo>
                  <a:pt x="1383200" y="8887"/>
                </a:lnTo>
                <a:lnTo>
                  <a:pt x="1382920" y="8742"/>
                </a:lnTo>
                <a:lnTo>
                  <a:pt x="1381955" y="8266"/>
                </a:lnTo>
                <a:lnTo>
                  <a:pt x="1380988" y="7811"/>
                </a:lnTo>
                <a:lnTo>
                  <a:pt x="1380021" y="7376"/>
                </a:lnTo>
                <a:lnTo>
                  <a:pt x="1379052" y="6961"/>
                </a:lnTo>
                <a:lnTo>
                  <a:pt x="1378083" y="6567"/>
                </a:lnTo>
                <a:lnTo>
                  <a:pt x="1377112" y="6192"/>
                </a:lnTo>
                <a:lnTo>
                  <a:pt x="1376140" y="5838"/>
                </a:lnTo>
                <a:lnTo>
                  <a:pt x="1375167" y="5504"/>
                </a:lnTo>
                <a:lnTo>
                  <a:pt x="1374193" y="5191"/>
                </a:lnTo>
                <a:lnTo>
                  <a:pt x="1373218" y="4897"/>
                </a:lnTo>
                <a:lnTo>
                  <a:pt x="1372241" y="4624"/>
                </a:lnTo>
                <a:lnTo>
                  <a:pt x="1371264" y="4371"/>
                </a:lnTo>
                <a:lnTo>
                  <a:pt x="1370285" y="4138"/>
                </a:lnTo>
                <a:lnTo>
                  <a:pt x="1369305" y="3926"/>
                </a:lnTo>
                <a:lnTo>
                  <a:pt x="1368324" y="3734"/>
                </a:lnTo>
                <a:lnTo>
                  <a:pt x="1367342" y="3562"/>
                </a:lnTo>
                <a:lnTo>
                  <a:pt x="1366359" y="3410"/>
                </a:lnTo>
                <a:lnTo>
                  <a:pt x="1365375" y="3278"/>
                </a:lnTo>
                <a:lnTo>
                  <a:pt x="1364390" y="3167"/>
                </a:lnTo>
                <a:lnTo>
                  <a:pt x="1363403" y="3076"/>
                </a:lnTo>
                <a:lnTo>
                  <a:pt x="1362415" y="3005"/>
                </a:lnTo>
                <a:lnTo>
                  <a:pt x="1361427" y="2954"/>
                </a:lnTo>
                <a:lnTo>
                  <a:pt x="1360437" y="2924"/>
                </a:lnTo>
                <a:lnTo>
                  <a:pt x="1359446" y="2914"/>
                </a:lnTo>
                <a:lnTo>
                  <a:pt x="1358175" y="2927"/>
                </a:lnTo>
                <a:lnTo>
                  <a:pt x="1356913" y="2967"/>
                </a:lnTo>
                <a:lnTo>
                  <a:pt x="1355658" y="3032"/>
                </a:lnTo>
                <a:lnTo>
                  <a:pt x="1354413" y="3124"/>
                </a:lnTo>
                <a:lnTo>
                  <a:pt x="1353175" y="3242"/>
                </a:lnTo>
                <a:lnTo>
                  <a:pt x="1351946" y="3386"/>
                </a:lnTo>
                <a:lnTo>
                  <a:pt x="1350725" y="3557"/>
                </a:lnTo>
                <a:lnTo>
                  <a:pt x="1349512" y="3754"/>
                </a:lnTo>
                <a:lnTo>
                  <a:pt x="1348308" y="3977"/>
                </a:lnTo>
                <a:lnTo>
                  <a:pt x="1347112" y="4226"/>
                </a:lnTo>
                <a:lnTo>
                  <a:pt x="1345924" y="4502"/>
                </a:lnTo>
                <a:lnTo>
                  <a:pt x="1344744" y="4804"/>
                </a:lnTo>
                <a:lnTo>
                  <a:pt x="1343573" y="5132"/>
                </a:lnTo>
                <a:lnTo>
                  <a:pt x="1342410" y="5486"/>
                </a:lnTo>
                <a:lnTo>
                  <a:pt x="1341255" y="5866"/>
                </a:lnTo>
                <a:lnTo>
                  <a:pt x="1340109" y="6273"/>
                </a:lnTo>
                <a:lnTo>
                  <a:pt x="1338971" y="6706"/>
                </a:lnTo>
                <a:lnTo>
                  <a:pt x="1337841" y="7166"/>
                </a:lnTo>
                <a:lnTo>
                  <a:pt x="1336720" y="7651"/>
                </a:lnTo>
                <a:lnTo>
                  <a:pt x="1335606" y="8163"/>
                </a:lnTo>
                <a:lnTo>
                  <a:pt x="1334501" y="8701"/>
                </a:lnTo>
                <a:lnTo>
                  <a:pt x="1333405" y="9265"/>
                </a:lnTo>
                <a:lnTo>
                  <a:pt x="1332317" y="9856"/>
                </a:lnTo>
                <a:lnTo>
                  <a:pt x="1331237" y="10472"/>
                </a:lnTo>
                <a:lnTo>
                  <a:pt x="1330170" y="11113"/>
                </a:lnTo>
                <a:lnTo>
                  <a:pt x="1329123" y="11775"/>
                </a:lnTo>
                <a:lnTo>
                  <a:pt x="1328095" y="12458"/>
                </a:lnTo>
                <a:lnTo>
                  <a:pt x="1327087" y="13163"/>
                </a:lnTo>
                <a:lnTo>
                  <a:pt x="1326098" y="13890"/>
                </a:lnTo>
                <a:lnTo>
                  <a:pt x="1325128" y="14638"/>
                </a:lnTo>
                <a:lnTo>
                  <a:pt x="1324177" y="15407"/>
                </a:lnTo>
                <a:lnTo>
                  <a:pt x="1323245" y="16198"/>
                </a:lnTo>
                <a:lnTo>
                  <a:pt x="1322333" y="17010"/>
                </a:lnTo>
                <a:lnTo>
                  <a:pt x="1321440" y="17844"/>
                </a:lnTo>
                <a:lnTo>
                  <a:pt x="1320566" y="18699"/>
                </a:lnTo>
                <a:lnTo>
                  <a:pt x="1319712" y="19576"/>
                </a:lnTo>
                <a:lnTo>
                  <a:pt x="1318877" y="20474"/>
                </a:lnTo>
                <a:lnTo>
                  <a:pt x="1318061" y="21394"/>
                </a:lnTo>
                <a:lnTo>
                  <a:pt x="1317264" y="22335"/>
                </a:lnTo>
                <a:lnTo>
                  <a:pt x="1316487" y="23297"/>
                </a:lnTo>
                <a:lnTo>
                  <a:pt x="1315728" y="24282"/>
                </a:lnTo>
                <a:lnTo>
                  <a:pt x="1314989" y="25287"/>
                </a:lnTo>
                <a:lnTo>
                  <a:pt x="1314270" y="26314"/>
                </a:lnTo>
                <a:lnTo>
                  <a:pt x="1313569" y="27362"/>
                </a:lnTo>
                <a:lnTo>
                  <a:pt x="1312888" y="28432"/>
                </a:lnTo>
                <a:lnTo>
                  <a:pt x="1312226" y="29524"/>
                </a:lnTo>
                <a:lnTo>
                  <a:pt x="1311583" y="30637"/>
                </a:lnTo>
                <a:lnTo>
                  <a:pt x="1310960" y="31771"/>
                </a:lnTo>
                <a:lnTo>
                  <a:pt x="1310359" y="32921"/>
                </a:lnTo>
                <a:lnTo>
                  <a:pt x="1309783" y="34079"/>
                </a:lnTo>
                <a:lnTo>
                  <a:pt x="1309233" y="35248"/>
                </a:lnTo>
                <a:lnTo>
                  <a:pt x="1308709" y="36425"/>
                </a:lnTo>
                <a:lnTo>
                  <a:pt x="1308210" y="37612"/>
                </a:lnTo>
                <a:lnTo>
                  <a:pt x="1307737" y="38808"/>
                </a:lnTo>
                <a:lnTo>
                  <a:pt x="1307290" y="40013"/>
                </a:lnTo>
                <a:lnTo>
                  <a:pt x="1306868" y="41228"/>
                </a:lnTo>
                <a:lnTo>
                  <a:pt x="1306471" y="42451"/>
                </a:lnTo>
                <a:lnTo>
                  <a:pt x="1306100" y="43684"/>
                </a:lnTo>
                <a:lnTo>
                  <a:pt x="1305755" y="44927"/>
                </a:lnTo>
                <a:lnTo>
                  <a:pt x="1305435" y="46178"/>
                </a:lnTo>
                <a:lnTo>
                  <a:pt x="1305141" y="47439"/>
                </a:lnTo>
                <a:lnTo>
                  <a:pt x="1304873" y="48709"/>
                </a:lnTo>
                <a:lnTo>
                  <a:pt x="1304630" y="49989"/>
                </a:lnTo>
                <a:lnTo>
                  <a:pt x="1304412" y="51277"/>
                </a:lnTo>
                <a:lnTo>
                  <a:pt x="1304220" y="52575"/>
                </a:lnTo>
                <a:lnTo>
                  <a:pt x="1304054" y="53883"/>
                </a:lnTo>
                <a:lnTo>
                  <a:pt x="1303914" y="55199"/>
                </a:lnTo>
                <a:lnTo>
                  <a:pt x="1303798" y="56525"/>
                </a:lnTo>
                <a:lnTo>
                  <a:pt x="1303709" y="57860"/>
                </a:lnTo>
                <a:lnTo>
                  <a:pt x="1303645" y="59204"/>
                </a:lnTo>
                <a:lnTo>
                  <a:pt x="1303607" y="60557"/>
                </a:lnTo>
                <a:lnTo>
                  <a:pt x="1303594" y="61920"/>
                </a:lnTo>
                <a:lnTo>
                  <a:pt x="1303613" y="63609"/>
                </a:lnTo>
                <a:lnTo>
                  <a:pt x="1303671" y="65278"/>
                </a:lnTo>
                <a:lnTo>
                  <a:pt x="1303768" y="66929"/>
                </a:lnTo>
                <a:lnTo>
                  <a:pt x="1303904" y="68562"/>
                </a:lnTo>
                <a:lnTo>
                  <a:pt x="1304079" y="70176"/>
                </a:lnTo>
                <a:lnTo>
                  <a:pt x="1304292" y="71772"/>
                </a:lnTo>
                <a:lnTo>
                  <a:pt x="1304544" y="73349"/>
                </a:lnTo>
                <a:lnTo>
                  <a:pt x="1304835" y="74907"/>
                </a:lnTo>
                <a:lnTo>
                  <a:pt x="1305165" y="76447"/>
                </a:lnTo>
                <a:lnTo>
                  <a:pt x="1305533" y="77969"/>
                </a:lnTo>
                <a:lnTo>
                  <a:pt x="1305940" y="79472"/>
                </a:lnTo>
                <a:lnTo>
                  <a:pt x="1306386" y="80956"/>
                </a:lnTo>
                <a:lnTo>
                  <a:pt x="1306871" y="82422"/>
                </a:lnTo>
                <a:lnTo>
                  <a:pt x="1307395" y="83869"/>
                </a:lnTo>
                <a:lnTo>
                  <a:pt x="1307957" y="85298"/>
                </a:lnTo>
                <a:lnTo>
                  <a:pt x="1308558" y="86708"/>
                </a:lnTo>
                <a:lnTo>
                  <a:pt x="1309198" y="88100"/>
                </a:lnTo>
                <a:lnTo>
                  <a:pt x="1309877" y="89473"/>
                </a:lnTo>
                <a:lnTo>
                  <a:pt x="1310595" y="90828"/>
                </a:lnTo>
                <a:lnTo>
                  <a:pt x="1311351" y="92164"/>
                </a:lnTo>
                <a:lnTo>
                  <a:pt x="1312146" y="93482"/>
                </a:lnTo>
                <a:lnTo>
                  <a:pt x="1312980" y="94781"/>
                </a:lnTo>
                <a:lnTo>
                  <a:pt x="1313853" y="96061"/>
                </a:lnTo>
                <a:lnTo>
                  <a:pt x="1314764" y="97324"/>
                </a:lnTo>
                <a:lnTo>
                  <a:pt x="1316034" y="98972"/>
                </a:lnTo>
                <a:lnTo>
                  <a:pt x="1317345" y="100551"/>
                </a:lnTo>
                <a:lnTo>
                  <a:pt x="1318700" y="102060"/>
                </a:lnTo>
                <a:lnTo>
                  <a:pt x="1320098" y="103498"/>
                </a:lnTo>
                <a:lnTo>
                  <a:pt x="1321538" y="104867"/>
                </a:lnTo>
                <a:lnTo>
                  <a:pt x="1323021" y="106165"/>
                </a:lnTo>
                <a:lnTo>
                  <a:pt x="1324546" y="107393"/>
                </a:lnTo>
                <a:lnTo>
                  <a:pt x="1326115" y="108550"/>
                </a:lnTo>
                <a:lnTo>
                  <a:pt x="1327726" y="109638"/>
                </a:lnTo>
                <a:lnTo>
                  <a:pt x="1329379" y="110655"/>
                </a:lnTo>
                <a:lnTo>
                  <a:pt x="1331076" y="111603"/>
                </a:lnTo>
                <a:lnTo>
                  <a:pt x="1332815" y="112480"/>
                </a:lnTo>
                <a:lnTo>
                  <a:pt x="1334597" y="113287"/>
                </a:lnTo>
                <a:lnTo>
                  <a:pt x="1336421" y="114023"/>
                </a:lnTo>
                <a:lnTo>
                  <a:pt x="1338289" y="114690"/>
                </a:lnTo>
                <a:lnTo>
                  <a:pt x="1340199" y="115287"/>
                </a:lnTo>
                <a:lnTo>
                  <a:pt x="1342152" y="115813"/>
                </a:lnTo>
                <a:lnTo>
                  <a:pt x="1344147" y="116269"/>
                </a:lnTo>
                <a:lnTo>
                  <a:pt x="1346185" y="116655"/>
                </a:lnTo>
                <a:lnTo>
                  <a:pt x="1348266" y="116971"/>
                </a:lnTo>
                <a:lnTo>
                  <a:pt x="1350390" y="117216"/>
                </a:lnTo>
                <a:lnTo>
                  <a:pt x="1352556" y="117392"/>
                </a:lnTo>
                <a:lnTo>
                  <a:pt x="1354766" y="117497"/>
                </a:lnTo>
                <a:lnTo>
                  <a:pt x="1357017" y="117532"/>
                </a:lnTo>
                <a:lnTo>
                  <a:pt x="1358272" y="117520"/>
                </a:lnTo>
                <a:lnTo>
                  <a:pt x="1359512" y="117485"/>
                </a:lnTo>
                <a:lnTo>
                  <a:pt x="1360737" y="117426"/>
                </a:lnTo>
                <a:lnTo>
                  <a:pt x="1361948" y="117344"/>
                </a:lnTo>
                <a:lnTo>
                  <a:pt x="1363145" y="117238"/>
                </a:lnTo>
                <a:lnTo>
                  <a:pt x="1364328" y="117108"/>
                </a:lnTo>
                <a:lnTo>
                  <a:pt x="1365496" y="116955"/>
                </a:lnTo>
                <a:lnTo>
                  <a:pt x="1366650" y="116779"/>
                </a:lnTo>
                <a:lnTo>
                  <a:pt x="1367789" y="116579"/>
                </a:lnTo>
                <a:lnTo>
                  <a:pt x="1368915" y="116355"/>
                </a:lnTo>
                <a:lnTo>
                  <a:pt x="1370026" y="116108"/>
                </a:lnTo>
                <a:lnTo>
                  <a:pt x="1371122" y="115837"/>
                </a:lnTo>
                <a:lnTo>
                  <a:pt x="1372204" y="115543"/>
                </a:lnTo>
                <a:lnTo>
                  <a:pt x="1373272" y="115225"/>
                </a:lnTo>
                <a:lnTo>
                  <a:pt x="1374326" y="114884"/>
                </a:lnTo>
                <a:lnTo>
                  <a:pt x="1375365" y="114519"/>
                </a:lnTo>
                <a:lnTo>
                  <a:pt x="1376390" y="114131"/>
                </a:lnTo>
                <a:lnTo>
                  <a:pt x="1377400" y="113719"/>
                </a:lnTo>
                <a:lnTo>
                  <a:pt x="1378397" y="113283"/>
                </a:lnTo>
                <a:lnTo>
                  <a:pt x="1379378" y="112824"/>
                </a:lnTo>
                <a:lnTo>
                  <a:pt x="1380346" y="112342"/>
                </a:lnTo>
                <a:lnTo>
                  <a:pt x="1381299" y="111836"/>
                </a:lnTo>
                <a:lnTo>
                  <a:pt x="1382238" y="111306"/>
                </a:lnTo>
                <a:lnTo>
                  <a:pt x="1383163" y="110753"/>
                </a:lnTo>
                <a:lnTo>
                  <a:pt x="1384075" y="110174"/>
                </a:lnTo>
                <a:lnTo>
                  <a:pt x="1384978" y="109568"/>
                </a:lnTo>
                <a:lnTo>
                  <a:pt x="1385872" y="108935"/>
                </a:lnTo>
                <a:lnTo>
                  <a:pt x="1386756" y="108275"/>
                </a:lnTo>
                <a:lnTo>
                  <a:pt x="1387630" y="107587"/>
                </a:lnTo>
                <a:lnTo>
                  <a:pt x="1388495" y="106872"/>
                </a:lnTo>
                <a:lnTo>
                  <a:pt x="1389350" y="106131"/>
                </a:lnTo>
                <a:lnTo>
                  <a:pt x="1390196" y="105361"/>
                </a:lnTo>
                <a:lnTo>
                  <a:pt x="1391032" y="104565"/>
                </a:lnTo>
                <a:lnTo>
                  <a:pt x="1391859" y="103742"/>
                </a:lnTo>
                <a:lnTo>
                  <a:pt x="1392676" y="102891"/>
                </a:lnTo>
                <a:lnTo>
                  <a:pt x="1393483" y="102013"/>
                </a:lnTo>
                <a:lnTo>
                  <a:pt x="1394281" y="101108"/>
                </a:lnTo>
                <a:lnTo>
                  <a:pt x="1395069" y="100176"/>
                </a:lnTo>
                <a:lnTo>
                  <a:pt x="1395848" y="99217"/>
                </a:lnTo>
                <a:lnTo>
                  <a:pt x="1396617" y="98230"/>
                </a:lnTo>
                <a:lnTo>
                  <a:pt x="1397377" y="97216"/>
                </a:lnTo>
                <a:lnTo>
                  <a:pt x="1398127" y="96175"/>
                </a:lnTo>
                <a:lnTo>
                  <a:pt x="1398868" y="95107"/>
                </a:lnTo>
                <a:lnTo>
                  <a:pt x="1399599" y="94012"/>
                </a:lnTo>
                <a:lnTo>
                  <a:pt x="1400320" y="92889"/>
                </a:lnTo>
                <a:lnTo>
                  <a:pt x="1401032" y="91739"/>
                </a:lnTo>
                <a:lnTo>
                  <a:pt x="1401735" y="90562"/>
                </a:lnTo>
                <a:lnTo>
                  <a:pt x="1402427" y="89358"/>
                </a:lnTo>
                <a:lnTo>
                  <a:pt x="1399918" y="87744"/>
                </a:lnTo>
                <a:lnTo>
                  <a:pt x="1399105" y="88862"/>
                </a:lnTo>
                <a:lnTo>
                  <a:pt x="1398297" y="89948"/>
                </a:lnTo>
                <a:lnTo>
                  <a:pt x="1397495" y="91003"/>
                </a:lnTo>
                <a:lnTo>
                  <a:pt x="1396698" y="92026"/>
                </a:lnTo>
                <a:lnTo>
                  <a:pt x="1395907" y="93019"/>
                </a:lnTo>
                <a:lnTo>
                  <a:pt x="1395122" y="93979"/>
                </a:lnTo>
                <a:lnTo>
                  <a:pt x="1394343" y="94909"/>
                </a:lnTo>
                <a:lnTo>
                  <a:pt x="1393569" y="95807"/>
                </a:lnTo>
                <a:lnTo>
                  <a:pt x="1392800" y="96674"/>
                </a:lnTo>
                <a:lnTo>
                  <a:pt x="1392037" y="97510"/>
                </a:lnTo>
                <a:lnTo>
                  <a:pt x="1391280" y="98314"/>
                </a:lnTo>
                <a:lnTo>
                  <a:pt x="1390529" y="99087"/>
                </a:lnTo>
                <a:lnTo>
                  <a:pt x="1389783" y="99828"/>
                </a:lnTo>
                <a:lnTo>
                  <a:pt x="1389042" y="100538"/>
                </a:lnTo>
                <a:lnTo>
                  <a:pt x="1388308" y="101217"/>
                </a:lnTo>
                <a:lnTo>
                  <a:pt x="1387579" y="101865"/>
                </a:lnTo>
                <a:lnTo>
                  <a:pt x="1386855" y="102481"/>
                </a:lnTo>
                <a:lnTo>
                  <a:pt x="1386137" y="103066"/>
                </a:lnTo>
                <a:lnTo>
                  <a:pt x="1385425" y="103619"/>
                </a:lnTo>
                <a:lnTo>
                  <a:pt x="1384719" y="104141"/>
                </a:lnTo>
                <a:lnTo>
                  <a:pt x="1384018" y="104632"/>
                </a:lnTo>
                <a:lnTo>
                  <a:pt x="1383322" y="105091"/>
                </a:lnTo>
                <a:lnTo>
                  <a:pt x="1382633" y="105520"/>
                </a:lnTo>
                <a:lnTo>
                  <a:pt x="1381948" y="105916"/>
                </a:lnTo>
                <a:lnTo>
                  <a:pt x="1381263" y="106289"/>
                </a:lnTo>
                <a:lnTo>
                  <a:pt x="1380568" y="106647"/>
                </a:lnTo>
                <a:lnTo>
                  <a:pt x="1379865" y="106988"/>
                </a:lnTo>
                <a:lnTo>
                  <a:pt x="1379154" y="107314"/>
                </a:lnTo>
                <a:lnTo>
                  <a:pt x="1378433" y="107623"/>
                </a:lnTo>
                <a:lnTo>
                  <a:pt x="1377704" y="107917"/>
                </a:lnTo>
                <a:lnTo>
                  <a:pt x="1376966" y="108195"/>
                </a:lnTo>
                <a:lnTo>
                  <a:pt x="1376219" y="108457"/>
                </a:lnTo>
                <a:lnTo>
                  <a:pt x="1375464" y="108703"/>
                </a:lnTo>
                <a:lnTo>
                  <a:pt x="1374700" y="108933"/>
                </a:lnTo>
                <a:lnTo>
                  <a:pt x="1373927" y="109148"/>
                </a:lnTo>
                <a:lnTo>
                  <a:pt x="1373146" y="109346"/>
                </a:lnTo>
                <a:lnTo>
                  <a:pt x="1372356" y="109529"/>
                </a:lnTo>
                <a:lnTo>
                  <a:pt x="1371557" y="109696"/>
                </a:lnTo>
                <a:lnTo>
                  <a:pt x="1370749" y="109847"/>
                </a:lnTo>
                <a:lnTo>
                  <a:pt x="1369933" y="109982"/>
                </a:lnTo>
                <a:lnTo>
                  <a:pt x="1369108" y="110101"/>
                </a:lnTo>
                <a:lnTo>
                  <a:pt x="1368274" y="110204"/>
                </a:lnTo>
                <a:lnTo>
                  <a:pt x="1367431" y="110291"/>
                </a:lnTo>
                <a:lnTo>
                  <a:pt x="1366580" y="110363"/>
                </a:lnTo>
                <a:lnTo>
                  <a:pt x="1365720" y="110418"/>
                </a:lnTo>
                <a:lnTo>
                  <a:pt x="1364852" y="110458"/>
                </a:lnTo>
                <a:lnTo>
                  <a:pt x="1363974" y="110482"/>
                </a:lnTo>
                <a:lnTo>
                  <a:pt x="1363088" y="110490"/>
                </a:lnTo>
                <a:lnTo>
                  <a:pt x="1362068" y="110480"/>
                </a:lnTo>
                <a:lnTo>
                  <a:pt x="1361057" y="110449"/>
                </a:lnTo>
                <a:lnTo>
                  <a:pt x="1360055" y="110399"/>
                </a:lnTo>
                <a:lnTo>
                  <a:pt x="1359062" y="110328"/>
                </a:lnTo>
                <a:lnTo>
                  <a:pt x="1358079" y="110237"/>
                </a:lnTo>
                <a:lnTo>
                  <a:pt x="1357106" y="110125"/>
                </a:lnTo>
                <a:lnTo>
                  <a:pt x="1356142" y="109993"/>
                </a:lnTo>
                <a:lnTo>
                  <a:pt x="1355187" y="109842"/>
                </a:lnTo>
                <a:lnTo>
                  <a:pt x="1354242" y="109669"/>
                </a:lnTo>
                <a:lnTo>
                  <a:pt x="1353306" y="109477"/>
                </a:lnTo>
                <a:lnTo>
                  <a:pt x="1352380" y="109264"/>
                </a:lnTo>
                <a:lnTo>
                  <a:pt x="1351463" y="109031"/>
                </a:lnTo>
                <a:lnTo>
                  <a:pt x="1350555" y="108778"/>
                </a:lnTo>
                <a:lnTo>
                  <a:pt x="1349657" y="108505"/>
                </a:lnTo>
                <a:lnTo>
                  <a:pt x="1348768" y="108211"/>
                </a:lnTo>
                <a:lnTo>
                  <a:pt x="1347889" y="107897"/>
                </a:lnTo>
                <a:lnTo>
                  <a:pt x="1347019" y="107563"/>
                </a:lnTo>
                <a:lnTo>
                  <a:pt x="1346158" y="107209"/>
                </a:lnTo>
                <a:lnTo>
                  <a:pt x="1345307" y="106834"/>
                </a:lnTo>
                <a:lnTo>
                  <a:pt x="1344465" y="106439"/>
                </a:lnTo>
                <a:lnTo>
                  <a:pt x="1343633" y="106024"/>
                </a:lnTo>
                <a:lnTo>
                  <a:pt x="1342810" y="105588"/>
                </a:lnTo>
                <a:lnTo>
                  <a:pt x="1341997" y="105133"/>
                </a:lnTo>
                <a:lnTo>
                  <a:pt x="1341193" y="104657"/>
                </a:lnTo>
                <a:lnTo>
                  <a:pt x="1340402" y="104162"/>
                </a:lnTo>
                <a:lnTo>
                  <a:pt x="1339628" y="103649"/>
                </a:lnTo>
                <a:lnTo>
                  <a:pt x="1338870" y="103119"/>
                </a:lnTo>
                <a:lnTo>
                  <a:pt x="1338129" y="102571"/>
                </a:lnTo>
                <a:lnTo>
                  <a:pt x="1337405" y="102005"/>
                </a:lnTo>
                <a:lnTo>
                  <a:pt x="1336698" y="101421"/>
                </a:lnTo>
                <a:lnTo>
                  <a:pt x="1336007" y="100820"/>
                </a:lnTo>
                <a:lnTo>
                  <a:pt x="1335333" y="100201"/>
                </a:lnTo>
                <a:lnTo>
                  <a:pt x="1334676" y="99564"/>
                </a:lnTo>
                <a:lnTo>
                  <a:pt x="1334036" y="98910"/>
                </a:lnTo>
                <a:lnTo>
                  <a:pt x="1333412" y="98238"/>
                </a:lnTo>
                <a:lnTo>
                  <a:pt x="1332805" y="97548"/>
                </a:lnTo>
                <a:lnTo>
                  <a:pt x="1332215" y="96840"/>
                </a:lnTo>
                <a:lnTo>
                  <a:pt x="1331641" y="96115"/>
                </a:lnTo>
                <a:lnTo>
                  <a:pt x="1331084" y="95372"/>
                </a:lnTo>
                <a:lnTo>
                  <a:pt x="1330544" y="94612"/>
                </a:lnTo>
                <a:lnTo>
                  <a:pt x="1330021" y="93833"/>
                </a:lnTo>
                <a:lnTo>
                  <a:pt x="1329514" y="93037"/>
                </a:lnTo>
                <a:lnTo>
                  <a:pt x="1329024" y="92223"/>
                </a:lnTo>
                <a:lnTo>
                  <a:pt x="1328551" y="91392"/>
                </a:lnTo>
                <a:lnTo>
                  <a:pt x="1328094" y="90542"/>
                </a:lnTo>
                <a:lnTo>
                  <a:pt x="1327654" y="89675"/>
                </a:lnTo>
                <a:lnTo>
                  <a:pt x="1327231" y="88791"/>
                </a:lnTo>
                <a:lnTo>
                  <a:pt x="1326825" y="87888"/>
                </a:lnTo>
                <a:lnTo>
                  <a:pt x="1326435" y="86970"/>
                </a:lnTo>
                <a:lnTo>
                  <a:pt x="1326062" y="86038"/>
                </a:lnTo>
                <a:lnTo>
                  <a:pt x="1325706" y="85092"/>
                </a:lnTo>
                <a:lnTo>
                  <a:pt x="1325366" y="84132"/>
                </a:lnTo>
                <a:lnTo>
                  <a:pt x="1325042" y="83159"/>
                </a:lnTo>
                <a:lnTo>
                  <a:pt x="1324736" y="82172"/>
                </a:lnTo>
                <a:lnTo>
                  <a:pt x="1324445" y="81171"/>
                </a:lnTo>
                <a:lnTo>
                  <a:pt x="1324172" y="80156"/>
                </a:lnTo>
                <a:lnTo>
                  <a:pt x="1323915" y="79127"/>
                </a:lnTo>
                <a:lnTo>
                  <a:pt x="1323674" y="78085"/>
                </a:lnTo>
                <a:lnTo>
                  <a:pt x="1323450" y="77029"/>
                </a:lnTo>
                <a:lnTo>
                  <a:pt x="1323243" y="75959"/>
                </a:lnTo>
                <a:lnTo>
                  <a:pt x="1323053" y="74876"/>
                </a:lnTo>
                <a:lnTo>
                  <a:pt x="1322878" y="73778"/>
                </a:lnTo>
                <a:lnTo>
                  <a:pt x="1322721" y="72667"/>
                </a:lnTo>
                <a:lnTo>
                  <a:pt x="1322580" y="71542"/>
                </a:lnTo>
                <a:lnTo>
                  <a:pt x="1322456" y="70403"/>
                </a:lnTo>
                <a:lnTo>
                  <a:pt x="1322348" y="69251"/>
                </a:lnTo>
                <a:lnTo>
                  <a:pt x="1322257" y="68085"/>
                </a:lnTo>
                <a:lnTo>
                  <a:pt x="1322182" y="66905"/>
                </a:lnTo>
                <a:lnTo>
                  <a:pt x="1322124" y="65711"/>
                </a:lnTo>
                <a:lnTo>
                  <a:pt x="1322082" y="64503"/>
                </a:lnTo>
                <a:lnTo>
                  <a:pt x="1322058" y="63282"/>
                </a:lnTo>
                <a:lnTo>
                  <a:pt x="1322049" y="62047"/>
                </a:lnTo>
                <a:lnTo>
                  <a:pt x="1322058" y="60552"/>
                </a:lnTo>
                <a:lnTo>
                  <a:pt x="1322084" y="59077"/>
                </a:lnTo>
                <a:lnTo>
                  <a:pt x="1322128" y="57623"/>
                </a:lnTo>
                <a:lnTo>
                  <a:pt x="1322190" y="56189"/>
                </a:lnTo>
                <a:lnTo>
                  <a:pt x="1322269" y="54776"/>
                </a:lnTo>
                <a:lnTo>
                  <a:pt x="1322365" y="53383"/>
                </a:lnTo>
                <a:lnTo>
                  <a:pt x="1322480" y="52011"/>
                </a:lnTo>
                <a:lnTo>
                  <a:pt x="1322611" y="50660"/>
                </a:lnTo>
                <a:lnTo>
                  <a:pt x="1322761" y="49329"/>
                </a:lnTo>
                <a:lnTo>
                  <a:pt x="1322928" y="48019"/>
                </a:lnTo>
                <a:lnTo>
                  <a:pt x="1323112" y="46729"/>
                </a:lnTo>
                <a:lnTo>
                  <a:pt x="1323314" y="45459"/>
                </a:lnTo>
                <a:lnTo>
                  <a:pt x="1323534" y="44211"/>
                </a:lnTo>
                <a:lnTo>
                  <a:pt x="1323771" y="42982"/>
                </a:lnTo>
                <a:lnTo>
                  <a:pt x="1324025" y="41775"/>
                </a:lnTo>
                <a:lnTo>
                  <a:pt x="1324298" y="40587"/>
                </a:lnTo>
                <a:lnTo>
                  <a:pt x="1324588" y="39421"/>
                </a:lnTo>
                <a:lnTo>
                  <a:pt x="1324895" y="38275"/>
                </a:lnTo>
                <a:lnTo>
                  <a:pt x="1325220" y="37149"/>
                </a:lnTo>
                <a:lnTo>
                  <a:pt x="1325563" y="36044"/>
                </a:lnTo>
                <a:lnTo>
                  <a:pt x="1325923" y="34959"/>
                </a:lnTo>
                <a:lnTo>
                  <a:pt x="1326300" y="33895"/>
                </a:lnTo>
                <a:lnTo>
                  <a:pt x="1326696" y="32852"/>
                </a:lnTo>
                <a:lnTo>
                  <a:pt x="1327108" y="31829"/>
                </a:lnTo>
                <a:lnTo>
                  <a:pt x="1327536" y="30828"/>
                </a:lnTo>
                <a:lnTo>
                  <a:pt x="1327978" y="29850"/>
                </a:lnTo>
                <a:lnTo>
                  <a:pt x="1328432" y="28894"/>
                </a:lnTo>
                <a:lnTo>
                  <a:pt x="1328899" y="27962"/>
                </a:lnTo>
                <a:lnTo>
                  <a:pt x="1329380" y="27052"/>
                </a:lnTo>
                <a:lnTo>
                  <a:pt x="1329873" y="26166"/>
                </a:lnTo>
                <a:lnTo>
                  <a:pt x="1330380" y="25302"/>
                </a:lnTo>
                <a:lnTo>
                  <a:pt x="1330899" y="24462"/>
                </a:lnTo>
                <a:lnTo>
                  <a:pt x="1331432" y="23644"/>
                </a:lnTo>
                <a:lnTo>
                  <a:pt x="1331978" y="22849"/>
                </a:lnTo>
                <a:lnTo>
                  <a:pt x="1332536" y="22077"/>
                </a:lnTo>
                <a:lnTo>
                  <a:pt x="1333108" y="21328"/>
                </a:lnTo>
                <a:lnTo>
                  <a:pt x="1333693" y="20602"/>
                </a:lnTo>
                <a:lnTo>
                  <a:pt x="1334291" y="19899"/>
                </a:lnTo>
                <a:lnTo>
                  <a:pt x="1334902" y="19219"/>
                </a:lnTo>
                <a:lnTo>
                  <a:pt x="1335527" y="18562"/>
                </a:lnTo>
                <a:lnTo>
                  <a:pt x="1336164" y="17928"/>
                </a:lnTo>
                <a:lnTo>
                  <a:pt x="1336814" y="17316"/>
                </a:lnTo>
                <a:lnTo>
                  <a:pt x="1337477" y="16728"/>
                </a:lnTo>
                <a:lnTo>
                  <a:pt x="1338154" y="16162"/>
                </a:lnTo>
                <a:lnTo>
                  <a:pt x="1338843" y="15620"/>
                </a:lnTo>
                <a:lnTo>
                  <a:pt x="1339546" y="15100"/>
                </a:lnTo>
                <a:lnTo>
                  <a:pt x="1340262" y="14604"/>
                </a:lnTo>
                <a:lnTo>
                  <a:pt x="1340990" y="14130"/>
                </a:lnTo>
                <a:lnTo>
                  <a:pt x="1341729" y="13677"/>
                </a:lnTo>
                <a:lnTo>
                  <a:pt x="1342475" y="13244"/>
                </a:lnTo>
                <a:lnTo>
                  <a:pt x="1343229" y="12829"/>
                </a:lnTo>
                <a:lnTo>
                  <a:pt x="1343990" y="12434"/>
                </a:lnTo>
                <a:lnTo>
                  <a:pt x="1344758" y="12058"/>
                </a:lnTo>
                <a:lnTo>
                  <a:pt x="1345533" y="11702"/>
                </a:lnTo>
                <a:lnTo>
                  <a:pt x="1346316" y="11365"/>
                </a:lnTo>
                <a:lnTo>
                  <a:pt x="1347106" y="11047"/>
                </a:lnTo>
                <a:lnTo>
                  <a:pt x="1347904" y="10748"/>
                </a:lnTo>
                <a:lnTo>
                  <a:pt x="1348708" y="10469"/>
                </a:lnTo>
                <a:lnTo>
                  <a:pt x="1349520" y="10208"/>
                </a:lnTo>
                <a:lnTo>
                  <a:pt x="1350339" y="9968"/>
                </a:lnTo>
                <a:lnTo>
                  <a:pt x="1351166" y="9746"/>
                </a:lnTo>
                <a:lnTo>
                  <a:pt x="1352000" y="9544"/>
                </a:lnTo>
                <a:lnTo>
                  <a:pt x="1352841" y="9361"/>
                </a:lnTo>
                <a:lnTo>
                  <a:pt x="1353690" y="9197"/>
                </a:lnTo>
                <a:lnTo>
                  <a:pt x="1354546" y="9052"/>
                </a:lnTo>
                <a:lnTo>
                  <a:pt x="1355409" y="8927"/>
                </a:lnTo>
                <a:lnTo>
                  <a:pt x="1356279" y="8821"/>
                </a:lnTo>
                <a:lnTo>
                  <a:pt x="1357157" y="8734"/>
                </a:lnTo>
                <a:lnTo>
                  <a:pt x="1358042" y="8667"/>
                </a:lnTo>
                <a:lnTo>
                  <a:pt x="1358934" y="8619"/>
                </a:lnTo>
                <a:lnTo>
                  <a:pt x="1359834" y="8590"/>
                </a:lnTo>
                <a:lnTo>
                  <a:pt x="1360741" y="8580"/>
                </a:lnTo>
                <a:lnTo>
                  <a:pt x="1361820" y="8593"/>
                </a:lnTo>
                <a:lnTo>
                  <a:pt x="1362887" y="8631"/>
                </a:lnTo>
                <a:lnTo>
                  <a:pt x="1363941" y="8696"/>
                </a:lnTo>
                <a:lnTo>
                  <a:pt x="1364982" y="8785"/>
                </a:lnTo>
                <a:lnTo>
                  <a:pt x="1366009" y="8901"/>
                </a:lnTo>
                <a:lnTo>
                  <a:pt x="1367024" y="9042"/>
                </a:lnTo>
                <a:lnTo>
                  <a:pt x="1368026" y="9208"/>
                </a:lnTo>
                <a:lnTo>
                  <a:pt x="1369015" y="9401"/>
                </a:lnTo>
                <a:lnTo>
                  <a:pt x="1369991" y="9619"/>
                </a:lnTo>
                <a:lnTo>
                  <a:pt x="1370955" y="9862"/>
                </a:lnTo>
                <a:lnTo>
                  <a:pt x="1371905" y="10132"/>
                </a:lnTo>
                <a:lnTo>
                  <a:pt x="1372842" y="10427"/>
                </a:lnTo>
                <a:lnTo>
                  <a:pt x="1373767" y="10747"/>
                </a:lnTo>
                <a:lnTo>
                  <a:pt x="1374678" y="11094"/>
                </a:lnTo>
                <a:lnTo>
                  <a:pt x="1375577" y="11465"/>
                </a:lnTo>
                <a:lnTo>
                  <a:pt x="1376462" y="11863"/>
                </a:lnTo>
                <a:lnTo>
                  <a:pt x="1377335" y="12286"/>
                </a:lnTo>
                <a:lnTo>
                  <a:pt x="1378195" y="12735"/>
                </a:lnTo>
                <a:lnTo>
                  <a:pt x="1379041" y="13209"/>
                </a:lnTo>
                <a:lnTo>
                  <a:pt x="1379875" y="13709"/>
                </a:lnTo>
                <a:lnTo>
                  <a:pt x="1380696" y="14235"/>
                </a:lnTo>
                <a:lnTo>
                  <a:pt x="1381504" y="14787"/>
                </a:lnTo>
                <a:lnTo>
                  <a:pt x="1382299" y="15364"/>
                </a:lnTo>
                <a:lnTo>
                  <a:pt x="1383082" y="15966"/>
                </a:lnTo>
                <a:lnTo>
                  <a:pt x="1383850" y="16598"/>
                </a:lnTo>
                <a:lnTo>
                  <a:pt x="1384603" y="17262"/>
                </a:lnTo>
                <a:lnTo>
                  <a:pt x="1385342" y="17959"/>
                </a:lnTo>
                <a:lnTo>
                  <a:pt x="1386065" y="18689"/>
                </a:lnTo>
                <a:lnTo>
                  <a:pt x="1386774" y="19452"/>
                </a:lnTo>
                <a:lnTo>
                  <a:pt x="1387468" y="20247"/>
                </a:lnTo>
                <a:lnTo>
                  <a:pt x="1388147" y="21074"/>
                </a:lnTo>
                <a:lnTo>
                  <a:pt x="1388811" y="21935"/>
                </a:lnTo>
                <a:lnTo>
                  <a:pt x="1389460" y="22828"/>
                </a:lnTo>
                <a:lnTo>
                  <a:pt x="1390094" y="23754"/>
                </a:lnTo>
                <a:lnTo>
                  <a:pt x="1390713" y="24713"/>
                </a:lnTo>
                <a:lnTo>
                  <a:pt x="1391318" y="25704"/>
                </a:lnTo>
                <a:lnTo>
                  <a:pt x="1391907" y="26728"/>
                </a:lnTo>
                <a:lnTo>
                  <a:pt x="1392482" y="27784"/>
                </a:lnTo>
                <a:lnTo>
                  <a:pt x="1393042" y="28874"/>
                </a:lnTo>
                <a:lnTo>
                  <a:pt x="1393587" y="29996"/>
                </a:lnTo>
                <a:lnTo>
                  <a:pt x="1394116" y="31150"/>
                </a:lnTo>
                <a:lnTo>
                  <a:pt x="1394631" y="32338"/>
                </a:lnTo>
                <a:lnTo>
                  <a:pt x="1395132" y="33558"/>
                </a:lnTo>
                <a:lnTo>
                  <a:pt x="1395617" y="34811"/>
                </a:lnTo>
                <a:lnTo>
                  <a:pt x="1396087" y="36096"/>
                </a:lnTo>
                <a:lnTo>
                  <a:pt x="1396543" y="37414"/>
                </a:lnTo>
                <a:lnTo>
                  <a:pt x="1396983" y="38765"/>
                </a:lnTo>
                <a:lnTo>
                  <a:pt x="1397409" y="40149"/>
                </a:lnTo>
                <a:lnTo>
                  <a:pt x="1399918" y="40149"/>
                </a:lnTo>
                <a:lnTo>
                  <a:pt x="1397409" y="2914"/>
                </a:lnTo>
                <a:lnTo>
                  <a:pt x="1394576" y="2914"/>
                </a:lnTo>
                <a:lnTo>
                  <a:pt x="1394500" y="3235"/>
                </a:lnTo>
                <a:lnTo>
                  <a:pt x="1394419" y="3550"/>
                </a:lnTo>
                <a:lnTo>
                  <a:pt x="1394334" y="3859"/>
                </a:lnTo>
                <a:lnTo>
                  <a:pt x="1394245" y="4162"/>
                </a:lnTo>
                <a:close/>
                <a:moveTo>
                  <a:pt x="1159607" y="19104"/>
                </a:moveTo>
                <a:lnTo>
                  <a:pt x="1159354" y="19708"/>
                </a:lnTo>
                <a:lnTo>
                  <a:pt x="1159105" y="20293"/>
                </a:lnTo>
                <a:lnTo>
                  <a:pt x="1158861" y="20861"/>
                </a:lnTo>
                <a:lnTo>
                  <a:pt x="1158623" y="21411"/>
                </a:lnTo>
                <a:lnTo>
                  <a:pt x="1158389" y="21944"/>
                </a:lnTo>
                <a:lnTo>
                  <a:pt x="1158161" y="22458"/>
                </a:lnTo>
                <a:lnTo>
                  <a:pt x="1157937" y="22955"/>
                </a:lnTo>
                <a:lnTo>
                  <a:pt x="1157719" y="23434"/>
                </a:lnTo>
                <a:lnTo>
                  <a:pt x="1157505" y="23895"/>
                </a:lnTo>
                <a:lnTo>
                  <a:pt x="1157297" y="24339"/>
                </a:lnTo>
                <a:lnTo>
                  <a:pt x="1157094" y="24765"/>
                </a:lnTo>
                <a:lnTo>
                  <a:pt x="1156896" y="25173"/>
                </a:lnTo>
                <a:lnTo>
                  <a:pt x="1156703" y="25563"/>
                </a:lnTo>
                <a:lnTo>
                  <a:pt x="1156515" y="25935"/>
                </a:lnTo>
                <a:lnTo>
                  <a:pt x="1156332" y="26290"/>
                </a:lnTo>
                <a:lnTo>
                  <a:pt x="1156154" y="26627"/>
                </a:lnTo>
                <a:lnTo>
                  <a:pt x="1155981" y="26946"/>
                </a:lnTo>
                <a:lnTo>
                  <a:pt x="1155813" y="27248"/>
                </a:lnTo>
                <a:lnTo>
                  <a:pt x="1155650" y="27531"/>
                </a:lnTo>
                <a:lnTo>
                  <a:pt x="1155493" y="27797"/>
                </a:lnTo>
                <a:lnTo>
                  <a:pt x="1155187" y="28281"/>
                </a:lnTo>
                <a:lnTo>
                  <a:pt x="1154879" y="28760"/>
                </a:lnTo>
                <a:lnTo>
                  <a:pt x="1154566" y="29234"/>
                </a:lnTo>
                <a:lnTo>
                  <a:pt x="1154250" y="29702"/>
                </a:lnTo>
                <a:lnTo>
                  <a:pt x="1153931" y="30164"/>
                </a:lnTo>
                <a:lnTo>
                  <a:pt x="1153608" y="30621"/>
                </a:lnTo>
                <a:lnTo>
                  <a:pt x="1153282" y="31072"/>
                </a:lnTo>
                <a:lnTo>
                  <a:pt x="1152952" y="31518"/>
                </a:lnTo>
                <a:lnTo>
                  <a:pt x="1152619" y="31959"/>
                </a:lnTo>
                <a:lnTo>
                  <a:pt x="1152282" y="32393"/>
                </a:lnTo>
                <a:lnTo>
                  <a:pt x="1151941" y="32823"/>
                </a:lnTo>
                <a:lnTo>
                  <a:pt x="1151597" y="33247"/>
                </a:lnTo>
                <a:lnTo>
                  <a:pt x="1151250" y="33665"/>
                </a:lnTo>
                <a:lnTo>
                  <a:pt x="1150899" y="34078"/>
                </a:lnTo>
                <a:lnTo>
                  <a:pt x="1150544" y="34486"/>
                </a:lnTo>
                <a:lnTo>
                  <a:pt x="1150186" y="34888"/>
                </a:lnTo>
                <a:lnTo>
                  <a:pt x="1149825" y="35284"/>
                </a:lnTo>
                <a:lnTo>
                  <a:pt x="1149460" y="35675"/>
                </a:lnTo>
                <a:lnTo>
                  <a:pt x="1149091" y="36060"/>
                </a:lnTo>
                <a:lnTo>
                  <a:pt x="1148719" y="36440"/>
                </a:lnTo>
                <a:lnTo>
                  <a:pt x="1148344" y="36815"/>
                </a:lnTo>
                <a:lnTo>
                  <a:pt x="1147965" y="37184"/>
                </a:lnTo>
                <a:lnTo>
                  <a:pt x="1147582" y="37547"/>
                </a:lnTo>
                <a:lnTo>
                  <a:pt x="1147196" y="37905"/>
                </a:lnTo>
                <a:lnTo>
                  <a:pt x="1146808" y="38256"/>
                </a:lnTo>
                <a:lnTo>
                  <a:pt x="1146422" y="38598"/>
                </a:lnTo>
                <a:lnTo>
                  <a:pt x="1146035" y="38932"/>
                </a:lnTo>
                <a:lnTo>
                  <a:pt x="1145650" y="39257"/>
                </a:lnTo>
                <a:lnTo>
                  <a:pt x="1145265" y="39573"/>
                </a:lnTo>
                <a:lnTo>
                  <a:pt x="1144881" y="39881"/>
                </a:lnTo>
                <a:lnTo>
                  <a:pt x="1144498" y="40181"/>
                </a:lnTo>
                <a:lnTo>
                  <a:pt x="1144116" y="40471"/>
                </a:lnTo>
                <a:lnTo>
                  <a:pt x="1143734" y="40753"/>
                </a:lnTo>
                <a:lnTo>
                  <a:pt x="1143352" y="41027"/>
                </a:lnTo>
                <a:lnTo>
                  <a:pt x="1142972" y="41292"/>
                </a:lnTo>
                <a:lnTo>
                  <a:pt x="1142592" y="41548"/>
                </a:lnTo>
                <a:lnTo>
                  <a:pt x="1142213" y="41796"/>
                </a:lnTo>
                <a:lnTo>
                  <a:pt x="1141835" y="42035"/>
                </a:lnTo>
                <a:lnTo>
                  <a:pt x="1141457" y="42265"/>
                </a:lnTo>
                <a:lnTo>
                  <a:pt x="1141080" y="42487"/>
                </a:lnTo>
                <a:lnTo>
                  <a:pt x="1140704" y="42701"/>
                </a:lnTo>
                <a:lnTo>
                  <a:pt x="1140328" y="42905"/>
                </a:lnTo>
                <a:lnTo>
                  <a:pt x="1139953" y="43101"/>
                </a:lnTo>
                <a:lnTo>
                  <a:pt x="1139579" y="43289"/>
                </a:lnTo>
                <a:lnTo>
                  <a:pt x="1139206" y="43468"/>
                </a:lnTo>
                <a:lnTo>
                  <a:pt x="1138833" y="43638"/>
                </a:lnTo>
                <a:lnTo>
                  <a:pt x="1138461" y="43800"/>
                </a:lnTo>
                <a:lnTo>
                  <a:pt x="1138090" y="43953"/>
                </a:lnTo>
                <a:lnTo>
                  <a:pt x="1138090" y="46624"/>
                </a:lnTo>
                <a:lnTo>
                  <a:pt x="1149827" y="46624"/>
                </a:lnTo>
                <a:lnTo>
                  <a:pt x="1149827" y="96544"/>
                </a:lnTo>
                <a:lnTo>
                  <a:pt x="1149830" y="97206"/>
                </a:lnTo>
                <a:lnTo>
                  <a:pt x="1149838" y="97853"/>
                </a:lnTo>
                <a:lnTo>
                  <a:pt x="1149853" y="98485"/>
                </a:lnTo>
                <a:lnTo>
                  <a:pt x="1149874" y="99103"/>
                </a:lnTo>
                <a:lnTo>
                  <a:pt x="1149900" y="99706"/>
                </a:lnTo>
                <a:lnTo>
                  <a:pt x="1149933" y="100295"/>
                </a:lnTo>
                <a:lnTo>
                  <a:pt x="1149971" y="100870"/>
                </a:lnTo>
                <a:lnTo>
                  <a:pt x="1150015" y="101430"/>
                </a:lnTo>
                <a:lnTo>
                  <a:pt x="1150066" y="101975"/>
                </a:lnTo>
                <a:lnTo>
                  <a:pt x="1150122" y="102506"/>
                </a:lnTo>
                <a:lnTo>
                  <a:pt x="1150184" y="103023"/>
                </a:lnTo>
                <a:lnTo>
                  <a:pt x="1150252" y="103525"/>
                </a:lnTo>
                <a:lnTo>
                  <a:pt x="1150325" y="104012"/>
                </a:lnTo>
                <a:lnTo>
                  <a:pt x="1150405" y="104485"/>
                </a:lnTo>
                <a:lnTo>
                  <a:pt x="1150491" y="104944"/>
                </a:lnTo>
                <a:lnTo>
                  <a:pt x="1150582" y="105388"/>
                </a:lnTo>
                <a:lnTo>
                  <a:pt x="1150679" y="105817"/>
                </a:lnTo>
                <a:lnTo>
                  <a:pt x="1150783" y="106232"/>
                </a:lnTo>
                <a:lnTo>
                  <a:pt x="1150892" y="106633"/>
                </a:lnTo>
                <a:lnTo>
                  <a:pt x="1151007" y="107019"/>
                </a:lnTo>
                <a:lnTo>
                  <a:pt x="1151128" y="107390"/>
                </a:lnTo>
                <a:lnTo>
                  <a:pt x="1151255" y="107747"/>
                </a:lnTo>
                <a:lnTo>
                  <a:pt x="1151388" y="108090"/>
                </a:lnTo>
                <a:lnTo>
                  <a:pt x="1151526" y="108418"/>
                </a:lnTo>
                <a:lnTo>
                  <a:pt x="1151671" y="108736"/>
                </a:lnTo>
                <a:lnTo>
                  <a:pt x="1151823" y="109047"/>
                </a:lnTo>
                <a:lnTo>
                  <a:pt x="1151980" y="109352"/>
                </a:lnTo>
                <a:lnTo>
                  <a:pt x="1152145" y="109651"/>
                </a:lnTo>
                <a:lnTo>
                  <a:pt x="1152316" y="109944"/>
                </a:lnTo>
                <a:lnTo>
                  <a:pt x="1152493" y="110230"/>
                </a:lnTo>
                <a:lnTo>
                  <a:pt x="1152676" y="110511"/>
                </a:lnTo>
                <a:lnTo>
                  <a:pt x="1152867" y="110785"/>
                </a:lnTo>
                <a:lnTo>
                  <a:pt x="1153063" y="111053"/>
                </a:lnTo>
                <a:lnTo>
                  <a:pt x="1153266" y="111315"/>
                </a:lnTo>
                <a:lnTo>
                  <a:pt x="1153476" y="111571"/>
                </a:lnTo>
                <a:lnTo>
                  <a:pt x="1153692" y="111820"/>
                </a:lnTo>
                <a:lnTo>
                  <a:pt x="1153914" y="112064"/>
                </a:lnTo>
                <a:lnTo>
                  <a:pt x="1154143" y="112301"/>
                </a:lnTo>
                <a:lnTo>
                  <a:pt x="1154378" y="112532"/>
                </a:lnTo>
                <a:lnTo>
                  <a:pt x="1154620" y="112756"/>
                </a:lnTo>
                <a:lnTo>
                  <a:pt x="1154869" y="112975"/>
                </a:lnTo>
                <a:lnTo>
                  <a:pt x="1155123" y="113187"/>
                </a:lnTo>
                <a:lnTo>
                  <a:pt x="1155385" y="113394"/>
                </a:lnTo>
                <a:lnTo>
                  <a:pt x="1155652" y="113594"/>
                </a:lnTo>
                <a:lnTo>
                  <a:pt x="1155927" y="113788"/>
                </a:lnTo>
                <a:lnTo>
                  <a:pt x="1156207" y="113975"/>
                </a:lnTo>
                <a:lnTo>
                  <a:pt x="1156494" y="114157"/>
                </a:lnTo>
                <a:lnTo>
                  <a:pt x="1156788" y="114332"/>
                </a:lnTo>
                <a:lnTo>
                  <a:pt x="1157085" y="114501"/>
                </a:lnTo>
                <a:lnTo>
                  <a:pt x="1157383" y="114662"/>
                </a:lnTo>
                <a:lnTo>
                  <a:pt x="1157681" y="114816"/>
                </a:lnTo>
                <a:lnTo>
                  <a:pt x="1157980" y="114964"/>
                </a:lnTo>
                <a:lnTo>
                  <a:pt x="1158279" y="115103"/>
                </a:lnTo>
                <a:lnTo>
                  <a:pt x="1158579" y="115236"/>
                </a:lnTo>
                <a:lnTo>
                  <a:pt x="1158879" y="115362"/>
                </a:lnTo>
                <a:lnTo>
                  <a:pt x="1159180" y="115480"/>
                </a:lnTo>
                <a:lnTo>
                  <a:pt x="1159482" y="115591"/>
                </a:lnTo>
                <a:lnTo>
                  <a:pt x="1159784" y="115695"/>
                </a:lnTo>
                <a:lnTo>
                  <a:pt x="1160087" y="115792"/>
                </a:lnTo>
                <a:lnTo>
                  <a:pt x="1160390" y="115882"/>
                </a:lnTo>
                <a:lnTo>
                  <a:pt x="1160694" y="115965"/>
                </a:lnTo>
                <a:lnTo>
                  <a:pt x="1160998" y="116040"/>
                </a:lnTo>
                <a:lnTo>
                  <a:pt x="1161303" y="116108"/>
                </a:lnTo>
                <a:lnTo>
                  <a:pt x="1161609" y="116169"/>
                </a:lnTo>
                <a:lnTo>
                  <a:pt x="1161915" y="116223"/>
                </a:lnTo>
                <a:lnTo>
                  <a:pt x="1162221" y="116269"/>
                </a:lnTo>
                <a:lnTo>
                  <a:pt x="1162528" y="116309"/>
                </a:lnTo>
                <a:lnTo>
                  <a:pt x="1162836" y="116341"/>
                </a:lnTo>
                <a:lnTo>
                  <a:pt x="1163145" y="116366"/>
                </a:lnTo>
                <a:lnTo>
                  <a:pt x="1163453" y="116384"/>
                </a:lnTo>
                <a:lnTo>
                  <a:pt x="1163763" y="116395"/>
                </a:lnTo>
                <a:lnTo>
                  <a:pt x="1164073" y="116399"/>
                </a:lnTo>
                <a:lnTo>
                  <a:pt x="1164531" y="116392"/>
                </a:lnTo>
                <a:lnTo>
                  <a:pt x="1164988" y="116370"/>
                </a:lnTo>
                <a:lnTo>
                  <a:pt x="1165444" y="116335"/>
                </a:lnTo>
                <a:lnTo>
                  <a:pt x="1165899" y="116285"/>
                </a:lnTo>
                <a:lnTo>
                  <a:pt x="1166352" y="116222"/>
                </a:lnTo>
                <a:lnTo>
                  <a:pt x="1166805" y="116144"/>
                </a:lnTo>
                <a:lnTo>
                  <a:pt x="1167256" y="116052"/>
                </a:lnTo>
                <a:lnTo>
                  <a:pt x="1167706" y="115946"/>
                </a:lnTo>
                <a:lnTo>
                  <a:pt x="1168156" y="115826"/>
                </a:lnTo>
                <a:lnTo>
                  <a:pt x="1168604" y="115691"/>
                </a:lnTo>
                <a:lnTo>
                  <a:pt x="1169050" y="115543"/>
                </a:lnTo>
                <a:lnTo>
                  <a:pt x="1169496" y="115380"/>
                </a:lnTo>
                <a:lnTo>
                  <a:pt x="1169941" y="115203"/>
                </a:lnTo>
                <a:lnTo>
                  <a:pt x="1170384" y="115012"/>
                </a:lnTo>
                <a:lnTo>
                  <a:pt x="1170827" y="114807"/>
                </a:lnTo>
                <a:lnTo>
                  <a:pt x="1171268" y="114588"/>
                </a:lnTo>
                <a:lnTo>
                  <a:pt x="1171708" y="114354"/>
                </a:lnTo>
                <a:lnTo>
                  <a:pt x="1172147" y="114106"/>
                </a:lnTo>
                <a:lnTo>
                  <a:pt x="1172585" y="113845"/>
                </a:lnTo>
                <a:lnTo>
                  <a:pt x="1173022" y="113569"/>
                </a:lnTo>
                <a:lnTo>
                  <a:pt x="1173457" y="113279"/>
                </a:lnTo>
                <a:lnTo>
                  <a:pt x="1173892" y="112974"/>
                </a:lnTo>
                <a:lnTo>
                  <a:pt x="1174325" y="112656"/>
                </a:lnTo>
                <a:lnTo>
                  <a:pt x="1174758" y="112324"/>
                </a:lnTo>
                <a:lnTo>
                  <a:pt x="1175185" y="111977"/>
                </a:lnTo>
                <a:lnTo>
                  <a:pt x="1175605" y="111617"/>
                </a:lnTo>
                <a:lnTo>
                  <a:pt x="1176016" y="111244"/>
                </a:lnTo>
                <a:lnTo>
                  <a:pt x="1176419" y="110857"/>
                </a:lnTo>
                <a:lnTo>
                  <a:pt x="1176814" y="110456"/>
                </a:lnTo>
                <a:lnTo>
                  <a:pt x="1177201" y="110042"/>
                </a:lnTo>
                <a:lnTo>
                  <a:pt x="1177580" y="109615"/>
                </a:lnTo>
                <a:lnTo>
                  <a:pt x="1177950" y="109174"/>
                </a:lnTo>
                <a:lnTo>
                  <a:pt x="1178313" y="108720"/>
                </a:lnTo>
                <a:lnTo>
                  <a:pt x="1178667" y="108252"/>
                </a:lnTo>
                <a:lnTo>
                  <a:pt x="1179013" y="107771"/>
                </a:lnTo>
                <a:lnTo>
                  <a:pt x="1179351" y="107277"/>
                </a:lnTo>
                <a:lnTo>
                  <a:pt x="1179681" y="106768"/>
                </a:lnTo>
                <a:lnTo>
                  <a:pt x="1180003" y="106247"/>
                </a:lnTo>
                <a:lnTo>
                  <a:pt x="1180316" y="105712"/>
                </a:lnTo>
                <a:lnTo>
                  <a:pt x="1180622" y="105163"/>
                </a:lnTo>
                <a:lnTo>
                  <a:pt x="1180919" y="104601"/>
                </a:lnTo>
                <a:lnTo>
                  <a:pt x="1181208" y="104026"/>
                </a:lnTo>
                <a:lnTo>
                  <a:pt x="1181489" y="103437"/>
                </a:lnTo>
                <a:lnTo>
                  <a:pt x="1181762" y="102835"/>
                </a:lnTo>
                <a:lnTo>
                  <a:pt x="1182026" y="102219"/>
                </a:lnTo>
                <a:lnTo>
                  <a:pt x="1182283" y="101590"/>
                </a:lnTo>
                <a:lnTo>
                  <a:pt x="1182531" y="100947"/>
                </a:lnTo>
                <a:lnTo>
                  <a:pt x="1182771" y="100291"/>
                </a:lnTo>
                <a:lnTo>
                  <a:pt x="1179614" y="100291"/>
                </a:lnTo>
                <a:lnTo>
                  <a:pt x="1179498" y="100558"/>
                </a:lnTo>
                <a:lnTo>
                  <a:pt x="1179377" y="100819"/>
                </a:lnTo>
                <a:lnTo>
                  <a:pt x="1179253" y="101075"/>
                </a:lnTo>
                <a:lnTo>
                  <a:pt x="1179124" y="101326"/>
                </a:lnTo>
                <a:lnTo>
                  <a:pt x="1178992" y="101571"/>
                </a:lnTo>
                <a:lnTo>
                  <a:pt x="1178855" y="101811"/>
                </a:lnTo>
                <a:lnTo>
                  <a:pt x="1178715" y="102045"/>
                </a:lnTo>
                <a:lnTo>
                  <a:pt x="1178571" y="102274"/>
                </a:lnTo>
                <a:lnTo>
                  <a:pt x="1178423" y="102497"/>
                </a:lnTo>
                <a:lnTo>
                  <a:pt x="1178271" y="102715"/>
                </a:lnTo>
                <a:lnTo>
                  <a:pt x="1178115" y="102927"/>
                </a:lnTo>
                <a:lnTo>
                  <a:pt x="1177955" y="103134"/>
                </a:lnTo>
                <a:lnTo>
                  <a:pt x="1177791" y="103335"/>
                </a:lnTo>
                <a:lnTo>
                  <a:pt x="1177623" y="103531"/>
                </a:lnTo>
                <a:lnTo>
                  <a:pt x="1177452" y="103721"/>
                </a:lnTo>
                <a:lnTo>
                  <a:pt x="1177276" y="103906"/>
                </a:lnTo>
                <a:lnTo>
                  <a:pt x="1177096" y="104086"/>
                </a:lnTo>
                <a:lnTo>
                  <a:pt x="1176913" y="104259"/>
                </a:lnTo>
                <a:lnTo>
                  <a:pt x="1176725" y="104428"/>
                </a:lnTo>
                <a:lnTo>
                  <a:pt x="1176534" y="104591"/>
                </a:lnTo>
                <a:lnTo>
                  <a:pt x="1176339" y="104748"/>
                </a:lnTo>
                <a:lnTo>
                  <a:pt x="1176139" y="104900"/>
                </a:lnTo>
                <a:lnTo>
                  <a:pt x="1175936" y="105047"/>
                </a:lnTo>
                <a:lnTo>
                  <a:pt x="1175729" y="105188"/>
                </a:lnTo>
                <a:lnTo>
                  <a:pt x="1175520" y="105323"/>
                </a:lnTo>
                <a:lnTo>
                  <a:pt x="1175310" y="105453"/>
                </a:lnTo>
                <a:lnTo>
                  <a:pt x="1175099" y="105577"/>
                </a:lnTo>
                <a:lnTo>
                  <a:pt x="1174888" y="105695"/>
                </a:lnTo>
                <a:lnTo>
                  <a:pt x="1174676" y="105807"/>
                </a:lnTo>
                <a:lnTo>
                  <a:pt x="1174464" y="105914"/>
                </a:lnTo>
                <a:lnTo>
                  <a:pt x="1174251" y="106015"/>
                </a:lnTo>
                <a:lnTo>
                  <a:pt x="1174038" y="106110"/>
                </a:lnTo>
                <a:lnTo>
                  <a:pt x="1173824" y="106199"/>
                </a:lnTo>
                <a:lnTo>
                  <a:pt x="1173610" y="106283"/>
                </a:lnTo>
                <a:lnTo>
                  <a:pt x="1173395" y="106360"/>
                </a:lnTo>
                <a:lnTo>
                  <a:pt x="1173179" y="106432"/>
                </a:lnTo>
                <a:lnTo>
                  <a:pt x="1172963" y="106499"/>
                </a:lnTo>
                <a:lnTo>
                  <a:pt x="1172746" y="106559"/>
                </a:lnTo>
                <a:lnTo>
                  <a:pt x="1172529" y="106614"/>
                </a:lnTo>
                <a:lnTo>
                  <a:pt x="1172311" y="106663"/>
                </a:lnTo>
                <a:lnTo>
                  <a:pt x="1172093" y="106706"/>
                </a:lnTo>
                <a:lnTo>
                  <a:pt x="1171874" y="106743"/>
                </a:lnTo>
                <a:lnTo>
                  <a:pt x="1171654" y="106775"/>
                </a:lnTo>
                <a:lnTo>
                  <a:pt x="1171434" y="106801"/>
                </a:lnTo>
                <a:lnTo>
                  <a:pt x="1171214" y="106821"/>
                </a:lnTo>
                <a:lnTo>
                  <a:pt x="1170993" y="106836"/>
                </a:lnTo>
                <a:lnTo>
                  <a:pt x="1170771" y="106844"/>
                </a:lnTo>
                <a:lnTo>
                  <a:pt x="1170548" y="106847"/>
                </a:lnTo>
                <a:lnTo>
                  <a:pt x="1170281" y="106843"/>
                </a:lnTo>
                <a:lnTo>
                  <a:pt x="1170017" y="106830"/>
                </a:lnTo>
                <a:lnTo>
                  <a:pt x="1169757" y="106808"/>
                </a:lnTo>
                <a:lnTo>
                  <a:pt x="1169502" y="106778"/>
                </a:lnTo>
                <a:lnTo>
                  <a:pt x="1169250" y="106738"/>
                </a:lnTo>
                <a:lnTo>
                  <a:pt x="1169003" y="106691"/>
                </a:lnTo>
                <a:lnTo>
                  <a:pt x="1168760" y="106634"/>
                </a:lnTo>
                <a:lnTo>
                  <a:pt x="1168520" y="106569"/>
                </a:lnTo>
                <a:lnTo>
                  <a:pt x="1168285" y="106495"/>
                </a:lnTo>
                <a:lnTo>
                  <a:pt x="1168054" y="106412"/>
                </a:lnTo>
                <a:lnTo>
                  <a:pt x="1167827" y="106321"/>
                </a:lnTo>
                <a:lnTo>
                  <a:pt x="1167604" y="106221"/>
                </a:lnTo>
                <a:lnTo>
                  <a:pt x="1167385" y="106112"/>
                </a:lnTo>
                <a:lnTo>
                  <a:pt x="1167170" y="105995"/>
                </a:lnTo>
                <a:lnTo>
                  <a:pt x="1166960" y="105869"/>
                </a:lnTo>
                <a:lnTo>
                  <a:pt x="1166753" y="105734"/>
                </a:lnTo>
                <a:lnTo>
                  <a:pt x="1166550" y="105591"/>
                </a:lnTo>
                <a:lnTo>
                  <a:pt x="1166352" y="105439"/>
                </a:lnTo>
                <a:lnTo>
                  <a:pt x="1166158" y="105278"/>
                </a:lnTo>
                <a:lnTo>
                  <a:pt x="1165967" y="105108"/>
                </a:lnTo>
                <a:lnTo>
                  <a:pt x="1165781" y="104930"/>
                </a:lnTo>
                <a:lnTo>
                  <a:pt x="1165599" y="104743"/>
                </a:lnTo>
                <a:lnTo>
                  <a:pt x="1165421" y="104547"/>
                </a:lnTo>
                <a:lnTo>
                  <a:pt x="1165247" y="104343"/>
                </a:lnTo>
                <a:lnTo>
                  <a:pt x="1165078" y="104126"/>
                </a:lnTo>
                <a:lnTo>
                  <a:pt x="1164917" y="103893"/>
                </a:lnTo>
                <a:lnTo>
                  <a:pt x="1164763" y="103643"/>
                </a:lnTo>
                <a:lnTo>
                  <a:pt x="1164616" y="103377"/>
                </a:lnTo>
                <a:lnTo>
                  <a:pt x="1164476" y="103095"/>
                </a:lnTo>
                <a:lnTo>
                  <a:pt x="1164344" y="102796"/>
                </a:lnTo>
                <a:lnTo>
                  <a:pt x="1164218" y="102482"/>
                </a:lnTo>
                <a:lnTo>
                  <a:pt x="1164100" y="102151"/>
                </a:lnTo>
                <a:lnTo>
                  <a:pt x="1163989" y="101803"/>
                </a:lnTo>
                <a:lnTo>
                  <a:pt x="1163885" y="101440"/>
                </a:lnTo>
                <a:lnTo>
                  <a:pt x="1163788" y="101060"/>
                </a:lnTo>
                <a:lnTo>
                  <a:pt x="1163699" y="100664"/>
                </a:lnTo>
                <a:lnTo>
                  <a:pt x="1163616" y="100251"/>
                </a:lnTo>
                <a:lnTo>
                  <a:pt x="1163541" y="99823"/>
                </a:lnTo>
                <a:lnTo>
                  <a:pt x="1163473" y="99378"/>
                </a:lnTo>
                <a:lnTo>
                  <a:pt x="1163412" y="98916"/>
                </a:lnTo>
                <a:lnTo>
                  <a:pt x="1163358" y="98439"/>
                </a:lnTo>
                <a:lnTo>
                  <a:pt x="1163312" y="97945"/>
                </a:lnTo>
                <a:lnTo>
                  <a:pt x="1163272" y="97435"/>
                </a:lnTo>
                <a:lnTo>
                  <a:pt x="1163240" y="96908"/>
                </a:lnTo>
                <a:lnTo>
                  <a:pt x="1163215" y="96366"/>
                </a:lnTo>
                <a:lnTo>
                  <a:pt x="1163197" y="95807"/>
                </a:lnTo>
                <a:lnTo>
                  <a:pt x="1163186" y="95231"/>
                </a:lnTo>
                <a:lnTo>
                  <a:pt x="1163183" y="94640"/>
                </a:lnTo>
                <a:lnTo>
                  <a:pt x="1163183" y="46624"/>
                </a:lnTo>
                <a:lnTo>
                  <a:pt x="1180505" y="46624"/>
                </a:lnTo>
                <a:lnTo>
                  <a:pt x="1180505" y="40958"/>
                </a:lnTo>
                <a:lnTo>
                  <a:pt x="1163183" y="40958"/>
                </a:lnTo>
                <a:lnTo>
                  <a:pt x="1163183" y="16513"/>
                </a:lnTo>
                <a:lnTo>
                  <a:pt x="1160673" y="16513"/>
                </a:lnTo>
                <a:lnTo>
                  <a:pt x="1160399" y="17187"/>
                </a:lnTo>
                <a:lnTo>
                  <a:pt x="1160130" y="17844"/>
                </a:lnTo>
                <a:lnTo>
                  <a:pt x="1159866" y="18483"/>
                </a:lnTo>
                <a:lnTo>
                  <a:pt x="1159607" y="19104"/>
                </a:lnTo>
                <a:close/>
                <a:moveTo>
                  <a:pt x="1703018" y="19104"/>
                </a:moveTo>
                <a:lnTo>
                  <a:pt x="1702764" y="19708"/>
                </a:lnTo>
                <a:lnTo>
                  <a:pt x="1702515" y="20293"/>
                </a:lnTo>
                <a:lnTo>
                  <a:pt x="1702272" y="20861"/>
                </a:lnTo>
                <a:lnTo>
                  <a:pt x="1702033" y="21411"/>
                </a:lnTo>
                <a:lnTo>
                  <a:pt x="1701799" y="21944"/>
                </a:lnTo>
                <a:lnTo>
                  <a:pt x="1701571" y="22458"/>
                </a:lnTo>
                <a:lnTo>
                  <a:pt x="1701348" y="22955"/>
                </a:lnTo>
                <a:lnTo>
                  <a:pt x="1701129" y="23434"/>
                </a:lnTo>
                <a:lnTo>
                  <a:pt x="1700916" y="23895"/>
                </a:lnTo>
                <a:lnTo>
                  <a:pt x="1700708" y="24339"/>
                </a:lnTo>
                <a:lnTo>
                  <a:pt x="1700504" y="24765"/>
                </a:lnTo>
                <a:lnTo>
                  <a:pt x="1700306" y="25173"/>
                </a:lnTo>
                <a:lnTo>
                  <a:pt x="1700113" y="25563"/>
                </a:lnTo>
                <a:lnTo>
                  <a:pt x="1699925" y="25935"/>
                </a:lnTo>
                <a:lnTo>
                  <a:pt x="1699742" y="26290"/>
                </a:lnTo>
                <a:lnTo>
                  <a:pt x="1699564" y="26627"/>
                </a:lnTo>
                <a:lnTo>
                  <a:pt x="1699391" y="26946"/>
                </a:lnTo>
                <a:lnTo>
                  <a:pt x="1699224" y="27248"/>
                </a:lnTo>
                <a:lnTo>
                  <a:pt x="1699061" y="27531"/>
                </a:lnTo>
                <a:lnTo>
                  <a:pt x="1698903" y="27797"/>
                </a:lnTo>
                <a:lnTo>
                  <a:pt x="1698598" y="28281"/>
                </a:lnTo>
                <a:lnTo>
                  <a:pt x="1698289" y="28760"/>
                </a:lnTo>
                <a:lnTo>
                  <a:pt x="1697977" y="29234"/>
                </a:lnTo>
                <a:lnTo>
                  <a:pt x="1697661" y="29702"/>
                </a:lnTo>
                <a:lnTo>
                  <a:pt x="1697342" y="30164"/>
                </a:lnTo>
                <a:lnTo>
                  <a:pt x="1697019" y="30621"/>
                </a:lnTo>
                <a:lnTo>
                  <a:pt x="1696692" y="31072"/>
                </a:lnTo>
                <a:lnTo>
                  <a:pt x="1696362" y="31518"/>
                </a:lnTo>
                <a:lnTo>
                  <a:pt x="1696029" y="31959"/>
                </a:lnTo>
                <a:lnTo>
                  <a:pt x="1695692" y="32393"/>
                </a:lnTo>
                <a:lnTo>
                  <a:pt x="1695352" y="32823"/>
                </a:lnTo>
                <a:lnTo>
                  <a:pt x="1695008" y="33247"/>
                </a:lnTo>
                <a:lnTo>
                  <a:pt x="1694660" y="33665"/>
                </a:lnTo>
                <a:lnTo>
                  <a:pt x="1694309" y="34078"/>
                </a:lnTo>
                <a:lnTo>
                  <a:pt x="1693955" y="34486"/>
                </a:lnTo>
                <a:lnTo>
                  <a:pt x="1693597" y="34888"/>
                </a:lnTo>
                <a:lnTo>
                  <a:pt x="1693235" y="35284"/>
                </a:lnTo>
                <a:lnTo>
                  <a:pt x="1692870" y="35675"/>
                </a:lnTo>
                <a:lnTo>
                  <a:pt x="1692502" y="36060"/>
                </a:lnTo>
                <a:lnTo>
                  <a:pt x="1692130" y="36440"/>
                </a:lnTo>
                <a:lnTo>
                  <a:pt x="1691754" y="36815"/>
                </a:lnTo>
                <a:lnTo>
                  <a:pt x="1691375" y="37184"/>
                </a:lnTo>
                <a:lnTo>
                  <a:pt x="1690992" y="37547"/>
                </a:lnTo>
                <a:lnTo>
                  <a:pt x="1690606" y="37905"/>
                </a:lnTo>
                <a:lnTo>
                  <a:pt x="1690219" y="38256"/>
                </a:lnTo>
                <a:lnTo>
                  <a:pt x="1689832" y="38598"/>
                </a:lnTo>
                <a:lnTo>
                  <a:pt x="1689446" y="38932"/>
                </a:lnTo>
                <a:lnTo>
                  <a:pt x="1689060" y="39257"/>
                </a:lnTo>
                <a:lnTo>
                  <a:pt x="1688676" y="39573"/>
                </a:lnTo>
                <a:lnTo>
                  <a:pt x="1688292" y="39881"/>
                </a:lnTo>
                <a:lnTo>
                  <a:pt x="1687908" y="40181"/>
                </a:lnTo>
                <a:lnTo>
                  <a:pt x="1687526" y="40471"/>
                </a:lnTo>
                <a:lnTo>
                  <a:pt x="1687144" y="40753"/>
                </a:lnTo>
                <a:lnTo>
                  <a:pt x="1686763" y="41027"/>
                </a:lnTo>
                <a:lnTo>
                  <a:pt x="1686382" y="41292"/>
                </a:lnTo>
                <a:lnTo>
                  <a:pt x="1686003" y="41548"/>
                </a:lnTo>
                <a:lnTo>
                  <a:pt x="1685623" y="41796"/>
                </a:lnTo>
                <a:lnTo>
                  <a:pt x="1685245" y="42035"/>
                </a:lnTo>
                <a:lnTo>
                  <a:pt x="1684867" y="42265"/>
                </a:lnTo>
                <a:lnTo>
                  <a:pt x="1684490" y="42487"/>
                </a:lnTo>
                <a:lnTo>
                  <a:pt x="1684114" y="42701"/>
                </a:lnTo>
                <a:lnTo>
                  <a:pt x="1683739" y="42905"/>
                </a:lnTo>
                <a:lnTo>
                  <a:pt x="1683364" y="43101"/>
                </a:lnTo>
                <a:lnTo>
                  <a:pt x="1682990" y="43289"/>
                </a:lnTo>
                <a:lnTo>
                  <a:pt x="1682616" y="43468"/>
                </a:lnTo>
                <a:lnTo>
                  <a:pt x="1682243" y="43638"/>
                </a:lnTo>
                <a:lnTo>
                  <a:pt x="1681871" y="43800"/>
                </a:lnTo>
                <a:lnTo>
                  <a:pt x="1681500" y="43953"/>
                </a:lnTo>
                <a:lnTo>
                  <a:pt x="1681500" y="46624"/>
                </a:lnTo>
                <a:lnTo>
                  <a:pt x="1693237" y="46624"/>
                </a:lnTo>
                <a:lnTo>
                  <a:pt x="1693237" y="96544"/>
                </a:lnTo>
                <a:lnTo>
                  <a:pt x="1693240" y="97206"/>
                </a:lnTo>
                <a:lnTo>
                  <a:pt x="1693249" y="97853"/>
                </a:lnTo>
                <a:lnTo>
                  <a:pt x="1693264" y="98485"/>
                </a:lnTo>
                <a:lnTo>
                  <a:pt x="1693284" y="99103"/>
                </a:lnTo>
                <a:lnTo>
                  <a:pt x="1693311" y="99706"/>
                </a:lnTo>
                <a:lnTo>
                  <a:pt x="1693343" y="100295"/>
                </a:lnTo>
                <a:lnTo>
                  <a:pt x="1693382" y="100870"/>
                </a:lnTo>
                <a:lnTo>
                  <a:pt x="1693426" y="101430"/>
                </a:lnTo>
                <a:lnTo>
                  <a:pt x="1693476" y="101975"/>
                </a:lnTo>
                <a:lnTo>
                  <a:pt x="1693532" y="102506"/>
                </a:lnTo>
                <a:lnTo>
                  <a:pt x="1693594" y="103023"/>
                </a:lnTo>
                <a:lnTo>
                  <a:pt x="1693662" y="103525"/>
                </a:lnTo>
                <a:lnTo>
                  <a:pt x="1693736" y="104012"/>
                </a:lnTo>
                <a:lnTo>
                  <a:pt x="1693815" y="104485"/>
                </a:lnTo>
                <a:lnTo>
                  <a:pt x="1693901" y="104944"/>
                </a:lnTo>
                <a:lnTo>
                  <a:pt x="1693992" y="105388"/>
                </a:lnTo>
                <a:lnTo>
                  <a:pt x="1694090" y="105817"/>
                </a:lnTo>
                <a:lnTo>
                  <a:pt x="1694193" y="106232"/>
                </a:lnTo>
                <a:lnTo>
                  <a:pt x="1694302" y="106633"/>
                </a:lnTo>
                <a:lnTo>
                  <a:pt x="1694417" y="107019"/>
                </a:lnTo>
                <a:lnTo>
                  <a:pt x="1694538" y="107390"/>
                </a:lnTo>
                <a:lnTo>
                  <a:pt x="1694665" y="107747"/>
                </a:lnTo>
                <a:lnTo>
                  <a:pt x="1694798" y="108090"/>
                </a:lnTo>
                <a:lnTo>
                  <a:pt x="1694937" y="108418"/>
                </a:lnTo>
                <a:lnTo>
                  <a:pt x="1695082" y="108736"/>
                </a:lnTo>
                <a:lnTo>
                  <a:pt x="1695233" y="109047"/>
                </a:lnTo>
                <a:lnTo>
                  <a:pt x="1695391" y="109352"/>
                </a:lnTo>
                <a:lnTo>
                  <a:pt x="1695555" y="109651"/>
                </a:lnTo>
                <a:lnTo>
                  <a:pt x="1695726" y="109944"/>
                </a:lnTo>
                <a:lnTo>
                  <a:pt x="1695903" y="110230"/>
                </a:lnTo>
                <a:lnTo>
                  <a:pt x="1696087" y="110511"/>
                </a:lnTo>
                <a:lnTo>
                  <a:pt x="1696277" y="110785"/>
                </a:lnTo>
                <a:lnTo>
                  <a:pt x="1696474" y="111053"/>
                </a:lnTo>
                <a:lnTo>
                  <a:pt x="1696677" y="111315"/>
                </a:lnTo>
                <a:lnTo>
                  <a:pt x="1696886" y="111571"/>
                </a:lnTo>
                <a:lnTo>
                  <a:pt x="1697102" y="111820"/>
                </a:lnTo>
                <a:lnTo>
                  <a:pt x="1697325" y="112064"/>
                </a:lnTo>
                <a:lnTo>
                  <a:pt x="1697554" y="112301"/>
                </a:lnTo>
                <a:lnTo>
                  <a:pt x="1697789" y="112532"/>
                </a:lnTo>
                <a:lnTo>
                  <a:pt x="1698031" y="112756"/>
                </a:lnTo>
                <a:lnTo>
                  <a:pt x="1698279" y="112975"/>
                </a:lnTo>
                <a:lnTo>
                  <a:pt x="1698534" y="113187"/>
                </a:lnTo>
                <a:lnTo>
                  <a:pt x="1698795" y="113394"/>
                </a:lnTo>
                <a:lnTo>
                  <a:pt x="1699063" y="113594"/>
                </a:lnTo>
                <a:lnTo>
                  <a:pt x="1699337" y="113788"/>
                </a:lnTo>
                <a:lnTo>
                  <a:pt x="1699618" y="113975"/>
                </a:lnTo>
                <a:lnTo>
                  <a:pt x="1699905" y="114157"/>
                </a:lnTo>
                <a:lnTo>
                  <a:pt x="1700198" y="114332"/>
                </a:lnTo>
                <a:lnTo>
                  <a:pt x="1700495" y="114501"/>
                </a:lnTo>
                <a:lnTo>
                  <a:pt x="1700793" y="114662"/>
                </a:lnTo>
                <a:lnTo>
                  <a:pt x="1701091" y="114816"/>
                </a:lnTo>
                <a:lnTo>
                  <a:pt x="1701390" y="114964"/>
                </a:lnTo>
                <a:lnTo>
                  <a:pt x="1701689" y="115103"/>
                </a:lnTo>
                <a:lnTo>
                  <a:pt x="1701989" y="115236"/>
                </a:lnTo>
                <a:lnTo>
                  <a:pt x="1702290" y="115362"/>
                </a:lnTo>
                <a:lnTo>
                  <a:pt x="1702591" y="115480"/>
                </a:lnTo>
                <a:lnTo>
                  <a:pt x="1702892" y="115591"/>
                </a:lnTo>
                <a:lnTo>
                  <a:pt x="1703194" y="115695"/>
                </a:lnTo>
                <a:lnTo>
                  <a:pt x="1703497" y="115792"/>
                </a:lnTo>
                <a:lnTo>
                  <a:pt x="1703800" y="115882"/>
                </a:lnTo>
                <a:lnTo>
                  <a:pt x="1704104" y="115965"/>
                </a:lnTo>
                <a:lnTo>
                  <a:pt x="1704409" y="116040"/>
                </a:lnTo>
                <a:lnTo>
                  <a:pt x="1704713" y="116108"/>
                </a:lnTo>
                <a:lnTo>
                  <a:pt x="1705019" y="116169"/>
                </a:lnTo>
                <a:lnTo>
                  <a:pt x="1705325" y="116223"/>
                </a:lnTo>
                <a:lnTo>
                  <a:pt x="1705632" y="116269"/>
                </a:lnTo>
                <a:lnTo>
                  <a:pt x="1705939" y="116309"/>
                </a:lnTo>
                <a:lnTo>
                  <a:pt x="1706247" y="116341"/>
                </a:lnTo>
                <a:lnTo>
                  <a:pt x="1706555" y="116366"/>
                </a:lnTo>
                <a:lnTo>
                  <a:pt x="1706864" y="116384"/>
                </a:lnTo>
                <a:lnTo>
                  <a:pt x="1707173" y="116395"/>
                </a:lnTo>
                <a:lnTo>
                  <a:pt x="1707483" y="116399"/>
                </a:lnTo>
                <a:lnTo>
                  <a:pt x="1707941" y="116392"/>
                </a:lnTo>
                <a:lnTo>
                  <a:pt x="1708398" y="116370"/>
                </a:lnTo>
                <a:lnTo>
                  <a:pt x="1708854" y="116335"/>
                </a:lnTo>
                <a:lnTo>
                  <a:pt x="1709309" y="116285"/>
                </a:lnTo>
                <a:lnTo>
                  <a:pt x="1709763" y="116222"/>
                </a:lnTo>
                <a:lnTo>
                  <a:pt x="1710215" y="116144"/>
                </a:lnTo>
                <a:lnTo>
                  <a:pt x="1710667" y="116052"/>
                </a:lnTo>
                <a:lnTo>
                  <a:pt x="1711117" y="115946"/>
                </a:lnTo>
                <a:lnTo>
                  <a:pt x="1711566" y="115826"/>
                </a:lnTo>
                <a:lnTo>
                  <a:pt x="1712014" y="115691"/>
                </a:lnTo>
                <a:lnTo>
                  <a:pt x="1712461" y="115543"/>
                </a:lnTo>
                <a:lnTo>
                  <a:pt x="1712907" y="115380"/>
                </a:lnTo>
                <a:lnTo>
                  <a:pt x="1713351" y="115203"/>
                </a:lnTo>
                <a:lnTo>
                  <a:pt x="1713795" y="115012"/>
                </a:lnTo>
                <a:lnTo>
                  <a:pt x="1714237" y="114807"/>
                </a:lnTo>
                <a:lnTo>
                  <a:pt x="1714678" y="114588"/>
                </a:lnTo>
                <a:lnTo>
                  <a:pt x="1715119" y="114354"/>
                </a:lnTo>
                <a:lnTo>
                  <a:pt x="1715558" y="114106"/>
                </a:lnTo>
                <a:lnTo>
                  <a:pt x="1715995" y="113845"/>
                </a:lnTo>
                <a:lnTo>
                  <a:pt x="1716432" y="113569"/>
                </a:lnTo>
                <a:lnTo>
                  <a:pt x="1716868" y="113279"/>
                </a:lnTo>
                <a:lnTo>
                  <a:pt x="1717302" y="112974"/>
                </a:lnTo>
                <a:lnTo>
                  <a:pt x="1717736" y="112656"/>
                </a:lnTo>
                <a:lnTo>
                  <a:pt x="1718168" y="112324"/>
                </a:lnTo>
                <a:lnTo>
                  <a:pt x="1718596" y="111977"/>
                </a:lnTo>
                <a:lnTo>
                  <a:pt x="1719015" y="111617"/>
                </a:lnTo>
                <a:lnTo>
                  <a:pt x="1719426" y="111244"/>
                </a:lnTo>
                <a:lnTo>
                  <a:pt x="1719830" y="110857"/>
                </a:lnTo>
                <a:lnTo>
                  <a:pt x="1720225" y="110456"/>
                </a:lnTo>
                <a:lnTo>
                  <a:pt x="1720612" y="110042"/>
                </a:lnTo>
                <a:lnTo>
                  <a:pt x="1720990" y="109615"/>
                </a:lnTo>
                <a:lnTo>
                  <a:pt x="1721361" y="109174"/>
                </a:lnTo>
                <a:lnTo>
                  <a:pt x="1721723" y="108720"/>
                </a:lnTo>
                <a:lnTo>
                  <a:pt x="1722078" y="108252"/>
                </a:lnTo>
                <a:lnTo>
                  <a:pt x="1722424" y="107771"/>
                </a:lnTo>
                <a:lnTo>
                  <a:pt x="1722762" y="107277"/>
                </a:lnTo>
                <a:lnTo>
                  <a:pt x="1723091" y="106768"/>
                </a:lnTo>
                <a:lnTo>
                  <a:pt x="1723413" y="106247"/>
                </a:lnTo>
                <a:lnTo>
                  <a:pt x="1723727" y="105712"/>
                </a:lnTo>
                <a:lnTo>
                  <a:pt x="1724032" y="105163"/>
                </a:lnTo>
                <a:lnTo>
                  <a:pt x="1724329" y="104601"/>
                </a:lnTo>
                <a:lnTo>
                  <a:pt x="1724618" y="104026"/>
                </a:lnTo>
                <a:lnTo>
                  <a:pt x="1724899" y="103437"/>
                </a:lnTo>
                <a:lnTo>
                  <a:pt x="1725172" y="102835"/>
                </a:lnTo>
                <a:lnTo>
                  <a:pt x="1725437" y="102219"/>
                </a:lnTo>
                <a:lnTo>
                  <a:pt x="1725693" y="101590"/>
                </a:lnTo>
                <a:lnTo>
                  <a:pt x="1725941" y="100947"/>
                </a:lnTo>
                <a:lnTo>
                  <a:pt x="1726182" y="100291"/>
                </a:lnTo>
                <a:lnTo>
                  <a:pt x="1723025" y="100291"/>
                </a:lnTo>
                <a:lnTo>
                  <a:pt x="1722908" y="100558"/>
                </a:lnTo>
                <a:lnTo>
                  <a:pt x="1722787" y="100819"/>
                </a:lnTo>
                <a:lnTo>
                  <a:pt x="1722663" y="101075"/>
                </a:lnTo>
                <a:lnTo>
                  <a:pt x="1722535" y="101326"/>
                </a:lnTo>
                <a:lnTo>
                  <a:pt x="1722402" y="101571"/>
                </a:lnTo>
                <a:lnTo>
                  <a:pt x="1722266" y="101811"/>
                </a:lnTo>
                <a:lnTo>
                  <a:pt x="1722126" y="102045"/>
                </a:lnTo>
                <a:lnTo>
                  <a:pt x="1721981" y="102274"/>
                </a:lnTo>
                <a:lnTo>
                  <a:pt x="1721833" y="102497"/>
                </a:lnTo>
                <a:lnTo>
                  <a:pt x="1721681" y="102715"/>
                </a:lnTo>
                <a:lnTo>
                  <a:pt x="1721525" y="102927"/>
                </a:lnTo>
                <a:lnTo>
                  <a:pt x="1721365" y="103134"/>
                </a:lnTo>
                <a:lnTo>
                  <a:pt x="1721201" y="103335"/>
                </a:lnTo>
                <a:lnTo>
                  <a:pt x="1721034" y="103531"/>
                </a:lnTo>
                <a:lnTo>
                  <a:pt x="1720862" y="103721"/>
                </a:lnTo>
                <a:lnTo>
                  <a:pt x="1720686" y="103906"/>
                </a:lnTo>
                <a:lnTo>
                  <a:pt x="1720507" y="104086"/>
                </a:lnTo>
                <a:lnTo>
                  <a:pt x="1720323" y="104259"/>
                </a:lnTo>
                <a:lnTo>
                  <a:pt x="1720136" y="104428"/>
                </a:lnTo>
                <a:lnTo>
                  <a:pt x="1719944" y="104591"/>
                </a:lnTo>
                <a:lnTo>
                  <a:pt x="1719749" y="104748"/>
                </a:lnTo>
                <a:lnTo>
                  <a:pt x="1719550" y="104900"/>
                </a:lnTo>
                <a:lnTo>
                  <a:pt x="1719346" y="105047"/>
                </a:lnTo>
                <a:lnTo>
                  <a:pt x="1719139" y="105188"/>
                </a:lnTo>
                <a:lnTo>
                  <a:pt x="1718930" y="105323"/>
                </a:lnTo>
                <a:lnTo>
                  <a:pt x="1718720" y="105453"/>
                </a:lnTo>
                <a:lnTo>
                  <a:pt x="1718510" y="105577"/>
                </a:lnTo>
                <a:lnTo>
                  <a:pt x="1718298" y="105695"/>
                </a:lnTo>
                <a:lnTo>
                  <a:pt x="1718087" y="105807"/>
                </a:lnTo>
                <a:lnTo>
                  <a:pt x="1717875" y="105914"/>
                </a:lnTo>
                <a:lnTo>
                  <a:pt x="1717662" y="106015"/>
                </a:lnTo>
                <a:lnTo>
                  <a:pt x="1717449" y="106110"/>
                </a:lnTo>
                <a:lnTo>
                  <a:pt x="1717235" y="106199"/>
                </a:lnTo>
                <a:lnTo>
                  <a:pt x="1717020" y="106283"/>
                </a:lnTo>
                <a:lnTo>
                  <a:pt x="1716805" y="106360"/>
                </a:lnTo>
                <a:lnTo>
                  <a:pt x="1716590" y="106432"/>
                </a:lnTo>
                <a:lnTo>
                  <a:pt x="1716373" y="106499"/>
                </a:lnTo>
                <a:lnTo>
                  <a:pt x="1716157" y="106559"/>
                </a:lnTo>
                <a:lnTo>
                  <a:pt x="1715940" y="106614"/>
                </a:lnTo>
                <a:lnTo>
                  <a:pt x="1715722" y="106663"/>
                </a:lnTo>
                <a:lnTo>
                  <a:pt x="1715503" y="106706"/>
                </a:lnTo>
                <a:lnTo>
                  <a:pt x="1715284" y="106743"/>
                </a:lnTo>
                <a:lnTo>
                  <a:pt x="1715065" y="106775"/>
                </a:lnTo>
                <a:lnTo>
                  <a:pt x="1714845" y="106801"/>
                </a:lnTo>
                <a:lnTo>
                  <a:pt x="1714624" y="106821"/>
                </a:lnTo>
                <a:lnTo>
                  <a:pt x="1714403" y="106836"/>
                </a:lnTo>
                <a:lnTo>
                  <a:pt x="1714181" y="106844"/>
                </a:lnTo>
                <a:lnTo>
                  <a:pt x="1713959" y="106847"/>
                </a:lnTo>
                <a:lnTo>
                  <a:pt x="1713691" y="106843"/>
                </a:lnTo>
                <a:lnTo>
                  <a:pt x="1713427" y="106830"/>
                </a:lnTo>
                <a:lnTo>
                  <a:pt x="1713168" y="106808"/>
                </a:lnTo>
                <a:lnTo>
                  <a:pt x="1712912" y="106778"/>
                </a:lnTo>
                <a:lnTo>
                  <a:pt x="1712661" y="106738"/>
                </a:lnTo>
                <a:lnTo>
                  <a:pt x="1712413" y="106691"/>
                </a:lnTo>
                <a:lnTo>
                  <a:pt x="1712170" y="106634"/>
                </a:lnTo>
                <a:lnTo>
                  <a:pt x="1711931" y="106569"/>
                </a:lnTo>
                <a:lnTo>
                  <a:pt x="1711696" y="106495"/>
                </a:lnTo>
                <a:lnTo>
                  <a:pt x="1711464" y="106412"/>
                </a:lnTo>
                <a:lnTo>
                  <a:pt x="1711237" y="106321"/>
                </a:lnTo>
                <a:lnTo>
                  <a:pt x="1711015" y="106221"/>
                </a:lnTo>
                <a:lnTo>
                  <a:pt x="1710796" y="106112"/>
                </a:lnTo>
                <a:lnTo>
                  <a:pt x="1710581" y="105995"/>
                </a:lnTo>
                <a:lnTo>
                  <a:pt x="1710370" y="105869"/>
                </a:lnTo>
                <a:lnTo>
                  <a:pt x="1710163" y="105734"/>
                </a:lnTo>
                <a:lnTo>
                  <a:pt x="1709961" y="105591"/>
                </a:lnTo>
                <a:lnTo>
                  <a:pt x="1709762" y="105439"/>
                </a:lnTo>
                <a:lnTo>
                  <a:pt x="1709568" y="105278"/>
                </a:lnTo>
                <a:lnTo>
                  <a:pt x="1709378" y="105108"/>
                </a:lnTo>
                <a:lnTo>
                  <a:pt x="1709191" y="104930"/>
                </a:lnTo>
                <a:lnTo>
                  <a:pt x="1709009" y="104743"/>
                </a:lnTo>
                <a:lnTo>
                  <a:pt x="1708831" y="104547"/>
                </a:lnTo>
                <a:lnTo>
                  <a:pt x="1708657" y="104343"/>
                </a:lnTo>
                <a:lnTo>
                  <a:pt x="1708489" y="104126"/>
                </a:lnTo>
                <a:lnTo>
                  <a:pt x="1708327" y="103893"/>
                </a:lnTo>
                <a:lnTo>
                  <a:pt x="1708173" y="103643"/>
                </a:lnTo>
                <a:lnTo>
                  <a:pt x="1708026" y="103377"/>
                </a:lnTo>
                <a:lnTo>
                  <a:pt x="1707887" y="103095"/>
                </a:lnTo>
                <a:lnTo>
                  <a:pt x="1707754" y="102796"/>
                </a:lnTo>
                <a:lnTo>
                  <a:pt x="1707629" y="102482"/>
                </a:lnTo>
                <a:lnTo>
                  <a:pt x="1707510" y="102151"/>
                </a:lnTo>
                <a:lnTo>
                  <a:pt x="1707399" y="101803"/>
                </a:lnTo>
                <a:lnTo>
                  <a:pt x="1707295" y="101440"/>
                </a:lnTo>
                <a:lnTo>
                  <a:pt x="1707199" y="101060"/>
                </a:lnTo>
                <a:lnTo>
                  <a:pt x="1707109" y="100664"/>
                </a:lnTo>
                <a:lnTo>
                  <a:pt x="1707027" y="100251"/>
                </a:lnTo>
                <a:lnTo>
                  <a:pt x="1706951" y="99823"/>
                </a:lnTo>
                <a:lnTo>
                  <a:pt x="1706883" y="99378"/>
                </a:lnTo>
                <a:lnTo>
                  <a:pt x="1706822" y="98916"/>
                </a:lnTo>
                <a:lnTo>
                  <a:pt x="1706768" y="98439"/>
                </a:lnTo>
                <a:lnTo>
                  <a:pt x="1706722" y="97945"/>
                </a:lnTo>
                <a:lnTo>
                  <a:pt x="1706682" y="97435"/>
                </a:lnTo>
                <a:lnTo>
                  <a:pt x="1706650" y="96908"/>
                </a:lnTo>
                <a:lnTo>
                  <a:pt x="1706625" y="96366"/>
                </a:lnTo>
                <a:lnTo>
                  <a:pt x="1706607" y="95807"/>
                </a:lnTo>
                <a:lnTo>
                  <a:pt x="1706596" y="95231"/>
                </a:lnTo>
                <a:lnTo>
                  <a:pt x="1706593" y="94640"/>
                </a:lnTo>
                <a:lnTo>
                  <a:pt x="1706593" y="46624"/>
                </a:lnTo>
                <a:lnTo>
                  <a:pt x="1723915" y="46624"/>
                </a:lnTo>
                <a:lnTo>
                  <a:pt x="1723915" y="40958"/>
                </a:lnTo>
                <a:lnTo>
                  <a:pt x="1706593" y="40958"/>
                </a:lnTo>
                <a:lnTo>
                  <a:pt x="1706593" y="16513"/>
                </a:lnTo>
                <a:lnTo>
                  <a:pt x="1704084" y="16513"/>
                </a:lnTo>
                <a:lnTo>
                  <a:pt x="1703810" y="17187"/>
                </a:lnTo>
                <a:lnTo>
                  <a:pt x="1703541" y="17844"/>
                </a:lnTo>
                <a:lnTo>
                  <a:pt x="1703277" y="18483"/>
                </a:lnTo>
                <a:lnTo>
                  <a:pt x="1703018" y="19104"/>
                </a:lnTo>
                <a:close/>
                <a:moveTo>
                  <a:pt x="2315557" y="19104"/>
                </a:moveTo>
                <a:lnTo>
                  <a:pt x="2315303" y="19708"/>
                </a:lnTo>
                <a:lnTo>
                  <a:pt x="2315054" y="20293"/>
                </a:lnTo>
                <a:lnTo>
                  <a:pt x="2314810" y="20861"/>
                </a:lnTo>
                <a:lnTo>
                  <a:pt x="2314572" y="21411"/>
                </a:lnTo>
                <a:lnTo>
                  <a:pt x="2314338" y="21944"/>
                </a:lnTo>
                <a:lnTo>
                  <a:pt x="2314110" y="22458"/>
                </a:lnTo>
                <a:lnTo>
                  <a:pt x="2313886" y="22955"/>
                </a:lnTo>
                <a:lnTo>
                  <a:pt x="2313668" y="23434"/>
                </a:lnTo>
                <a:lnTo>
                  <a:pt x="2313454" y="23895"/>
                </a:lnTo>
                <a:lnTo>
                  <a:pt x="2313246" y="24339"/>
                </a:lnTo>
                <a:lnTo>
                  <a:pt x="2313043" y="24765"/>
                </a:lnTo>
                <a:lnTo>
                  <a:pt x="2312845" y="25173"/>
                </a:lnTo>
                <a:lnTo>
                  <a:pt x="2312652" y="25563"/>
                </a:lnTo>
                <a:lnTo>
                  <a:pt x="2312464" y="25935"/>
                </a:lnTo>
                <a:lnTo>
                  <a:pt x="2312281" y="26290"/>
                </a:lnTo>
                <a:lnTo>
                  <a:pt x="2312103" y="26627"/>
                </a:lnTo>
                <a:lnTo>
                  <a:pt x="2311930" y="26946"/>
                </a:lnTo>
                <a:lnTo>
                  <a:pt x="2311762" y="27248"/>
                </a:lnTo>
                <a:lnTo>
                  <a:pt x="2311599" y="27531"/>
                </a:lnTo>
                <a:lnTo>
                  <a:pt x="2311442" y="27797"/>
                </a:lnTo>
                <a:lnTo>
                  <a:pt x="2311137" y="28281"/>
                </a:lnTo>
                <a:lnTo>
                  <a:pt x="2310828" y="28760"/>
                </a:lnTo>
                <a:lnTo>
                  <a:pt x="2310515" y="29234"/>
                </a:lnTo>
                <a:lnTo>
                  <a:pt x="2310200" y="29702"/>
                </a:lnTo>
                <a:lnTo>
                  <a:pt x="2309880" y="30164"/>
                </a:lnTo>
                <a:lnTo>
                  <a:pt x="2309557" y="30621"/>
                </a:lnTo>
                <a:lnTo>
                  <a:pt x="2309231" y="31072"/>
                </a:lnTo>
                <a:lnTo>
                  <a:pt x="2308901" y="31518"/>
                </a:lnTo>
                <a:lnTo>
                  <a:pt x="2308568" y="31959"/>
                </a:lnTo>
                <a:lnTo>
                  <a:pt x="2308231" y="32393"/>
                </a:lnTo>
                <a:lnTo>
                  <a:pt x="2307890" y="32823"/>
                </a:lnTo>
                <a:lnTo>
                  <a:pt x="2307546" y="33247"/>
                </a:lnTo>
                <a:lnTo>
                  <a:pt x="2307199" y="33665"/>
                </a:lnTo>
                <a:lnTo>
                  <a:pt x="2306848" y="34078"/>
                </a:lnTo>
                <a:lnTo>
                  <a:pt x="2306493" y="34486"/>
                </a:lnTo>
                <a:lnTo>
                  <a:pt x="2306135" y="34888"/>
                </a:lnTo>
                <a:lnTo>
                  <a:pt x="2305774" y="35284"/>
                </a:lnTo>
                <a:lnTo>
                  <a:pt x="2305409" y="35675"/>
                </a:lnTo>
                <a:lnTo>
                  <a:pt x="2305040" y="36060"/>
                </a:lnTo>
                <a:lnTo>
                  <a:pt x="2304668" y="36440"/>
                </a:lnTo>
                <a:lnTo>
                  <a:pt x="2304293" y="36815"/>
                </a:lnTo>
                <a:lnTo>
                  <a:pt x="2303914" y="37184"/>
                </a:lnTo>
                <a:lnTo>
                  <a:pt x="2303531" y="37547"/>
                </a:lnTo>
                <a:lnTo>
                  <a:pt x="2303145" y="37905"/>
                </a:lnTo>
                <a:lnTo>
                  <a:pt x="2302757" y="38256"/>
                </a:lnTo>
                <a:lnTo>
                  <a:pt x="2302371" y="38598"/>
                </a:lnTo>
                <a:lnTo>
                  <a:pt x="2301985" y="38932"/>
                </a:lnTo>
                <a:lnTo>
                  <a:pt x="2301599" y="39257"/>
                </a:lnTo>
                <a:lnTo>
                  <a:pt x="2301214" y="39573"/>
                </a:lnTo>
                <a:lnTo>
                  <a:pt x="2300830" y="39881"/>
                </a:lnTo>
                <a:lnTo>
                  <a:pt x="2300447" y="40181"/>
                </a:lnTo>
                <a:lnTo>
                  <a:pt x="2300065" y="40471"/>
                </a:lnTo>
                <a:lnTo>
                  <a:pt x="2299683" y="40753"/>
                </a:lnTo>
                <a:lnTo>
                  <a:pt x="2299302" y="41027"/>
                </a:lnTo>
                <a:lnTo>
                  <a:pt x="2298921" y="41292"/>
                </a:lnTo>
                <a:lnTo>
                  <a:pt x="2298541" y="41548"/>
                </a:lnTo>
                <a:lnTo>
                  <a:pt x="2298162" y="41796"/>
                </a:lnTo>
                <a:lnTo>
                  <a:pt x="2297784" y="42035"/>
                </a:lnTo>
                <a:lnTo>
                  <a:pt x="2297406" y="42265"/>
                </a:lnTo>
                <a:lnTo>
                  <a:pt x="2297029" y="42487"/>
                </a:lnTo>
                <a:lnTo>
                  <a:pt x="2296653" y="42701"/>
                </a:lnTo>
                <a:lnTo>
                  <a:pt x="2296277" y="42905"/>
                </a:lnTo>
                <a:lnTo>
                  <a:pt x="2295902" y="43101"/>
                </a:lnTo>
                <a:lnTo>
                  <a:pt x="2295528" y="43289"/>
                </a:lnTo>
                <a:lnTo>
                  <a:pt x="2295155" y="43468"/>
                </a:lnTo>
                <a:lnTo>
                  <a:pt x="2294782" y="43638"/>
                </a:lnTo>
                <a:lnTo>
                  <a:pt x="2294410" y="43800"/>
                </a:lnTo>
                <a:lnTo>
                  <a:pt x="2294039" y="43953"/>
                </a:lnTo>
                <a:lnTo>
                  <a:pt x="2294039" y="46624"/>
                </a:lnTo>
                <a:lnTo>
                  <a:pt x="2305776" y="46624"/>
                </a:lnTo>
                <a:lnTo>
                  <a:pt x="2305776" y="96544"/>
                </a:lnTo>
                <a:lnTo>
                  <a:pt x="2305779" y="97206"/>
                </a:lnTo>
                <a:lnTo>
                  <a:pt x="2305787" y="97853"/>
                </a:lnTo>
                <a:lnTo>
                  <a:pt x="2305802" y="98485"/>
                </a:lnTo>
                <a:lnTo>
                  <a:pt x="2305823" y="99103"/>
                </a:lnTo>
                <a:lnTo>
                  <a:pt x="2305849" y="99706"/>
                </a:lnTo>
                <a:lnTo>
                  <a:pt x="2305882" y="100295"/>
                </a:lnTo>
                <a:lnTo>
                  <a:pt x="2305920" y="100870"/>
                </a:lnTo>
                <a:lnTo>
                  <a:pt x="2305965" y="101430"/>
                </a:lnTo>
                <a:lnTo>
                  <a:pt x="2306015" y="101975"/>
                </a:lnTo>
                <a:lnTo>
                  <a:pt x="2306071" y="102506"/>
                </a:lnTo>
                <a:lnTo>
                  <a:pt x="2306133" y="103023"/>
                </a:lnTo>
                <a:lnTo>
                  <a:pt x="2306201" y="103525"/>
                </a:lnTo>
                <a:lnTo>
                  <a:pt x="2306274" y="104012"/>
                </a:lnTo>
                <a:lnTo>
                  <a:pt x="2306354" y="104485"/>
                </a:lnTo>
                <a:lnTo>
                  <a:pt x="2306440" y="104944"/>
                </a:lnTo>
                <a:lnTo>
                  <a:pt x="2306531" y="105388"/>
                </a:lnTo>
                <a:lnTo>
                  <a:pt x="2306629" y="105817"/>
                </a:lnTo>
                <a:lnTo>
                  <a:pt x="2306732" y="106232"/>
                </a:lnTo>
                <a:lnTo>
                  <a:pt x="2306841" y="106633"/>
                </a:lnTo>
                <a:lnTo>
                  <a:pt x="2306956" y="107019"/>
                </a:lnTo>
                <a:lnTo>
                  <a:pt x="2307077" y="107390"/>
                </a:lnTo>
                <a:lnTo>
                  <a:pt x="2307204" y="107747"/>
                </a:lnTo>
                <a:lnTo>
                  <a:pt x="2307337" y="108090"/>
                </a:lnTo>
                <a:lnTo>
                  <a:pt x="2307476" y="108418"/>
                </a:lnTo>
                <a:lnTo>
                  <a:pt x="2307620" y="108736"/>
                </a:lnTo>
                <a:lnTo>
                  <a:pt x="2307772" y="109047"/>
                </a:lnTo>
                <a:lnTo>
                  <a:pt x="2307930" y="109352"/>
                </a:lnTo>
                <a:lnTo>
                  <a:pt x="2308094" y="109651"/>
                </a:lnTo>
                <a:lnTo>
                  <a:pt x="2308265" y="109944"/>
                </a:lnTo>
                <a:lnTo>
                  <a:pt x="2308442" y="110230"/>
                </a:lnTo>
                <a:lnTo>
                  <a:pt x="2308625" y="110511"/>
                </a:lnTo>
                <a:lnTo>
                  <a:pt x="2308816" y="110785"/>
                </a:lnTo>
                <a:lnTo>
                  <a:pt x="2309012" y="111053"/>
                </a:lnTo>
                <a:lnTo>
                  <a:pt x="2309215" y="111315"/>
                </a:lnTo>
                <a:lnTo>
                  <a:pt x="2309425" y="111571"/>
                </a:lnTo>
                <a:lnTo>
                  <a:pt x="2309641" y="111820"/>
                </a:lnTo>
                <a:lnTo>
                  <a:pt x="2309863" y="112064"/>
                </a:lnTo>
                <a:lnTo>
                  <a:pt x="2310092" y="112301"/>
                </a:lnTo>
                <a:lnTo>
                  <a:pt x="2310328" y="112532"/>
                </a:lnTo>
                <a:lnTo>
                  <a:pt x="2310569" y="112756"/>
                </a:lnTo>
                <a:lnTo>
                  <a:pt x="2310818" y="112975"/>
                </a:lnTo>
                <a:lnTo>
                  <a:pt x="2311073" y="113187"/>
                </a:lnTo>
                <a:lnTo>
                  <a:pt x="2311334" y="113394"/>
                </a:lnTo>
                <a:lnTo>
                  <a:pt x="2311601" y="113594"/>
                </a:lnTo>
                <a:lnTo>
                  <a:pt x="2311876" y="113788"/>
                </a:lnTo>
                <a:lnTo>
                  <a:pt x="2312156" y="113975"/>
                </a:lnTo>
                <a:lnTo>
                  <a:pt x="2312443" y="114157"/>
                </a:lnTo>
                <a:lnTo>
                  <a:pt x="2312737" y="114332"/>
                </a:lnTo>
                <a:lnTo>
                  <a:pt x="2313034" y="114501"/>
                </a:lnTo>
                <a:lnTo>
                  <a:pt x="2313332" y="114662"/>
                </a:lnTo>
                <a:lnTo>
                  <a:pt x="2313630" y="114816"/>
                </a:lnTo>
                <a:lnTo>
                  <a:pt x="2313929" y="114964"/>
                </a:lnTo>
                <a:lnTo>
                  <a:pt x="2314228" y="115103"/>
                </a:lnTo>
                <a:lnTo>
                  <a:pt x="2314528" y="115236"/>
                </a:lnTo>
                <a:lnTo>
                  <a:pt x="2314828" y="115362"/>
                </a:lnTo>
                <a:lnTo>
                  <a:pt x="2315129" y="115480"/>
                </a:lnTo>
                <a:lnTo>
                  <a:pt x="2315431" y="115591"/>
                </a:lnTo>
                <a:lnTo>
                  <a:pt x="2315733" y="115695"/>
                </a:lnTo>
                <a:lnTo>
                  <a:pt x="2316036" y="115792"/>
                </a:lnTo>
                <a:lnTo>
                  <a:pt x="2316339" y="115882"/>
                </a:lnTo>
                <a:lnTo>
                  <a:pt x="2316643" y="115965"/>
                </a:lnTo>
                <a:lnTo>
                  <a:pt x="2316947" y="116040"/>
                </a:lnTo>
                <a:lnTo>
                  <a:pt x="2317252" y="116108"/>
                </a:lnTo>
                <a:lnTo>
                  <a:pt x="2317558" y="116169"/>
                </a:lnTo>
                <a:lnTo>
                  <a:pt x="2317864" y="116223"/>
                </a:lnTo>
                <a:lnTo>
                  <a:pt x="2318170" y="116269"/>
                </a:lnTo>
                <a:lnTo>
                  <a:pt x="2318478" y="116309"/>
                </a:lnTo>
                <a:lnTo>
                  <a:pt x="2318785" y="116341"/>
                </a:lnTo>
                <a:lnTo>
                  <a:pt x="2319094" y="116366"/>
                </a:lnTo>
                <a:lnTo>
                  <a:pt x="2319403" y="116384"/>
                </a:lnTo>
                <a:lnTo>
                  <a:pt x="2319712" y="116395"/>
                </a:lnTo>
                <a:lnTo>
                  <a:pt x="2320022" y="116399"/>
                </a:lnTo>
                <a:lnTo>
                  <a:pt x="2320480" y="116392"/>
                </a:lnTo>
                <a:lnTo>
                  <a:pt x="2320937" y="116370"/>
                </a:lnTo>
                <a:lnTo>
                  <a:pt x="2321393" y="116335"/>
                </a:lnTo>
                <a:lnTo>
                  <a:pt x="2321848" y="116285"/>
                </a:lnTo>
                <a:lnTo>
                  <a:pt x="2322301" y="116222"/>
                </a:lnTo>
                <a:lnTo>
                  <a:pt x="2322754" y="116144"/>
                </a:lnTo>
                <a:lnTo>
                  <a:pt x="2323205" y="116052"/>
                </a:lnTo>
                <a:lnTo>
                  <a:pt x="2323655" y="115946"/>
                </a:lnTo>
                <a:lnTo>
                  <a:pt x="2324105" y="115826"/>
                </a:lnTo>
                <a:lnTo>
                  <a:pt x="2324553" y="115691"/>
                </a:lnTo>
                <a:lnTo>
                  <a:pt x="2325000" y="115543"/>
                </a:lnTo>
                <a:lnTo>
                  <a:pt x="2325445" y="115380"/>
                </a:lnTo>
                <a:lnTo>
                  <a:pt x="2325890" y="115203"/>
                </a:lnTo>
                <a:lnTo>
                  <a:pt x="2326333" y="115012"/>
                </a:lnTo>
                <a:lnTo>
                  <a:pt x="2326776" y="114807"/>
                </a:lnTo>
                <a:lnTo>
                  <a:pt x="2327217" y="114588"/>
                </a:lnTo>
                <a:lnTo>
                  <a:pt x="2327657" y="114354"/>
                </a:lnTo>
                <a:lnTo>
                  <a:pt x="2328096" y="114106"/>
                </a:lnTo>
                <a:lnTo>
                  <a:pt x="2328534" y="113845"/>
                </a:lnTo>
                <a:lnTo>
                  <a:pt x="2328971" y="113569"/>
                </a:lnTo>
                <a:lnTo>
                  <a:pt x="2329407" y="113279"/>
                </a:lnTo>
                <a:lnTo>
                  <a:pt x="2329841" y="112974"/>
                </a:lnTo>
                <a:lnTo>
                  <a:pt x="2330274" y="112656"/>
                </a:lnTo>
                <a:lnTo>
                  <a:pt x="2330707" y="112324"/>
                </a:lnTo>
                <a:lnTo>
                  <a:pt x="2331134" y="111977"/>
                </a:lnTo>
                <a:lnTo>
                  <a:pt x="2331554" y="111617"/>
                </a:lnTo>
                <a:lnTo>
                  <a:pt x="2331965" y="111244"/>
                </a:lnTo>
                <a:lnTo>
                  <a:pt x="2332368" y="110857"/>
                </a:lnTo>
                <a:lnTo>
                  <a:pt x="2332763" y="110456"/>
                </a:lnTo>
                <a:lnTo>
                  <a:pt x="2333150" y="110042"/>
                </a:lnTo>
                <a:lnTo>
                  <a:pt x="2333529" y="109615"/>
                </a:lnTo>
                <a:lnTo>
                  <a:pt x="2333900" y="109174"/>
                </a:lnTo>
                <a:lnTo>
                  <a:pt x="2334262" y="108720"/>
                </a:lnTo>
                <a:lnTo>
                  <a:pt x="2334616" y="108252"/>
                </a:lnTo>
                <a:lnTo>
                  <a:pt x="2334962" y="107771"/>
                </a:lnTo>
                <a:lnTo>
                  <a:pt x="2335300" y="107277"/>
                </a:lnTo>
                <a:lnTo>
                  <a:pt x="2335630" y="106768"/>
                </a:lnTo>
                <a:lnTo>
                  <a:pt x="2335952" y="106247"/>
                </a:lnTo>
                <a:lnTo>
                  <a:pt x="2336265" y="105712"/>
                </a:lnTo>
                <a:lnTo>
                  <a:pt x="2336571" y="105163"/>
                </a:lnTo>
                <a:lnTo>
                  <a:pt x="2336868" y="104601"/>
                </a:lnTo>
                <a:lnTo>
                  <a:pt x="2337157" y="104026"/>
                </a:lnTo>
                <a:lnTo>
                  <a:pt x="2337438" y="103437"/>
                </a:lnTo>
                <a:lnTo>
                  <a:pt x="2337711" y="102835"/>
                </a:lnTo>
                <a:lnTo>
                  <a:pt x="2337975" y="102219"/>
                </a:lnTo>
                <a:lnTo>
                  <a:pt x="2338232" y="101590"/>
                </a:lnTo>
                <a:lnTo>
                  <a:pt x="2338480" y="100947"/>
                </a:lnTo>
                <a:lnTo>
                  <a:pt x="2338720" y="100291"/>
                </a:lnTo>
                <a:lnTo>
                  <a:pt x="2335563" y="100291"/>
                </a:lnTo>
                <a:lnTo>
                  <a:pt x="2335447" y="100558"/>
                </a:lnTo>
                <a:lnTo>
                  <a:pt x="2335326" y="100819"/>
                </a:lnTo>
                <a:lnTo>
                  <a:pt x="2335202" y="101075"/>
                </a:lnTo>
                <a:lnTo>
                  <a:pt x="2335073" y="101326"/>
                </a:lnTo>
                <a:lnTo>
                  <a:pt x="2334941" y="101571"/>
                </a:lnTo>
                <a:lnTo>
                  <a:pt x="2334805" y="101811"/>
                </a:lnTo>
                <a:lnTo>
                  <a:pt x="2334664" y="102045"/>
                </a:lnTo>
                <a:lnTo>
                  <a:pt x="2334520" y="102274"/>
                </a:lnTo>
                <a:lnTo>
                  <a:pt x="2334372" y="102497"/>
                </a:lnTo>
                <a:lnTo>
                  <a:pt x="2334220" y="102715"/>
                </a:lnTo>
                <a:lnTo>
                  <a:pt x="2334064" y="102927"/>
                </a:lnTo>
                <a:lnTo>
                  <a:pt x="2333904" y="103134"/>
                </a:lnTo>
                <a:lnTo>
                  <a:pt x="2333740" y="103335"/>
                </a:lnTo>
                <a:lnTo>
                  <a:pt x="2333572" y="103531"/>
                </a:lnTo>
                <a:lnTo>
                  <a:pt x="2333401" y="103721"/>
                </a:lnTo>
                <a:lnTo>
                  <a:pt x="2333225" y="103906"/>
                </a:lnTo>
                <a:lnTo>
                  <a:pt x="2333045" y="104086"/>
                </a:lnTo>
                <a:lnTo>
                  <a:pt x="2332862" y="104259"/>
                </a:lnTo>
                <a:lnTo>
                  <a:pt x="2332674" y="104428"/>
                </a:lnTo>
                <a:lnTo>
                  <a:pt x="2332483" y="104591"/>
                </a:lnTo>
                <a:lnTo>
                  <a:pt x="2332288" y="104748"/>
                </a:lnTo>
                <a:lnTo>
                  <a:pt x="2332088" y="104900"/>
                </a:lnTo>
                <a:lnTo>
                  <a:pt x="2331885" y="105047"/>
                </a:lnTo>
                <a:lnTo>
                  <a:pt x="2331678" y="105188"/>
                </a:lnTo>
                <a:lnTo>
                  <a:pt x="2331469" y="105323"/>
                </a:lnTo>
                <a:lnTo>
                  <a:pt x="2331259" y="105453"/>
                </a:lnTo>
                <a:lnTo>
                  <a:pt x="2331048" y="105577"/>
                </a:lnTo>
                <a:lnTo>
                  <a:pt x="2330837" y="105695"/>
                </a:lnTo>
                <a:lnTo>
                  <a:pt x="2330625" y="105807"/>
                </a:lnTo>
                <a:lnTo>
                  <a:pt x="2330413" y="105914"/>
                </a:lnTo>
                <a:lnTo>
                  <a:pt x="2330201" y="106015"/>
                </a:lnTo>
                <a:lnTo>
                  <a:pt x="2329987" y="106110"/>
                </a:lnTo>
                <a:lnTo>
                  <a:pt x="2329773" y="106199"/>
                </a:lnTo>
                <a:lnTo>
                  <a:pt x="2329559" y="106283"/>
                </a:lnTo>
                <a:lnTo>
                  <a:pt x="2329344" y="106360"/>
                </a:lnTo>
                <a:lnTo>
                  <a:pt x="2329128" y="106432"/>
                </a:lnTo>
                <a:lnTo>
                  <a:pt x="2328912" y="106499"/>
                </a:lnTo>
                <a:lnTo>
                  <a:pt x="2328695" y="106559"/>
                </a:lnTo>
                <a:lnTo>
                  <a:pt x="2328478" y="106614"/>
                </a:lnTo>
                <a:lnTo>
                  <a:pt x="2328260" y="106663"/>
                </a:lnTo>
                <a:lnTo>
                  <a:pt x="2328042" y="106706"/>
                </a:lnTo>
                <a:lnTo>
                  <a:pt x="2327823" y="106743"/>
                </a:lnTo>
                <a:lnTo>
                  <a:pt x="2327604" y="106775"/>
                </a:lnTo>
                <a:lnTo>
                  <a:pt x="2327383" y="106801"/>
                </a:lnTo>
                <a:lnTo>
                  <a:pt x="2327163" y="106821"/>
                </a:lnTo>
                <a:lnTo>
                  <a:pt x="2326942" y="106836"/>
                </a:lnTo>
                <a:lnTo>
                  <a:pt x="2326720" y="106844"/>
                </a:lnTo>
                <a:lnTo>
                  <a:pt x="2326498" y="106847"/>
                </a:lnTo>
                <a:lnTo>
                  <a:pt x="2326230" y="106843"/>
                </a:lnTo>
                <a:lnTo>
                  <a:pt x="2325966" y="106830"/>
                </a:lnTo>
                <a:lnTo>
                  <a:pt x="2325706" y="106808"/>
                </a:lnTo>
                <a:lnTo>
                  <a:pt x="2325451" y="106778"/>
                </a:lnTo>
                <a:lnTo>
                  <a:pt x="2325199" y="106738"/>
                </a:lnTo>
                <a:lnTo>
                  <a:pt x="2324952" y="106691"/>
                </a:lnTo>
                <a:lnTo>
                  <a:pt x="2324709" y="106634"/>
                </a:lnTo>
                <a:lnTo>
                  <a:pt x="2324469" y="106569"/>
                </a:lnTo>
                <a:lnTo>
                  <a:pt x="2324234" y="106495"/>
                </a:lnTo>
                <a:lnTo>
                  <a:pt x="2324003" y="106412"/>
                </a:lnTo>
                <a:lnTo>
                  <a:pt x="2323776" y="106321"/>
                </a:lnTo>
                <a:lnTo>
                  <a:pt x="2323553" y="106221"/>
                </a:lnTo>
                <a:lnTo>
                  <a:pt x="2323334" y="106112"/>
                </a:lnTo>
                <a:lnTo>
                  <a:pt x="2323120" y="105995"/>
                </a:lnTo>
                <a:lnTo>
                  <a:pt x="2322909" y="105869"/>
                </a:lnTo>
                <a:lnTo>
                  <a:pt x="2322702" y="105734"/>
                </a:lnTo>
                <a:lnTo>
                  <a:pt x="2322500" y="105591"/>
                </a:lnTo>
                <a:lnTo>
                  <a:pt x="2322301" y="105439"/>
                </a:lnTo>
                <a:lnTo>
                  <a:pt x="2322107" y="105278"/>
                </a:lnTo>
                <a:lnTo>
                  <a:pt x="2321916" y="105108"/>
                </a:lnTo>
                <a:lnTo>
                  <a:pt x="2321730" y="104930"/>
                </a:lnTo>
                <a:lnTo>
                  <a:pt x="2321548" y="104743"/>
                </a:lnTo>
                <a:lnTo>
                  <a:pt x="2321370" y="104547"/>
                </a:lnTo>
                <a:lnTo>
                  <a:pt x="2321196" y="104343"/>
                </a:lnTo>
                <a:lnTo>
                  <a:pt x="2321027" y="104126"/>
                </a:lnTo>
                <a:lnTo>
                  <a:pt x="2320866" y="103893"/>
                </a:lnTo>
                <a:lnTo>
                  <a:pt x="2320712" y="103643"/>
                </a:lnTo>
                <a:lnTo>
                  <a:pt x="2320565" y="103377"/>
                </a:lnTo>
                <a:lnTo>
                  <a:pt x="2320425" y="103095"/>
                </a:lnTo>
                <a:lnTo>
                  <a:pt x="2320293" y="102796"/>
                </a:lnTo>
                <a:lnTo>
                  <a:pt x="2320167" y="102482"/>
                </a:lnTo>
                <a:lnTo>
                  <a:pt x="2320049" y="102151"/>
                </a:lnTo>
                <a:lnTo>
                  <a:pt x="2319938" y="101803"/>
                </a:lnTo>
                <a:lnTo>
                  <a:pt x="2319834" y="101440"/>
                </a:lnTo>
                <a:lnTo>
                  <a:pt x="2319737" y="101060"/>
                </a:lnTo>
                <a:lnTo>
                  <a:pt x="2319648" y="100664"/>
                </a:lnTo>
                <a:lnTo>
                  <a:pt x="2319565" y="100251"/>
                </a:lnTo>
                <a:lnTo>
                  <a:pt x="2319490" y="99823"/>
                </a:lnTo>
                <a:lnTo>
                  <a:pt x="2319422" y="99378"/>
                </a:lnTo>
                <a:lnTo>
                  <a:pt x="2319361" y="98916"/>
                </a:lnTo>
                <a:lnTo>
                  <a:pt x="2319307" y="98439"/>
                </a:lnTo>
                <a:lnTo>
                  <a:pt x="2319261" y="97945"/>
                </a:lnTo>
                <a:lnTo>
                  <a:pt x="2319221" y="97435"/>
                </a:lnTo>
                <a:lnTo>
                  <a:pt x="2319189" y="96908"/>
                </a:lnTo>
                <a:lnTo>
                  <a:pt x="2319164" y="96366"/>
                </a:lnTo>
                <a:lnTo>
                  <a:pt x="2319146" y="95807"/>
                </a:lnTo>
                <a:lnTo>
                  <a:pt x="2319135" y="95231"/>
                </a:lnTo>
                <a:lnTo>
                  <a:pt x="2319132" y="94640"/>
                </a:lnTo>
                <a:lnTo>
                  <a:pt x="2319132" y="46624"/>
                </a:lnTo>
                <a:lnTo>
                  <a:pt x="2336454" y="46624"/>
                </a:lnTo>
                <a:lnTo>
                  <a:pt x="2336454" y="40958"/>
                </a:lnTo>
                <a:lnTo>
                  <a:pt x="2319132" y="40958"/>
                </a:lnTo>
                <a:lnTo>
                  <a:pt x="2319132" y="16513"/>
                </a:lnTo>
                <a:lnTo>
                  <a:pt x="2316622" y="16513"/>
                </a:lnTo>
                <a:lnTo>
                  <a:pt x="2316348" y="17187"/>
                </a:lnTo>
                <a:lnTo>
                  <a:pt x="2316079" y="17844"/>
                </a:lnTo>
                <a:lnTo>
                  <a:pt x="2315815" y="18483"/>
                </a:lnTo>
                <a:lnTo>
                  <a:pt x="2315557" y="19104"/>
                </a:lnTo>
                <a:close/>
                <a:moveTo>
                  <a:pt x="1557431" y="50615"/>
                </a:moveTo>
                <a:lnTo>
                  <a:pt x="1557692" y="50524"/>
                </a:lnTo>
                <a:lnTo>
                  <a:pt x="1557950" y="50438"/>
                </a:lnTo>
                <a:lnTo>
                  <a:pt x="1558205" y="50356"/>
                </a:lnTo>
                <a:lnTo>
                  <a:pt x="1558456" y="50278"/>
                </a:lnTo>
                <a:lnTo>
                  <a:pt x="1558704" y="50204"/>
                </a:lnTo>
                <a:lnTo>
                  <a:pt x="1558949" y="50135"/>
                </a:lnTo>
                <a:lnTo>
                  <a:pt x="1559190" y="50070"/>
                </a:lnTo>
                <a:lnTo>
                  <a:pt x="1559428" y="50009"/>
                </a:lnTo>
                <a:lnTo>
                  <a:pt x="1559662" y="49952"/>
                </a:lnTo>
                <a:lnTo>
                  <a:pt x="1559893" y="49899"/>
                </a:lnTo>
                <a:lnTo>
                  <a:pt x="1560121" y="49851"/>
                </a:lnTo>
                <a:lnTo>
                  <a:pt x="1560345" y="49807"/>
                </a:lnTo>
                <a:lnTo>
                  <a:pt x="1560566" y="49767"/>
                </a:lnTo>
                <a:lnTo>
                  <a:pt x="1560783" y="49731"/>
                </a:lnTo>
                <a:lnTo>
                  <a:pt x="1560998" y="49699"/>
                </a:lnTo>
                <a:lnTo>
                  <a:pt x="1561208" y="49672"/>
                </a:lnTo>
                <a:lnTo>
                  <a:pt x="1561416" y="49649"/>
                </a:lnTo>
                <a:lnTo>
                  <a:pt x="1561620" y="49630"/>
                </a:lnTo>
                <a:lnTo>
                  <a:pt x="1561821" y="49615"/>
                </a:lnTo>
                <a:lnTo>
                  <a:pt x="1562018" y="49605"/>
                </a:lnTo>
                <a:lnTo>
                  <a:pt x="1562212" y="49599"/>
                </a:lnTo>
                <a:lnTo>
                  <a:pt x="1562402" y="49596"/>
                </a:lnTo>
                <a:lnTo>
                  <a:pt x="1562576" y="49598"/>
                </a:lnTo>
                <a:lnTo>
                  <a:pt x="1562747" y="49603"/>
                </a:lnTo>
                <a:lnTo>
                  <a:pt x="1562915" y="49612"/>
                </a:lnTo>
                <a:lnTo>
                  <a:pt x="1563079" y="49624"/>
                </a:lnTo>
                <a:lnTo>
                  <a:pt x="1563241" y="49640"/>
                </a:lnTo>
                <a:lnTo>
                  <a:pt x="1563399" y="49659"/>
                </a:lnTo>
                <a:lnTo>
                  <a:pt x="1563554" y="49682"/>
                </a:lnTo>
                <a:lnTo>
                  <a:pt x="1563706" y="49709"/>
                </a:lnTo>
                <a:lnTo>
                  <a:pt x="1563856" y="49738"/>
                </a:lnTo>
                <a:lnTo>
                  <a:pt x="1564002" y="49772"/>
                </a:lnTo>
                <a:lnTo>
                  <a:pt x="1564144" y="49808"/>
                </a:lnTo>
                <a:lnTo>
                  <a:pt x="1564284" y="49849"/>
                </a:lnTo>
                <a:lnTo>
                  <a:pt x="1564421" y="49893"/>
                </a:lnTo>
                <a:lnTo>
                  <a:pt x="1564555" y="49940"/>
                </a:lnTo>
                <a:lnTo>
                  <a:pt x="1564685" y="49991"/>
                </a:lnTo>
                <a:lnTo>
                  <a:pt x="1564813" y="50045"/>
                </a:lnTo>
                <a:lnTo>
                  <a:pt x="1564937" y="50103"/>
                </a:lnTo>
                <a:lnTo>
                  <a:pt x="1565058" y="50164"/>
                </a:lnTo>
                <a:lnTo>
                  <a:pt x="1565177" y="50229"/>
                </a:lnTo>
                <a:lnTo>
                  <a:pt x="1565292" y="50297"/>
                </a:lnTo>
                <a:lnTo>
                  <a:pt x="1565404" y="50369"/>
                </a:lnTo>
                <a:lnTo>
                  <a:pt x="1565513" y="50444"/>
                </a:lnTo>
                <a:lnTo>
                  <a:pt x="1565618" y="50523"/>
                </a:lnTo>
                <a:lnTo>
                  <a:pt x="1565721" y="50606"/>
                </a:lnTo>
                <a:lnTo>
                  <a:pt x="1565821" y="50693"/>
                </a:lnTo>
                <a:lnTo>
                  <a:pt x="1565919" y="50785"/>
                </a:lnTo>
                <a:lnTo>
                  <a:pt x="1566014" y="50883"/>
                </a:lnTo>
                <a:lnTo>
                  <a:pt x="1566108" y="50986"/>
                </a:lnTo>
                <a:lnTo>
                  <a:pt x="1566199" y="51095"/>
                </a:lnTo>
                <a:lnTo>
                  <a:pt x="1566288" y="51209"/>
                </a:lnTo>
                <a:lnTo>
                  <a:pt x="1566374" y="51329"/>
                </a:lnTo>
                <a:lnTo>
                  <a:pt x="1566459" y="51454"/>
                </a:lnTo>
                <a:lnTo>
                  <a:pt x="1566541" y="51584"/>
                </a:lnTo>
                <a:lnTo>
                  <a:pt x="1566620" y="51720"/>
                </a:lnTo>
                <a:lnTo>
                  <a:pt x="1566698" y="51862"/>
                </a:lnTo>
                <a:lnTo>
                  <a:pt x="1566773" y="52009"/>
                </a:lnTo>
                <a:lnTo>
                  <a:pt x="1566846" y="52161"/>
                </a:lnTo>
                <a:lnTo>
                  <a:pt x="1566917" y="52319"/>
                </a:lnTo>
                <a:lnTo>
                  <a:pt x="1566986" y="52483"/>
                </a:lnTo>
                <a:lnTo>
                  <a:pt x="1567052" y="52652"/>
                </a:lnTo>
                <a:lnTo>
                  <a:pt x="1567116" y="52826"/>
                </a:lnTo>
                <a:lnTo>
                  <a:pt x="1567178" y="53006"/>
                </a:lnTo>
                <a:lnTo>
                  <a:pt x="1567238" y="53191"/>
                </a:lnTo>
                <a:lnTo>
                  <a:pt x="1567295" y="53382"/>
                </a:lnTo>
                <a:lnTo>
                  <a:pt x="1567350" y="53578"/>
                </a:lnTo>
                <a:lnTo>
                  <a:pt x="1567403" y="53780"/>
                </a:lnTo>
                <a:lnTo>
                  <a:pt x="1567454" y="53987"/>
                </a:lnTo>
                <a:lnTo>
                  <a:pt x="1567502" y="54200"/>
                </a:lnTo>
                <a:lnTo>
                  <a:pt x="1567561" y="54511"/>
                </a:lnTo>
                <a:lnTo>
                  <a:pt x="1567618" y="54851"/>
                </a:lnTo>
                <a:lnTo>
                  <a:pt x="1567673" y="55221"/>
                </a:lnTo>
                <a:lnTo>
                  <a:pt x="1567724" y="55620"/>
                </a:lnTo>
                <a:lnTo>
                  <a:pt x="1567774" y="56048"/>
                </a:lnTo>
                <a:lnTo>
                  <a:pt x="1567821" y="56506"/>
                </a:lnTo>
                <a:lnTo>
                  <a:pt x="1567865" y="56994"/>
                </a:lnTo>
                <a:lnTo>
                  <a:pt x="1567907" y="57510"/>
                </a:lnTo>
                <a:lnTo>
                  <a:pt x="1567946" y="58057"/>
                </a:lnTo>
                <a:lnTo>
                  <a:pt x="1567982" y="58633"/>
                </a:lnTo>
                <a:lnTo>
                  <a:pt x="1568017" y="59238"/>
                </a:lnTo>
                <a:lnTo>
                  <a:pt x="1568048" y="59873"/>
                </a:lnTo>
                <a:lnTo>
                  <a:pt x="1568077" y="60537"/>
                </a:lnTo>
                <a:lnTo>
                  <a:pt x="1568104" y="61230"/>
                </a:lnTo>
                <a:lnTo>
                  <a:pt x="1568128" y="61954"/>
                </a:lnTo>
                <a:lnTo>
                  <a:pt x="1568149" y="62706"/>
                </a:lnTo>
                <a:lnTo>
                  <a:pt x="1568168" y="63488"/>
                </a:lnTo>
                <a:lnTo>
                  <a:pt x="1568185" y="64300"/>
                </a:lnTo>
                <a:lnTo>
                  <a:pt x="1568199" y="65141"/>
                </a:lnTo>
                <a:lnTo>
                  <a:pt x="1568210" y="66011"/>
                </a:lnTo>
                <a:lnTo>
                  <a:pt x="1568219" y="66911"/>
                </a:lnTo>
                <a:lnTo>
                  <a:pt x="1568225" y="67840"/>
                </a:lnTo>
                <a:lnTo>
                  <a:pt x="1568229" y="68799"/>
                </a:lnTo>
                <a:lnTo>
                  <a:pt x="1568230" y="69787"/>
                </a:lnTo>
                <a:lnTo>
                  <a:pt x="1568230" y="98297"/>
                </a:lnTo>
                <a:lnTo>
                  <a:pt x="1568228" y="98862"/>
                </a:lnTo>
                <a:lnTo>
                  <a:pt x="1568223" y="99411"/>
                </a:lnTo>
                <a:lnTo>
                  <a:pt x="1568213" y="99944"/>
                </a:lnTo>
                <a:lnTo>
                  <a:pt x="1568200" y="100462"/>
                </a:lnTo>
                <a:lnTo>
                  <a:pt x="1568183" y="100965"/>
                </a:lnTo>
                <a:lnTo>
                  <a:pt x="1568162" y="101452"/>
                </a:lnTo>
                <a:lnTo>
                  <a:pt x="1568137" y="101924"/>
                </a:lnTo>
                <a:lnTo>
                  <a:pt x="1568109" y="102381"/>
                </a:lnTo>
                <a:lnTo>
                  <a:pt x="1568077" y="102822"/>
                </a:lnTo>
                <a:lnTo>
                  <a:pt x="1568041" y="103247"/>
                </a:lnTo>
                <a:lnTo>
                  <a:pt x="1568001" y="103657"/>
                </a:lnTo>
                <a:lnTo>
                  <a:pt x="1567957" y="104052"/>
                </a:lnTo>
                <a:lnTo>
                  <a:pt x="1567910" y="104431"/>
                </a:lnTo>
                <a:lnTo>
                  <a:pt x="1567859" y="104795"/>
                </a:lnTo>
                <a:lnTo>
                  <a:pt x="1567804" y="105144"/>
                </a:lnTo>
                <a:lnTo>
                  <a:pt x="1567745" y="105477"/>
                </a:lnTo>
                <a:lnTo>
                  <a:pt x="1567682" y="105794"/>
                </a:lnTo>
                <a:lnTo>
                  <a:pt x="1567616" y="106097"/>
                </a:lnTo>
                <a:lnTo>
                  <a:pt x="1567545" y="106383"/>
                </a:lnTo>
                <a:lnTo>
                  <a:pt x="1567472" y="106655"/>
                </a:lnTo>
                <a:lnTo>
                  <a:pt x="1567394" y="106911"/>
                </a:lnTo>
                <a:lnTo>
                  <a:pt x="1567312" y="107151"/>
                </a:lnTo>
                <a:lnTo>
                  <a:pt x="1567227" y="107376"/>
                </a:lnTo>
                <a:lnTo>
                  <a:pt x="1567138" y="107586"/>
                </a:lnTo>
                <a:lnTo>
                  <a:pt x="1567045" y="107785"/>
                </a:lnTo>
                <a:lnTo>
                  <a:pt x="1566950" y="107980"/>
                </a:lnTo>
                <a:lnTo>
                  <a:pt x="1566852" y="108170"/>
                </a:lnTo>
                <a:lnTo>
                  <a:pt x="1566752" y="108355"/>
                </a:lnTo>
                <a:lnTo>
                  <a:pt x="1566649" y="108536"/>
                </a:lnTo>
                <a:lnTo>
                  <a:pt x="1566543" y="108712"/>
                </a:lnTo>
                <a:lnTo>
                  <a:pt x="1566435" y="108883"/>
                </a:lnTo>
                <a:lnTo>
                  <a:pt x="1566324" y="109049"/>
                </a:lnTo>
                <a:lnTo>
                  <a:pt x="1566210" y="109210"/>
                </a:lnTo>
                <a:lnTo>
                  <a:pt x="1566093" y="109367"/>
                </a:lnTo>
                <a:lnTo>
                  <a:pt x="1565974" y="109519"/>
                </a:lnTo>
                <a:lnTo>
                  <a:pt x="1565853" y="109666"/>
                </a:lnTo>
                <a:lnTo>
                  <a:pt x="1565728" y="109808"/>
                </a:lnTo>
                <a:lnTo>
                  <a:pt x="1565601" y="109946"/>
                </a:lnTo>
                <a:lnTo>
                  <a:pt x="1565471" y="110078"/>
                </a:lnTo>
                <a:lnTo>
                  <a:pt x="1565339" y="110206"/>
                </a:lnTo>
                <a:lnTo>
                  <a:pt x="1565204" y="110330"/>
                </a:lnTo>
                <a:lnTo>
                  <a:pt x="1565066" y="110448"/>
                </a:lnTo>
                <a:lnTo>
                  <a:pt x="1564925" y="110562"/>
                </a:lnTo>
                <a:lnTo>
                  <a:pt x="1564782" y="110671"/>
                </a:lnTo>
                <a:lnTo>
                  <a:pt x="1564637" y="110775"/>
                </a:lnTo>
                <a:lnTo>
                  <a:pt x="1564488" y="110874"/>
                </a:lnTo>
                <a:lnTo>
                  <a:pt x="1564337" y="110969"/>
                </a:lnTo>
                <a:lnTo>
                  <a:pt x="1564183" y="111059"/>
                </a:lnTo>
                <a:lnTo>
                  <a:pt x="1564022" y="111144"/>
                </a:lnTo>
                <a:lnTo>
                  <a:pt x="1563848" y="111227"/>
                </a:lnTo>
                <a:lnTo>
                  <a:pt x="1563662" y="111305"/>
                </a:lnTo>
                <a:lnTo>
                  <a:pt x="1563464" y="111380"/>
                </a:lnTo>
                <a:lnTo>
                  <a:pt x="1563253" y="111451"/>
                </a:lnTo>
                <a:lnTo>
                  <a:pt x="1563030" y="111518"/>
                </a:lnTo>
                <a:lnTo>
                  <a:pt x="1562794" y="111582"/>
                </a:lnTo>
                <a:lnTo>
                  <a:pt x="1562546" y="111642"/>
                </a:lnTo>
                <a:lnTo>
                  <a:pt x="1562286" y="111699"/>
                </a:lnTo>
                <a:lnTo>
                  <a:pt x="1562013" y="111751"/>
                </a:lnTo>
                <a:lnTo>
                  <a:pt x="1561728" y="111801"/>
                </a:lnTo>
                <a:lnTo>
                  <a:pt x="1561431" y="111846"/>
                </a:lnTo>
                <a:lnTo>
                  <a:pt x="1561121" y="111888"/>
                </a:lnTo>
                <a:lnTo>
                  <a:pt x="1560799" y="111926"/>
                </a:lnTo>
                <a:lnTo>
                  <a:pt x="1560465" y="111961"/>
                </a:lnTo>
                <a:lnTo>
                  <a:pt x="1560118" y="111992"/>
                </a:lnTo>
                <a:lnTo>
                  <a:pt x="1559759" y="112019"/>
                </a:lnTo>
                <a:lnTo>
                  <a:pt x="1559387" y="112043"/>
                </a:lnTo>
                <a:lnTo>
                  <a:pt x="1559003" y="112063"/>
                </a:lnTo>
                <a:lnTo>
                  <a:pt x="1558607" y="112079"/>
                </a:lnTo>
                <a:lnTo>
                  <a:pt x="1558198" y="112092"/>
                </a:lnTo>
                <a:lnTo>
                  <a:pt x="1557777" y="112101"/>
                </a:lnTo>
                <a:lnTo>
                  <a:pt x="1557344" y="112107"/>
                </a:lnTo>
                <a:lnTo>
                  <a:pt x="1556898" y="112109"/>
                </a:lnTo>
                <a:lnTo>
                  <a:pt x="1556898" y="115104"/>
                </a:lnTo>
                <a:lnTo>
                  <a:pt x="1592919" y="115104"/>
                </a:lnTo>
                <a:lnTo>
                  <a:pt x="1592919" y="112109"/>
                </a:lnTo>
                <a:lnTo>
                  <a:pt x="1592486" y="112107"/>
                </a:lnTo>
                <a:lnTo>
                  <a:pt x="1592064" y="112101"/>
                </a:lnTo>
                <a:lnTo>
                  <a:pt x="1591654" y="112091"/>
                </a:lnTo>
                <a:lnTo>
                  <a:pt x="1591256" y="112077"/>
                </a:lnTo>
                <a:lnTo>
                  <a:pt x="1590869" y="112060"/>
                </a:lnTo>
                <a:lnTo>
                  <a:pt x="1590493" y="112038"/>
                </a:lnTo>
                <a:lnTo>
                  <a:pt x="1590128" y="112012"/>
                </a:lnTo>
                <a:lnTo>
                  <a:pt x="1589775" y="111983"/>
                </a:lnTo>
                <a:lnTo>
                  <a:pt x="1589433" y="111950"/>
                </a:lnTo>
                <a:lnTo>
                  <a:pt x="1589103" y="111912"/>
                </a:lnTo>
                <a:lnTo>
                  <a:pt x="1588784" y="111871"/>
                </a:lnTo>
                <a:lnTo>
                  <a:pt x="1588477" y="111826"/>
                </a:lnTo>
                <a:lnTo>
                  <a:pt x="1588181" y="111777"/>
                </a:lnTo>
                <a:lnTo>
                  <a:pt x="1587896" y="111724"/>
                </a:lnTo>
                <a:lnTo>
                  <a:pt x="1587622" y="111667"/>
                </a:lnTo>
                <a:lnTo>
                  <a:pt x="1587360" y="111606"/>
                </a:lnTo>
                <a:lnTo>
                  <a:pt x="1587110" y="111541"/>
                </a:lnTo>
                <a:lnTo>
                  <a:pt x="1586870" y="111473"/>
                </a:lnTo>
                <a:lnTo>
                  <a:pt x="1586643" y="111400"/>
                </a:lnTo>
                <a:lnTo>
                  <a:pt x="1586426" y="111323"/>
                </a:lnTo>
                <a:lnTo>
                  <a:pt x="1586221" y="111243"/>
                </a:lnTo>
                <a:lnTo>
                  <a:pt x="1586027" y="111158"/>
                </a:lnTo>
                <a:lnTo>
                  <a:pt x="1585845" y="111070"/>
                </a:lnTo>
                <a:lnTo>
                  <a:pt x="1585674" y="110978"/>
                </a:lnTo>
                <a:lnTo>
                  <a:pt x="1585510" y="110882"/>
                </a:lnTo>
                <a:lnTo>
                  <a:pt x="1585350" y="110781"/>
                </a:lnTo>
                <a:lnTo>
                  <a:pt x="1585193" y="110677"/>
                </a:lnTo>
                <a:lnTo>
                  <a:pt x="1585040" y="110568"/>
                </a:lnTo>
                <a:lnTo>
                  <a:pt x="1584890" y="110456"/>
                </a:lnTo>
                <a:lnTo>
                  <a:pt x="1584743" y="110339"/>
                </a:lnTo>
                <a:lnTo>
                  <a:pt x="1584600" y="110219"/>
                </a:lnTo>
                <a:lnTo>
                  <a:pt x="1584460" y="110094"/>
                </a:lnTo>
                <a:lnTo>
                  <a:pt x="1584323" y="109965"/>
                </a:lnTo>
                <a:lnTo>
                  <a:pt x="1584190" y="109832"/>
                </a:lnTo>
                <a:lnTo>
                  <a:pt x="1584060" y="109695"/>
                </a:lnTo>
                <a:lnTo>
                  <a:pt x="1583934" y="109554"/>
                </a:lnTo>
                <a:lnTo>
                  <a:pt x="1583811" y="109409"/>
                </a:lnTo>
                <a:lnTo>
                  <a:pt x="1583691" y="109260"/>
                </a:lnTo>
                <a:lnTo>
                  <a:pt x="1583574" y="109107"/>
                </a:lnTo>
                <a:lnTo>
                  <a:pt x="1583461" y="108950"/>
                </a:lnTo>
                <a:lnTo>
                  <a:pt x="1583352" y="108788"/>
                </a:lnTo>
                <a:lnTo>
                  <a:pt x="1583246" y="108623"/>
                </a:lnTo>
                <a:lnTo>
                  <a:pt x="1583143" y="108454"/>
                </a:lnTo>
                <a:lnTo>
                  <a:pt x="1583043" y="108280"/>
                </a:lnTo>
                <a:lnTo>
                  <a:pt x="1582947" y="108102"/>
                </a:lnTo>
                <a:lnTo>
                  <a:pt x="1582854" y="107921"/>
                </a:lnTo>
                <a:lnTo>
                  <a:pt x="1582765" y="107735"/>
                </a:lnTo>
                <a:lnTo>
                  <a:pt x="1582679" y="107545"/>
                </a:lnTo>
                <a:lnTo>
                  <a:pt x="1582596" y="107345"/>
                </a:lnTo>
                <a:lnTo>
                  <a:pt x="1582517" y="107129"/>
                </a:lnTo>
                <a:lnTo>
                  <a:pt x="1582442" y="106897"/>
                </a:lnTo>
                <a:lnTo>
                  <a:pt x="1582370" y="106649"/>
                </a:lnTo>
                <a:lnTo>
                  <a:pt x="1582301" y="106385"/>
                </a:lnTo>
                <a:lnTo>
                  <a:pt x="1582236" y="106104"/>
                </a:lnTo>
                <a:lnTo>
                  <a:pt x="1582175" y="105807"/>
                </a:lnTo>
                <a:lnTo>
                  <a:pt x="1582117" y="105495"/>
                </a:lnTo>
                <a:lnTo>
                  <a:pt x="1582062" y="105166"/>
                </a:lnTo>
                <a:lnTo>
                  <a:pt x="1582011" y="104821"/>
                </a:lnTo>
                <a:lnTo>
                  <a:pt x="1581964" y="104460"/>
                </a:lnTo>
                <a:lnTo>
                  <a:pt x="1581920" y="104082"/>
                </a:lnTo>
                <a:lnTo>
                  <a:pt x="1581880" y="103689"/>
                </a:lnTo>
                <a:lnTo>
                  <a:pt x="1581843" y="103279"/>
                </a:lnTo>
                <a:lnTo>
                  <a:pt x="1581809" y="102854"/>
                </a:lnTo>
                <a:lnTo>
                  <a:pt x="1581780" y="102412"/>
                </a:lnTo>
                <a:lnTo>
                  <a:pt x="1581753" y="101954"/>
                </a:lnTo>
                <a:lnTo>
                  <a:pt x="1581730" y="101480"/>
                </a:lnTo>
                <a:lnTo>
                  <a:pt x="1581711" y="100990"/>
                </a:lnTo>
                <a:lnTo>
                  <a:pt x="1581695" y="100484"/>
                </a:lnTo>
                <a:lnTo>
                  <a:pt x="1581683" y="99961"/>
                </a:lnTo>
                <a:lnTo>
                  <a:pt x="1581674" y="99423"/>
                </a:lnTo>
                <a:lnTo>
                  <a:pt x="1581669" y="98868"/>
                </a:lnTo>
                <a:lnTo>
                  <a:pt x="1581667" y="98297"/>
                </a:lnTo>
                <a:lnTo>
                  <a:pt x="1581667" y="38854"/>
                </a:lnTo>
                <a:lnTo>
                  <a:pt x="1578106" y="38854"/>
                </a:lnTo>
                <a:lnTo>
                  <a:pt x="1555765" y="47899"/>
                </a:lnTo>
                <a:lnTo>
                  <a:pt x="1556898" y="50808"/>
                </a:lnTo>
                <a:lnTo>
                  <a:pt x="1557166" y="50709"/>
                </a:lnTo>
                <a:lnTo>
                  <a:pt x="1557431" y="50615"/>
                </a:lnTo>
                <a:close/>
                <a:moveTo>
                  <a:pt x="1599441" y="50709"/>
                </a:moveTo>
                <a:lnTo>
                  <a:pt x="1599699" y="50615"/>
                </a:lnTo>
                <a:lnTo>
                  <a:pt x="1599954" y="50524"/>
                </a:lnTo>
                <a:lnTo>
                  <a:pt x="1600207" y="50438"/>
                </a:lnTo>
                <a:lnTo>
                  <a:pt x="1600456" y="50356"/>
                </a:lnTo>
                <a:lnTo>
                  <a:pt x="1600702" y="50278"/>
                </a:lnTo>
                <a:lnTo>
                  <a:pt x="1600945" y="50204"/>
                </a:lnTo>
                <a:lnTo>
                  <a:pt x="1601185" y="50135"/>
                </a:lnTo>
                <a:lnTo>
                  <a:pt x="1601422" y="50070"/>
                </a:lnTo>
                <a:lnTo>
                  <a:pt x="1601655" y="50009"/>
                </a:lnTo>
                <a:lnTo>
                  <a:pt x="1601886" y="49952"/>
                </a:lnTo>
                <a:lnTo>
                  <a:pt x="1602113" y="49899"/>
                </a:lnTo>
                <a:lnTo>
                  <a:pt x="1602338" y="49851"/>
                </a:lnTo>
                <a:lnTo>
                  <a:pt x="1602559" y="49807"/>
                </a:lnTo>
                <a:lnTo>
                  <a:pt x="1602777" y="49767"/>
                </a:lnTo>
                <a:lnTo>
                  <a:pt x="1602993" y="49731"/>
                </a:lnTo>
                <a:lnTo>
                  <a:pt x="1603205" y="49699"/>
                </a:lnTo>
                <a:lnTo>
                  <a:pt x="1603414" y="49672"/>
                </a:lnTo>
                <a:lnTo>
                  <a:pt x="1603619" y="49649"/>
                </a:lnTo>
                <a:lnTo>
                  <a:pt x="1603822" y="49630"/>
                </a:lnTo>
                <a:lnTo>
                  <a:pt x="1604022" y="49615"/>
                </a:lnTo>
                <a:lnTo>
                  <a:pt x="1604219" y="49605"/>
                </a:lnTo>
                <a:lnTo>
                  <a:pt x="1604412" y="49599"/>
                </a:lnTo>
                <a:lnTo>
                  <a:pt x="1604602" y="49596"/>
                </a:lnTo>
                <a:lnTo>
                  <a:pt x="1604776" y="49598"/>
                </a:lnTo>
                <a:lnTo>
                  <a:pt x="1604947" y="49604"/>
                </a:lnTo>
                <a:lnTo>
                  <a:pt x="1605115" y="49613"/>
                </a:lnTo>
                <a:lnTo>
                  <a:pt x="1605280" y="49626"/>
                </a:lnTo>
                <a:lnTo>
                  <a:pt x="1605442" y="49642"/>
                </a:lnTo>
                <a:lnTo>
                  <a:pt x="1605602" y="49662"/>
                </a:lnTo>
                <a:lnTo>
                  <a:pt x="1605758" y="49686"/>
                </a:lnTo>
                <a:lnTo>
                  <a:pt x="1605911" y="49713"/>
                </a:lnTo>
                <a:lnTo>
                  <a:pt x="1606061" y="49744"/>
                </a:lnTo>
                <a:lnTo>
                  <a:pt x="1606209" y="49779"/>
                </a:lnTo>
                <a:lnTo>
                  <a:pt x="1606353" y="49817"/>
                </a:lnTo>
                <a:lnTo>
                  <a:pt x="1606495" y="49859"/>
                </a:lnTo>
                <a:lnTo>
                  <a:pt x="1606633" y="49904"/>
                </a:lnTo>
                <a:lnTo>
                  <a:pt x="1606769" y="49954"/>
                </a:lnTo>
                <a:lnTo>
                  <a:pt x="1606901" y="50006"/>
                </a:lnTo>
                <a:lnTo>
                  <a:pt x="1607031" y="50063"/>
                </a:lnTo>
                <a:lnTo>
                  <a:pt x="1607157" y="50123"/>
                </a:lnTo>
                <a:lnTo>
                  <a:pt x="1607281" y="50187"/>
                </a:lnTo>
                <a:lnTo>
                  <a:pt x="1607402" y="50254"/>
                </a:lnTo>
                <a:lnTo>
                  <a:pt x="1607520" y="50325"/>
                </a:lnTo>
                <a:lnTo>
                  <a:pt x="1607635" y="50400"/>
                </a:lnTo>
                <a:lnTo>
                  <a:pt x="1607747" y="50478"/>
                </a:lnTo>
                <a:lnTo>
                  <a:pt x="1607856" y="50561"/>
                </a:lnTo>
                <a:lnTo>
                  <a:pt x="1607962" y="50646"/>
                </a:lnTo>
                <a:lnTo>
                  <a:pt x="1608065" y="50737"/>
                </a:lnTo>
                <a:lnTo>
                  <a:pt x="1608166" y="50834"/>
                </a:lnTo>
                <a:lnTo>
                  <a:pt x="1608265" y="50938"/>
                </a:lnTo>
                <a:lnTo>
                  <a:pt x="1608362" y="51048"/>
                </a:lnTo>
                <a:lnTo>
                  <a:pt x="1608456" y="51164"/>
                </a:lnTo>
                <a:lnTo>
                  <a:pt x="1608548" y="51287"/>
                </a:lnTo>
                <a:lnTo>
                  <a:pt x="1608638" y="51417"/>
                </a:lnTo>
                <a:lnTo>
                  <a:pt x="1608726" y="51553"/>
                </a:lnTo>
                <a:lnTo>
                  <a:pt x="1608812" y="51695"/>
                </a:lnTo>
                <a:lnTo>
                  <a:pt x="1608895" y="51844"/>
                </a:lnTo>
                <a:lnTo>
                  <a:pt x="1608976" y="51999"/>
                </a:lnTo>
                <a:lnTo>
                  <a:pt x="1609054" y="52161"/>
                </a:lnTo>
                <a:lnTo>
                  <a:pt x="1609131" y="52329"/>
                </a:lnTo>
                <a:lnTo>
                  <a:pt x="1609205" y="52504"/>
                </a:lnTo>
                <a:lnTo>
                  <a:pt x="1609277" y="52685"/>
                </a:lnTo>
                <a:lnTo>
                  <a:pt x="1609347" y="52872"/>
                </a:lnTo>
                <a:lnTo>
                  <a:pt x="1609414" y="53066"/>
                </a:lnTo>
                <a:lnTo>
                  <a:pt x="1609479" y="53267"/>
                </a:lnTo>
                <a:lnTo>
                  <a:pt x="1609542" y="53474"/>
                </a:lnTo>
                <a:lnTo>
                  <a:pt x="1609603" y="53687"/>
                </a:lnTo>
                <a:lnTo>
                  <a:pt x="1609661" y="53907"/>
                </a:lnTo>
                <a:lnTo>
                  <a:pt x="1609718" y="54133"/>
                </a:lnTo>
                <a:lnTo>
                  <a:pt x="1609772" y="54366"/>
                </a:lnTo>
                <a:lnTo>
                  <a:pt x="1609823" y="54605"/>
                </a:lnTo>
                <a:lnTo>
                  <a:pt x="1609873" y="54865"/>
                </a:lnTo>
                <a:lnTo>
                  <a:pt x="1609920" y="55162"/>
                </a:lnTo>
                <a:lnTo>
                  <a:pt x="1609966" y="55494"/>
                </a:lnTo>
                <a:lnTo>
                  <a:pt x="1610009" y="55863"/>
                </a:lnTo>
                <a:lnTo>
                  <a:pt x="1610050" y="56268"/>
                </a:lnTo>
                <a:lnTo>
                  <a:pt x="1610089" y="56709"/>
                </a:lnTo>
                <a:lnTo>
                  <a:pt x="1610126" y="57187"/>
                </a:lnTo>
                <a:lnTo>
                  <a:pt x="1610161" y="57700"/>
                </a:lnTo>
                <a:lnTo>
                  <a:pt x="1610193" y="58250"/>
                </a:lnTo>
                <a:lnTo>
                  <a:pt x="1610224" y="58836"/>
                </a:lnTo>
                <a:lnTo>
                  <a:pt x="1610252" y="59458"/>
                </a:lnTo>
                <a:lnTo>
                  <a:pt x="1610279" y="60116"/>
                </a:lnTo>
                <a:lnTo>
                  <a:pt x="1610303" y="60811"/>
                </a:lnTo>
                <a:lnTo>
                  <a:pt x="1610325" y="61541"/>
                </a:lnTo>
                <a:lnTo>
                  <a:pt x="1610345" y="62308"/>
                </a:lnTo>
                <a:lnTo>
                  <a:pt x="1610363" y="63111"/>
                </a:lnTo>
                <a:lnTo>
                  <a:pt x="1610379" y="63950"/>
                </a:lnTo>
                <a:lnTo>
                  <a:pt x="1610393" y="64825"/>
                </a:lnTo>
                <a:lnTo>
                  <a:pt x="1610404" y="65737"/>
                </a:lnTo>
                <a:lnTo>
                  <a:pt x="1610414" y="66684"/>
                </a:lnTo>
                <a:lnTo>
                  <a:pt x="1610421" y="67668"/>
                </a:lnTo>
                <a:lnTo>
                  <a:pt x="1610426" y="68688"/>
                </a:lnTo>
                <a:lnTo>
                  <a:pt x="1610429" y="69744"/>
                </a:lnTo>
                <a:lnTo>
                  <a:pt x="1610430" y="70837"/>
                </a:lnTo>
                <a:lnTo>
                  <a:pt x="1610430" y="98297"/>
                </a:lnTo>
                <a:lnTo>
                  <a:pt x="1610427" y="98961"/>
                </a:lnTo>
                <a:lnTo>
                  <a:pt x="1610417" y="99607"/>
                </a:lnTo>
                <a:lnTo>
                  <a:pt x="1610399" y="100235"/>
                </a:lnTo>
                <a:lnTo>
                  <a:pt x="1610375" y="100845"/>
                </a:lnTo>
                <a:lnTo>
                  <a:pt x="1610344" y="101437"/>
                </a:lnTo>
                <a:lnTo>
                  <a:pt x="1610307" y="102010"/>
                </a:lnTo>
                <a:lnTo>
                  <a:pt x="1610262" y="102566"/>
                </a:lnTo>
                <a:lnTo>
                  <a:pt x="1610210" y="103103"/>
                </a:lnTo>
                <a:lnTo>
                  <a:pt x="1610152" y="103623"/>
                </a:lnTo>
                <a:lnTo>
                  <a:pt x="1610086" y="104124"/>
                </a:lnTo>
                <a:lnTo>
                  <a:pt x="1610014" y="104607"/>
                </a:lnTo>
                <a:lnTo>
                  <a:pt x="1609935" y="105072"/>
                </a:lnTo>
                <a:lnTo>
                  <a:pt x="1609849" y="105519"/>
                </a:lnTo>
                <a:lnTo>
                  <a:pt x="1609756" y="105948"/>
                </a:lnTo>
                <a:lnTo>
                  <a:pt x="1609656" y="106359"/>
                </a:lnTo>
                <a:lnTo>
                  <a:pt x="1609549" y="106752"/>
                </a:lnTo>
                <a:lnTo>
                  <a:pt x="1609435" y="107126"/>
                </a:lnTo>
                <a:lnTo>
                  <a:pt x="1609315" y="107483"/>
                </a:lnTo>
                <a:lnTo>
                  <a:pt x="1609188" y="107821"/>
                </a:lnTo>
                <a:lnTo>
                  <a:pt x="1609053" y="108142"/>
                </a:lnTo>
                <a:lnTo>
                  <a:pt x="1608912" y="108444"/>
                </a:lnTo>
                <a:lnTo>
                  <a:pt x="1608764" y="108728"/>
                </a:lnTo>
                <a:lnTo>
                  <a:pt x="1608609" y="108995"/>
                </a:lnTo>
                <a:lnTo>
                  <a:pt x="1608447" y="109243"/>
                </a:lnTo>
                <a:lnTo>
                  <a:pt x="1608276" y="109476"/>
                </a:lnTo>
                <a:lnTo>
                  <a:pt x="1608091" y="109700"/>
                </a:lnTo>
                <a:lnTo>
                  <a:pt x="1607894" y="109914"/>
                </a:lnTo>
                <a:lnTo>
                  <a:pt x="1607684" y="110118"/>
                </a:lnTo>
                <a:lnTo>
                  <a:pt x="1607461" y="110312"/>
                </a:lnTo>
                <a:lnTo>
                  <a:pt x="1607226" y="110496"/>
                </a:lnTo>
                <a:lnTo>
                  <a:pt x="1606977" y="110671"/>
                </a:lnTo>
                <a:lnTo>
                  <a:pt x="1606716" y="110835"/>
                </a:lnTo>
                <a:lnTo>
                  <a:pt x="1606442" y="110989"/>
                </a:lnTo>
                <a:lnTo>
                  <a:pt x="1606155" y="111133"/>
                </a:lnTo>
                <a:lnTo>
                  <a:pt x="1605856" y="111268"/>
                </a:lnTo>
                <a:lnTo>
                  <a:pt x="1605543" y="111392"/>
                </a:lnTo>
                <a:lnTo>
                  <a:pt x="1605218" y="111507"/>
                </a:lnTo>
                <a:lnTo>
                  <a:pt x="1604880" y="111611"/>
                </a:lnTo>
                <a:lnTo>
                  <a:pt x="1604530" y="111706"/>
                </a:lnTo>
                <a:lnTo>
                  <a:pt x="1604166" y="111790"/>
                </a:lnTo>
                <a:lnTo>
                  <a:pt x="1603790" y="111865"/>
                </a:lnTo>
                <a:lnTo>
                  <a:pt x="1603401" y="111929"/>
                </a:lnTo>
                <a:lnTo>
                  <a:pt x="1602999" y="111984"/>
                </a:lnTo>
                <a:lnTo>
                  <a:pt x="1602584" y="112029"/>
                </a:lnTo>
                <a:lnTo>
                  <a:pt x="1602157" y="112064"/>
                </a:lnTo>
                <a:lnTo>
                  <a:pt x="1601717" y="112089"/>
                </a:lnTo>
                <a:lnTo>
                  <a:pt x="1601264" y="112104"/>
                </a:lnTo>
                <a:lnTo>
                  <a:pt x="1600798" y="112109"/>
                </a:lnTo>
                <a:lnTo>
                  <a:pt x="1599179" y="112109"/>
                </a:lnTo>
                <a:lnTo>
                  <a:pt x="1599179" y="115104"/>
                </a:lnTo>
                <a:lnTo>
                  <a:pt x="1635847" y="115104"/>
                </a:lnTo>
                <a:lnTo>
                  <a:pt x="1635847" y="112109"/>
                </a:lnTo>
                <a:lnTo>
                  <a:pt x="1635348" y="112107"/>
                </a:lnTo>
                <a:lnTo>
                  <a:pt x="1634864" y="112101"/>
                </a:lnTo>
                <a:lnTo>
                  <a:pt x="1634393" y="112092"/>
                </a:lnTo>
                <a:lnTo>
                  <a:pt x="1633937" y="112078"/>
                </a:lnTo>
                <a:lnTo>
                  <a:pt x="1633495" y="112061"/>
                </a:lnTo>
                <a:lnTo>
                  <a:pt x="1633067" y="112041"/>
                </a:lnTo>
                <a:lnTo>
                  <a:pt x="1632654" y="112016"/>
                </a:lnTo>
                <a:lnTo>
                  <a:pt x="1632254" y="111988"/>
                </a:lnTo>
                <a:lnTo>
                  <a:pt x="1631869" y="111956"/>
                </a:lnTo>
                <a:lnTo>
                  <a:pt x="1631498" y="111920"/>
                </a:lnTo>
                <a:lnTo>
                  <a:pt x="1631141" y="111880"/>
                </a:lnTo>
                <a:lnTo>
                  <a:pt x="1630798" y="111837"/>
                </a:lnTo>
                <a:lnTo>
                  <a:pt x="1630470" y="111789"/>
                </a:lnTo>
                <a:lnTo>
                  <a:pt x="1630155" y="111738"/>
                </a:lnTo>
                <a:lnTo>
                  <a:pt x="1629855" y="111684"/>
                </a:lnTo>
                <a:lnTo>
                  <a:pt x="1629569" y="111625"/>
                </a:lnTo>
                <a:lnTo>
                  <a:pt x="1629298" y="111563"/>
                </a:lnTo>
                <a:lnTo>
                  <a:pt x="1629040" y="111497"/>
                </a:lnTo>
                <a:lnTo>
                  <a:pt x="1628797" y="111427"/>
                </a:lnTo>
                <a:lnTo>
                  <a:pt x="1628568" y="111353"/>
                </a:lnTo>
                <a:lnTo>
                  <a:pt x="1628353" y="111276"/>
                </a:lnTo>
                <a:lnTo>
                  <a:pt x="1628152" y="111195"/>
                </a:lnTo>
                <a:lnTo>
                  <a:pt x="1627965" y="111110"/>
                </a:lnTo>
                <a:lnTo>
                  <a:pt x="1627793" y="111021"/>
                </a:lnTo>
                <a:lnTo>
                  <a:pt x="1627629" y="110928"/>
                </a:lnTo>
                <a:lnTo>
                  <a:pt x="1627468" y="110831"/>
                </a:lnTo>
                <a:lnTo>
                  <a:pt x="1627311" y="110729"/>
                </a:lnTo>
                <a:lnTo>
                  <a:pt x="1627156" y="110624"/>
                </a:lnTo>
                <a:lnTo>
                  <a:pt x="1627004" y="110514"/>
                </a:lnTo>
                <a:lnTo>
                  <a:pt x="1626855" y="110399"/>
                </a:lnTo>
                <a:lnTo>
                  <a:pt x="1626709" y="110280"/>
                </a:lnTo>
                <a:lnTo>
                  <a:pt x="1626565" y="110157"/>
                </a:lnTo>
                <a:lnTo>
                  <a:pt x="1626425" y="110030"/>
                </a:lnTo>
                <a:lnTo>
                  <a:pt x="1626288" y="109898"/>
                </a:lnTo>
                <a:lnTo>
                  <a:pt x="1626154" y="109762"/>
                </a:lnTo>
                <a:lnTo>
                  <a:pt x="1626022" y="109621"/>
                </a:lnTo>
                <a:lnTo>
                  <a:pt x="1625894" y="109477"/>
                </a:lnTo>
                <a:lnTo>
                  <a:pt x="1625769" y="109328"/>
                </a:lnTo>
                <a:lnTo>
                  <a:pt x="1625646" y="109174"/>
                </a:lnTo>
                <a:lnTo>
                  <a:pt x="1625527" y="109016"/>
                </a:lnTo>
                <a:lnTo>
                  <a:pt x="1625410" y="108854"/>
                </a:lnTo>
                <a:lnTo>
                  <a:pt x="1625296" y="108688"/>
                </a:lnTo>
                <a:lnTo>
                  <a:pt x="1625186" y="108517"/>
                </a:lnTo>
                <a:lnTo>
                  <a:pt x="1625078" y="108342"/>
                </a:lnTo>
                <a:lnTo>
                  <a:pt x="1624973" y="108163"/>
                </a:lnTo>
                <a:lnTo>
                  <a:pt x="1624872" y="107979"/>
                </a:lnTo>
                <a:lnTo>
                  <a:pt x="1624773" y="107791"/>
                </a:lnTo>
                <a:lnTo>
                  <a:pt x="1624677" y="107598"/>
                </a:lnTo>
                <a:lnTo>
                  <a:pt x="1624604" y="107441"/>
                </a:lnTo>
                <a:lnTo>
                  <a:pt x="1624535" y="107264"/>
                </a:lnTo>
                <a:lnTo>
                  <a:pt x="1624468" y="107066"/>
                </a:lnTo>
                <a:lnTo>
                  <a:pt x="1624405" y="106849"/>
                </a:lnTo>
                <a:lnTo>
                  <a:pt x="1624344" y="106612"/>
                </a:lnTo>
                <a:lnTo>
                  <a:pt x="1624287" y="106356"/>
                </a:lnTo>
                <a:lnTo>
                  <a:pt x="1624233" y="106079"/>
                </a:lnTo>
                <a:lnTo>
                  <a:pt x="1624182" y="105783"/>
                </a:lnTo>
                <a:lnTo>
                  <a:pt x="1624134" y="105466"/>
                </a:lnTo>
                <a:lnTo>
                  <a:pt x="1624089" y="105130"/>
                </a:lnTo>
                <a:lnTo>
                  <a:pt x="1624048" y="104774"/>
                </a:lnTo>
                <a:lnTo>
                  <a:pt x="1624009" y="104398"/>
                </a:lnTo>
                <a:lnTo>
                  <a:pt x="1623973" y="104002"/>
                </a:lnTo>
                <a:lnTo>
                  <a:pt x="1623941" y="103587"/>
                </a:lnTo>
                <a:lnTo>
                  <a:pt x="1623912" y="103151"/>
                </a:lnTo>
                <a:lnTo>
                  <a:pt x="1623885" y="102696"/>
                </a:lnTo>
                <a:lnTo>
                  <a:pt x="1623862" y="102220"/>
                </a:lnTo>
                <a:lnTo>
                  <a:pt x="1623842" y="101725"/>
                </a:lnTo>
                <a:lnTo>
                  <a:pt x="1623825" y="101210"/>
                </a:lnTo>
                <a:lnTo>
                  <a:pt x="1623811" y="100676"/>
                </a:lnTo>
                <a:lnTo>
                  <a:pt x="1623800" y="100121"/>
                </a:lnTo>
                <a:lnTo>
                  <a:pt x="1623793" y="99546"/>
                </a:lnTo>
                <a:lnTo>
                  <a:pt x="1623788" y="98952"/>
                </a:lnTo>
                <a:lnTo>
                  <a:pt x="1623786" y="98338"/>
                </a:lnTo>
                <a:lnTo>
                  <a:pt x="1623786" y="59441"/>
                </a:lnTo>
                <a:lnTo>
                  <a:pt x="1624582" y="58587"/>
                </a:lnTo>
                <a:lnTo>
                  <a:pt x="1625379" y="57769"/>
                </a:lnTo>
                <a:lnTo>
                  <a:pt x="1626175" y="56987"/>
                </a:lnTo>
                <a:lnTo>
                  <a:pt x="1626972" y="56242"/>
                </a:lnTo>
                <a:lnTo>
                  <a:pt x="1627770" y="55533"/>
                </a:lnTo>
                <a:lnTo>
                  <a:pt x="1628567" y="54861"/>
                </a:lnTo>
                <a:lnTo>
                  <a:pt x="1629365" y="54225"/>
                </a:lnTo>
                <a:lnTo>
                  <a:pt x="1630163" y="53625"/>
                </a:lnTo>
                <a:lnTo>
                  <a:pt x="1630961" y="53061"/>
                </a:lnTo>
                <a:lnTo>
                  <a:pt x="1631760" y="52534"/>
                </a:lnTo>
                <a:lnTo>
                  <a:pt x="1632559" y="52043"/>
                </a:lnTo>
                <a:lnTo>
                  <a:pt x="1633358" y="51589"/>
                </a:lnTo>
                <a:lnTo>
                  <a:pt x="1634158" y="51171"/>
                </a:lnTo>
                <a:lnTo>
                  <a:pt x="1634957" y="50789"/>
                </a:lnTo>
                <a:lnTo>
                  <a:pt x="1635757" y="50444"/>
                </a:lnTo>
                <a:lnTo>
                  <a:pt x="1636558" y="50135"/>
                </a:lnTo>
                <a:lnTo>
                  <a:pt x="1637358" y="49862"/>
                </a:lnTo>
                <a:lnTo>
                  <a:pt x="1638159" y="49626"/>
                </a:lnTo>
                <a:lnTo>
                  <a:pt x="1638960" y="49426"/>
                </a:lnTo>
                <a:lnTo>
                  <a:pt x="1639762" y="49262"/>
                </a:lnTo>
                <a:lnTo>
                  <a:pt x="1640563" y="49135"/>
                </a:lnTo>
                <a:lnTo>
                  <a:pt x="1641365" y="49044"/>
                </a:lnTo>
                <a:lnTo>
                  <a:pt x="1642168" y="48990"/>
                </a:lnTo>
                <a:lnTo>
                  <a:pt x="1642970" y="48972"/>
                </a:lnTo>
                <a:lnTo>
                  <a:pt x="1643483" y="48980"/>
                </a:lnTo>
                <a:lnTo>
                  <a:pt x="1643984" y="49003"/>
                </a:lnTo>
                <a:lnTo>
                  <a:pt x="1644472" y="49043"/>
                </a:lnTo>
                <a:lnTo>
                  <a:pt x="1644948" y="49098"/>
                </a:lnTo>
                <a:lnTo>
                  <a:pt x="1645411" y="49169"/>
                </a:lnTo>
                <a:lnTo>
                  <a:pt x="1645862" y="49256"/>
                </a:lnTo>
                <a:lnTo>
                  <a:pt x="1646300" y="49359"/>
                </a:lnTo>
                <a:lnTo>
                  <a:pt x="1646725" y="49477"/>
                </a:lnTo>
                <a:lnTo>
                  <a:pt x="1647138" y="49612"/>
                </a:lnTo>
                <a:lnTo>
                  <a:pt x="1647539" y="49762"/>
                </a:lnTo>
                <a:lnTo>
                  <a:pt x="1647927" y="49928"/>
                </a:lnTo>
                <a:lnTo>
                  <a:pt x="1648303" y="50109"/>
                </a:lnTo>
                <a:lnTo>
                  <a:pt x="1648666" y="50307"/>
                </a:lnTo>
                <a:lnTo>
                  <a:pt x="1649016" y="50520"/>
                </a:lnTo>
                <a:lnTo>
                  <a:pt x="1649354" y="50749"/>
                </a:lnTo>
                <a:lnTo>
                  <a:pt x="1649680" y="50994"/>
                </a:lnTo>
                <a:lnTo>
                  <a:pt x="1649993" y="51255"/>
                </a:lnTo>
                <a:lnTo>
                  <a:pt x="1650293" y="51531"/>
                </a:lnTo>
                <a:lnTo>
                  <a:pt x="1650581" y="51824"/>
                </a:lnTo>
                <a:lnTo>
                  <a:pt x="1650857" y="52132"/>
                </a:lnTo>
                <a:lnTo>
                  <a:pt x="1651120" y="52456"/>
                </a:lnTo>
                <a:lnTo>
                  <a:pt x="1651370" y="52795"/>
                </a:lnTo>
                <a:lnTo>
                  <a:pt x="1651608" y="53151"/>
                </a:lnTo>
                <a:lnTo>
                  <a:pt x="1651834" y="53522"/>
                </a:lnTo>
                <a:lnTo>
                  <a:pt x="1652048" y="53911"/>
                </a:lnTo>
                <a:lnTo>
                  <a:pt x="1652254" y="54319"/>
                </a:lnTo>
                <a:lnTo>
                  <a:pt x="1652450" y="54746"/>
                </a:lnTo>
                <a:lnTo>
                  <a:pt x="1652638" y="55192"/>
                </a:lnTo>
                <a:lnTo>
                  <a:pt x="1652816" y="55658"/>
                </a:lnTo>
                <a:lnTo>
                  <a:pt x="1652985" y="56142"/>
                </a:lnTo>
                <a:lnTo>
                  <a:pt x="1653145" y="56646"/>
                </a:lnTo>
                <a:lnTo>
                  <a:pt x="1653295" y="57169"/>
                </a:lnTo>
                <a:lnTo>
                  <a:pt x="1653437" y="57711"/>
                </a:lnTo>
                <a:lnTo>
                  <a:pt x="1653569" y="58272"/>
                </a:lnTo>
                <a:lnTo>
                  <a:pt x="1653693" y="58852"/>
                </a:lnTo>
                <a:lnTo>
                  <a:pt x="1653807" y="59451"/>
                </a:lnTo>
                <a:lnTo>
                  <a:pt x="1653912" y="60070"/>
                </a:lnTo>
                <a:lnTo>
                  <a:pt x="1654008" y="60708"/>
                </a:lnTo>
                <a:lnTo>
                  <a:pt x="1654094" y="61365"/>
                </a:lnTo>
                <a:lnTo>
                  <a:pt x="1654172" y="62041"/>
                </a:lnTo>
                <a:lnTo>
                  <a:pt x="1654241" y="62736"/>
                </a:lnTo>
                <a:lnTo>
                  <a:pt x="1654300" y="63450"/>
                </a:lnTo>
                <a:lnTo>
                  <a:pt x="1654350" y="64183"/>
                </a:lnTo>
                <a:lnTo>
                  <a:pt x="1654391" y="64936"/>
                </a:lnTo>
                <a:lnTo>
                  <a:pt x="1654423" y="65708"/>
                </a:lnTo>
                <a:lnTo>
                  <a:pt x="1654446" y="66499"/>
                </a:lnTo>
                <a:lnTo>
                  <a:pt x="1654460" y="67309"/>
                </a:lnTo>
                <a:lnTo>
                  <a:pt x="1654464" y="68138"/>
                </a:lnTo>
                <a:lnTo>
                  <a:pt x="1654464" y="98338"/>
                </a:lnTo>
                <a:lnTo>
                  <a:pt x="1654464" y="98859"/>
                </a:lnTo>
                <a:lnTo>
                  <a:pt x="1654462" y="99362"/>
                </a:lnTo>
                <a:lnTo>
                  <a:pt x="1654459" y="99848"/>
                </a:lnTo>
                <a:lnTo>
                  <a:pt x="1654455" y="100315"/>
                </a:lnTo>
                <a:lnTo>
                  <a:pt x="1654450" y="100765"/>
                </a:lnTo>
                <a:lnTo>
                  <a:pt x="1654444" y="101197"/>
                </a:lnTo>
                <a:lnTo>
                  <a:pt x="1654437" y="101611"/>
                </a:lnTo>
                <a:lnTo>
                  <a:pt x="1654428" y="102007"/>
                </a:lnTo>
                <a:lnTo>
                  <a:pt x="1654419" y="102385"/>
                </a:lnTo>
                <a:lnTo>
                  <a:pt x="1654408" y="102745"/>
                </a:lnTo>
                <a:lnTo>
                  <a:pt x="1654396" y="103087"/>
                </a:lnTo>
                <a:lnTo>
                  <a:pt x="1654383" y="103411"/>
                </a:lnTo>
                <a:lnTo>
                  <a:pt x="1654369" y="103718"/>
                </a:lnTo>
                <a:lnTo>
                  <a:pt x="1654354" y="104007"/>
                </a:lnTo>
                <a:lnTo>
                  <a:pt x="1654338" y="104277"/>
                </a:lnTo>
                <a:lnTo>
                  <a:pt x="1654321" y="104530"/>
                </a:lnTo>
                <a:lnTo>
                  <a:pt x="1654302" y="104765"/>
                </a:lnTo>
                <a:lnTo>
                  <a:pt x="1654282" y="104982"/>
                </a:lnTo>
                <a:lnTo>
                  <a:pt x="1654262" y="105181"/>
                </a:lnTo>
                <a:lnTo>
                  <a:pt x="1654240" y="105363"/>
                </a:lnTo>
                <a:lnTo>
                  <a:pt x="1654217" y="105526"/>
                </a:lnTo>
                <a:lnTo>
                  <a:pt x="1654192" y="105671"/>
                </a:lnTo>
                <a:lnTo>
                  <a:pt x="1654167" y="105799"/>
                </a:lnTo>
                <a:lnTo>
                  <a:pt x="1654141" y="105909"/>
                </a:lnTo>
                <a:lnTo>
                  <a:pt x="1654071" y="106161"/>
                </a:lnTo>
                <a:lnTo>
                  <a:pt x="1653997" y="106408"/>
                </a:lnTo>
                <a:lnTo>
                  <a:pt x="1653919" y="106650"/>
                </a:lnTo>
                <a:lnTo>
                  <a:pt x="1653836" y="106887"/>
                </a:lnTo>
                <a:lnTo>
                  <a:pt x="1653749" y="107118"/>
                </a:lnTo>
                <a:lnTo>
                  <a:pt x="1653658" y="107345"/>
                </a:lnTo>
                <a:lnTo>
                  <a:pt x="1653562" y="107566"/>
                </a:lnTo>
                <a:lnTo>
                  <a:pt x="1653462" y="107782"/>
                </a:lnTo>
                <a:lnTo>
                  <a:pt x="1653357" y="107993"/>
                </a:lnTo>
                <a:lnTo>
                  <a:pt x="1653248" y="108199"/>
                </a:lnTo>
                <a:lnTo>
                  <a:pt x="1653135" y="108400"/>
                </a:lnTo>
                <a:lnTo>
                  <a:pt x="1653018" y="108595"/>
                </a:lnTo>
                <a:lnTo>
                  <a:pt x="1652896" y="108785"/>
                </a:lnTo>
                <a:lnTo>
                  <a:pt x="1652769" y="108970"/>
                </a:lnTo>
                <a:lnTo>
                  <a:pt x="1652639" y="109150"/>
                </a:lnTo>
                <a:lnTo>
                  <a:pt x="1652504" y="109325"/>
                </a:lnTo>
                <a:lnTo>
                  <a:pt x="1652364" y="109495"/>
                </a:lnTo>
                <a:lnTo>
                  <a:pt x="1652221" y="109659"/>
                </a:lnTo>
                <a:lnTo>
                  <a:pt x="1652073" y="109819"/>
                </a:lnTo>
                <a:lnTo>
                  <a:pt x="1651920" y="109973"/>
                </a:lnTo>
                <a:lnTo>
                  <a:pt x="1651764" y="110122"/>
                </a:lnTo>
                <a:lnTo>
                  <a:pt x="1651602" y="110266"/>
                </a:lnTo>
                <a:lnTo>
                  <a:pt x="1651437" y="110404"/>
                </a:lnTo>
                <a:lnTo>
                  <a:pt x="1651267" y="110538"/>
                </a:lnTo>
                <a:lnTo>
                  <a:pt x="1651090" y="110666"/>
                </a:lnTo>
                <a:lnTo>
                  <a:pt x="1650901" y="110789"/>
                </a:lnTo>
                <a:lnTo>
                  <a:pt x="1650702" y="110906"/>
                </a:lnTo>
                <a:lnTo>
                  <a:pt x="1650493" y="111018"/>
                </a:lnTo>
                <a:lnTo>
                  <a:pt x="1650272" y="111124"/>
                </a:lnTo>
                <a:lnTo>
                  <a:pt x="1650040" y="111225"/>
                </a:lnTo>
                <a:lnTo>
                  <a:pt x="1649798" y="111320"/>
                </a:lnTo>
                <a:lnTo>
                  <a:pt x="1649545" y="111410"/>
                </a:lnTo>
                <a:lnTo>
                  <a:pt x="1649281" y="111495"/>
                </a:lnTo>
                <a:lnTo>
                  <a:pt x="1649006" y="111574"/>
                </a:lnTo>
                <a:lnTo>
                  <a:pt x="1648720" y="111648"/>
                </a:lnTo>
                <a:lnTo>
                  <a:pt x="1648424" y="111716"/>
                </a:lnTo>
                <a:lnTo>
                  <a:pt x="1648117" y="111779"/>
                </a:lnTo>
                <a:lnTo>
                  <a:pt x="1647799" y="111836"/>
                </a:lnTo>
                <a:lnTo>
                  <a:pt x="1647470" y="111888"/>
                </a:lnTo>
                <a:lnTo>
                  <a:pt x="1647130" y="111934"/>
                </a:lnTo>
                <a:lnTo>
                  <a:pt x="1646779" y="111975"/>
                </a:lnTo>
                <a:lnTo>
                  <a:pt x="1646418" y="112010"/>
                </a:lnTo>
                <a:lnTo>
                  <a:pt x="1646046" y="112040"/>
                </a:lnTo>
                <a:lnTo>
                  <a:pt x="1645663" y="112065"/>
                </a:lnTo>
                <a:lnTo>
                  <a:pt x="1645269" y="112084"/>
                </a:lnTo>
                <a:lnTo>
                  <a:pt x="1644864" y="112098"/>
                </a:lnTo>
                <a:lnTo>
                  <a:pt x="1644449" y="112106"/>
                </a:lnTo>
                <a:lnTo>
                  <a:pt x="1644023" y="112109"/>
                </a:lnTo>
                <a:lnTo>
                  <a:pt x="1642485" y="112109"/>
                </a:lnTo>
                <a:lnTo>
                  <a:pt x="1642485" y="115104"/>
                </a:lnTo>
                <a:lnTo>
                  <a:pt x="1679153" y="115104"/>
                </a:lnTo>
                <a:lnTo>
                  <a:pt x="1679153" y="112109"/>
                </a:lnTo>
                <a:lnTo>
                  <a:pt x="1678713" y="112107"/>
                </a:lnTo>
                <a:lnTo>
                  <a:pt x="1678286" y="112101"/>
                </a:lnTo>
                <a:lnTo>
                  <a:pt x="1677870" y="112091"/>
                </a:lnTo>
                <a:lnTo>
                  <a:pt x="1677465" y="112077"/>
                </a:lnTo>
                <a:lnTo>
                  <a:pt x="1677072" y="112060"/>
                </a:lnTo>
                <a:lnTo>
                  <a:pt x="1676691" y="112038"/>
                </a:lnTo>
                <a:lnTo>
                  <a:pt x="1676322" y="112012"/>
                </a:lnTo>
                <a:lnTo>
                  <a:pt x="1675964" y="111983"/>
                </a:lnTo>
                <a:lnTo>
                  <a:pt x="1675618" y="111950"/>
                </a:lnTo>
                <a:lnTo>
                  <a:pt x="1675284" y="111912"/>
                </a:lnTo>
                <a:lnTo>
                  <a:pt x="1674961" y="111871"/>
                </a:lnTo>
                <a:lnTo>
                  <a:pt x="1674650" y="111826"/>
                </a:lnTo>
                <a:lnTo>
                  <a:pt x="1674351" y="111777"/>
                </a:lnTo>
                <a:lnTo>
                  <a:pt x="1674063" y="111724"/>
                </a:lnTo>
                <a:lnTo>
                  <a:pt x="1673787" y="111667"/>
                </a:lnTo>
                <a:lnTo>
                  <a:pt x="1673522" y="111606"/>
                </a:lnTo>
                <a:lnTo>
                  <a:pt x="1673270" y="111541"/>
                </a:lnTo>
                <a:lnTo>
                  <a:pt x="1673029" y="111473"/>
                </a:lnTo>
                <a:lnTo>
                  <a:pt x="1672799" y="111400"/>
                </a:lnTo>
                <a:lnTo>
                  <a:pt x="1672581" y="111323"/>
                </a:lnTo>
                <a:lnTo>
                  <a:pt x="1672375" y="111243"/>
                </a:lnTo>
                <a:lnTo>
                  <a:pt x="1672181" y="111158"/>
                </a:lnTo>
                <a:lnTo>
                  <a:pt x="1671998" y="111070"/>
                </a:lnTo>
                <a:lnTo>
                  <a:pt x="1671827" y="110978"/>
                </a:lnTo>
                <a:lnTo>
                  <a:pt x="1671664" y="110882"/>
                </a:lnTo>
                <a:lnTo>
                  <a:pt x="1671504" y="110783"/>
                </a:lnTo>
                <a:lnTo>
                  <a:pt x="1671348" y="110681"/>
                </a:lnTo>
                <a:lnTo>
                  <a:pt x="1671196" y="110576"/>
                </a:lnTo>
                <a:lnTo>
                  <a:pt x="1671048" y="110468"/>
                </a:lnTo>
                <a:lnTo>
                  <a:pt x="1670904" y="110357"/>
                </a:lnTo>
                <a:lnTo>
                  <a:pt x="1670763" y="110243"/>
                </a:lnTo>
                <a:lnTo>
                  <a:pt x="1670626" y="110125"/>
                </a:lnTo>
                <a:lnTo>
                  <a:pt x="1670493" y="110005"/>
                </a:lnTo>
                <a:lnTo>
                  <a:pt x="1670364" y="109881"/>
                </a:lnTo>
                <a:lnTo>
                  <a:pt x="1670239" y="109755"/>
                </a:lnTo>
                <a:lnTo>
                  <a:pt x="1670117" y="109625"/>
                </a:lnTo>
                <a:lnTo>
                  <a:pt x="1669999" y="109492"/>
                </a:lnTo>
                <a:lnTo>
                  <a:pt x="1669885" y="109357"/>
                </a:lnTo>
                <a:lnTo>
                  <a:pt x="1669775" y="109218"/>
                </a:lnTo>
                <a:lnTo>
                  <a:pt x="1669669" y="109076"/>
                </a:lnTo>
                <a:lnTo>
                  <a:pt x="1669566" y="108931"/>
                </a:lnTo>
                <a:lnTo>
                  <a:pt x="1669467" y="108782"/>
                </a:lnTo>
                <a:lnTo>
                  <a:pt x="1669372" y="108631"/>
                </a:lnTo>
                <a:lnTo>
                  <a:pt x="1669281" y="108477"/>
                </a:lnTo>
                <a:lnTo>
                  <a:pt x="1669193" y="108319"/>
                </a:lnTo>
                <a:lnTo>
                  <a:pt x="1669110" y="108159"/>
                </a:lnTo>
                <a:lnTo>
                  <a:pt x="1669030" y="107995"/>
                </a:lnTo>
                <a:lnTo>
                  <a:pt x="1668954" y="107829"/>
                </a:lnTo>
                <a:lnTo>
                  <a:pt x="1668861" y="107612"/>
                </a:lnTo>
                <a:lnTo>
                  <a:pt x="1668773" y="107380"/>
                </a:lnTo>
                <a:lnTo>
                  <a:pt x="1668688" y="107132"/>
                </a:lnTo>
                <a:lnTo>
                  <a:pt x="1668607" y="106868"/>
                </a:lnTo>
                <a:lnTo>
                  <a:pt x="1668531" y="106589"/>
                </a:lnTo>
                <a:lnTo>
                  <a:pt x="1668458" y="106294"/>
                </a:lnTo>
                <a:lnTo>
                  <a:pt x="1668389" y="105983"/>
                </a:lnTo>
                <a:lnTo>
                  <a:pt x="1668324" y="105657"/>
                </a:lnTo>
                <a:lnTo>
                  <a:pt x="1668263" y="105314"/>
                </a:lnTo>
                <a:lnTo>
                  <a:pt x="1668206" y="104957"/>
                </a:lnTo>
                <a:lnTo>
                  <a:pt x="1668153" y="104583"/>
                </a:lnTo>
                <a:lnTo>
                  <a:pt x="1668104" y="104194"/>
                </a:lnTo>
                <a:lnTo>
                  <a:pt x="1668058" y="103789"/>
                </a:lnTo>
                <a:lnTo>
                  <a:pt x="1668017" y="103368"/>
                </a:lnTo>
                <a:lnTo>
                  <a:pt x="1667980" y="102932"/>
                </a:lnTo>
                <a:lnTo>
                  <a:pt x="1667946" y="102480"/>
                </a:lnTo>
                <a:lnTo>
                  <a:pt x="1667917" y="102012"/>
                </a:lnTo>
                <a:lnTo>
                  <a:pt x="1667891" y="101528"/>
                </a:lnTo>
                <a:lnTo>
                  <a:pt x="1667870" y="101029"/>
                </a:lnTo>
                <a:lnTo>
                  <a:pt x="1667852" y="100514"/>
                </a:lnTo>
                <a:lnTo>
                  <a:pt x="1667838" y="99983"/>
                </a:lnTo>
                <a:lnTo>
                  <a:pt x="1667828" y="99437"/>
                </a:lnTo>
                <a:lnTo>
                  <a:pt x="1667822" y="98875"/>
                </a:lnTo>
                <a:lnTo>
                  <a:pt x="1667820" y="98297"/>
                </a:lnTo>
                <a:lnTo>
                  <a:pt x="1667820" y="66719"/>
                </a:lnTo>
                <a:lnTo>
                  <a:pt x="1667817" y="65893"/>
                </a:lnTo>
                <a:lnTo>
                  <a:pt x="1667808" y="65085"/>
                </a:lnTo>
                <a:lnTo>
                  <a:pt x="1667793" y="64295"/>
                </a:lnTo>
                <a:lnTo>
                  <a:pt x="1667771" y="63523"/>
                </a:lnTo>
                <a:lnTo>
                  <a:pt x="1667743" y="62770"/>
                </a:lnTo>
                <a:lnTo>
                  <a:pt x="1667709" y="62034"/>
                </a:lnTo>
                <a:lnTo>
                  <a:pt x="1667669" y="61316"/>
                </a:lnTo>
                <a:lnTo>
                  <a:pt x="1667622" y="60616"/>
                </a:lnTo>
                <a:lnTo>
                  <a:pt x="1667570" y="59934"/>
                </a:lnTo>
                <a:lnTo>
                  <a:pt x="1667511" y="59269"/>
                </a:lnTo>
                <a:lnTo>
                  <a:pt x="1667446" y="58623"/>
                </a:lnTo>
                <a:lnTo>
                  <a:pt x="1667375" y="57995"/>
                </a:lnTo>
                <a:lnTo>
                  <a:pt x="1667298" y="57385"/>
                </a:lnTo>
                <a:lnTo>
                  <a:pt x="1667214" y="56793"/>
                </a:lnTo>
                <a:lnTo>
                  <a:pt x="1667125" y="56218"/>
                </a:lnTo>
                <a:lnTo>
                  <a:pt x="1667029" y="55662"/>
                </a:lnTo>
                <a:lnTo>
                  <a:pt x="1666927" y="55124"/>
                </a:lnTo>
                <a:lnTo>
                  <a:pt x="1666819" y="54603"/>
                </a:lnTo>
                <a:lnTo>
                  <a:pt x="1666704" y="54101"/>
                </a:lnTo>
                <a:lnTo>
                  <a:pt x="1666584" y="53616"/>
                </a:lnTo>
                <a:lnTo>
                  <a:pt x="1666457" y="53150"/>
                </a:lnTo>
                <a:lnTo>
                  <a:pt x="1666324" y="52701"/>
                </a:lnTo>
                <a:lnTo>
                  <a:pt x="1666185" y="52270"/>
                </a:lnTo>
                <a:lnTo>
                  <a:pt x="1666040" y="51858"/>
                </a:lnTo>
                <a:lnTo>
                  <a:pt x="1665821" y="51286"/>
                </a:lnTo>
                <a:lnTo>
                  <a:pt x="1665595" y="50727"/>
                </a:lnTo>
                <a:lnTo>
                  <a:pt x="1665364" y="50183"/>
                </a:lnTo>
                <a:lnTo>
                  <a:pt x="1665127" y="49651"/>
                </a:lnTo>
                <a:lnTo>
                  <a:pt x="1664883" y="49134"/>
                </a:lnTo>
                <a:lnTo>
                  <a:pt x="1664633" y="48630"/>
                </a:lnTo>
                <a:lnTo>
                  <a:pt x="1664377" y="48139"/>
                </a:lnTo>
                <a:lnTo>
                  <a:pt x="1664115" y="47662"/>
                </a:lnTo>
                <a:lnTo>
                  <a:pt x="1663846" y="47199"/>
                </a:lnTo>
                <a:lnTo>
                  <a:pt x="1663572" y="46750"/>
                </a:lnTo>
                <a:lnTo>
                  <a:pt x="1663291" y="46314"/>
                </a:lnTo>
                <a:lnTo>
                  <a:pt x="1663004" y="45891"/>
                </a:lnTo>
                <a:lnTo>
                  <a:pt x="1662711" y="45483"/>
                </a:lnTo>
                <a:lnTo>
                  <a:pt x="1662412" y="45087"/>
                </a:lnTo>
                <a:lnTo>
                  <a:pt x="1662106" y="44706"/>
                </a:lnTo>
                <a:lnTo>
                  <a:pt x="1661794" y="44338"/>
                </a:lnTo>
                <a:lnTo>
                  <a:pt x="1661477" y="43983"/>
                </a:lnTo>
                <a:lnTo>
                  <a:pt x="1661153" y="43643"/>
                </a:lnTo>
                <a:lnTo>
                  <a:pt x="1660822" y="43316"/>
                </a:lnTo>
                <a:lnTo>
                  <a:pt x="1660486" y="43002"/>
                </a:lnTo>
                <a:lnTo>
                  <a:pt x="1660143" y="42702"/>
                </a:lnTo>
                <a:lnTo>
                  <a:pt x="1659794" y="42416"/>
                </a:lnTo>
                <a:lnTo>
                  <a:pt x="1659439" y="42143"/>
                </a:lnTo>
                <a:lnTo>
                  <a:pt x="1659078" y="41884"/>
                </a:lnTo>
                <a:lnTo>
                  <a:pt x="1658711" y="41637"/>
                </a:lnTo>
                <a:lnTo>
                  <a:pt x="1658338" y="41400"/>
                </a:lnTo>
                <a:lnTo>
                  <a:pt x="1657959" y="41174"/>
                </a:lnTo>
                <a:lnTo>
                  <a:pt x="1657574" y="40958"/>
                </a:lnTo>
                <a:lnTo>
                  <a:pt x="1657183" y="40753"/>
                </a:lnTo>
                <a:lnTo>
                  <a:pt x="1656787" y="40558"/>
                </a:lnTo>
                <a:lnTo>
                  <a:pt x="1656384" y="40374"/>
                </a:lnTo>
                <a:lnTo>
                  <a:pt x="1655975" y="40200"/>
                </a:lnTo>
                <a:lnTo>
                  <a:pt x="1655561" y="40037"/>
                </a:lnTo>
                <a:lnTo>
                  <a:pt x="1655141" y="39885"/>
                </a:lnTo>
                <a:lnTo>
                  <a:pt x="1654714" y="39743"/>
                </a:lnTo>
                <a:lnTo>
                  <a:pt x="1654282" y="39611"/>
                </a:lnTo>
                <a:lnTo>
                  <a:pt x="1653844" y="39490"/>
                </a:lnTo>
                <a:lnTo>
                  <a:pt x="1653400" y="39380"/>
                </a:lnTo>
                <a:lnTo>
                  <a:pt x="1652951" y="39280"/>
                </a:lnTo>
                <a:lnTo>
                  <a:pt x="1652495" y="39190"/>
                </a:lnTo>
                <a:lnTo>
                  <a:pt x="1652033" y="39111"/>
                </a:lnTo>
                <a:lnTo>
                  <a:pt x="1651566" y="39043"/>
                </a:lnTo>
                <a:lnTo>
                  <a:pt x="1651092" y="38985"/>
                </a:lnTo>
                <a:lnTo>
                  <a:pt x="1650613" y="38938"/>
                </a:lnTo>
                <a:lnTo>
                  <a:pt x="1650128" y="38901"/>
                </a:lnTo>
                <a:lnTo>
                  <a:pt x="1649636" y="38875"/>
                </a:lnTo>
                <a:lnTo>
                  <a:pt x="1649139" y="38859"/>
                </a:lnTo>
                <a:lnTo>
                  <a:pt x="1648636" y="38854"/>
                </a:lnTo>
                <a:lnTo>
                  <a:pt x="1647649" y="38881"/>
                </a:lnTo>
                <a:lnTo>
                  <a:pt x="1646658" y="38963"/>
                </a:lnTo>
                <a:lnTo>
                  <a:pt x="1645663" y="39099"/>
                </a:lnTo>
                <a:lnTo>
                  <a:pt x="1644663" y="39290"/>
                </a:lnTo>
                <a:lnTo>
                  <a:pt x="1643660" y="39535"/>
                </a:lnTo>
                <a:lnTo>
                  <a:pt x="1642652" y="39835"/>
                </a:lnTo>
                <a:lnTo>
                  <a:pt x="1641639" y="40189"/>
                </a:lnTo>
                <a:lnTo>
                  <a:pt x="1640623" y="40598"/>
                </a:lnTo>
                <a:lnTo>
                  <a:pt x="1639602" y="41062"/>
                </a:lnTo>
                <a:lnTo>
                  <a:pt x="1638577" y="41580"/>
                </a:lnTo>
                <a:lnTo>
                  <a:pt x="1637548" y="42152"/>
                </a:lnTo>
                <a:lnTo>
                  <a:pt x="1636515" y="42779"/>
                </a:lnTo>
                <a:lnTo>
                  <a:pt x="1635477" y="43461"/>
                </a:lnTo>
                <a:lnTo>
                  <a:pt x="1634436" y="44197"/>
                </a:lnTo>
                <a:lnTo>
                  <a:pt x="1633390" y="44988"/>
                </a:lnTo>
                <a:lnTo>
                  <a:pt x="1632340" y="45833"/>
                </a:lnTo>
                <a:lnTo>
                  <a:pt x="1631285" y="46732"/>
                </a:lnTo>
                <a:lnTo>
                  <a:pt x="1630227" y="47687"/>
                </a:lnTo>
                <a:lnTo>
                  <a:pt x="1629164" y="48695"/>
                </a:lnTo>
                <a:lnTo>
                  <a:pt x="1628097" y="49759"/>
                </a:lnTo>
                <a:lnTo>
                  <a:pt x="1627025" y="50876"/>
                </a:lnTo>
                <a:lnTo>
                  <a:pt x="1625950" y="52049"/>
                </a:lnTo>
                <a:lnTo>
                  <a:pt x="1624870" y="53275"/>
                </a:lnTo>
                <a:lnTo>
                  <a:pt x="1623786" y="54557"/>
                </a:lnTo>
                <a:lnTo>
                  <a:pt x="1623786" y="38854"/>
                </a:lnTo>
                <a:lnTo>
                  <a:pt x="1620306" y="38854"/>
                </a:lnTo>
                <a:lnTo>
                  <a:pt x="1597965" y="47899"/>
                </a:lnTo>
                <a:lnTo>
                  <a:pt x="1599179" y="50808"/>
                </a:lnTo>
                <a:lnTo>
                  <a:pt x="1599441" y="50709"/>
                </a:lnTo>
                <a:close/>
                <a:moveTo>
                  <a:pt x="1944852" y="50615"/>
                </a:moveTo>
                <a:lnTo>
                  <a:pt x="1945109" y="50524"/>
                </a:lnTo>
                <a:lnTo>
                  <a:pt x="1945365" y="50438"/>
                </a:lnTo>
                <a:lnTo>
                  <a:pt x="1945618" y="50356"/>
                </a:lnTo>
                <a:lnTo>
                  <a:pt x="1945868" y="50278"/>
                </a:lnTo>
                <a:lnTo>
                  <a:pt x="1946117" y="50204"/>
                </a:lnTo>
                <a:lnTo>
                  <a:pt x="1946363" y="50135"/>
                </a:lnTo>
                <a:lnTo>
                  <a:pt x="1946607" y="50070"/>
                </a:lnTo>
                <a:lnTo>
                  <a:pt x="1946849" y="50009"/>
                </a:lnTo>
                <a:lnTo>
                  <a:pt x="1947088" y="49952"/>
                </a:lnTo>
                <a:lnTo>
                  <a:pt x="1947325" y="49899"/>
                </a:lnTo>
                <a:lnTo>
                  <a:pt x="1947560" y="49851"/>
                </a:lnTo>
                <a:lnTo>
                  <a:pt x="1947793" y="49807"/>
                </a:lnTo>
                <a:lnTo>
                  <a:pt x="1948023" y="49767"/>
                </a:lnTo>
                <a:lnTo>
                  <a:pt x="1948252" y="49731"/>
                </a:lnTo>
                <a:lnTo>
                  <a:pt x="1948478" y="49699"/>
                </a:lnTo>
                <a:lnTo>
                  <a:pt x="1948701" y="49672"/>
                </a:lnTo>
                <a:lnTo>
                  <a:pt x="1948923" y="49649"/>
                </a:lnTo>
                <a:lnTo>
                  <a:pt x="1949142" y="49630"/>
                </a:lnTo>
                <a:lnTo>
                  <a:pt x="1949359" y="49615"/>
                </a:lnTo>
                <a:lnTo>
                  <a:pt x="1949574" y="49605"/>
                </a:lnTo>
                <a:lnTo>
                  <a:pt x="1949786" y="49599"/>
                </a:lnTo>
                <a:lnTo>
                  <a:pt x="1949997" y="49596"/>
                </a:lnTo>
                <a:lnTo>
                  <a:pt x="1950171" y="49598"/>
                </a:lnTo>
                <a:lnTo>
                  <a:pt x="1950343" y="49604"/>
                </a:lnTo>
                <a:lnTo>
                  <a:pt x="1950512" y="49614"/>
                </a:lnTo>
                <a:lnTo>
                  <a:pt x="1950679" y="49628"/>
                </a:lnTo>
                <a:lnTo>
                  <a:pt x="1950844" y="49645"/>
                </a:lnTo>
                <a:lnTo>
                  <a:pt x="1951006" y="49667"/>
                </a:lnTo>
                <a:lnTo>
                  <a:pt x="1951166" y="49693"/>
                </a:lnTo>
                <a:lnTo>
                  <a:pt x="1951323" y="49722"/>
                </a:lnTo>
                <a:lnTo>
                  <a:pt x="1951478" y="49755"/>
                </a:lnTo>
                <a:lnTo>
                  <a:pt x="1951631" y="49793"/>
                </a:lnTo>
                <a:lnTo>
                  <a:pt x="1951781" y="49834"/>
                </a:lnTo>
                <a:lnTo>
                  <a:pt x="1951929" y="49879"/>
                </a:lnTo>
                <a:lnTo>
                  <a:pt x="1952075" y="49928"/>
                </a:lnTo>
                <a:lnTo>
                  <a:pt x="1952218" y="49981"/>
                </a:lnTo>
                <a:lnTo>
                  <a:pt x="1952358" y="50038"/>
                </a:lnTo>
                <a:lnTo>
                  <a:pt x="1952497" y="50099"/>
                </a:lnTo>
                <a:lnTo>
                  <a:pt x="1952633" y="50164"/>
                </a:lnTo>
                <a:lnTo>
                  <a:pt x="1952766" y="50232"/>
                </a:lnTo>
                <a:lnTo>
                  <a:pt x="1952898" y="50305"/>
                </a:lnTo>
                <a:lnTo>
                  <a:pt x="1953026" y="50382"/>
                </a:lnTo>
                <a:lnTo>
                  <a:pt x="1953153" y="50462"/>
                </a:lnTo>
                <a:lnTo>
                  <a:pt x="1953277" y="50547"/>
                </a:lnTo>
                <a:lnTo>
                  <a:pt x="1953398" y="50635"/>
                </a:lnTo>
                <a:lnTo>
                  <a:pt x="1953518" y="50727"/>
                </a:lnTo>
                <a:lnTo>
                  <a:pt x="1953634" y="50824"/>
                </a:lnTo>
                <a:lnTo>
                  <a:pt x="1953748" y="50925"/>
                </a:lnTo>
                <a:lnTo>
                  <a:pt x="1953858" y="51031"/>
                </a:lnTo>
                <a:lnTo>
                  <a:pt x="1953965" y="51141"/>
                </a:lnTo>
                <a:lnTo>
                  <a:pt x="1954069" y="51256"/>
                </a:lnTo>
                <a:lnTo>
                  <a:pt x="1954170" y="51376"/>
                </a:lnTo>
                <a:lnTo>
                  <a:pt x="1954268" y="51500"/>
                </a:lnTo>
                <a:lnTo>
                  <a:pt x="1954363" y="51629"/>
                </a:lnTo>
                <a:lnTo>
                  <a:pt x="1954455" y="51763"/>
                </a:lnTo>
                <a:lnTo>
                  <a:pt x="1954543" y="51901"/>
                </a:lnTo>
                <a:lnTo>
                  <a:pt x="1954629" y="52044"/>
                </a:lnTo>
                <a:lnTo>
                  <a:pt x="1954712" y="52191"/>
                </a:lnTo>
                <a:lnTo>
                  <a:pt x="1954791" y="52343"/>
                </a:lnTo>
                <a:lnTo>
                  <a:pt x="1954867" y="52500"/>
                </a:lnTo>
                <a:lnTo>
                  <a:pt x="1954940" y="52661"/>
                </a:lnTo>
                <a:lnTo>
                  <a:pt x="1955011" y="52827"/>
                </a:lnTo>
                <a:lnTo>
                  <a:pt x="1955078" y="52998"/>
                </a:lnTo>
                <a:lnTo>
                  <a:pt x="1955142" y="53173"/>
                </a:lnTo>
                <a:lnTo>
                  <a:pt x="1955202" y="53353"/>
                </a:lnTo>
                <a:lnTo>
                  <a:pt x="1955260" y="53537"/>
                </a:lnTo>
                <a:lnTo>
                  <a:pt x="1955315" y="53726"/>
                </a:lnTo>
                <a:lnTo>
                  <a:pt x="1955366" y="53920"/>
                </a:lnTo>
                <a:lnTo>
                  <a:pt x="1955415" y="54119"/>
                </a:lnTo>
                <a:lnTo>
                  <a:pt x="1955460" y="54322"/>
                </a:lnTo>
                <a:lnTo>
                  <a:pt x="1955503" y="54545"/>
                </a:lnTo>
                <a:lnTo>
                  <a:pt x="1955544" y="54804"/>
                </a:lnTo>
                <a:lnTo>
                  <a:pt x="1955584" y="55100"/>
                </a:lnTo>
                <a:lnTo>
                  <a:pt x="1955621" y="55433"/>
                </a:lnTo>
                <a:lnTo>
                  <a:pt x="1955657" y="55801"/>
                </a:lnTo>
                <a:lnTo>
                  <a:pt x="1955690" y="56206"/>
                </a:lnTo>
                <a:lnTo>
                  <a:pt x="1955722" y="56647"/>
                </a:lnTo>
                <a:lnTo>
                  <a:pt x="1955753" y="57125"/>
                </a:lnTo>
                <a:lnTo>
                  <a:pt x="1955781" y="57639"/>
                </a:lnTo>
                <a:lnTo>
                  <a:pt x="1955807" y="58189"/>
                </a:lnTo>
                <a:lnTo>
                  <a:pt x="1955832" y="58775"/>
                </a:lnTo>
                <a:lnTo>
                  <a:pt x="1955855" y="59398"/>
                </a:lnTo>
                <a:lnTo>
                  <a:pt x="1955876" y="60058"/>
                </a:lnTo>
                <a:lnTo>
                  <a:pt x="1955895" y="60753"/>
                </a:lnTo>
                <a:lnTo>
                  <a:pt x="1955912" y="61485"/>
                </a:lnTo>
                <a:lnTo>
                  <a:pt x="1955928" y="62253"/>
                </a:lnTo>
                <a:lnTo>
                  <a:pt x="1955942" y="63058"/>
                </a:lnTo>
                <a:lnTo>
                  <a:pt x="1955954" y="63898"/>
                </a:lnTo>
                <a:lnTo>
                  <a:pt x="1955964" y="64776"/>
                </a:lnTo>
                <a:lnTo>
                  <a:pt x="1955972" y="65689"/>
                </a:lnTo>
                <a:lnTo>
                  <a:pt x="1955978" y="66639"/>
                </a:lnTo>
                <a:lnTo>
                  <a:pt x="1955983" y="67625"/>
                </a:lnTo>
                <a:lnTo>
                  <a:pt x="1955986" y="68647"/>
                </a:lnTo>
                <a:lnTo>
                  <a:pt x="1955986" y="69706"/>
                </a:lnTo>
                <a:lnTo>
                  <a:pt x="1955986" y="98378"/>
                </a:lnTo>
                <a:lnTo>
                  <a:pt x="1955986" y="98908"/>
                </a:lnTo>
                <a:lnTo>
                  <a:pt x="1955984" y="99420"/>
                </a:lnTo>
                <a:lnTo>
                  <a:pt x="1955980" y="99914"/>
                </a:lnTo>
                <a:lnTo>
                  <a:pt x="1955975" y="100390"/>
                </a:lnTo>
                <a:lnTo>
                  <a:pt x="1955969" y="100849"/>
                </a:lnTo>
                <a:lnTo>
                  <a:pt x="1955961" y="101291"/>
                </a:lnTo>
                <a:lnTo>
                  <a:pt x="1955952" y="101714"/>
                </a:lnTo>
                <a:lnTo>
                  <a:pt x="1955941" y="102120"/>
                </a:lnTo>
                <a:lnTo>
                  <a:pt x="1955930" y="102508"/>
                </a:lnTo>
                <a:lnTo>
                  <a:pt x="1955916" y="102879"/>
                </a:lnTo>
                <a:lnTo>
                  <a:pt x="1955901" y="103232"/>
                </a:lnTo>
                <a:lnTo>
                  <a:pt x="1955885" y="103567"/>
                </a:lnTo>
                <a:lnTo>
                  <a:pt x="1955868" y="103885"/>
                </a:lnTo>
                <a:lnTo>
                  <a:pt x="1955849" y="104185"/>
                </a:lnTo>
                <a:lnTo>
                  <a:pt x="1955828" y="104467"/>
                </a:lnTo>
                <a:lnTo>
                  <a:pt x="1955807" y="104731"/>
                </a:lnTo>
                <a:lnTo>
                  <a:pt x="1955783" y="104978"/>
                </a:lnTo>
                <a:lnTo>
                  <a:pt x="1955759" y="105208"/>
                </a:lnTo>
                <a:lnTo>
                  <a:pt x="1955733" y="105419"/>
                </a:lnTo>
                <a:lnTo>
                  <a:pt x="1955705" y="105613"/>
                </a:lnTo>
                <a:lnTo>
                  <a:pt x="1955677" y="105789"/>
                </a:lnTo>
                <a:lnTo>
                  <a:pt x="1955646" y="105948"/>
                </a:lnTo>
                <a:lnTo>
                  <a:pt x="1955615" y="106089"/>
                </a:lnTo>
                <a:lnTo>
                  <a:pt x="1955582" y="106212"/>
                </a:lnTo>
                <a:lnTo>
                  <a:pt x="1955512" y="106445"/>
                </a:lnTo>
                <a:lnTo>
                  <a:pt x="1955438" y="106673"/>
                </a:lnTo>
                <a:lnTo>
                  <a:pt x="1955360" y="106895"/>
                </a:lnTo>
                <a:lnTo>
                  <a:pt x="1955278" y="107112"/>
                </a:lnTo>
                <a:lnTo>
                  <a:pt x="1955192" y="107324"/>
                </a:lnTo>
                <a:lnTo>
                  <a:pt x="1955101" y="107530"/>
                </a:lnTo>
                <a:lnTo>
                  <a:pt x="1955006" y="107731"/>
                </a:lnTo>
                <a:lnTo>
                  <a:pt x="1954907" y="107927"/>
                </a:lnTo>
                <a:lnTo>
                  <a:pt x="1954804" y="108117"/>
                </a:lnTo>
                <a:lnTo>
                  <a:pt x="1954696" y="108302"/>
                </a:lnTo>
                <a:lnTo>
                  <a:pt x="1954585" y="108482"/>
                </a:lnTo>
                <a:lnTo>
                  <a:pt x="1954469" y="108656"/>
                </a:lnTo>
                <a:lnTo>
                  <a:pt x="1954349" y="108825"/>
                </a:lnTo>
                <a:lnTo>
                  <a:pt x="1954224" y="108989"/>
                </a:lnTo>
                <a:lnTo>
                  <a:pt x="1954096" y="109147"/>
                </a:lnTo>
                <a:lnTo>
                  <a:pt x="1953963" y="109301"/>
                </a:lnTo>
                <a:lnTo>
                  <a:pt x="1953826" y="109448"/>
                </a:lnTo>
                <a:lnTo>
                  <a:pt x="1953685" y="109591"/>
                </a:lnTo>
                <a:lnTo>
                  <a:pt x="1953539" y="109728"/>
                </a:lnTo>
                <a:lnTo>
                  <a:pt x="1953389" y="109859"/>
                </a:lnTo>
                <a:lnTo>
                  <a:pt x="1953236" y="109986"/>
                </a:lnTo>
                <a:lnTo>
                  <a:pt x="1953077" y="110107"/>
                </a:lnTo>
                <a:lnTo>
                  <a:pt x="1952915" y="110222"/>
                </a:lnTo>
                <a:lnTo>
                  <a:pt x="1952749" y="110333"/>
                </a:lnTo>
                <a:lnTo>
                  <a:pt x="1952514" y="110478"/>
                </a:lnTo>
                <a:lnTo>
                  <a:pt x="1952270" y="110616"/>
                </a:lnTo>
                <a:lnTo>
                  <a:pt x="1952015" y="110749"/>
                </a:lnTo>
                <a:lnTo>
                  <a:pt x="1951750" y="110875"/>
                </a:lnTo>
                <a:lnTo>
                  <a:pt x="1951475" y="110996"/>
                </a:lnTo>
                <a:lnTo>
                  <a:pt x="1951190" y="111110"/>
                </a:lnTo>
                <a:lnTo>
                  <a:pt x="1950895" y="111218"/>
                </a:lnTo>
                <a:lnTo>
                  <a:pt x="1950590" y="111319"/>
                </a:lnTo>
                <a:lnTo>
                  <a:pt x="1950275" y="111415"/>
                </a:lnTo>
                <a:lnTo>
                  <a:pt x="1949949" y="111504"/>
                </a:lnTo>
                <a:lnTo>
                  <a:pt x="1949614" y="111588"/>
                </a:lnTo>
                <a:lnTo>
                  <a:pt x="1949268" y="111665"/>
                </a:lnTo>
                <a:lnTo>
                  <a:pt x="1948912" y="111736"/>
                </a:lnTo>
                <a:lnTo>
                  <a:pt x="1948546" y="111800"/>
                </a:lnTo>
                <a:lnTo>
                  <a:pt x="1948170" y="111859"/>
                </a:lnTo>
                <a:lnTo>
                  <a:pt x="1947784" y="111911"/>
                </a:lnTo>
                <a:lnTo>
                  <a:pt x="1947388" y="111958"/>
                </a:lnTo>
                <a:lnTo>
                  <a:pt x="1946981" y="111998"/>
                </a:lnTo>
                <a:lnTo>
                  <a:pt x="1946565" y="112032"/>
                </a:lnTo>
                <a:lnTo>
                  <a:pt x="1946138" y="112059"/>
                </a:lnTo>
                <a:lnTo>
                  <a:pt x="1945701" y="112081"/>
                </a:lnTo>
                <a:lnTo>
                  <a:pt x="1945255" y="112096"/>
                </a:lnTo>
                <a:lnTo>
                  <a:pt x="1944797" y="112106"/>
                </a:lnTo>
                <a:lnTo>
                  <a:pt x="1944330" y="112109"/>
                </a:lnTo>
                <a:lnTo>
                  <a:pt x="1944330" y="115104"/>
                </a:lnTo>
                <a:lnTo>
                  <a:pt x="1982294" y="115104"/>
                </a:lnTo>
                <a:lnTo>
                  <a:pt x="1982294" y="112109"/>
                </a:lnTo>
                <a:lnTo>
                  <a:pt x="1981879" y="112106"/>
                </a:lnTo>
                <a:lnTo>
                  <a:pt x="1981473" y="112099"/>
                </a:lnTo>
                <a:lnTo>
                  <a:pt x="1981076" y="112086"/>
                </a:lnTo>
                <a:lnTo>
                  <a:pt x="1980686" y="112068"/>
                </a:lnTo>
                <a:lnTo>
                  <a:pt x="1980304" y="112046"/>
                </a:lnTo>
                <a:lnTo>
                  <a:pt x="1979931" y="112018"/>
                </a:lnTo>
                <a:lnTo>
                  <a:pt x="1979566" y="111985"/>
                </a:lnTo>
                <a:lnTo>
                  <a:pt x="1979209" y="111947"/>
                </a:lnTo>
                <a:lnTo>
                  <a:pt x="1978860" y="111904"/>
                </a:lnTo>
                <a:lnTo>
                  <a:pt x="1978519" y="111857"/>
                </a:lnTo>
                <a:lnTo>
                  <a:pt x="1978186" y="111804"/>
                </a:lnTo>
                <a:lnTo>
                  <a:pt x="1977862" y="111746"/>
                </a:lnTo>
                <a:lnTo>
                  <a:pt x="1977545" y="111683"/>
                </a:lnTo>
                <a:lnTo>
                  <a:pt x="1977237" y="111615"/>
                </a:lnTo>
                <a:lnTo>
                  <a:pt x="1976937" y="111541"/>
                </a:lnTo>
                <a:lnTo>
                  <a:pt x="1976645" y="111463"/>
                </a:lnTo>
                <a:lnTo>
                  <a:pt x="1976362" y="111380"/>
                </a:lnTo>
                <a:lnTo>
                  <a:pt x="1976086" y="111292"/>
                </a:lnTo>
                <a:lnTo>
                  <a:pt x="1975819" y="111199"/>
                </a:lnTo>
                <a:lnTo>
                  <a:pt x="1975559" y="111100"/>
                </a:lnTo>
                <a:lnTo>
                  <a:pt x="1975308" y="110997"/>
                </a:lnTo>
                <a:lnTo>
                  <a:pt x="1975065" y="110889"/>
                </a:lnTo>
                <a:lnTo>
                  <a:pt x="1974830" y="110775"/>
                </a:lnTo>
                <a:lnTo>
                  <a:pt x="1974604" y="110657"/>
                </a:lnTo>
                <a:lnTo>
                  <a:pt x="1974384" y="110534"/>
                </a:lnTo>
                <a:lnTo>
                  <a:pt x="1974170" y="110409"/>
                </a:lnTo>
                <a:lnTo>
                  <a:pt x="1973961" y="110282"/>
                </a:lnTo>
                <a:lnTo>
                  <a:pt x="1973758" y="110152"/>
                </a:lnTo>
                <a:lnTo>
                  <a:pt x="1973561" y="110019"/>
                </a:lnTo>
                <a:lnTo>
                  <a:pt x="1973369" y="109884"/>
                </a:lnTo>
                <a:lnTo>
                  <a:pt x="1973183" y="109746"/>
                </a:lnTo>
                <a:lnTo>
                  <a:pt x="1973003" y="109606"/>
                </a:lnTo>
                <a:lnTo>
                  <a:pt x="1972828" y="109464"/>
                </a:lnTo>
                <a:lnTo>
                  <a:pt x="1972659" y="109319"/>
                </a:lnTo>
                <a:lnTo>
                  <a:pt x="1972495" y="109171"/>
                </a:lnTo>
                <a:lnTo>
                  <a:pt x="1972337" y="109021"/>
                </a:lnTo>
                <a:lnTo>
                  <a:pt x="1972185" y="108868"/>
                </a:lnTo>
                <a:lnTo>
                  <a:pt x="1972038" y="108713"/>
                </a:lnTo>
                <a:lnTo>
                  <a:pt x="1971897" y="108555"/>
                </a:lnTo>
                <a:lnTo>
                  <a:pt x="1971762" y="108395"/>
                </a:lnTo>
                <a:lnTo>
                  <a:pt x="1971632" y="108232"/>
                </a:lnTo>
                <a:lnTo>
                  <a:pt x="1971508" y="108067"/>
                </a:lnTo>
                <a:lnTo>
                  <a:pt x="1971389" y="107899"/>
                </a:lnTo>
                <a:lnTo>
                  <a:pt x="1971276" y="107728"/>
                </a:lnTo>
                <a:lnTo>
                  <a:pt x="1971169" y="107555"/>
                </a:lnTo>
                <a:lnTo>
                  <a:pt x="1971067" y="107380"/>
                </a:lnTo>
                <a:lnTo>
                  <a:pt x="1970971" y="107202"/>
                </a:lnTo>
                <a:lnTo>
                  <a:pt x="1970880" y="107022"/>
                </a:lnTo>
                <a:lnTo>
                  <a:pt x="1970755" y="106754"/>
                </a:lnTo>
                <a:lnTo>
                  <a:pt x="1970635" y="106476"/>
                </a:lnTo>
                <a:lnTo>
                  <a:pt x="1970520" y="106188"/>
                </a:lnTo>
                <a:lnTo>
                  <a:pt x="1970410" y="105889"/>
                </a:lnTo>
                <a:lnTo>
                  <a:pt x="1970306" y="105580"/>
                </a:lnTo>
                <a:lnTo>
                  <a:pt x="1970207" y="105261"/>
                </a:lnTo>
                <a:lnTo>
                  <a:pt x="1970114" y="104931"/>
                </a:lnTo>
                <a:lnTo>
                  <a:pt x="1970026" y="104591"/>
                </a:lnTo>
                <a:lnTo>
                  <a:pt x="1969943" y="104240"/>
                </a:lnTo>
                <a:lnTo>
                  <a:pt x="1969866" y="103879"/>
                </a:lnTo>
                <a:lnTo>
                  <a:pt x="1969794" y="103508"/>
                </a:lnTo>
                <a:lnTo>
                  <a:pt x="1969727" y="103126"/>
                </a:lnTo>
                <a:lnTo>
                  <a:pt x="1969665" y="102734"/>
                </a:lnTo>
                <a:lnTo>
                  <a:pt x="1969609" y="102332"/>
                </a:lnTo>
                <a:lnTo>
                  <a:pt x="1969559" y="101919"/>
                </a:lnTo>
                <a:lnTo>
                  <a:pt x="1969513" y="101496"/>
                </a:lnTo>
                <a:lnTo>
                  <a:pt x="1969473" y="101063"/>
                </a:lnTo>
                <a:lnTo>
                  <a:pt x="1969438" y="100619"/>
                </a:lnTo>
                <a:lnTo>
                  <a:pt x="1969409" y="100165"/>
                </a:lnTo>
                <a:lnTo>
                  <a:pt x="1969385" y="99700"/>
                </a:lnTo>
                <a:lnTo>
                  <a:pt x="1969366" y="99225"/>
                </a:lnTo>
                <a:lnTo>
                  <a:pt x="1969353" y="98740"/>
                </a:lnTo>
                <a:lnTo>
                  <a:pt x="1969345" y="98244"/>
                </a:lnTo>
                <a:lnTo>
                  <a:pt x="1969342" y="97738"/>
                </a:lnTo>
                <a:lnTo>
                  <a:pt x="1969342" y="62295"/>
                </a:lnTo>
                <a:lnTo>
                  <a:pt x="1969666" y="61670"/>
                </a:lnTo>
                <a:lnTo>
                  <a:pt x="1969988" y="61060"/>
                </a:lnTo>
                <a:lnTo>
                  <a:pt x="1970310" y="60464"/>
                </a:lnTo>
                <a:lnTo>
                  <a:pt x="1970631" y="59884"/>
                </a:lnTo>
                <a:lnTo>
                  <a:pt x="1970951" y="59318"/>
                </a:lnTo>
                <a:lnTo>
                  <a:pt x="1971270" y="58768"/>
                </a:lnTo>
                <a:lnTo>
                  <a:pt x="1971588" y="58232"/>
                </a:lnTo>
                <a:lnTo>
                  <a:pt x="1971906" y="57711"/>
                </a:lnTo>
                <a:lnTo>
                  <a:pt x="1972222" y="57205"/>
                </a:lnTo>
                <a:lnTo>
                  <a:pt x="1972538" y="56713"/>
                </a:lnTo>
                <a:lnTo>
                  <a:pt x="1972853" y="56237"/>
                </a:lnTo>
                <a:lnTo>
                  <a:pt x="1973167" y="55775"/>
                </a:lnTo>
                <a:lnTo>
                  <a:pt x="1973480" y="55329"/>
                </a:lnTo>
                <a:lnTo>
                  <a:pt x="1973793" y="54897"/>
                </a:lnTo>
                <a:lnTo>
                  <a:pt x="1974104" y="54480"/>
                </a:lnTo>
                <a:lnTo>
                  <a:pt x="1974415" y="54078"/>
                </a:lnTo>
                <a:lnTo>
                  <a:pt x="1974725" y="53690"/>
                </a:lnTo>
                <a:lnTo>
                  <a:pt x="1975034" y="53318"/>
                </a:lnTo>
                <a:lnTo>
                  <a:pt x="1975342" y="52960"/>
                </a:lnTo>
                <a:lnTo>
                  <a:pt x="1975649" y="52617"/>
                </a:lnTo>
                <a:lnTo>
                  <a:pt x="1975956" y="52290"/>
                </a:lnTo>
                <a:lnTo>
                  <a:pt x="1976261" y="51976"/>
                </a:lnTo>
                <a:lnTo>
                  <a:pt x="1976566" y="51678"/>
                </a:lnTo>
                <a:lnTo>
                  <a:pt x="1976870" y="51395"/>
                </a:lnTo>
                <a:lnTo>
                  <a:pt x="1977011" y="51263"/>
                </a:lnTo>
                <a:lnTo>
                  <a:pt x="1977152" y="51137"/>
                </a:lnTo>
                <a:lnTo>
                  <a:pt x="1977291" y="51017"/>
                </a:lnTo>
                <a:lnTo>
                  <a:pt x="1977430" y="50902"/>
                </a:lnTo>
                <a:lnTo>
                  <a:pt x="1977568" y="50793"/>
                </a:lnTo>
                <a:lnTo>
                  <a:pt x="1977705" y="50689"/>
                </a:lnTo>
                <a:lnTo>
                  <a:pt x="1977841" y="50591"/>
                </a:lnTo>
                <a:lnTo>
                  <a:pt x="1977976" y="50498"/>
                </a:lnTo>
                <a:lnTo>
                  <a:pt x="1978111" y="50411"/>
                </a:lnTo>
                <a:lnTo>
                  <a:pt x="1978245" y="50330"/>
                </a:lnTo>
                <a:lnTo>
                  <a:pt x="1978377" y="50255"/>
                </a:lnTo>
                <a:lnTo>
                  <a:pt x="1978509" y="50185"/>
                </a:lnTo>
                <a:lnTo>
                  <a:pt x="1978640" y="50120"/>
                </a:lnTo>
                <a:lnTo>
                  <a:pt x="1978771" y="50061"/>
                </a:lnTo>
                <a:lnTo>
                  <a:pt x="1978900" y="50008"/>
                </a:lnTo>
                <a:lnTo>
                  <a:pt x="1979029" y="49960"/>
                </a:lnTo>
                <a:lnTo>
                  <a:pt x="1979156" y="49918"/>
                </a:lnTo>
                <a:lnTo>
                  <a:pt x="1979283" y="49882"/>
                </a:lnTo>
                <a:lnTo>
                  <a:pt x="1979409" y="49851"/>
                </a:lnTo>
                <a:lnTo>
                  <a:pt x="1979535" y="49826"/>
                </a:lnTo>
                <a:lnTo>
                  <a:pt x="1979659" y="49806"/>
                </a:lnTo>
                <a:lnTo>
                  <a:pt x="1979783" y="49792"/>
                </a:lnTo>
                <a:lnTo>
                  <a:pt x="1979905" y="49784"/>
                </a:lnTo>
                <a:lnTo>
                  <a:pt x="1980027" y="49781"/>
                </a:lnTo>
                <a:lnTo>
                  <a:pt x="1980172" y="49786"/>
                </a:lnTo>
                <a:lnTo>
                  <a:pt x="1980323" y="49800"/>
                </a:lnTo>
                <a:lnTo>
                  <a:pt x="1980480" y="49825"/>
                </a:lnTo>
                <a:lnTo>
                  <a:pt x="1980644" y="49859"/>
                </a:lnTo>
                <a:lnTo>
                  <a:pt x="1980814" y="49902"/>
                </a:lnTo>
                <a:lnTo>
                  <a:pt x="1980991" y="49956"/>
                </a:lnTo>
                <a:lnTo>
                  <a:pt x="1981174" y="50019"/>
                </a:lnTo>
                <a:lnTo>
                  <a:pt x="1981363" y="50091"/>
                </a:lnTo>
                <a:lnTo>
                  <a:pt x="1981558" y="50174"/>
                </a:lnTo>
                <a:lnTo>
                  <a:pt x="1981760" y="50266"/>
                </a:lnTo>
                <a:lnTo>
                  <a:pt x="1981968" y="50368"/>
                </a:lnTo>
                <a:lnTo>
                  <a:pt x="1982182" y="50479"/>
                </a:lnTo>
                <a:lnTo>
                  <a:pt x="1982403" y="50600"/>
                </a:lnTo>
                <a:lnTo>
                  <a:pt x="1982630" y="50731"/>
                </a:lnTo>
                <a:lnTo>
                  <a:pt x="1982863" y="50872"/>
                </a:lnTo>
                <a:lnTo>
                  <a:pt x="1983103" y="51022"/>
                </a:lnTo>
                <a:lnTo>
                  <a:pt x="1983349" y="51182"/>
                </a:lnTo>
                <a:lnTo>
                  <a:pt x="1983601" y="51352"/>
                </a:lnTo>
                <a:lnTo>
                  <a:pt x="1983860" y="51531"/>
                </a:lnTo>
                <a:lnTo>
                  <a:pt x="1984125" y="51720"/>
                </a:lnTo>
                <a:lnTo>
                  <a:pt x="1984396" y="51919"/>
                </a:lnTo>
                <a:lnTo>
                  <a:pt x="1984674" y="52128"/>
                </a:lnTo>
                <a:lnTo>
                  <a:pt x="1984958" y="52346"/>
                </a:lnTo>
                <a:lnTo>
                  <a:pt x="1985248" y="52574"/>
                </a:lnTo>
                <a:lnTo>
                  <a:pt x="1985540" y="52802"/>
                </a:lnTo>
                <a:lnTo>
                  <a:pt x="1985830" y="53020"/>
                </a:lnTo>
                <a:lnTo>
                  <a:pt x="1986118" y="53228"/>
                </a:lnTo>
                <a:lnTo>
                  <a:pt x="1986403" y="53427"/>
                </a:lnTo>
                <a:lnTo>
                  <a:pt x="1986685" y="53616"/>
                </a:lnTo>
                <a:lnTo>
                  <a:pt x="1986966" y="53795"/>
                </a:lnTo>
                <a:lnTo>
                  <a:pt x="1987243" y="53965"/>
                </a:lnTo>
                <a:lnTo>
                  <a:pt x="1987519" y="54125"/>
                </a:lnTo>
                <a:lnTo>
                  <a:pt x="1987792" y="54275"/>
                </a:lnTo>
                <a:lnTo>
                  <a:pt x="1988063" y="54416"/>
                </a:lnTo>
                <a:lnTo>
                  <a:pt x="1988331" y="54547"/>
                </a:lnTo>
                <a:lnTo>
                  <a:pt x="1988597" y="54668"/>
                </a:lnTo>
                <a:lnTo>
                  <a:pt x="1988861" y="54780"/>
                </a:lnTo>
                <a:lnTo>
                  <a:pt x="1989122" y="54881"/>
                </a:lnTo>
                <a:lnTo>
                  <a:pt x="1989381" y="54974"/>
                </a:lnTo>
                <a:lnTo>
                  <a:pt x="1989637" y="55056"/>
                </a:lnTo>
                <a:lnTo>
                  <a:pt x="1989891" y="55129"/>
                </a:lnTo>
                <a:lnTo>
                  <a:pt x="1990143" y="55192"/>
                </a:lnTo>
                <a:lnTo>
                  <a:pt x="1990392" y="55245"/>
                </a:lnTo>
                <a:lnTo>
                  <a:pt x="1990639" y="55289"/>
                </a:lnTo>
                <a:lnTo>
                  <a:pt x="1990883" y="55323"/>
                </a:lnTo>
                <a:lnTo>
                  <a:pt x="1991125" y="55347"/>
                </a:lnTo>
                <a:lnTo>
                  <a:pt x="1991365" y="55361"/>
                </a:lnTo>
                <a:lnTo>
                  <a:pt x="1991602" y="55366"/>
                </a:lnTo>
                <a:lnTo>
                  <a:pt x="1991844" y="55362"/>
                </a:lnTo>
                <a:lnTo>
                  <a:pt x="1992082" y="55351"/>
                </a:lnTo>
                <a:lnTo>
                  <a:pt x="1992318" y="55332"/>
                </a:lnTo>
                <a:lnTo>
                  <a:pt x="1992551" y="55306"/>
                </a:lnTo>
                <a:lnTo>
                  <a:pt x="1992781" y="55271"/>
                </a:lnTo>
                <a:lnTo>
                  <a:pt x="1993009" y="55230"/>
                </a:lnTo>
                <a:lnTo>
                  <a:pt x="1993233" y="55180"/>
                </a:lnTo>
                <a:lnTo>
                  <a:pt x="1993455" y="55123"/>
                </a:lnTo>
                <a:lnTo>
                  <a:pt x="1993674" y="55059"/>
                </a:lnTo>
                <a:lnTo>
                  <a:pt x="1993890" y="54987"/>
                </a:lnTo>
                <a:lnTo>
                  <a:pt x="1994103" y="54907"/>
                </a:lnTo>
                <a:lnTo>
                  <a:pt x="1994314" y="54820"/>
                </a:lnTo>
                <a:lnTo>
                  <a:pt x="1994522" y="54725"/>
                </a:lnTo>
                <a:lnTo>
                  <a:pt x="1994726" y="54623"/>
                </a:lnTo>
                <a:lnTo>
                  <a:pt x="1994928" y="54513"/>
                </a:lnTo>
                <a:lnTo>
                  <a:pt x="1995128" y="54395"/>
                </a:lnTo>
                <a:lnTo>
                  <a:pt x="1995324" y="54270"/>
                </a:lnTo>
                <a:lnTo>
                  <a:pt x="1995518" y="54137"/>
                </a:lnTo>
                <a:lnTo>
                  <a:pt x="1995709" y="53997"/>
                </a:lnTo>
                <a:lnTo>
                  <a:pt x="1995897" y="53849"/>
                </a:lnTo>
                <a:lnTo>
                  <a:pt x="1996082" y="53693"/>
                </a:lnTo>
                <a:lnTo>
                  <a:pt x="1996264" y="53530"/>
                </a:lnTo>
                <a:lnTo>
                  <a:pt x="1996444" y="53359"/>
                </a:lnTo>
                <a:lnTo>
                  <a:pt x="1996621" y="53181"/>
                </a:lnTo>
                <a:lnTo>
                  <a:pt x="1996792" y="52997"/>
                </a:lnTo>
                <a:lnTo>
                  <a:pt x="1996957" y="52810"/>
                </a:lnTo>
                <a:lnTo>
                  <a:pt x="1997114" y="52619"/>
                </a:lnTo>
                <a:lnTo>
                  <a:pt x="1997264" y="52425"/>
                </a:lnTo>
                <a:lnTo>
                  <a:pt x="1997406" y="52228"/>
                </a:lnTo>
                <a:lnTo>
                  <a:pt x="1997541" y="52027"/>
                </a:lnTo>
                <a:lnTo>
                  <a:pt x="1997669" y="51823"/>
                </a:lnTo>
                <a:lnTo>
                  <a:pt x="1997790" y="51616"/>
                </a:lnTo>
                <a:lnTo>
                  <a:pt x="1997903" y="51405"/>
                </a:lnTo>
                <a:lnTo>
                  <a:pt x="1998009" y="51191"/>
                </a:lnTo>
                <a:lnTo>
                  <a:pt x="1998108" y="50973"/>
                </a:lnTo>
                <a:lnTo>
                  <a:pt x="1998199" y="50752"/>
                </a:lnTo>
                <a:lnTo>
                  <a:pt x="1998283" y="50528"/>
                </a:lnTo>
                <a:lnTo>
                  <a:pt x="1998360" y="50300"/>
                </a:lnTo>
                <a:lnTo>
                  <a:pt x="1998429" y="50069"/>
                </a:lnTo>
                <a:lnTo>
                  <a:pt x="1998491" y="49835"/>
                </a:lnTo>
                <a:lnTo>
                  <a:pt x="1998546" y="49597"/>
                </a:lnTo>
                <a:lnTo>
                  <a:pt x="1998594" y="49356"/>
                </a:lnTo>
                <a:lnTo>
                  <a:pt x="1998634" y="49112"/>
                </a:lnTo>
                <a:lnTo>
                  <a:pt x="1998667" y="48864"/>
                </a:lnTo>
                <a:lnTo>
                  <a:pt x="1998692" y="48612"/>
                </a:lnTo>
                <a:lnTo>
                  <a:pt x="1998711" y="48358"/>
                </a:lnTo>
                <a:lnTo>
                  <a:pt x="1998722" y="48100"/>
                </a:lnTo>
                <a:lnTo>
                  <a:pt x="1998725" y="47838"/>
                </a:lnTo>
                <a:lnTo>
                  <a:pt x="1998720" y="47543"/>
                </a:lnTo>
                <a:lnTo>
                  <a:pt x="1998705" y="47251"/>
                </a:lnTo>
                <a:lnTo>
                  <a:pt x="1998680" y="46961"/>
                </a:lnTo>
                <a:lnTo>
                  <a:pt x="1998644" y="46675"/>
                </a:lnTo>
                <a:lnTo>
                  <a:pt x="1998599" y="46391"/>
                </a:lnTo>
                <a:lnTo>
                  <a:pt x="1998543" y="46111"/>
                </a:lnTo>
                <a:lnTo>
                  <a:pt x="1998477" y="45833"/>
                </a:lnTo>
                <a:lnTo>
                  <a:pt x="1998402" y="45558"/>
                </a:lnTo>
                <a:lnTo>
                  <a:pt x="1998316" y="45287"/>
                </a:lnTo>
                <a:lnTo>
                  <a:pt x="1998219" y="45018"/>
                </a:lnTo>
                <a:lnTo>
                  <a:pt x="1998113" y="44752"/>
                </a:lnTo>
                <a:lnTo>
                  <a:pt x="1997997" y="44489"/>
                </a:lnTo>
                <a:lnTo>
                  <a:pt x="1997870" y="44229"/>
                </a:lnTo>
                <a:lnTo>
                  <a:pt x="1997734" y="43972"/>
                </a:lnTo>
                <a:lnTo>
                  <a:pt x="1997587" y="43718"/>
                </a:lnTo>
                <a:lnTo>
                  <a:pt x="1997430" y="43467"/>
                </a:lnTo>
                <a:lnTo>
                  <a:pt x="1997263" y="43219"/>
                </a:lnTo>
                <a:lnTo>
                  <a:pt x="1997086" y="42974"/>
                </a:lnTo>
                <a:lnTo>
                  <a:pt x="1996899" y="42732"/>
                </a:lnTo>
                <a:lnTo>
                  <a:pt x="1996702" y="42493"/>
                </a:lnTo>
                <a:lnTo>
                  <a:pt x="1996494" y="42256"/>
                </a:lnTo>
                <a:lnTo>
                  <a:pt x="1996277" y="42023"/>
                </a:lnTo>
                <a:lnTo>
                  <a:pt x="1996049" y="41793"/>
                </a:lnTo>
                <a:lnTo>
                  <a:pt x="1995811" y="41565"/>
                </a:lnTo>
                <a:lnTo>
                  <a:pt x="1995566" y="41344"/>
                </a:lnTo>
                <a:lnTo>
                  <a:pt x="1995315" y="41132"/>
                </a:lnTo>
                <a:lnTo>
                  <a:pt x="1995059" y="40930"/>
                </a:lnTo>
                <a:lnTo>
                  <a:pt x="1994797" y="40737"/>
                </a:lnTo>
                <a:lnTo>
                  <a:pt x="1994530" y="40553"/>
                </a:lnTo>
                <a:lnTo>
                  <a:pt x="1994258" y="40379"/>
                </a:lnTo>
                <a:lnTo>
                  <a:pt x="1993981" y="40214"/>
                </a:lnTo>
                <a:lnTo>
                  <a:pt x="1993698" y="40059"/>
                </a:lnTo>
                <a:lnTo>
                  <a:pt x="1993410" y="39913"/>
                </a:lnTo>
                <a:lnTo>
                  <a:pt x="1993116" y="39776"/>
                </a:lnTo>
                <a:lnTo>
                  <a:pt x="1992817" y="39649"/>
                </a:lnTo>
                <a:lnTo>
                  <a:pt x="1992513" y="39531"/>
                </a:lnTo>
                <a:lnTo>
                  <a:pt x="1992203" y="39423"/>
                </a:lnTo>
                <a:lnTo>
                  <a:pt x="1991888" y="39324"/>
                </a:lnTo>
                <a:lnTo>
                  <a:pt x="1991568" y="39235"/>
                </a:lnTo>
                <a:lnTo>
                  <a:pt x="1991242" y="39155"/>
                </a:lnTo>
                <a:lnTo>
                  <a:pt x="1990911" y="39084"/>
                </a:lnTo>
                <a:lnTo>
                  <a:pt x="1990575" y="39023"/>
                </a:lnTo>
                <a:lnTo>
                  <a:pt x="1990234" y="38971"/>
                </a:lnTo>
                <a:lnTo>
                  <a:pt x="1989887" y="38929"/>
                </a:lnTo>
                <a:lnTo>
                  <a:pt x="1989534" y="38896"/>
                </a:lnTo>
                <a:lnTo>
                  <a:pt x="1989177" y="38872"/>
                </a:lnTo>
                <a:lnTo>
                  <a:pt x="1988814" y="38858"/>
                </a:lnTo>
                <a:lnTo>
                  <a:pt x="1988445" y="38854"/>
                </a:lnTo>
                <a:lnTo>
                  <a:pt x="1987630" y="38882"/>
                </a:lnTo>
                <a:lnTo>
                  <a:pt x="1986816" y="38969"/>
                </a:lnTo>
                <a:lnTo>
                  <a:pt x="1986004" y="39114"/>
                </a:lnTo>
                <a:lnTo>
                  <a:pt x="1985194" y="39317"/>
                </a:lnTo>
                <a:lnTo>
                  <a:pt x="1984385" y="39577"/>
                </a:lnTo>
                <a:lnTo>
                  <a:pt x="1983579" y="39896"/>
                </a:lnTo>
                <a:lnTo>
                  <a:pt x="1982773" y="40272"/>
                </a:lnTo>
                <a:lnTo>
                  <a:pt x="1981970" y="40706"/>
                </a:lnTo>
                <a:lnTo>
                  <a:pt x="1981168" y="41198"/>
                </a:lnTo>
                <a:lnTo>
                  <a:pt x="1980368" y="41748"/>
                </a:lnTo>
                <a:lnTo>
                  <a:pt x="1979569" y="42356"/>
                </a:lnTo>
                <a:lnTo>
                  <a:pt x="1978772" y="43022"/>
                </a:lnTo>
                <a:lnTo>
                  <a:pt x="1977977" y="43746"/>
                </a:lnTo>
                <a:lnTo>
                  <a:pt x="1977184" y="44528"/>
                </a:lnTo>
                <a:lnTo>
                  <a:pt x="1976392" y="45367"/>
                </a:lnTo>
                <a:lnTo>
                  <a:pt x="1975602" y="46264"/>
                </a:lnTo>
                <a:lnTo>
                  <a:pt x="1974814" y="47220"/>
                </a:lnTo>
                <a:lnTo>
                  <a:pt x="1974027" y="48233"/>
                </a:lnTo>
                <a:lnTo>
                  <a:pt x="1973242" y="49304"/>
                </a:lnTo>
                <a:lnTo>
                  <a:pt x="1972459" y="50433"/>
                </a:lnTo>
                <a:lnTo>
                  <a:pt x="1971677" y="51620"/>
                </a:lnTo>
                <a:lnTo>
                  <a:pt x="1970897" y="52865"/>
                </a:lnTo>
                <a:lnTo>
                  <a:pt x="1970119" y="54168"/>
                </a:lnTo>
                <a:lnTo>
                  <a:pt x="1969342" y="55528"/>
                </a:lnTo>
                <a:lnTo>
                  <a:pt x="1969342" y="38854"/>
                </a:lnTo>
                <a:lnTo>
                  <a:pt x="1965943" y="38854"/>
                </a:lnTo>
                <a:lnTo>
                  <a:pt x="1943521" y="47899"/>
                </a:lnTo>
                <a:lnTo>
                  <a:pt x="1944330" y="50808"/>
                </a:lnTo>
                <a:lnTo>
                  <a:pt x="1944592" y="50709"/>
                </a:lnTo>
                <a:lnTo>
                  <a:pt x="1944852" y="50615"/>
                </a:lnTo>
                <a:close/>
                <a:moveTo>
                  <a:pt x="2083411" y="50709"/>
                </a:moveTo>
                <a:lnTo>
                  <a:pt x="2083669" y="50615"/>
                </a:lnTo>
                <a:lnTo>
                  <a:pt x="2083925" y="50524"/>
                </a:lnTo>
                <a:lnTo>
                  <a:pt x="2084177" y="50438"/>
                </a:lnTo>
                <a:lnTo>
                  <a:pt x="2084426" y="50356"/>
                </a:lnTo>
                <a:lnTo>
                  <a:pt x="2084672" y="50278"/>
                </a:lnTo>
                <a:lnTo>
                  <a:pt x="2084915" y="50204"/>
                </a:lnTo>
                <a:lnTo>
                  <a:pt x="2085155" y="50135"/>
                </a:lnTo>
                <a:lnTo>
                  <a:pt x="2085392" y="50070"/>
                </a:lnTo>
                <a:lnTo>
                  <a:pt x="2085625" y="50009"/>
                </a:lnTo>
                <a:lnTo>
                  <a:pt x="2085856" y="49952"/>
                </a:lnTo>
                <a:lnTo>
                  <a:pt x="2086084" y="49899"/>
                </a:lnTo>
                <a:lnTo>
                  <a:pt x="2086308" y="49851"/>
                </a:lnTo>
                <a:lnTo>
                  <a:pt x="2086529" y="49807"/>
                </a:lnTo>
                <a:lnTo>
                  <a:pt x="2086748" y="49767"/>
                </a:lnTo>
                <a:lnTo>
                  <a:pt x="2086963" y="49731"/>
                </a:lnTo>
                <a:lnTo>
                  <a:pt x="2087175" y="49699"/>
                </a:lnTo>
                <a:lnTo>
                  <a:pt x="2087384" y="49672"/>
                </a:lnTo>
                <a:lnTo>
                  <a:pt x="2087590" y="49649"/>
                </a:lnTo>
                <a:lnTo>
                  <a:pt x="2087792" y="49630"/>
                </a:lnTo>
                <a:lnTo>
                  <a:pt x="2087992" y="49615"/>
                </a:lnTo>
                <a:lnTo>
                  <a:pt x="2088189" y="49605"/>
                </a:lnTo>
                <a:lnTo>
                  <a:pt x="2088382" y="49599"/>
                </a:lnTo>
                <a:lnTo>
                  <a:pt x="2088573" y="49596"/>
                </a:lnTo>
                <a:lnTo>
                  <a:pt x="2088746" y="49598"/>
                </a:lnTo>
                <a:lnTo>
                  <a:pt x="2088917" y="49603"/>
                </a:lnTo>
                <a:lnTo>
                  <a:pt x="2089085" y="49612"/>
                </a:lnTo>
                <a:lnTo>
                  <a:pt x="2089249" y="49624"/>
                </a:lnTo>
                <a:lnTo>
                  <a:pt x="2089411" y="49640"/>
                </a:lnTo>
                <a:lnTo>
                  <a:pt x="2089569" y="49659"/>
                </a:lnTo>
                <a:lnTo>
                  <a:pt x="2089725" y="49682"/>
                </a:lnTo>
                <a:lnTo>
                  <a:pt x="2089877" y="49709"/>
                </a:lnTo>
                <a:lnTo>
                  <a:pt x="2090026" y="49738"/>
                </a:lnTo>
                <a:lnTo>
                  <a:pt x="2090172" y="49772"/>
                </a:lnTo>
                <a:lnTo>
                  <a:pt x="2090315" y="49808"/>
                </a:lnTo>
                <a:lnTo>
                  <a:pt x="2090455" y="49849"/>
                </a:lnTo>
                <a:lnTo>
                  <a:pt x="2090591" y="49893"/>
                </a:lnTo>
                <a:lnTo>
                  <a:pt x="2090725" y="49940"/>
                </a:lnTo>
                <a:lnTo>
                  <a:pt x="2090855" y="49991"/>
                </a:lnTo>
                <a:lnTo>
                  <a:pt x="2090983" y="50045"/>
                </a:lnTo>
                <a:lnTo>
                  <a:pt x="2091107" y="50103"/>
                </a:lnTo>
                <a:lnTo>
                  <a:pt x="2091229" y="50164"/>
                </a:lnTo>
                <a:lnTo>
                  <a:pt x="2091347" y="50229"/>
                </a:lnTo>
                <a:lnTo>
                  <a:pt x="2091462" y="50297"/>
                </a:lnTo>
                <a:lnTo>
                  <a:pt x="2091574" y="50369"/>
                </a:lnTo>
                <a:lnTo>
                  <a:pt x="2091683" y="50444"/>
                </a:lnTo>
                <a:lnTo>
                  <a:pt x="2091789" y="50523"/>
                </a:lnTo>
                <a:lnTo>
                  <a:pt x="2091891" y="50606"/>
                </a:lnTo>
                <a:lnTo>
                  <a:pt x="2091991" y="50693"/>
                </a:lnTo>
                <a:lnTo>
                  <a:pt x="2092089" y="50785"/>
                </a:lnTo>
                <a:lnTo>
                  <a:pt x="2092185" y="50884"/>
                </a:lnTo>
                <a:lnTo>
                  <a:pt x="2092278" y="50988"/>
                </a:lnTo>
                <a:lnTo>
                  <a:pt x="2092369" y="51098"/>
                </a:lnTo>
                <a:lnTo>
                  <a:pt x="2092458" y="51214"/>
                </a:lnTo>
                <a:lnTo>
                  <a:pt x="2092545" y="51335"/>
                </a:lnTo>
                <a:lnTo>
                  <a:pt x="2092629" y="51463"/>
                </a:lnTo>
                <a:lnTo>
                  <a:pt x="2092711" y="51596"/>
                </a:lnTo>
                <a:lnTo>
                  <a:pt x="2092791" y="51734"/>
                </a:lnTo>
                <a:lnTo>
                  <a:pt x="2092868" y="51879"/>
                </a:lnTo>
                <a:lnTo>
                  <a:pt x="2092944" y="52029"/>
                </a:lnTo>
                <a:lnTo>
                  <a:pt x="2093017" y="52185"/>
                </a:lnTo>
                <a:lnTo>
                  <a:pt x="2093088" y="52347"/>
                </a:lnTo>
                <a:lnTo>
                  <a:pt x="2093156" y="52514"/>
                </a:lnTo>
                <a:lnTo>
                  <a:pt x="2093222" y="52688"/>
                </a:lnTo>
                <a:lnTo>
                  <a:pt x="2093287" y="52867"/>
                </a:lnTo>
                <a:lnTo>
                  <a:pt x="2093348" y="53052"/>
                </a:lnTo>
                <a:lnTo>
                  <a:pt x="2093408" y="53242"/>
                </a:lnTo>
                <a:lnTo>
                  <a:pt x="2093465" y="53438"/>
                </a:lnTo>
                <a:lnTo>
                  <a:pt x="2093520" y="53640"/>
                </a:lnTo>
                <a:lnTo>
                  <a:pt x="2093573" y="53848"/>
                </a:lnTo>
                <a:lnTo>
                  <a:pt x="2093624" y="54062"/>
                </a:lnTo>
                <a:lnTo>
                  <a:pt x="2093672" y="54281"/>
                </a:lnTo>
                <a:lnTo>
                  <a:pt x="2093732" y="54592"/>
                </a:lnTo>
                <a:lnTo>
                  <a:pt x="2093788" y="54933"/>
                </a:lnTo>
                <a:lnTo>
                  <a:pt x="2093843" y="55304"/>
                </a:lnTo>
                <a:lnTo>
                  <a:pt x="2093895" y="55705"/>
                </a:lnTo>
                <a:lnTo>
                  <a:pt x="2093944" y="56136"/>
                </a:lnTo>
                <a:lnTo>
                  <a:pt x="2093991" y="56597"/>
                </a:lnTo>
                <a:lnTo>
                  <a:pt x="2094035" y="57088"/>
                </a:lnTo>
                <a:lnTo>
                  <a:pt x="2094077" y="57609"/>
                </a:lnTo>
                <a:lnTo>
                  <a:pt x="2094116" y="58161"/>
                </a:lnTo>
                <a:lnTo>
                  <a:pt x="2094153" y="58742"/>
                </a:lnTo>
                <a:lnTo>
                  <a:pt x="2094187" y="59353"/>
                </a:lnTo>
                <a:lnTo>
                  <a:pt x="2094218" y="59994"/>
                </a:lnTo>
                <a:lnTo>
                  <a:pt x="2094248" y="60665"/>
                </a:lnTo>
                <a:lnTo>
                  <a:pt x="2094274" y="61366"/>
                </a:lnTo>
                <a:lnTo>
                  <a:pt x="2094298" y="62098"/>
                </a:lnTo>
                <a:lnTo>
                  <a:pt x="2094320" y="62859"/>
                </a:lnTo>
                <a:lnTo>
                  <a:pt x="2094339" y="63650"/>
                </a:lnTo>
                <a:lnTo>
                  <a:pt x="2094355" y="64472"/>
                </a:lnTo>
                <a:lnTo>
                  <a:pt x="2094369" y="65323"/>
                </a:lnTo>
                <a:lnTo>
                  <a:pt x="2094380" y="66204"/>
                </a:lnTo>
                <a:lnTo>
                  <a:pt x="2094389" y="67116"/>
                </a:lnTo>
                <a:lnTo>
                  <a:pt x="2094396" y="68057"/>
                </a:lnTo>
                <a:lnTo>
                  <a:pt x="2094399" y="69028"/>
                </a:lnTo>
                <a:lnTo>
                  <a:pt x="2094401" y="70030"/>
                </a:lnTo>
                <a:lnTo>
                  <a:pt x="2094401" y="98297"/>
                </a:lnTo>
                <a:lnTo>
                  <a:pt x="2094399" y="98862"/>
                </a:lnTo>
                <a:lnTo>
                  <a:pt x="2094393" y="99410"/>
                </a:lnTo>
                <a:lnTo>
                  <a:pt x="2094384" y="99944"/>
                </a:lnTo>
                <a:lnTo>
                  <a:pt x="2094371" y="100461"/>
                </a:lnTo>
                <a:lnTo>
                  <a:pt x="2094355" y="100963"/>
                </a:lnTo>
                <a:lnTo>
                  <a:pt x="2094335" y="101450"/>
                </a:lnTo>
                <a:lnTo>
                  <a:pt x="2094311" y="101921"/>
                </a:lnTo>
                <a:lnTo>
                  <a:pt x="2094284" y="102376"/>
                </a:lnTo>
                <a:lnTo>
                  <a:pt x="2094253" y="102816"/>
                </a:lnTo>
                <a:lnTo>
                  <a:pt x="2094218" y="103240"/>
                </a:lnTo>
                <a:lnTo>
                  <a:pt x="2094180" y="103649"/>
                </a:lnTo>
                <a:lnTo>
                  <a:pt x="2094138" y="104042"/>
                </a:lnTo>
                <a:lnTo>
                  <a:pt x="2094092" y="104419"/>
                </a:lnTo>
                <a:lnTo>
                  <a:pt x="2094043" y="104781"/>
                </a:lnTo>
                <a:lnTo>
                  <a:pt x="2093990" y="105128"/>
                </a:lnTo>
                <a:lnTo>
                  <a:pt x="2093933" y="105459"/>
                </a:lnTo>
                <a:lnTo>
                  <a:pt x="2093873" y="105774"/>
                </a:lnTo>
                <a:lnTo>
                  <a:pt x="2093809" y="106074"/>
                </a:lnTo>
                <a:lnTo>
                  <a:pt x="2093741" y="106358"/>
                </a:lnTo>
                <a:lnTo>
                  <a:pt x="2093670" y="106627"/>
                </a:lnTo>
                <a:lnTo>
                  <a:pt x="2093595" y="106880"/>
                </a:lnTo>
                <a:lnTo>
                  <a:pt x="2093516" y="107117"/>
                </a:lnTo>
                <a:lnTo>
                  <a:pt x="2093434" y="107339"/>
                </a:lnTo>
                <a:lnTo>
                  <a:pt x="2093348" y="107545"/>
                </a:lnTo>
                <a:lnTo>
                  <a:pt x="2093259" y="107742"/>
                </a:lnTo>
                <a:lnTo>
                  <a:pt x="2093166" y="107933"/>
                </a:lnTo>
                <a:lnTo>
                  <a:pt x="2093070" y="108121"/>
                </a:lnTo>
                <a:lnTo>
                  <a:pt x="2092971" y="108304"/>
                </a:lnTo>
                <a:lnTo>
                  <a:pt x="2092868" y="108482"/>
                </a:lnTo>
                <a:lnTo>
                  <a:pt x="2092761" y="108656"/>
                </a:lnTo>
                <a:lnTo>
                  <a:pt x="2092652" y="108825"/>
                </a:lnTo>
                <a:lnTo>
                  <a:pt x="2092539" y="108990"/>
                </a:lnTo>
                <a:lnTo>
                  <a:pt x="2092423" y="109151"/>
                </a:lnTo>
                <a:lnTo>
                  <a:pt x="2092303" y="109307"/>
                </a:lnTo>
                <a:lnTo>
                  <a:pt x="2092180" y="109458"/>
                </a:lnTo>
                <a:lnTo>
                  <a:pt x="2092053" y="109605"/>
                </a:lnTo>
                <a:lnTo>
                  <a:pt x="2091923" y="109747"/>
                </a:lnTo>
                <a:lnTo>
                  <a:pt x="2091790" y="109885"/>
                </a:lnTo>
                <a:lnTo>
                  <a:pt x="2091654" y="110019"/>
                </a:lnTo>
                <a:lnTo>
                  <a:pt x="2091514" y="110148"/>
                </a:lnTo>
                <a:lnTo>
                  <a:pt x="2091370" y="110272"/>
                </a:lnTo>
                <a:lnTo>
                  <a:pt x="2091224" y="110392"/>
                </a:lnTo>
                <a:lnTo>
                  <a:pt x="2091073" y="110508"/>
                </a:lnTo>
                <a:lnTo>
                  <a:pt x="2090920" y="110619"/>
                </a:lnTo>
                <a:lnTo>
                  <a:pt x="2090763" y="110726"/>
                </a:lnTo>
                <a:lnTo>
                  <a:pt x="2090603" y="110828"/>
                </a:lnTo>
                <a:lnTo>
                  <a:pt x="2090439" y="110925"/>
                </a:lnTo>
                <a:lnTo>
                  <a:pt x="2090272" y="111018"/>
                </a:lnTo>
                <a:lnTo>
                  <a:pt x="2090098" y="111107"/>
                </a:lnTo>
                <a:lnTo>
                  <a:pt x="2089914" y="111192"/>
                </a:lnTo>
                <a:lnTo>
                  <a:pt x="2089718" y="111274"/>
                </a:lnTo>
                <a:lnTo>
                  <a:pt x="2089512" y="111351"/>
                </a:lnTo>
                <a:lnTo>
                  <a:pt x="2089296" y="111425"/>
                </a:lnTo>
                <a:lnTo>
                  <a:pt x="2089068" y="111495"/>
                </a:lnTo>
                <a:lnTo>
                  <a:pt x="2088830" y="111562"/>
                </a:lnTo>
                <a:lnTo>
                  <a:pt x="2088582" y="111624"/>
                </a:lnTo>
                <a:lnTo>
                  <a:pt x="2088322" y="111683"/>
                </a:lnTo>
                <a:lnTo>
                  <a:pt x="2088052" y="111738"/>
                </a:lnTo>
                <a:lnTo>
                  <a:pt x="2087771" y="111789"/>
                </a:lnTo>
                <a:lnTo>
                  <a:pt x="2087480" y="111836"/>
                </a:lnTo>
                <a:lnTo>
                  <a:pt x="2087178" y="111880"/>
                </a:lnTo>
                <a:lnTo>
                  <a:pt x="2086865" y="111919"/>
                </a:lnTo>
                <a:lnTo>
                  <a:pt x="2086541" y="111955"/>
                </a:lnTo>
                <a:lnTo>
                  <a:pt x="2086207" y="111987"/>
                </a:lnTo>
                <a:lnTo>
                  <a:pt x="2085862" y="112016"/>
                </a:lnTo>
                <a:lnTo>
                  <a:pt x="2085507" y="112040"/>
                </a:lnTo>
                <a:lnTo>
                  <a:pt x="2085141" y="112061"/>
                </a:lnTo>
                <a:lnTo>
                  <a:pt x="2084764" y="112078"/>
                </a:lnTo>
                <a:lnTo>
                  <a:pt x="2084376" y="112092"/>
                </a:lnTo>
                <a:lnTo>
                  <a:pt x="2083978" y="112101"/>
                </a:lnTo>
                <a:lnTo>
                  <a:pt x="2083569" y="112107"/>
                </a:lnTo>
                <a:lnTo>
                  <a:pt x="2083149" y="112109"/>
                </a:lnTo>
                <a:lnTo>
                  <a:pt x="2083149" y="115104"/>
                </a:lnTo>
                <a:lnTo>
                  <a:pt x="2119817" y="115104"/>
                </a:lnTo>
                <a:lnTo>
                  <a:pt x="2119817" y="112109"/>
                </a:lnTo>
                <a:lnTo>
                  <a:pt x="2119318" y="112107"/>
                </a:lnTo>
                <a:lnTo>
                  <a:pt x="2118834" y="112101"/>
                </a:lnTo>
                <a:lnTo>
                  <a:pt x="2118363" y="112092"/>
                </a:lnTo>
                <a:lnTo>
                  <a:pt x="2117907" y="112078"/>
                </a:lnTo>
                <a:lnTo>
                  <a:pt x="2117465" y="112061"/>
                </a:lnTo>
                <a:lnTo>
                  <a:pt x="2117037" y="112041"/>
                </a:lnTo>
                <a:lnTo>
                  <a:pt x="2116624" y="112016"/>
                </a:lnTo>
                <a:lnTo>
                  <a:pt x="2116224" y="111988"/>
                </a:lnTo>
                <a:lnTo>
                  <a:pt x="2115839" y="111956"/>
                </a:lnTo>
                <a:lnTo>
                  <a:pt x="2115468" y="111920"/>
                </a:lnTo>
                <a:lnTo>
                  <a:pt x="2115111" y="111880"/>
                </a:lnTo>
                <a:lnTo>
                  <a:pt x="2114768" y="111837"/>
                </a:lnTo>
                <a:lnTo>
                  <a:pt x="2114440" y="111789"/>
                </a:lnTo>
                <a:lnTo>
                  <a:pt x="2114126" y="111738"/>
                </a:lnTo>
                <a:lnTo>
                  <a:pt x="2113825" y="111684"/>
                </a:lnTo>
                <a:lnTo>
                  <a:pt x="2113540" y="111625"/>
                </a:lnTo>
                <a:lnTo>
                  <a:pt x="2113268" y="111563"/>
                </a:lnTo>
                <a:lnTo>
                  <a:pt x="2113010" y="111497"/>
                </a:lnTo>
                <a:lnTo>
                  <a:pt x="2112767" y="111427"/>
                </a:lnTo>
                <a:lnTo>
                  <a:pt x="2112538" y="111353"/>
                </a:lnTo>
                <a:lnTo>
                  <a:pt x="2112323" y="111276"/>
                </a:lnTo>
                <a:lnTo>
                  <a:pt x="2112122" y="111195"/>
                </a:lnTo>
                <a:lnTo>
                  <a:pt x="2111936" y="111110"/>
                </a:lnTo>
                <a:lnTo>
                  <a:pt x="2111763" y="111021"/>
                </a:lnTo>
                <a:lnTo>
                  <a:pt x="2111600" y="110928"/>
                </a:lnTo>
                <a:lnTo>
                  <a:pt x="2111440" y="110832"/>
                </a:lnTo>
                <a:lnTo>
                  <a:pt x="2111283" y="110732"/>
                </a:lnTo>
                <a:lnTo>
                  <a:pt x="2111129" y="110628"/>
                </a:lnTo>
                <a:lnTo>
                  <a:pt x="2110979" y="110521"/>
                </a:lnTo>
                <a:lnTo>
                  <a:pt x="2110832" y="110409"/>
                </a:lnTo>
                <a:lnTo>
                  <a:pt x="2110689" y="110294"/>
                </a:lnTo>
                <a:lnTo>
                  <a:pt x="2110549" y="110175"/>
                </a:lnTo>
                <a:lnTo>
                  <a:pt x="2110413" y="110053"/>
                </a:lnTo>
                <a:lnTo>
                  <a:pt x="2110279" y="109926"/>
                </a:lnTo>
                <a:lnTo>
                  <a:pt x="2110149" y="109796"/>
                </a:lnTo>
                <a:lnTo>
                  <a:pt x="2110023" y="109662"/>
                </a:lnTo>
                <a:lnTo>
                  <a:pt x="2109900" y="109524"/>
                </a:lnTo>
                <a:lnTo>
                  <a:pt x="2109780" y="109383"/>
                </a:lnTo>
                <a:lnTo>
                  <a:pt x="2109664" y="109237"/>
                </a:lnTo>
                <a:lnTo>
                  <a:pt x="2109551" y="109088"/>
                </a:lnTo>
                <a:lnTo>
                  <a:pt x="2109441" y="108936"/>
                </a:lnTo>
                <a:lnTo>
                  <a:pt x="2109335" y="108779"/>
                </a:lnTo>
                <a:lnTo>
                  <a:pt x="2109232" y="108619"/>
                </a:lnTo>
                <a:lnTo>
                  <a:pt x="2109133" y="108454"/>
                </a:lnTo>
                <a:lnTo>
                  <a:pt x="2109036" y="108287"/>
                </a:lnTo>
                <a:lnTo>
                  <a:pt x="2108944" y="108115"/>
                </a:lnTo>
                <a:lnTo>
                  <a:pt x="2108854" y="107940"/>
                </a:lnTo>
                <a:lnTo>
                  <a:pt x="2108768" y="107760"/>
                </a:lnTo>
                <a:lnTo>
                  <a:pt x="2108686" y="107570"/>
                </a:lnTo>
                <a:lnTo>
                  <a:pt x="2108607" y="107363"/>
                </a:lnTo>
                <a:lnTo>
                  <a:pt x="2108531" y="107137"/>
                </a:lnTo>
                <a:lnTo>
                  <a:pt x="2108459" y="106894"/>
                </a:lnTo>
                <a:lnTo>
                  <a:pt x="2108391" y="106634"/>
                </a:lnTo>
                <a:lnTo>
                  <a:pt x="2108326" y="106356"/>
                </a:lnTo>
                <a:lnTo>
                  <a:pt x="2108264" y="106060"/>
                </a:lnTo>
                <a:lnTo>
                  <a:pt x="2108206" y="105747"/>
                </a:lnTo>
                <a:lnTo>
                  <a:pt x="2108152" y="105416"/>
                </a:lnTo>
                <a:lnTo>
                  <a:pt x="2108101" y="105067"/>
                </a:lnTo>
                <a:lnTo>
                  <a:pt x="2108053" y="104701"/>
                </a:lnTo>
                <a:lnTo>
                  <a:pt x="2108009" y="104317"/>
                </a:lnTo>
                <a:lnTo>
                  <a:pt x="2107969" y="103916"/>
                </a:lnTo>
                <a:lnTo>
                  <a:pt x="2107932" y="103497"/>
                </a:lnTo>
                <a:lnTo>
                  <a:pt x="2107899" y="103060"/>
                </a:lnTo>
                <a:lnTo>
                  <a:pt x="2107869" y="102606"/>
                </a:lnTo>
                <a:lnTo>
                  <a:pt x="2107843" y="102134"/>
                </a:lnTo>
                <a:lnTo>
                  <a:pt x="2107820" y="101644"/>
                </a:lnTo>
                <a:lnTo>
                  <a:pt x="2107800" y="101137"/>
                </a:lnTo>
                <a:lnTo>
                  <a:pt x="2107785" y="100613"/>
                </a:lnTo>
                <a:lnTo>
                  <a:pt x="2107772" y="100070"/>
                </a:lnTo>
                <a:lnTo>
                  <a:pt x="2107764" y="99510"/>
                </a:lnTo>
                <a:lnTo>
                  <a:pt x="2107758" y="98933"/>
                </a:lnTo>
                <a:lnTo>
                  <a:pt x="2107757" y="98338"/>
                </a:lnTo>
                <a:lnTo>
                  <a:pt x="2107757" y="58794"/>
                </a:lnTo>
                <a:lnTo>
                  <a:pt x="2108065" y="58426"/>
                </a:lnTo>
                <a:lnTo>
                  <a:pt x="2108385" y="58062"/>
                </a:lnTo>
                <a:lnTo>
                  <a:pt x="2108715" y="57700"/>
                </a:lnTo>
                <a:lnTo>
                  <a:pt x="2109056" y="57342"/>
                </a:lnTo>
                <a:lnTo>
                  <a:pt x="2109408" y="56987"/>
                </a:lnTo>
                <a:lnTo>
                  <a:pt x="2109770" y="56635"/>
                </a:lnTo>
                <a:lnTo>
                  <a:pt x="2110143" y="56285"/>
                </a:lnTo>
                <a:lnTo>
                  <a:pt x="2110527" y="55939"/>
                </a:lnTo>
                <a:lnTo>
                  <a:pt x="2110921" y="55596"/>
                </a:lnTo>
                <a:lnTo>
                  <a:pt x="2111326" y="55256"/>
                </a:lnTo>
                <a:lnTo>
                  <a:pt x="2111742" y="54920"/>
                </a:lnTo>
                <a:lnTo>
                  <a:pt x="2112168" y="54586"/>
                </a:lnTo>
                <a:lnTo>
                  <a:pt x="2112605" y="54255"/>
                </a:lnTo>
                <a:lnTo>
                  <a:pt x="2113053" y="53928"/>
                </a:lnTo>
                <a:lnTo>
                  <a:pt x="2113511" y="53603"/>
                </a:lnTo>
                <a:lnTo>
                  <a:pt x="2113980" y="53282"/>
                </a:lnTo>
                <a:lnTo>
                  <a:pt x="2114460" y="52963"/>
                </a:lnTo>
                <a:lnTo>
                  <a:pt x="2114950" y="52648"/>
                </a:lnTo>
                <a:lnTo>
                  <a:pt x="2115452" y="52336"/>
                </a:lnTo>
                <a:lnTo>
                  <a:pt x="2115963" y="52027"/>
                </a:lnTo>
                <a:lnTo>
                  <a:pt x="2116486" y="51721"/>
                </a:lnTo>
                <a:lnTo>
                  <a:pt x="2117019" y="51417"/>
                </a:lnTo>
                <a:lnTo>
                  <a:pt x="2117563" y="51118"/>
                </a:lnTo>
                <a:lnTo>
                  <a:pt x="2118117" y="50821"/>
                </a:lnTo>
                <a:lnTo>
                  <a:pt x="2118475" y="50630"/>
                </a:lnTo>
                <a:lnTo>
                  <a:pt x="2118833" y="50448"/>
                </a:lnTo>
                <a:lnTo>
                  <a:pt x="2119191" y="50273"/>
                </a:lnTo>
                <a:lnTo>
                  <a:pt x="2119550" y="50107"/>
                </a:lnTo>
                <a:lnTo>
                  <a:pt x="2119908" y="49949"/>
                </a:lnTo>
                <a:lnTo>
                  <a:pt x="2120268" y="49799"/>
                </a:lnTo>
                <a:lnTo>
                  <a:pt x="2120627" y="49657"/>
                </a:lnTo>
                <a:lnTo>
                  <a:pt x="2120986" y="49524"/>
                </a:lnTo>
                <a:lnTo>
                  <a:pt x="2121346" y="49398"/>
                </a:lnTo>
                <a:lnTo>
                  <a:pt x="2121707" y="49280"/>
                </a:lnTo>
                <a:lnTo>
                  <a:pt x="2122067" y="49171"/>
                </a:lnTo>
                <a:lnTo>
                  <a:pt x="2122428" y="49070"/>
                </a:lnTo>
                <a:lnTo>
                  <a:pt x="2122789" y="48976"/>
                </a:lnTo>
                <a:lnTo>
                  <a:pt x="2123150" y="48891"/>
                </a:lnTo>
                <a:lnTo>
                  <a:pt x="2123512" y="48814"/>
                </a:lnTo>
                <a:lnTo>
                  <a:pt x="2123874" y="48745"/>
                </a:lnTo>
                <a:lnTo>
                  <a:pt x="2124236" y="48685"/>
                </a:lnTo>
                <a:lnTo>
                  <a:pt x="2124598" y="48632"/>
                </a:lnTo>
                <a:lnTo>
                  <a:pt x="2124961" y="48587"/>
                </a:lnTo>
                <a:lnTo>
                  <a:pt x="2125324" y="48551"/>
                </a:lnTo>
                <a:lnTo>
                  <a:pt x="2125687" y="48522"/>
                </a:lnTo>
                <a:lnTo>
                  <a:pt x="2126051" y="48502"/>
                </a:lnTo>
                <a:lnTo>
                  <a:pt x="2126414" y="48490"/>
                </a:lnTo>
                <a:lnTo>
                  <a:pt x="2126779" y="48486"/>
                </a:lnTo>
                <a:lnTo>
                  <a:pt x="2127307" y="48495"/>
                </a:lnTo>
                <a:lnTo>
                  <a:pt x="2127825" y="48522"/>
                </a:lnTo>
                <a:lnTo>
                  <a:pt x="2128333" y="48567"/>
                </a:lnTo>
                <a:lnTo>
                  <a:pt x="2128831" y="48629"/>
                </a:lnTo>
                <a:lnTo>
                  <a:pt x="2129320" y="48710"/>
                </a:lnTo>
                <a:lnTo>
                  <a:pt x="2129799" y="48808"/>
                </a:lnTo>
                <a:lnTo>
                  <a:pt x="2130268" y="48925"/>
                </a:lnTo>
                <a:lnTo>
                  <a:pt x="2130727" y="49059"/>
                </a:lnTo>
                <a:lnTo>
                  <a:pt x="2131176" y="49211"/>
                </a:lnTo>
                <a:lnTo>
                  <a:pt x="2131616" y="49381"/>
                </a:lnTo>
                <a:lnTo>
                  <a:pt x="2132045" y="49569"/>
                </a:lnTo>
                <a:lnTo>
                  <a:pt x="2132465" y="49775"/>
                </a:lnTo>
                <a:lnTo>
                  <a:pt x="2132875" y="49998"/>
                </a:lnTo>
                <a:lnTo>
                  <a:pt x="2133275" y="50240"/>
                </a:lnTo>
                <a:lnTo>
                  <a:pt x="2133665" y="50500"/>
                </a:lnTo>
                <a:lnTo>
                  <a:pt x="2134046" y="50777"/>
                </a:lnTo>
                <a:lnTo>
                  <a:pt x="2134416" y="51072"/>
                </a:lnTo>
                <a:lnTo>
                  <a:pt x="2134777" y="51386"/>
                </a:lnTo>
                <a:lnTo>
                  <a:pt x="2135128" y="51717"/>
                </a:lnTo>
                <a:lnTo>
                  <a:pt x="2135469" y="52066"/>
                </a:lnTo>
                <a:lnTo>
                  <a:pt x="2135800" y="52433"/>
                </a:lnTo>
                <a:lnTo>
                  <a:pt x="2136121" y="52818"/>
                </a:lnTo>
                <a:lnTo>
                  <a:pt x="2136433" y="53220"/>
                </a:lnTo>
                <a:lnTo>
                  <a:pt x="2136735" y="53641"/>
                </a:lnTo>
                <a:lnTo>
                  <a:pt x="2136953" y="53979"/>
                </a:lnTo>
                <a:lnTo>
                  <a:pt x="2137161" y="54334"/>
                </a:lnTo>
                <a:lnTo>
                  <a:pt x="2137361" y="54707"/>
                </a:lnTo>
                <a:lnTo>
                  <a:pt x="2137551" y="55097"/>
                </a:lnTo>
                <a:lnTo>
                  <a:pt x="2137732" y="55506"/>
                </a:lnTo>
                <a:lnTo>
                  <a:pt x="2137903" y="55931"/>
                </a:lnTo>
                <a:lnTo>
                  <a:pt x="2138066" y="56375"/>
                </a:lnTo>
                <a:lnTo>
                  <a:pt x="2138219" y="56836"/>
                </a:lnTo>
                <a:lnTo>
                  <a:pt x="2138363" y="57314"/>
                </a:lnTo>
                <a:lnTo>
                  <a:pt x="2138497" y="57810"/>
                </a:lnTo>
                <a:lnTo>
                  <a:pt x="2138622" y="58324"/>
                </a:lnTo>
                <a:lnTo>
                  <a:pt x="2138738" y="58856"/>
                </a:lnTo>
                <a:lnTo>
                  <a:pt x="2138845" y="59405"/>
                </a:lnTo>
                <a:lnTo>
                  <a:pt x="2138942" y="59972"/>
                </a:lnTo>
                <a:lnTo>
                  <a:pt x="2139030" y="60556"/>
                </a:lnTo>
                <a:lnTo>
                  <a:pt x="2139109" y="61158"/>
                </a:lnTo>
                <a:lnTo>
                  <a:pt x="2139179" y="61777"/>
                </a:lnTo>
                <a:lnTo>
                  <a:pt x="2139239" y="62414"/>
                </a:lnTo>
                <a:lnTo>
                  <a:pt x="2139290" y="63069"/>
                </a:lnTo>
                <a:lnTo>
                  <a:pt x="2139332" y="63742"/>
                </a:lnTo>
                <a:lnTo>
                  <a:pt x="2139364" y="64432"/>
                </a:lnTo>
                <a:lnTo>
                  <a:pt x="2139387" y="65139"/>
                </a:lnTo>
                <a:lnTo>
                  <a:pt x="2139401" y="65865"/>
                </a:lnTo>
                <a:lnTo>
                  <a:pt x="2139406" y="66607"/>
                </a:lnTo>
                <a:lnTo>
                  <a:pt x="2139406" y="98338"/>
                </a:lnTo>
                <a:lnTo>
                  <a:pt x="2139405" y="98879"/>
                </a:lnTo>
                <a:lnTo>
                  <a:pt x="2139403" y="99402"/>
                </a:lnTo>
                <a:lnTo>
                  <a:pt x="2139400" y="99907"/>
                </a:lnTo>
                <a:lnTo>
                  <a:pt x="2139395" y="100393"/>
                </a:lnTo>
                <a:lnTo>
                  <a:pt x="2139388" y="100862"/>
                </a:lnTo>
                <a:lnTo>
                  <a:pt x="2139381" y="101312"/>
                </a:lnTo>
                <a:lnTo>
                  <a:pt x="2139372" y="101744"/>
                </a:lnTo>
                <a:lnTo>
                  <a:pt x="2139361" y="102158"/>
                </a:lnTo>
                <a:lnTo>
                  <a:pt x="2139349" y="102554"/>
                </a:lnTo>
                <a:lnTo>
                  <a:pt x="2139336" y="102931"/>
                </a:lnTo>
                <a:lnTo>
                  <a:pt x="2139321" y="103291"/>
                </a:lnTo>
                <a:lnTo>
                  <a:pt x="2139305" y="103632"/>
                </a:lnTo>
                <a:lnTo>
                  <a:pt x="2139287" y="103955"/>
                </a:lnTo>
                <a:lnTo>
                  <a:pt x="2139268" y="104260"/>
                </a:lnTo>
                <a:lnTo>
                  <a:pt x="2139248" y="104547"/>
                </a:lnTo>
                <a:lnTo>
                  <a:pt x="2139226" y="104816"/>
                </a:lnTo>
                <a:lnTo>
                  <a:pt x="2139203" y="105066"/>
                </a:lnTo>
                <a:lnTo>
                  <a:pt x="2139178" y="105298"/>
                </a:lnTo>
                <a:lnTo>
                  <a:pt x="2139152" y="105513"/>
                </a:lnTo>
                <a:lnTo>
                  <a:pt x="2139125" y="105709"/>
                </a:lnTo>
                <a:lnTo>
                  <a:pt x="2139096" y="105886"/>
                </a:lnTo>
                <a:lnTo>
                  <a:pt x="2139066" y="106046"/>
                </a:lnTo>
                <a:lnTo>
                  <a:pt x="2139034" y="106188"/>
                </a:lnTo>
                <a:lnTo>
                  <a:pt x="2139001" y="106311"/>
                </a:lnTo>
                <a:lnTo>
                  <a:pt x="2138925" y="106550"/>
                </a:lnTo>
                <a:lnTo>
                  <a:pt x="2138843" y="106784"/>
                </a:lnTo>
                <a:lnTo>
                  <a:pt x="2138756" y="107013"/>
                </a:lnTo>
                <a:lnTo>
                  <a:pt x="2138665" y="107237"/>
                </a:lnTo>
                <a:lnTo>
                  <a:pt x="2138569" y="107456"/>
                </a:lnTo>
                <a:lnTo>
                  <a:pt x="2138467" y="107670"/>
                </a:lnTo>
                <a:lnTo>
                  <a:pt x="2138361" y="107879"/>
                </a:lnTo>
                <a:lnTo>
                  <a:pt x="2138250" y="108082"/>
                </a:lnTo>
                <a:lnTo>
                  <a:pt x="2138134" y="108281"/>
                </a:lnTo>
                <a:lnTo>
                  <a:pt x="2138013" y="108475"/>
                </a:lnTo>
                <a:lnTo>
                  <a:pt x="2137887" y="108664"/>
                </a:lnTo>
                <a:lnTo>
                  <a:pt x="2137757" y="108847"/>
                </a:lnTo>
                <a:lnTo>
                  <a:pt x="2137621" y="109026"/>
                </a:lnTo>
                <a:lnTo>
                  <a:pt x="2137480" y="109200"/>
                </a:lnTo>
                <a:lnTo>
                  <a:pt x="2137335" y="109368"/>
                </a:lnTo>
                <a:lnTo>
                  <a:pt x="2137184" y="109532"/>
                </a:lnTo>
                <a:lnTo>
                  <a:pt x="2137029" y="109690"/>
                </a:lnTo>
                <a:lnTo>
                  <a:pt x="2136869" y="109844"/>
                </a:lnTo>
                <a:lnTo>
                  <a:pt x="2136704" y="109992"/>
                </a:lnTo>
                <a:lnTo>
                  <a:pt x="2136534" y="110136"/>
                </a:lnTo>
                <a:lnTo>
                  <a:pt x="2136358" y="110274"/>
                </a:lnTo>
                <a:lnTo>
                  <a:pt x="2136179" y="110408"/>
                </a:lnTo>
                <a:lnTo>
                  <a:pt x="2135994" y="110536"/>
                </a:lnTo>
                <a:lnTo>
                  <a:pt x="2135804" y="110659"/>
                </a:lnTo>
                <a:lnTo>
                  <a:pt x="2135605" y="110777"/>
                </a:lnTo>
                <a:lnTo>
                  <a:pt x="2135393" y="110891"/>
                </a:lnTo>
                <a:lnTo>
                  <a:pt x="2135167" y="110999"/>
                </a:lnTo>
                <a:lnTo>
                  <a:pt x="2134928" y="111102"/>
                </a:lnTo>
                <a:lnTo>
                  <a:pt x="2134676" y="111200"/>
                </a:lnTo>
                <a:lnTo>
                  <a:pt x="2134410" y="111293"/>
                </a:lnTo>
                <a:lnTo>
                  <a:pt x="2134131" y="111381"/>
                </a:lnTo>
                <a:lnTo>
                  <a:pt x="2133839" y="111464"/>
                </a:lnTo>
                <a:lnTo>
                  <a:pt x="2133533" y="111542"/>
                </a:lnTo>
                <a:lnTo>
                  <a:pt x="2133214" y="111615"/>
                </a:lnTo>
                <a:lnTo>
                  <a:pt x="2132882" y="111683"/>
                </a:lnTo>
                <a:lnTo>
                  <a:pt x="2132536" y="111746"/>
                </a:lnTo>
                <a:lnTo>
                  <a:pt x="2132177" y="111804"/>
                </a:lnTo>
                <a:lnTo>
                  <a:pt x="2131804" y="111857"/>
                </a:lnTo>
                <a:lnTo>
                  <a:pt x="2131418" y="111905"/>
                </a:lnTo>
                <a:lnTo>
                  <a:pt x="2131019" y="111948"/>
                </a:lnTo>
                <a:lnTo>
                  <a:pt x="2130607" y="111985"/>
                </a:lnTo>
                <a:lnTo>
                  <a:pt x="2130181" y="112018"/>
                </a:lnTo>
                <a:lnTo>
                  <a:pt x="2129742" y="112046"/>
                </a:lnTo>
                <a:lnTo>
                  <a:pt x="2129289" y="112068"/>
                </a:lnTo>
                <a:lnTo>
                  <a:pt x="2128823" y="112086"/>
                </a:lnTo>
                <a:lnTo>
                  <a:pt x="2128344" y="112099"/>
                </a:lnTo>
                <a:lnTo>
                  <a:pt x="2127851" y="112106"/>
                </a:lnTo>
                <a:lnTo>
                  <a:pt x="2127345" y="112109"/>
                </a:lnTo>
                <a:lnTo>
                  <a:pt x="2127345" y="115104"/>
                </a:lnTo>
                <a:lnTo>
                  <a:pt x="2164823" y="115104"/>
                </a:lnTo>
                <a:lnTo>
                  <a:pt x="2164823" y="112109"/>
                </a:lnTo>
                <a:lnTo>
                  <a:pt x="2164356" y="112106"/>
                </a:lnTo>
                <a:lnTo>
                  <a:pt x="2163901" y="112100"/>
                </a:lnTo>
                <a:lnTo>
                  <a:pt x="2163458" y="112089"/>
                </a:lnTo>
                <a:lnTo>
                  <a:pt x="2163026" y="112074"/>
                </a:lnTo>
                <a:lnTo>
                  <a:pt x="2162606" y="112054"/>
                </a:lnTo>
                <a:lnTo>
                  <a:pt x="2162197" y="112031"/>
                </a:lnTo>
                <a:lnTo>
                  <a:pt x="2161800" y="112003"/>
                </a:lnTo>
                <a:lnTo>
                  <a:pt x="2161414" y="111970"/>
                </a:lnTo>
                <a:lnTo>
                  <a:pt x="2161040" y="111933"/>
                </a:lnTo>
                <a:lnTo>
                  <a:pt x="2160677" y="111892"/>
                </a:lnTo>
                <a:lnTo>
                  <a:pt x="2160326" y="111847"/>
                </a:lnTo>
                <a:lnTo>
                  <a:pt x="2159986" y="111797"/>
                </a:lnTo>
                <a:lnTo>
                  <a:pt x="2159658" y="111743"/>
                </a:lnTo>
                <a:lnTo>
                  <a:pt x="2159341" y="111684"/>
                </a:lnTo>
                <a:lnTo>
                  <a:pt x="2159036" y="111621"/>
                </a:lnTo>
                <a:lnTo>
                  <a:pt x="2158743" y="111554"/>
                </a:lnTo>
                <a:lnTo>
                  <a:pt x="2158461" y="111483"/>
                </a:lnTo>
                <a:lnTo>
                  <a:pt x="2158190" y="111407"/>
                </a:lnTo>
                <a:lnTo>
                  <a:pt x="2157931" y="111327"/>
                </a:lnTo>
                <a:lnTo>
                  <a:pt x="2157684" y="111243"/>
                </a:lnTo>
                <a:lnTo>
                  <a:pt x="2157448" y="111154"/>
                </a:lnTo>
                <a:lnTo>
                  <a:pt x="2157223" y="111061"/>
                </a:lnTo>
                <a:lnTo>
                  <a:pt x="2157010" y="110963"/>
                </a:lnTo>
                <a:lnTo>
                  <a:pt x="2156809" y="110862"/>
                </a:lnTo>
                <a:lnTo>
                  <a:pt x="2156616" y="110756"/>
                </a:lnTo>
                <a:lnTo>
                  <a:pt x="2156428" y="110649"/>
                </a:lnTo>
                <a:lnTo>
                  <a:pt x="2156246" y="110540"/>
                </a:lnTo>
                <a:lnTo>
                  <a:pt x="2156068" y="110428"/>
                </a:lnTo>
                <a:lnTo>
                  <a:pt x="2155896" y="110315"/>
                </a:lnTo>
                <a:lnTo>
                  <a:pt x="2155729" y="110199"/>
                </a:lnTo>
                <a:lnTo>
                  <a:pt x="2155567" y="110081"/>
                </a:lnTo>
                <a:lnTo>
                  <a:pt x="2155411" y="109962"/>
                </a:lnTo>
                <a:lnTo>
                  <a:pt x="2155259" y="109840"/>
                </a:lnTo>
                <a:lnTo>
                  <a:pt x="2155113" y="109716"/>
                </a:lnTo>
                <a:lnTo>
                  <a:pt x="2154972" y="109590"/>
                </a:lnTo>
                <a:lnTo>
                  <a:pt x="2154836" y="109461"/>
                </a:lnTo>
                <a:lnTo>
                  <a:pt x="2154705" y="109331"/>
                </a:lnTo>
                <a:lnTo>
                  <a:pt x="2154580" y="109199"/>
                </a:lnTo>
                <a:lnTo>
                  <a:pt x="2154460" y="109064"/>
                </a:lnTo>
                <a:lnTo>
                  <a:pt x="2154345" y="108928"/>
                </a:lnTo>
                <a:lnTo>
                  <a:pt x="2154235" y="108789"/>
                </a:lnTo>
                <a:lnTo>
                  <a:pt x="2154130" y="108649"/>
                </a:lnTo>
                <a:lnTo>
                  <a:pt x="2154031" y="108506"/>
                </a:lnTo>
                <a:lnTo>
                  <a:pt x="2153937" y="108361"/>
                </a:lnTo>
                <a:lnTo>
                  <a:pt x="2153848" y="108214"/>
                </a:lnTo>
                <a:lnTo>
                  <a:pt x="2153764" y="108065"/>
                </a:lnTo>
                <a:lnTo>
                  <a:pt x="2153685" y="107914"/>
                </a:lnTo>
                <a:lnTo>
                  <a:pt x="2153612" y="107760"/>
                </a:lnTo>
                <a:lnTo>
                  <a:pt x="2153542" y="107596"/>
                </a:lnTo>
                <a:lnTo>
                  <a:pt x="2153476" y="107412"/>
                </a:lnTo>
                <a:lnTo>
                  <a:pt x="2153413" y="107208"/>
                </a:lnTo>
                <a:lnTo>
                  <a:pt x="2153352" y="106984"/>
                </a:lnTo>
                <a:lnTo>
                  <a:pt x="2153295" y="106741"/>
                </a:lnTo>
                <a:lnTo>
                  <a:pt x="2153240" y="106477"/>
                </a:lnTo>
                <a:lnTo>
                  <a:pt x="2153188" y="106194"/>
                </a:lnTo>
                <a:lnTo>
                  <a:pt x="2153140" y="105890"/>
                </a:lnTo>
                <a:lnTo>
                  <a:pt x="2153094" y="105567"/>
                </a:lnTo>
                <a:lnTo>
                  <a:pt x="2153051" y="105224"/>
                </a:lnTo>
                <a:lnTo>
                  <a:pt x="2153011" y="104862"/>
                </a:lnTo>
                <a:lnTo>
                  <a:pt x="2152974" y="104479"/>
                </a:lnTo>
                <a:lnTo>
                  <a:pt x="2152940" y="104076"/>
                </a:lnTo>
                <a:lnTo>
                  <a:pt x="2152909" y="103654"/>
                </a:lnTo>
                <a:lnTo>
                  <a:pt x="2152881" y="103212"/>
                </a:lnTo>
                <a:lnTo>
                  <a:pt x="2152856" y="102750"/>
                </a:lnTo>
                <a:lnTo>
                  <a:pt x="2152834" y="102268"/>
                </a:lnTo>
                <a:lnTo>
                  <a:pt x="2152815" y="101766"/>
                </a:lnTo>
                <a:lnTo>
                  <a:pt x="2152799" y="101244"/>
                </a:lnTo>
                <a:lnTo>
                  <a:pt x="2152785" y="100703"/>
                </a:lnTo>
                <a:lnTo>
                  <a:pt x="2152775" y="100141"/>
                </a:lnTo>
                <a:lnTo>
                  <a:pt x="2152768" y="99560"/>
                </a:lnTo>
                <a:lnTo>
                  <a:pt x="2152763" y="98959"/>
                </a:lnTo>
                <a:lnTo>
                  <a:pt x="2152762" y="98338"/>
                </a:lnTo>
                <a:lnTo>
                  <a:pt x="2152762" y="63145"/>
                </a:lnTo>
                <a:lnTo>
                  <a:pt x="2152600" y="59682"/>
                </a:lnTo>
                <a:lnTo>
                  <a:pt x="2152762" y="58796"/>
                </a:lnTo>
                <a:lnTo>
                  <a:pt x="2153271" y="58319"/>
                </a:lnTo>
                <a:lnTo>
                  <a:pt x="2153774" y="57855"/>
                </a:lnTo>
                <a:lnTo>
                  <a:pt x="2154271" y="57404"/>
                </a:lnTo>
                <a:lnTo>
                  <a:pt x="2154762" y="56965"/>
                </a:lnTo>
                <a:lnTo>
                  <a:pt x="2155246" y="56539"/>
                </a:lnTo>
                <a:lnTo>
                  <a:pt x="2155724" y="56125"/>
                </a:lnTo>
                <a:lnTo>
                  <a:pt x="2156195" y="55725"/>
                </a:lnTo>
                <a:lnTo>
                  <a:pt x="2156661" y="55337"/>
                </a:lnTo>
                <a:lnTo>
                  <a:pt x="2157120" y="54962"/>
                </a:lnTo>
                <a:lnTo>
                  <a:pt x="2157572" y="54600"/>
                </a:lnTo>
                <a:lnTo>
                  <a:pt x="2158018" y="54250"/>
                </a:lnTo>
                <a:lnTo>
                  <a:pt x="2158458" y="53913"/>
                </a:lnTo>
                <a:lnTo>
                  <a:pt x="2158892" y="53589"/>
                </a:lnTo>
                <a:lnTo>
                  <a:pt x="2159319" y="53277"/>
                </a:lnTo>
                <a:lnTo>
                  <a:pt x="2159740" y="52979"/>
                </a:lnTo>
                <a:lnTo>
                  <a:pt x="2160155" y="52693"/>
                </a:lnTo>
                <a:lnTo>
                  <a:pt x="2160563" y="52420"/>
                </a:lnTo>
                <a:lnTo>
                  <a:pt x="2160965" y="52159"/>
                </a:lnTo>
                <a:lnTo>
                  <a:pt x="2161361" y="51911"/>
                </a:lnTo>
                <a:lnTo>
                  <a:pt x="2161750" y="51676"/>
                </a:lnTo>
                <a:lnTo>
                  <a:pt x="2162133" y="51454"/>
                </a:lnTo>
                <a:lnTo>
                  <a:pt x="2162510" y="51245"/>
                </a:lnTo>
                <a:lnTo>
                  <a:pt x="2162880" y="51048"/>
                </a:lnTo>
                <a:lnTo>
                  <a:pt x="2163244" y="50864"/>
                </a:lnTo>
                <a:lnTo>
                  <a:pt x="2163605" y="50690"/>
                </a:lnTo>
                <a:lnTo>
                  <a:pt x="2163966" y="50523"/>
                </a:lnTo>
                <a:lnTo>
                  <a:pt x="2164326" y="50363"/>
                </a:lnTo>
                <a:lnTo>
                  <a:pt x="2164687" y="50211"/>
                </a:lnTo>
                <a:lnTo>
                  <a:pt x="2165047" y="50067"/>
                </a:lnTo>
                <a:lnTo>
                  <a:pt x="2165407" y="49930"/>
                </a:lnTo>
                <a:lnTo>
                  <a:pt x="2165767" y="49800"/>
                </a:lnTo>
                <a:lnTo>
                  <a:pt x="2166127" y="49678"/>
                </a:lnTo>
                <a:lnTo>
                  <a:pt x="2166486" y="49563"/>
                </a:lnTo>
                <a:lnTo>
                  <a:pt x="2166846" y="49455"/>
                </a:lnTo>
                <a:lnTo>
                  <a:pt x="2167205" y="49355"/>
                </a:lnTo>
                <a:lnTo>
                  <a:pt x="2167565" y="49263"/>
                </a:lnTo>
                <a:lnTo>
                  <a:pt x="2167924" y="49177"/>
                </a:lnTo>
                <a:lnTo>
                  <a:pt x="2168283" y="49099"/>
                </a:lnTo>
                <a:lnTo>
                  <a:pt x="2168642" y="49029"/>
                </a:lnTo>
                <a:lnTo>
                  <a:pt x="2169000" y="48966"/>
                </a:lnTo>
                <a:lnTo>
                  <a:pt x="2169359" y="48910"/>
                </a:lnTo>
                <a:lnTo>
                  <a:pt x="2169717" y="48862"/>
                </a:lnTo>
                <a:lnTo>
                  <a:pt x="2170076" y="48821"/>
                </a:lnTo>
                <a:lnTo>
                  <a:pt x="2170434" y="48788"/>
                </a:lnTo>
                <a:lnTo>
                  <a:pt x="2170792" y="48762"/>
                </a:lnTo>
                <a:lnTo>
                  <a:pt x="2171150" y="48744"/>
                </a:lnTo>
                <a:lnTo>
                  <a:pt x="2171507" y="48732"/>
                </a:lnTo>
                <a:lnTo>
                  <a:pt x="2171865" y="48729"/>
                </a:lnTo>
                <a:lnTo>
                  <a:pt x="2172438" y="48738"/>
                </a:lnTo>
                <a:lnTo>
                  <a:pt x="2172999" y="48765"/>
                </a:lnTo>
                <a:lnTo>
                  <a:pt x="2173546" y="48809"/>
                </a:lnTo>
                <a:lnTo>
                  <a:pt x="2174080" y="48872"/>
                </a:lnTo>
                <a:lnTo>
                  <a:pt x="2174600" y="48953"/>
                </a:lnTo>
                <a:lnTo>
                  <a:pt x="2175108" y="49051"/>
                </a:lnTo>
                <a:lnTo>
                  <a:pt x="2175602" y="49167"/>
                </a:lnTo>
                <a:lnTo>
                  <a:pt x="2176083" y="49302"/>
                </a:lnTo>
                <a:lnTo>
                  <a:pt x="2176551" y="49454"/>
                </a:lnTo>
                <a:lnTo>
                  <a:pt x="2177005" y="49624"/>
                </a:lnTo>
                <a:lnTo>
                  <a:pt x="2177447" y="49812"/>
                </a:lnTo>
                <a:lnTo>
                  <a:pt x="2177875" y="50018"/>
                </a:lnTo>
                <a:lnTo>
                  <a:pt x="2178290" y="50241"/>
                </a:lnTo>
                <a:lnTo>
                  <a:pt x="2178692" y="50483"/>
                </a:lnTo>
                <a:lnTo>
                  <a:pt x="2179080" y="50743"/>
                </a:lnTo>
                <a:lnTo>
                  <a:pt x="2179456" y="51020"/>
                </a:lnTo>
                <a:lnTo>
                  <a:pt x="2179818" y="51315"/>
                </a:lnTo>
                <a:lnTo>
                  <a:pt x="2180167" y="51629"/>
                </a:lnTo>
                <a:lnTo>
                  <a:pt x="2180502" y="51960"/>
                </a:lnTo>
                <a:lnTo>
                  <a:pt x="2180825" y="52309"/>
                </a:lnTo>
                <a:lnTo>
                  <a:pt x="2181134" y="52676"/>
                </a:lnTo>
                <a:lnTo>
                  <a:pt x="2181430" y="53061"/>
                </a:lnTo>
                <a:lnTo>
                  <a:pt x="2181713" y="53463"/>
                </a:lnTo>
                <a:lnTo>
                  <a:pt x="2181983" y="53884"/>
                </a:lnTo>
                <a:lnTo>
                  <a:pt x="2182161" y="54202"/>
                </a:lnTo>
                <a:lnTo>
                  <a:pt x="2182332" y="54538"/>
                </a:lnTo>
                <a:lnTo>
                  <a:pt x="2182495" y="54893"/>
                </a:lnTo>
                <a:lnTo>
                  <a:pt x="2182651" y="55266"/>
                </a:lnTo>
                <a:lnTo>
                  <a:pt x="2182799" y="55658"/>
                </a:lnTo>
                <a:lnTo>
                  <a:pt x="2182939" y="56068"/>
                </a:lnTo>
                <a:lnTo>
                  <a:pt x="2183072" y="56496"/>
                </a:lnTo>
                <a:lnTo>
                  <a:pt x="2183197" y="56944"/>
                </a:lnTo>
                <a:lnTo>
                  <a:pt x="2183315" y="57409"/>
                </a:lnTo>
                <a:lnTo>
                  <a:pt x="2183425" y="57893"/>
                </a:lnTo>
                <a:lnTo>
                  <a:pt x="2183527" y="58396"/>
                </a:lnTo>
                <a:lnTo>
                  <a:pt x="2183622" y="58916"/>
                </a:lnTo>
                <a:lnTo>
                  <a:pt x="2183709" y="59456"/>
                </a:lnTo>
                <a:lnTo>
                  <a:pt x="2183789" y="60014"/>
                </a:lnTo>
                <a:lnTo>
                  <a:pt x="2183861" y="60590"/>
                </a:lnTo>
                <a:lnTo>
                  <a:pt x="2183926" y="61185"/>
                </a:lnTo>
                <a:lnTo>
                  <a:pt x="2183983" y="61798"/>
                </a:lnTo>
                <a:lnTo>
                  <a:pt x="2184032" y="62430"/>
                </a:lnTo>
                <a:lnTo>
                  <a:pt x="2184074" y="63080"/>
                </a:lnTo>
                <a:lnTo>
                  <a:pt x="2184108" y="63748"/>
                </a:lnTo>
                <a:lnTo>
                  <a:pt x="2184134" y="64435"/>
                </a:lnTo>
                <a:lnTo>
                  <a:pt x="2184153" y="65141"/>
                </a:lnTo>
                <a:lnTo>
                  <a:pt x="2184165" y="65865"/>
                </a:lnTo>
                <a:lnTo>
                  <a:pt x="2184168" y="66607"/>
                </a:lnTo>
                <a:lnTo>
                  <a:pt x="2184168" y="98338"/>
                </a:lnTo>
                <a:lnTo>
                  <a:pt x="2184168" y="98866"/>
                </a:lnTo>
                <a:lnTo>
                  <a:pt x="2184166" y="99376"/>
                </a:lnTo>
                <a:lnTo>
                  <a:pt x="2184163" y="99869"/>
                </a:lnTo>
                <a:lnTo>
                  <a:pt x="2184159" y="100344"/>
                </a:lnTo>
                <a:lnTo>
                  <a:pt x="2184154" y="100802"/>
                </a:lnTo>
                <a:lnTo>
                  <a:pt x="2184148" y="101242"/>
                </a:lnTo>
                <a:lnTo>
                  <a:pt x="2184141" y="101664"/>
                </a:lnTo>
                <a:lnTo>
                  <a:pt x="2184132" y="102069"/>
                </a:lnTo>
                <a:lnTo>
                  <a:pt x="2184123" y="102456"/>
                </a:lnTo>
                <a:lnTo>
                  <a:pt x="2184112" y="102826"/>
                </a:lnTo>
                <a:lnTo>
                  <a:pt x="2184100" y="103178"/>
                </a:lnTo>
                <a:lnTo>
                  <a:pt x="2184087" y="103512"/>
                </a:lnTo>
                <a:lnTo>
                  <a:pt x="2184073" y="103829"/>
                </a:lnTo>
                <a:lnTo>
                  <a:pt x="2184058" y="104128"/>
                </a:lnTo>
                <a:lnTo>
                  <a:pt x="2184042" y="104409"/>
                </a:lnTo>
                <a:lnTo>
                  <a:pt x="2184025" y="104673"/>
                </a:lnTo>
                <a:lnTo>
                  <a:pt x="2184006" y="104919"/>
                </a:lnTo>
                <a:lnTo>
                  <a:pt x="2183986" y="105148"/>
                </a:lnTo>
                <a:lnTo>
                  <a:pt x="2183966" y="105359"/>
                </a:lnTo>
                <a:lnTo>
                  <a:pt x="2183944" y="105552"/>
                </a:lnTo>
                <a:lnTo>
                  <a:pt x="2183921" y="105728"/>
                </a:lnTo>
                <a:lnTo>
                  <a:pt x="2183896" y="105886"/>
                </a:lnTo>
                <a:lnTo>
                  <a:pt x="2183871" y="106026"/>
                </a:lnTo>
                <a:lnTo>
                  <a:pt x="2183845" y="106149"/>
                </a:lnTo>
                <a:lnTo>
                  <a:pt x="2183775" y="106381"/>
                </a:lnTo>
                <a:lnTo>
                  <a:pt x="2183702" y="106608"/>
                </a:lnTo>
                <a:lnTo>
                  <a:pt x="2183626" y="106830"/>
                </a:lnTo>
                <a:lnTo>
                  <a:pt x="2183546" y="107046"/>
                </a:lnTo>
                <a:lnTo>
                  <a:pt x="2183462" y="107257"/>
                </a:lnTo>
                <a:lnTo>
                  <a:pt x="2183374" y="107462"/>
                </a:lnTo>
                <a:lnTo>
                  <a:pt x="2183283" y="107663"/>
                </a:lnTo>
                <a:lnTo>
                  <a:pt x="2183188" y="107858"/>
                </a:lnTo>
                <a:lnTo>
                  <a:pt x="2183090" y="108048"/>
                </a:lnTo>
                <a:lnTo>
                  <a:pt x="2182987" y="108232"/>
                </a:lnTo>
                <a:lnTo>
                  <a:pt x="2182882" y="108411"/>
                </a:lnTo>
                <a:lnTo>
                  <a:pt x="2182772" y="108585"/>
                </a:lnTo>
                <a:lnTo>
                  <a:pt x="2182659" y="108753"/>
                </a:lnTo>
                <a:lnTo>
                  <a:pt x="2182542" y="108917"/>
                </a:lnTo>
                <a:lnTo>
                  <a:pt x="2182422" y="109075"/>
                </a:lnTo>
                <a:lnTo>
                  <a:pt x="2182298" y="109227"/>
                </a:lnTo>
                <a:lnTo>
                  <a:pt x="2182170" y="109374"/>
                </a:lnTo>
                <a:lnTo>
                  <a:pt x="2182039" y="109516"/>
                </a:lnTo>
                <a:lnTo>
                  <a:pt x="2181904" y="109653"/>
                </a:lnTo>
                <a:lnTo>
                  <a:pt x="2181765" y="109785"/>
                </a:lnTo>
                <a:lnTo>
                  <a:pt x="2181622" y="109911"/>
                </a:lnTo>
                <a:lnTo>
                  <a:pt x="2181476" y="110031"/>
                </a:lnTo>
                <a:lnTo>
                  <a:pt x="2181327" y="110147"/>
                </a:lnTo>
                <a:lnTo>
                  <a:pt x="2181173" y="110257"/>
                </a:lnTo>
                <a:lnTo>
                  <a:pt x="2180947" y="110408"/>
                </a:lnTo>
                <a:lnTo>
                  <a:pt x="2180714" y="110553"/>
                </a:lnTo>
                <a:lnTo>
                  <a:pt x="2180473" y="110691"/>
                </a:lnTo>
                <a:lnTo>
                  <a:pt x="2180225" y="110823"/>
                </a:lnTo>
                <a:lnTo>
                  <a:pt x="2179969" y="110948"/>
                </a:lnTo>
                <a:lnTo>
                  <a:pt x="2179706" y="111067"/>
                </a:lnTo>
                <a:lnTo>
                  <a:pt x="2179436" y="111180"/>
                </a:lnTo>
                <a:lnTo>
                  <a:pt x="2179159" y="111286"/>
                </a:lnTo>
                <a:lnTo>
                  <a:pt x="2178874" y="111385"/>
                </a:lnTo>
                <a:lnTo>
                  <a:pt x="2178582" y="111479"/>
                </a:lnTo>
                <a:lnTo>
                  <a:pt x="2178283" y="111565"/>
                </a:lnTo>
                <a:lnTo>
                  <a:pt x="2177976" y="111646"/>
                </a:lnTo>
                <a:lnTo>
                  <a:pt x="2177662" y="111720"/>
                </a:lnTo>
                <a:lnTo>
                  <a:pt x="2177341" y="111787"/>
                </a:lnTo>
                <a:lnTo>
                  <a:pt x="2177012" y="111848"/>
                </a:lnTo>
                <a:lnTo>
                  <a:pt x="2176677" y="111903"/>
                </a:lnTo>
                <a:lnTo>
                  <a:pt x="2176333" y="111951"/>
                </a:lnTo>
                <a:lnTo>
                  <a:pt x="2175983" y="111993"/>
                </a:lnTo>
                <a:lnTo>
                  <a:pt x="2175625" y="112028"/>
                </a:lnTo>
                <a:lnTo>
                  <a:pt x="2175260" y="112057"/>
                </a:lnTo>
                <a:lnTo>
                  <a:pt x="2174888" y="112080"/>
                </a:lnTo>
                <a:lnTo>
                  <a:pt x="2174508" y="112096"/>
                </a:lnTo>
                <a:lnTo>
                  <a:pt x="2174121" y="112105"/>
                </a:lnTo>
                <a:lnTo>
                  <a:pt x="2173727" y="112109"/>
                </a:lnTo>
                <a:lnTo>
                  <a:pt x="2172189" y="112109"/>
                </a:lnTo>
                <a:lnTo>
                  <a:pt x="2172189" y="115104"/>
                </a:lnTo>
                <a:lnTo>
                  <a:pt x="2208776" y="115104"/>
                </a:lnTo>
                <a:lnTo>
                  <a:pt x="2208776" y="112109"/>
                </a:lnTo>
                <a:lnTo>
                  <a:pt x="2208369" y="112106"/>
                </a:lnTo>
                <a:lnTo>
                  <a:pt x="2207972" y="112100"/>
                </a:lnTo>
                <a:lnTo>
                  <a:pt x="2207584" y="112089"/>
                </a:lnTo>
                <a:lnTo>
                  <a:pt x="2207206" y="112074"/>
                </a:lnTo>
                <a:lnTo>
                  <a:pt x="2206838" y="112054"/>
                </a:lnTo>
                <a:lnTo>
                  <a:pt x="2206479" y="112030"/>
                </a:lnTo>
                <a:lnTo>
                  <a:pt x="2206129" y="112002"/>
                </a:lnTo>
                <a:lnTo>
                  <a:pt x="2205790" y="111969"/>
                </a:lnTo>
                <a:lnTo>
                  <a:pt x="2205459" y="111933"/>
                </a:lnTo>
                <a:lnTo>
                  <a:pt x="2205139" y="111891"/>
                </a:lnTo>
                <a:lnTo>
                  <a:pt x="2204828" y="111846"/>
                </a:lnTo>
                <a:lnTo>
                  <a:pt x="2204526" y="111796"/>
                </a:lnTo>
                <a:lnTo>
                  <a:pt x="2204234" y="111741"/>
                </a:lnTo>
                <a:lnTo>
                  <a:pt x="2203952" y="111683"/>
                </a:lnTo>
                <a:lnTo>
                  <a:pt x="2203679" y="111619"/>
                </a:lnTo>
                <a:lnTo>
                  <a:pt x="2203415" y="111552"/>
                </a:lnTo>
                <a:lnTo>
                  <a:pt x="2203162" y="111480"/>
                </a:lnTo>
                <a:lnTo>
                  <a:pt x="2202917" y="111404"/>
                </a:lnTo>
                <a:lnTo>
                  <a:pt x="2202683" y="111324"/>
                </a:lnTo>
                <a:lnTo>
                  <a:pt x="2202457" y="111239"/>
                </a:lnTo>
                <a:lnTo>
                  <a:pt x="2202242" y="111150"/>
                </a:lnTo>
                <a:lnTo>
                  <a:pt x="2202036" y="111056"/>
                </a:lnTo>
                <a:lnTo>
                  <a:pt x="2201839" y="110959"/>
                </a:lnTo>
                <a:lnTo>
                  <a:pt x="2201653" y="110856"/>
                </a:lnTo>
                <a:lnTo>
                  <a:pt x="2201473" y="110751"/>
                </a:lnTo>
                <a:lnTo>
                  <a:pt x="2201298" y="110644"/>
                </a:lnTo>
                <a:lnTo>
                  <a:pt x="2201128" y="110535"/>
                </a:lnTo>
                <a:lnTo>
                  <a:pt x="2200962" y="110425"/>
                </a:lnTo>
                <a:lnTo>
                  <a:pt x="2200802" y="110312"/>
                </a:lnTo>
                <a:lnTo>
                  <a:pt x="2200646" y="110198"/>
                </a:lnTo>
                <a:lnTo>
                  <a:pt x="2200495" y="110082"/>
                </a:lnTo>
                <a:lnTo>
                  <a:pt x="2200348" y="109964"/>
                </a:lnTo>
                <a:lnTo>
                  <a:pt x="2200207" y="109844"/>
                </a:lnTo>
                <a:lnTo>
                  <a:pt x="2200070" y="109722"/>
                </a:lnTo>
                <a:lnTo>
                  <a:pt x="2199938" y="109599"/>
                </a:lnTo>
                <a:lnTo>
                  <a:pt x="2199811" y="109473"/>
                </a:lnTo>
                <a:lnTo>
                  <a:pt x="2199689" y="109346"/>
                </a:lnTo>
                <a:lnTo>
                  <a:pt x="2199571" y="109217"/>
                </a:lnTo>
                <a:lnTo>
                  <a:pt x="2199458" y="109087"/>
                </a:lnTo>
                <a:lnTo>
                  <a:pt x="2199350" y="108954"/>
                </a:lnTo>
                <a:lnTo>
                  <a:pt x="2199247" y="108820"/>
                </a:lnTo>
                <a:lnTo>
                  <a:pt x="2199148" y="108684"/>
                </a:lnTo>
                <a:lnTo>
                  <a:pt x="2199055" y="108546"/>
                </a:lnTo>
                <a:lnTo>
                  <a:pt x="2198966" y="108406"/>
                </a:lnTo>
                <a:lnTo>
                  <a:pt x="2198881" y="108264"/>
                </a:lnTo>
                <a:lnTo>
                  <a:pt x="2198802" y="108121"/>
                </a:lnTo>
                <a:lnTo>
                  <a:pt x="2198727" y="107976"/>
                </a:lnTo>
                <a:lnTo>
                  <a:pt x="2198658" y="107829"/>
                </a:lnTo>
                <a:lnTo>
                  <a:pt x="2198572" y="107606"/>
                </a:lnTo>
                <a:lnTo>
                  <a:pt x="2198489" y="107367"/>
                </a:lnTo>
                <a:lnTo>
                  <a:pt x="2198411" y="107114"/>
                </a:lnTo>
                <a:lnTo>
                  <a:pt x="2198336" y="106846"/>
                </a:lnTo>
                <a:lnTo>
                  <a:pt x="2198265" y="106562"/>
                </a:lnTo>
                <a:lnTo>
                  <a:pt x="2198197" y="106263"/>
                </a:lnTo>
                <a:lnTo>
                  <a:pt x="2198133" y="105950"/>
                </a:lnTo>
                <a:lnTo>
                  <a:pt x="2198073" y="105621"/>
                </a:lnTo>
                <a:lnTo>
                  <a:pt x="2198016" y="105276"/>
                </a:lnTo>
                <a:lnTo>
                  <a:pt x="2197963" y="104917"/>
                </a:lnTo>
                <a:lnTo>
                  <a:pt x="2197914" y="104543"/>
                </a:lnTo>
                <a:lnTo>
                  <a:pt x="2197868" y="104153"/>
                </a:lnTo>
                <a:lnTo>
                  <a:pt x="2197826" y="103749"/>
                </a:lnTo>
                <a:lnTo>
                  <a:pt x="2197788" y="103329"/>
                </a:lnTo>
                <a:lnTo>
                  <a:pt x="2197753" y="102894"/>
                </a:lnTo>
                <a:lnTo>
                  <a:pt x="2197722" y="102444"/>
                </a:lnTo>
                <a:lnTo>
                  <a:pt x="2197695" y="101978"/>
                </a:lnTo>
                <a:lnTo>
                  <a:pt x="2197671" y="101498"/>
                </a:lnTo>
                <a:lnTo>
                  <a:pt x="2197651" y="101002"/>
                </a:lnTo>
                <a:lnTo>
                  <a:pt x="2197635" y="100492"/>
                </a:lnTo>
                <a:lnTo>
                  <a:pt x="2197622" y="99966"/>
                </a:lnTo>
                <a:lnTo>
                  <a:pt x="2197613" y="99425"/>
                </a:lnTo>
                <a:lnTo>
                  <a:pt x="2197607" y="98869"/>
                </a:lnTo>
                <a:lnTo>
                  <a:pt x="2197605" y="98297"/>
                </a:lnTo>
                <a:lnTo>
                  <a:pt x="2197605" y="66476"/>
                </a:lnTo>
                <a:lnTo>
                  <a:pt x="2197602" y="65651"/>
                </a:lnTo>
                <a:lnTo>
                  <a:pt x="2197593" y="64844"/>
                </a:lnTo>
                <a:lnTo>
                  <a:pt x="2197577" y="64056"/>
                </a:lnTo>
                <a:lnTo>
                  <a:pt x="2197556" y="63286"/>
                </a:lnTo>
                <a:lnTo>
                  <a:pt x="2197528" y="62535"/>
                </a:lnTo>
                <a:lnTo>
                  <a:pt x="2197494" y="61802"/>
                </a:lnTo>
                <a:lnTo>
                  <a:pt x="2197454" y="61088"/>
                </a:lnTo>
                <a:lnTo>
                  <a:pt x="2197407" y="60392"/>
                </a:lnTo>
                <a:lnTo>
                  <a:pt x="2197355" y="59715"/>
                </a:lnTo>
                <a:lnTo>
                  <a:pt x="2197296" y="59056"/>
                </a:lnTo>
                <a:lnTo>
                  <a:pt x="2197231" y="58416"/>
                </a:lnTo>
                <a:lnTo>
                  <a:pt x="2197160" y="57794"/>
                </a:lnTo>
                <a:lnTo>
                  <a:pt x="2197083" y="57191"/>
                </a:lnTo>
                <a:lnTo>
                  <a:pt x="2196999" y="56606"/>
                </a:lnTo>
                <a:lnTo>
                  <a:pt x="2196910" y="56040"/>
                </a:lnTo>
                <a:lnTo>
                  <a:pt x="2196814" y="55492"/>
                </a:lnTo>
                <a:lnTo>
                  <a:pt x="2196712" y="54963"/>
                </a:lnTo>
                <a:lnTo>
                  <a:pt x="2196604" y="54452"/>
                </a:lnTo>
                <a:lnTo>
                  <a:pt x="2196489" y="53960"/>
                </a:lnTo>
                <a:lnTo>
                  <a:pt x="2196369" y="53486"/>
                </a:lnTo>
                <a:lnTo>
                  <a:pt x="2196242" y="53031"/>
                </a:lnTo>
                <a:lnTo>
                  <a:pt x="2196109" y="52595"/>
                </a:lnTo>
                <a:lnTo>
                  <a:pt x="2195970" y="52177"/>
                </a:lnTo>
                <a:lnTo>
                  <a:pt x="2195824" y="51777"/>
                </a:lnTo>
                <a:lnTo>
                  <a:pt x="2195599" y="51211"/>
                </a:lnTo>
                <a:lnTo>
                  <a:pt x="2195366" y="50659"/>
                </a:lnTo>
                <a:lnTo>
                  <a:pt x="2195127" y="50121"/>
                </a:lnTo>
                <a:lnTo>
                  <a:pt x="2194881" y="49595"/>
                </a:lnTo>
                <a:lnTo>
                  <a:pt x="2194629" y="49083"/>
                </a:lnTo>
                <a:lnTo>
                  <a:pt x="2194370" y="48584"/>
                </a:lnTo>
                <a:lnTo>
                  <a:pt x="2194104" y="48099"/>
                </a:lnTo>
                <a:lnTo>
                  <a:pt x="2193832" y="47626"/>
                </a:lnTo>
                <a:lnTo>
                  <a:pt x="2193554" y="47168"/>
                </a:lnTo>
                <a:lnTo>
                  <a:pt x="2193268" y="46722"/>
                </a:lnTo>
                <a:lnTo>
                  <a:pt x="2192976" y="46290"/>
                </a:lnTo>
                <a:lnTo>
                  <a:pt x="2192678" y="45871"/>
                </a:lnTo>
                <a:lnTo>
                  <a:pt x="2192373" y="45466"/>
                </a:lnTo>
                <a:lnTo>
                  <a:pt x="2192061" y="45073"/>
                </a:lnTo>
                <a:lnTo>
                  <a:pt x="2191742" y="44694"/>
                </a:lnTo>
                <a:lnTo>
                  <a:pt x="2191417" y="44329"/>
                </a:lnTo>
                <a:lnTo>
                  <a:pt x="2191086" y="43977"/>
                </a:lnTo>
                <a:lnTo>
                  <a:pt x="2190748" y="43638"/>
                </a:lnTo>
                <a:lnTo>
                  <a:pt x="2190403" y="43312"/>
                </a:lnTo>
                <a:lnTo>
                  <a:pt x="2190052" y="43000"/>
                </a:lnTo>
                <a:lnTo>
                  <a:pt x="2189694" y="42701"/>
                </a:lnTo>
                <a:lnTo>
                  <a:pt x="2189329" y="42415"/>
                </a:lnTo>
                <a:lnTo>
                  <a:pt x="2188958" y="42143"/>
                </a:lnTo>
                <a:lnTo>
                  <a:pt x="2188580" y="41884"/>
                </a:lnTo>
                <a:lnTo>
                  <a:pt x="2188196" y="41637"/>
                </a:lnTo>
                <a:lnTo>
                  <a:pt x="2187808" y="41400"/>
                </a:lnTo>
                <a:lnTo>
                  <a:pt x="2187416" y="41174"/>
                </a:lnTo>
                <a:lnTo>
                  <a:pt x="2187018" y="40958"/>
                </a:lnTo>
                <a:lnTo>
                  <a:pt x="2186616" y="40753"/>
                </a:lnTo>
                <a:lnTo>
                  <a:pt x="2186210" y="40558"/>
                </a:lnTo>
                <a:lnTo>
                  <a:pt x="2185798" y="40374"/>
                </a:lnTo>
                <a:lnTo>
                  <a:pt x="2185383" y="40200"/>
                </a:lnTo>
                <a:lnTo>
                  <a:pt x="2184962" y="40037"/>
                </a:lnTo>
                <a:lnTo>
                  <a:pt x="2184537" y="39885"/>
                </a:lnTo>
                <a:lnTo>
                  <a:pt x="2184107" y="39743"/>
                </a:lnTo>
                <a:lnTo>
                  <a:pt x="2183673" y="39611"/>
                </a:lnTo>
                <a:lnTo>
                  <a:pt x="2183234" y="39490"/>
                </a:lnTo>
                <a:lnTo>
                  <a:pt x="2182790" y="39380"/>
                </a:lnTo>
                <a:lnTo>
                  <a:pt x="2182341" y="39280"/>
                </a:lnTo>
                <a:lnTo>
                  <a:pt x="2181888" y="39190"/>
                </a:lnTo>
                <a:lnTo>
                  <a:pt x="2181431" y="39111"/>
                </a:lnTo>
                <a:lnTo>
                  <a:pt x="2180969" y="39043"/>
                </a:lnTo>
                <a:lnTo>
                  <a:pt x="2180502" y="38985"/>
                </a:lnTo>
                <a:lnTo>
                  <a:pt x="2180030" y="38938"/>
                </a:lnTo>
                <a:lnTo>
                  <a:pt x="2179554" y="38901"/>
                </a:lnTo>
                <a:lnTo>
                  <a:pt x="2179073" y="38875"/>
                </a:lnTo>
                <a:lnTo>
                  <a:pt x="2178588" y="38859"/>
                </a:lnTo>
                <a:lnTo>
                  <a:pt x="2178098" y="38854"/>
                </a:lnTo>
                <a:lnTo>
                  <a:pt x="2177592" y="38859"/>
                </a:lnTo>
                <a:lnTo>
                  <a:pt x="2177088" y="38875"/>
                </a:lnTo>
                <a:lnTo>
                  <a:pt x="2176585" y="38901"/>
                </a:lnTo>
                <a:lnTo>
                  <a:pt x="2176083" y="38938"/>
                </a:lnTo>
                <a:lnTo>
                  <a:pt x="2175582" y="38985"/>
                </a:lnTo>
                <a:lnTo>
                  <a:pt x="2175082" y="39043"/>
                </a:lnTo>
                <a:lnTo>
                  <a:pt x="2174584" y="39112"/>
                </a:lnTo>
                <a:lnTo>
                  <a:pt x="2174086" y="39191"/>
                </a:lnTo>
                <a:lnTo>
                  <a:pt x="2173590" y="39280"/>
                </a:lnTo>
                <a:lnTo>
                  <a:pt x="2173095" y="39381"/>
                </a:lnTo>
                <a:lnTo>
                  <a:pt x="2172601" y="39491"/>
                </a:lnTo>
                <a:lnTo>
                  <a:pt x="2172108" y="39612"/>
                </a:lnTo>
                <a:lnTo>
                  <a:pt x="2171616" y="39744"/>
                </a:lnTo>
                <a:lnTo>
                  <a:pt x="2171125" y="39886"/>
                </a:lnTo>
                <a:lnTo>
                  <a:pt x="2170635" y="40039"/>
                </a:lnTo>
                <a:lnTo>
                  <a:pt x="2170147" y="40203"/>
                </a:lnTo>
                <a:lnTo>
                  <a:pt x="2169660" y="40377"/>
                </a:lnTo>
                <a:lnTo>
                  <a:pt x="2169173" y="40561"/>
                </a:lnTo>
                <a:lnTo>
                  <a:pt x="2168688" y="40756"/>
                </a:lnTo>
                <a:lnTo>
                  <a:pt x="2168204" y="40961"/>
                </a:lnTo>
                <a:lnTo>
                  <a:pt x="2167721" y="41178"/>
                </a:lnTo>
                <a:lnTo>
                  <a:pt x="2167240" y="41404"/>
                </a:lnTo>
                <a:lnTo>
                  <a:pt x="2166759" y="41641"/>
                </a:lnTo>
                <a:lnTo>
                  <a:pt x="2166280" y="41889"/>
                </a:lnTo>
                <a:lnTo>
                  <a:pt x="2165796" y="42153"/>
                </a:lnTo>
                <a:lnTo>
                  <a:pt x="2165304" y="42441"/>
                </a:lnTo>
                <a:lnTo>
                  <a:pt x="2164802" y="42752"/>
                </a:lnTo>
                <a:lnTo>
                  <a:pt x="2164292" y="43086"/>
                </a:lnTo>
                <a:lnTo>
                  <a:pt x="2163773" y="43444"/>
                </a:lnTo>
                <a:lnTo>
                  <a:pt x="2163244" y="43824"/>
                </a:lnTo>
                <a:lnTo>
                  <a:pt x="2162707" y="44228"/>
                </a:lnTo>
                <a:lnTo>
                  <a:pt x="2162160" y="44655"/>
                </a:lnTo>
                <a:lnTo>
                  <a:pt x="2161605" y="45105"/>
                </a:lnTo>
                <a:lnTo>
                  <a:pt x="2161041" y="45578"/>
                </a:lnTo>
                <a:lnTo>
                  <a:pt x="2160467" y="46074"/>
                </a:lnTo>
                <a:lnTo>
                  <a:pt x="2159885" y="46594"/>
                </a:lnTo>
                <a:lnTo>
                  <a:pt x="2159294" y="47137"/>
                </a:lnTo>
                <a:lnTo>
                  <a:pt x="2158693" y="47703"/>
                </a:lnTo>
                <a:lnTo>
                  <a:pt x="2158084" y="48292"/>
                </a:lnTo>
                <a:lnTo>
                  <a:pt x="2157466" y="48904"/>
                </a:lnTo>
                <a:lnTo>
                  <a:pt x="2156838" y="49540"/>
                </a:lnTo>
                <a:lnTo>
                  <a:pt x="2156202" y="50198"/>
                </a:lnTo>
                <a:lnTo>
                  <a:pt x="2155557" y="50880"/>
                </a:lnTo>
                <a:lnTo>
                  <a:pt x="2154902" y="51585"/>
                </a:lnTo>
                <a:lnTo>
                  <a:pt x="2154239" y="52314"/>
                </a:lnTo>
                <a:lnTo>
                  <a:pt x="2153567" y="53065"/>
                </a:lnTo>
                <a:lnTo>
                  <a:pt x="2152886" y="53840"/>
                </a:lnTo>
                <a:lnTo>
                  <a:pt x="2152195" y="54638"/>
                </a:lnTo>
                <a:lnTo>
                  <a:pt x="2152048" y="54003"/>
                </a:lnTo>
                <a:lnTo>
                  <a:pt x="2151889" y="53381"/>
                </a:lnTo>
                <a:lnTo>
                  <a:pt x="2151718" y="52772"/>
                </a:lnTo>
                <a:lnTo>
                  <a:pt x="2151536" y="52176"/>
                </a:lnTo>
                <a:lnTo>
                  <a:pt x="2151343" y="51592"/>
                </a:lnTo>
                <a:lnTo>
                  <a:pt x="2151138" y="51021"/>
                </a:lnTo>
                <a:lnTo>
                  <a:pt x="2150921" y="50462"/>
                </a:lnTo>
                <a:lnTo>
                  <a:pt x="2150693" y="49916"/>
                </a:lnTo>
                <a:lnTo>
                  <a:pt x="2150454" y="49383"/>
                </a:lnTo>
                <a:lnTo>
                  <a:pt x="2150203" y="48862"/>
                </a:lnTo>
                <a:lnTo>
                  <a:pt x="2149940" y="48354"/>
                </a:lnTo>
                <a:lnTo>
                  <a:pt x="2149666" y="47859"/>
                </a:lnTo>
                <a:lnTo>
                  <a:pt x="2149380" y="47376"/>
                </a:lnTo>
                <a:lnTo>
                  <a:pt x="2149083" y="46906"/>
                </a:lnTo>
                <a:lnTo>
                  <a:pt x="2148774" y="46448"/>
                </a:lnTo>
                <a:lnTo>
                  <a:pt x="2148454" y="46004"/>
                </a:lnTo>
                <a:lnTo>
                  <a:pt x="2148122" y="45572"/>
                </a:lnTo>
                <a:lnTo>
                  <a:pt x="2147779" y="45152"/>
                </a:lnTo>
                <a:lnTo>
                  <a:pt x="2147424" y="44745"/>
                </a:lnTo>
                <a:lnTo>
                  <a:pt x="2147057" y="44351"/>
                </a:lnTo>
                <a:lnTo>
                  <a:pt x="2146680" y="43969"/>
                </a:lnTo>
                <a:lnTo>
                  <a:pt x="2146290" y="43601"/>
                </a:lnTo>
                <a:lnTo>
                  <a:pt x="2145889" y="43244"/>
                </a:lnTo>
                <a:lnTo>
                  <a:pt x="2145477" y="42901"/>
                </a:lnTo>
                <a:lnTo>
                  <a:pt x="2145055" y="42571"/>
                </a:lnTo>
                <a:lnTo>
                  <a:pt x="2144627" y="42254"/>
                </a:lnTo>
                <a:lnTo>
                  <a:pt x="2144192" y="41952"/>
                </a:lnTo>
                <a:lnTo>
                  <a:pt x="2143750" y="41664"/>
                </a:lnTo>
                <a:lnTo>
                  <a:pt x="2143301" y="41390"/>
                </a:lnTo>
                <a:lnTo>
                  <a:pt x="2142846" y="41130"/>
                </a:lnTo>
                <a:lnTo>
                  <a:pt x="2142384" y="40884"/>
                </a:lnTo>
                <a:lnTo>
                  <a:pt x="2141915" y="40652"/>
                </a:lnTo>
                <a:lnTo>
                  <a:pt x="2141440" y="40434"/>
                </a:lnTo>
                <a:lnTo>
                  <a:pt x="2140957" y="40231"/>
                </a:lnTo>
                <a:lnTo>
                  <a:pt x="2140468" y="40041"/>
                </a:lnTo>
                <a:lnTo>
                  <a:pt x="2139973" y="39865"/>
                </a:lnTo>
                <a:lnTo>
                  <a:pt x="2139470" y="39704"/>
                </a:lnTo>
                <a:lnTo>
                  <a:pt x="2138961" y="39556"/>
                </a:lnTo>
                <a:lnTo>
                  <a:pt x="2138445" y="39423"/>
                </a:lnTo>
                <a:lnTo>
                  <a:pt x="2137922" y="39303"/>
                </a:lnTo>
                <a:lnTo>
                  <a:pt x="2137392" y="39198"/>
                </a:lnTo>
                <a:lnTo>
                  <a:pt x="2136856" y="39106"/>
                </a:lnTo>
                <a:lnTo>
                  <a:pt x="2136313" y="39029"/>
                </a:lnTo>
                <a:lnTo>
                  <a:pt x="2135763" y="38966"/>
                </a:lnTo>
                <a:lnTo>
                  <a:pt x="2135207" y="38917"/>
                </a:lnTo>
                <a:lnTo>
                  <a:pt x="2134644" y="38882"/>
                </a:lnTo>
                <a:lnTo>
                  <a:pt x="2134074" y="38861"/>
                </a:lnTo>
                <a:lnTo>
                  <a:pt x="2133497" y="38854"/>
                </a:lnTo>
                <a:lnTo>
                  <a:pt x="2133153" y="38856"/>
                </a:lnTo>
                <a:lnTo>
                  <a:pt x="2132808" y="38865"/>
                </a:lnTo>
                <a:lnTo>
                  <a:pt x="2132464" y="38880"/>
                </a:lnTo>
                <a:lnTo>
                  <a:pt x="2132119" y="38901"/>
                </a:lnTo>
                <a:lnTo>
                  <a:pt x="2131773" y="38927"/>
                </a:lnTo>
                <a:lnTo>
                  <a:pt x="2131428" y="38960"/>
                </a:lnTo>
                <a:lnTo>
                  <a:pt x="2131082" y="38998"/>
                </a:lnTo>
                <a:lnTo>
                  <a:pt x="2130736" y="39042"/>
                </a:lnTo>
                <a:lnTo>
                  <a:pt x="2130389" y="39093"/>
                </a:lnTo>
                <a:lnTo>
                  <a:pt x="2130043" y="39149"/>
                </a:lnTo>
                <a:lnTo>
                  <a:pt x="2129696" y="39211"/>
                </a:lnTo>
                <a:lnTo>
                  <a:pt x="2129349" y="39278"/>
                </a:lnTo>
                <a:lnTo>
                  <a:pt x="2129001" y="39352"/>
                </a:lnTo>
                <a:lnTo>
                  <a:pt x="2128653" y="39432"/>
                </a:lnTo>
                <a:lnTo>
                  <a:pt x="2128305" y="39518"/>
                </a:lnTo>
                <a:lnTo>
                  <a:pt x="2127957" y="39609"/>
                </a:lnTo>
                <a:lnTo>
                  <a:pt x="2127608" y="39706"/>
                </a:lnTo>
                <a:lnTo>
                  <a:pt x="2127259" y="39810"/>
                </a:lnTo>
                <a:lnTo>
                  <a:pt x="2126910" y="39919"/>
                </a:lnTo>
                <a:lnTo>
                  <a:pt x="2126560" y="40034"/>
                </a:lnTo>
                <a:lnTo>
                  <a:pt x="2126211" y="40155"/>
                </a:lnTo>
                <a:lnTo>
                  <a:pt x="2125861" y="40282"/>
                </a:lnTo>
                <a:lnTo>
                  <a:pt x="2125510" y="40415"/>
                </a:lnTo>
                <a:lnTo>
                  <a:pt x="2125160" y="40553"/>
                </a:lnTo>
                <a:lnTo>
                  <a:pt x="2124810" y="40697"/>
                </a:lnTo>
                <a:lnTo>
                  <a:pt x="2124462" y="40846"/>
                </a:lnTo>
                <a:lnTo>
                  <a:pt x="2124116" y="41000"/>
                </a:lnTo>
                <a:lnTo>
                  <a:pt x="2123772" y="41158"/>
                </a:lnTo>
                <a:lnTo>
                  <a:pt x="2123430" y="41321"/>
                </a:lnTo>
                <a:lnTo>
                  <a:pt x="2123090" y="41489"/>
                </a:lnTo>
                <a:lnTo>
                  <a:pt x="2122753" y="41662"/>
                </a:lnTo>
                <a:lnTo>
                  <a:pt x="2122417" y="41839"/>
                </a:lnTo>
                <a:lnTo>
                  <a:pt x="2122082" y="42022"/>
                </a:lnTo>
                <a:lnTo>
                  <a:pt x="2121750" y="42209"/>
                </a:lnTo>
                <a:lnTo>
                  <a:pt x="2121420" y="42401"/>
                </a:lnTo>
                <a:lnTo>
                  <a:pt x="2121092" y="42597"/>
                </a:lnTo>
                <a:lnTo>
                  <a:pt x="2120766" y="42799"/>
                </a:lnTo>
                <a:lnTo>
                  <a:pt x="2120442" y="43005"/>
                </a:lnTo>
                <a:lnTo>
                  <a:pt x="2120120" y="43216"/>
                </a:lnTo>
                <a:lnTo>
                  <a:pt x="2119799" y="43431"/>
                </a:lnTo>
                <a:lnTo>
                  <a:pt x="2119481" y="43652"/>
                </a:lnTo>
                <a:lnTo>
                  <a:pt x="2119165" y="43877"/>
                </a:lnTo>
                <a:lnTo>
                  <a:pt x="2118850" y="44107"/>
                </a:lnTo>
                <a:lnTo>
                  <a:pt x="2118538" y="44342"/>
                </a:lnTo>
                <a:lnTo>
                  <a:pt x="2118227" y="44582"/>
                </a:lnTo>
                <a:lnTo>
                  <a:pt x="2117919" y="44826"/>
                </a:lnTo>
                <a:lnTo>
                  <a:pt x="2117613" y="45075"/>
                </a:lnTo>
                <a:lnTo>
                  <a:pt x="2117308" y="45329"/>
                </a:lnTo>
                <a:lnTo>
                  <a:pt x="2117175" y="45442"/>
                </a:lnTo>
                <a:lnTo>
                  <a:pt x="2117019" y="45579"/>
                </a:lnTo>
                <a:lnTo>
                  <a:pt x="2116840" y="45740"/>
                </a:lnTo>
                <a:lnTo>
                  <a:pt x="2116638" y="45925"/>
                </a:lnTo>
                <a:lnTo>
                  <a:pt x="2116413" y="46134"/>
                </a:lnTo>
                <a:lnTo>
                  <a:pt x="2116165" y="46366"/>
                </a:lnTo>
                <a:lnTo>
                  <a:pt x="2115893" y="46623"/>
                </a:lnTo>
                <a:lnTo>
                  <a:pt x="2115599" y="46903"/>
                </a:lnTo>
                <a:lnTo>
                  <a:pt x="2115282" y="47207"/>
                </a:lnTo>
                <a:lnTo>
                  <a:pt x="2114941" y="47535"/>
                </a:lnTo>
                <a:lnTo>
                  <a:pt x="2114578" y="47887"/>
                </a:lnTo>
                <a:lnTo>
                  <a:pt x="2114192" y="48263"/>
                </a:lnTo>
                <a:lnTo>
                  <a:pt x="2113782" y="48663"/>
                </a:lnTo>
                <a:lnTo>
                  <a:pt x="2113350" y="49087"/>
                </a:lnTo>
                <a:lnTo>
                  <a:pt x="2112894" y="49534"/>
                </a:lnTo>
                <a:lnTo>
                  <a:pt x="2112415" y="50006"/>
                </a:lnTo>
                <a:lnTo>
                  <a:pt x="2111914" y="50501"/>
                </a:lnTo>
                <a:lnTo>
                  <a:pt x="2111389" y="51021"/>
                </a:lnTo>
                <a:lnTo>
                  <a:pt x="2110841" y="51564"/>
                </a:lnTo>
                <a:lnTo>
                  <a:pt x="2110270" y="52131"/>
                </a:lnTo>
                <a:lnTo>
                  <a:pt x="2109676" y="52722"/>
                </a:lnTo>
                <a:lnTo>
                  <a:pt x="2109059" y="53336"/>
                </a:lnTo>
                <a:lnTo>
                  <a:pt x="2108420" y="53975"/>
                </a:lnTo>
                <a:lnTo>
                  <a:pt x="2107757" y="54638"/>
                </a:lnTo>
                <a:lnTo>
                  <a:pt x="2107757" y="38854"/>
                </a:lnTo>
                <a:lnTo>
                  <a:pt x="2104276" y="38854"/>
                </a:lnTo>
                <a:lnTo>
                  <a:pt x="2081935" y="47899"/>
                </a:lnTo>
                <a:lnTo>
                  <a:pt x="2083149" y="50808"/>
                </a:lnTo>
                <a:lnTo>
                  <a:pt x="2083411" y="50709"/>
                </a:lnTo>
                <a:close/>
                <a:moveTo>
                  <a:pt x="1251217" y="64544"/>
                </a:moveTo>
                <a:lnTo>
                  <a:pt x="1251092" y="63487"/>
                </a:lnTo>
                <a:lnTo>
                  <a:pt x="1250939" y="62449"/>
                </a:lnTo>
                <a:lnTo>
                  <a:pt x="1250758" y="61430"/>
                </a:lnTo>
                <a:lnTo>
                  <a:pt x="1250550" y="60431"/>
                </a:lnTo>
                <a:lnTo>
                  <a:pt x="1250313" y="59451"/>
                </a:lnTo>
                <a:lnTo>
                  <a:pt x="1250049" y="58489"/>
                </a:lnTo>
                <a:lnTo>
                  <a:pt x="1249757" y="57547"/>
                </a:lnTo>
                <a:lnTo>
                  <a:pt x="1249437" y="56625"/>
                </a:lnTo>
                <a:lnTo>
                  <a:pt x="1249089" y="55721"/>
                </a:lnTo>
                <a:lnTo>
                  <a:pt x="1248713" y="54837"/>
                </a:lnTo>
                <a:lnTo>
                  <a:pt x="1248310" y="53972"/>
                </a:lnTo>
                <a:lnTo>
                  <a:pt x="1247878" y="53126"/>
                </a:lnTo>
                <a:lnTo>
                  <a:pt x="1247419" y="52299"/>
                </a:lnTo>
                <a:lnTo>
                  <a:pt x="1246932" y="51491"/>
                </a:lnTo>
                <a:lnTo>
                  <a:pt x="1246418" y="50703"/>
                </a:lnTo>
                <a:lnTo>
                  <a:pt x="1245875" y="49934"/>
                </a:lnTo>
                <a:lnTo>
                  <a:pt x="1245305" y="49184"/>
                </a:lnTo>
                <a:lnTo>
                  <a:pt x="1244706" y="48453"/>
                </a:lnTo>
                <a:lnTo>
                  <a:pt x="1244080" y="47742"/>
                </a:lnTo>
                <a:lnTo>
                  <a:pt x="1243426" y="47049"/>
                </a:lnTo>
                <a:lnTo>
                  <a:pt x="1242751" y="46380"/>
                </a:lnTo>
                <a:lnTo>
                  <a:pt x="1242060" y="45740"/>
                </a:lnTo>
                <a:lnTo>
                  <a:pt x="1241354" y="45128"/>
                </a:lnTo>
                <a:lnTo>
                  <a:pt x="1240632" y="44545"/>
                </a:lnTo>
                <a:lnTo>
                  <a:pt x="1239894" y="43990"/>
                </a:lnTo>
                <a:lnTo>
                  <a:pt x="1239141" y="43464"/>
                </a:lnTo>
                <a:lnTo>
                  <a:pt x="1238373" y="42966"/>
                </a:lnTo>
                <a:lnTo>
                  <a:pt x="1237589" y="42496"/>
                </a:lnTo>
                <a:lnTo>
                  <a:pt x="1236790" y="42055"/>
                </a:lnTo>
                <a:lnTo>
                  <a:pt x="1235976" y="41642"/>
                </a:lnTo>
                <a:lnTo>
                  <a:pt x="1235146" y="41258"/>
                </a:lnTo>
                <a:lnTo>
                  <a:pt x="1234300" y="40902"/>
                </a:lnTo>
                <a:lnTo>
                  <a:pt x="1233439" y="40575"/>
                </a:lnTo>
                <a:lnTo>
                  <a:pt x="1232562" y="40276"/>
                </a:lnTo>
                <a:lnTo>
                  <a:pt x="1231670" y="40006"/>
                </a:lnTo>
                <a:lnTo>
                  <a:pt x="1230763" y="39764"/>
                </a:lnTo>
                <a:lnTo>
                  <a:pt x="1229840" y="39551"/>
                </a:lnTo>
                <a:lnTo>
                  <a:pt x="1228902" y="39366"/>
                </a:lnTo>
                <a:lnTo>
                  <a:pt x="1227948" y="39209"/>
                </a:lnTo>
                <a:lnTo>
                  <a:pt x="1226979" y="39081"/>
                </a:lnTo>
                <a:lnTo>
                  <a:pt x="1225994" y="38982"/>
                </a:lnTo>
                <a:lnTo>
                  <a:pt x="1224994" y="38910"/>
                </a:lnTo>
                <a:lnTo>
                  <a:pt x="1223978" y="38868"/>
                </a:lnTo>
                <a:lnTo>
                  <a:pt x="1222947" y="38854"/>
                </a:lnTo>
                <a:lnTo>
                  <a:pt x="1221728" y="38872"/>
                </a:lnTo>
                <a:lnTo>
                  <a:pt x="1220527" y="38927"/>
                </a:lnTo>
                <a:lnTo>
                  <a:pt x="1219342" y="39020"/>
                </a:lnTo>
                <a:lnTo>
                  <a:pt x="1218175" y="39149"/>
                </a:lnTo>
                <a:lnTo>
                  <a:pt x="1217025" y="39315"/>
                </a:lnTo>
                <a:lnTo>
                  <a:pt x="1215893" y="39518"/>
                </a:lnTo>
                <a:lnTo>
                  <a:pt x="1214777" y="39757"/>
                </a:lnTo>
                <a:lnTo>
                  <a:pt x="1213679" y="40034"/>
                </a:lnTo>
                <a:lnTo>
                  <a:pt x="1212599" y="40348"/>
                </a:lnTo>
                <a:lnTo>
                  <a:pt x="1211535" y="40698"/>
                </a:lnTo>
                <a:lnTo>
                  <a:pt x="1210489" y="41085"/>
                </a:lnTo>
                <a:lnTo>
                  <a:pt x="1209460" y="41510"/>
                </a:lnTo>
                <a:lnTo>
                  <a:pt x="1208448" y="41971"/>
                </a:lnTo>
                <a:lnTo>
                  <a:pt x="1207454" y="42469"/>
                </a:lnTo>
                <a:lnTo>
                  <a:pt x="1206477" y="43004"/>
                </a:lnTo>
                <a:lnTo>
                  <a:pt x="1205517" y="43575"/>
                </a:lnTo>
                <a:lnTo>
                  <a:pt x="1204575" y="44184"/>
                </a:lnTo>
                <a:lnTo>
                  <a:pt x="1203650" y="44830"/>
                </a:lnTo>
                <a:lnTo>
                  <a:pt x="1202742" y="45512"/>
                </a:lnTo>
                <a:lnTo>
                  <a:pt x="1201851" y="46231"/>
                </a:lnTo>
                <a:lnTo>
                  <a:pt x="1200978" y="46988"/>
                </a:lnTo>
                <a:lnTo>
                  <a:pt x="1200122" y="47781"/>
                </a:lnTo>
                <a:lnTo>
                  <a:pt x="1199283" y="48611"/>
                </a:lnTo>
                <a:lnTo>
                  <a:pt x="1198462" y="49478"/>
                </a:lnTo>
                <a:lnTo>
                  <a:pt x="1197666" y="50377"/>
                </a:lnTo>
                <a:lnTo>
                  <a:pt x="1196904" y="51306"/>
                </a:lnTo>
                <a:lnTo>
                  <a:pt x="1196176" y="52264"/>
                </a:lnTo>
                <a:lnTo>
                  <a:pt x="1195481" y="53250"/>
                </a:lnTo>
                <a:lnTo>
                  <a:pt x="1194821" y="54266"/>
                </a:lnTo>
                <a:lnTo>
                  <a:pt x="1194194" y="55311"/>
                </a:lnTo>
                <a:lnTo>
                  <a:pt x="1193602" y="56385"/>
                </a:lnTo>
                <a:lnTo>
                  <a:pt x="1193043" y="57487"/>
                </a:lnTo>
                <a:lnTo>
                  <a:pt x="1192518" y="58619"/>
                </a:lnTo>
                <a:lnTo>
                  <a:pt x="1192027" y="59780"/>
                </a:lnTo>
                <a:lnTo>
                  <a:pt x="1191570" y="60970"/>
                </a:lnTo>
                <a:lnTo>
                  <a:pt x="1191146" y="62189"/>
                </a:lnTo>
                <a:lnTo>
                  <a:pt x="1190757" y="63437"/>
                </a:lnTo>
                <a:lnTo>
                  <a:pt x="1190401" y="64714"/>
                </a:lnTo>
                <a:lnTo>
                  <a:pt x="1190079" y="66020"/>
                </a:lnTo>
                <a:lnTo>
                  <a:pt x="1189792" y="67355"/>
                </a:lnTo>
                <a:lnTo>
                  <a:pt x="1189538" y="68719"/>
                </a:lnTo>
                <a:lnTo>
                  <a:pt x="1189317" y="70112"/>
                </a:lnTo>
                <a:lnTo>
                  <a:pt x="1189131" y="71534"/>
                </a:lnTo>
                <a:lnTo>
                  <a:pt x="1188979" y="72986"/>
                </a:lnTo>
                <a:lnTo>
                  <a:pt x="1188860" y="74466"/>
                </a:lnTo>
                <a:lnTo>
                  <a:pt x="1188776" y="75975"/>
                </a:lnTo>
                <a:lnTo>
                  <a:pt x="1188725" y="77513"/>
                </a:lnTo>
                <a:lnTo>
                  <a:pt x="1188708" y="79081"/>
                </a:lnTo>
                <a:lnTo>
                  <a:pt x="1188724" y="80529"/>
                </a:lnTo>
                <a:lnTo>
                  <a:pt x="1188774" y="81953"/>
                </a:lnTo>
                <a:lnTo>
                  <a:pt x="1188856" y="83351"/>
                </a:lnTo>
                <a:lnTo>
                  <a:pt x="1188972" y="84725"/>
                </a:lnTo>
                <a:lnTo>
                  <a:pt x="1189121" y="86074"/>
                </a:lnTo>
                <a:lnTo>
                  <a:pt x="1189302" y="87399"/>
                </a:lnTo>
                <a:lnTo>
                  <a:pt x="1189517" y="88698"/>
                </a:lnTo>
                <a:lnTo>
                  <a:pt x="1189765" y="89973"/>
                </a:lnTo>
                <a:lnTo>
                  <a:pt x="1190045" y="91223"/>
                </a:lnTo>
                <a:lnTo>
                  <a:pt x="1190359" y="92448"/>
                </a:lnTo>
                <a:lnTo>
                  <a:pt x="1190706" y="93648"/>
                </a:lnTo>
                <a:lnTo>
                  <a:pt x="1191086" y="94823"/>
                </a:lnTo>
                <a:lnTo>
                  <a:pt x="1191498" y="95974"/>
                </a:lnTo>
                <a:lnTo>
                  <a:pt x="1191944" y="97099"/>
                </a:lnTo>
                <a:lnTo>
                  <a:pt x="1192423" y="98200"/>
                </a:lnTo>
                <a:lnTo>
                  <a:pt x="1192935" y="99276"/>
                </a:lnTo>
                <a:lnTo>
                  <a:pt x="1193480" y="100328"/>
                </a:lnTo>
                <a:lnTo>
                  <a:pt x="1194058" y="101354"/>
                </a:lnTo>
                <a:lnTo>
                  <a:pt x="1194669" y="102356"/>
                </a:lnTo>
                <a:lnTo>
                  <a:pt x="1195313" y="103332"/>
                </a:lnTo>
                <a:lnTo>
                  <a:pt x="1195990" y="104284"/>
                </a:lnTo>
                <a:lnTo>
                  <a:pt x="1196700" y="105212"/>
                </a:lnTo>
                <a:lnTo>
                  <a:pt x="1197443" y="106114"/>
                </a:lnTo>
                <a:lnTo>
                  <a:pt x="1198219" y="106991"/>
                </a:lnTo>
                <a:lnTo>
                  <a:pt x="1199018" y="107838"/>
                </a:lnTo>
                <a:lnTo>
                  <a:pt x="1199831" y="108649"/>
                </a:lnTo>
                <a:lnTo>
                  <a:pt x="1200657" y="109424"/>
                </a:lnTo>
                <a:lnTo>
                  <a:pt x="1201496" y="110163"/>
                </a:lnTo>
                <a:lnTo>
                  <a:pt x="1202349" y="110865"/>
                </a:lnTo>
                <a:lnTo>
                  <a:pt x="1203215" y="111532"/>
                </a:lnTo>
                <a:lnTo>
                  <a:pt x="1204094" y="112163"/>
                </a:lnTo>
                <a:lnTo>
                  <a:pt x="1204987" y="112757"/>
                </a:lnTo>
                <a:lnTo>
                  <a:pt x="1205893" y="113316"/>
                </a:lnTo>
                <a:lnTo>
                  <a:pt x="1206812" y="113838"/>
                </a:lnTo>
                <a:lnTo>
                  <a:pt x="1207745" y="114325"/>
                </a:lnTo>
                <a:lnTo>
                  <a:pt x="1208691" y="114775"/>
                </a:lnTo>
                <a:lnTo>
                  <a:pt x="1209650" y="115190"/>
                </a:lnTo>
                <a:lnTo>
                  <a:pt x="1210623" y="115568"/>
                </a:lnTo>
                <a:lnTo>
                  <a:pt x="1211609" y="115911"/>
                </a:lnTo>
                <a:lnTo>
                  <a:pt x="1212609" y="116217"/>
                </a:lnTo>
                <a:lnTo>
                  <a:pt x="1213622" y="116487"/>
                </a:lnTo>
                <a:lnTo>
                  <a:pt x="1214648" y="116721"/>
                </a:lnTo>
                <a:lnTo>
                  <a:pt x="1215688" y="116920"/>
                </a:lnTo>
                <a:lnTo>
                  <a:pt x="1216741" y="117082"/>
                </a:lnTo>
                <a:lnTo>
                  <a:pt x="1217807" y="117208"/>
                </a:lnTo>
                <a:lnTo>
                  <a:pt x="1218886" y="117298"/>
                </a:lnTo>
                <a:lnTo>
                  <a:pt x="1219979" y="117352"/>
                </a:lnTo>
                <a:lnTo>
                  <a:pt x="1221086" y="117370"/>
                </a:lnTo>
                <a:lnTo>
                  <a:pt x="1222104" y="117354"/>
                </a:lnTo>
                <a:lnTo>
                  <a:pt x="1223108" y="117307"/>
                </a:lnTo>
                <a:lnTo>
                  <a:pt x="1224097" y="117228"/>
                </a:lnTo>
                <a:lnTo>
                  <a:pt x="1225072" y="117117"/>
                </a:lnTo>
                <a:lnTo>
                  <a:pt x="1226033" y="116975"/>
                </a:lnTo>
                <a:lnTo>
                  <a:pt x="1226979" y="116801"/>
                </a:lnTo>
                <a:lnTo>
                  <a:pt x="1227912" y="116595"/>
                </a:lnTo>
                <a:lnTo>
                  <a:pt x="1228829" y="116358"/>
                </a:lnTo>
                <a:lnTo>
                  <a:pt x="1229733" y="116089"/>
                </a:lnTo>
                <a:lnTo>
                  <a:pt x="1230622" y="115789"/>
                </a:lnTo>
                <a:lnTo>
                  <a:pt x="1231497" y="115457"/>
                </a:lnTo>
                <a:lnTo>
                  <a:pt x="1232357" y="115093"/>
                </a:lnTo>
                <a:lnTo>
                  <a:pt x="1233203" y="114698"/>
                </a:lnTo>
                <a:lnTo>
                  <a:pt x="1234035" y="114271"/>
                </a:lnTo>
                <a:lnTo>
                  <a:pt x="1234853" y="113813"/>
                </a:lnTo>
                <a:lnTo>
                  <a:pt x="1235656" y="113323"/>
                </a:lnTo>
                <a:lnTo>
                  <a:pt x="1236445" y="112801"/>
                </a:lnTo>
                <a:lnTo>
                  <a:pt x="1237219" y="112248"/>
                </a:lnTo>
                <a:lnTo>
                  <a:pt x="1237979" y="111663"/>
                </a:lnTo>
                <a:lnTo>
                  <a:pt x="1238725" y="111046"/>
                </a:lnTo>
                <a:lnTo>
                  <a:pt x="1239456" y="110398"/>
                </a:lnTo>
                <a:lnTo>
                  <a:pt x="1240173" y="109718"/>
                </a:lnTo>
                <a:lnTo>
                  <a:pt x="1240876" y="109007"/>
                </a:lnTo>
                <a:lnTo>
                  <a:pt x="1241565" y="108264"/>
                </a:lnTo>
                <a:lnTo>
                  <a:pt x="1242235" y="107501"/>
                </a:lnTo>
                <a:lnTo>
                  <a:pt x="1242882" y="106732"/>
                </a:lnTo>
                <a:lnTo>
                  <a:pt x="1243507" y="105956"/>
                </a:lnTo>
                <a:lnTo>
                  <a:pt x="1244110" y="105173"/>
                </a:lnTo>
                <a:lnTo>
                  <a:pt x="1244690" y="104383"/>
                </a:lnTo>
                <a:lnTo>
                  <a:pt x="1245248" y="103587"/>
                </a:lnTo>
                <a:lnTo>
                  <a:pt x="1245783" y="102783"/>
                </a:lnTo>
                <a:lnTo>
                  <a:pt x="1246296" y="101972"/>
                </a:lnTo>
                <a:lnTo>
                  <a:pt x="1246786" y="101155"/>
                </a:lnTo>
                <a:lnTo>
                  <a:pt x="1247253" y="100331"/>
                </a:lnTo>
                <a:lnTo>
                  <a:pt x="1247699" y="99500"/>
                </a:lnTo>
                <a:lnTo>
                  <a:pt x="1248121" y="98662"/>
                </a:lnTo>
                <a:lnTo>
                  <a:pt x="1248521" y="97817"/>
                </a:lnTo>
                <a:lnTo>
                  <a:pt x="1248899" y="96965"/>
                </a:lnTo>
                <a:lnTo>
                  <a:pt x="1249254" y="96106"/>
                </a:lnTo>
                <a:lnTo>
                  <a:pt x="1249587" y="95241"/>
                </a:lnTo>
                <a:lnTo>
                  <a:pt x="1249898" y="94368"/>
                </a:lnTo>
                <a:lnTo>
                  <a:pt x="1250185" y="93489"/>
                </a:lnTo>
                <a:lnTo>
                  <a:pt x="1250451" y="92602"/>
                </a:lnTo>
                <a:lnTo>
                  <a:pt x="1250694" y="91709"/>
                </a:lnTo>
                <a:lnTo>
                  <a:pt x="1250914" y="90809"/>
                </a:lnTo>
                <a:lnTo>
                  <a:pt x="1251112" y="89902"/>
                </a:lnTo>
                <a:lnTo>
                  <a:pt x="1251287" y="88989"/>
                </a:lnTo>
                <a:lnTo>
                  <a:pt x="1251440" y="88068"/>
                </a:lnTo>
                <a:lnTo>
                  <a:pt x="1248931" y="86449"/>
                </a:lnTo>
                <a:lnTo>
                  <a:pt x="1248624" y="87249"/>
                </a:lnTo>
                <a:lnTo>
                  <a:pt x="1248312" y="88028"/>
                </a:lnTo>
                <a:lnTo>
                  <a:pt x="1247993" y="88788"/>
                </a:lnTo>
                <a:lnTo>
                  <a:pt x="1247668" y="89528"/>
                </a:lnTo>
                <a:lnTo>
                  <a:pt x="1247337" y="90249"/>
                </a:lnTo>
                <a:lnTo>
                  <a:pt x="1247001" y="90949"/>
                </a:lnTo>
                <a:lnTo>
                  <a:pt x="1246658" y="91630"/>
                </a:lnTo>
                <a:lnTo>
                  <a:pt x="1246309" y="92291"/>
                </a:lnTo>
                <a:lnTo>
                  <a:pt x="1245954" y="92932"/>
                </a:lnTo>
                <a:lnTo>
                  <a:pt x="1245593" y="93553"/>
                </a:lnTo>
                <a:lnTo>
                  <a:pt x="1245226" y="94154"/>
                </a:lnTo>
                <a:lnTo>
                  <a:pt x="1244853" y="94736"/>
                </a:lnTo>
                <a:lnTo>
                  <a:pt x="1244474" y="95298"/>
                </a:lnTo>
                <a:lnTo>
                  <a:pt x="1244089" y="95840"/>
                </a:lnTo>
                <a:lnTo>
                  <a:pt x="1243698" y="96362"/>
                </a:lnTo>
                <a:lnTo>
                  <a:pt x="1243301" y="96864"/>
                </a:lnTo>
                <a:lnTo>
                  <a:pt x="1242897" y="97346"/>
                </a:lnTo>
                <a:lnTo>
                  <a:pt x="1242488" y="97809"/>
                </a:lnTo>
                <a:lnTo>
                  <a:pt x="1242073" y="98252"/>
                </a:lnTo>
                <a:lnTo>
                  <a:pt x="1241651" y="98675"/>
                </a:lnTo>
                <a:lnTo>
                  <a:pt x="1241224" y="99078"/>
                </a:lnTo>
                <a:lnTo>
                  <a:pt x="1240790" y="99462"/>
                </a:lnTo>
                <a:lnTo>
                  <a:pt x="1240351" y="99825"/>
                </a:lnTo>
                <a:lnTo>
                  <a:pt x="1239905" y="100169"/>
                </a:lnTo>
                <a:lnTo>
                  <a:pt x="1239453" y="100496"/>
                </a:lnTo>
                <a:lnTo>
                  <a:pt x="1238995" y="100809"/>
                </a:lnTo>
                <a:lnTo>
                  <a:pt x="1238530" y="101108"/>
                </a:lnTo>
                <a:lnTo>
                  <a:pt x="1238058" y="101394"/>
                </a:lnTo>
                <a:lnTo>
                  <a:pt x="1237580" y="101665"/>
                </a:lnTo>
                <a:lnTo>
                  <a:pt x="1237095" y="101922"/>
                </a:lnTo>
                <a:lnTo>
                  <a:pt x="1236604" y="102166"/>
                </a:lnTo>
                <a:lnTo>
                  <a:pt x="1236105" y="102395"/>
                </a:lnTo>
                <a:lnTo>
                  <a:pt x="1235601" y="102611"/>
                </a:lnTo>
                <a:lnTo>
                  <a:pt x="1235089" y="102813"/>
                </a:lnTo>
                <a:lnTo>
                  <a:pt x="1234572" y="103000"/>
                </a:lnTo>
                <a:lnTo>
                  <a:pt x="1234047" y="103174"/>
                </a:lnTo>
                <a:lnTo>
                  <a:pt x="1233516" y="103334"/>
                </a:lnTo>
                <a:lnTo>
                  <a:pt x="1232978" y="103480"/>
                </a:lnTo>
                <a:lnTo>
                  <a:pt x="1232434" y="103613"/>
                </a:lnTo>
                <a:lnTo>
                  <a:pt x="1231883" y="103731"/>
                </a:lnTo>
                <a:lnTo>
                  <a:pt x="1231325" y="103835"/>
                </a:lnTo>
                <a:lnTo>
                  <a:pt x="1230761" y="103926"/>
                </a:lnTo>
                <a:lnTo>
                  <a:pt x="1230190" y="104002"/>
                </a:lnTo>
                <a:lnTo>
                  <a:pt x="1229613" y="104065"/>
                </a:lnTo>
                <a:lnTo>
                  <a:pt x="1229029" y="104113"/>
                </a:lnTo>
                <a:lnTo>
                  <a:pt x="1228438" y="104148"/>
                </a:lnTo>
                <a:lnTo>
                  <a:pt x="1227841" y="104169"/>
                </a:lnTo>
                <a:lnTo>
                  <a:pt x="1227238" y="104176"/>
                </a:lnTo>
                <a:lnTo>
                  <a:pt x="1226332" y="104160"/>
                </a:lnTo>
                <a:lnTo>
                  <a:pt x="1225436" y="104111"/>
                </a:lnTo>
                <a:lnTo>
                  <a:pt x="1224550" y="104030"/>
                </a:lnTo>
                <a:lnTo>
                  <a:pt x="1223674" y="103916"/>
                </a:lnTo>
                <a:lnTo>
                  <a:pt x="1222807" y="103769"/>
                </a:lnTo>
                <a:lnTo>
                  <a:pt x="1221951" y="103591"/>
                </a:lnTo>
                <a:lnTo>
                  <a:pt x="1221104" y="103379"/>
                </a:lnTo>
                <a:lnTo>
                  <a:pt x="1220267" y="103135"/>
                </a:lnTo>
                <a:lnTo>
                  <a:pt x="1219440" y="102859"/>
                </a:lnTo>
                <a:lnTo>
                  <a:pt x="1218623" y="102550"/>
                </a:lnTo>
                <a:lnTo>
                  <a:pt x="1217816" y="102208"/>
                </a:lnTo>
                <a:lnTo>
                  <a:pt x="1217018" y="101834"/>
                </a:lnTo>
                <a:lnTo>
                  <a:pt x="1216231" y="101428"/>
                </a:lnTo>
                <a:lnTo>
                  <a:pt x="1215453" y="100989"/>
                </a:lnTo>
                <a:lnTo>
                  <a:pt x="1214685" y="100517"/>
                </a:lnTo>
                <a:lnTo>
                  <a:pt x="1213927" y="100013"/>
                </a:lnTo>
                <a:lnTo>
                  <a:pt x="1213178" y="99476"/>
                </a:lnTo>
                <a:lnTo>
                  <a:pt x="1212440" y="98907"/>
                </a:lnTo>
                <a:lnTo>
                  <a:pt x="1211711" y="98305"/>
                </a:lnTo>
                <a:lnTo>
                  <a:pt x="1210992" y="97671"/>
                </a:lnTo>
                <a:lnTo>
                  <a:pt x="1210283" y="97005"/>
                </a:lnTo>
                <a:lnTo>
                  <a:pt x="1209584" y="96305"/>
                </a:lnTo>
                <a:lnTo>
                  <a:pt x="1208895" y="95573"/>
                </a:lnTo>
                <a:lnTo>
                  <a:pt x="1208215" y="94809"/>
                </a:lnTo>
                <a:lnTo>
                  <a:pt x="1207555" y="94016"/>
                </a:lnTo>
                <a:lnTo>
                  <a:pt x="1206923" y="93198"/>
                </a:lnTo>
                <a:lnTo>
                  <a:pt x="1206320" y="92356"/>
                </a:lnTo>
                <a:lnTo>
                  <a:pt x="1205744" y="91489"/>
                </a:lnTo>
                <a:lnTo>
                  <a:pt x="1205198" y="90597"/>
                </a:lnTo>
                <a:lnTo>
                  <a:pt x="1204679" y="89680"/>
                </a:lnTo>
                <a:lnTo>
                  <a:pt x="1204189" y="88739"/>
                </a:lnTo>
                <a:lnTo>
                  <a:pt x="1203728" y="87773"/>
                </a:lnTo>
                <a:lnTo>
                  <a:pt x="1203294" y="86783"/>
                </a:lnTo>
                <a:lnTo>
                  <a:pt x="1202889" y="85768"/>
                </a:lnTo>
                <a:lnTo>
                  <a:pt x="1202513" y="84728"/>
                </a:lnTo>
                <a:lnTo>
                  <a:pt x="1202165" y="83663"/>
                </a:lnTo>
                <a:lnTo>
                  <a:pt x="1201845" y="82574"/>
                </a:lnTo>
                <a:lnTo>
                  <a:pt x="1201554" y="81460"/>
                </a:lnTo>
                <a:lnTo>
                  <a:pt x="1201291" y="80322"/>
                </a:lnTo>
                <a:lnTo>
                  <a:pt x="1201056" y="79159"/>
                </a:lnTo>
                <a:lnTo>
                  <a:pt x="1200850" y="77971"/>
                </a:lnTo>
                <a:lnTo>
                  <a:pt x="1200672" y="76758"/>
                </a:lnTo>
                <a:lnTo>
                  <a:pt x="1200523" y="75521"/>
                </a:lnTo>
                <a:lnTo>
                  <a:pt x="1200402" y="74259"/>
                </a:lnTo>
                <a:lnTo>
                  <a:pt x="1200309" y="72973"/>
                </a:lnTo>
                <a:lnTo>
                  <a:pt x="1200245" y="71661"/>
                </a:lnTo>
                <a:lnTo>
                  <a:pt x="1200209" y="70326"/>
                </a:lnTo>
                <a:lnTo>
                  <a:pt x="1200202" y="68965"/>
                </a:lnTo>
                <a:lnTo>
                  <a:pt x="1251440" y="68965"/>
                </a:lnTo>
                <a:lnTo>
                  <a:pt x="1251426" y="67831"/>
                </a:lnTo>
                <a:lnTo>
                  <a:pt x="1251384" y="66716"/>
                </a:lnTo>
                <a:lnTo>
                  <a:pt x="1251315" y="65621"/>
                </a:lnTo>
                <a:lnTo>
                  <a:pt x="1251217" y="64544"/>
                </a:lnTo>
                <a:close/>
                <a:moveTo>
                  <a:pt x="1200764" y="60569"/>
                </a:moveTo>
                <a:lnTo>
                  <a:pt x="1200923" y="59871"/>
                </a:lnTo>
                <a:lnTo>
                  <a:pt x="1201097" y="59188"/>
                </a:lnTo>
                <a:lnTo>
                  <a:pt x="1201286" y="58519"/>
                </a:lnTo>
                <a:lnTo>
                  <a:pt x="1201490" y="57864"/>
                </a:lnTo>
                <a:lnTo>
                  <a:pt x="1201710" y="57223"/>
                </a:lnTo>
                <a:lnTo>
                  <a:pt x="1201945" y="56596"/>
                </a:lnTo>
                <a:lnTo>
                  <a:pt x="1202195" y="55983"/>
                </a:lnTo>
                <a:lnTo>
                  <a:pt x="1202461" y="55385"/>
                </a:lnTo>
                <a:lnTo>
                  <a:pt x="1202742" y="54801"/>
                </a:lnTo>
                <a:lnTo>
                  <a:pt x="1203038" y="54231"/>
                </a:lnTo>
                <a:lnTo>
                  <a:pt x="1203350" y="53675"/>
                </a:lnTo>
                <a:lnTo>
                  <a:pt x="1203677" y="53134"/>
                </a:lnTo>
                <a:lnTo>
                  <a:pt x="1204019" y="52607"/>
                </a:lnTo>
                <a:lnTo>
                  <a:pt x="1204377" y="52093"/>
                </a:lnTo>
                <a:lnTo>
                  <a:pt x="1204749" y="51594"/>
                </a:lnTo>
                <a:lnTo>
                  <a:pt x="1205138" y="51110"/>
                </a:lnTo>
                <a:lnTo>
                  <a:pt x="1205541" y="50639"/>
                </a:lnTo>
                <a:lnTo>
                  <a:pt x="1205960" y="50183"/>
                </a:lnTo>
                <a:lnTo>
                  <a:pt x="1206394" y="49741"/>
                </a:lnTo>
                <a:lnTo>
                  <a:pt x="1206838" y="49315"/>
                </a:lnTo>
                <a:lnTo>
                  <a:pt x="1207288" y="48907"/>
                </a:lnTo>
                <a:lnTo>
                  <a:pt x="1207742" y="48517"/>
                </a:lnTo>
                <a:lnTo>
                  <a:pt x="1208201" y="48145"/>
                </a:lnTo>
                <a:lnTo>
                  <a:pt x="1208665" y="47792"/>
                </a:lnTo>
                <a:lnTo>
                  <a:pt x="1209134" y="47456"/>
                </a:lnTo>
                <a:lnTo>
                  <a:pt x="1209607" y="47139"/>
                </a:lnTo>
                <a:lnTo>
                  <a:pt x="1210086" y="46840"/>
                </a:lnTo>
                <a:lnTo>
                  <a:pt x="1210570" y="46559"/>
                </a:lnTo>
                <a:lnTo>
                  <a:pt x="1211058" y="46296"/>
                </a:lnTo>
                <a:lnTo>
                  <a:pt x="1211552" y="46051"/>
                </a:lnTo>
                <a:lnTo>
                  <a:pt x="1212050" y="45825"/>
                </a:lnTo>
                <a:lnTo>
                  <a:pt x="1212554" y="45616"/>
                </a:lnTo>
                <a:lnTo>
                  <a:pt x="1213062" y="45426"/>
                </a:lnTo>
                <a:lnTo>
                  <a:pt x="1213575" y="45254"/>
                </a:lnTo>
                <a:lnTo>
                  <a:pt x="1214093" y="45100"/>
                </a:lnTo>
                <a:lnTo>
                  <a:pt x="1214616" y="44964"/>
                </a:lnTo>
                <a:lnTo>
                  <a:pt x="1215144" y="44846"/>
                </a:lnTo>
                <a:lnTo>
                  <a:pt x="1215677" y="44746"/>
                </a:lnTo>
                <a:lnTo>
                  <a:pt x="1216214" y="44665"/>
                </a:lnTo>
                <a:lnTo>
                  <a:pt x="1216757" y="44601"/>
                </a:lnTo>
                <a:lnTo>
                  <a:pt x="1217305" y="44556"/>
                </a:lnTo>
                <a:lnTo>
                  <a:pt x="1217857" y="44529"/>
                </a:lnTo>
                <a:lnTo>
                  <a:pt x="1218415" y="44520"/>
                </a:lnTo>
                <a:lnTo>
                  <a:pt x="1218778" y="44524"/>
                </a:lnTo>
                <a:lnTo>
                  <a:pt x="1219140" y="44538"/>
                </a:lnTo>
                <a:lnTo>
                  <a:pt x="1219502" y="44560"/>
                </a:lnTo>
                <a:lnTo>
                  <a:pt x="1219861" y="44592"/>
                </a:lnTo>
                <a:lnTo>
                  <a:pt x="1220220" y="44632"/>
                </a:lnTo>
                <a:lnTo>
                  <a:pt x="1220577" y="44682"/>
                </a:lnTo>
                <a:lnTo>
                  <a:pt x="1220933" y="44740"/>
                </a:lnTo>
                <a:lnTo>
                  <a:pt x="1221288" y="44807"/>
                </a:lnTo>
                <a:lnTo>
                  <a:pt x="1221642" y="44884"/>
                </a:lnTo>
                <a:lnTo>
                  <a:pt x="1221994" y="44969"/>
                </a:lnTo>
                <a:lnTo>
                  <a:pt x="1222345" y="45064"/>
                </a:lnTo>
                <a:lnTo>
                  <a:pt x="1222694" y="45167"/>
                </a:lnTo>
                <a:lnTo>
                  <a:pt x="1223043" y="45280"/>
                </a:lnTo>
                <a:lnTo>
                  <a:pt x="1223390" y="45401"/>
                </a:lnTo>
                <a:lnTo>
                  <a:pt x="1223736" y="45531"/>
                </a:lnTo>
                <a:lnTo>
                  <a:pt x="1224081" y="45671"/>
                </a:lnTo>
                <a:lnTo>
                  <a:pt x="1224424" y="45819"/>
                </a:lnTo>
                <a:lnTo>
                  <a:pt x="1224766" y="45977"/>
                </a:lnTo>
                <a:lnTo>
                  <a:pt x="1225107" y="46143"/>
                </a:lnTo>
                <a:lnTo>
                  <a:pt x="1225447" y="46318"/>
                </a:lnTo>
                <a:lnTo>
                  <a:pt x="1225785" y="46503"/>
                </a:lnTo>
                <a:lnTo>
                  <a:pt x="1226122" y="46696"/>
                </a:lnTo>
                <a:lnTo>
                  <a:pt x="1226458" y="46899"/>
                </a:lnTo>
                <a:lnTo>
                  <a:pt x="1226792" y="47110"/>
                </a:lnTo>
                <a:lnTo>
                  <a:pt x="1227123" y="47329"/>
                </a:lnTo>
                <a:lnTo>
                  <a:pt x="1227446" y="47555"/>
                </a:lnTo>
                <a:lnTo>
                  <a:pt x="1227763" y="47788"/>
                </a:lnTo>
                <a:lnTo>
                  <a:pt x="1228073" y="48027"/>
                </a:lnTo>
                <a:lnTo>
                  <a:pt x="1228376" y="48273"/>
                </a:lnTo>
                <a:lnTo>
                  <a:pt x="1228672" y="48526"/>
                </a:lnTo>
                <a:lnTo>
                  <a:pt x="1228961" y="48786"/>
                </a:lnTo>
                <a:lnTo>
                  <a:pt x="1229243" y="49053"/>
                </a:lnTo>
                <a:lnTo>
                  <a:pt x="1229519" y="49326"/>
                </a:lnTo>
                <a:lnTo>
                  <a:pt x="1229787" y="49606"/>
                </a:lnTo>
                <a:lnTo>
                  <a:pt x="1230049" y="49892"/>
                </a:lnTo>
                <a:lnTo>
                  <a:pt x="1230303" y="50186"/>
                </a:lnTo>
                <a:lnTo>
                  <a:pt x="1230551" y="50486"/>
                </a:lnTo>
                <a:lnTo>
                  <a:pt x="1230792" y="50793"/>
                </a:lnTo>
                <a:lnTo>
                  <a:pt x="1231026" y="51107"/>
                </a:lnTo>
                <a:lnTo>
                  <a:pt x="1231253" y="51427"/>
                </a:lnTo>
                <a:lnTo>
                  <a:pt x="1231474" y="51754"/>
                </a:lnTo>
                <a:lnTo>
                  <a:pt x="1231687" y="52088"/>
                </a:lnTo>
                <a:lnTo>
                  <a:pt x="1231893" y="52429"/>
                </a:lnTo>
                <a:lnTo>
                  <a:pt x="1232093" y="52776"/>
                </a:lnTo>
                <a:lnTo>
                  <a:pt x="1232286" y="53130"/>
                </a:lnTo>
                <a:lnTo>
                  <a:pt x="1232472" y="53491"/>
                </a:lnTo>
                <a:lnTo>
                  <a:pt x="1232651" y="53859"/>
                </a:lnTo>
                <a:lnTo>
                  <a:pt x="1232823" y="54233"/>
                </a:lnTo>
                <a:lnTo>
                  <a:pt x="1232929" y="54483"/>
                </a:lnTo>
                <a:lnTo>
                  <a:pt x="1233032" y="54748"/>
                </a:lnTo>
                <a:lnTo>
                  <a:pt x="1233133" y="55027"/>
                </a:lnTo>
                <a:lnTo>
                  <a:pt x="1233230" y="55321"/>
                </a:lnTo>
                <a:lnTo>
                  <a:pt x="1233324" y="55630"/>
                </a:lnTo>
                <a:lnTo>
                  <a:pt x="1233415" y="55953"/>
                </a:lnTo>
                <a:lnTo>
                  <a:pt x="1233502" y="56291"/>
                </a:lnTo>
                <a:lnTo>
                  <a:pt x="1233587" y="56643"/>
                </a:lnTo>
                <a:lnTo>
                  <a:pt x="1233669" y="57010"/>
                </a:lnTo>
                <a:lnTo>
                  <a:pt x="1233747" y="57392"/>
                </a:lnTo>
                <a:lnTo>
                  <a:pt x="1233823" y="57788"/>
                </a:lnTo>
                <a:lnTo>
                  <a:pt x="1233895" y="58199"/>
                </a:lnTo>
                <a:lnTo>
                  <a:pt x="1233964" y="58625"/>
                </a:lnTo>
                <a:lnTo>
                  <a:pt x="1234031" y="59065"/>
                </a:lnTo>
                <a:lnTo>
                  <a:pt x="1234094" y="59520"/>
                </a:lnTo>
                <a:lnTo>
                  <a:pt x="1234154" y="59989"/>
                </a:lnTo>
                <a:lnTo>
                  <a:pt x="1234211" y="60473"/>
                </a:lnTo>
                <a:lnTo>
                  <a:pt x="1234265" y="60972"/>
                </a:lnTo>
                <a:lnTo>
                  <a:pt x="1234315" y="61485"/>
                </a:lnTo>
                <a:lnTo>
                  <a:pt x="1234363" y="62013"/>
                </a:lnTo>
                <a:lnTo>
                  <a:pt x="1234407" y="62555"/>
                </a:lnTo>
                <a:lnTo>
                  <a:pt x="1234449" y="63112"/>
                </a:lnTo>
                <a:lnTo>
                  <a:pt x="1234487" y="63684"/>
                </a:lnTo>
                <a:lnTo>
                  <a:pt x="1234523" y="64270"/>
                </a:lnTo>
                <a:lnTo>
                  <a:pt x="1200202" y="64270"/>
                </a:lnTo>
                <a:lnTo>
                  <a:pt x="1200284" y="63502"/>
                </a:lnTo>
                <a:lnTo>
                  <a:pt x="1200381" y="62747"/>
                </a:lnTo>
                <a:lnTo>
                  <a:pt x="1200493" y="62007"/>
                </a:lnTo>
                <a:lnTo>
                  <a:pt x="1200621" y="61281"/>
                </a:lnTo>
                <a:lnTo>
                  <a:pt x="1200764" y="60569"/>
                </a:lnTo>
                <a:close/>
                <a:moveTo>
                  <a:pt x="1763607" y="39062"/>
                </a:moveTo>
                <a:lnTo>
                  <a:pt x="1762857" y="39154"/>
                </a:lnTo>
                <a:lnTo>
                  <a:pt x="1762110" y="39263"/>
                </a:lnTo>
                <a:lnTo>
                  <a:pt x="1761366" y="39388"/>
                </a:lnTo>
                <a:lnTo>
                  <a:pt x="1760626" y="39530"/>
                </a:lnTo>
                <a:lnTo>
                  <a:pt x="1759889" y="39689"/>
                </a:lnTo>
                <a:lnTo>
                  <a:pt x="1759156" y="39864"/>
                </a:lnTo>
                <a:lnTo>
                  <a:pt x="1758425" y="40056"/>
                </a:lnTo>
                <a:lnTo>
                  <a:pt x="1757699" y="40265"/>
                </a:lnTo>
                <a:lnTo>
                  <a:pt x="1756975" y="40491"/>
                </a:lnTo>
                <a:lnTo>
                  <a:pt x="1756255" y="40733"/>
                </a:lnTo>
                <a:lnTo>
                  <a:pt x="1755538" y="40992"/>
                </a:lnTo>
                <a:lnTo>
                  <a:pt x="1754825" y="41267"/>
                </a:lnTo>
                <a:lnTo>
                  <a:pt x="1754115" y="41560"/>
                </a:lnTo>
                <a:lnTo>
                  <a:pt x="1753408" y="41869"/>
                </a:lnTo>
                <a:lnTo>
                  <a:pt x="1752705" y="42195"/>
                </a:lnTo>
                <a:lnTo>
                  <a:pt x="1752005" y="42537"/>
                </a:lnTo>
                <a:lnTo>
                  <a:pt x="1751309" y="42896"/>
                </a:lnTo>
                <a:lnTo>
                  <a:pt x="1750616" y="43272"/>
                </a:lnTo>
                <a:lnTo>
                  <a:pt x="1749926" y="43665"/>
                </a:lnTo>
                <a:lnTo>
                  <a:pt x="1749244" y="44075"/>
                </a:lnTo>
                <a:lnTo>
                  <a:pt x="1748572" y="44503"/>
                </a:lnTo>
                <a:lnTo>
                  <a:pt x="1747912" y="44950"/>
                </a:lnTo>
                <a:lnTo>
                  <a:pt x="1747263" y="45414"/>
                </a:lnTo>
                <a:lnTo>
                  <a:pt x="1746625" y="45897"/>
                </a:lnTo>
                <a:lnTo>
                  <a:pt x="1745998" y="46399"/>
                </a:lnTo>
                <a:lnTo>
                  <a:pt x="1745382" y="46918"/>
                </a:lnTo>
                <a:lnTo>
                  <a:pt x="1744777" y="47456"/>
                </a:lnTo>
                <a:lnTo>
                  <a:pt x="1744183" y="48012"/>
                </a:lnTo>
                <a:lnTo>
                  <a:pt x="1743601" y="48587"/>
                </a:lnTo>
                <a:lnTo>
                  <a:pt x="1743029" y="49179"/>
                </a:lnTo>
                <a:lnTo>
                  <a:pt x="1742469" y="49790"/>
                </a:lnTo>
                <a:lnTo>
                  <a:pt x="1741920" y="50419"/>
                </a:lnTo>
                <a:lnTo>
                  <a:pt x="1741382" y="51066"/>
                </a:lnTo>
                <a:lnTo>
                  <a:pt x="1740855" y="51732"/>
                </a:lnTo>
                <a:lnTo>
                  <a:pt x="1740339" y="52416"/>
                </a:lnTo>
                <a:lnTo>
                  <a:pt x="1739834" y="53118"/>
                </a:lnTo>
                <a:lnTo>
                  <a:pt x="1739340" y="53838"/>
                </a:lnTo>
                <a:lnTo>
                  <a:pt x="1738857" y="54577"/>
                </a:lnTo>
                <a:lnTo>
                  <a:pt x="1738386" y="55334"/>
                </a:lnTo>
                <a:lnTo>
                  <a:pt x="1737925" y="56109"/>
                </a:lnTo>
                <a:lnTo>
                  <a:pt x="1737476" y="56902"/>
                </a:lnTo>
                <a:lnTo>
                  <a:pt x="1737038" y="57714"/>
                </a:lnTo>
                <a:lnTo>
                  <a:pt x="1736611" y="58543"/>
                </a:lnTo>
                <a:lnTo>
                  <a:pt x="1736198" y="59383"/>
                </a:lnTo>
                <a:lnTo>
                  <a:pt x="1735803" y="60222"/>
                </a:lnTo>
                <a:lnTo>
                  <a:pt x="1735425" y="61062"/>
                </a:lnTo>
                <a:lnTo>
                  <a:pt x="1735065" y="61903"/>
                </a:lnTo>
                <a:lnTo>
                  <a:pt x="1734722" y="62743"/>
                </a:lnTo>
                <a:lnTo>
                  <a:pt x="1734397" y="63585"/>
                </a:lnTo>
                <a:lnTo>
                  <a:pt x="1734090" y="64426"/>
                </a:lnTo>
                <a:lnTo>
                  <a:pt x="1733800" y="65269"/>
                </a:lnTo>
                <a:lnTo>
                  <a:pt x="1733528" y="66111"/>
                </a:lnTo>
                <a:lnTo>
                  <a:pt x="1733273" y="66954"/>
                </a:lnTo>
                <a:lnTo>
                  <a:pt x="1733036" y="67797"/>
                </a:lnTo>
                <a:lnTo>
                  <a:pt x="1732816" y="68641"/>
                </a:lnTo>
                <a:lnTo>
                  <a:pt x="1732614" y="69485"/>
                </a:lnTo>
                <a:lnTo>
                  <a:pt x="1732430" y="70330"/>
                </a:lnTo>
                <a:lnTo>
                  <a:pt x="1732263" y="71175"/>
                </a:lnTo>
                <a:lnTo>
                  <a:pt x="1732114" y="72021"/>
                </a:lnTo>
                <a:lnTo>
                  <a:pt x="1731982" y="72867"/>
                </a:lnTo>
                <a:lnTo>
                  <a:pt x="1731868" y="73713"/>
                </a:lnTo>
                <a:lnTo>
                  <a:pt x="1731771" y="74560"/>
                </a:lnTo>
                <a:lnTo>
                  <a:pt x="1731692" y="75407"/>
                </a:lnTo>
                <a:lnTo>
                  <a:pt x="1731631" y="76254"/>
                </a:lnTo>
                <a:lnTo>
                  <a:pt x="1731587" y="77102"/>
                </a:lnTo>
                <a:lnTo>
                  <a:pt x="1731560" y="77951"/>
                </a:lnTo>
                <a:lnTo>
                  <a:pt x="1731552" y="78800"/>
                </a:lnTo>
                <a:lnTo>
                  <a:pt x="1731566" y="79961"/>
                </a:lnTo>
                <a:lnTo>
                  <a:pt x="1731610" y="81112"/>
                </a:lnTo>
                <a:lnTo>
                  <a:pt x="1731682" y="82254"/>
                </a:lnTo>
                <a:lnTo>
                  <a:pt x="1731783" y="83386"/>
                </a:lnTo>
                <a:lnTo>
                  <a:pt x="1731914" y="84509"/>
                </a:lnTo>
                <a:lnTo>
                  <a:pt x="1732073" y="85622"/>
                </a:lnTo>
                <a:lnTo>
                  <a:pt x="1732261" y="86726"/>
                </a:lnTo>
                <a:lnTo>
                  <a:pt x="1732478" y="87820"/>
                </a:lnTo>
                <a:lnTo>
                  <a:pt x="1732724" y="88904"/>
                </a:lnTo>
                <a:lnTo>
                  <a:pt x="1732999" y="89979"/>
                </a:lnTo>
                <a:lnTo>
                  <a:pt x="1733303" y="91045"/>
                </a:lnTo>
                <a:lnTo>
                  <a:pt x="1733636" y="92101"/>
                </a:lnTo>
                <a:lnTo>
                  <a:pt x="1733998" y="93147"/>
                </a:lnTo>
                <a:lnTo>
                  <a:pt x="1734389" y="94184"/>
                </a:lnTo>
                <a:lnTo>
                  <a:pt x="1734808" y="95211"/>
                </a:lnTo>
                <a:lnTo>
                  <a:pt x="1735257" y="96229"/>
                </a:lnTo>
                <a:lnTo>
                  <a:pt x="1735735" y="97237"/>
                </a:lnTo>
                <a:lnTo>
                  <a:pt x="1736241" y="98236"/>
                </a:lnTo>
                <a:lnTo>
                  <a:pt x="1736777" y="99225"/>
                </a:lnTo>
                <a:lnTo>
                  <a:pt x="1737341" y="100204"/>
                </a:lnTo>
                <a:lnTo>
                  <a:pt x="1737935" y="101174"/>
                </a:lnTo>
                <a:lnTo>
                  <a:pt x="1738557" y="102135"/>
                </a:lnTo>
                <a:lnTo>
                  <a:pt x="1739209" y="103085"/>
                </a:lnTo>
                <a:lnTo>
                  <a:pt x="1739889" y="104027"/>
                </a:lnTo>
                <a:lnTo>
                  <a:pt x="1740724" y="105116"/>
                </a:lnTo>
                <a:lnTo>
                  <a:pt x="1741583" y="106158"/>
                </a:lnTo>
                <a:lnTo>
                  <a:pt x="1742465" y="107154"/>
                </a:lnTo>
                <a:lnTo>
                  <a:pt x="1743372" y="108104"/>
                </a:lnTo>
                <a:lnTo>
                  <a:pt x="1744302" y="109007"/>
                </a:lnTo>
                <a:lnTo>
                  <a:pt x="1745257" y="109864"/>
                </a:lnTo>
                <a:lnTo>
                  <a:pt x="1746235" y="110675"/>
                </a:lnTo>
                <a:lnTo>
                  <a:pt x="1747237" y="111440"/>
                </a:lnTo>
                <a:lnTo>
                  <a:pt x="1748263" y="112158"/>
                </a:lnTo>
                <a:lnTo>
                  <a:pt x="1749313" y="112830"/>
                </a:lnTo>
                <a:lnTo>
                  <a:pt x="1750387" y="113455"/>
                </a:lnTo>
                <a:lnTo>
                  <a:pt x="1751484" y="114034"/>
                </a:lnTo>
                <a:lnTo>
                  <a:pt x="1752606" y="114567"/>
                </a:lnTo>
                <a:lnTo>
                  <a:pt x="1753751" y="115053"/>
                </a:lnTo>
                <a:lnTo>
                  <a:pt x="1754921" y="115494"/>
                </a:lnTo>
                <a:lnTo>
                  <a:pt x="1756114" y="115887"/>
                </a:lnTo>
                <a:lnTo>
                  <a:pt x="1757331" y="116235"/>
                </a:lnTo>
                <a:lnTo>
                  <a:pt x="1758572" y="116536"/>
                </a:lnTo>
                <a:lnTo>
                  <a:pt x="1759837" y="116791"/>
                </a:lnTo>
                <a:lnTo>
                  <a:pt x="1761126" y="116999"/>
                </a:lnTo>
                <a:lnTo>
                  <a:pt x="1762438" y="117162"/>
                </a:lnTo>
                <a:lnTo>
                  <a:pt x="1763775" y="117277"/>
                </a:lnTo>
                <a:lnTo>
                  <a:pt x="1765135" y="117347"/>
                </a:lnTo>
                <a:lnTo>
                  <a:pt x="1766520" y="117370"/>
                </a:lnTo>
                <a:lnTo>
                  <a:pt x="1767373" y="117361"/>
                </a:lnTo>
                <a:lnTo>
                  <a:pt x="1768220" y="117334"/>
                </a:lnTo>
                <a:lnTo>
                  <a:pt x="1769060" y="117289"/>
                </a:lnTo>
                <a:lnTo>
                  <a:pt x="1769894" y="117226"/>
                </a:lnTo>
                <a:lnTo>
                  <a:pt x="1770721" y="117145"/>
                </a:lnTo>
                <a:lnTo>
                  <a:pt x="1771541" y="117047"/>
                </a:lnTo>
                <a:lnTo>
                  <a:pt x="1772355" y="116930"/>
                </a:lnTo>
                <a:lnTo>
                  <a:pt x="1773162" y="116795"/>
                </a:lnTo>
                <a:lnTo>
                  <a:pt x="1773962" y="116642"/>
                </a:lnTo>
                <a:lnTo>
                  <a:pt x="1774756" y="116471"/>
                </a:lnTo>
                <a:lnTo>
                  <a:pt x="1775544" y="116283"/>
                </a:lnTo>
                <a:lnTo>
                  <a:pt x="1776324" y="116076"/>
                </a:lnTo>
                <a:lnTo>
                  <a:pt x="1777098" y="115852"/>
                </a:lnTo>
                <a:lnTo>
                  <a:pt x="1777866" y="115609"/>
                </a:lnTo>
                <a:lnTo>
                  <a:pt x="1778627" y="115348"/>
                </a:lnTo>
                <a:lnTo>
                  <a:pt x="1779381" y="115070"/>
                </a:lnTo>
                <a:lnTo>
                  <a:pt x="1780129" y="114773"/>
                </a:lnTo>
                <a:lnTo>
                  <a:pt x="1780870" y="114459"/>
                </a:lnTo>
                <a:lnTo>
                  <a:pt x="1781604" y="114126"/>
                </a:lnTo>
                <a:lnTo>
                  <a:pt x="1782332" y="113776"/>
                </a:lnTo>
                <a:lnTo>
                  <a:pt x="1783053" y="113408"/>
                </a:lnTo>
                <a:lnTo>
                  <a:pt x="1783768" y="113021"/>
                </a:lnTo>
                <a:lnTo>
                  <a:pt x="1784476" y="112617"/>
                </a:lnTo>
                <a:lnTo>
                  <a:pt x="1785178" y="112195"/>
                </a:lnTo>
                <a:lnTo>
                  <a:pt x="1785869" y="111755"/>
                </a:lnTo>
                <a:lnTo>
                  <a:pt x="1786549" y="111297"/>
                </a:lnTo>
                <a:lnTo>
                  <a:pt x="1787216" y="110822"/>
                </a:lnTo>
                <a:lnTo>
                  <a:pt x="1787870" y="110330"/>
                </a:lnTo>
                <a:lnTo>
                  <a:pt x="1788512" y="109821"/>
                </a:lnTo>
                <a:lnTo>
                  <a:pt x="1789141" y="109294"/>
                </a:lnTo>
                <a:lnTo>
                  <a:pt x="1789758" y="108749"/>
                </a:lnTo>
                <a:lnTo>
                  <a:pt x="1790363" y="108188"/>
                </a:lnTo>
                <a:lnTo>
                  <a:pt x="1790954" y="107608"/>
                </a:lnTo>
                <a:lnTo>
                  <a:pt x="1791534" y="107012"/>
                </a:lnTo>
                <a:lnTo>
                  <a:pt x="1792101" y="106398"/>
                </a:lnTo>
                <a:lnTo>
                  <a:pt x="1792655" y="105766"/>
                </a:lnTo>
                <a:lnTo>
                  <a:pt x="1793197" y="105118"/>
                </a:lnTo>
                <a:lnTo>
                  <a:pt x="1793726" y="104451"/>
                </a:lnTo>
                <a:lnTo>
                  <a:pt x="1794243" y="103768"/>
                </a:lnTo>
                <a:lnTo>
                  <a:pt x="1794747" y="103067"/>
                </a:lnTo>
                <a:lnTo>
                  <a:pt x="1795239" y="102349"/>
                </a:lnTo>
                <a:lnTo>
                  <a:pt x="1795718" y="101613"/>
                </a:lnTo>
                <a:lnTo>
                  <a:pt x="1796185" y="100860"/>
                </a:lnTo>
                <a:lnTo>
                  <a:pt x="1796639" y="100089"/>
                </a:lnTo>
                <a:lnTo>
                  <a:pt x="1797081" y="99301"/>
                </a:lnTo>
                <a:lnTo>
                  <a:pt x="1797510" y="98496"/>
                </a:lnTo>
                <a:lnTo>
                  <a:pt x="1797927" y="97673"/>
                </a:lnTo>
                <a:lnTo>
                  <a:pt x="1798331" y="96833"/>
                </a:lnTo>
                <a:lnTo>
                  <a:pt x="1798721" y="95984"/>
                </a:lnTo>
                <a:lnTo>
                  <a:pt x="1799094" y="95136"/>
                </a:lnTo>
                <a:lnTo>
                  <a:pt x="1799450" y="94289"/>
                </a:lnTo>
                <a:lnTo>
                  <a:pt x="1799790" y="93443"/>
                </a:lnTo>
                <a:lnTo>
                  <a:pt x="1800114" y="92598"/>
                </a:lnTo>
                <a:lnTo>
                  <a:pt x="1800421" y="91753"/>
                </a:lnTo>
                <a:lnTo>
                  <a:pt x="1800711" y="90910"/>
                </a:lnTo>
                <a:lnTo>
                  <a:pt x="1800984" y="90067"/>
                </a:lnTo>
                <a:lnTo>
                  <a:pt x="1801241" y="89225"/>
                </a:lnTo>
                <a:lnTo>
                  <a:pt x="1801482" y="88384"/>
                </a:lnTo>
                <a:lnTo>
                  <a:pt x="1801706" y="87544"/>
                </a:lnTo>
                <a:lnTo>
                  <a:pt x="1801913" y="86705"/>
                </a:lnTo>
                <a:lnTo>
                  <a:pt x="1802104" y="85866"/>
                </a:lnTo>
                <a:lnTo>
                  <a:pt x="1802278" y="85028"/>
                </a:lnTo>
                <a:lnTo>
                  <a:pt x="1802435" y="84191"/>
                </a:lnTo>
                <a:lnTo>
                  <a:pt x="1802576" y="83355"/>
                </a:lnTo>
                <a:lnTo>
                  <a:pt x="1802701" y="82520"/>
                </a:lnTo>
                <a:lnTo>
                  <a:pt x="1802808" y="81686"/>
                </a:lnTo>
                <a:lnTo>
                  <a:pt x="1802900" y="80853"/>
                </a:lnTo>
                <a:lnTo>
                  <a:pt x="1802974" y="80020"/>
                </a:lnTo>
                <a:lnTo>
                  <a:pt x="1803032" y="79188"/>
                </a:lnTo>
                <a:lnTo>
                  <a:pt x="1803074" y="78357"/>
                </a:lnTo>
                <a:lnTo>
                  <a:pt x="1803099" y="77527"/>
                </a:lnTo>
                <a:lnTo>
                  <a:pt x="1803107" y="76698"/>
                </a:lnTo>
                <a:lnTo>
                  <a:pt x="1803092" y="75524"/>
                </a:lnTo>
                <a:lnTo>
                  <a:pt x="1803047" y="74361"/>
                </a:lnTo>
                <a:lnTo>
                  <a:pt x="1802972" y="73210"/>
                </a:lnTo>
                <a:lnTo>
                  <a:pt x="1802866" y="72070"/>
                </a:lnTo>
                <a:lnTo>
                  <a:pt x="1802731" y="70941"/>
                </a:lnTo>
                <a:lnTo>
                  <a:pt x="1802566" y="69824"/>
                </a:lnTo>
                <a:lnTo>
                  <a:pt x="1802370" y="68717"/>
                </a:lnTo>
                <a:lnTo>
                  <a:pt x="1802145" y="67622"/>
                </a:lnTo>
                <a:lnTo>
                  <a:pt x="1801889" y="66539"/>
                </a:lnTo>
                <a:lnTo>
                  <a:pt x="1801603" y="65466"/>
                </a:lnTo>
                <a:lnTo>
                  <a:pt x="1801287" y="64405"/>
                </a:lnTo>
                <a:lnTo>
                  <a:pt x="1800942" y="63355"/>
                </a:lnTo>
                <a:lnTo>
                  <a:pt x="1800566" y="62316"/>
                </a:lnTo>
                <a:lnTo>
                  <a:pt x="1800160" y="61288"/>
                </a:lnTo>
                <a:lnTo>
                  <a:pt x="1799724" y="60272"/>
                </a:lnTo>
                <a:lnTo>
                  <a:pt x="1799257" y="59267"/>
                </a:lnTo>
                <a:lnTo>
                  <a:pt x="1798761" y="58273"/>
                </a:lnTo>
                <a:lnTo>
                  <a:pt x="1798235" y="57290"/>
                </a:lnTo>
                <a:lnTo>
                  <a:pt x="1797679" y="56319"/>
                </a:lnTo>
                <a:lnTo>
                  <a:pt x="1797092" y="55358"/>
                </a:lnTo>
                <a:lnTo>
                  <a:pt x="1796476" y="54409"/>
                </a:lnTo>
                <a:lnTo>
                  <a:pt x="1795829" y="53472"/>
                </a:lnTo>
                <a:lnTo>
                  <a:pt x="1795152" y="52545"/>
                </a:lnTo>
                <a:lnTo>
                  <a:pt x="1794446" y="51630"/>
                </a:lnTo>
                <a:lnTo>
                  <a:pt x="1793584" y="50588"/>
                </a:lnTo>
                <a:lnTo>
                  <a:pt x="1792700" y="49589"/>
                </a:lnTo>
                <a:lnTo>
                  <a:pt x="1791792" y="48636"/>
                </a:lnTo>
                <a:lnTo>
                  <a:pt x="1790862" y="47726"/>
                </a:lnTo>
                <a:lnTo>
                  <a:pt x="1789908" y="46861"/>
                </a:lnTo>
                <a:lnTo>
                  <a:pt x="1788931" y="46040"/>
                </a:lnTo>
                <a:lnTo>
                  <a:pt x="1787932" y="45264"/>
                </a:lnTo>
                <a:lnTo>
                  <a:pt x="1786909" y="44532"/>
                </a:lnTo>
                <a:lnTo>
                  <a:pt x="1785863" y="43844"/>
                </a:lnTo>
                <a:lnTo>
                  <a:pt x="1784794" y="43201"/>
                </a:lnTo>
                <a:lnTo>
                  <a:pt x="1783702" y="42602"/>
                </a:lnTo>
                <a:lnTo>
                  <a:pt x="1782587" y="42048"/>
                </a:lnTo>
                <a:lnTo>
                  <a:pt x="1781449" y="41537"/>
                </a:lnTo>
                <a:lnTo>
                  <a:pt x="1780288" y="41072"/>
                </a:lnTo>
                <a:lnTo>
                  <a:pt x="1779104" y="40650"/>
                </a:lnTo>
                <a:lnTo>
                  <a:pt x="1777897" y="40273"/>
                </a:lnTo>
                <a:lnTo>
                  <a:pt x="1776667" y="39940"/>
                </a:lnTo>
                <a:lnTo>
                  <a:pt x="1775414" y="39652"/>
                </a:lnTo>
                <a:lnTo>
                  <a:pt x="1774137" y="39408"/>
                </a:lnTo>
                <a:lnTo>
                  <a:pt x="1772838" y="39208"/>
                </a:lnTo>
                <a:lnTo>
                  <a:pt x="1771516" y="39053"/>
                </a:lnTo>
                <a:lnTo>
                  <a:pt x="1770170" y="38942"/>
                </a:lnTo>
                <a:lnTo>
                  <a:pt x="1768802" y="38876"/>
                </a:lnTo>
                <a:lnTo>
                  <a:pt x="1767410" y="38854"/>
                </a:lnTo>
                <a:lnTo>
                  <a:pt x="1766643" y="38862"/>
                </a:lnTo>
                <a:lnTo>
                  <a:pt x="1765879" y="38887"/>
                </a:lnTo>
                <a:lnTo>
                  <a:pt x="1765118" y="38929"/>
                </a:lnTo>
                <a:lnTo>
                  <a:pt x="1764361" y="38987"/>
                </a:lnTo>
                <a:lnTo>
                  <a:pt x="1763607" y="39062"/>
                </a:lnTo>
                <a:close/>
                <a:moveTo>
                  <a:pt x="1768474" y="44533"/>
                </a:moveTo>
                <a:lnTo>
                  <a:pt x="1769156" y="44681"/>
                </a:lnTo>
                <a:lnTo>
                  <a:pt x="1769826" y="44856"/>
                </a:lnTo>
                <a:lnTo>
                  <a:pt x="1770486" y="45058"/>
                </a:lnTo>
                <a:lnTo>
                  <a:pt x="1771135" y="45287"/>
                </a:lnTo>
                <a:lnTo>
                  <a:pt x="1771773" y="45543"/>
                </a:lnTo>
                <a:lnTo>
                  <a:pt x="1772400" y="45826"/>
                </a:lnTo>
                <a:lnTo>
                  <a:pt x="1773016" y="46136"/>
                </a:lnTo>
                <a:lnTo>
                  <a:pt x="1773621" y="46473"/>
                </a:lnTo>
                <a:lnTo>
                  <a:pt x="1774215" y="46837"/>
                </a:lnTo>
                <a:lnTo>
                  <a:pt x="1774798" y="47227"/>
                </a:lnTo>
                <a:lnTo>
                  <a:pt x="1775370" y="47645"/>
                </a:lnTo>
                <a:lnTo>
                  <a:pt x="1775931" y="48090"/>
                </a:lnTo>
                <a:lnTo>
                  <a:pt x="1776481" y="48561"/>
                </a:lnTo>
                <a:lnTo>
                  <a:pt x="1777020" y="49060"/>
                </a:lnTo>
                <a:lnTo>
                  <a:pt x="1777549" y="49585"/>
                </a:lnTo>
                <a:lnTo>
                  <a:pt x="1778066" y="50138"/>
                </a:lnTo>
                <a:lnTo>
                  <a:pt x="1778572" y="50717"/>
                </a:lnTo>
                <a:lnTo>
                  <a:pt x="1779068" y="51323"/>
                </a:lnTo>
                <a:lnTo>
                  <a:pt x="1779552" y="51956"/>
                </a:lnTo>
                <a:lnTo>
                  <a:pt x="1780245" y="52914"/>
                </a:lnTo>
                <a:lnTo>
                  <a:pt x="1780909" y="53901"/>
                </a:lnTo>
                <a:lnTo>
                  <a:pt x="1781544" y="54918"/>
                </a:lnTo>
                <a:lnTo>
                  <a:pt x="1782149" y="55963"/>
                </a:lnTo>
                <a:lnTo>
                  <a:pt x="1782724" y="57038"/>
                </a:lnTo>
                <a:lnTo>
                  <a:pt x="1783270" y="58142"/>
                </a:lnTo>
                <a:lnTo>
                  <a:pt x="1783787" y="59275"/>
                </a:lnTo>
                <a:lnTo>
                  <a:pt x="1784274" y="60437"/>
                </a:lnTo>
                <a:lnTo>
                  <a:pt x="1784731" y="61629"/>
                </a:lnTo>
                <a:lnTo>
                  <a:pt x="1785159" y="62849"/>
                </a:lnTo>
                <a:lnTo>
                  <a:pt x="1785557" y="64099"/>
                </a:lnTo>
                <a:lnTo>
                  <a:pt x="1785926" y="65378"/>
                </a:lnTo>
                <a:lnTo>
                  <a:pt x="1786266" y="66686"/>
                </a:lnTo>
                <a:lnTo>
                  <a:pt x="1786576" y="68024"/>
                </a:lnTo>
                <a:lnTo>
                  <a:pt x="1786856" y="69390"/>
                </a:lnTo>
                <a:lnTo>
                  <a:pt x="1787107" y="70786"/>
                </a:lnTo>
                <a:lnTo>
                  <a:pt x="1787328" y="72211"/>
                </a:lnTo>
                <a:lnTo>
                  <a:pt x="1787520" y="73665"/>
                </a:lnTo>
                <a:lnTo>
                  <a:pt x="1787682" y="75149"/>
                </a:lnTo>
                <a:lnTo>
                  <a:pt x="1787815" y="76661"/>
                </a:lnTo>
                <a:lnTo>
                  <a:pt x="1787918" y="78203"/>
                </a:lnTo>
                <a:lnTo>
                  <a:pt x="1787992" y="79774"/>
                </a:lnTo>
                <a:lnTo>
                  <a:pt x="1788036" y="81374"/>
                </a:lnTo>
                <a:lnTo>
                  <a:pt x="1788051" y="83004"/>
                </a:lnTo>
                <a:lnTo>
                  <a:pt x="1788042" y="84301"/>
                </a:lnTo>
                <a:lnTo>
                  <a:pt x="1788016" y="85567"/>
                </a:lnTo>
                <a:lnTo>
                  <a:pt x="1787971" y="86800"/>
                </a:lnTo>
                <a:lnTo>
                  <a:pt x="1787909" y="88000"/>
                </a:lnTo>
                <a:lnTo>
                  <a:pt x="1787830" y="89169"/>
                </a:lnTo>
                <a:lnTo>
                  <a:pt x="1787732" y="90305"/>
                </a:lnTo>
                <a:lnTo>
                  <a:pt x="1787617" y="91409"/>
                </a:lnTo>
                <a:lnTo>
                  <a:pt x="1787485" y="92480"/>
                </a:lnTo>
                <a:lnTo>
                  <a:pt x="1787334" y="93520"/>
                </a:lnTo>
                <a:lnTo>
                  <a:pt x="1787166" y="94527"/>
                </a:lnTo>
                <a:lnTo>
                  <a:pt x="1786980" y="95501"/>
                </a:lnTo>
                <a:lnTo>
                  <a:pt x="1786776" y="96444"/>
                </a:lnTo>
                <a:lnTo>
                  <a:pt x="1786555" y="97354"/>
                </a:lnTo>
                <a:lnTo>
                  <a:pt x="1786316" y="98232"/>
                </a:lnTo>
                <a:lnTo>
                  <a:pt x="1786059" y="99078"/>
                </a:lnTo>
                <a:lnTo>
                  <a:pt x="1785785" y="99891"/>
                </a:lnTo>
                <a:lnTo>
                  <a:pt x="1785493" y="100672"/>
                </a:lnTo>
                <a:lnTo>
                  <a:pt x="1785183" y="101421"/>
                </a:lnTo>
                <a:lnTo>
                  <a:pt x="1784855" y="102137"/>
                </a:lnTo>
                <a:lnTo>
                  <a:pt x="1784510" y="102822"/>
                </a:lnTo>
                <a:lnTo>
                  <a:pt x="1784147" y="103474"/>
                </a:lnTo>
                <a:lnTo>
                  <a:pt x="1783766" y="104093"/>
                </a:lnTo>
                <a:lnTo>
                  <a:pt x="1783368" y="104681"/>
                </a:lnTo>
                <a:lnTo>
                  <a:pt x="1782952" y="105236"/>
                </a:lnTo>
                <a:lnTo>
                  <a:pt x="1782522" y="105764"/>
                </a:lnTo>
                <a:lnTo>
                  <a:pt x="1782083" y="106269"/>
                </a:lnTo>
                <a:lnTo>
                  <a:pt x="1781634" y="106752"/>
                </a:lnTo>
                <a:lnTo>
                  <a:pt x="1781175" y="107212"/>
                </a:lnTo>
                <a:lnTo>
                  <a:pt x="1780707" y="107650"/>
                </a:lnTo>
                <a:lnTo>
                  <a:pt x="1780230" y="108066"/>
                </a:lnTo>
                <a:lnTo>
                  <a:pt x="1779743" y="108459"/>
                </a:lnTo>
                <a:lnTo>
                  <a:pt x="1779246" y="108829"/>
                </a:lnTo>
                <a:lnTo>
                  <a:pt x="1778740" y="109177"/>
                </a:lnTo>
                <a:lnTo>
                  <a:pt x="1778224" y="109503"/>
                </a:lnTo>
                <a:lnTo>
                  <a:pt x="1777699" y="109806"/>
                </a:lnTo>
                <a:lnTo>
                  <a:pt x="1777164" y="110087"/>
                </a:lnTo>
                <a:lnTo>
                  <a:pt x="1776620" y="110345"/>
                </a:lnTo>
                <a:lnTo>
                  <a:pt x="1776066" y="110581"/>
                </a:lnTo>
                <a:lnTo>
                  <a:pt x="1775502" y="110794"/>
                </a:lnTo>
                <a:lnTo>
                  <a:pt x="1774929" y="110985"/>
                </a:lnTo>
                <a:lnTo>
                  <a:pt x="1774346" y="111154"/>
                </a:lnTo>
                <a:lnTo>
                  <a:pt x="1773754" y="111300"/>
                </a:lnTo>
                <a:lnTo>
                  <a:pt x="1773153" y="111423"/>
                </a:lnTo>
                <a:lnTo>
                  <a:pt x="1772541" y="111524"/>
                </a:lnTo>
                <a:lnTo>
                  <a:pt x="1771920" y="111603"/>
                </a:lnTo>
                <a:lnTo>
                  <a:pt x="1771290" y="111659"/>
                </a:lnTo>
                <a:lnTo>
                  <a:pt x="1770650" y="111693"/>
                </a:lnTo>
                <a:lnTo>
                  <a:pt x="1770000" y="111704"/>
                </a:lnTo>
                <a:lnTo>
                  <a:pt x="1769131" y="111684"/>
                </a:lnTo>
                <a:lnTo>
                  <a:pt x="1768275" y="111622"/>
                </a:lnTo>
                <a:lnTo>
                  <a:pt x="1767434" y="111521"/>
                </a:lnTo>
                <a:lnTo>
                  <a:pt x="1766606" y="111378"/>
                </a:lnTo>
                <a:lnTo>
                  <a:pt x="1765793" y="111195"/>
                </a:lnTo>
                <a:lnTo>
                  <a:pt x="1764995" y="110971"/>
                </a:lnTo>
                <a:lnTo>
                  <a:pt x="1764210" y="110707"/>
                </a:lnTo>
                <a:lnTo>
                  <a:pt x="1763439" y="110401"/>
                </a:lnTo>
                <a:lnTo>
                  <a:pt x="1762683" y="110055"/>
                </a:lnTo>
                <a:lnTo>
                  <a:pt x="1761941" y="109669"/>
                </a:lnTo>
                <a:lnTo>
                  <a:pt x="1761213" y="109241"/>
                </a:lnTo>
                <a:lnTo>
                  <a:pt x="1760500" y="108773"/>
                </a:lnTo>
                <a:lnTo>
                  <a:pt x="1759800" y="108265"/>
                </a:lnTo>
                <a:lnTo>
                  <a:pt x="1759115" y="107715"/>
                </a:lnTo>
                <a:lnTo>
                  <a:pt x="1758444" y="107125"/>
                </a:lnTo>
                <a:lnTo>
                  <a:pt x="1757787" y="106494"/>
                </a:lnTo>
                <a:lnTo>
                  <a:pt x="1757144" y="105823"/>
                </a:lnTo>
                <a:lnTo>
                  <a:pt x="1756516" y="105110"/>
                </a:lnTo>
                <a:lnTo>
                  <a:pt x="1755901" y="104357"/>
                </a:lnTo>
                <a:lnTo>
                  <a:pt x="1755301" y="103564"/>
                </a:lnTo>
                <a:lnTo>
                  <a:pt x="1754715" y="102729"/>
                </a:lnTo>
                <a:lnTo>
                  <a:pt x="1754143" y="101854"/>
                </a:lnTo>
                <a:lnTo>
                  <a:pt x="1753586" y="100939"/>
                </a:lnTo>
                <a:lnTo>
                  <a:pt x="1753042" y="99982"/>
                </a:lnTo>
                <a:lnTo>
                  <a:pt x="1752517" y="98997"/>
                </a:lnTo>
                <a:lnTo>
                  <a:pt x="1752015" y="97997"/>
                </a:lnTo>
                <a:lnTo>
                  <a:pt x="1751534" y="96982"/>
                </a:lnTo>
                <a:lnTo>
                  <a:pt x="1751076" y="95950"/>
                </a:lnTo>
                <a:lnTo>
                  <a:pt x="1750640" y="94904"/>
                </a:lnTo>
                <a:lnTo>
                  <a:pt x="1750227" y="93842"/>
                </a:lnTo>
                <a:lnTo>
                  <a:pt x="1749836" y="92765"/>
                </a:lnTo>
                <a:lnTo>
                  <a:pt x="1749467" y="91672"/>
                </a:lnTo>
                <a:lnTo>
                  <a:pt x="1749121" y="90564"/>
                </a:lnTo>
                <a:lnTo>
                  <a:pt x="1748797" y="89440"/>
                </a:lnTo>
                <a:lnTo>
                  <a:pt x="1748495" y="88301"/>
                </a:lnTo>
                <a:lnTo>
                  <a:pt x="1748216" y="87147"/>
                </a:lnTo>
                <a:lnTo>
                  <a:pt x="1747959" y="85977"/>
                </a:lnTo>
                <a:lnTo>
                  <a:pt x="1747725" y="84791"/>
                </a:lnTo>
                <a:lnTo>
                  <a:pt x="1747512" y="83591"/>
                </a:lnTo>
                <a:lnTo>
                  <a:pt x="1747322" y="82374"/>
                </a:lnTo>
                <a:lnTo>
                  <a:pt x="1747155" y="81143"/>
                </a:lnTo>
                <a:lnTo>
                  <a:pt x="1747010" y="79896"/>
                </a:lnTo>
                <a:lnTo>
                  <a:pt x="1746887" y="78633"/>
                </a:lnTo>
                <a:lnTo>
                  <a:pt x="1746786" y="77355"/>
                </a:lnTo>
                <a:lnTo>
                  <a:pt x="1746708" y="76062"/>
                </a:lnTo>
                <a:lnTo>
                  <a:pt x="1746652" y="74753"/>
                </a:lnTo>
                <a:lnTo>
                  <a:pt x="1746619" y="73429"/>
                </a:lnTo>
                <a:lnTo>
                  <a:pt x="1746607" y="72089"/>
                </a:lnTo>
                <a:lnTo>
                  <a:pt x="1746612" y="71260"/>
                </a:lnTo>
                <a:lnTo>
                  <a:pt x="1746626" y="70443"/>
                </a:lnTo>
                <a:lnTo>
                  <a:pt x="1746649" y="69640"/>
                </a:lnTo>
                <a:lnTo>
                  <a:pt x="1746682" y="68848"/>
                </a:lnTo>
                <a:lnTo>
                  <a:pt x="1746723" y="68070"/>
                </a:lnTo>
                <a:lnTo>
                  <a:pt x="1746774" y="67304"/>
                </a:lnTo>
                <a:lnTo>
                  <a:pt x="1746835" y="66551"/>
                </a:lnTo>
                <a:lnTo>
                  <a:pt x="1746904" y="65810"/>
                </a:lnTo>
                <a:lnTo>
                  <a:pt x="1746983" y="65082"/>
                </a:lnTo>
                <a:lnTo>
                  <a:pt x="1747071" y="64367"/>
                </a:lnTo>
                <a:lnTo>
                  <a:pt x="1747169" y="63664"/>
                </a:lnTo>
                <a:lnTo>
                  <a:pt x="1747275" y="62974"/>
                </a:lnTo>
                <a:lnTo>
                  <a:pt x="1747391" y="62296"/>
                </a:lnTo>
                <a:lnTo>
                  <a:pt x="1747516" y="61631"/>
                </a:lnTo>
                <a:lnTo>
                  <a:pt x="1747651" y="60979"/>
                </a:lnTo>
                <a:lnTo>
                  <a:pt x="1747795" y="60340"/>
                </a:lnTo>
                <a:lnTo>
                  <a:pt x="1747948" y="59713"/>
                </a:lnTo>
                <a:lnTo>
                  <a:pt x="1748110" y="59098"/>
                </a:lnTo>
                <a:lnTo>
                  <a:pt x="1748282" y="58497"/>
                </a:lnTo>
                <a:lnTo>
                  <a:pt x="1748462" y="57907"/>
                </a:lnTo>
                <a:lnTo>
                  <a:pt x="1748652" y="57331"/>
                </a:lnTo>
                <a:lnTo>
                  <a:pt x="1748852" y="56767"/>
                </a:lnTo>
                <a:lnTo>
                  <a:pt x="1749061" y="56216"/>
                </a:lnTo>
                <a:lnTo>
                  <a:pt x="1749279" y="55677"/>
                </a:lnTo>
                <a:lnTo>
                  <a:pt x="1749504" y="55152"/>
                </a:lnTo>
                <a:lnTo>
                  <a:pt x="1749735" y="54640"/>
                </a:lnTo>
                <a:lnTo>
                  <a:pt x="1749972" y="54141"/>
                </a:lnTo>
                <a:lnTo>
                  <a:pt x="1750215" y="53655"/>
                </a:lnTo>
                <a:lnTo>
                  <a:pt x="1750464" y="53183"/>
                </a:lnTo>
                <a:lnTo>
                  <a:pt x="1750718" y="52724"/>
                </a:lnTo>
                <a:lnTo>
                  <a:pt x="1750978" y="52278"/>
                </a:lnTo>
                <a:lnTo>
                  <a:pt x="1751244" y="51846"/>
                </a:lnTo>
                <a:lnTo>
                  <a:pt x="1751515" y="51427"/>
                </a:lnTo>
                <a:lnTo>
                  <a:pt x="1751793" y="51021"/>
                </a:lnTo>
                <a:lnTo>
                  <a:pt x="1752076" y="50629"/>
                </a:lnTo>
                <a:lnTo>
                  <a:pt x="1752365" y="50250"/>
                </a:lnTo>
                <a:lnTo>
                  <a:pt x="1752659" y="49885"/>
                </a:lnTo>
                <a:lnTo>
                  <a:pt x="1752960" y="49532"/>
                </a:lnTo>
                <a:lnTo>
                  <a:pt x="1753266" y="49194"/>
                </a:lnTo>
                <a:lnTo>
                  <a:pt x="1753578" y="48868"/>
                </a:lnTo>
                <a:lnTo>
                  <a:pt x="1753895" y="48556"/>
                </a:lnTo>
                <a:lnTo>
                  <a:pt x="1754219" y="48257"/>
                </a:lnTo>
                <a:lnTo>
                  <a:pt x="1754548" y="47971"/>
                </a:lnTo>
                <a:lnTo>
                  <a:pt x="1754883" y="47699"/>
                </a:lnTo>
                <a:lnTo>
                  <a:pt x="1755224" y="47440"/>
                </a:lnTo>
                <a:lnTo>
                  <a:pt x="1755570" y="47194"/>
                </a:lnTo>
                <a:lnTo>
                  <a:pt x="1755922" y="46962"/>
                </a:lnTo>
                <a:lnTo>
                  <a:pt x="1756280" y="46743"/>
                </a:lnTo>
                <a:lnTo>
                  <a:pt x="1756641" y="46535"/>
                </a:lnTo>
                <a:lnTo>
                  <a:pt x="1757002" y="46336"/>
                </a:lnTo>
                <a:lnTo>
                  <a:pt x="1757362" y="46146"/>
                </a:lnTo>
                <a:lnTo>
                  <a:pt x="1757723" y="45965"/>
                </a:lnTo>
                <a:lnTo>
                  <a:pt x="1758083" y="45792"/>
                </a:lnTo>
                <a:lnTo>
                  <a:pt x="1758443" y="45629"/>
                </a:lnTo>
                <a:lnTo>
                  <a:pt x="1758803" y="45474"/>
                </a:lnTo>
                <a:lnTo>
                  <a:pt x="1759163" y="45328"/>
                </a:lnTo>
                <a:lnTo>
                  <a:pt x="1759523" y="45191"/>
                </a:lnTo>
                <a:lnTo>
                  <a:pt x="1759882" y="45063"/>
                </a:lnTo>
                <a:lnTo>
                  <a:pt x="1760241" y="44943"/>
                </a:lnTo>
                <a:lnTo>
                  <a:pt x="1760601" y="44833"/>
                </a:lnTo>
                <a:lnTo>
                  <a:pt x="1760960" y="44731"/>
                </a:lnTo>
                <a:lnTo>
                  <a:pt x="1761319" y="44638"/>
                </a:lnTo>
                <a:lnTo>
                  <a:pt x="1761678" y="44554"/>
                </a:lnTo>
                <a:lnTo>
                  <a:pt x="1762036" y="44479"/>
                </a:lnTo>
                <a:lnTo>
                  <a:pt x="1762395" y="44413"/>
                </a:lnTo>
                <a:lnTo>
                  <a:pt x="1762753" y="44355"/>
                </a:lnTo>
                <a:lnTo>
                  <a:pt x="1763112" y="44306"/>
                </a:lnTo>
                <a:lnTo>
                  <a:pt x="1763470" y="44267"/>
                </a:lnTo>
                <a:lnTo>
                  <a:pt x="1763828" y="44236"/>
                </a:lnTo>
                <a:lnTo>
                  <a:pt x="1764186" y="44214"/>
                </a:lnTo>
                <a:lnTo>
                  <a:pt x="1764543" y="44200"/>
                </a:lnTo>
                <a:lnTo>
                  <a:pt x="1764901" y="44196"/>
                </a:lnTo>
                <a:lnTo>
                  <a:pt x="1765637" y="44209"/>
                </a:lnTo>
                <a:lnTo>
                  <a:pt x="1766363" y="44250"/>
                </a:lnTo>
                <a:lnTo>
                  <a:pt x="1767078" y="44317"/>
                </a:lnTo>
                <a:lnTo>
                  <a:pt x="1767781" y="44411"/>
                </a:lnTo>
                <a:lnTo>
                  <a:pt x="1768474" y="44533"/>
                </a:lnTo>
                <a:close/>
                <a:moveTo>
                  <a:pt x="2035313" y="39062"/>
                </a:moveTo>
                <a:lnTo>
                  <a:pt x="2034562" y="39154"/>
                </a:lnTo>
                <a:lnTo>
                  <a:pt x="2033815" y="39263"/>
                </a:lnTo>
                <a:lnTo>
                  <a:pt x="2033072" y="39388"/>
                </a:lnTo>
                <a:lnTo>
                  <a:pt x="2032331" y="39530"/>
                </a:lnTo>
                <a:lnTo>
                  <a:pt x="2031594" y="39689"/>
                </a:lnTo>
                <a:lnTo>
                  <a:pt x="2030861" y="39864"/>
                </a:lnTo>
                <a:lnTo>
                  <a:pt x="2030131" y="40056"/>
                </a:lnTo>
                <a:lnTo>
                  <a:pt x="2029404" y="40265"/>
                </a:lnTo>
                <a:lnTo>
                  <a:pt x="2028680" y="40491"/>
                </a:lnTo>
                <a:lnTo>
                  <a:pt x="2027960" y="40733"/>
                </a:lnTo>
                <a:lnTo>
                  <a:pt x="2027244" y="40992"/>
                </a:lnTo>
                <a:lnTo>
                  <a:pt x="2026530" y="41267"/>
                </a:lnTo>
                <a:lnTo>
                  <a:pt x="2025820" y="41560"/>
                </a:lnTo>
                <a:lnTo>
                  <a:pt x="2025114" y="41869"/>
                </a:lnTo>
                <a:lnTo>
                  <a:pt x="2024411" y="42195"/>
                </a:lnTo>
                <a:lnTo>
                  <a:pt x="2023711" y="42537"/>
                </a:lnTo>
                <a:lnTo>
                  <a:pt x="2023014" y="42896"/>
                </a:lnTo>
                <a:lnTo>
                  <a:pt x="2022321" y="43272"/>
                </a:lnTo>
                <a:lnTo>
                  <a:pt x="2021632" y="43665"/>
                </a:lnTo>
                <a:lnTo>
                  <a:pt x="2020949" y="44075"/>
                </a:lnTo>
                <a:lnTo>
                  <a:pt x="2020278" y="44503"/>
                </a:lnTo>
                <a:lnTo>
                  <a:pt x="2019617" y="44950"/>
                </a:lnTo>
                <a:lnTo>
                  <a:pt x="2018968" y="45414"/>
                </a:lnTo>
                <a:lnTo>
                  <a:pt x="2018330" y="45897"/>
                </a:lnTo>
                <a:lnTo>
                  <a:pt x="2017703" y="46399"/>
                </a:lnTo>
                <a:lnTo>
                  <a:pt x="2017087" y="46918"/>
                </a:lnTo>
                <a:lnTo>
                  <a:pt x="2016483" y="47456"/>
                </a:lnTo>
                <a:lnTo>
                  <a:pt x="2015889" y="48012"/>
                </a:lnTo>
                <a:lnTo>
                  <a:pt x="2015306" y="48587"/>
                </a:lnTo>
                <a:lnTo>
                  <a:pt x="2014735" y="49179"/>
                </a:lnTo>
                <a:lnTo>
                  <a:pt x="2014174" y="49790"/>
                </a:lnTo>
                <a:lnTo>
                  <a:pt x="2013625" y="50419"/>
                </a:lnTo>
                <a:lnTo>
                  <a:pt x="2013087" y="51066"/>
                </a:lnTo>
                <a:lnTo>
                  <a:pt x="2012560" y="51732"/>
                </a:lnTo>
                <a:lnTo>
                  <a:pt x="2012044" y="52416"/>
                </a:lnTo>
                <a:lnTo>
                  <a:pt x="2011539" y="53118"/>
                </a:lnTo>
                <a:lnTo>
                  <a:pt x="2011045" y="53838"/>
                </a:lnTo>
                <a:lnTo>
                  <a:pt x="2010563" y="54577"/>
                </a:lnTo>
                <a:lnTo>
                  <a:pt x="2010091" y="55334"/>
                </a:lnTo>
                <a:lnTo>
                  <a:pt x="2009631" y="56109"/>
                </a:lnTo>
                <a:lnTo>
                  <a:pt x="2009181" y="56902"/>
                </a:lnTo>
                <a:lnTo>
                  <a:pt x="2008743" y="57714"/>
                </a:lnTo>
                <a:lnTo>
                  <a:pt x="2008316" y="58543"/>
                </a:lnTo>
                <a:lnTo>
                  <a:pt x="2007903" y="59383"/>
                </a:lnTo>
                <a:lnTo>
                  <a:pt x="2007508" y="60222"/>
                </a:lnTo>
                <a:lnTo>
                  <a:pt x="2007130" y="61062"/>
                </a:lnTo>
                <a:lnTo>
                  <a:pt x="2006770" y="61903"/>
                </a:lnTo>
                <a:lnTo>
                  <a:pt x="2006428" y="62743"/>
                </a:lnTo>
                <a:lnTo>
                  <a:pt x="2006103" y="63585"/>
                </a:lnTo>
                <a:lnTo>
                  <a:pt x="2005795" y="64426"/>
                </a:lnTo>
                <a:lnTo>
                  <a:pt x="2005505" y="65269"/>
                </a:lnTo>
                <a:lnTo>
                  <a:pt x="2005233" y="66111"/>
                </a:lnTo>
                <a:lnTo>
                  <a:pt x="2004979" y="66954"/>
                </a:lnTo>
                <a:lnTo>
                  <a:pt x="2004741" y="67797"/>
                </a:lnTo>
                <a:lnTo>
                  <a:pt x="2004522" y="68641"/>
                </a:lnTo>
                <a:lnTo>
                  <a:pt x="2004320" y="69485"/>
                </a:lnTo>
                <a:lnTo>
                  <a:pt x="2004135" y="70330"/>
                </a:lnTo>
                <a:lnTo>
                  <a:pt x="2003968" y="71175"/>
                </a:lnTo>
                <a:lnTo>
                  <a:pt x="2003819" y="72021"/>
                </a:lnTo>
                <a:lnTo>
                  <a:pt x="2003687" y="72867"/>
                </a:lnTo>
                <a:lnTo>
                  <a:pt x="2003573" y="73713"/>
                </a:lnTo>
                <a:lnTo>
                  <a:pt x="2003477" y="74560"/>
                </a:lnTo>
                <a:lnTo>
                  <a:pt x="2003398" y="75407"/>
                </a:lnTo>
                <a:lnTo>
                  <a:pt x="2003336" y="76254"/>
                </a:lnTo>
                <a:lnTo>
                  <a:pt x="2003292" y="77102"/>
                </a:lnTo>
                <a:lnTo>
                  <a:pt x="2003266" y="77951"/>
                </a:lnTo>
                <a:lnTo>
                  <a:pt x="2003257" y="78800"/>
                </a:lnTo>
                <a:lnTo>
                  <a:pt x="2003272" y="79961"/>
                </a:lnTo>
                <a:lnTo>
                  <a:pt x="2003315" y="81112"/>
                </a:lnTo>
                <a:lnTo>
                  <a:pt x="2003387" y="82254"/>
                </a:lnTo>
                <a:lnTo>
                  <a:pt x="2003489" y="83386"/>
                </a:lnTo>
                <a:lnTo>
                  <a:pt x="2003619" y="84509"/>
                </a:lnTo>
                <a:lnTo>
                  <a:pt x="2003778" y="85622"/>
                </a:lnTo>
                <a:lnTo>
                  <a:pt x="2003966" y="86726"/>
                </a:lnTo>
                <a:lnTo>
                  <a:pt x="2004183" y="87820"/>
                </a:lnTo>
                <a:lnTo>
                  <a:pt x="2004429" y="88904"/>
                </a:lnTo>
                <a:lnTo>
                  <a:pt x="2004704" y="89979"/>
                </a:lnTo>
                <a:lnTo>
                  <a:pt x="2005008" y="91045"/>
                </a:lnTo>
                <a:lnTo>
                  <a:pt x="2005341" y="92101"/>
                </a:lnTo>
                <a:lnTo>
                  <a:pt x="2005703" y="93147"/>
                </a:lnTo>
                <a:lnTo>
                  <a:pt x="2006094" y="94184"/>
                </a:lnTo>
                <a:lnTo>
                  <a:pt x="2006514" y="95211"/>
                </a:lnTo>
                <a:lnTo>
                  <a:pt x="2006963" y="96229"/>
                </a:lnTo>
                <a:lnTo>
                  <a:pt x="2007440" y="97237"/>
                </a:lnTo>
                <a:lnTo>
                  <a:pt x="2007947" y="98236"/>
                </a:lnTo>
                <a:lnTo>
                  <a:pt x="2008482" y="99225"/>
                </a:lnTo>
                <a:lnTo>
                  <a:pt x="2009047" y="100204"/>
                </a:lnTo>
                <a:lnTo>
                  <a:pt x="2009640" y="101174"/>
                </a:lnTo>
                <a:lnTo>
                  <a:pt x="2010263" y="102135"/>
                </a:lnTo>
                <a:lnTo>
                  <a:pt x="2010914" y="103085"/>
                </a:lnTo>
                <a:lnTo>
                  <a:pt x="2011594" y="104027"/>
                </a:lnTo>
                <a:lnTo>
                  <a:pt x="2012429" y="105116"/>
                </a:lnTo>
                <a:lnTo>
                  <a:pt x="2013288" y="106158"/>
                </a:lnTo>
                <a:lnTo>
                  <a:pt x="2014171" y="107154"/>
                </a:lnTo>
                <a:lnTo>
                  <a:pt x="2015077" y="108104"/>
                </a:lnTo>
                <a:lnTo>
                  <a:pt x="2016008" y="109007"/>
                </a:lnTo>
                <a:lnTo>
                  <a:pt x="2016962" y="109864"/>
                </a:lnTo>
                <a:lnTo>
                  <a:pt x="2017940" y="110675"/>
                </a:lnTo>
                <a:lnTo>
                  <a:pt x="2018942" y="111440"/>
                </a:lnTo>
                <a:lnTo>
                  <a:pt x="2019968" y="112158"/>
                </a:lnTo>
                <a:lnTo>
                  <a:pt x="2021018" y="112830"/>
                </a:lnTo>
                <a:lnTo>
                  <a:pt x="2022092" y="113455"/>
                </a:lnTo>
                <a:lnTo>
                  <a:pt x="2023190" y="114034"/>
                </a:lnTo>
                <a:lnTo>
                  <a:pt x="2024311" y="114567"/>
                </a:lnTo>
                <a:lnTo>
                  <a:pt x="2025457" y="115053"/>
                </a:lnTo>
                <a:lnTo>
                  <a:pt x="2026626" y="115494"/>
                </a:lnTo>
                <a:lnTo>
                  <a:pt x="2027819" y="115887"/>
                </a:lnTo>
                <a:lnTo>
                  <a:pt x="2029036" y="116235"/>
                </a:lnTo>
                <a:lnTo>
                  <a:pt x="2030277" y="116536"/>
                </a:lnTo>
                <a:lnTo>
                  <a:pt x="2031542" y="116791"/>
                </a:lnTo>
                <a:lnTo>
                  <a:pt x="2032831" y="116999"/>
                </a:lnTo>
                <a:lnTo>
                  <a:pt x="2034144" y="117162"/>
                </a:lnTo>
                <a:lnTo>
                  <a:pt x="2035480" y="117277"/>
                </a:lnTo>
                <a:lnTo>
                  <a:pt x="2036841" y="117347"/>
                </a:lnTo>
                <a:lnTo>
                  <a:pt x="2038225" y="117370"/>
                </a:lnTo>
                <a:lnTo>
                  <a:pt x="2039079" y="117361"/>
                </a:lnTo>
                <a:lnTo>
                  <a:pt x="2039925" y="117334"/>
                </a:lnTo>
                <a:lnTo>
                  <a:pt x="2040765" y="117289"/>
                </a:lnTo>
                <a:lnTo>
                  <a:pt x="2041599" y="117226"/>
                </a:lnTo>
                <a:lnTo>
                  <a:pt x="2042426" y="117145"/>
                </a:lnTo>
                <a:lnTo>
                  <a:pt x="2043246" y="117047"/>
                </a:lnTo>
                <a:lnTo>
                  <a:pt x="2044060" y="116930"/>
                </a:lnTo>
                <a:lnTo>
                  <a:pt x="2044867" y="116795"/>
                </a:lnTo>
                <a:lnTo>
                  <a:pt x="2045668" y="116642"/>
                </a:lnTo>
                <a:lnTo>
                  <a:pt x="2046462" y="116471"/>
                </a:lnTo>
                <a:lnTo>
                  <a:pt x="2047249" y="116283"/>
                </a:lnTo>
                <a:lnTo>
                  <a:pt x="2048030" y="116076"/>
                </a:lnTo>
                <a:lnTo>
                  <a:pt x="2048804" y="115852"/>
                </a:lnTo>
                <a:lnTo>
                  <a:pt x="2049571" y="115609"/>
                </a:lnTo>
                <a:lnTo>
                  <a:pt x="2050332" y="115348"/>
                </a:lnTo>
                <a:lnTo>
                  <a:pt x="2051086" y="115070"/>
                </a:lnTo>
                <a:lnTo>
                  <a:pt x="2051834" y="114773"/>
                </a:lnTo>
                <a:lnTo>
                  <a:pt x="2052575" y="114459"/>
                </a:lnTo>
                <a:lnTo>
                  <a:pt x="2053310" y="114126"/>
                </a:lnTo>
                <a:lnTo>
                  <a:pt x="2054038" y="113776"/>
                </a:lnTo>
                <a:lnTo>
                  <a:pt x="2054759" y="113408"/>
                </a:lnTo>
                <a:lnTo>
                  <a:pt x="2055473" y="113021"/>
                </a:lnTo>
                <a:lnTo>
                  <a:pt x="2056182" y="112617"/>
                </a:lnTo>
                <a:lnTo>
                  <a:pt x="2056883" y="112195"/>
                </a:lnTo>
                <a:lnTo>
                  <a:pt x="2057575" y="111755"/>
                </a:lnTo>
                <a:lnTo>
                  <a:pt x="2058254" y="111297"/>
                </a:lnTo>
                <a:lnTo>
                  <a:pt x="2058921" y="110822"/>
                </a:lnTo>
                <a:lnTo>
                  <a:pt x="2059576" y="110330"/>
                </a:lnTo>
                <a:lnTo>
                  <a:pt x="2060217" y="109821"/>
                </a:lnTo>
                <a:lnTo>
                  <a:pt x="2060847" y="109294"/>
                </a:lnTo>
                <a:lnTo>
                  <a:pt x="2061464" y="108749"/>
                </a:lnTo>
                <a:lnTo>
                  <a:pt x="2062068" y="108188"/>
                </a:lnTo>
                <a:lnTo>
                  <a:pt x="2062660" y="107608"/>
                </a:lnTo>
                <a:lnTo>
                  <a:pt x="2063239" y="107012"/>
                </a:lnTo>
                <a:lnTo>
                  <a:pt x="2063806" y="106398"/>
                </a:lnTo>
                <a:lnTo>
                  <a:pt x="2064360" y="105766"/>
                </a:lnTo>
                <a:lnTo>
                  <a:pt x="2064902" y="105118"/>
                </a:lnTo>
                <a:lnTo>
                  <a:pt x="2065431" y="104451"/>
                </a:lnTo>
                <a:lnTo>
                  <a:pt x="2065948" y="103768"/>
                </a:lnTo>
                <a:lnTo>
                  <a:pt x="2066452" y="103067"/>
                </a:lnTo>
                <a:lnTo>
                  <a:pt x="2066944" y="102349"/>
                </a:lnTo>
                <a:lnTo>
                  <a:pt x="2067424" y="101613"/>
                </a:lnTo>
                <a:lnTo>
                  <a:pt x="2067890" y="100860"/>
                </a:lnTo>
                <a:lnTo>
                  <a:pt x="2068345" y="100089"/>
                </a:lnTo>
                <a:lnTo>
                  <a:pt x="2068786" y="99301"/>
                </a:lnTo>
                <a:lnTo>
                  <a:pt x="2069216" y="98496"/>
                </a:lnTo>
                <a:lnTo>
                  <a:pt x="2069632" y="97673"/>
                </a:lnTo>
                <a:lnTo>
                  <a:pt x="2070037" y="96833"/>
                </a:lnTo>
                <a:lnTo>
                  <a:pt x="2070426" y="95984"/>
                </a:lnTo>
                <a:lnTo>
                  <a:pt x="2070799" y="95136"/>
                </a:lnTo>
                <a:lnTo>
                  <a:pt x="2071156" y="94289"/>
                </a:lnTo>
                <a:lnTo>
                  <a:pt x="2071496" y="93443"/>
                </a:lnTo>
                <a:lnTo>
                  <a:pt x="2071819" y="92598"/>
                </a:lnTo>
                <a:lnTo>
                  <a:pt x="2072126" y="91753"/>
                </a:lnTo>
                <a:lnTo>
                  <a:pt x="2072416" y="90910"/>
                </a:lnTo>
                <a:lnTo>
                  <a:pt x="2072690" y="90067"/>
                </a:lnTo>
                <a:lnTo>
                  <a:pt x="2072947" y="89225"/>
                </a:lnTo>
                <a:lnTo>
                  <a:pt x="2073187" y="88384"/>
                </a:lnTo>
                <a:lnTo>
                  <a:pt x="2073411" y="87544"/>
                </a:lnTo>
                <a:lnTo>
                  <a:pt x="2073618" y="86705"/>
                </a:lnTo>
                <a:lnTo>
                  <a:pt x="2073809" y="85866"/>
                </a:lnTo>
                <a:lnTo>
                  <a:pt x="2073983" y="85028"/>
                </a:lnTo>
                <a:lnTo>
                  <a:pt x="2074141" y="84191"/>
                </a:lnTo>
                <a:lnTo>
                  <a:pt x="2074282" y="83355"/>
                </a:lnTo>
                <a:lnTo>
                  <a:pt x="2074406" y="82520"/>
                </a:lnTo>
                <a:lnTo>
                  <a:pt x="2074514" y="81686"/>
                </a:lnTo>
                <a:lnTo>
                  <a:pt x="2074605" y="80853"/>
                </a:lnTo>
                <a:lnTo>
                  <a:pt x="2074680" y="80020"/>
                </a:lnTo>
                <a:lnTo>
                  <a:pt x="2074738" y="79188"/>
                </a:lnTo>
                <a:lnTo>
                  <a:pt x="2074779" y="78357"/>
                </a:lnTo>
                <a:lnTo>
                  <a:pt x="2074804" y="77527"/>
                </a:lnTo>
                <a:lnTo>
                  <a:pt x="2074812" y="76698"/>
                </a:lnTo>
                <a:lnTo>
                  <a:pt x="2074797" y="75524"/>
                </a:lnTo>
                <a:lnTo>
                  <a:pt x="2074752" y="74361"/>
                </a:lnTo>
                <a:lnTo>
                  <a:pt x="2074677" y="73210"/>
                </a:lnTo>
                <a:lnTo>
                  <a:pt x="2074572" y="72070"/>
                </a:lnTo>
                <a:lnTo>
                  <a:pt x="2074436" y="70941"/>
                </a:lnTo>
                <a:lnTo>
                  <a:pt x="2074271" y="69824"/>
                </a:lnTo>
                <a:lnTo>
                  <a:pt x="2074075" y="68717"/>
                </a:lnTo>
                <a:lnTo>
                  <a:pt x="2073850" y="67622"/>
                </a:lnTo>
                <a:lnTo>
                  <a:pt x="2073594" y="66539"/>
                </a:lnTo>
                <a:lnTo>
                  <a:pt x="2073309" y="65466"/>
                </a:lnTo>
                <a:lnTo>
                  <a:pt x="2072993" y="64405"/>
                </a:lnTo>
                <a:lnTo>
                  <a:pt x="2072647" y="63355"/>
                </a:lnTo>
                <a:lnTo>
                  <a:pt x="2072271" y="62316"/>
                </a:lnTo>
                <a:lnTo>
                  <a:pt x="2071865" y="61288"/>
                </a:lnTo>
                <a:lnTo>
                  <a:pt x="2071429" y="60272"/>
                </a:lnTo>
                <a:lnTo>
                  <a:pt x="2070963" y="59267"/>
                </a:lnTo>
                <a:lnTo>
                  <a:pt x="2070467" y="58273"/>
                </a:lnTo>
                <a:lnTo>
                  <a:pt x="2069940" y="57290"/>
                </a:lnTo>
                <a:lnTo>
                  <a:pt x="2069384" y="56319"/>
                </a:lnTo>
                <a:lnTo>
                  <a:pt x="2068798" y="55358"/>
                </a:lnTo>
                <a:lnTo>
                  <a:pt x="2068181" y="54409"/>
                </a:lnTo>
                <a:lnTo>
                  <a:pt x="2067535" y="53472"/>
                </a:lnTo>
                <a:lnTo>
                  <a:pt x="2066858" y="52545"/>
                </a:lnTo>
                <a:lnTo>
                  <a:pt x="2066151" y="51630"/>
                </a:lnTo>
                <a:lnTo>
                  <a:pt x="2065290" y="50588"/>
                </a:lnTo>
                <a:lnTo>
                  <a:pt x="2064405" y="49589"/>
                </a:lnTo>
                <a:lnTo>
                  <a:pt x="2063498" y="48636"/>
                </a:lnTo>
                <a:lnTo>
                  <a:pt x="2062567" y="47726"/>
                </a:lnTo>
                <a:lnTo>
                  <a:pt x="2061613" y="46861"/>
                </a:lnTo>
                <a:lnTo>
                  <a:pt x="2060637" y="46040"/>
                </a:lnTo>
                <a:lnTo>
                  <a:pt x="2059637" y="45264"/>
                </a:lnTo>
                <a:lnTo>
                  <a:pt x="2058614" y="44532"/>
                </a:lnTo>
                <a:lnTo>
                  <a:pt x="2057568" y="43844"/>
                </a:lnTo>
                <a:lnTo>
                  <a:pt x="2056500" y="43201"/>
                </a:lnTo>
                <a:lnTo>
                  <a:pt x="2055408" y="42602"/>
                </a:lnTo>
                <a:lnTo>
                  <a:pt x="2054293" y="42048"/>
                </a:lnTo>
                <a:lnTo>
                  <a:pt x="2053155" y="41537"/>
                </a:lnTo>
                <a:lnTo>
                  <a:pt x="2051994" y="41072"/>
                </a:lnTo>
                <a:lnTo>
                  <a:pt x="2050810" y="40650"/>
                </a:lnTo>
                <a:lnTo>
                  <a:pt x="2049602" y="40273"/>
                </a:lnTo>
                <a:lnTo>
                  <a:pt x="2048372" y="39940"/>
                </a:lnTo>
                <a:lnTo>
                  <a:pt x="2047119" y="39652"/>
                </a:lnTo>
                <a:lnTo>
                  <a:pt x="2045843" y="39408"/>
                </a:lnTo>
                <a:lnTo>
                  <a:pt x="2044543" y="39208"/>
                </a:lnTo>
                <a:lnTo>
                  <a:pt x="2043221" y="39053"/>
                </a:lnTo>
                <a:lnTo>
                  <a:pt x="2041876" y="38942"/>
                </a:lnTo>
                <a:lnTo>
                  <a:pt x="2040507" y="38876"/>
                </a:lnTo>
                <a:lnTo>
                  <a:pt x="2039116" y="38854"/>
                </a:lnTo>
                <a:lnTo>
                  <a:pt x="2038348" y="38862"/>
                </a:lnTo>
                <a:lnTo>
                  <a:pt x="2037584" y="38887"/>
                </a:lnTo>
                <a:lnTo>
                  <a:pt x="2036824" y="38929"/>
                </a:lnTo>
                <a:lnTo>
                  <a:pt x="2036067" y="38987"/>
                </a:lnTo>
                <a:lnTo>
                  <a:pt x="2035313" y="39062"/>
                </a:lnTo>
                <a:close/>
                <a:moveTo>
                  <a:pt x="2040179" y="44533"/>
                </a:moveTo>
                <a:lnTo>
                  <a:pt x="2040861" y="44681"/>
                </a:lnTo>
                <a:lnTo>
                  <a:pt x="2041532" y="44856"/>
                </a:lnTo>
                <a:lnTo>
                  <a:pt x="2042191" y="45058"/>
                </a:lnTo>
                <a:lnTo>
                  <a:pt x="2042840" y="45287"/>
                </a:lnTo>
                <a:lnTo>
                  <a:pt x="2043478" y="45543"/>
                </a:lnTo>
                <a:lnTo>
                  <a:pt x="2044105" y="45826"/>
                </a:lnTo>
                <a:lnTo>
                  <a:pt x="2044721" y="46136"/>
                </a:lnTo>
                <a:lnTo>
                  <a:pt x="2045326" y="46473"/>
                </a:lnTo>
                <a:lnTo>
                  <a:pt x="2045920" y="46837"/>
                </a:lnTo>
                <a:lnTo>
                  <a:pt x="2046503" y="47227"/>
                </a:lnTo>
                <a:lnTo>
                  <a:pt x="2047075" y="47645"/>
                </a:lnTo>
                <a:lnTo>
                  <a:pt x="2047636" y="48090"/>
                </a:lnTo>
                <a:lnTo>
                  <a:pt x="2048186" y="48561"/>
                </a:lnTo>
                <a:lnTo>
                  <a:pt x="2048726" y="49060"/>
                </a:lnTo>
                <a:lnTo>
                  <a:pt x="2049254" y="49585"/>
                </a:lnTo>
                <a:lnTo>
                  <a:pt x="2049771" y="50138"/>
                </a:lnTo>
                <a:lnTo>
                  <a:pt x="2050278" y="50717"/>
                </a:lnTo>
                <a:lnTo>
                  <a:pt x="2050773" y="51323"/>
                </a:lnTo>
                <a:lnTo>
                  <a:pt x="2051257" y="51956"/>
                </a:lnTo>
                <a:lnTo>
                  <a:pt x="2051951" y="52914"/>
                </a:lnTo>
                <a:lnTo>
                  <a:pt x="2052615" y="53901"/>
                </a:lnTo>
                <a:lnTo>
                  <a:pt x="2053249" y="54918"/>
                </a:lnTo>
                <a:lnTo>
                  <a:pt x="2053854" y="55963"/>
                </a:lnTo>
                <a:lnTo>
                  <a:pt x="2054430" y="57038"/>
                </a:lnTo>
                <a:lnTo>
                  <a:pt x="2054976" y="58142"/>
                </a:lnTo>
                <a:lnTo>
                  <a:pt x="2055492" y="59275"/>
                </a:lnTo>
                <a:lnTo>
                  <a:pt x="2055979" y="60437"/>
                </a:lnTo>
                <a:lnTo>
                  <a:pt x="2056437" y="61629"/>
                </a:lnTo>
                <a:lnTo>
                  <a:pt x="2056864" y="62849"/>
                </a:lnTo>
                <a:lnTo>
                  <a:pt x="2057263" y="64099"/>
                </a:lnTo>
                <a:lnTo>
                  <a:pt x="2057632" y="65378"/>
                </a:lnTo>
                <a:lnTo>
                  <a:pt x="2057971" y="66686"/>
                </a:lnTo>
                <a:lnTo>
                  <a:pt x="2058281" y="68024"/>
                </a:lnTo>
                <a:lnTo>
                  <a:pt x="2058561" y="69390"/>
                </a:lnTo>
                <a:lnTo>
                  <a:pt x="2058812" y="70786"/>
                </a:lnTo>
                <a:lnTo>
                  <a:pt x="2059033" y="72211"/>
                </a:lnTo>
                <a:lnTo>
                  <a:pt x="2059225" y="73665"/>
                </a:lnTo>
                <a:lnTo>
                  <a:pt x="2059388" y="75149"/>
                </a:lnTo>
                <a:lnTo>
                  <a:pt x="2059520" y="76661"/>
                </a:lnTo>
                <a:lnTo>
                  <a:pt x="2059624" y="78203"/>
                </a:lnTo>
                <a:lnTo>
                  <a:pt x="2059697" y="79774"/>
                </a:lnTo>
                <a:lnTo>
                  <a:pt x="2059742" y="81374"/>
                </a:lnTo>
                <a:lnTo>
                  <a:pt x="2059757" y="83004"/>
                </a:lnTo>
                <a:lnTo>
                  <a:pt x="2059748" y="84301"/>
                </a:lnTo>
                <a:lnTo>
                  <a:pt x="2059721" y="85567"/>
                </a:lnTo>
                <a:lnTo>
                  <a:pt x="2059677" y="86800"/>
                </a:lnTo>
                <a:lnTo>
                  <a:pt x="2059615" y="88000"/>
                </a:lnTo>
                <a:lnTo>
                  <a:pt x="2059535" y="89169"/>
                </a:lnTo>
                <a:lnTo>
                  <a:pt x="2059438" y="90305"/>
                </a:lnTo>
                <a:lnTo>
                  <a:pt x="2059323" y="91409"/>
                </a:lnTo>
                <a:lnTo>
                  <a:pt x="2059190" y="92480"/>
                </a:lnTo>
                <a:lnTo>
                  <a:pt x="2059039" y="93520"/>
                </a:lnTo>
                <a:lnTo>
                  <a:pt x="2058871" y="94527"/>
                </a:lnTo>
                <a:lnTo>
                  <a:pt x="2058685" y="95501"/>
                </a:lnTo>
                <a:lnTo>
                  <a:pt x="2058482" y="96444"/>
                </a:lnTo>
                <a:lnTo>
                  <a:pt x="2058260" y="97354"/>
                </a:lnTo>
                <a:lnTo>
                  <a:pt x="2058021" y="98232"/>
                </a:lnTo>
                <a:lnTo>
                  <a:pt x="2057765" y="99078"/>
                </a:lnTo>
                <a:lnTo>
                  <a:pt x="2057490" y="99891"/>
                </a:lnTo>
                <a:lnTo>
                  <a:pt x="2057198" y="100672"/>
                </a:lnTo>
                <a:lnTo>
                  <a:pt x="2056888" y="101421"/>
                </a:lnTo>
                <a:lnTo>
                  <a:pt x="2056560" y="102137"/>
                </a:lnTo>
                <a:lnTo>
                  <a:pt x="2056215" y="102822"/>
                </a:lnTo>
                <a:lnTo>
                  <a:pt x="2055852" y="103474"/>
                </a:lnTo>
                <a:lnTo>
                  <a:pt x="2055471" y="104093"/>
                </a:lnTo>
                <a:lnTo>
                  <a:pt x="2055073" y="104681"/>
                </a:lnTo>
                <a:lnTo>
                  <a:pt x="2054657" y="105236"/>
                </a:lnTo>
                <a:lnTo>
                  <a:pt x="2054227" y="105764"/>
                </a:lnTo>
                <a:lnTo>
                  <a:pt x="2053788" y="106269"/>
                </a:lnTo>
                <a:lnTo>
                  <a:pt x="2053339" y="106752"/>
                </a:lnTo>
                <a:lnTo>
                  <a:pt x="2052881" y="107212"/>
                </a:lnTo>
                <a:lnTo>
                  <a:pt x="2052413" y="107650"/>
                </a:lnTo>
                <a:lnTo>
                  <a:pt x="2051935" y="108066"/>
                </a:lnTo>
                <a:lnTo>
                  <a:pt x="2051448" y="108459"/>
                </a:lnTo>
                <a:lnTo>
                  <a:pt x="2050952" y="108829"/>
                </a:lnTo>
                <a:lnTo>
                  <a:pt x="2050445" y="109177"/>
                </a:lnTo>
                <a:lnTo>
                  <a:pt x="2049930" y="109503"/>
                </a:lnTo>
                <a:lnTo>
                  <a:pt x="2049404" y="109806"/>
                </a:lnTo>
                <a:lnTo>
                  <a:pt x="2048869" y="110087"/>
                </a:lnTo>
                <a:lnTo>
                  <a:pt x="2048325" y="110345"/>
                </a:lnTo>
                <a:lnTo>
                  <a:pt x="2047771" y="110581"/>
                </a:lnTo>
                <a:lnTo>
                  <a:pt x="2047208" y="110794"/>
                </a:lnTo>
                <a:lnTo>
                  <a:pt x="2046634" y="110985"/>
                </a:lnTo>
                <a:lnTo>
                  <a:pt x="2046052" y="111154"/>
                </a:lnTo>
                <a:lnTo>
                  <a:pt x="2045460" y="111300"/>
                </a:lnTo>
                <a:lnTo>
                  <a:pt x="2044858" y="111423"/>
                </a:lnTo>
                <a:lnTo>
                  <a:pt x="2044247" y="111524"/>
                </a:lnTo>
                <a:lnTo>
                  <a:pt x="2043626" y="111603"/>
                </a:lnTo>
                <a:lnTo>
                  <a:pt x="2042995" y="111659"/>
                </a:lnTo>
                <a:lnTo>
                  <a:pt x="2042355" y="111693"/>
                </a:lnTo>
                <a:lnTo>
                  <a:pt x="2041706" y="111704"/>
                </a:lnTo>
                <a:lnTo>
                  <a:pt x="2040836" y="111684"/>
                </a:lnTo>
                <a:lnTo>
                  <a:pt x="2039980" y="111622"/>
                </a:lnTo>
                <a:lnTo>
                  <a:pt x="2039139" y="111521"/>
                </a:lnTo>
                <a:lnTo>
                  <a:pt x="2038312" y="111378"/>
                </a:lnTo>
                <a:lnTo>
                  <a:pt x="2037499" y="111195"/>
                </a:lnTo>
                <a:lnTo>
                  <a:pt x="2036700" y="110971"/>
                </a:lnTo>
                <a:lnTo>
                  <a:pt x="2035915" y="110707"/>
                </a:lnTo>
                <a:lnTo>
                  <a:pt x="2035145" y="110401"/>
                </a:lnTo>
                <a:lnTo>
                  <a:pt x="2034389" y="110055"/>
                </a:lnTo>
                <a:lnTo>
                  <a:pt x="2033646" y="109669"/>
                </a:lnTo>
                <a:lnTo>
                  <a:pt x="2032919" y="109241"/>
                </a:lnTo>
                <a:lnTo>
                  <a:pt x="2032205" y="108773"/>
                </a:lnTo>
                <a:lnTo>
                  <a:pt x="2031505" y="108265"/>
                </a:lnTo>
                <a:lnTo>
                  <a:pt x="2030820" y="107715"/>
                </a:lnTo>
                <a:lnTo>
                  <a:pt x="2030149" y="107125"/>
                </a:lnTo>
                <a:lnTo>
                  <a:pt x="2029492" y="106494"/>
                </a:lnTo>
                <a:lnTo>
                  <a:pt x="2028849" y="105823"/>
                </a:lnTo>
                <a:lnTo>
                  <a:pt x="2028221" y="105110"/>
                </a:lnTo>
                <a:lnTo>
                  <a:pt x="2027607" y="104357"/>
                </a:lnTo>
                <a:lnTo>
                  <a:pt x="2027006" y="103564"/>
                </a:lnTo>
                <a:lnTo>
                  <a:pt x="2026421" y="102729"/>
                </a:lnTo>
                <a:lnTo>
                  <a:pt x="2025849" y="101854"/>
                </a:lnTo>
                <a:lnTo>
                  <a:pt x="2025291" y="100939"/>
                </a:lnTo>
                <a:lnTo>
                  <a:pt x="2024748" y="99982"/>
                </a:lnTo>
                <a:lnTo>
                  <a:pt x="2024223" y="98997"/>
                </a:lnTo>
                <a:lnTo>
                  <a:pt x="2023720" y="97997"/>
                </a:lnTo>
                <a:lnTo>
                  <a:pt x="2023240" y="96982"/>
                </a:lnTo>
                <a:lnTo>
                  <a:pt x="2022782" y="95950"/>
                </a:lnTo>
                <a:lnTo>
                  <a:pt x="2022346" y="94904"/>
                </a:lnTo>
                <a:lnTo>
                  <a:pt x="2021933" y="93842"/>
                </a:lnTo>
                <a:lnTo>
                  <a:pt x="2021541" y="92765"/>
                </a:lnTo>
                <a:lnTo>
                  <a:pt x="2021173" y="91672"/>
                </a:lnTo>
                <a:lnTo>
                  <a:pt x="2020826" y="90564"/>
                </a:lnTo>
                <a:lnTo>
                  <a:pt x="2020502" y="89440"/>
                </a:lnTo>
                <a:lnTo>
                  <a:pt x="2020201" y="88301"/>
                </a:lnTo>
                <a:lnTo>
                  <a:pt x="2019922" y="87147"/>
                </a:lnTo>
                <a:lnTo>
                  <a:pt x="2019665" y="85977"/>
                </a:lnTo>
                <a:lnTo>
                  <a:pt x="2019430" y="84791"/>
                </a:lnTo>
                <a:lnTo>
                  <a:pt x="2019218" y="83591"/>
                </a:lnTo>
                <a:lnTo>
                  <a:pt x="2019028" y="82374"/>
                </a:lnTo>
                <a:lnTo>
                  <a:pt x="2018860" y="81143"/>
                </a:lnTo>
                <a:lnTo>
                  <a:pt x="2018715" y="79896"/>
                </a:lnTo>
                <a:lnTo>
                  <a:pt x="2018592" y="78633"/>
                </a:lnTo>
                <a:lnTo>
                  <a:pt x="2018492" y="77355"/>
                </a:lnTo>
                <a:lnTo>
                  <a:pt x="2018413" y="76062"/>
                </a:lnTo>
                <a:lnTo>
                  <a:pt x="2018357" y="74753"/>
                </a:lnTo>
                <a:lnTo>
                  <a:pt x="2018324" y="73429"/>
                </a:lnTo>
                <a:lnTo>
                  <a:pt x="2018313" y="72089"/>
                </a:lnTo>
                <a:lnTo>
                  <a:pt x="2018317" y="71260"/>
                </a:lnTo>
                <a:lnTo>
                  <a:pt x="2018331" y="70443"/>
                </a:lnTo>
                <a:lnTo>
                  <a:pt x="2018355" y="69640"/>
                </a:lnTo>
                <a:lnTo>
                  <a:pt x="2018387" y="68848"/>
                </a:lnTo>
                <a:lnTo>
                  <a:pt x="2018429" y="68070"/>
                </a:lnTo>
                <a:lnTo>
                  <a:pt x="2018480" y="67304"/>
                </a:lnTo>
                <a:lnTo>
                  <a:pt x="2018540" y="66551"/>
                </a:lnTo>
                <a:lnTo>
                  <a:pt x="2018610" y="65810"/>
                </a:lnTo>
                <a:lnTo>
                  <a:pt x="2018688" y="65082"/>
                </a:lnTo>
                <a:lnTo>
                  <a:pt x="2018777" y="64367"/>
                </a:lnTo>
                <a:lnTo>
                  <a:pt x="2018874" y="63664"/>
                </a:lnTo>
                <a:lnTo>
                  <a:pt x="2018981" y="62974"/>
                </a:lnTo>
                <a:lnTo>
                  <a:pt x="2019096" y="62296"/>
                </a:lnTo>
                <a:lnTo>
                  <a:pt x="2019222" y="61631"/>
                </a:lnTo>
                <a:lnTo>
                  <a:pt x="2019356" y="60979"/>
                </a:lnTo>
                <a:lnTo>
                  <a:pt x="2019500" y="60340"/>
                </a:lnTo>
                <a:lnTo>
                  <a:pt x="2019653" y="59713"/>
                </a:lnTo>
                <a:lnTo>
                  <a:pt x="2019815" y="59098"/>
                </a:lnTo>
                <a:lnTo>
                  <a:pt x="2019987" y="58497"/>
                </a:lnTo>
                <a:lnTo>
                  <a:pt x="2020168" y="57907"/>
                </a:lnTo>
                <a:lnTo>
                  <a:pt x="2020358" y="57331"/>
                </a:lnTo>
                <a:lnTo>
                  <a:pt x="2020557" y="56767"/>
                </a:lnTo>
                <a:lnTo>
                  <a:pt x="2020766" y="56216"/>
                </a:lnTo>
                <a:lnTo>
                  <a:pt x="2020984" y="55677"/>
                </a:lnTo>
                <a:lnTo>
                  <a:pt x="2021209" y="55152"/>
                </a:lnTo>
                <a:lnTo>
                  <a:pt x="2021441" y="54640"/>
                </a:lnTo>
                <a:lnTo>
                  <a:pt x="2021678" y="54141"/>
                </a:lnTo>
                <a:lnTo>
                  <a:pt x="2021920" y="53655"/>
                </a:lnTo>
                <a:lnTo>
                  <a:pt x="2022169" y="53183"/>
                </a:lnTo>
                <a:lnTo>
                  <a:pt x="2022423" y="52724"/>
                </a:lnTo>
                <a:lnTo>
                  <a:pt x="2022683" y="52278"/>
                </a:lnTo>
                <a:lnTo>
                  <a:pt x="2022949" y="51846"/>
                </a:lnTo>
                <a:lnTo>
                  <a:pt x="2023221" y="51427"/>
                </a:lnTo>
                <a:lnTo>
                  <a:pt x="2023498" y="51021"/>
                </a:lnTo>
                <a:lnTo>
                  <a:pt x="2023781" y="50629"/>
                </a:lnTo>
                <a:lnTo>
                  <a:pt x="2024070" y="50250"/>
                </a:lnTo>
                <a:lnTo>
                  <a:pt x="2024365" y="49885"/>
                </a:lnTo>
                <a:lnTo>
                  <a:pt x="2024665" y="49532"/>
                </a:lnTo>
                <a:lnTo>
                  <a:pt x="2024971" y="49194"/>
                </a:lnTo>
                <a:lnTo>
                  <a:pt x="2025283" y="48868"/>
                </a:lnTo>
                <a:lnTo>
                  <a:pt x="2025601" y="48556"/>
                </a:lnTo>
                <a:lnTo>
                  <a:pt x="2025924" y="48257"/>
                </a:lnTo>
                <a:lnTo>
                  <a:pt x="2026253" y="47971"/>
                </a:lnTo>
                <a:lnTo>
                  <a:pt x="2026588" y="47699"/>
                </a:lnTo>
                <a:lnTo>
                  <a:pt x="2026929" y="47440"/>
                </a:lnTo>
                <a:lnTo>
                  <a:pt x="2027275" y="47194"/>
                </a:lnTo>
                <a:lnTo>
                  <a:pt x="2027628" y="46962"/>
                </a:lnTo>
                <a:lnTo>
                  <a:pt x="2027986" y="46743"/>
                </a:lnTo>
                <a:lnTo>
                  <a:pt x="2028346" y="46535"/>
                </a:lnTo>
                <a:lnTo>
                  <a:pt x="2028707" y="46336"/>
                </a:lnTo>
                <a:lnTo>
                  <a:pt x="2029068" y="46146"/>
                </a:lnTo>
                <a:lnTo>
                  <a:pt x="2029428" y="45965"/>
                </a:lnTo>
                <a:lnTo>
                  <a:pt x="2029788" y="45792"/>
                </a:lnTo>
                <a:lnTo>
                  <a:pt x="2030148" y="45629"/>
                </a:lnTo>
                <a:lnTo>
                  <a:pt x="2030508" y="45474"/>
                </a:lnTo>
                <a:lnTo>
                  <a:pt x="2030868" y="45328"/>
                </a:lnTo>
                <a:lnTo>
                  <a:pt x="2031228" y="45191"/>
                </a:lnTo>
                <a:lnTo>
                  <a:pt x="2031587" y="45063"/>
                </a:lnTo>
                <a:lnTo>
                  <a:pt x="2031947" y="44943"/>
                </a:lnTo>
                <a:lnTo>
                  <a:pt x="2032306" y="44833"/>
                </a:lnTo>
                <a:lnTo>
                  <a:pt x="2032665" y="44731"/>
                </a:lnTo>
                <a:lnTo>
                  <a:pt x="2033024" y="44638"/>
                </a:lnTo>
                <a:lnTo>
                  <a:pt x="2033383" y="44554"/>
                </a:lnTo>
                <a:lnTo>
                  <a:pt x="2033742" y="44479"/>
                </a:lnTo>
                <a:lnTo>
                  <a:pt x="2034100" y="44413"/>
                </a:lnTo>
                <a:lnTo>
                  <a:pt x="2034459" y="44355"/>
                </a:lnTo>
                <a:lnTo>
                  <a:pt x="2034817" y="44306"/>
                </a:lnTo>
                <a:lnTo>
                  <a:pt x="2035175" y="44267"/>
                </a:lnTo>
                <a:lnTo>
                  <a:pt x="2035533" y="44236"/>
                </a:lnTo>
                <a:lnTo>
                  <a:pt x="2035891" y="44214"/>
                </a:lnTo>
                <a:lnTo>
                  <a:pt x="2036249" y="44200"/>
                </a:lnTo>
                <a:lnTo>
                  <a:pt x="2036606" y="44196"/>
                </a:lnTo>
                <a:lnTo>
                  <a:pt x="2037343" y="44209"/>
                </a:lnTo>
                <a:lnTo>
                  <a:pt x="2038068" y="44250"/>
                </a:lnTo>
                <a:lnTo>
                  <a:pt x="2038783" y="44317"/>
                </a:lnTo>
                <a:lnTo>
                  <a:pt x="2039487" y="44411"/>
                </a:lnTo>
                <a:lnTo>
                  <a:pt x="2040179" y="44533"/>
                </a:lnTo>
                <a:close/>
                <a:moveTo>
                  <a:pt x="2211311" y="50495"/>
                </a:moveTo>
                <a:lnTo>
                  <a:pt x="2211544" y="50418"/>
                </a:lnTo>
                <a:lnTo>
                  <a:pt x="2211773" y="50345"/>
                </a:lnTo>
                <a:lnTo>
                  <a:pt x="2211999" y="50276"/>
                </a:lnTo>
                <a:lnTo>
                  <a:pt x="2212221" y="50211"/>
                </a:lnTo>
                <a:lnTo>
                  <a:pt x="2212440" y="50150"/>
                </a:lnTo>
                <a:lnTo>
                  <a:pt x="2212655" y="50093"/>
                </a:lnTo>
                <a:lnTo>
                  <a:pt x="2212866" y="50040"/>
                </a:lnTo>
                <a:lnTo>
                  <a:pt x="2213073" y="49991"/>
                </a:lnTo>
                <a:lnTo>
                  <a:pt x="2213277" y="49946"/>
                </a:lnTo>
                <a:lnTo>
                  <a:pt x="2213478" y="49904"/>
                </a:lnTo>
                <a:lnTo>
                  <a:pt x="2213674" y="49867"/>
                </a:lnTo>
                <a:lnTo>
                  <a:pt x="2213867" y="49834"/>
                </a:lnTo>
                <a:lnTo>
                  <a:pt x="2214056" y="49804"/>
                </a:lnTo>
                <a:lnTo>
                  <a:pt x="2214242" y="49779"/>
                </a:lnTo>
                <a:lnTo>
                  <a:pt x="2214424" y="49757"/>
                </a:lnTo>
                <a:lnTo>
                  <a:pt x="2214602" y="49739"/>
                </a:lnTo>
                <a:lnTo>
                  <a:pt x="2214777" y="49725"/>
                </a:lnTo>
                <a:lnTo>
                  <a:pt x="2214948" y="49716"/>
                </a:lnTo>
                <a:lnTo>
                  <a:pt x="2215115" y="49710"/>
                </a:lnTo>
                <a:lnTo>
                  <a:pt x="2215279" y="49708"/>
                </a:lnTo>
                <a:lnTo>
                  <a:pt x="2215480" y="49709"/>
                </a:lnTo>
                <a:lnTo>
                  <a:pt x="2215677" y="49714"/>
                </a:lnTo>
                <a:lnTo>
                  <a:pt x="2215870" y="49723"/>
                </a:lnTo>
                <a:lnTo>
                  <a:pt x="2216060" y="49735"/>
                </a:lnTo>
                <a:lnTo>
                  <a:pt x="2216247" y="49750"/>
                </a:lnTo>
                <a:lnTo>
                  <a:pt x="2216430" y="49769"/>
                </a:lnTo>
                <a:lnTo>
                  <a:pt x="2216610" y="49791"/>
                </a:lnTo>
                <a:lnTo>
                  <a:pt x="2216786" y="49816"/>
                </a:lnTo>
                <a:lnTo>
                  <a:pt x="2216958" y="49845"/>
                </a:lnTo>
                <a:lnTo>
                  <a:pt x="2217127" y="49877"/>
                </a:lnTo>
                <a:lnTo>
                  <a:pt x="2217293" y="49912"/>
                </a:lnTo>
                <a:lnTo>
                  <a:pt x="2217455" y="49951"/>
                </a:lnTo>
                <a:lnTo>
                  <a:pt x="2217613" y="49993"/>
                </a:lnTo>
                <a:lnTo>
                  <a:pt x="2217768" y="50039"/>
                </a:lnTo>
                <a:lnTo>
                  <a:pt x="2217919" y="50088"/>
                </a:lnTo>
                <a:lnTo>
                  <a:pt x="2218067" y="50141"/>
                </a:lnTo>
                <a:lnTo>
                  <a:pt x="2218212" y="50196"/>
                </a:lnTo>
                <a:lnTo>
                  <a:pt x="2218352" y="50256"/>
                </a:lnTo>
                <a:lnTo>
                  <a:pt x="2218490" y="50318"/>
                </a:lnTo>
                <a:lnTo>
                  <a:pt x="2218624" y="50384"/>
                </a:lnTo>
                <a:lnTo>
                  <a:pt x="2218754" y="50453"/>
                </a:lnTo>
                <a:lnTo>
                  <a:pt x="2218881" y="50526"/>
                </a:lnTo>
                <a:lnTo>
                  <a:pt x="2219004" y="50602"/>
                </a:lnTo>
                <a:lnTo>
                  <a:pt x="2219124" y="50682"/>
                </a:lnTo>
                <a:lnTo>
                  <a:pt x="2219241" y="50764"/>
                </a:lnTo>
                <a:lnTo>
                  <a:pt x="2219355" y="50850"/>
                </a:lnTo>
                <a:lnTo>
                  <a:pt x="2219466" y="50940"/>
                </a:lnTo>
                <a:lnTo>
                  <a:pt x="2219575" y="51032"/>
                </a:lnTo>
                <a:lnTo>
                  <a:pt x="2219681" y="51129"/>
                </a:lnTo>
                <a:lnTo>
                  <a:pt x="2219784" y="51228"/>
                </a:lnTo>
                <a:lnTo>
                  <a:pt x="2219885" y="51331"/>
                </a:lnTo>
                <a:lnTo>
                  <a:pt x="2219983" y="51437"/>
                </a:lnTo>
                <a:lnTo>
                  <a:pt x="2220078" y="51547"/>
                </a:lnTo>
                <a:lnTo>
                  <a:pt x="2220171" y="51660"/>
                </a:lnTo>
                <a:lnTo>
                  <a:pt x="2220261" y="51777"/>
                </a:lnTo>
                <a:lnTo>
                  <a:pt x="2220348" y="51896"/>
                </a:lnTo>
                <a:lnTo>
                  <a:pt x="2220433" y="52020"/>
                </a:lnTo>
                <a:lnTo>
                  <a:pt x="2220515" y="52146"/>
                </a:lnTo>
                <a:lnTo>
                  <a:pt x="2220594" y="52276"/>
                </a:lnTo>
                <a:lnTo>
                  <a:pt x="2220671" y="52410"/>
                </a:lnTo>
                <a:lnTo>
                  <a:pt x="2220745" y="52546"/>
                </a:lnTo>
                <a:lnTo>
                  <a:pt x="2220816" y="52686"/>
                </a:lnTo>
                <a:lnTo>
                  <a:pt x="2220885" y="52830"/>
                </a:lnTo>
                <a:lnTo>
                  <a:pt x="2220951" y="52977"/>
                </a:lnTo>
                <a:lnTo>
                  <a:pt x="2221014" y="53127"/>
                </a:lnTo>
                <a:lnTo>
                  <a:pt x="2221075" y="53281"/>
                </a:lnTo>
                <a:lnTo>
                  <a:pt x="2221133" y="53438"/>
                </a:lnTo>
                <a:lnTo>
                  <a:pt x="2221188" y="53598"/>
                </a:lnTo>
                <a:lnTo>
                  <a:pt x="2221241" y="53769"/>
                </a:lnTo>
                <a:lnTo>
                  <a:pt x="2221292" y="53958"/>
                </a:lnTo>
                <a:lnTo>
                  <a:pt x="2221340" y="54166"/>
                </a:lnTo>
                <a:lnTo>
                  <a:pt x="2221386" y="54392"/>
                </a:lnTo>
                <a:lnTo>
                  <a:pt x="2221430" y="54636"/>
                </a:lnTo>
                <a:lnTo>
                  <a:pt x="2221471" y="54899"/>
                </a:lnTo>
                <a:lnTo>
                  <a:pt x="2221511" y="55179"/>
                </a:lnTo>
                <a:lnTo>
                  <a:pt x="2221548" y="55478"/>
                </a:lnTo>
                <a:lnTo>
                  <a:pt x="2221583" y="55796"/>
                </a:lnTo>
                <a:lnTo>
                  <a:pt x="2221615" y="56131"/>
                </a:lnTo>
                <a:lnTo>
                  <a:pt x="2221646" y="56485"/>
                </a:lnTo>
                <a:lnTo>
                  <a:pt x="2221674" y="56857"/>
                </a:lnTo>
                <a:lnTo>
                  <a:pt x="2221700" y="57248"/>
                </a:lnTo>
                <a:lnTo>
                  <a:pt x="2221723" y="57657"/>
                </a:lnTo>
                <a:lnTo>
                  <a:pt x="2221745" y="58084"/>
                </a:lnTo>
                <a:lnTo>
                  <a:pt x="2221764" y="58529"/>
                </a:lnTo>
                <a:lnTo>
                  <a:pt x="2221781" y="58993"/>
                </a:lnTo>
                <a:lnTo>
                  <a:pt x="2221795" y="59475"/>
                </a:lnTo>
                <a:lnTo>
                  <a:pt x="2221808" y="59975"/>
                </a:lnTo>
                <a:lnTo>
                  <a:pt x="2221818" y="60493"/>
                </a:lnTo>
                <a:lnTo>
                  <a:pt x="2221826" y="61030"/>
                </a:lnTo>
                <a:lnTo>
                  <a:pt x="2221831" y="61585"/>
                </a:lnTo>
                <a:lnTo>
                  <a:pt x="2221835" y="62158"/>
                </a:lnTo>
                <a:lnTo>
                  <a:pt x="2221836" y="62750"/>
                </a:lnTo>
                <a:lnTo>
                  <a:pt x="2221836" y="132901"/>
                </a:lnTo>
                <a:lnTo>
                  <a:pt x="2221834" y="133566"/>
                </a:lnTo>
                <a:lnTo>
                  <a:pt x="2221830" y="134209"/>
                </a:lnTo>
                <a:lnTo>
                  <a:pt x="2221822" y="134831"/>
                </a:lnTo>
                <a:lnTo>
                  <a:pt x="2221812" y="135431"/>
                </a:lnTo>
                <a:lnTo>
                  <a:pt x="2221799" y="136011"/>
                </a:lnTo>
                <a:lnTo>
                  <a:pt x="2221783" y="136569"/>
                </a:lnTo>
                <a:lnTo>
                  <a:pt x="2221763" y="137106"/>
                </a:lnTo>
                <a:lnTo>
                  <a:pt x="2221741" y="137621"/>
                </a:lnTo>
                <a:lnTo>
                  <a:pt x="2221716" y="138116"/>
                </a:lnTo>
                <a:lnTo>
                  <a:pt x="2221688" y="138589"/>
                </a:lnTo>
                <a:lnTo>
                  <a:pt x="2221657" y="139041"/>
                </a:lnTo>
                <a:lnTo>
                  <a:pt x="2221623" y="139472"/>
                </a:lnTo>
                <a:lnTo>
                  <a:pt x="2221586" y="139881"/>
                </a:lnTo>
                <a:lnTo>
                  <a:pt x="2221546" y="140269"/>
                </a:lnTo>
                <a:lnTo>
                  <a:pt x="2221504" y="140637"/>
                </a:lnTo>
                <a:lnTo>
                  <a:pt x="2221458" y="140982"/>
                </a:lnTo>
                <a:lnTo>
                  <a:pt x="2221409" y="141307"/>
                </a:lnTo>
                <a:lnTo>
                  <a:pt x="2221358" y="141610"/>
                </a:lnTo>
                <a:lnTo>
                  <a:pt x="2221303" y="141892"/>
                </a:lnTo>
                <a:lnTo>
                  <a:pt x="2221245" y="142153"/>
                </a:lnTo>
                <a:lnTo>
                  <a:pt x="2221185" y="142393"/>
                </a:lnTo>
                <a:lnTo>
                  <a:pt x="2221121" y="142611"/>
                </a:lnTo>
                <a:lnTo>
                  <a:pt x="2221055" y="142808"/>
                </a:lnTo>
                <a:lnTo>
                  <a:pt x="2220986" y="142984"/>
                </a:lnTo>
                <a:lnTo>
                  <a:pt x="2220914" y="143148"/>
                </a:lnTo>
                <a:lnTo>
                  <a:pt x="2220839" y="143307"/>
                </a:lnTo>
                <a:lnTo>
                  <a:pt x="2220762" y="143463"/>
                </a:lnTo>
                <a:lnTo>
                  <a:pt x="2220683" y="143615"/>
                </a:lnTo>
                <a:lnTo>
                  <a:pt x="2220602" y="143764"/>
                </a:lnTo>
                <a:lnTo>
                  <a:pt x="2220518" y="143908"/>
                </a:lnTo>
                <a:lnTo>
                  <a:pt x="2220431" y="144049"/>
                </a:lnTo>
                <a:lnTo>
                  <a:pt x="2220343" y="144186"/>
                </a:lnTo>
                <a:lnTo>
                  <a:pt x="2220252" y="144319"/>
                </a:lnTo>
                <a:lnTo>
                  <a:pt x="2220158" y="144449"/>
                </a:lnTo>
                <a:lnTo>
                  <a:pt x="2220062" y="144574"/>
                </a:lnTo>
                <a:lnTo>
                  <a:pt x="2219964" y="144696"/>
                </a:lnTo>
                <a:lnTo>
                  <a:pt x="2219863" y="144814"/>
                </a:lnTo>
                <a:lnTo>
                  <a:pt x="2219760" y="144928"/>
                </a:lnTo>
                <a:lnTo>
                  <a:pt x="2219655" y="145038"/>
                </a:lnTo>
                <a:lnTo>
                  <a:pt x="2219547" y="145145"/>
                </a:lnTo>
                <a:lnTo>
                  <a:pt x="2219436" y="145247"/>
                </a:lnTo>
                <a:lnTo>
                  <a:pt x="2219324" y="145346"/>
                </a:lnTo>
                <a:lnTo>
                  <a:pt x="2219209" y="145442"/>
                </a:lnTo>
                <a:lnTo>
                  <a:pt x="2219091" y="145533"/>
                </a:lnTo>
                <a:lnTo>
                  <a:pt x="2218972" y="145620"/>
                </a:lnTo>
                <a:lnTo>
                  <a:pt x="2218849" y="145704"/>
                </a:lnTo>
                <a:lnTo>
                  <a:pt x="2218725" y="145784"/>
                </a:lnTo>
                <a:lnTo>
                  <a:pt x="2218598" y="145860"/>
                </a:lnTo>
                <a:lnTo>
                  <a:pt x="2218333" y="146005"/>
                </a:lnTo>
                <a:lnTo>
                  <a:pt x="2218063" y="146144"/>
                </a:lnTo>
                <a:lnTo>
                  <a:pt x="2217788" y="146277"/>
                </a:lnTo>
                <a:lnTo>
                  <a:pt x="2217510" y="146403"/>
                </a:lnTo>
                <a:lnTo>
                  <a:pt x="2217226" y="146522"/>
                </a:lnTo>
                <a:lnTo>
                  <a:pt x="2216938" y="146635"/>
                </a:lnTo>
                <a:lnTo>
                  <a:pt x="2216646" y="146742"/>
                </a:lnTo>
                <a:lnTo>
                  <a:pt x="2216349" y="146842"/>
                </a:lnTo>
                <a:lnTo>
                  <a:pt x="2216048" y="146935"/>
                </a:lnTo>
                <a:lnTo>
                  <a:pt x="2215742" y="147022"/>
                </a:lnTo>
                <a:lnTo>
                  <a:pt x="2215432" y="147103"/>
                </a:lnTo>
                <a:lnTo>
                  <a:pt x="2215117" y="147177"/>
                </a:lnTo>
                <a:lnTo>
                  <a:pt x="2214798" y="147245"/>
                </a:lnTo>
                <a:lnTo>
                  <a:pt x="2214474" y="147306"/>
                </a:lnTo>
                <a:lnTo>
                  <a:pt x="2214146" y="147361"/>
                </a:lnTo>
                <a:lnTo>
                  <a:pt x="2213813" y="147409"/>
                </a:lnTo>
                <a:lnTo>
                  <a:pt x="2213476" y="147451"/>
                </a:lnTo>
                <a:lnTo>
                  <a:pt x="2213134" y="147486"/>
                </a:lnTo>
                <a:lnTo>
                  <a:pt x="2212788" y="147515"/>
                </a:lnTo>
                <a:lnTo>
                  <a:pt x="2212437" y="147538"/>
                </a:lnTo>
                <a:lnTo>
                  <a:pt x="2212082" y="147554"/>
                </a:lnTo>
                <a:lnTo>
                  <a:pt x="2211722" y="147563"/>
                </a:lnTo>
                <a:lnTo>
                  <a:pt x="2211358" y="147566"/>
                </a:lnTo>
                <a:lnTo>
                  <a:pt x="2210989" y="147562"/>
                </a:lnTo>
                <a:lnTo>
                  <a:pt x="2208965" y="147562"/>
                </a:lnTo>
                <a:lnTo>
                  <a:pt x="2208965" y="150557"/>
                </a:lnTo>
                <a:lnTo>
                  <a:pt x="2247819" y="150557"/>
                </a:lnTo>
                <a:lnTo>
                  <a:pt x="2247819" y="147562"/>
                </a:lnTo>
                <a:lnTo>
                  <a:pt x="2247320" y="147560"/>
                </a:lnTo>
                <a:lnTo>
                  <a:pt x="2246833" y="147554"/>
                </a:lnTo>
                <a:lnTo>
                  <a:pt x="2246360" y="147543"/>
                </a:lnTo>
                <a:lnTo>
                  <a:pt x="2245900" y="147529"/>
                </a:lnTo>
                <a:lnTo>
                  <a:pt x="2245453" y="147510"/>
                </a:lnTo>
                <a:lnTo>
                  <a:pt x="2245019" y="147487"/>
                </a:lnTo>
                <a:lnTo>
                  <a:pt x="2244598" y="147459"/>
                </a:lnTo>
                <a:lnTo>
                  <a:pt x="2244190" y="147428"/>
                </a:lnTo>
                <a:lnTo>
                  <a:pt x="2243795" y="147392"/>
                </a:lnTo>
                <a:lnTo>
                  <a:pt x="2243413" y="147352"/>
                </a:lnTo>
                <a:lnTo>
                  <a:pt x="2243045" y="147307"/>
                </a:lnTo>
                <a:lnTo>
                  <a:pt x="2242689" y="147259"/>
                </a:lnTo>
                <a:lnTo>
                  <a:pt x="2242347" y="147206"/>
                </a:lnTo>
                <a:lnTo>
                  <a:pt x="2242017" y="147149"/>
                </a:lnTo>
                <a:lnTo>
                  <a:pt x="2241701" y="147088"/>
                </a:lnTo>
                <a:lnTo>
                  <a:pt x="2241397" y="147023"/>
                </a:lnTo>
                <a:lnTo>
                  <a:pt x="2241107" y="146953"/>
                </a:lnTo>
                <a:lnTo>
                  <a:pt x="2240830" y="146879"/>
                </a:lnTo>
                <a:lnTo>
                  <a:pt x="2240566" y="146801"/>
                </a:lnTo>
                <a:lnTo>
                  <a:pt x="2240315" y="146719"/>
                </a:lnTo>
                <a:lnTo>
                  <a:pt x="2240077" y="146633"/>
                </a:lnTo>
                <a:lnTo>
                  <a:pt x="2239852" y="146542"/>
                </a:lnTo>
                <a:lnTo>
                  <a:pt x="2239640" y="146447"/>
                </a:lnTo>
                <a:lnTo>
                  <a:pt x="2239441" y="146348"/>
                </a:lnTo>
                <a:lnTo>
                  <a:pt x="2239251" y="146246"/>
                </a:lnTo>
                <a:lnTo>
                  <a:pt x="2239066" y="146140"/>
                </a:lnTo>
                <a:lnTo>
                  <a:pt x="2238886" y="146031"/>
                </a:lnTo>
                <a:lnTo>
                  <a:pt x="2238710" y="145920"/>
                </a:lnTo>
                <a:lnTo>
                  <a:pt x="2238540" y="145805"/>
                </a:lnTo>
                <a:lnTo>
                  <a:pt x="2238374" y="145688"/>
                </a:lnTo>
                <a:lnTo>
                  <a:pt x="2238212" y="145568"/>
                </a:lnTo>
                <a:lnTo>
                  <a:pt x="2238056" y="145444"/>
                </a:lnTo>
                <a:lnTo>
                  <a:pt x="2237904" y="145318"/>
                </a:lnTo>
                <a:lnTo>
                  <a:pt x="2237758" y="145189"/>
                </a:lnTo>
                <a:lnTo>
                  <a:pt x="2237616" y="145057"/>
                </a:lnTo>
                <a:lnTo>
                  <a:pt x="2237478" y="144922"/>
                </a:lnTo>
                <a:lnTo>
                  <a:pt x="2237346" y="144784"/>
                </a:lnTo>
                <a:lnTo>
                  <a:pt x="2237218" y="144643"/>
                </a:lnTo>
                <a:lnTo>
                  <a:pt x="2237095" y="144499"/>
                </a:lnTo>
                <a:lnTo>
                  <a:pt x="2236977" y="144352"/>
                </a:lnTo>
                <a:lnTo>
                  <a:pt x="2236863" y="144202"/>
                </a:lnTo>
                <a:lnTo>
                  <a:pt x="2236755" y="144049"/>
                </a:lnTo>
                <a:lnTo>
                  <a:pt x="2236651" y="143893"/>
                </a:lnTo>
                <a:lnTo>
                  <a:pt x="2236552" y="143734"/>
                </a:lnTo>
                <a:lnTo>
                  <a:pt x="2236458" y="143573"/>
                </a:lnTo>
                <a:lnTo>
                  <a:pt x="2236368" y="143408"/>
                </a:lnTo>
                <a:lnTo>
                  <a:pt x="2236283" y="143241"/>
                </a:lnTo>
                <a:lnTo>
                  <a:pt x="2236203" y="143070"/>
                </a:lnTo>
                <a:lnTo>
                  <a:pt x="2236127" y="142888"/>
                </a:lnTo>
                <a:lnTo>
                  <a:pt x="2236055" y="142687"/>
                </a:lnTo>
                <a:lnTo>
                  <a:pt x="2235985" y="142467"/>
                </a:lnTo>
                <a:lnTo>
                  <a:pt x="2235919" y="142228"/>
                </a:lnTo>
                <a:lnTo>
                  <a:pt x="2235856" y="141969"/>
                </a:lnTo>
                <a:lnTo>
                  <a:pt x="2235796" y="141691"/>
                </a:lnTo>
                <a:lnTo>
                  <a:pt x="2235740" y="141394"/>
                </a:lnTo>
                <a:lnTo>
                  <a:pt x="2235686" y="141078"/>
                </a:lnTo>
                <a:lnTo>
                  <a:pt x="2235636" y="140742"/>
                </a:lnTo>
                <a:lnTo>
                  <a:pt x="2235589" y="140387"/>
                </a:lnTo>
                <a:lnTo>
                  <a:pt x="2235546" y="140013"/>
                </a:lnTo>
                <a:lnTo>
                  <a:pt x="2235505" y="139620"/>
                </a:lnTo>
                <a:lnTo>
                  <a:pt x="2235468" y="139207"/>
                </a:lnTo>
                <a:lnTo>
                  <a:pt x="2235434" y="138775"/>
                </a:lnTo>
                <a:lnTo>
                  <a:pt x="2235403" y="138324"/>
                </a:lnTo>
                <a:lnTo>
                  <a:pt x="2235376" y="137854"/>
                </a:lnTo>
                <a:lnTo>
                  <a:pt x="2235352" y="137364"/>
                </a:lnTo>
                <a:lnTo>
                  <a:pt x="2235331" y="136855"/>
                </a:lnTo>
                <a:lnTo>
                  <a:pt x="2235313" y="136327"/>
                </a:lnTo>
                <a:lnTo>
                  <a:pt x="2235298" y="135779"/>
                </a:lnTo>
                <a:lnTo>
                  <a:pt x="2235287" y="135213"/>
                </a:lnTo>
                <a:lnTo>
                  <a:pt x="2235279" y="134627"/>
                </a:lnTo>
                <a:lnTo>
                  <a:pt x="2235274" y="134022"/>
                </a:lnTo>
                <a:lnTo>
                  <a:pt x="2235272" y="133397"/>
                </a:lnTo>
                <a:lnTo>
                  <a:pt x="2235272" y="110813"/>
                </a:lnTo>
                <a:lnTo>
                  <a:pt x="2235608" y="111113"/>
                </a:lnTo>
                <a:lnTo>
                  <a:pt x="2235941" y="111404"/>
                </a:lnTo>
                <a:lnTo>
                  <a:pt x="2236272" y="111686"/>
                </a:lnTo>
                <a:lnTo>
                  <a:pt x="2236599" y="111960"/>
                </a:lnTo>
                <a:lnTo>
                  <a:pt x="2236924" y="112226"/>
                </a:lnTo>
                <a:lnTo>
                  <a:pt x="2237246" y="112483"/>
                </a:lnTo>
                <a:lnTo>
                  <a:pt x="2237565" y="112732"/>
                </a:lnTo>
                <a:lnTo>
                  <a:pt x="2237881" y="112972"/>
                </a:lnTo>
                <a:lnTo>
                  <a:pt x="2238194" y="113204"/>
                </a:lnTo>
                <a:lnTo>
                  <a:pt x="2238505" y="113427"/>
                </a:lnTo>
                <a:lnTo>
                  <a:pt x="2238812" y="113642"/>
                </a:lnTo>
                <a:lnTo>
                  <a:pt x="2239117" y="113849"/>
                </a:lnTo>
                <a:lnTo>
                  <a:pt x="2239420" y="114047"/>
                </a:lnTo>
                <a:lnTo>
                  <a:pt x="2239719" y="114237"/>
                </a:lnTo>
                <a:lnTo>
                  <a:pt x="2240015" y="114418"/>
                </a:lnTo>
                <a:lnTo>
                  <a:pt x="2240309" y="114591"/>
                </a:lnTo>
                <a:lnTo>
                  <a:pt x="2240600" y="114755"/>
                </a:lnTo>
                <a:lnTo>
                  <a:pt x="2240888" y="114911"/>
                </a:lnTo>
                <a:lnTo>
                  <a:pt x="2241173" y="115059"/>
                </a:lnTo>
                <a:lnTo>
                  <a:pt x="2241456" y="115198"/>
                </a:lnTo>
                <a:lnTo>
                  <a:pt x="2241735" y="115329"/>
                </a:lnTo>
                <a:lnTo>
                  <a:pt x="2242012" y="115451"/>
                </a:lnTo>
                <a:lnTo>
                  <a:pt x="2242286" y="115565"/>
                </a:lnTo>
                <a:lnTo>
                  <a:pt x="2242558" y="115670"/>
                </a:lnTo>
                <a:lnTo>
                  <a:pt x="2242925" y="115809"/>
                </a:lnTo>
                <a:lnTo>
                  <a:pt x="2243297" y="115942"/>
                </a:lnTo>
                <a:lnTo>
                  <a:pt x="2243676" y="116069"/>
                </a:lnTo>
                <a:lnTo>
                  <a:pt x="2244059" y="116190"/>
                </a:lnTo>
                <a:lnTo>
                  <a:pt x="2244449" y="116305"/>
                </a:lnTo>
                <a:lnTo>
                  <a:pt x="2244844" y="116414"/>
                </a:lnTo>
                <a:lnTo>
                  <a:pt x="2245245" y="116517"/>
                </a:lnTo>
                <a:lnTo>
                  <a:pt x="2245651" y="116615"/>
                </a:lnTo>
                <a:lnTo>
                  <a:pt x="2246063" y="116706"/>
                </a:lnTo>
                <a:lnTo>
                  <a:pt x="2246481" y="116792"/>
                </a:lnTo>
                <a:lnTo>
                  <a:pt x="2246904" y="116871"/>
                </a:lnTo>
                <a:lnTo>
                  <a:pt x="2247333" y="116945"/>
                </a:lnTo>
                <a:lnTo>
                  <a:pt x="2247768" y="117013"/>
                </a:lnTo>
                <a:lnTo>
                  <a:pt x="2248208" y="117075"/>
                </a:lnTo>
                <a:lnTo>
                  <a:pt x="2248654" y="117131"/>
                </a:lnTo>
                <a:lnTo>
                  <a:pt x="2249105" y="117181"/>
                </a:lnTo>
                <a:lnTo>
                  <a:pt x="2249562" y="117225"/>
                </a:lnTo>
                <a:lnTo>
                  <a:pt x="2250025" y="117264"/>
                </a:lnTo>
                <a:lnTo>
                  <a:pt x="2250493" y="117296"/>
                </a:lnTo>
                <a:lnTo>
                  <a:pt x="2250967" y="117323"/>
                </a:lnTo>
                <a:lnTo>
                  <a:pt x="2251446" y="117343"/>
                </a:lnTo>
                <a:lnTo>
                  <a:pt x="2251931" y="117358"/>
                </a:lnTo>
                <a:lnTo>
                  <a:pt x="2252422" y="117367"/>
                </a:lnTo>
                <a:lnTo>
                  <a:pt x="2252918" y="117370"/>
                </a:lnTo>
                <a:lnTo>
                  <a:pt x="2254057" y="117352"/>
                </a:lnTo>
                <a:lnTo>
                  <a:pt x="2255179" y="117299"/>
                </a:lnTo>
                <a:lnTo>
                  <a:pt x="2256285" y="117210"/>
                </a:lnTo>
                <a:lnTo>
                  <a:pt x="2257375" y="117085"/>
                </a:lnTo>
                <a:lnTo>
                  <a:pt x="2258448" y="116924"/>
                </a:lnTo>
                <a:lnTo>
                  <a:pt x="2259505" y="116728"/>
                </a:lnTo>
                <a:lnTo>
                  <a:pt x="2260546" y="116496"/>
                </a:lnTo>
                <a:lnTo>
                  <a:pt x="2261571" y="116229"/>
                </a:lnTo>
                <a:lnTo>
                  <a:pt x="2262579" y="115926"/>
                </a:lnTo>
                <a:lnTo>
                  <a:pt x="2263571" y="115587"/>
                </a:lnTo>
                <a:lnTo>
                  <a:pt x="2264546" y="115213"/>
                </a:lnTo>
                <a:lnTo>
                  <a:pt x="2265505" y="114803"/>
                </a:lnTo>
                <a:lnTo>
                  <a:pt x="2266448" y="114357"/>
                </a:lnTo>
                <a:lnTo>
                  <a:pt x="2267375" y="113875"/>
                </a:lnTo>
                <a:lnTo>
                  <a:pt x="2268285" y="113358"/>
                </a:lnTo>
                <a:lnTo>
                  <a:pt x="2269179" y="112806"/>
                </a:lnTo>
                <a:lnTo>
                  <a:pt x="2270057" y="112217"/>
                </a:lnTo>
                <a:lnTo>
                  <a:pt x="2270919" y="111593"/>
                </a:lnTo>
                <a:lnTo>
                  <a:pt x="2271764" y="110933"/>
                </a:lnTo>
                <a:lnTo>
                  <a:pt x="2272593" y="110238"/>
                </a:lnTo>
                <a:lnTo>
                  <a:pt x="2273405" y="109507"/>
                </a:lnTo>
                <a:lnTo>
                  <a:pt x="2274201" y="108740"/>
                </a:lnTo>
                <a:lnTo>
                  <a:pt x="2274981" y="107938"/>
                </a:lnTo>
                <a:lnTo>
                  <a:pt x="2275745" y="107100"/>
                </a:lnTo>
                <a:lnTo>
                  <a:pt x="2276643" y="106044"/>
                </a:lnTo>
                <a:lnTo>
                  <a:pt x="2277503" y="104965"/>
                </a:lnTo>
                <a:lnTo>
                  <a:pt x="2278325" y="103863"/>
                </a:lnTo>
                <a:lnTo>
                  <a:pt x="2279109" y="102738"/>
                </a:lnTo>
                <a:lnTo>
                  <a:pt x="2279854" y="101590"/>
                </a:lnTo>
                <a:lnTo>
                  <a:pt x="2280561" y="100419"/>
                </a:lnTo>
                <a:lnTo>
                  <a:pt x="2281230" y="99225"/>
                </a:lnTo>
                <a:lnTo>
                  <a:pt x="2281861" y="98008"/>
                </a:lnTo>
                <a:lnTo>
                  <a:pt x="2282453" y="96767"/>
                </a:lnTo>
                <a:lnTo>
                  <a:pt x="2283007" y="95504"/>
                </a:lnTo>
                <a:lnTo>
                  <a:pt x="2283523" y="94218"/>
                </a:lnTo>
                <a:lnTo>
                  <a:pt x="2284001" y="92909"/>
                </a:lnTo>
                <a:lnTo>
                  <a:pt x="2284441" y="91577"/>
                </a:lnTo>
                <a:lnTo>
                  <a:pt x="2284842" y="90221"/>
                </a:lnTo>
                <a:lnTo>
                  <a:pt x="2285205" y="88843"/>
                </a:lnTo>
                <a:lnTo>
                  <a:pt x="2285530" y="87442"/>
                </a:lnTo>
                <a:lnTo>
                  <a:pt x="2285817" y="86017"/>
                </a:lnTo>
                <a:lnTo>
                  <a:pt x="2286065" y="84570"/>
                </a:lnTo>
                <a:lnTo>
                  <a:pt x="2286276" y="83100"/>
                </a:lnTo>
                <a:lnTo>
                  <a:pt x="2286448" y="81606"/>
                </a:lnTo>
                <a:lnTo>
                  <a:pt x="2286581" y="80090"/>
                </a:lnTo>
                <a:lnTo>
                  <a:pt x="2286677" y="78551"/>
                </a:lnTo>
                <a:lnTo>
                  <a:pt x="2286734" y="76988"/>
                </a:lnTo>
                <a:lnTo>
                  <a:pt x="2286753" y="75403"/>
                </a:lnTo>
                <a:lnTo>
                  <a:pt x="2286738" y="73985"/>
                </a:lnTo>
                <a:lnTo>
                  <a:pt x="2286690" y="72590"/>
                </a:lnTo>
                <a:lnTo>
                  <a:pt x="2286610" y="71218"/>
                </a:lnTo>
                <a:lnTo>
                  <a:pt x="2286499" y="69868"/>
                </a:lnTo>
                <a:lnTo>
                  <a:pt x="2286356" y="68541"/>
                </a:lnTo>
                <a:lnTo>
                  <a:pt x="2286182" y="67236"/>
                </a:lnTo>
                <a:lnTo>
                  <a:pt x="2285975" y="65953"/>
                </a:lnTo>
                <a:lnTo>
                  <a:pt x="2285737" y="64693"/>
                </a:lnTo>
                <a:lnTo>
                  <a:pt x="2285467" y="63455"/>
                </a:lnTo>
                <a:lnTo>
                  <a:pt x="2285165" y="62240"/>
                </a:lnTo>
                <a:lnTo>
                  <a:pt x="2284832" y="61047"/>
                </a:lnTo>
                <a:lnTo>
                  <a:pt x="2284467" y="59877"/>
                </a:lnTo>
                <a:lnTo>
                  <a:pt x="2284070" y="58729"/>
                </a:lnTo>
                <a:lnTo>
                  <a:pt x="2283641" y="57604"/>
                </a:lnTo>
                <a:lnTo>
                  <a:pt x="2283180" y="56501"/>
                </a:lnTo>
                <a:lnTo>
                  <a:pt x="2282688" y="55421"/>
                </a:lnTo>
                <a:lnTo>
                  <a:pt x="2282164" y="54363"/>
                </a:lnTo>
                <a:lnTo>
                  <a:pt x="2281608" y="53327"/>
                </a:lnTo>
                <a:lnTo>
                  <a:pt x="2281021" y="52314"/>
                </a:lnTo>
                <a:lnTo>
                  <a:pt x="2280401" y="51323"/>
                </a:lnTo>
                <a:lnTo>
                  <a:pt x="2279750" y="50355"/>
                </a:lnTo>
                <a:lnTo>
                  <a:pt x="2279068" y="49409"/>
                </a:lnTo>
                <a:lnTo>
                  <a:pt x="2278353" y="48486"/>
                </a:lnTo>
                <a:lnTo>
                  <a:pt x="2277607" y="47585"/>
                </a:lnTo>
                <a:lnTo>
                  <a:pt x="2276980" y="46873"/>
                </a:lnTo>
                <a:lnTo>
                  <a:pt x="2276340" y="46191"/>
                </a:lnTo>
                <a:lnTo>
                  <a:pt x="2275687" y="45539"/>
                </a:lnTo>
                <a:lnTo>
                  <a:pt x="2275021" y="44917"/>
                </a:lnTo>
                <a:lnTo>
                  <a:pt x="2274342" y="44326"/>
                </a:lnTo>
                <a:lnTo>
                  <a:pt x="2273650" y="43765"/>
                </a:lnTo>
                <a:lnTo>
                  <a:pt x="2272946" y="43235"/>
                </a:lnTo>
                <a:lnTo>
                  <a:pt x="2272228" y="42734"/>
                </a:lnTo>
                <a:lnTo>
                  <a:pt x="2271498" y="42264"/>
                </a:lnTo>
                <a:lnTo>
                  <a:pt x="2270754" y="41825"/>
                </a:lnTo>
                <a:lnTo>
                  <a:pt x="2269998" y="41415"/>
                </a:lnTo>
                <a:lnTo>
                  <a:pt x="2269229" y="41036"/>
                </a:lnTo>
                <a:lnTo>
                  <a:pt x="2268447" y="40688"/>
                </a:lnTo>
                <a:lnTo>
                  <a:pt x="2267652" y="40369"/>
                </a:lnTo>
                <a:lnTo>
                  <a:pt x="2266843" y="40081"/>
                </a:lnTo>
                <a:lnTo>
                  <a:pt x="2266023" y="39824"/>
                </a:lnTo>
                <a:lnTo>
                  <a:pt x="2265189" y="39596"/>
                </a:lnTo>
                <a:lnTo>
                  <a:pt x="2264342" y="39399"/>
                </a:lnTo>
                <a:lnTo>
                  <a:pt x="2263482" y="39233"/>
                </a:lnTo>
                <a:lnTo>
                  <a:pt x="2262609" y="39096"/>
                </a:lnTo>
                <a:lnTo>
                  <a:pt x="2261724" y="38990"/>
                </a:lnTo>
                <a:lnTo>
                  <a:pt x="2260825" y="38914"/>
                </a:lnTo>
                <a:lnTo>
                  <a:pt x="2259914" y="38869"/>
                </a:lnTo>
                <a:lnTo>
                  <a:pt x="2258989" y="38854"/>
                </a:lnTo>
                <a:lnTo>
                  <a:pt x="2258457" y="38860"/>
                </a:lnTo>
                <a:lnTo>
                  <a:pt x="2257928" y="38880"/>
                </a:lnTo>
                <a:lnTo>
                  <a:pt x="2257400" y="38914"/>
                </a:lnTo>
                <a:lnTo>
                  <a:pt x="2256875" y="38960"/>
                </a:lnTo>
                <a:lnTo>
                  <a:pt x="2256351" y="39020"/>
                </a:lnTo>
                <a:lnTo>
                  <a:pt x="2255830" y="39094"/>
                </a:lnTo>
                <a:lnTo>
                  <a:pt x="2255311" y="39181"/>
                </a:lnTo>
                <a:lnTo>
                  <a:pt x="2254794" y="39281"/>
                </a:lnTo>
                <a:lnTo>
                  <a:pt x="2254279" y="39394"/>
                </a:lnTo>
                <a:lnTo>
                  <a:pt x="2253766" y="39521"/>
                </a:lnTo>
                <a:lnTo>
                  <a:pt x="2253255" y="39661"/>
                </a:lnTo>
                <a:lnTo>
                  <a:pt x="2252746" y="39815"/>
                </a:lnTo>
                <a:lnTo>
                  <a:pt x="2252240" y="39982"/>
                </a:lnTo>
                <a:lnTo>
                  <a:pt x="2251735" y="40162"/>
                </a:lnTo>
                <a:lnTo>
                  <a:pt x="2251233" y="40355"/>
                </a:lnTo>
                <a:lnTo>
                  <a:pt x="2250733" y="40562"/>
                </a:lnTo>
                <a:lnTo>
                  <a:pt x="2250235" y="40783"/>
                </a:lnTo>
                <a:lnTo>
                  <a:pt x="2249739" y="41016"/>
                </a:lnTo>
                <a:lnTo>
                  <a:pt x="2249245" y="41263"/>
                </a:lnTo>
                <a:lnTo>
                  <a:pt x="2248753" y="41524"/>
                </a:lnTo>
                <a:lnTo>
                  <a:pt x="2248263" y="41797"/>
                </a:lnTo>
                <a:lnTo>
                  <a:pt x="2247776" y="42084"/>
                </a:lnTo>
                <a:lnTo>
                  <a:pt x="2247290" y="42385"/>
                </a:lnTo>
                <a:lnTo>
                  <a:pt x="2246807" y="42698"/>
                </a:lnTo>
                <a:lnTo>
                  <a:pt x="2246325" y="43029"/>
                </a:lnTo>
                <a:lnTo>
                  <a:pt x="2245843" y="43381"/>
                </a:lnTo>
                <a:lnTo>
                  <a:pt x="2245361" y="43753"/>
                </a:lnTo>
                <a:lnTo>
                  <a:pt x="2244879" y="44145"/>
                </a:lnTo>
                <a:lnTo>
                  <a:pt x="2244397" y="44559"/>
                </a:lnTo>
                <a:lnTo>
                  <a:pt x="2243916" y="44993"/>
                </a:lnTo>
                <a:lnTo>
                  <a:pt x="2243434" y="45447"/>
                </a:lnTo>
                <a:lnTo>
                  <a:pt x="2242953" y="45923"/>
                </a:lnTo>
                <a:lnTo>
                  <a:pt x="2242472" y="46419"/>
                </a:lnTo>
                <a:lnTo>
                  <a:pt x="2241991" y="46935"/>
                </a:lnTo>
                <a:lnTo>
                  <a:pt x="2241510" y="47473"/>
                </a:lnTo>
                <a:lnTo>
                  <a:pt x="2241030" y="48031"/>
                </a:lnTo>
                <a:lnTo>
                  <a:pt x="2240549" y="48609"/>
                </a:lnTo>
                <a:lnTo>
                  <a:pt x="2240069" y="49209"/>
                </a:lnTo>
                <a:lnTo>
                  <a:pt x="2239588" y="49828"/>
                </a:lnTo>
                <a:lnTo>
                  <a:pt x="2239108" y="50469"/>
                </a:lnTo>
                <a:lnTo>
                  <a:pt x="2238628" y="51130"/>
                </a:lnTo>
                <a:lnTo>
                  <a:pt x="2238149" y="51812"/>
                </a:lnTo>
                <a:lnTo>
                  <a:pt x="2237669" y="52515"/>
                </a:lnTo>
                <a:lnTo>
                  <a:pt x="2237189" y="53238"/>
                </a:lnTo>
                <a:lnTo>
                  <a:pt x="2236710" y="53982"/>
                </a:lnTo>
                <a:lnTo>
                  <a:pt x="2236231" y="54747"/>
                </a:lnTo>
                <a:lnTo>
                  <a:pt x="2235751" y="55532"/>
                </a:lnTo>
                <a:lnTo>
                  <a:pt x="2235272" y="56338"/>
                </a:lnTo>
                <a:lnTo>
                  <a:pt x="2235272" y="39015"/>
                </a:lnTo>
                <a:lnTo>
                  <a:pt x="2232197" y="39015"/>
                </a:lnTo>
                <a:lnTo>
                  <a:pt x="2209370" y="48251"/>
                </a:lnTo>
                <a:lnTo>
                  <a:pt x="2210341" y="50841"/>
                </a:lnTo>
                <a:lnTo>
                  <a:pt x="2210589" y="50748"/>
                </a:lnTo>
                <a:lnTo>
                  <a:pt x="2210833" y="50660"/>
                </a:lnTo>
                <a:lnTo>
                  <a:pt x="2211074" y="50575"/>
                </a:lnTo>
                <a:lnTo>
                  <a:pt x="2211311" y="50495"/>
                </a:lnTo>
                <a:close/>
                <a:moveTo>
                  <a:pt x="2237907" y="58481"/>
                </a:moveTo>
                <a:lnTo>
                  <a:pt x="2238394" y="57986"/>
                </a:lnTo>
                <a:lnTo>
                  <a:pt x="2238868" y="57511"/>
                </a:lnTo>
                <a:lnTo>
                  <a:pt x="2239329" y="57057"/>
                </a:lnTo>
                <a:lnTo>
                  <a:pt x="2239776" y="56622"/>
                </a:lnTo>
                <a:lnTo>
                  <a:pt x="2240211" y="56208"/>
                </a:lnTo>
                <a:lnTo>
                  <a:pt x="2240632" y="55814"/>
                </a:lnTo>
                <a:lnTo>
                  <a:pt x="2241040" y="55440"/>
                </a:lnTo>
                <a:lnTo>
                  <a:pt x="2241435" y="55087"/>
                </a:lnTo>
                <a:lnTo>
                  <a:pt x="2241816" y="54753"/>
                </a:lnTo>
                <a:lnTo>
                  <a:pt x="2242184" y="54440"/>
                </a:lnTo>
                <a:lnTo>
                  <a:pt x="2242540" y="54147"/>
                </a:lnTo>
                <a:lnTo>
                  <a:pt x="2242881" y="53874"/>
                </a:lnTo>
                <a:lnTo>
                  <a:pt x="2243210" y="53622"/>
                </a:lnTo>
                <a:lnTo>
                  <a:pt x="2243526" y="53389"/>
                </a:lnTo>
                <a:lnTo>
                  <a:pt x="2243828" y="53177"/>
                </a:lnTo>
                <a:lnTo>
                  <a:pt x="2244117" y="52985"/>
                </a:lnTo>
                <a:lnTo>
                  <a:pt x="2244393" y="52813"/>
                </a:lnTo>
                <a:lnTo>
                  <a:pt x="2244655" y="52662"/>
                </a:lnTo>
                <a:lnTo>
                  <a:pt x="2244905" y="52531"/>
                </a:lnTo>
                <a:lnTo>
                  <a:pt x="2245222" y="52372"/>
                </a:lnTo>
                <a:lnTo>
                  <a:pt x="2245540" y="52221"/>
                </a:lnTo>
                <a:lnTo>
                  <a:pt x="2245857" y="52076"/>
                </a:lnTo>
                <a:lnTo>
                  <a:pt x="2246175" y="51938"/>
                </a:lnTo>
                <a:lnTo>
                  <a:pt x="2246494" y="51806"/>
                </a:lnTo>
                <a:lnTo>
                  <a:pt x="2246812" y="51682"/>
                </a:lnTo>
                <a:lnTo>
                  <a:pt x="2247131" y="51564"/>
                </a:lnTo>
                <a:lnTo>
                  <a:pt x="2247450" y="51453"/>
                </a:lnTo>
                <a:lnTo>
                  <a:pt x="2247770" y="51348"/>
                </a:lnTo>
                <a:lnTo>
                  <a:pt x="2248089" y="51251"/>
                </a:lnTo>
                <a:lnTo>
                  <a:pt x="2248409" y="51160"/>
                </a:lnTo>
                <a:lnTo>
                  <a:pt x="2248730" y="51076"/>
                </a:lnTo>
                <a:lnTo>
                  <a:pt x="2249050" y="50998"/>
                </a:lnTo>
                <a:lnTo>
                  <a:pt x="2249371" y="50927"/>
                </a:lnTo>
                <a:lnTo>
                  <a:pt x="2249692" y="50863"/>
                </a:lnTo>
                <a:lnTo>
                  <a:pt x="2250013" y="50806"/>
                </a:lnTo>
                <a:lnTo>
                  <a:pt x="2250335" y="50756"/>
                </a:lnTo>
                <a:lnTo>
                  <a:pt x="2250657" y="50712"/>
                </a:lnTo>
                <a:lnTo>
                  <a:pt x="2250979" y="50675"/>
                </a:lnTo>
                <a:lnTo>
                  <a:pt x="2251302" y="50644"/>
                </a:lnTo>
                <a:lnTo>
                  <a:pt x="2251625" y="50621"/>
                </a:lnTo>
                <a:lnTo>
                  <a:pt x="2251948" y="50604"/>
                </a:lnTo>
                <a:lnTo>
                  <a:pt x="2252271" y="50594"/>
                </a:lnTo>
                <a:lnTo>
                  <a:pt x="2252595" y="50591"/>
                </a:lnTo>
                <a:lnTo>
                  <a:pt x="2253185" y="50601"/>
                </a:lnTo>
                <a:lnTo>
                  <a:pt x="2253768" y="50634"/>
                </a:lnTo>
                <a:lnTo>
                  <a:pt x="2254345" y="50689"/>
                </a:lnTo>
                <a:lnTo>
                  <a:pt x="2254915" y="50766"/>
                </a:lnTo>
                <a:lnTo>
                  <a:pt x="2255478" y="50864"/>
                </a:lnTo>
                <a:lnTo>
                  <a:pt x="2256035" y="50985"/>
                </a:lnTo>
                <a:lnTo>
                  <a:pt x="2256585" y="51127"/>
                </a:lnTo>
                <a:lnTo>
                  <a:pt x="2257128" y="51291"/>
                </a:lnTo>
                <a:lnTo>
                  <a:pt x="2257664" y="51477"/>
                </a:lnTo>
                <a:lnTo>
                  <a:pt x="2258193" y="51685"/>
                </a:lnTo>
                <a:lnTo>
                  <a:pt x="2258716" y="51915"/>
                </a:lnTo>
                <a:lnTo>
                  <a:pt x="2259232" y="52167"/>
                </a:lnTo>
                <a:lnTo>
                  <a:pt x="2259741" y="52441"/>
                </a:lnTo>
                <a:lnTo>
                  <a:pt x="2260244" y="52736"/>
                </a:lnTo>
                <a:lnTo>
                  <a:pt x="2260740" y="53054"/>
                </a:lnTo>
                <a:lnTo>
                  <a:pt x="2261229" y="53393"/>
                </a:lnTo>
                <a:lnTo>
                  <a:pt x="2261711" y="53755"/>
                </a:lnTo>
                <a:lnTo>
                  <a:pt x="2262187" y="54138"/>
                </a:lnTo>
                <a:lnTo>
                  <a:pt x="2262655" y="54543"/>
                </a:lnTo>
                <a:lnTo>
                  <a:pt x="2263118" y="54970"/>
                </a:lnTo>
                <a:lnTo>
                  <a:pt x="2263573" y="55419"/>
                </a:lnTo>
                <a:lnTo>
                  <a:pt x="2264021" y="55889"/>
                </a:lnTo>
                <a:lnTo>
                  <a:pt x="2264463" y="56382"/>
                </a:lnTo>
                <a:lnTo>
                  <a:pt x="2264898" y="56897"/>
                </a:lnTo>
                <a:lnTo>
                  <a:pt x="2265506" y="57671"/>
                </a:lnTo>
                <a:lnTo>
                  <a:pt x="2266088" y="58473"/>
                </a:lnTo>
                <a:lnTo>
                  <a:pt x="2266644" y="59303"/>
                </a:lnTo>
                <a:lnTo>
                  <a:pt x="2267174" y="60159"/>
                </a:lnTo>
                <a:lnTo>
                  <a:pt x="2267678" y="61043"/>
                </a:lnTo>
                <a:lnTo>
                  <a:pt x="2268156" y="61954"/>
                </a:lnTo>
                <a:lnTo>
                  <a:pt x="2268609" y="62892"/>
                </a:lnTo>
                <a:lnTo>
                  <a:pt x="2269035" y="63857"/>
                </a:lnTo>
                <a:lnTo>
                  <a:pt x="2269436" y="64850"/>
                </a:lnTo>
                <a:lnTo>
                  <a:pt x="2269811" y="65870"/>
                </a:lnTo>
                <a:lnTo>
                  <a:pt x="2270160" y="66917"/>
                </a:lnTo>
                <a:lnTo>
                  <a:pt x="2270483" y="67991"/>
                </a:lnTo>
                <a:lnTo>
                  <a:pt x="2270781" y="69093"/>
                </a:lnTo>
                <a:lnTo>
                  <a:pt x="2271052" y="70221"/>
                </a:lnTo>
                <a:lnTo>
                  <a:pt x="2271298" y="71377"/>
                </a:lnTo>
                <a:lnTo>
                  <a:pt x="2271518" y="72561"/>
                </a:lnTo>
                <a:lnTo>
                  <a:pt x="2271712" y="73771"/>
                </a:lnTo>
                <a:lnTo>
                  <a:pt x="2271880" y="75009"/>
                </a:lnTo>
                <a:lnTo>
                  <a:pt x="2272022" y="76274"/>
                </a:lnTo>
                <a:lnTo>
                  <a:pt x="2272138" y="77566"/>
                </a:lnTo>
                <a:lnTo>
                  <a:pt x="2272229" y="78885"/>
                </a:lnTo>
                <a:lnTo>
                  <a:pt x="2272293" y="80232"/>
                </a:lnTo>
                <a:lnTo>
                  <a:pt x="2272332" y="81605"/>
                </a:lnTo>
                <a:lnTo>
                  <a:pt x="2272345" y="83006"/>
                </a:lnTo>
                <a:lnTo>
                  <a:pt x="2272334" y="84241"/>
                </a:lnTo>
                <a:lnTo>
                  <a:pt x="2272300" y="85453"/>
                </a:lnTo>
                <a:lnTo>
                  <a:pt x="2272243" y="86641"/>
                </a:lnTo>
                <a:lnTo>
                  <a:pt x="2272163" y="87806"/>
                </a:lnTo>
                <a:lnTo>
                  <a:pt x="2272061" y="88947"/>
                </a:lnTo>
                <a:lnTo>
                  <a:pt x="2271935" y="90065"/>
                </a:lnTo>
                <a:lnTo>
                  <a:pt x="2271787" y="91160"/>
                </a:lnTo>
                <a:lnTo>
                  <a:pt x="2271617" y="92232"/>
                </a:lnTo>
                <a:lnTo>
                  <a:pt x="2271423" y="93280"/>
                </a:lnTo>
                <a:lnTo>
                  <a:pt x="2271207" y="94305"/>
                </a:lnTo>
                <a:lnTo>
                  <a:pt x="2270968" y="95307"/>
                </a:lnTo>
                <a:lnTo>
                  <a:pt x="2270706" y="96285"/>
                </a:lnTo>
                <a:lnTo>
                  <a:pt x="2270422" y="97240"/>
                </a:lnTo>
                <a:lnTo>
                  <a:pt x="2270114" y="98172"/>
                </a:lnTo>
                <a:lnTo>
                  <a:pt x="2269784" y="99080"/>
                </a:lnTo>
                <a:lnTo>
                  <a:pt x="2269431" y="99965"/>
                </a:lnTo>
                <a:lnTo>
                  <a:pt x="2269056" y="100827"/>
                </a:lnTo>
                <a:lnTo>
                  <a:pt x="2268657" y="101666"/>
                </a:lnTo>
                <a:lnTo>
                  <a:pt x="2268236" y="102481"/>
                </a:lnTo>
                <a:lnTo>
                  <a:pt x="2267792" y="103273"/>
                </a:lnTo>
                <a:lnTo>
                  <a:pt x="2267325" y="104041"/>
                </a:lnTo>
                <a:lnTo>
                  <a:pt x="2266836" y="104787"/>
                </a:lnTo>
                <a:lnTo>
                  <a:pt x="2266324" y="105509"/>
                </a:lnTo>
                <a:lnTo>
                  <a:pt x="2265789" y="106207"/>
                </a:lnTo>
                <a:lnTo>
                  <a:pt x="2265365" y="106722"/>
                </a:lnTo>
                <a:lnTo>
                  <a:pt x="2264931" y="107214"/>
                </a:lnTo>
                <a:lnTo>
                  <a:pt x="2264486" y="107685"/>
                </a:lnTo>
                <a:lnTo>
                  <a:pt x="2264030" y="108134"/>
                </a:lnTo>
                <a:lnTo>
                  <a:pt x="2263564" y="108561"/>
                </a:lnTo>
                <a:lnTo>
                  <a:pt x="2263087" y="108966"/>
                </a:lnTo>
                <a:lnTo>
                  <a:pt x="2262600" y="109349"/>
                </a:lnTo>
                <a:lnTo>
                  <a:pt x="2262101" y="109711"/>
                </a:lnTo>
                <a:lnTo>
                  <a:pt x="2261592" y="110050"/>
                </a:lnTo>
                <a:lnTo>
                  <a:pt x="2261073" y="110367"/>
                </a:lnTo>
                <a:lnTo>
                  <a:pt x="2260542" y="110663"/>
                </a:lnTo>
                <a:lnTo>
                  <a:pt x="2260001" y="110937"/>
                </a:lnTo>
                <a:lnTo>
                  <a:pt x="2259449" y="111189"/>
                </a:lnTo>
                <a:lnTo>
                  <a:pt x="2258887" y="111419"/>
                </a:lnTo>
                <a:lnTo>
                  <a:pt x="2258314" y="111627"/>
                </a:lnTo>
                <a:lnTo>
                  <a:pt x="2257730" y="111813"/>
                </a:lnTo>
                <a:lnTo>
                  <a:pt x="2257136" y="111977"/>
                </a:lnTo>
                <a:lnTo>
                  <a:pt x="2256531" y="112119"/>
                </a:lnTo>
                <a:lnTo>
                  <a:pt x="2255915" y="112240"/>
                </a:lnTo>
                <a:lnTo>
                  <a:pt x="2255288" y="112338"/>
                </a:lnTo>
                <a:lnTo>
                  <a:pt x="2254651" y="112415"/>
                </a:lnTo>
                <a:lnTo>
                  <a:pt x="2254003" y="112470"/>
                </a:lnTo>
                <a:lnTo>
                  <a:pt x="2253345" y="112502"/>
                </a:lnTo>
                <a:lnTo>
                  <a:pt x="2252676" y="112513"/>
                </a:lnTo>
                <a:lnTo>
                  <a:pt x="2252120" y="112507"/>
                </a:lnTo>
                <a:lnTo>
                  <a:pt x="2251572" y="112489"/>
                </a:lnTo>
                <a:lnTo>
                  <a:pt x="2251032" y="112458"/>
                </a:lnTo>
                <a:lnTo>
                  <a:pt x="2250500" y="112415"/>
                </a:lnTo>
                <a:lnTo>
                  <a:pt x="2249976" y="112359"/>
                </a:lnTo>
                <a:lnTo>
                  <a:pt x="2249461" y="112291"/>
                </a:lnTo>
                <a:lnTo>
                  <a:pt x="2248953" y="112211"/>
                </a:lnTo>
                <a:lnTo>
                  <a:pt x="2248453" y="112118"/>
                </a:lnTo>
                <a:lnTo>
                  <a:pt x="2247961" y="112013"/>
                </a:lnTo>
                <a:lnTo>
                  <a:pt x="2247477" y="111896"/>
                </a:lnTo>
                <a:lnTo>
                  <a:pt x="2247002" y="111766"/>
                </a:lnTo>
                <a:lnTo>
                  <a:pt x="2246534" y="111624"/>
                </a:lnTo>
                <a:lnTo>
                  <a:pt x="2246074" y="111470"/>
                </a:lnTo>
                <a:lnTo>
                  <a:pt x="2245622" y="111303"/>
                </a:lnTo>
                <a:lnTo>
                  <a:pt x="2245179" y="111124"/>
                </a:lnTo>
                <a:lnTo>
                  <a:pt x="2244743" y="110933"/>
                </a:lnTo>
                <a:lnTo>
                  <a:pt x="2244315" y="110729"/>
                </a:lnTo>
                <a:lnTo>
                  <a:pt x="2243896" y="110513"/>
                </a:lnTo>
                <a:lnTo>
                  <a:pt x="2243484" y="110284"/>
                </a:lnTo>
                <a:lnTo>
                  <a:pt x="2243080" y="110044"/>
                </a:lnTo>
                <a:lnTo>
                  <a:pt x="2242685" y="109790"/>
                </a:lnTo>
                <a:lnTo>
                  <a:pt x="2242297" y="109525"/>
                </a:lnTo>
                <a:lnTo>
                  <a:pt x="2241917" y="109247"/>
                </a:lnTo>
                <a:lnTo>
                  <a:pt x="2241546" y="108957"/>
                </a:lnTo>
                <a:lnTo>
                  <a:pt x="2241184" y="108658"/>
                </a:lnTo>
                <a:lnTo>
                  <a:pt x="2240833" y="108356"/>
                </a:lnTo>
                <a:lnTo>
                  <a:pt x="2240494" y="108050"/>
                </a:lnTo>
                <a:lnTo>
                  <a:pt x="2240166" y="107740"/>
                </a:lnTo>
                <a:lnTo>
                  <a:pt x="2239850" y="107426"/>
                </a:lnTo>
                <a:lnTo>
                  <a:pt x="2239545" y="107108"/>
                </a:lnTo>
                <a:lnTo>
                  <a:pt x="2239251" y="106786"/>
                </a:lnTo>
                <a:lnTo>
                  <a:pt x="2238969" y="106460"/>
                </a:lnTo>
                <a:lnTo>
                  <a:pt x="2238698" y="106130"/>
                </a:lnTo>
                <a:lnTo>
                  <a:pt x="2238439" y="105796"/>
                </a:lnTo>
                <a:lnTo>
                  <a:pt x="2238191" y="105459"/>
                </a:lnTo>
                <a:lnTo>
                  <a:pt x="2237954" y="105117"/>
                </a:lnTo>
                <a:lnTo>
                  <a:pt x="2237728" y="104771"/>
                </a:lnTo>
                <a:lnTo>
                  <a:pt x="2237514" y="104422"/>
                </a:lnTo>
                <a:lnTo>
                  <a:pt x="2237312" y="104068"/>
                </a:lnTo>
                <a:lnTo>
                  <a:pt x="2237121" y="103711"/>
                </a:lnTo>
                <a:lnTo>
                  <a:pt x="2236941" y="103350"/>
                </a:lnTo>
                <a:lnTo>
                  <a:pt x="2236772" y="102985"/>
                </a:lnTo>
                <a:lnTo>
                  <a:pt x="2236615" y="102615"/>
                </a:lnTo>
                <a:lnTo>
                  <a:pt x="2236470" y="102242"/>
                </a:lnTo>
                <a:lnTo>
                  <a:pt x="2236336" y="101865"/>
                </a:lnTo>
                <a:lnTo>
                  <a:pt x="2236213" y="101484"/>
                </a:lnTo>
                <a:lnTo>
                  <a:pt x="2236101" y="101099"/>
                </a:lnTo>
                <a:lnTo>
                  <a:pt x="2236001" y="100711"/>
                </a:lnTo>
                <a:lnTo>
                  <a:pt x="2235942" y="100464"/>
                </a:lnTo>
                <a:lnTo>
                  <a:pt x="2235885" y="100197"/>
                </a:lnTo>
                <a:lnTo>
                  <a:pt x="2235830" y="99907"/>
                </a:lnTo>
                <a:lnTo>
                  <a:pt x="2235778" y="99597"/>
                </a:lnTo>
                <a:lnTo>
                  <a:pt x="2235729" y="99265"/>
                </a:lnTo>
                <a:lnTo>
                  <a:pt x="2235682" y="98912"/>
                </a:lnTo>
                <a:lnTo>
                  <a:pt x="2235638" y="98538"/>
                </a:lnTo>
                <a:lnTo>
                  <a:pt x="2235596" y="98142"/>
                </a:lnTo>
                <a:lnTo>
                  <a:pt x="2235557" y="97725"/>
                </a:lnTo>
                <a:lnTo>
                  <a:pt x="2235520" y="97287"/>
                </a:lnTo>
                <a:lnTo>
                  <a:pt x="2235486" y="96827"/>
                </a:lnTo>
                <a:lnTo>
                  <a:pt x="2235455" y="96346"/>
                </a:lnTo>
                <a:lnTo>
                  <a:pt x="2235426" y="95843"/>
                </a:lnTo>
                <a:lnTo>
                  <a:pt x="2235399" y="95320"/>
                </a:lnTo>
                <a:lnTo>
                  <a:pt x="2235375" y="94774"/>
                </a:lnTo>
                <a:lnTo>
                  <a:pt x="2235353" y="94208"/>
                </a:lnTo>
                <a:lnTo>
                  <a:pt x="2235334" y="93620"/>
                </a:lnTo>
                <a:lnTo>
                  <a:pt x="2235318" y="93011"/>
                </a:lnTo>
                <a:lnTo>
                  <a:pt x="2235304" y="92380"/>
                </a:lnTo>
                <a:lnTo>
                  <a:pt x="2235293" y="91729"/>
                </a:lnTo>
                <a:lnTo>
                  <a:pt x="2235284" y="91055"/>
                </a:lnTo>
                <a:lnTo>
                  <a:pt x="2235278" y="90361"/>
                </a:lnTo>
                <a:lnTo>
                  <a:pt x="2235274" y="89645"/>
                </a:lnTo>
                <a:lnTo>
                  <a:pt x="2235272" y="88908"/>
                </a:lnTo>
                <a:lnTo>
                  <a:pt x="2235272" y="61260"/>
                </a:lnTo>
                <a:lnTo>
                  <a:pt x="2235826" y="60664"/>
                </a:lnTo>
                <a:lnTo>
                  <a:pt x="2236366" y="60088"/>
                </a:lnTo>
                <a:lnTo>
                  <a:pt x="2236893" y="59532"/>
                </a:lnTo>
                <a:lnTo>
                  <a:pt x="2237406" y="58997"/>
                </a:lnTo>
                <a:lnTo>
                  <a:pt x="2237907" y="584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B89E94-6FE5-4BB7-80FD-CA56EC4A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362" y="2413854"/>
            <a:ext cx="82888" cy="922308"/>
          </a:xfrm>
          <a:custGeom xmlns:a="http://schemas.openxmlformats.org/drawingml/2006/main">
            <a:pathLst>
              <a:path w="82888" h="922308">
                <a:moveTo>
                  <a:pt x="82888" y="82307"/>
                </a:moveTo>
                <a:lnTo>
                  <a:pt x="40293" y="0"/>
                </a:lnTo>
                <a:lnTo>
                  <a:pt x="0" y="83468"/>
                </a:lnTo>
                <a:lnTo>
                  <a:pt x="31092" y="83032"/>
                </a:lnTo>
                <a:lnTo>
                  <a:pt x="42844" y="922308"/>
                </a:lnTo>
                <a:lnTo>
                  <a:pt x="63566" y="922013"/>
                </a:lnTo>
                <a:lnTo>
                  <a:pt x="51814" y="82742"/>
                </a:lnTo>
                <a:lnTo>
                  <a:pt x="82888" y="823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191F1-7DAF-4972-9DF6-C677F9B3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4" y="2003699"/>
            <a:ext cx="2157166" cy="403395"/>
          </a:xfrm>
          <a:custGeom xmlns:a="http://schemas.openxmlformats.org/drawingml/2006/main">
            <a:pathLst>
              <a:path w="2157166" h="403395">
                <a:moveTo>
                  <a:pt x="0" y="0"/>
                </a:moveTo>
                <a:lnTo>
                  <a:pt x="2157166" y="0"/>
                </a:lnTo>
                <a:lnTo>
                  <a:pt x="2157166" y="403395"/>
                </a:lnTo>
                <a:lnTo>
                  <a:pt x="0" y="4033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36B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Suggestions">
            <a:extLst xmlns:a="http://schemas.openxmlformats.org/drawingml/2006/main">
              <a:ext uri="{FF2B5EF4-FFF2-40B4-BE49-F238E27FC236}">
                <a16:creationId xmlns:a16="http://schemas.microsoft.com/office/drawing/2014/main" id="{F7B60A6B-D4D4-4DB1-8E00-61376409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51" y="2101056"/>
            <a:ext cx="1058119" cy="174706"/>
          </a:xfrm>
          <a:custGeom xmlns:a="http://schemas.openxmlformats.org/drawingml/2006/main">
            <a:pathLst>
              <a:path w="1058119" h="174706">
                <a:moveTo>
                  <a:pt x="94247" y="99818"/>
                </a:moveTo>
                <a:cubicBezTo>
                  <a:pt x="94247" y="112536"/>
                  <a:pt x="90193" y="122278"/>
                  <a:pt x="82085" y="129046"/>
                </a:cubicBezTo>
                <a:cubicBezTo>
                  <a:pt x="73979" y="135814"/>
                  <a:pt x="62263" y="139198"/>
                  <a:pt x="46935" y="139198"/>
                </a:cubicBezTo>
                <a:cubicBezTo>
                  <a:pt x="33434" y="139198"/>
                  <a:pt x="22820" y="136264"/>
                  <a:pt x="15092" y="130395"/>
                </a:cubicBezTo>
                <a:cubicBezTo>
                  <a:pt x="7364" y="124526"/>
                  <a:pt x="2333" y="115659"/>
                  <a:pt x="0" y="103794"/>
                </a:cubicBezTo>
                <a:lnTo>
                  <a:pt x="21399" y="100102"/>
                </a:lnTo>
                <a:cubicBezTo>
                  <a:pt x="24491" y="114582"/>
                  <a:pt x="33392" y="121822"/>
                  <a:pt x="48100" y="121822"/>
                </a:cubicBezTo>
                <a:cubicBezTo>
                  <a:pt x="64133" y="121822"/>
                  <a:pt x="72149" y="114928"/>
                  <a:pt x="72149" y="101141"/>
                </a:cubicBezTo>
                <a:cubicBezTo>
                  <a:pt x="72149" y="97174"/>
                  <a:pt x="71361" y="93932"/>
                  <a:pt x="69785" y="91414"/>
                </a:cubicBezTo>
                <a:cubicBezTo>
                  <a:pt x="68209" y="88895"/>
                  <a:pt x="66034" y="86786"/>
                  <a:pt x="63260" y="85087"/>
                </a:cubicBezTo>
                <a:cubicBezTo>
                  <a:pt x="60486" y="83387"/>
                  <a:pt x="57223" y="81954"/>
                  <a:pt x="53471" y="80790"/>
                </a:cubicBezTo>
                <a:cubicBezTo>
                  <a:pt x="49719" y="79625"/>
                  <a:pt x="45700" y="78413"/>
                  <a:pt x="41413" y="77154"/>
                </a:cubicBezTo>
                <a:cubicBezTo>
                  <a:pt x="31074" y="74195"/>
                  <a:pt x="23588" y="71110"/>
                  <a:pt x="18955" y="67899"/>
                </a:cubicBezTo>
                <a:cubicBezTo>
                  <a:pt x="14322" y="64688"/>
                  <a:pt x="10760" y="60659"/>
                  <a:pt x="8269" y="55811"/>
                </a:cubicBezTo>
                <a:cubicBezTo>
                  <a:pt x="5778" y="50964"/>
                  <a:pt x="4533" y="44920"/>
                  <a:pt x="4533" y="37680"/>
                </a:cubicBezTo>
                <a:cubicBezTo>
                  <a:pt x="4533" y="26536"/>
                  <a:pt x="8247" y="17848"/>
                  <a:pt x="15676" y="11616"/>
                </a:cubicBezTo>
                <a:cubicBezTo>
                  <a:pt x="23105" y="5383"/>
                  <a:pt x="33430" y="2266"/>
                  <a:pt x="46651" y="2266"/>
                </a:cubicBezTo>
                <a:cubicBezTo>
                  <a:pt x="59243" y="2266"/>
                  <a:pt x="69080" y="4769"/>
                  <a:pt x="76162" y="9774"/>
                </a:cubicBezTo>
                <a:cubicBezTo>
                  <a:pt x="83245" y="14779"/>
                  <a:pt x="88140" y="22633"/>
                  <a:pt x="90847" y="33336"/>
                </a:cubicBezTo>
                <a:lnTo>
                  <a:pt x="69221" y="37208"/>
                </a:lnTo>
                <a:cubicBezTo>
                  <a:pt x="66388" y="25069"/>
                  <a:pt x="58802" y="18999"/>
                  <a:pt x="46462" y="18999"/>
                </a:cubicBezTo>
                <a:cubicBezTo>
                  <a:pt x="40104" y="18999"/>
                  <a:pt x="35209" y="20557"/>
                  <a:pt x="31778" y="23674"/>
                </a:cubicBezTo>
                <a:cubicBezTo>
                  <a:pt x="28346" y="26788"/>
                  <a:pt x="26631" y="31114"/>
                  <a:pt x="26631" y="36650"/>
                </a:cubicBezTo>
                <a:cubicBezTo>
                  <a:pt x="26631" y="40490"/>
                  <a:pt x="27403" y="43653"/>
                  <a:pt x="28947" y="46138"/>
                </a:cubicBezTo>
                <a:cubicBezTo>
                  <a:pt x="30492" y="48623"/>
                  <a:pt x="32809" y="50778"/>
                  <a:pt x="35897" y="52604"/>
                </a:cubicBezTo>
                <a:cubicBezTo>
                  <a:pt x="38988" y="54429"/>
                  <a:pt x="44946" y="56695"/>
                  <a:pt x="53772" y="59400"/>
                </a:cubicBezTo>
                <a:cubicBezTo>
                  <a:pt x="64111" y="62611"/>
                  <a:pt x="71487" y="65428"/>
                  <a:pt x="75900" y="67852"/>
                </a:cubicBezTo>
                <a:cubicBezTo>
                  <a:pt x="80313" y="70276"/>
                  <a:pt x="83812" y="72967"/>
                  <a:pt x="86397" y="75926"/>
                </a:cubicBezTo>
                <a:cubicBezTo>
                  <a:pt x="88982" y="78885"/>
                  <a:pt x="90937" y="82316"/>
                  <a:pt x="92261" y="86220"/>
                </a:cubicBezTo>
                <a:cubicBezTo>
                  <a:pt x="93585" y="90123"/>
                  <a:pt x="94247" y="94656"/>
                  <a:pt x="94247" y="99818"/>
                </a:cubicBezTo>
                <a:close/>
                <a:moveTo>
                  <a:pt x="134865" y="40418"/>
                </a:moveTo>
                <a:lnTo>
                  <a:pt x="134865" y="94592"/>
                </a:lnTo>
                <a:cubicBezTo>
                  <a:pt x="134865" y="104425"/>
                  <a:pt x="136410" y="111485"/>
                  <a:pt x="139501" y="115772"/>
                </a:cubicBezTo>
                <a:cubicBezTo>
                  <a:pt x="142594" y="120057"/>
                  <a:pt x="147421" y="122200"/>
                  <a:pt x="153982" y="122200"/>
                </a:cubicBezTo>
                <a:cubicBezTo>
                  <a:pt x="161051" y="122200"/>
                  <a:pt x="166667" y="119505"/>
                  <a:pt x="170830" y="114117"/>
                </a:cubicBezTo>
                <a:cubicBezTo>
                  <a:pt x="174995" y="108728"/>
                  <a:pt x="177077" y="101211"/>
                  <a:pt x="177077" y="91567"/>
                </a:cubicBezTo>
                <a:lnTo>
                  <a:pt x="177077" y="40418"/>
                </a:lnTo>
                <a:lnTo>
                  <a:pt x="198798" y="40418"/>
                </a:lnTo>
                <a:lnTo>
                  <a:pt x="198798" y="114908"/>
                </a:lnTo>
                <a:cubicBezTo>
                  <a:pt x="198798" y="122468"/>
                  <a:pt x="199081" y="129936"/>
                  <a:pt x="199647" y="137309"/>
                </a:cubicBezTo>
                <a:lnTo>
                  <a:pt x="178966" y="137309"/>
                </a:lnTo>
                <a:cubicBezTo>
                  <a:pt x="178274" y="127740"/>
                  <a:pt x="177927" y="121507"/>
                  <a:pt x="177927" y="118611"/>
                </a:cubicBezTo>
                <a:lnTo>
                  <a:pt x="177550" y="118611"/>
                </a:lnTo>
                <a:cubicBezTo>
                  <a:pt x="173766" y="126040"/>
                  <a:pt x="169400" y="131328"/>
                  <a:pt x="164450" y="134476"/>
                </a:cubicBezTo>
                <a:cubicBezTo>
                  <a:pt x="159502" y="137624"/>
                  <a:pt x="153150" y="139198"/>
                  <a:pt x="145394" y="139198"/>
                </a:cubicBezTo>
                <a:cubicBezTo>
                  <a:pt x="134676" y="139198"/>
                  <a:pt x="126621" y="136000"/>
                  <a:pt x="121231" y="129604"/>
                </a:cubicBezTo>
                <a:cubicBezTo>
                  <a:pt x="115840" y="123208"/>
                  <a:pt x="113144" y="113393"/>
                  <a:pt x="113144" y="100158"/>
                </a:cubicBezTo>
                <a:lnTo>
                  <a:pt x="113144" y="40418"/>
                </a:lnTo>
                <a:lnTo>
                  <a:pt x="134865" y="40418"/>
                </a:lnTo>
                <a:close/>
                <a:moveTo>
                  <a:pt x="221177" y="88297"/>
                </a:moveTo>
                <a:cubicBezTo>
                  <a:pt x="221177" y="72277"/>
                  <a:pt x="224714" y="59977"/>
                  <a:pt x="231787" y="51400"/>
                </a:cubicBezTo>
                <a:cubicBezTo>
                  <a:pt x="238861" y="42820"/>
                  <a:pt x="248969" y="38530"/>
                  <a:pt x="262109" y="38530"/>
                </a:cubicBezTo>
                <a:cubicBezTo>
                  <a:pt x="269277" y="38530"/>
                  <a:pt x="275579" y="40160"/>
                  <a:pt x="281017" y="43420"/>
                </a:cubicBezTo>
                <a:cubicBezTo>
                  <a:pt x="286457" y="46678"/>
                  <a:pt x="290592" y="51281"/>
                  <a:pt x="293421" y="57228"/>
                </a:cubicBezTo>
                <a:lnTo>
                  <a:pt x="293798" y="57228"/>
                </a:lnTo>
                <a:cubicBezTo>
                  <a:pt x="293798" y="51782"/>
                  <a:pt x="294208" y="46179"/>
                  <a:pt x="295026" y="40418"/>
                </a:cubicBezTo>
                <a:lnTo>
                  <a:pt x="315802" y="40418"/>
                </a:lnTo>
                <a:cubicBezTo>
                  <a:pt x="315298" y="46092"/>
                  <a:pt x="315046" y="53279"/>
                  <a:pt x="315046" y="61979"/>
                </a:cubicBezTo>
                <a:lnTo>
                  <a:pt x="315046" y="134515"/>
                </a:lnTo>
                <a:cubicBezTo>
                  <a:pt x="315046" y="145485"/>
                  <a:pt x="310994" y="154926"/>
                  <a:pt x="302888" y="162837"/>
                </a:cubicBezTo>
                <a:cubicBezTo>
                  <a:pt x="294784" y="170749"/>
                  <a:pt x="283256" y="174706"/>
                  <a:pt x="268304" y="174706"/>
                </a:cubicBezTo>
                <a:cubicBezTo>
                  <a:pt x="243615" y="174706"/>
                  <a:pt x="229354" y="166049"/>
                  <a:pt x="225521" y="148736"/>
                </a:cubicBezTo>
                <a:lnTo>
                  <a:pt x="247088" y="145431"/>
                </a:lnTo>
                <a:cubicBezTo>
                  <a:pt x="249473" y="154296"/>
                  <a:pt x="256755" y="158729"/>
                  <a:pt x="268935" y="158729"/>
                </a:cubicBezTo>
                <a:cubicBezTo>
                  <a:pt x="276909" y="158729"/>
                  <a:pt x="282999" y="156337"/>
                  <a:pt x="287206" y="151554"/>
                </a:cubicBezTo>
                <a:cubicBezTo>
                  <a:pt x="291412" y="146772"/>
                  <a:pt x="293515" y="141203"/>
                  <a:pt x="293515" y="134848"/>
                </a:cubicBezTo>
                <a:lnTo>
                  <a:pt x="293515" y="124652"/>
                </a:lnTo>
                <a:cubicBezTo>
                  <a:pt x="293515" y="122576"/>
                  <a:pt x="293610" y="120500"/>
                  <a:pt x="293798" y="118422"/>
                </a:cubicBezTo>
                <a:lnTo>
                  <a:pt x="293421" y="118422"/>
                </a:lnTo>
                <a:cubicBezTo>
                  <a:pt x="290151" y="124907"/>
                  <a:pt x="285827" y="129739"/>
                  <a:pt x="280451" y="132918"/>
                </a:cubicBezTo>
                <a:cubicBezTo>
                  <a:pt x="275076" y="136097"/>
                  <a:pt x="268333" y="137687"/>
                  <a:pt x="260224" y="137687"/>
                </a:cubicBezTo>
                <a:cubicBezTo>
                  <a:pt x="247648" y="137687"/>
                  <a:pt x="237996" y="133398"/>
                  <a:pt x="231267" y="124820"/>
                </a:cubicBezTo>
                <a:cubicBezTo>
                  <a:pt x="224541" y="116240"/>
                  <a:pt x="221177" y="104066"/>
                  <a:pt x="221177" y="88297"/>
                </a:cubicBezTo>
                <a:moveTo>
                  <a:pt x="244031" y="88297"/>
                </a:moveTo>
                <a:cubicBezTo>
                  <a:pt x="244031" y="110521"/>
                  <a:pt x="252184" y="121633"/>
                  <a:pt x="268490" y="121633"/>
                </a:cubicBezTo>
                <a:cubicBezTo>
                  <a:pt x="276708" y="121633"/>
                  <a:pt x="282948" y="118682"/>
                  <a:pt x="287212" y="112780"/>
                </a:cubicBezTo>
                <a:cubicBezTo>
                  <a:pt x="291477" y="106876"/>
                  <a:pt x="293610" y="98557"/>
                  <a:pt x="293610" y="87825"/>
                </a:cubicBezTo>
                <a:cubicBezTo>
                  <a:pt x="293610" y="77091"/>
                  <a:pt x="291477" y="68836"/>
                  <a:pt x="287212" y="63059"/>
                </a:cubicBezTo>
                <a:cubicBezTo>
                  <a:pt x="282948" y="57283"/>
                  <a:pt x="276770" y="54395"/>
                  <a:pt x="268679" y="54395"/>
                </a:cubicBezTo>
                <a:cubicBezTo>
                  <a:pt x="260838" y="54395"/>
                  <a:pt x="254770" y="57157"/>
                  <a:pt x="250473" y="62682"/>
                </a:cubicBezTo>
                <a:cubicBezTo>
                  <a:pt x="246178" y="68206"/>
                  <a:pt x="244031" y="76745"/>
                  <a:pt x="244031" y="88297"/>
                </a:cubicBezTo>
                <a:close/>
                <a:moveTo>
                  <a:pt x="337800" y="88297"/>
                </a:moveTo>
                <a:cubicBezTo>
                  <a:pt x="337800" y="72277"/>
                  <a:pt x="341337" y="59977"/>
                  <a:pt x="348409" y="51400"/>
                </a:cubicBezTo>
                <a:cubicBezTo>
                  <a:pt x="355484" y="42820"/>
                  <a:pt x="365592" y="38530"/>
                  <a:pt x="378732" y="38530"/>
                </a:cubicBezTo>
                <a:cubicBezTo>
                  <a:pt x="385899" y="38530"/>
                  <a:pt x="392202" y="40160"/>
                  <a:pt x="397640" y="43420"/>
                </a:cubicBezTo>
                <a:cubicBezTo>
                  <a:pt x="403080" y="46678"/>
                  <a:pt x="407214" y="51281"/>
                  <a:pt x="410043" y="57228"/>
                </a:cubicBezTo>
                <a:lnTo>
                  <a:pt x="410421" y="57228"/>
                </a:lnTo>
                <a:cubicBezTo>
                  <a:pt x="410421" y="51782"/>
                  <a:pt x="410830" y="46179"/>
                  <a:pt x="411649" y="40418"/>
                </a:cubicBezTo>
                <a:lnTo>
                  <a:pt x="432425" y="40418"/>
                </a:lnTo>
                <a:cubicBezTo>
                  <a:pt x="431921" y="46092"/>
                  <a:pt x="431669" y="53279"/>
                  <a:pt x="431669" y="61979"/>
                </a:cubicBezTo>
                <a:lnTo>
                  <a:pt x="431669" y="134515"/>
                </a:lnTo>
                <a:cubicBezTo>
                  <a:pt x="431669" y="145485"/>
                  <a:pt x="427616" y="154926"/>
                  <a:pt x="419511" y="162837"/>
                </a:cubicBezTo>
                <a:cubicBezTo>
                  <a:pt x="411407" y="170749"/>
                  <a:pt x="399879" y="174706"/>
                  <a:pt x="384926" y="174706"/>
                </a:cubicBezTo>
                <a:cubicBezTo>
                  <a:pt x="360237" y="174706"/>
                  <a:pt x="345977" y="166049"/>
                  <a:pt x="342144" y="148736"/>
                </a:cubicBezTo>
                <a:lnTo>
                  <a:pt x="363711" y="145431"/>
                </a:lnTo>
                <a:cubicBezTo>
                  <a:pt x="366095" y="154296"/>
                  <a:pt x="373378" y="158729"/>
                  <a:pt x="385558" y="158729"/>
                </a:cubicBezTo>
                <a:cubicBezTo>
                  <a:pt x="393532" y="158729"/>
                  <a:pt x="399622" y="156337"/>
                  <a:pt x="403828" y="151554"/>
                </a:cubicBezTo>
                <a:cubicBezTo>
                  <a:pt x="408035" y="146772"/>
                  <a:pt x="410138" y="141203"/>
                  <a:pt x="410138" y="134848"/>
                </a:cubicBezTo>
                <a:lnTo>
                  <a:pt x="410138" y="124652"/>
                </a:lnTo>
                <a:cubicBezTo>
                  <a:pt x="410138" y="122576"/>
                  <a:pt x="410232" y="120500"/>
                  <a:pt x="410421" y="118422"/>
                </a:cubicBezTo>
                <a:lnTo>
                  <a:pt x="410043" y="118422"/>
                </a:lnTo>
                <a:cubicBezTo>
                  <a:pt x="406774" y="124907"/>
                  <a:pt x="402450" y="129739"/>
                  <a:pt x="397073" y="132918"/>
                </a:cubicBezTo>
                <a:cubicBezTo>
                  <a:pt x="391698" y="136097"/>
                  <a:pt x="384956" y="137687"/>
                  <a:pt x="376846" y="137687"/>
                </a:cubicBezTo>
                <a:cubicBezTo>
                  <a:pt x="364271" y="137687"/>
                  <a:pt x="354618" y="133398"/>
                  <a:pt x="347890" y="124820"/>
                </a:cubicBezTo>
                <a:cubicBezTo>
                  <a:pt x="341163" y="116240"/>
                  <a:pt x="337800" y="104066"/>
                  <a:pt x="337800" y="88297"/>
                </a:cubicBezTo>
                <a:moveTo>
                  <a:pt x="360654" y="88297"/>
                </a:moveTo>
                <a:cubicBezTo>
                  <a:pt x="360654" y="110521"/>
                  <a:pt x="368806" y="121633"/>
                  <a:pt x="385112" y="121633"/>
                </a:cubicBezTo>
                <a:cubicBezTo>
                  <a:pt x="393330" y="121633"/>
                  <a:pt x="399571" y="118682"/>
                  <a:pt x="403834" y="112780"/>
                </a:cubicBezTo>
                <a:cubicBezTo>
                  <a:pt x="408100" y="106876"/>
                  <a:pt x="410232" y="98557"/>
                  <a:pt x="410232" y="87825"/>
                </a:cubicBezTo>
                <a:cubicBezTo>
                  <a:pt x="410232" y="77091"/>
                  <a:pt x="408100" y="68836"/>
                  <a:pt x="403834" y="63059"/>
                </a:cubicBezTo>
                <a:cubicBezTo>
                  <a:pt x="399571" y="57283"/>
                  <a:pt x="393393" y="54395"/>
                  <a:pt x="385301" y="54395"/>
                </a:cubicBezTo>
                <a:cubicBezTo>
                  <a:pt x="377461" y="54395"/>
                  <a:pt x="371393" y="57157"/>
                  <a:pt x="367096" y="62682"/>
                </a:cubicBezTo>
                <a:cubicBezTo>
                  <a:pt x="362801" y="68206"/>
                  <a:pt x="360654" y="76745"/>
                  <a:pt x="360654" y="88297"/>
                </a:cubicBezTo>
                <a:close/>
                <a:moveTo>
                  <a:pt x="477276" y="93037"/>
                </a:moveTo>
                <a:cubicBezTo>
                  <a:pt x="477591" y="102909"/>
                  <a:pt x="479772" y="110502"/>
                  <a:pt x="483819" y="115816"/>
                </a:cubicBezTo>
                <a:cubicBezTo>
                  <a:pt x="487868" y="121130"/>
                  <a:pt x="493408" y="123787"/>
                  <a:pt x="500440" y="123787"/>
                </a:cubicBezTo>
                <a:cubicBezTo>
                  <a:pt x="505209" y="123787"/>
                  <a:pt x="509460" y="122585"/>
                  <a:pt x="513194" y="120181"/>
                </a:cubicBezTo>
                <a:cubicBezTo>
                  <a:pt x="516930" y="117777"/>
                  <a:pt x="520305" y="113728"/>
                  <a:pt x="523317" y="108034"/>
                </a:cubicBezTo>
                <a:lnTo>
                  <a:pt x="540359" y="116274"/>
                </a:lnTo>
                <a:cubicBezTo>
                  <a:pt x="536649" y="122274"/>
                  <a:pt x="532938" y="126821"/>
                  <a:pt x="529228" y="129914"/>
                </a:cubicBezTo>
                <a:cubicBezTo>
                  <a:pt x="525517" y="133009"/>
                  <a:pt x="521194" y="135329"/>
                  <a:pt x="516258" y="136876"/>
                </a:cubicBezTo>
                <a:cubicBezTo>
                  <a:pt x="511321" y="138424"/>
                  <a:pt x="505457" y="139198"/>
                  <a:pt x="498666" y="139198"/>
                </a:cubicBezTo>
                <a:cubicBezTo>
                  <a:pt x="484514" y="139198"/>
                  <a:pt x="473602" y="134744"/>
                  <a:pt x="465929" y="125835"/>
                </a:cubicBezTo>
                <a:cubicBezTo>
                  <a:pt x="458258" y="116927"/>
                  <a:pt x="454423" y="104414"/>
                  <a:pt x="454423" y="88297"/>
                </a:cubicBezTo>
                <a:cubicBezTo>
                  <a:pt x="454423" y="72054"/>
                  <a:pt x="458452" y="59699"/>
                  <a:pt x="466511" y="51231"/>
                </a:cubicBezTo>
                <a:cubicBezTo>
                  <a:pt x="474569" y="42764"/>
                  <a:pt x="485555" y="38530"/>
                  <a:pt x="499469" y="38530"/>
                </a:cubicBezTo>
                <a:cubicBezTo>
                  <a:pt x="513256" y="38530"/>
                  <a:pt x="523802" y="43049"/>
                  <a:pt x="531105" y="52087"/>
                </a:cubicBezTo>
                <a:cubicBezTo>
                  <a:pt x="538408" y="61123"/>
                  <a:pt x="542059" y="73892"/>
                  <a:pt x="542059" y="90393"/>
                </a:cubicBezTo>
                <a:lnTo>
                  <a:pt x="542059" y="93037"/>
                </a:lnTo>
                <a:lnTo>
                  <a:pt x="477276" y="93037"/>
                </a:lnTo>
                <a:moveTo>
                  <a:pt x="498713" y="53563"/>
                </a:moveTo>
                <a:cubicBezTo>
                  <a:pt x="492382" y="53563"/>
                  <a:pt x="487336" y="55828"/>
                  <a:pt x="483574" y="60359"/>
                </a:cubicBezTo>
                <a:cubicBezTo>
                  <a:pt x="479814" y="64888"/>
                  <a:pt x="477778" y="71147"/>
                  <a:pt x="477465" y="79137"/>
                </a:cubicBezTo>
                <a:lnTo>
                  <a:pt x="519395" y="79137"/>
                </a:lnTo>
                <a:cubicBezTo>
                  <a:pt x="518767" y="70581"/>
                  <a:pt x="516823" y="64180"/>
                  <a:pt x="513563" y="59934"/>
                </a:cubicBezTo>
                <a:cubicBezTo>
                  <a:pt x="510305" y="55687"/>
                  <a:pt x="505355" y="53563"/>
                  <a:pt x="498713" y="53563"/>
                </a:cubicBezTo>
                <a:close/>
                <a:moveTo>
                  <a:pt x="626247" y="109451"/>
                </a:moveTo>
                <a:cubicBezTo>
                  <a:pt x="626247" y="118769"/>
                  <a:pt x="623084" y="126056"/>
                  <a:pt x="616757" y="131313"/>
                </a:cubicBezTo>
                <a:cubicBezTo>
                  <a:pt x="610429" y="136570"/>
                  <a:pt x="601568" y="139198"/>
                  <a:pt x="590173" y="139198"/>
                </a:cubicBezTo>
                <a:cubicBezTo>
                  <a:pt x="578337" y="139198"/>
                  <a:pt x="569649" y="137341"/>
                  <a:pt x="564109" y="133626"/>
                </a:cubicBezTo>
                <a:cubicBezTo>
                  <a:pt x="558568" y="129912"/>
                  <a:pt x="554917" y="123931"/>
                  <a:pt x="553154" y="115684"/>
                </a:cubicBezTo>
                <a:lnTo>
                  <a:pt x="571852" y="112756"/>
                </a:lnTo>
                <a:cubicBezTo>
                  <a:pt x="572734" y="117094"/>
                  <a:pt x="574607" y="120207"/>
                  <a:pt x="577471" y="122093"/>
                </a:cubicBezTo>
                <a:cubicBezTo>
                  <a:pt x="580336" y="123978"/>
                  <a:pt x="584444" y="124921"/>
                  <a:pt x="589795" y="124921"/>
                </a:cubicBezTo>
                <a:cubicBezTo>
                  <a:pt x="594643" y="124921"/>
                  <a:pt x="598562" y="123883"/>
                  <a:pt x="601552" y="121807"/>
                </a:cubicBezTo>
                <a:cubicBezTo>
                  <a:pt x="604543" y="119730"/>
                  <a:pt x="606038" y="116363"/>
                  <a:pt x="606038" y="111708"/>
                </a:cubicBezTo>
                <a:cubicBezTo>
                  <a:pt x="606038" y="108877"/>
                  <a:pt x="605377" y="106534"/>
                  <a:pt x="604055" y="104679"/>
                </a:cubicBezTo>
                <a:cubicBezTo>
                  <a:pt x="602733" y="102822"/>
                  <a:pt x="600765" y="101217"/>
                  <a:pt x="598153" y="99866"/>
                </a:cubicBezTo>
                <a:cubicBezTo>
                  <a:pt x="595540" y="98512"/>
                  <a:pt x="590456" y="96828"/>
                  <a:pt x="582901" y="94813"/>
                </a:cubicBezTo>
                <a:cubicBezTo>
                  <a:pt x="575976" y="92988"/>
                  <a:pt x="570829" y="90926"/>
                  <a:pt x="567461" y="88628"/>
                </a:cubicBezTo>
                <a:cubicBezTo>
                  <a:pt x="564093" y="86330"/>
                  <a:pt x="561496" y="83434"/>
                  <a:pt x="559670" y="79940"/>
                </a:cubicBezTo>
                <a:cubicBezTo>
                  <a:pt x="557844" y="76446"/>
                  <a:pt x="556932" y="72149"/>
                  <a:pt x="556932" y="67049"/>
                </a:cubicBezTo>
                <a:cubicBezTo>
                  <a:pt x="556932" y="58046"/>
                  <a:pt x="559745" y="51042"/>
                  <a:pt x="565372" y="46037"/>
                </a:cubicBezTo>
                <a:cubicBezTo>
                  <a:pt x="570999" y="41032"/>
                  <a:pt x="579218" y="38530"/>
                  <a:pt x="590031" y="38530"/>
                </a:cubicBezTo>
                <a:cubicBezTo>
                  <a:pt x="600028" y="38530"/>
                  <a:pt x="607713" y="40364"/>
                  <a:pt x="613088" y="44034"/>
                </a:cubicBezTo>
                <a:cubicBezTo>
                  <a:pt x="618463" y="47703"/>
                  <a:pt x="621842" y="53332"/>
                  <a:pt x="623225" y="60920"/>
                </a:cubicBezTo>
                <a:lnTo>
                  <a:pt x="604377" y="62894"/>
                </a:lnTo>
                <a:cubicBezTo>
                  <a:pt x="603686" y="59215"/>
                  <a:pt x="602162" y="56627"/>
                  <a:pt x="599805" y="55130"/>
                </a:cubicBezTo>
                <a:cubicBezTo>
                  <a:pt x="597450" y="53633"/>
                  <a:pt x="594262" y="52884"/>
                  <a:pt x="590241" y="52884"/>
                </a:cubicBezTo>
                <a:cubicBezTo>
                  <a:pt x="581382" y="52884"/>
                  <a:pt x="576952" y="56787"/>
                  <a:pt x="576952" y="64594"/>
                </a:cubicBezTo>
                <a:cubicBezTo>
                  <a:pt x="576952" y="67112"/>
                  <a:pt x="577503" y="69190"/>
                  <a:pt x="578605" y="70827"/>
                </a:cubicBezTo>
                <a:cubicBezTo>
                  <a:pt x="579706" y="72464"/>
                  <a:pt x="581312" y="73864"/>
                  <a:pt x="583421" y="75029"/>
                </a:cubicBezTo>
                <a:cubicBezTo>
                  <a:pt x="585530" y="76194"/>
                  <a:pt x="590330" y="77846"/>
                  <a:pt x="597822" y="79987"/>
                </a:cubicBezTo>
                <a:cubicBezTo>
                  <a:pt x="606070" y="82316"/>
                  <a:pt x="611925" y="84662"/>
                  <a:pt x="615387" y="87022"/>
                </a:cubicBezTo>
                <a:cubicBezTo>
                  <a:pt x="618850" y="89383"/>
                  <a:pt x="621526" y="92358"/>
                  <a:pt x="623414" y="95947"/>
                </a:cubicBezTo>
                <a:cubicBezTo>
                  <a:pt x="625303" y="99535"/>
                  <a:pt x="626247" y="104037"/>
                  <a:pt x="626247" y="109451"/>
                </a:cubicBezTo>
                <a:close/>
                <a:moveTo>
                  <a:pt x="675186" y="139009"/>
                </a:moveTo>
                <a:cubicBezTo>
                  <a:pt x="667615" y="139009"/>
                  <a:pt x="661637" y="136851"/>
                  <a:pt x="657252" y="132535"/>
                </a:cubicBezTo>
                <a:cubicBezTo>
                  <a:pt x="652868" y="128218"/>
                  <a:pt x="650677" y="122027"/>
                  <a:pt x="650677" y="113960"/>
                </a:cubicBezTo>
                <a:lnTo>
                  <a:pt x="650677" y="56207"/>
                </a:lnTo>
                <a:lnTo>
                  <a:pt x="636322" y="56207"/>
                </a:lnTo>
                <a:lnTo>
                  <a:pt x="636322" y="40418"/>
                </a:lnTo>
                <a:lnTo>
                  <a:pt x="650960" y="40418"/>
                </a:lnTo>
                <a:lnTo>
                  <a:pt x="657883" y="16998"/>
                </a:lnTo>
                <a:lnTo>
                  <a:pt x="672397" y="16998"/>
                </a:lnTo>
                <a:lnTo>
                  <a:pt x="672397" y="40418"/>
                </a:lnTo>
                <a:lnTo>
                  <a:pt x="695722" y="40418"/>
                </a:lnTo>
                <a:lnTo>
                  <a:pt x="695722" y="56207"/>
                </a:lnTo>
                <a:lnTo>
                  <a:pt x="672397" y="56207"/>
                </a:lnTo>
                <a:lnTo>
                  <a:pt x="672397" y="108477"/>
                </a:lnTo>
                <a:cubicBezTo>
                  <a:pt x="672397" y="118054"/>
                  <a:pt x="676458" y="122843"/>
                  <a:pt x="684579" y="122843"/>
                </a:cubicBezTo>
                <a:cubicBezTo>
                  <a:pt x="688419" y="122843"/>
                  <a:pt x="692543" y="122434"/>
                  <a:pt x="696950" y="121615"/>
                </a:cubicBezTo>
                <a:lnTo>
                  <a:pt x="696950" y="136173"/>
                </a:lnTo>
                <a:cubicBezTo>
                  <a:pt x="689759" y="138064"/>
                  <a:pt x="682504" y="139009"/>
                  <a:pt x="675186" y="139009"/>
                </a:cubicBezTo>
                <a:close/>
                <a:moveTo>
                  <a:pt x="716340" y="18622"/>
                </a:moveTo>
                <a:lnTo>
                  <a:pt x="716340" y="0"/>
                </a:lnTo>
                <a:lnTo>
                  <a:pt x="737966" y="0"/>
                </a:lnTo>
                <a:lnTo>
                  <a:pt x="737966" y="18622"/>
                </a:lnTo>
                <a:lnTo>
                  <a:pt x="716340" y="18622"/>
                </a:lnTo>
                <a:moveTo>
                  <a:pt x="716340" y="137309"/>
                </a:moveTo>
                <a:lnTo>
                  <a:pt x="716340" y="40418"/>
                </a:lnTo>
                <a:lnTo>
                  <a:pt x="738061" y="40418"/>
                </a:lnTo>
                <a:lnTo>
                  <a:pt x="738061" y="137309"/>
                </a:lnTo>
                <a:lnTo>
                  <a:pt x="716340" y="137309"/>
                </a:lnTo>
                <a:close/>
                <a:moveTo>
                  <a:pt x="859932" y="88675"/>
                </a:moveTo>
                <a:cubicBezTo>
                  <a:pt x="859932" y="104477"/>
                  <a:pt x="855537" y="116848"/>
                  <a:pt x="846747" y="125788"/>
                </a:cubicBezTo>
                <a:cubicBezTo>
                  <a:pt x="837956" y="134728"/>
                  <a:pt x="825621" y="139198"/>
                  <a:pt x="809740" y="139198"/>
                </a:cubicBezTo>
                <a:cubicBezTo>
                  <a:pt x="794363" y="139198"/>
                  <a:pt x="782326" y="134665"/>
                  <a:pt x="773630" y="125599"/>
                </a:cubicBezTo>
                <a:cubicBezTo>
                  <a:pt x="764934" y="116534"/>
                  <a:pt x="760586" y="104225"/>
                  <a:pt x="760586" y="88675"/>
                </a:cubicBezTo>
                <a:cubicBezTo>
                  <a:pt x="760586" y="72873"/>
                  <a:pt x="764950" y="60565"/>
                  <a:pt x="773677" y="51751"/>
                </a:cubicBezTo>
                <a:cubicBezTo>
                  <a:pt x="782405" y="42937"/>
                  <a:pt x="794614" y="38530"/>
                  <a:pt x="810307" y="38530"/>
                </a:cubicBezTo>
                <a:cubicBezTo>
                  <a:pt x="826502" y="38530"/>
                  <a:pt x="838822" y="42827"/>
                  <a:pt x="847266" y="51420"/>
                </a:cubicBezTo>
                <a:cubicBezTo>
                  <a:pt x="855710" y="60014"/>
                  <a:pt x="859932" y="72432"/>
                  <a:pt x="859932" y="88675"/>
                </a:cubicBezTo>
                <a:moveTo>
                  <a:pt x="837079" y="88675"/>
                </a:moveTo>
                <a:cubicBezTo>
                  <a:pt x="837079" y="65948"/>
                  <a:pt x="828312" y="54584"/>
                  <a:pt x="810779" y="54584"/>
                </a:cubicBezTo>
                <a:cubicBezTo>
                  <a:pt x="792553" y="54584"/>
                  <a:pt x="783440" y="65948"/>
                  <a:pt x="783440" y="88675"/>
                </a:cubicBezTo>
                <a:cubicBezTo>
                  <a:pt x="783440" y="99818"/>
                  <a:pt x="785671" y="108349"/>
                  <a:pt x="790133" y="114267"/>
                </a:cubicBezTo>
                <a:cubicBezTo>
                  <a:pt x="794595" y="120185"/>
                  <a:pt x="801068" y="123144"/>
                  <a:pt x="809551" y="123144"/>
                </a:cubicBezTo>
                <a:cubicBezTo>
                  <a:pt x="827903" y="123144"/>
                  <a:pt x="837079" y="111654"/>
                  <a:pt x="837079" y="88675"/>
                </a:cubicBezTo>
                <a:close/>
                <a:moveTo>
                  <a:pt x="945931" y="137309"/>
                </a:moveTo>
                <a:lnTo>
                  <a:pt x="945931" y="83210"/>
                </a:lnTo>
                <a:cubicBezTo>
                  <a:pt x="945931" y="73390"/>
                  <a:pt x="944404" y="66341"/>
                  <a:pt x="941351" y="62062"/>
                </a:cubicBezTo>
                <a:cubicBezTo>
                  <a:pt x="938297" y="57781"/>
                  <a:pt x="933465" y="55640"/>
                  <a:pt x="926855" y="55640"/>
                </a:cubicBezTo>
                <a:cubicBezTo>
                  <a:pt x="919741" y="55640"/>
                  <a:pt x="914153" y="58379"/>
                  <a:pt x="910092" y="63856"/>
                </a:cubicBezTo>
                <a:cubicBezTo>
                  <a:pt x="906032" y="69331"/>
                  <a:pt x="904001" y="76758"/>
                  <a:pt x="904001" y="86137"/>
                </a:cubicBezTo>
                <a:lnTo>
                  <a:pt x="904001" y="137309"/>
                </a:lnTo>
                <a:lnTo>
                  <a:pt x="882281" y="137309"/>
                </a:lnTo>
                <a:lnTo>
                  <a:pt x="882281" y="62726"/>
                </a:lnTo>
                <a:cubicBezTo>
                  <a:pt x="882281" y="55228"/>
                  <a:pt x="881998" y="47792"/>
                  <a:pt x="881431" y="40418"/>
                </a:cubicBezTo>
                <a:lnTo>
                  <a:pt x="902113" y="40418"/>
                </a:lnTo>
                <a:cubicBezTo>
                  <a:pt x="902805" y="49862"/>
                  <a:pt x="903151" y="56095"/>
                  <a:pt x="903151" y="59117"/>
                </a:cubicBezTo>
                <a:lnTo>
                  <a:pt x="903529" y="59117"/>
                </a:lnTo>
                <a:cubicBezTo>
                  <a:pt x="907249" y="51910"/>
                  <a:pt x="911568" y="46678"/>
                  <a:pt x="916484" y="43420"/>
                </a:cubicBezTo>
                <a:cubicBezTo>
                  <a:pt x="921403" y="40160"/>
                  <a:pt x="927740" y="38530"/>
                  <a:pt x="935496" y="38530"/>
                </a:cubicBezTo>
                <a:cubicBezTo>
                  <a:pt x="946277" y="38530"/>
                  <a:pt x="954363" y="41709"/>
                  <a:pt x="959754" y="48068"/>
                </a:cubicBezTo>
                <a:cubicBezTo>
                  <a:pt x="965144" y="54426"/>
                  <a:pt x="967840" y="64248"/>
                  <a:pt x="967840" y="77532"/>
                </a:cubicBezTo>
                <a:lnTo>
                  <a:pt x="967840" y="137309"/>
                </a:lnTo>
                <a:lnTo>
                  <a:pt x="945931" y="137309"/>
                </a:lnTo>
                <a:close/>
                <a:moveTo>
                  <a:pt x="1058119" y="109451"/>
                </a:moveTo>
                <a:cubicBezTo>
                  <a:pt x="1058119" y="118769"/>
                  <a:pt x="1054955" y="126056"/>
                  <a:pt x="1048628" y="131313"/>
                </a:cubicBezTo>
                <a:cubicBezTo>
                  <a:pt x="1042301" y="136570"/>
                  <a:pt x="1033440" y="139198"/>
                  <a:pt x="1022044" y="139198"/>
                </a:cubicBezTo>
                <a:cubicBezTo>
                  <a:pt x="1010208" y="139198"/>
                  <a:pt x="1001520" y="137341"/>
                  <a:pt x="995980" y="133626"/>
                </a:cubicBezTo>
                <a:cubicBezTo>
                  <a:pt x="990440" y="129912"/>
                  <a:pt x="986788" y="123931"/>
                  <a:pt x="985026" y="115684"/>
                </a:cubicBezTo>
                <a:lnTo>
                  <a:pt x="1003724" y="112756"/>
                </a:lnTo>
                <a:cubicBezTo>
                  <a:pt x="1004605" y="117094"/>
                  <a:pt x="1006478" y="120207"/>
                  <a:pt x="1009343" y="122093"/>
                </a:cubicBezTo>
                <a:cubicBezTo>
                  <a:pt x="1012207" y="123978"/>
                  <a:pt x="1016315" y="124921"/>
                  <a:pt x="1021667" y="124921"/>
                </a:cubicBezTo>
                <a:cubicBezTo>
                  <a:pt x="1026514" y="124921"/>
                  <a:pt x="1030433" y="123883"/>
                  <a:pt x="1033424" y="121807"/>
                </a:cubicBezTo>
                <a:cubicBezTo>
                  <a:pt x="1036414" y="119730"/>
                  <a:pt x="1037910" y="116363"/>
                  <a:pt x="1037910" y="111708"/>
                </a:cubicBezTo>
                <a:cubicBezTo>
                  <a:pt x="1037910" y="108877"/>
                  <a:pt x="1037248" y="106534"/>
                  <a:pt x="1035926" y="104679"/>
                </a:cubicBezTo>
                <a:cubicBezTo>
                  <a:pt x="1034604" y="102822"/>
                  <a:pt x="1032637" y="101217"/>
                  <a:pt x="1030024" y="99866"/>
                </a:cubicBezTo>
                <a:cubicBezTo>
                  <a:pt x="1027411" y="98512"/>
                  <a:pt x="1022328" y="96828"/>
                  <a:pt x="1014773" y="94813"/>
                </a:cubicBezTo>
                <a:cubicBezTo>
                  <a:pt x="1007848" y="92988"/>
                  <a:pt x="1002701" y="90926"/>
                  <a:pt x="999333" y="88628"/>
                </a:cubicBezTo>
                <a:cubicBezTo>
                  <a:pt x="995964" y="86330"/>
                  <a:pt x="993367" y="83434"/>
                  <a:pt x="991542" y="79940"/>
                </a:cubicBezTo>
                <a:cubicBezTo>
                  <a:pt x="989716" y="76446"/>
                  <a:pt x="988803" y="72149"/>
                  <a:pt x="988803" y="67049"/>
                </a:cubicBezTo>
                <a:cubicBezTo>
                  <a:pt x="988803" y="58046"/>
                  <a:pt x="991616" y="51042"/>
                  <a:pt x="997243" y="46037"/>
                </a:cubicBezTo>
                <a:cubicBezTo>
                  <a:pt x="1002870" y="41032"/>
                  <a:pt x="1011090" y="38530"/>
                  <a:pt x="1021903" y="38530"/>
                </a:cubicBezTo>
                <a:cubicBezTo>
                  <a:pt x="1031899" y="38530"/>
                  <a:pt x="1039585" y="40364"/>
                  <a:pt x="1044960" y="44034"/>
                </a:cubicBezTo>
                <a:cubicBezTo>
                  <a:pt x="1050335" y="47703"/>
                  <a:pt x="1053714" y="53332"/>
                  <a:pt x="1055097" y="60920"/>
                </a:cubicBezTo>
                <a:lnTo>
                  <a:pt x="1036248" y="62894"/>
                </a:lnTo>
                <a:cubicBezTo>
                  <a:pt x="1035557" y="59215"/>
                  <a:pt x="1034034" y="56627"/>
                  <a:pt x="1031677" y="55130"/>
                </a:cubicBezTo>
                <a:cubicBezTo>
                  <a:pt x="1029322" y="53633"/>
                  <a:pt x="1026134" y="52884"/>
                  <a:pt x="1022112" y="52884"/>
                </a:cubicBezTo>
                <a:cubicBezTo>
                  <a:pt x="1013253" y="52884"/>
                  <a:pt x="1008823" y="56787"/>
                  <a:pt x="1008823" y="64594"/>
                </a:cubicBezTo>
                <a:cubicBezTo>
                  <a:pt x="1008823" y="67112"/>
                  <a:pt x="1009374" y="69190"/>
                  <a:pt x="1010476" y="70827"/>
                </a:cubicBezTo>
                <a:cubicBezTo>
                  <a:pt x="1011578" y="72464"/>
                  <a:pt x="1013183" y="73864"/>
                  <a:pt x="1015292" y="75029"/>
                </a:cubicBezTo>
                <a:cubicBezTo>
                  <a:pt x="1017401" y="76194"/>
                  <a:pt x="1022202" y="77846"/>
                  <a:pt x="1029694" y="79987"/>
                </a:cubicBezTo>
                <a:cubicBezTo>
                  <a:pt x="1037941" y="82316"/>
                  <a:pt x="1043796" y="84662"/>
                  <a:pt x="1047259" y="87022"/>
                </a:cubicBezTo>
                <a:cubicBezTo>
                  <a:pt x="1050721" y="89383"/>
                  <a:pt x="1053397" y="92358"/>
                  <a:pt x="1055286" y="95947"/>
                </a:cubicBezTo>
                <a:cubicBezTo>
                  <a:pt x="1057174" y="99535"/>
                  <a:pt x="1058119" y="104037"/>
                  <a:pt x="1058119" y="10945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7F6981-1844-4C91-9ABB-8CB1F436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67" y="1600304"/>
            <a:ext cx="2157129" cy="403395"/>
          </a:xfrm>
          <a:custGeom xmlns:a="http://schemas.openxmlformats.org/drawingml/2006/main">
            <a:pathLst>
              <a:path w="2157129" h="403395">
                <a:moveTo>
                  <a:pt x="0" y="0"/>
                </a:moveTo>
                <a:lnTo>
                  <a:pt x="2157129" y="0"/>
                </a:lnTo>
                <a:lnTo>
                  <a:pt x="2157129" y="403395"/>
                </a:lnTo>
                <a:lnTo>
                  <a:pt x="0" y="4033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BD1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(Counterexample)">
            <a:extLst xmlns:a="http://schemas.openxmlformats.org/drawingml/2006/main">
              <a:ext uri="{FF2B5EF4-FFF2-40B4-BE49-F238E27FC236}">
                <a16:creationId xmlns:a16="http://schemas.microsoft.com/office/drawing/2014/main" id="{EFB95BC9-E1E4-40C3-8AC3-8CF78DCA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54" y="1700433"/>
            <a:ext cx="1557907" cy="174706"/>
          </a:xfrm>
          <a:custGeom xmlns:a="http://schemas.openxmlformats.org/drawingml/2006/main">
            <a:pathLst>
              <a:path w="1557907" h="174706">
                <a:moveTo>
                  <a:pt x="0" y="87117"/>
                </a:moveTo>
                <a:cubicBezTo>
                  <a:pt x="0" y="69290"/>
                  <a:pt x="2487" y="53889"/>
                  <a:pt x="7460" y="40914"/>
                </a:cubicBezTo>
                <a:cubicBezTo>
                  <a:pt x="12434" y="27937"/>
                  <a:pt x="20367" y="14299"/>
                  <a:pt x="31258" y="0"/>
                </a:cubicBezTo>
                <a:lnTo>
                  <a:pt x="52128" y="0"/>
                </a:lnTo>
                <a:cubicBezTo>
                  <a:pt x="41048" y="14740"/>
                  <a:pt x="33021" y="28645"/>
                  <a:pt x="28047" y="41717"/>
                </a:cubicBezTo>
                <a:cubicBezTo>
                  <a:pt x="23074" y="54786"/>
                  <a:pt x="20587" y="69983"/>
                  <a:pt x="20587" y="87306"/>
                </a:cubicBezTo>
                <a:cubicBezTo>
                  <a:pt x="20587" y="104566"/>
                  <a:pt x="23058" y="119746"/>
                  <a:pt x="28000" y="132847"/>
                </a:cubicBezTo>
                <a:cubicBezTo>
                  <a:pt x="32942" y="145950"/>
                  <a:pt x="40985" y="159903"/>
                  <a:pt x="52128" y="174706"/>
                </a:cubicBezTo>
                <a:lnTo>
                  <a:pt x="31258" y="174706"/>
                </a:lnTo>
                <a:cubicBezTo>
                  <a:pt x="20241" y="160281"/>
                  <a:pt x="12277" y="146501"/>
                  <a:pt x="7366" y="133367"/>
                </a:cubicBezTo>
                <a:cubicBezTo>
                  <a:pt x="2455" y="120234"/>
                  <a:pt x="0" y="104818"/>
                  <a:pt x="0" y="87117"/>
                </a:cubicBezTo>
                <a:close/>
                <a:moveTo>
                  <a:pt x="121671" y="139198"/>
                </a:moveTo>
                <a:cubicBezTo>
                  <a:pt x="103933" y="139198"/>
                  <a:pt x="90110" y="133091"/>
                  <a:pt x="80202" y="120878"/>
                </a:cubicBezTo>
                <a:cubicBezTo>
                  <a:pt x="70296" y="108664"/>
                  <a:pt x="65343" y="91760"/>
                  <a:pt x="65343" y="70166"/>
                </a:cubicBezTo>
                <a:cubicBezTo>
                  <a:pt x="65343" y="48697"/>
                  <a:pt x="70218" y="32014"/>
                  <a:pt x="79966" y="20115"/>
                </a:cubicBezTo>
                <a:cubicBezTo>
                  <a:pt x="89717" y="8216"/>
                  <a:pt x="103555" y="2266"/>
                  <a:pt x="121482" y="2266"/>
                </a:cubicBezTo>
                <a:cubicBezTo>
                  <a:pt x="133873" y="2266"/>
                  <a:pt x="144110" y="4974"/>
                  <a:pt x="152192" y="10388"/>
                </a:cubicBezTo>
                <a:cubicBezTo>
                  <a:pt x="160276" y="15802"/>
                  <a:pt x="166362" y="24364"/>
                  <a:pt x="170450" y="36074"/>
                </a:cubicBezTo>
                <a:lnTo>
                  <a:pt x="150265" y="43252"/>
                </a:lnTo>
                <a:cubicBezTo>
                  <a:pt x="148126" y="35823"/>
                  <a:pt x="144636" y="30188"/>
                  <a:pt x="139794" y="26348"/>
                </a:cubicBezTo>
                <a:cubicBezTo>
                  <a:pt x="134952" y="22507"/>
                  <a:pt x="129010" y="20587"/>
                  <a:pt x="121966" y="20587"/>
                </a:cubicBezTo>
                <a:cubicBezTo>
                  <a:pt x="111276" y="20587"/>
                  <a:pt x="103037" y="24883"/>
                  <a:pt x="97251" y="33474"/>
                </a:cubicBezTo>
                <a:cubicBezTo>
                  <a:pt x="91467" y="42066"/>
                  <a:pt x="88575" y="54294"/>
                  <a:pt x="88575" y="70157"/>
                </a:cubicBezTo>
                <a:cubicBezTo>
                  <a:pt x="88575" y="85894"/>
                  <a:pt x="91530" y="98295"/>
                  <a:pt x="97440" y="107359"/>
                </a:cubicBezTo>
                <a:cubicBezTo>
                  <a:pt x="103352" y="116422"/>
                  <a:pt x="111464" y="120954"/>
                  <a:pt x="121778" y="120954"/>
                </a:cubicBezTo>
                <a:cubicBezTo>
                  <a:pt x="128758" y="120954"/>
                  <a:pt x="134748" y="118792"/>
                  <a:pt x="139747" y="114468"/>
                </a:cubicBezTo>
                <a:cubicBezTo>
                  <a:pt x="144746" y="110141"/>
                  <a:pt x="148441" y="103968"/>
                  <a:pt x="150831" y="95947"/>
                </a:cubicBezTo>
                <a:lnTo>
                  <a:pt x="171111" y="103897"/>
                </a:lnTo>
                <a:cubicBezTo>
                  <a:pt x="162305" y="127431"/>
                  <a:pt x="145825" y="139198"/>
                  <a:pt x="121671" y="139198"/>
                </a:cubicBezTo>
                <a:close/>
                <a:moveTo>
                  <a:pt x="283094" y="88675"/>
                </a:moveTo>
                <a:cubicBezTo>
                  <a:pt x="283094" y="104477"/>
                  <a:pt x="278699" y="116848"/>
                  <a:pt x="269908" y="125788"/>
                </a:cubicBezTo>
                <a:cubicBezTo>
                  <a:pt x="261118" y="134728"/>
                  <a:pt x="248782" y="139198"/>
                  <a:pt x="232901" y="139198"/>
                </a:cubicBezTo>
                <a:cubicBezTo>
                  <a:pt x="217524" y="139198"/>
                  <a:pt x="205487" y="134665"/>
                  <a:pt x="196791" y="125599"/>
                </a:cubicBezTo>
                <a:cubicBezTo>
                  <a:pt x="188096" y="116534"/>
                  <a:pt x="183748" y="104225"/>
                  <a:pt x="183748" y="88675"/>
                </a:cubicBezTo>
                <a:cubicBezTo>
                  <a:pt x="183748" y="72873"/>
                  <a:pt x="188111" y="60565"/>
                  <a:pt x="196839" y="51751"/>
                </a:cubicBezTo>
                <a:cubicBezTo>
                  <a:pt x="205566" y="42937"/>
                  <a:pt x="217776" y="38530"/>
                  <a:pt x="233468" y="38530"/>
                </a:cubicBezTo>
                <a:cubicBezTo>
                  <a:pt x="249664" y="38530"/>
                  <a:pt x="261984" y="42827"/>
                  <a:pt x="270428" y="51420"/>
                </a:cubicBezTo>
                <a:cubicBezTo>
                  <a:pt x="278872" y="60014"/>
                  <a:pt x="283094" y="72432"/>
                  <a:pt x="283094" y="88675"/>
                </a:cubicBezTo>
                <a:moveTo>
                  <a:pt x="260240" y="88675"/>
                </a:moveTo>
                <a:cubicBezTo>
                  <a:pt x="260240" y="65948"/>
                  <a:pt x="251474" y="54584"/>
                  <a:pt x="233940" y="54584"/>
                </a:cubicBezTo>
                <a:cubicBezTo>
                  <a:pt x="215714" y="54584"/>
                  <a:pt x="206601" y="65948"/>
                  <a:pt x="206601" y="88675"/>
                </a:cubicBezTo>
                <a:cubicBezTo>
                  <a:pt x="206601" y="99818"/>
                  <a:pt x="208832" y="108349"/>
                  <a:pt x="213294" y="114267"/>
                </a:cubicBezTo>
                <a:cubicBezTo>
                  <a:pt x="217756" y="120185"/>
                  <a:pt x="224229" y="123144"/>
                  <a:pt x="232712" y="123144"/>
                </a:cubicBezTo>
                <a:cubicBezTo>
                  <a:pt x="251064" y="123144"/>
                  <a:pt x="260240" y="111654"/>
                  <a:pt x="260240" y="88675"/>
                </a:cubicBezTo>
                <a:close/>
                <a:moveTo>
                  <a:pt x="325841" y="40418"/>
                </a:moveTo>
                <a:lnTo>
                  <a:pt x="325841" y="94592"/>
                </a:lnTo>
                <a:cubicBezTo>
                  <a:pt x="325841" y="104425"/>
                  <a:pt x="327386" y="111485"/>
                  <a:pt x="330477" y="115772"/>
                </a:cubicBezTo>
                <a:cubicBezTo>
                  <a:pt x="333570" y="120057"/>
                  <a:pt x="338397" y="122200"/>
                  <a:pt x="344958" y="122200"/>
                </a:cubicBezTo>
                <a:cubicBezTo>
                  <a:pt x="352027" y="122200"/>
                  <a:pt x="357643" y="119505"/>
                  <a:pt x="361806" y="114117"/>
                </a:cubicBezTo>
                <a:cubicBezTo>
                  <a:pt x="365971" y="108728"/>
                  <a:pt x="368053" y="101211"/>
                  <a:pt x="368053" y="91567"/>
                </a:cubicBezTo>
                <a:lnTo>
                  <a:pt x="368053" y="40418"/>
                </a:lnTo>
                <a:lnTo>
                  <a:pt x="389774" y="40418"/>
                </a:lnTo>
                <a:lnTo>
                  <a:pt x="389774" y="114908"/>
                </a:lnTo>
                <a:cubicBezTo>
                  <a:pt x="389774" y="122468"/>
                  <a:pt x="390057" y="129936"/>
                  <a:pt x="390624" y="137309"/>
                </a:cubicBezTo>
                <a:lnTo>
                  <a:pt x="369942" y="137309"/>
                </a:lnTo>
                <a:cubicBezTo>
                  <a:pt x="369250" y="127740"/>
                  <a:pt x="368903" y="121507"/>
                  <a:pt x="368903" y="118611"/>
                </a:cubicBezTo>
                <a:lnTo>
                  <a:pt x="368526" y="118611"/>
                </a:lnTo>
                <a:cubicBezTo>
                  <a:pt x="364742" y="126040"/>
                  <a:pt x="360376" y="131328"/>
                  <a:pt x="355426" y="134476"/>
                </a:cubicBezTo>
                <a:cubicBezTo>
                  <a:pt x="350478" y="137624"/>
                  <a:pt x="344126" y="139198"/>
                  <a:pt x="336370" y="139198"/>
                </a:cubicBezTo>
                <a:cubicBezTo>
                  <a:pt x="325652" y="139198"/>
                  <a:pt x="317597" y="136000"/>
                  <a:pt x="312207" y="129604"/>
                </a:cubicBezTo>
                <a:cubicBezTo>
                  <a:pt x="306816" y="123208"/>
                  <a:pt x="304121" y="113393"/>
                  <a:pt x="304121" y="100158"/>
                </a:cubicBezTo>
                <a:lnTo>
                  <a:pt x="304121" y="40418"/>
                </a:lnTo>
                <a:lnTo>
                  <a:pt x="325841" y="40418"/>
                </a:lnTo>
                <a:close/>
                <a:moveTo>
                  <a:pt x="481847" y="137309"/>
                </a:moveTo>
                <a:lnTo>
                  <a:pt x="481847" y="83210"/>
                </a:lnTo>
                <a:cubicBezTo>
                  <a:pt x="481847" y="73390"/>
                  <a:pt x="480320" y="66341"/>
                  <a:pt x="477267" y="62062"/>
                </a:cubicBezTo>
                <a:cubicBezTo>
                  <a:pt x="474213" y="57781"/>
                  <a:pt x="469381" y="55640"/>
                  <a:pt x="462771" y="55640"/>
                </a:cubicBezTo>
                <a:cubicBezTo>
                  <a:pt x="455657" y="55640"/>
                  <a:pt x="450069" y="58379"/>
                  <a:pt x="446009" y="63856"/>
                </a:cubicBezTo>
                <a:cubicBezTo>
                  <a:pt x="441948" y="69331"/>
                  <a:pt x="439917" y="76758"/>
                  <a:pt x="439917" y="86137"/>
                </a:cubicBezTo>
                <a:lnTo>
                  <a:pt x="439917" y="137309"/>
                </a:lnTo>
                <a:lnTo>
                  <a:pt x="418197" y="137309"/>
                </a:lnTo>
                <a:lnTo>
                  <a:pt x="418197" y="62726"/>
                </a:lnTo>
                <a:cubicBezTo>
                  <a:pt x="418197" y="55228"/>
                  <a:pt x="417914" y="47792"/>
                  <a:pt x="417347" y="40418"/>
                </a:cubicBezTo>
                <a:lnTo>
                  <a:pt x="438029" y="40418"/>
                </a:lnTo>
                <a:cubicBezTo>
                  <a:pt x="438721" y="49862"/>
                  <a:pt x="439067" y="56095"/>
                  <a:pt x="439067" y="59117"/>
                </a:cubicBezTo>
                <a:lnTo>
                  <a:pt x="439445" y="59117"/>
                </a:lnTo>
                <a:cubicBezTo>
                  <a:pt x="443166" y="51910"/>
                  <a:pt x="447484" y="46678"/>
                  <a:pt x="452401" y="43420"/>
                </a:cubicBezTo>
                <a:cubicBezTo>
                  <a:pt x="457319" y="40160"/>
                  <a:pt x="463656" y="38530"/>
                  <a:pt x="471412" y="38530"/>
                </a:cubicBezTo>
                <a:cubicBezTo>
                  <a:pt x="482193" y="38530"/>
                  <a:pt x="490279" y="41709"/>
                  <a:pt x="495670" y="48068"/>
                </a:cubicBezTo>
                <a:cubicBezTo>
                  <a:pt x="501061" y="54426"/>
                  <a:pt x="503756" y="64248"/>
                  <a:pt x="503756" y="77532"/>
                </a:cubicBezTo>
                <a:lnTo>
                  <a:pt x="503756" y="137309"/>
                </a:lnTo>
                <a:lnTo>
                  <a:pt x="481847" y="137309"/>
                </a:lnTo>
                <a:close/>
                <a:moveTo>
                  <a:pt x="559616" y="139009"/>
                </a:moveTo>
                <a:cubicBezTo>
                  <a:pt x="552045" y="139009"/>
                  <a:pt x="546067" y="136851"/>
                  <a:pt x="541682" y="132535"/>
                </a:cubicBezTo>
                <a:cubicBezTo>
                  <a:pt x="537299" y="128218"/>
                  <a:pt x="535107" y="122027"/>
                  <a:pt x="535107" y="113960"/>
                </a:cubicBezTo>
                <a:lnTo>
                  <a:pt x="535107" y="56207"/>
                </a:lnTo>
                <a:lnTo>
                  <a:pt x="520753" y="56207"/>
                </a:lnTo>
                <a:lnTo>
                  <a:pt x="520753" y="40418"/>
                </a:lnTo>
                <a:lnTo>
                  <a:pt x="535390" y="40418"/>
                </a:lnTo>
                <a:lnTo>
                  <a:pt x="542314" y="16998"/>
                </a:lnTo>
                <a:lnTo>
                  <a:pt x="556827" y="16998"/>
                </a:lnTo>
                <a:lnTo>
                  <a:pt x="556827" y="40418"/>
                </a:lnTo>
                <a:lnTo>
                  <a:pt x="580153" y="40418"/>
                </a:lnTo>
                <a:lnTo>
                  <a:pt x="580153" y="56207"/>
                </a:lnTo>
                <a:lnTo>
                  <a:pt x="556827" y="56207"/>
                </a:lnTo>
                <a:lnTo>
                  <a:pt x="556827" y="108477"/>
                </a:lnTo>
                <a:cubicBezTo>
                  <a:pt x="556827" y="118054"/>
                  <a:pt x="560888" y="122843"/>
                  <a:pt x="569009" y="122843"/>
                </a:cubicBezTo>
                <a:cubicBezTo>
                  <a:pt x="572850" y="122843"/>
                  <a:pt x="576973" y="122434"/>
                  <a:pt x="581380" y="121615"/>
                </a:cubicBezTo>
                <a:lnTo>
                  <a:pt x="581380" y="136173"/>
                </a:lnTo>
                <a:cubicBezTo>
                  <a:pt x="574190" y="138064"/>
                  <a:pt x="566935" y="139009"/>
                  <a:pt x="559616" y="139009"/>
                </a:cubicBezTo>
                <a:close/>
                <a:moveTo>
                  <a:pt x="617580" y="93037"/>
                </a:moveTo>
                <a:cubicBezTo>
                  <a:pt x="617895" y="102909"/>
                  <a:pt x="620076" y="110502"/>
                  <a:pt x="624123" y="115816"/>
                </a:cubicBezTo>
                <a:cubicBezTo>
                  <a:pt x="628172" y="121130"/>
                  <a:pt x="633712" y="123787"/>
                  <a:pt x="640744" y="123787"/>
                </a:cubicBezTo>
                <a:cubicBezTo>
                  <a:pt x="645513" y="123787"/>
                  <a:pt x="649764" y="122585"/>
                  <a:pt x="653498" y="120181"/>
                </a:cubicBezTo>
                <a:cubicBezTo>
                  <a:pt x="657234" y="117777"/>
                  <a:pt x="660609" y="113728"/>
                  <a:pt x="663621" y="108034"/>
                </a:cubicBezTo>
                <a:lnTo>
                  <a:pt x="680663" y="116274"/>
                </a:lnTo>
                <a:cubicBezTo>
                  <a:pt x="676953" y="122274"/>
                  <a:pt x="673242" y="126821"/>
                  <a:pt x="669532" y="129914"/>
                </a:cubicBezTo>
                <a:cubicBezTo>
                  <a:pt x="665821" y="133009"/>
                  <a:pt x="661498" y="135329"/>
                  <a:pt x="656562" y="136876"/>
                </a:cubicBezTo>
                <a:cubicBezTo>
                  <a:pt x="651625" y="138424"/>
                  <a:pt x="645761" y="139198"/>
                  <a:pt x="638970" y="139198"/>
                </a:cubicBezTo>
                <a:cubicBezTo>
                  <a:pt x="624818" y="139198"/>
                  <a:pt x="613906" y="134744"/>
                  <a:pt x="606233" y="125835"/>
                </a:cubicBezTo>
                <a:cubicBezTo>
                  <a:pt x="598562" y="116927"/>
                  <a:pt x="594727" y="104414"/>
                  <a:pt x="594727" y="88297"/>
                </a:cubicBezTo>
                <a:cubicBezTo>
                  <a:pt x="594727" y="72054"/>
                  <a:pt x="598756" y="59699"/>
                  <a:pt x="606815" y="51231"/>
                </a:cubicBezTo>
                <a:cubicBezTo>
                  <a:pt x="614873" y="42764"/>
                  <a:pt x="625859" y="38530"/>
                  <a:pt x="639773" y="38530"/>
                </a:cubicBezTo>
                <a:cubicBezTo>
                  <a:pt x="653560" y="38530"/>
                  <a:pt x="664106" y="43049"/>
                  <a:pt x="671409" y="52087"/>
                </a:cubicBezTo>
                <a:cubicBezTo>
                  <a:pt x="678712" y="61123"/>
                  <a:pt x="682363" y="73892"/>
                  <a:pt x="682363" y="90393"/>
                </a:cubicBezTo>
                <a:lnTo>
                  <a:pt x="682363" y="93037"/>
                </a:lnTo>
                <a:lnTo>
                  <a:pt x="617580" y="93037"/>
                </a:lnTo>
                <a:moveTo>
                  <a:pt x="639017" y="53563"/>
                </a:moveTo>
                <a:cubicBezTo>
                  <a:pt x="632686" y="53563"/>
                  <a:pt x="627640" y="55828"/>
                  <a:pt x="623878" y="60359"/>
                </a:cubicBezTo>
                <a:cubicBezTo>
                  <a:pt x="620118" y="64888"/>
                  <a:pt x="618082" y="71147"/>
                  <a:pt x="617769" y="79137"/>
                </a:cubicBezTo>
                <a:lnTo>
                  <a:pt x="659699" y="79137"/>
                </a:lnTo>
                <a:cubicBezTo>
                  <a:pt x="659071" y="70581"/>
                  <a:pt x="657127" y="64180"/>
                  <a:pt x="653867" y="59934"/>
                </a:cubicBezTo>
                <a:cubicBezTo>
                  <a:pt x="650609" y="55687"/>
                  <a:pt x="645659" y="53563"/>
                  <a:pt x="639017" y="53563"/>
                </a:cubicBezTo>
                <a:close/>
                <a:moveTo>
                  <a:pt x="748296" y="56585"/>
                </a:moveTo>
                <a:cubicBezTo>
                  <a:pt x="741225" y="56585"/>
                  <a:pt x="735575" y="59685"/>
                  <a:pt x="731345" y="65887"/>
                </a:cubicBezTo>
                <a:cubicBezTo>
                  <a:pt x="727115" y="72086"/>
                  <a:pt x="725000" y="80440"/>
                  <a:pt x="725000" y="90950"/>
                </a:cubicBezTo>
                <a:lnTo>
                  <a:pt x="725000" y="137309"/>
                </a:lnTo>
                <a:lnTo>
                  <a:pt x="703280" y="137309"/>
                </a:lnTo>
                <a:lnTo>
                  <a:pt x="703280" y="64334"/>
                </a:lnTo>
                <a:cubicBezTo>
                  <a:pt x="703280" y="54125"/>
                  <a:pt x="703028" y="46153"/>
                  <a:pt x="702524" y="40418"/>
                </a:cubicBezTo>
                <a:lnTo>
                  <a:pt x="723297" y="40418"/>
                </a:lnTo>
                <a:cubicBezTo>
                  <a:pt x="723928" y="47973"/>
                  <a:pt x="724244" y="55276"/>
                  <a:pt x="724244" y="62328"/>
                </a:cubicBezTo>
                <a:lnTo>
                  <a:pt x="724622" y="62328"/>
                </a:lnTo>
                <a:cubicBezTo>
                  <a:pt x="727654" y="53423"/>
                  <a:pt x="731158" y="47231"/>
                  <a:pt x="735134" y="43750"/>
                </a:cubicBezTo>
                <a:cubicBezTo>
                  <a:pt x="739112" y="40270"/>
                  <a:pt x="744352" y="38530"/>
                  <a:pt x="750854" y="38530"/>
                </a:cubicBezTo>
                <a:cubicBezTo>
                  <a:pt x="753821" y="38530"/>
                  <a:pt x="756283" y="38939"/>
                  <a:pt x="758241" y="39757"/>
                </a:cubicBezTo>
                <a:lnTo>
                  <a:pt x="758241" y="57606"/>
                </a:lnTo>
                <a:cubicBezTo>
                  <a:pt x="755020" y="56925"/>
                  <a:pt x="751705" y="56585"/>
                  <a:pt x="748296" y="56585"/>
                </a:cubicBezTo>
                <a:close/>
                <a:moveTo>
                  <a:pt x="791837" y="93037"/>
                </a:moveTo>
                <a:cubicBezTo>
                  <a:pt x="792152" y="102909"/>
                  <a:pt x="794333" y="110502"/>
                  <a:pt x="798380" y="115816"/>
                </a:cubicBezTo>
                <a:cubicBezTo>
                  <a:pt x="802429" y="121130"/>
                  <a:pt x="807969" y="123787"/>
                  <a:pt x="815001" y="123787"/>
                </a:cubicBezTo>
                <a:cubicBezTo>
                  <a:pt x="819770" y="123787"/>
                  <a:pt x="824021" y="122585"/>
                  <a:pt x="827755" y="120181"/>
                </a:cubicBezTo>
                <a:cubicBezTo>
                  <a:pt x="831491" y="117777"/>
                  <a:pt x="834866" y="113728"/>
                  <a:pt x="837878" y="108034"/>
                </a:cubicBezTo>
                <a:lnTo>
                  <a:pt x="854920" y="116274"/>
                </a:lnTo>
                <a:cubicBezTo>
                  <a:pt x="851210" y="122274"/>
                  <a:pt x="847499" y="126821"/>
                  <a:pt x="843789" y="129914"/>
                </a:cubicBezTo>
                <a:cubicBezTo>
                  <a:pt x="840078" y="133009"/>
                  <a:pt x="835755" y="135329"/>
                  <a:pt x="830819" y="136876"/>
                </a:cubicBezTo>
                <a:cubicBezTo>
                  <a:pt x="825882" y="138424"/>
                  <a:pt x="820019" y="139198"/>
                  <a:pt x="813227" y="139198"/>
                </a:cubicBezTo>
                <a:cubicBezTo>
                  <a:pt x="799075" y="139198"/>
                  <a:pt x="788163" y="134744"/>
                  <a:pt x="780490" y="125835"/>
                </a:cubicBezTo>
                <a:cubicBezTo>
                  <a:pt x="772819" y="116927"/>
                  <a:pt x="768984" y="104414"/>
                  <a:pt x="768984" y="88297"/>
                </a:cubicBezTo>
                <a:cubicBezTo>
                  <a:pt x="768984" y="72054"/>
                  <a:pt x="773013" y="59699"/>
                  <a:pt x="781072" y="51231"/>
                </a:cubicBezTo>
                <a:cubicBezTo>
                  <a:pt x="789130" y="42764"/>
                  <a:pt x="800116" y="38530"/>
                  <a:pt x="814030" y="38530"/>
                </a:cubicBezTo>
                <a:cubicBezTo>
                  <a:pt x="827817" y="38530"/>
                  <a:pt x="838363" y="43049"/>
                  <a:pt x="845666" y="52087"/>
                </a:cubicBezTo>
                <a:cubicBezTo>
                  <a:pt x="852969" y="61123"/>
                  <a:pt x="856620" y="73892"/>
                  <a:pt x="856620" y="90393"/>
                </a:cubicBezTo>
                <a:lnTo>
                  <a:pt x="856620" y="93037"/>
                </a:lnTo>
                <a:lnTo>
                  <a:pt x="791837" y="93037"/>
                </a:lnTo>
                <a:moveTo>
                  <a:pt x="813274" y="53563"/>
                </a:moveTo>
                <a:cubicBezTo>
                  <a:pt x="806943" y="53563"/>
                  <a:pt x="801897" y="55828"/>
                  <a:pt x="798135" y="60359"/>
                </a:cubicBezTo>
                <a:cubicBezTo>
                  <a:pt x="794375" y="64888"/>
                  <a:pt x="792339" y="71147"/>
                  <a:pt x="792026" y="79137"/>
                </a:cubicBezTo>
                <a:lnTo>
                  <a:pt x="833956" y="79137"/>
                </a:lnTo>
                <a:cubicBezTo>
                  <a:pt x="833328" y="70581"/>
                  <a:pt x="831384" y="64180"/>
                  <a:pt x="828124" y="59934"/>
                </a:cubicBezTo>
                <a:cubicBezTo>
                  <a:pt x="824866" y="55687"/>
                  <a:pt x="819916" y="53563"/>
                  <a:pt x="813274" y="53563"/>
                </a:cubicBezTo>
                <a:close/>
                <a:moveTo>
                  <a:pt x="911581" y="75867"/>
                </a:moveTo>
                <a:lnTo>
                  <a:pt x="933749" y="40418"/>
                </a:lnTo>
                <a:lnTo>
                  <a:pt x="957429" y="40418"/>
                </a:lnTo>
                <a:lnTo>
                  <a:pt x="923810" y="87208"/>
                </a:lnTo>
                <a:lnTo>
                  <a:pt x="959507" y="137309"/>
                </a:lnTo>
                <a:lnTo>
                  <a:pt x="935827" y="137309"/>
                </a:lnTo>
                <a:lnTo>
                  <a:pt x="911581" y="100350"/>
                </a:lnTo>
                <a:lnTo>
                  <a:pt x="887145" y="137309"/>
                </a:lnTo>
                <a:lnTo>
                  <a:pt x="864127" y="137309"/>
                </a:lnTo>
                <a:lnTo>
                  <a:pt x="899351" y="87495"/>
                </a:lnTo>
                <a:lnTo>
                  <a:pt x="865826" y="40418"/>
                </a:lnTo>
                <a:lnTo>
                  <a:pt x="889223" y="40418"/>
                </a:lnTo>
                <a:lnTo>
                  <a:pt x="911581" y="75867"/>
                </a:lnTo>
                <a:close/>
                <a:moveTo>
                  <a:pt x="1004840" y="123900"/>
                </a:moveTo>
                <a:cubicBezTo>
                  <a:pt x="1011577" y="123900"/>
                  <a:pt x="1016897" y="121548"/>
                  <a:pt x="1020800" y="116846"/>
                </a:cubicBezTo>
                <a:cubicBezTo>
                  <a:pt x="1024703" y="112142"/>
                  <a:pt x="1026655" y="106096"/>
                  <a:pt x="1026655" y="98709"/>
                </a:cubicBezTo>
                <a:lnTo>
                  <a:pt x="1026655" y="89903"/>
                </a:lnTo>
                <a:lnTo>
                  <a:pt x="1016361" y="90280"/>
                </a:lnTo>
                <a:cubicBezTo>
                  <a:pt x="1007107" y="90723"/>
                  <a:pt x="1000449" y="92365"/>
                  <a:pt x="996388" y="95206"/>
                </a:cubicBezTo>
                <a:cubicBezTo>
                  <a:pt x="992328" y="98047"/>
                  <a:pt x="990297" y="102498"/>
                  <a:pt x="990297" y="108560"/>
                </a:cubicBezTo>
                <a:cubicBezTo>
                  <a:pt x="990297" y="118786"/>
                  <a:pt x="995145" y="123900"/>
                  <a:pt x="1004840" y="123900"/>
                </a:cubicBezTo>
                <a:moveTo>
                  <a:pt x="1048281" y="137309"/>
                </a:moveTo>
                <a:lnTo>
                  <a:pt x="1027316" y="137309"/>
                </a:lnTo>
                <a:lnTo>
                  <a:pt x="1026561" y="122011"/>
                </a:lnTo>
                <a:cubicBezTo>
                  <a:pt x="1023344" y="128307"/>
                  <a:pt x="1019465" y="132745"/>
                  <a:pt x="1014924" y="135326"/>
                </a:cubicBezTo>
                <a:cubicBezTo>
                  <a:pt x="1010385" y="137908"/>
                  <a:pt x="1004806" y="139198"/>
                  <a:pt x="998186" y="139198"/>
                </a:cubicBezTo>
                <a:cubicBezTo>
                  <a:pt x="988223" y="139198"/>
                  <a:pt x="980608" y="136613"/>
                  <a:pt x="975341" y="131443"/>
                </a:cubicBezTo>
                <a:cubicBezTo>
                  <a:pt x="970076" y="126272"/>
                  <a:pt x="967444" y="119084"/>
                  <a:pt x="967444" y="109879"/>
                </a:cubicBezTo>
                <a:cubicBezTo>
                  <a:pt x="967444" y="99790"/>
                  <a:pt x="971038" y="92066"/>
                  <a:pt x="978227" y="86707"/>
                </a:cubicBezTo>
                <a:cubicBezTo>
                  <a:pt x="985416" y="81347"/>
                  <a:pt x="996010" y="78447"/>
                  <a:pt x="1010008" y="78004"/>
                </a:cubicBezTo>
                <a:lnTo>
                  <a:pt x="1026561" y="77437"/>
                </a:lnTo>
                <a:lnTo>
                  <a:pt x="1026561" y="74430"/>
                </a:lnTo>
                <a:cubicBezTo>
                  <a:pt x="1026561" y="66972"/>
                  <a:pt x="1025347" y="61566"/>
                  <a:pt x="1022919" y="58214"/>
                </a:cubicBezTo>
                <a:cubicBezTo>
                  <a:pt x="1020491" y="54861"/>
                  <a:pt x="1016375" y="53185"/>
                  <a:pt x="1010571" y="53185"/>
                </a:cubicBezTo>
                <a:cubicBezTo>
                  <a:pt x="1005464" y="53185"/>
                  <a:pt x="1001695" y="54144"/>
                  <a:pt x="999266" y="56062"/>
                </a:cubicBezTo>
                <a:cubicBezTo>
                  <a:pt x="996838" y="57979"/>
                  <a:pt x="995183" y="60948"/>
                  <a:pt x="994302" y="64972"/>
                </a:cubicBezTo>
                <a:lnTo>
                  <a:pt x="973299" y="61666"/>
                </a:lnTo>
                <a:cubicBezTo>
                  <a:pt x="975190" y="53419"/>
                  <a:pt x="979145" y="47501"/>
                  <a:pt x="985165" y="43913"/>
                </a:cubicBezTo>
                <a:cubicBezTo>
                  <a:pt x="991186" y="40324"/>
                  <a:pt x="999743" y="38530"/>
                  <a:pt x="1010837" y="38530"/>
                </a:cubicBezTo>
                <a:cubicBezTo>
                  <a:pt x="1023759" y="38530"/>
                  <a:pt x="1033230" y="41583"/>
                  <a:pt x="1039250" y="47690"/>
                </a:cubicBezTo>
                <a:cubicBezTo>
                  <a:pt x="1045271" y="53797"/>
                  <a:pt x="1048281" y="63272"/>
                  <a:pt x="1048281" y="76115"/>
                </a:cubicBezTo>
                <a:lnTo>
                  <a:pt x="1048281" y="137309"/>
                </a:lnTo>
                <a:close/>
                <a:moveTo>
                  <a:pt x="1136583" y="137309"/>
                </a:moveTo>
                <a:lnTo>
                  <a:pt x="1136583" y="83210"/>
                </a:lnTo>
                <a:cubicBezTo>
                  <a:pt x="1136583" y="73201"/>
                  <a:pt x="1135183" y="66105"/>
                  <a:pt x="1132381" y="61920"/>
                </a:cubicBezTo>
                <a:cubicBezTo>
                  <a:pt x="1129579" y="57734"/>
                  <a:pt x="1125125" y="55640"/>
                  <a:pt x="1119018" y="55640"/>
                </a:cubicBezTo>
                <a:cubicBezTo>
                  <a:pt x="1112345" y="55640"/>
                  <a:pt x="1107057" y="58347"/>
                  <a:pt x="1103153" y="63762"/>
                </a:cubicBezTo>
                <a:cubicBezTo>
                  <a:pt x="1099250" y="69174"/>
                  <a:pt x="1097298" y="76633"/>
                  <a:pt x="1097298" y="86137"/>
                </a:cubicBezTo>
                <a:lnTo>
                  <a:pt x="1097298" y="137309"/>
                </a:lnTo>
                <a:lnTo>
                  <a:pt x="1075578" y="137309"/>
                </a:lnTo>
                <a:lnTo>
                  <a:pt x="1075578" y="62726"/>
                </a:lnTo>
                <a:cubicBezTo>
                  <a:pt x="1075578" y="55228"/>
                  <a:pt x="1075295" y="47792"/>
                  <a:pt x="1074728" y="40418"/>
                </a:cubicBezTo>
                <a:lnTo>
                  <a:pt x="1095409" y="40418"/>
                </a:lnTo>
                <a:cubicBezTo>
                  <a:pt x="1096102" y="49862"/>
                  <a:pt x="1096448" y="56095"/>
                  <a:pt x="1096448" y="59117"/>
                </a:cubicBezTo>
                <a:lnTo>
                  <a:pt x="1096826" y="59117"/>
                </a:lnTo>
                <a:cubicBezTo>
                  <a:pt x="1100483" y="51721"/>
                  <a:pt x="1104708" y="46442"/>
                  <a:pt x="1109501" y="43278"/>
                </a:cubicBezTo>
                <a:cubicBezTo>
                  <a:pt x="1114294" y="40113"/>
                  <a:pt x="1120378" y="38530"/>
                  <a:pt x="1127754" y="38530"/>
                </a:cubicBezTo>
                <a:cubicBezTo>
                  <a:pt x="1142950" y="38530"/>
                  <a:pt x="1152534" y="45392"/>
                  <a:pt x="1156506" y="59117"/>
                </a:cubicBezTo>
                <a:lnTo>
                  <a:pt x="1157170" y="59117"/>
                </a:lnTo>
                <a:cubicBezTo>
                  <a:pt x="1160574" y="52036"/>
                  <a:pt x="1164719" y="46835"/>
                  <a:pt x="1169606" y="43514"/>
                </a:cubicBezTo>
                <a:cubicBezTo>
                  <a:pt x="1174493" y="40191"/>
                  <a:pt x="1180815" y="38530"/>
                  <a:pt x="1188570" y="38530"/>
                </a:cubicBezTo>
                <a:cubicBezTo>
                  <a:pt x="1198974" y="38530"/>
                  <a:pt x="1206761" y="41678"/>
                  <a:pt x="1211931" y="47973"/>
                </a:cubicBezTo>
                <a:cubicBezTo>
                  <a:pt x="1217102" y="54269"/>
                  <a:pt x="1219687" y="64122"/>
                  <a:pt x="1219687" y="77532"/>
                </a:cubicBezTo>
                <a:lnTo>
                  <a:pt x="1219687" y="137309"/>
                </a:lnTo>
                <a:lnTo>
                  <a:pt x="1197778" y="137309"/>
                </a:lnTo>
                <a:lnTo>
                  <a:pt x="1197778" y="83210"/>
                </a:lnTo>
                <a:cubicBezTo>
                  <a:pt x="1197778" y="73390"/>
                  <a:pt x="1196345" y="66341"/>
                  <a:pt x="1193481" y="62062"/>
                </a:cubicBezTo>
                <a:cubicBezTo>
                  <a:pt x="1190616" y="57781"/>
                  <a:pt x="1186068" y="55640"/>
                  <a:pt x="1179835" y="55640"/>
                </a:cubicBezTo>
                <a:cubicBezTo>
                  <a:pt x="1173224" y="55640"/>
                  <a:pt x="1168015" y="58300"/>
                  <a:pt x="1164206" y="63620"/>
                </a:cubicBezTo>
                <a:cubicBezTo>
                  <a:pt x="1160397" y="68938"/>
                  <a:pt x="1158492" y="76255"/>
                  <a:pt x="1158492" y="85570"/>
                </a:cubicBezTo>
                <a:lnTo>
                  <a:pt x="1158492" y="137309"/>
                </a:lnTo>
                <a:lnTo>
                  <a:pt x="1136583" y="137309"/>
                </a:lnTo>
                <a:close/>
                <a:moveTo>
                  <a:pt x="1340803" y="88392"/>
                </a:moveTo>
                <a:cubicBezTo>
                  <a:pt x="1340803" y="104257"/>
                  <a:pt x="1337114" y="116691"/>
                  <a:pt x="1329736" y="125694"/>
                </a:cubicBezTo>
                <a:cubicBezTo>
                  <a:pt x="1322359" y="134697"/>
                  <a:pt x="1312107" y="139198"/>
                  <a:pt x="1298983" y="139198"/>
                </a:cubicBezTo>
                <a:cubicBezTo>
                  <a:pt x="1291448" y="139198"/>
                  <a:pt x="1285262" y="137750"/>
                  <a:pt x="1280426" y="134854"/>
                </a:cubicBezTo>
                <a:cubicBezTo>
                  <a:pt x="1275592" y="131958"/>
                  <a:pt x="1271731" y="127740"/>
                  <a:pt x="1268843" y="122200"/>
                </a:cubicBezTo>
                <a:lnTo>
                  <a:pt x="1268371" y="122200"/>
                </a:lnTo>
                <a:cubicBezTo>
                  <a:pt x="1268497" y="124718"/>
                  <a:pt x="1268607" y="127205"/>
                  <a:pt x="1268701" y="129660"/>
                </a:cubicBezTo>
                <a:cubicBezTo>
                  <a:pt x="1268796" y="132115"/>
                  <a:pt x="1268843" y="134602"/>
                  <a:pt x="1268843" y="137121"/>
                </a:cubicBezTo>
                <a:lnTo>
                  <a:pt x="1268843" y="174517"/>
                </a:lnTo>
                <a:lnTo>
                  <a:pt x="1246934" y="174517"/>
                </a:lnTo>
                <a:lnTo>
                  <a:pt x="1246934" y="61965"/>
                </a:lnTo>
                <a:cubicBezTo>
                  <a:pt x="1246934" y="55413"/>
                  <a:pt x="1246682" y="48231"/>
                  <a:pt x="1246179" y="40418"/>
                </a:cubicBezTo>
                <a:lnTo>
                  <a:pt x="1267232" y="40418"/>
                </a:lnTo>
                <a:cubicBezTo>
                  <a:pt x="1268054" y="46966"/>
                  <a:pt x="1268465" y="52443"/>
                  <a:pt x="1268465" y="56850"/>
                </a:cubicBezTo>
                <a:lnTo>
                  <a:pt x="1268843" y="56850"/>
                </a:lnTo>
                <a:cubicBezTo>
                  <a:pt x="1274871" y="44637"/>
                  <a:pt x="1285452" y="38530"/>
                  <a:pt x="1300585" y="38530"/>
                </a:cubicBezTo>
                <a:cubicBezTo>
                  <a:pt x="1313582" y="38530"/>
                  <a:pt x="1323534" y="42827"/>
                  <a:pt x="1330442" y="51420"/>
                </a:cubicBezTo>
                <a:cubicBezTo>
                  <a:pt x="1337349" y="60014"/>
                  <a:pt x="1340803" y="72338"/>
                  <a:pt x="1340803" y="88392"/>
                </a:cubicBezTo>
                <a:moveTo>
                  <a:pt x="1318139" y="88581"/>
                </a:moveTo>
                <a:cubicBezTo>
                  <a:pt x="1318139" y="65916"/>
                  <a:pt x="1310205" y="54584"/>
                  <a:pt x="1294338" y="54584"/>
                </a:cubicBezTo>
                <a:cubicBezTo>
                  <a:pt x="1285870" y="54584"/>
                  <a:pt x="1279441" y="57511"/>
                  <a:pt x="1275049" y="63366"/>
                </a:cubicBezTo>
                <a:cubicBezTo>
                  <a:pt x="1270660" y="69221"/>
                  <a:pt x="1268465" y="77721"/>
                  <a:pt x="1268465" y="88864"/>
                </a:cubicBezTo>
                <a:cubicBezTo>
                  <a:pt x="1268465" y="100007"/>
                  <a:pt x="1270598" y="108507"/>
                  <a:pt x="1274863" y="114362"/>
                </a:cubicBezTo>
                <a:cubicBezTo>
                  <a:pt x="1279129" y="120217"/>
                  <a:pt x="1285494" y="123144"/>
                  <a:pt x="1293960" y="123144"/>
                </a:cubicBezTo>
                <a:cubicBezTo>
                  <a:pt x="1310079" y="123144"/>
                  <a:pt x="1318139" y="111623"/>
                  <a:pt x="1318139" y="88581"/>
                </a:cubicBezTo>
                <a:close/>
                <a:moveTo>
                  <a:pt x="1363557" y="137309"/>
                </a:moveTo>
                <a:lnTo>
                  <a:pt x="1363557" y="0"/>
                </a:lnTo>
                <a:lnTo>
                  <a:pt x="1385277" y="0"/>
                </a:lnTo>
                <a:lnTo>
                  <a:pt x="1385277" y="137309"/>
                </a:lnTo>
                <a:lnTo>
                  <a:pt x="1363557" y="137309"/>
                </a:lnTo>
                <a:close/>
                <a:moveTo>
                  <a:pt x="1430845" y="93037"/>
                </a:moveTo>
                <a:cubicBezTo>
                  <a:pt x="1431160" y="102909"/>
                  <a:pt x="1433340" y="110502"/>
                  <a:pt x="1437387" y="115816"/>
                </a:cubicBezTo>
                <a:cubicBezTo>
                  <a:pt x="1441436" y="121130"/>
                  <a:pt x="1446977" y="123787"/>
                  <a:pt x="1454008" y="123787"/>
                </a:cubicBezTo>
                <a:cubicBezTo>
                  <a:pt x="1458777" y="123787"/>
                  <a:pt x="1463029" y="122585"/>
                  <a:pt x="1466763" y="120181"/>
                </a:cubicBezTo>
                <a:cubicBezTo>
                  <a:pt x="1470499" y="117777"/>
                  <a:pt x="1473873" y="113728"/>
                  <a:pt x="1476885" y="108034"/>
                </a:cubicBezTo>
                <a:lnTo>
                  <a:pt x="1493928" y="116274"/>
                </a:lnTo>
                <a:cubicBezTo>
                  <a:pt x="1490217" y="122274"/>
                  <a:pt x="1486507" y="126821"/>
                  <a:pt x="1482796" y="129914"/>
                </a:cubicBezTo>
                <a:cubicBezTo>
                  <a:pt x="1479086" y="133009"/>
                  <a:pt x="1474762" y="135329"/>
                  <a:pt x="1469826" y="136876"/>
                </a:cubicBezTo>
                <a:cubicBezTo>
                  <a:pt x="1464890" y="138424"/>
                  <a:pt x="1459026" y="139198"/>
                  <a:pt x="1452234" y="139198"/>
                </a:cubicBezTo>
                <a:cubicBezTo>
                  <a:pt x="1438083" y="139198"/>
                  <a:pt x="1427171" y="134744"/>
                  <a:pt x="1419498" y="125835"/>
                </a:cubicBezTo>
                <a:cubicBezTo>
                  <a:pt x="1411827" y="116927"/>
                  <a:pt x="1407991" y="104414"/>
                  <a:pt x="1407991" y="88297"/>
                </a:cubicBezTo>
                <a:cubicBezTo>
                  <a:pt x="1407991" y="72054"/>
                  <a:pt x="1412021" y="59699"/>
                  <a:pt x="1420079" y="51231"/>
                </a:cubicBezTo>
                <a:cubicBezTo>
                  <a:pt x="1428138" y="42764"/>
                  <a:pt x="1439124" y="38530"/>
                  <a:pt x="1453037" y="38530"/>
                </a:cubicBezTo>
                <a:cubicBezTo>
                  <a:pt x="1466825" y="38530"/>
                  <a:pt x="1477370" y="43049"/>
                  <a:pt x="1484673" y="52087"/>
                </a:cubicBezTo>
                <a:cubicBezTo>
                  <a:pt x="1491976" y="61123"/>
                  <a:pt x="1495628" y="73892"/>
                  <a:pt x="1495628" y="90393"/>
                </a:cubicBezTo>
                <a:lnTo>
                  <a:pt x="1495628" y="93037"/>
                </a:lnTo>
                <a:lnTo>
                  <a:pt x="1430845" y="93037"/>
                </a:lnTo>
                <a:moveTo>
                  <a:pt x="1452282" y="53563"/>
                </a:moveTo>
                <a:cubicBezTo>
                  <a:pt x="1445951" y="53563"/>
                  <a:pt x="1440904" y="55828"/>
                  <a:pt x="1437142" y="60359"/>
                </a:cubicBezTo>
                <a:cubicBezTo>
                  <a:pt x="1433383" y="64888"/>
                  <a:pt x="1431346" y="71147"/>
                  <a:pt x="1431034" y="79137"/>
                </a:cubicBezTo>
                <a:lnTo>
                  <a:pt x="1472963" y="79137"/>
                </a:lnTo>
                <a:cubicBezTo>
                  <a:pt x="1472335" y="70581"/>
                  <a:pt x="1470392" y="64180"/>
                  <a:pt x="1467132" y="59934"/>
                </a:cubicBezTo>
                <a:cubicBezTo>
                  <a:pt x="1463874" y="55687"/>
                  <a:pt x="1458924" y="53563"/>
                  <a:pt x="1452282" y="53563"/>
                </a:cubicBezTo>
                <a:close/>
                <a:moveTo>
                  <a:pt x="1557907" y="87400"/>
                </a:moveTo>
                <a:cubicBezTo>
                  <a:pt x="1557907" y="104975"/>
                  <a:pt x="1555499" y="120203"/>
                  <a:pt x="1550683" y="133083"/>
                </a:cubicBezTo>
                <a:cubicBezTo>
                  <a:pt x="1545866" y="145966"/>
                  <a:pt x="1537855" y="159840"/>
                  <a:pt x="1526649" y="174706"/>
                </a:cubicBezTo>
                <a:lnTo>
                  <a:pt x="1505778" y="174706"/>
                </a:lnTo>
                <a:cubicBezTo>
                  <a:pt x="1517111" y="159525"/>
                  <a:pt x="1525201" y="145447"/>
                  <a:pt x="1530048" y="132470"/>
                </a:cubicBezTo>
                <a:cubicBezTo>
                  <a:pt x="1534896" y="119495"/>
                  <a:pt x="1537320" y="104471"/>
                  <a:pt x="1537320" y="87400"/>
                </a:cubicBezTo>
                <a:cubicBezTo>
                  <a:pt x="1537320" y="70329"/>
                  <a:pt x="1534896" y="55306"/>
                  <a:pt x="1530048" y="42331"/>
                </a:cubicBezTo>
                <a:cubicBezTo>
                  <a:pt x="1525201" y="29354"/>
                  <a:pt x="1517111" y="15243"/>
                  <a:pt x="1505778" y="0"/>
                </a:cubicBezTo>
                <a:lnTo>
                  <a:pt x="1526649" y="0"/>
                </a:lnTo>
                <a:cubicBezTo>
                  <a:pt x="1537981" y="15055"/>
                  <a:pt x="1546024" y="29039"/>
                  <a:pt x="1550777" y="41953"/>
                </a:cubicBezTo>
                <a:cubicBezTo>
                  <a:pt x="1555530" y="54865"/>
                  <a:pt x="1557907" y="70014"/>
                  <a:pt x="1557907" y="874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88046-7A1B-44F2-9796-C64249B2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84" y="3329070"/>
            <a:ext cx="1567955" cy="732173"/>
          </a:xfrm>
          <a:custGeom xmlns:a="http://schemas.openxmlformats.org/drawingml/2006/main">
            <a:pathLst>
              <a:path w="1567955" h="732173">
                <a:moveTo>
                  <a:pt x="0" y="366086"/>
                </a:moveTo>
                <a:cubicBezTo>
                  <a:pt x="0" y="163905"/>
                  <a:pt x="351010" y="0"/>
                  <a:pt x="783978" y="0"/>
                </a:cubicBezTo>
                <a:cubicBezTo>
                  <a:pt x="1216945" y="0"/>
                  <a:pt x="1567955" y="163905"/>
                  <a:pt x="1567955" y="366086"/>
                </a:cubicBezTo>
                <a:cubicBezTo>
                  <a:pt x="1567955" y="568268"/>
                  <a:pt x="1216945" y="732173"/>
                  <a:pt x="783978" y="732173"/>
                </a:cubicBezTo>
                <a:cubicBezTo>
                  <a:pt x="351010" y="732173"/>
                  <a:pt x="0" y="568268"/>
                  <a:pt x="0" y="366086"/>
                </a:cubicBez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Counterexamples">
            <a:extLst xmlns:a="http://schemas.openxmlformats.org/drawingml/2006/main">
              <a:ext uri="{FF2B5EF4-FFF2-40B4-BE49-F238E27FC236}">
                <a16:creationId xmlns:a16="http://schemas.microsoft.com/office/drawing/2014/main" id="{F1EFF753-8603-4301-9DEA-E2F7F7A3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24" y="3633342"/>
            <a:ext cx="1432344" cy="172251"/>
          </a:xfrm>
          <a:custGeom xmlns:a="http://schemas.openxmlformats.org/drawingml/2006/main">
            <a:pathLst>
              <a:path w="1432344" h="172251">
                <a:moveTo>
                  <a:pt x="121444" y="0"/>
                </a:moveTo>
                <a:lnTo>
                  <a:pt x="121444" y="44385"/>
                </a:lnTo>
                <a:lnTo>
                  <a:pt x="117761" y="44385"/>
                </a:lnTo>
                <a:cubicBezTo>
                  <a:pt x="114991" y="32740"/>
                  <a:pt x="109829" y="23816"/>
                  <a:pt x="102274" y="17615"/>
                </a:cubicBezTo>
                <a:cubicBezTo>
                  <a:pt x="94719" y="11412"/>
                  <a:pt x="86157" y="8310"/>
                  <a:pt x="76587" y="8310"/>
                </a:cubicBezTo>
                <a:cubicBezTo>
                  <a:pt x="68592" y="8310"/>
                  <a:pt x="61257" y="10608"/>
                  <a:pt x="54584" y="15204"/>
                </a:cubicBezTo>
                <a:cubicBezTo>
                  <a:pt x="47910" y="19800"/>
                  <a:pt x="43031" y="25812"/>
                  <a:pt x="39946" y="33241"/>
                </a:cubicBezTo>
                <a:cubicBezTo>
                  <a:pt x="35980" y="42748"/>
                  <a:pt x="33997" y="53325"/>
                  <a:pt x="33997" y="64972"/>
                </a:cubicBezTo>
                <a:cubicBezTo>
                  <a:pt x="33997" y="76430"/>
                  <a:pt x="35445" y="86865"/>
                  <a:pt x="38341" y="96277"/>
                </a:cubicBezTo>
                <a:cubicBezTo>
                  <a:pt x="41237" y="105689"/>
                  <a:pt x="45770" y="112803"/>
                  <a:pt x="51940" y="117620"/>
                </a:cubicBezTo>
                <a:cubicBezTo>
                  <a:pt x="58109" y="122436"/>
                  <a:pt x="66105" y="124844"/>
                  <a:pt x="75926" y="124844"/>
                </a:cubicBezTo>
                <a:cubicBezTo>
                  <a:pt x="83985" y="124844"/>
                  <a:pt x="91366" y="123081"/>
                  <a:pt x="98071" y="119556"/>
                </a:cubicBezTo>
                <a:cubicBezTo>
                  <a:pt x="104776" y="116030"/>
                  <a:pt x="111843" y="109955"/>
                  <a:pt x="119272" y="101329"/>
                </a:cubicBezTo>
                <a:lnTo>
                  <a:pt x="119272" y="112378"/>
                </a:lnTo>
                <a:cubicBezTo>
                  <a:pt x="112095" y="119870"/>
                  <a:pt x="104619" y="125300"/>
                  <a:pt x="96844" y="128669"/>
                </a:cubicBezTo>
                <a:cubicBezTo>
                  <a:pt x="89069" y="132037"/>
                  <a:pt x="79987" y="133721"/>
                  <a:pt x="69599" y="133721"/>
                </a:cubicBezTo>
                <a:cubicBezTo>
                  <a:pt x="55937" y="133721"/>
                  <a:pt x="43802" y="130986"/>
                  <a:pt x="33194" y="125517"/>
                </a:cubicBezTo>
                <a:cubicBezTo>
                  <a:pt x="22586" y="120047"/>
                  <a:pt x="14401" y="112190"/>
                  <a:pt x="8641" y="101943"/>
                </a:cubicBezTo>
                <a:cubicBezTo>
                  <a:pt x="2880" y="91695"/>
                  <a:pt x="0" y="80787"/>
                  <a:pt x="0" y="69218"/>
                </a:cubicBezTo>
                <a:cubicBezTo>
                  <a:pt x="0" y="57022"/>
                  <a:pt x="3195" y="45455"/>
                  <a:pt x="9585" y="34516"/>
                </a:cubicBezTo>
                <a:cubicBezTo>
                  <a:pt x="15975" y="23575"/>
                  <a:pt x="24600" y="15088"/>
                  <a:pt x="35461" y="9054"/>
                </a:cubicBezTo>
                <a:cubicBezTo>
                  <a:pt x="46321" y="3018"/>
                  <a:pt x="57858" y="0"/>
                  <a:pt x="70071" y="0"/>
                </a:cubicBezTo>
                <a:cubicBezTo>
                  <a:pt x="79074" y="0"/>
                  <a:pt x="88581" y="1952"/>
                  <a:pt x="98591" y="5855"/>
                </a:cubicBezTo>
                <a:cubicBezTo>
                  <a:pt x="104383" y="8121"/>
                  <a:pt x="108066" y="9255"/>
                  <a:pt x="109640" y="9255"/>
                </a:cubicBezTo>
                <a:cubicBezTo>
                  <a:pt x="111654" y="9255"/>
                  <a:pt x="113401" y="8515"/>
                  <a:pt x="114881" y="7035"/>
                </a:cubicBezTo>
                <a:cubicBezTo>
                  <a:pt x="116360" y="5556"/>
                  <a:pt x="117321" y="3211"/>
                  <a:pt x="117761" y="0"/>
                </a:cubicBezTo>
                <a:lnTo>
                  <a:pt x="121444" y="0"/>
                </a:lnTo>
                <a:close/>
                <a:moveTo>
                  <a:pt x="180151" y="39852"/>
                </a:moveTo>
                <a:cubicBezTo>
                  <a:pt x="187831" y="39852"/>
                  <a:pt x="194977" y="41837"/>
                  <a:pt x="201588" y="45807"/>
                </a:cubicBezTo>
                <a:cubicBezTo>
                  <a:pt x="208198" y="49777"/>
                  <a:pt x="213219" y="55418"/>
                  <a:pt x="216650" y="62729"/>
                </a:cubicBezTo>
                <a:cubicBezTo>
                  <a:pt x="220081" y="70040"/>
                  <a:pt x="221797" y="78043"/>
                  <a:pt x="221797" y="86739"/>
                </a:cubicBezTo>
                <a:cubicBezTo>
                  <a:pt x="221797" y="99279"/>
                  <a:pt x="218617" y="109773"/>
                  <a:pt x="212259" y="118219"/>
                </a:cubicBezTo>
                <a:cubicBezTo>
                  <a:pt x="204578" y="128428"/>
                  <a:pt x="193970" y="133532"/>
                  <a:pt x="180434" y="133532"/>
                </a:cubicBezTo>
                <a:cubicBezTo>
                  <a:pt x="167150" y="133532"/>
                  <a:pt x="156920" y="128868"/>
                  <a:pt x="149742" y="119541"/>
                </a:cubicBezTo>
                <a:cubicBezTo>
                  <a:pt x="142565" y="110213"/>
                  <a:pt x="138977" y="99405"/>
                  <a:pt x="138977" y="87117"/>
                </a:cubicBezTo>
                <a:cubicBezTo>
                  <a:pt x="138977" y="74451"/>
                  <a:pt x="142644" y="63407"/>
                  <a:pt x="149979" y="53985"/>
                </a:cubicBezTo>
                <a:cubicBezTo>
                  <a:pt x="157313" y="44563"/>
                  <a:pt x="167370" y="39852"/>
                  <a:pt x="180151" y="39852"/>
                </a:cubicBezTo>
                <a:moveTo>
                  <a:pt x="180528" y="46462"/>
                </a:moveTo>
                <a:cubicBezTo>
                  <a:pt x="177318" y="46462"/>
                  <a:pt x="174563" y="47676"/>
                  <a:pt x="172265" y="50104"/>
                </a:cubicBezTo>
                <a:cubicBezTo>
                  <a:pt x="169967" y="52530"/>
                  <a:pt x="168456" y="57319"/>
                  <a:pt x="167732" y="64473"/>
                </a:cubicBezTo>
                <a:cubicBezTo>
                  <a:pt x="167008" y="71626"/>
                  <a:pt x="166646" y="81570"/>
                  <a:pt x="166646" y="94303"/>
                </a:cubicBezTo>
                <a:cubicBezTo>
                  <a:pt x="166646" y="101047"/>
                  <a:pt x="167087" y="107351"/>
                  <a:pt x="167969" y="113214"/>
                </a:cubicBezTo>
                <a:cubicBezTo>
                  <a:pt x="168661" y="117687"/>
                  <a:pt x="170141" y="121091"/>
                  <a:pt x="172407" y="123424"/>
                </a:cubicBezTo>
                <a:cubicBezTo>
                  <a:pt x="174673" y="125756"/>
                  <a:pt x="177255" y="126921"/>
                  <a:pt x="180151" y="126921"/>
                </a:cubicBezTo>
                <a:cubicBezTo>
                  <a:pt x="182984" y="126921"/>
                  <a:pt x="185345" y="126134"/>
                  <a:pt x="187233" y="124558"/>
                </a:cubicBezTo>
                <a:cubicBezTo>
                  <a:pt x="189689" y="122415"/>
                  <a:pt x="191326" y="119421"/>
                  <a:pt x="192144" y="115574"/>
                </a:cubicBezTo>
                <a:cubicBezTo>
                  <a:pt x="193403" y="109588"/>
                  <a:pt x="194033" y="97486"/>
                  <a:pt x="194033" y="79270"/>
                </a:cubicBezTo>
                <a:cubicBezTo>
                  <a:pt x="194033" y="68555"/>
                  <a:pt x="193435" y="61197"/>
                  <a:pt x="192238" y="57196"/>
                </a:cubicBezTo>
                <a:cubicBezTo>
                  <a:pt x="191042" y="53192"/>
                  <a:pt x="189279" y="50276"/>
                  <a:pt x="186950" y="48448"/>
                </a:cubicBezTo>
                <a:cubicBezTo>
                  <a:pt x="185313" y="47124"/>
                  <a:pt x="183173" y="46462"/>
                  <a:pt x="180528" y="46462"/>
                </a:cubicBezTo>
                <a:close/>
                <a:moveTo>
                  <a:pt x="320482" y="42496"/>
                </a:moveTo>
                <a:lnTo>
                  <a:pt x="320482" y="111623"/>
                </a:lnTo>
                <a:cubicBezTo>
                  <a:pt x="320482" y="118401"/>
                  <a:pt x="321112" y="122629"/>
                  <a:pt x="322371" y="124307"/>
                </a:cubicBezTo>
                <a:cubicBezTo>
                  <a:pt x="323630" y="125985"/>
                  <a:pt x="326180" y="127045"/>
                  <a:pt x="330020" y="127488"/>
                </a:cubicBezTo>
                <a:lnTo>
                  <a:pt x="330020" y="130888"/>
                </a:lnTo>
                <a:lnTo>
                  <a:pt x="294040" y="130888"/>
                </a:lnTo>
                <a:lnTo>
                  <a:pt x="294040" y="119083"/>
                </a:lnTo>
                <a:cubicBezTo>
                  <a:pt x="289822" y="124120"/>
                  <a:pt x="285604" y="127787"/>
                  <a:pt x="281386" y="130085"/>
                </a:cubicBezTo>
                <a:cubicBezTo>
                  <a:pt x="277168" y="132383"/>
                  <a:pt x="272446" y="133532"/>
                  <a:pt x="267220" y="133532"/>
                </a:cubicBezTo>
                <a:cubicBezTo>
                  <a:pt x="262247" y="133532"/>
                  <a:pt x="257824" y="132005"/>
                  <a:pt x="253952" y="128952"/>
                </a:cubicBezTo>
                <a:cubicBezTo>
                  <a:pt x="250080" y="125898"/>
                  <a:pt x="247483" y="122326"/>
                  <a:pt x="246161" y="118233"/>
                </a:cubicBezTo>
                <a:cubicBezTo>
                  <a:pt x="244839" y="114141"/>
                  <a:pt x="244178" y="106996"/>
                  <a:pt x="244178" y="96797"/>
                </a:cubicBezTo>
                <a:lnTo>
                  <a:pt x="244178" y="61761"/>
                </a:lnTo>
                <a:cubicBezTo>
                  <a:pt x="244178" y="55007"/>
                  <a:pt x="243564" y="50801"/>
                  <a:pt x="242337" y="49145"/>
                </a:cubicBezTo>
                <a:cubicBezTo>
                  <a:pt x="241109" y="47488"/>
                  <a:pt x="238543" y="46405"/>
                  <a:pt x="234640" y="45896"/>
                </a:cubicBezTo>
                <a:lnTo>
                  <a:pt x="234640" y="42496"/>
                </a:lnTo>
                <a:lnTo>
                  <a:pt x="270620" y="42496"/>
                </a:lnTo>
                <a:lnTo>
                  <a:pt x="270620" y="102914"/>
                </a:lnTo>
                <a:cubicBezTo>
                  <a:pt x="270620" y="109218"/>
                  <a:pt x="270919" y="113283"/>
                  <a:pt x="271517" y="115111"/>
                </a:cubicBezTo>
                <a:cubicBezTo>
                  <a:pt x="272115" y="116939"/>
                  <a:pt x="273060" y="118326"/>
                  <a:pt x="274350" y="119272"/>
                </a:cubicBezTo>
                <a:cubicBezTo>
                  <a:pt x="275641" y="120217"/>
                  <a:pt x="277136" y="120689"/>
                  <a:pt x="278836" y="120689"/>
                </a:cubicBezTo>
                <a:cubicBezTo>
                  <a:pt x="281102" y="120689"/>
                  <a:pt x="283149" y="120091"/>
                  <a:pt x="284974" y="118894"/>
                </a:cubicBezTo>
                <a:cubicBezTo>
                  <a:pt x="287493" y="117258"/>
                  <a:pt x="290514" y="113952"/>
                  <a:pt x="294040" y="108979"/>
                </a:cubicBezTo>
                <a:lnTo>
                  <a:pt x="294040" y="61761"/>
                </a:lnTo>
                <a:cubicBezTo>
                  <a:pt x="294040" y="55007"/>
                  <a:pt x="293426" y="50801"/>
                  <a:pt x="292199" y="49145"/>
                </a:cubicBezTo>
                <a:cubicBezTo>
                  <a:pt x="290971" y="47488"/>
                  <a:pt x="288405" y="46405"/>
                  <a:pt x="284502" y="45896"/>
                </a:cubicBezTo>
                <a:lnTo>
                  <a:pt x="284502" y="42496"/>
                </a:lnTo>
                <a:lnTo>
                  <a:pt x="320482" y="42496"/>
                </a:lnTo>
                <a:close/>
                <a:moveTo>
                  <a:pt x="378814" y="42496"/>
                </a:moveTo>
                <a:lnTo>
                  <a:pt x="378814" y="54017"/>
                </a:lnTo>
                <a:cubicBezTo>
                  <a:pt x="383347" y="49073"/>
                  <a:pt x="387691" y="45477"/>
                  <a:pt x="391846" y="43228"/>
                </a:cubicBezTo>
                <a:cubicBezTo>
                  <a:pt x="396001" y="40977"/>
                  <a:pt x="400471" y="39852"/>
                  <a:pt x="405256" y="39852"/>
                </a:cubicBezTo>
                <a:cubicBezTo>
                  <a:pt x="410985" y="39852"/>
                  <a:pt x="415738" y="41443"/>
                  <a:pt x="419516" y="44627"/>
                </a:cubicBezTo>
                <a:cubicBezTo>
                  <a:pt x="423293" y="47810"/>
                  <a:pt x="425811" y="51765"/>
                  <a:pt x="427070" y="56493"/>
                </a:cubicBezTo>
                <a:cubicBezTo>
                  <a:pt x="428078" y="60088"/>
                  <a:pt x="428581" y="66991"/>
                  <a:pt x="428581" y="77204"/>
                </a:cubicBezTo>
                <a:lnTo>
                  <a:pt x="428581" y="111623"/>
                </a:lnTo>
                <a:cubicBezTo>
                  <a:pt x="428581" y="118422"/>
                  <a:pt x="429195" y="122656"/>
                  <a:pt x="430423" y="124325"/>
                </a:cubicBezTo>
                <a:cubicBezTo>
                  <a:pt x="431651" y="125993"/>
                  <a:pt x="434216" y="127047"/>
                  <a:pt x="438119" y="127488"/>
                </a:cubicBezTo>
                <a:lnTo>
                  <a:pt x="438119" y="130888"/>
                </a:lnTo>
                <a:lnTo>
                  <a:pt x="393451" y="130888"/>
                </a:lnTo>
                <a:lnTo>
                  <a:pt x="393451" y="127488"/>
                </a:lnTo>
                <a:cubicBezTo>
                  <a:pt x="396788" y="127047"/>
                  <a:pt x="399180" y="125662"/>
                  <a:pt x="400628" y="123333"/>
                </a:cubicBezTo>
                <a:cubicBezTo>
                  <a:pt x="401636" y="121759"/>
                  <a:pt x="402139" y="117856"/>
                  <a:pt x="402139" y="111623"/>
                </a:cubicBezTo>
                <a:lnTo>
                  <a:pt x="402139" y="72338"/>
                </a:lnTo>
                <a:cubicBezTo>
                  <a:pt x="402139" y="65098"/>
                  <a:pt x="401856" y="60533"/>
                  <a:pt x="401289" y="58645"/>
                </a:cubicBezTo>
                <a:cubicBezTo>
                  <a:pt x="400723" y="56756"/>
                  <a:pt x="399763" y="55292"/>
                  <a:pt x="398409" y="54253"/>
                </a:cubicBezTo>
                <a:cubicBezTo>
                  <a:pt x="397056" y="53214"/>
                  <a:pt x="395560" y="52695"/>
                  <a:pt x="393924" y="52695"/>
                </a:cubicBezTo>
                <a:cubicBezTo>
                  <a:pt x="388509" y="52695"/>
                  <a:pt x="383473" y="56598"/>
                  <a:pt x="378814" y="64405"/>
                </a:cubicBezTo>
                <a:lnTo>
                  <a:pt x="378814" y="111623"/>
                </a:lnTo>
                <a:cubicBezTo>
                  <a:pt x="378814" y="118233"/>
                  <a:pt x="379428" y="122420"/>
                  <a:pt x="380655" y="124183"/>
                </a:cubicBezTo>
                <a:cubicBezTo>
                  <a:pt x="381883" y="125946"/>
                  <a:pt x="384165" y="127047"/>
                  <a:pt x="387502" y="127488"/>
                </a:cubicBezTo>
                <a:lnTo>
                  <a:pt x="387502" y="130888"/>
                </a:lnTo>
                <a:lnTo>
                  <a:pt x="342834" y="130888"/>
                </a:lnTo>
                <a:lnTo>
                  <a:pt x="342834" y="127488"/>
                </a:lnTo>
                <a:cubicBezTo>
                  <a:pt x="346548" y="127110"/>
                  <a:pt x="349193" y="125914"/>
                  <a:pt x="350766" y="123900"/>
                </a:cubicBezTo>
                <a:cubicBezTo>
                  <a:pt x="351837" y="122514"/>
                  <a:pt x="352372" y="118422"/>
                  <a:pt x="352372" y="111623"/>
                </a:cubicBezTo>
                <a:lnTo>
                  <a:pt x="352372" y="61761"/>
                </a:lnTo>
                <a:cubicBezTo>
                  <a:pt x="352372" y="55007"/>
                  <a:pt x="351758" y="50801"/>
                  <a:pt x="350530" y="49145"/>
                </a:cubicBezTo>
                <a:cubicBezTo>
                  <a:pt x="349303" y="47488"/>
                  <a:pt x="346737" y="46405"/>
                  <a:pt x="342834" y="45896"/>
                </a:cubicBezTo>
                <a:lnTo>
                  <a:pt x="342834" y="42496"/>
                </a:lnTo>
                <a:lnTo>
                  <a:pt x="378814" y="42496"/>
                </a:lnTo>
                <a:close/>
                <a:moveTo>
                  <a:pt x="485308" y="10010"/>
                </a:moveTo>
                <a:lnTo>
                  <a:pt x="485308" y="42496"/>
                </a:lnTo>
                <a:lnTo>
                  <a:pt x="506273" y="42496"/>
                </a:lnTo>
                <a:lnTo>
                  <a:pt x="506273" y="51751"/>
                </a:lnTo>
                <a:lnTo>
                  <a:pt x="485308" y="51751"/>
                </a:lnTo>
                <a:lnTo>
                  <a:pt x="485308" y="106388"/>
                </a:lnTo>
                <a:cubicBezTo>
                  <a:pt x="485308" y="111501"/>
                  <a:pt x="485544" y="114799"/>
                  <a:pt x="486016" y="116283"/>
                </a:cubicBezTo>
                <a:cubicBezTo>
                  <a:pt x="486488" y="117766"/>
                  <a:pt x="487322" y="118966"/>
                  <a:pt x="488519" y="119883"/>
                </a:cubicBezTo>
                <a:cubicBezTo>
                  <a:pt x="489715" y="120798"/>
                  <a:pt x="490817" y="121255"/>
                  <a:pt x="491824" y="121255"/>
                </a:cubicBezTo>
                <a:cubicBezTo>
                  <a:pt x="495916" y="121255"/>
                  <a:pt x="499788" y="118107"/>
                  <a:pt x="503439" y="111812"/>
                </a:cubicBezTo>
                <a:lnTo>
                  <a:pt x="506273" y="113910"/>
                </a:lnTo>
                <a:cubicBezTo>
                  <a:pt x="501173" y="126110"/>
                  <a:pt x="492894" y="132210"/>
                  <a:pt x="481436" y="132210"/>
                </a:cubicBezTo>
                <a:cubicBezTo>
                  <a:pt x="475833" y="132210"/>
                  <a:pt x="471095" y="130647"/>
                  <a:pt x="467223" y="127521"/>
                </a:cubicBezTo>
                <a:cubicBezTo>
                  <a:pt x="463352" y="124392"/>
                  <a:pt x="460880" y="120901"/>
                  <a:pt x="459810" y="117047"/>
                </a:cubicBezTo>
                <a:cubicBezTo>
                  <a:pt x="459181" y="114899"/>
                  <a:pt x="458866" y="109086"/>
                  <a:pt x="458866" y="99609"/>
                </a:cubicBezTo>
                <a:lnTo>
                  <a:pt x="458866" y="51751"/>
                </a:lnTo>
                <a:lnTo>
                  <a:pt x="447345" y="51751"/>
                </a:lnTo>
                <a:lnTo>
                  <a:pt x="447345" y="48437"/>
                </a:lnTo>
                <a:cubicBezTo>
                  <a:pt x="455277" y="42822"/>
                  <a:pt x="462029" y="36922"/>
                  <a:pt x="467601" y="30739"/>
                </a:cubicBezTo>
                <a:cubicBezTo>
                  <a:pt x="473173" y="24555"/>
                  <a:pt x="478036" y="17646"/>
                  <a:pt x="482191" y="10010"/>
                </a:cubicBezTo>
                <a:lnTo>
                  <a:pt x="485308" y="10010"/>
                </a:lnTo>
                <a:close/>
                <a:moveTo>
                  <a:pt x="589469" y="83481"/>
                </a:moveTo>
                <a:lnTo>
                  <a:pt x="541023" y="83481"/>
                </a:lnTo>
                <a:cubicBezTo>
                  <a:pt x="541590" y="95223"/>
                  <a:pt x="544706" y="104502"/>
                  <a:pt x="550372" y="111319"/>
                </a:cubicBezTo>
                <a:cubicBezTo>
                  <a:pt x="554716" y="116558"/>
                  <a:pt x="559942" y="119178"/>
                  <a:pt x="566049" y="119178"/>
                </a:cubicBezTo>
                <a:cubicBezTo>
                  <a:pt x="569826" y="119178"/>
                  <a:pt x="573257" y="118123"/>
                  <a:pt x="576342" y="116014"/>
                </a:cubicBezTo>
                <a:cubicBezTo>
                  <a:pt x="579427" y="113905"/>
                  <a:pt x="582732" y="110112"/>
                  <a:pt x="586258" y="104635"/>
                </a:cubicBezTo>
                <a:lnTo>
                  <a:pt x="589469" y="106712"/>
                </a:lnTo>
                <a:cubicBezTo>
                  <a:pt x="584684" y="116471"/>
                  <a:pt x="579396" y="123380"/>
                  <a:pt x="573604" y="127441"/>
                </a:cubicBezTo>
                <a:cubicBezTo>
                  <a:pt x="567812" y="131502"/>
                  <a:pt x="561107" y="133532"/>
                  <a:pt x="553489" y="133532"/>
                </a:cubicBezTo>
                <a:cubicBezTo>
                  <a:pt x="540394" y="133532"/>
                  <a:pt x="530478" y="128490"/>
                  <a:pt x="523742" y="118408"/>
                </a:cubicBezTo>
                <a:cubicBezTo>
                  <a:pt x="518327" y="110278"/>
                  <a:pt x="515620" y="100195"/>
                  <a:pt x="515620" y="88159"/>
                </a:cubicBezTo>
                <a:cubicBezTo>
                  <a:pt x="515620" y="73411"/>
                  <a:pt x="519602" y="61673"/>
                  <a:pt x="527566" y="52946"/>
                </a:cubicBezTo>
                <a:cubicBezTo>
                  <a:pt x="535530" y="44217"/>
                  <a:pt x="544864" y="39852"/>
                  <a:pt x="555566" y="39852"/>
                </a:cubicBezTo>
                <a:cubicBezTo>
                  <a:pt x="564506" y="39852"/>
                  <a:pt x="572266" y="43519"/>
                  <a:pt x="578845" y="50854"/>
                </a:cubicBezTo>
                <a:cubicBezTo>
                  <a:pt x="585424" y="58188"/>
                  <a:pt x="588965" y="69064"/>
                  <a:pt x="589469" y="83481"/>
                </a:cubicBezTo>
                <a:moveTo>
                  <a:pt x="566238" y="77248"/>
                </a:moveTo>
                <a:cubicBezTo>
                  <a:pt x="566238" y="67112"/>
                  <a:pt x="565687" y="60155"/>
                  <a:pt x="564585" y="56378"/>
                </a:cubicBezTo>
                <a:cubicBezTo>
                  <a:pt x="563483" y="52601"/>
                  <a:pt x="561768" y="49736"/>
                  <a:pt x="559438" y="47784"/>
                </a:cubicBezTo>
                <a:cubicBezTo>
                  <a:pt x="558116" y="46651"/>
                  <a:pt x="556353" y="46085"/>
                  <a:pt x="554150" y="46085"/>
                </a:cubicBezTo>
                <a:cubicBezTo>
                  <a:pt x="550876" y="46085"/>
                  <a:pt x="548200" y="47690"/>
                  <a:pt x="546123" y="50901"/>
                </a:cubicBezTo>
                <a:cubicBezTo>
                  <a:pt x="542408" y="56504"/>
                  <a:pt x="540551" y="64185"/>
                  <a:pt x="540551" y="73943"/>
                </a:cubicBezTo>
                <a:lnTo>
                  <a:pt x="540551" y="77248"/>
                </a:lnTo>
                <a:lnTo>
                  <a:pt x="566238" y="77248"/>
                </a:lnTo>
                <a:close/>
                <a:moveTo>
                  <a:pt x="637188" y="42496"/>
                </a:moveTo>
                <a:lnTo>
                  <a:pt x="637188" y="62516"/>
                </a:lnTo>
                <a:cubicBezTo>
                  <a:pt x="643043" y="53388"/>
                  <a:pt x="648174" y="47328"/>
                  <a:pt x="652581" y="44338"/>
                </a:cubicBezTo>
                <a:cubicBezTo>
                  <a:pt x="656988" y="41347"/>
                  <a:pt x="661238" y="39852"/>
                  <a:pt x="665330" y="39852"/>
                </a:cubicBezTo>
                <a:cubicBezTo>
                  <a:pt x="668856" y="39852"/>
                  <a:pt x="671673" y="40942"/>
                  <a:pt x="673782" y="43122"/>
                </a:cubicBezTo>
                <a:cubicBezTo>
                  <a:pt x="675891" y="45302"/>
                  <a:pt x="676946" y="48382"/>
                  <a:pt x="676946" y="52362"/>
                </a:cubicBezTo>
                <a:cubicBezTo>
                  <a:pt x="676946" y="56595"/>
                  <a:pt x="675923" y="59882"/>
                  <a:pt x="673876" y="62221"/>
                </a:cubicBezTo>
                <a:cubicBezTo>
                  <a:pt x="671830" y="64559"/>
                  <a:pt x="669359" y="65727"/>
                  <a:pt x="666463" y="65727"/>
                </a:cubicBezTo>
                <a:cubicBezTo>
                  <a:pt x="663127" y="65727"/>
                  <a:pt x="660231" y="64657"/>
                  <a:pt x="657775" y="62516"/>
                </a:cubicBezTo>
                <a:cubicBezTo>
                  <a:pt x="655320" y="60376"/>
                  <a:pt x="653872" y="59180"/>
                  <a:pt x="653431" y="58928"/>
                </a:cubicBezTo>
                <a:cubicBezTo>
                  <a:pt x="652802" y="58550"/>
                  <a:pt x="652078" y="58361"/>
                  <a:pt x="651259" y="58361"/>
                </a:cubicBezTo>
                <a:cubicBezTo>
                  <a:pt x="649433" y="58361"/>
                  <a:pt x="647702" y="59054"/>
                  <a:pt x="646065" y="60439"/>
                </a:cubicBezTo>
                <a:cubicBezTo>
                  <a:pt x="643484" y="62579"/>
                  <a:pt x="641532" y="65633"/>
                  <a:pt x="640210" y="69599"/>
                </a:cubicBezTo>
                <a:cubicBezTo>
                  <a:pt x="638196" y="75706"/>
                  <a:pt x="637188" y="82442"/>
                  <a:pt x="637188" y="89808"/>
                </a:cubicBezTo>
                <a:lnTo>
                  <a:pt x="637188" y="110112"/>
                </a:lnTo>
                <a:lnTo>
                  <a:pt x="637283" y="115400"/>
                </a:lnTo>
                <a:cubicBezTo>
                  <a:pt x="637283" y="118989"/>
                  <a:pt x="637503" y="121287"/>
                  <a:pt x="637944" y="122294"/>
                </a:cubicBezTo>
                <a:cubicBezTo>
                  <a:pt x="638699" y="123994"/>
                  <a:pt x="639817" y="125237"/>
                  <a:pt x="641296" y="126024"/>
                </a:cubicBezTo>
                <a:cubicBezTo>
                  <a:pt x="642776" y="126811"/>
                  <a:pt x="645278" y="127299"/>
                  <a:pt x="648804" y="127488"/>
                </a:cubicBezTo>
                <a:lnTo>
                  <a:pt x="648804" y="130888"/>
                </a:lnTo>
                <a:lnTo>
                  <a:pt x="601114" y="130888"/>
                </a:lnTo>
                <a:lnTo>
                  <a:pt x="601114" y="127488"/>
                </a:lnTo>
                <a:cubicBezTo>
                  <a:pt x="604954" y="127173"/>
                  <a:pt x="607551" y="126119"/>
                  <a:pt x="608905" y="124325"/>
                </a:cubicBezTo>
                <a:cubicBezTo>
                  <a:pt x="610258" y="122530"/>
                  <a:pt x="610935" y="117793"/>
                  <a:pt x="610935" y="110112"/>
                </a:cubicBezTo>
                <a:lnTo>
                  <a:pt x="610935" y="61194"/>
                </a:lnTo>
                <a:cubicBezTo>
                  <a:pt x="610935" y="56126"/>
                  <a:pt x="610683" y="52896"/>
                  <a:pt x="610180" y="51503"/>
                </a:cubicBezTo>
                <a:cubicBezTo>
                  <a:pt x="609550" y="49728"/>
                  <a:pt x="608637" y="48430"/>
                  <a:pt x="607441" y="47607"/>
                </a:cubicBezTo>
                <a:cubicBezTo>
                  <a:pt x="606245" y="46783"/>
                  <a:pt x="604136" y="46212"/>
                  <a:pt x="601114" y="45896"/>
                </a:cubicBezTo>
                <a:lnTo>
                  <a:pt x="601114" y="42496"/>
                </a:lnTo>
                <a:lnTo>
                  <a:pt x="637188" y="42496"/>
                </a:lnTo>
                <a:close/>
                <a:moveTo>
                  <a:pt x="757730" y="83481"/>
                </a:moveTo>
                <a:lnTo>
                  <a:pt x="709285" y="83481"/>
                </a:lnTo>
                <a:cubicBezTo>
                  <a:pt x="709852" y="95223"/>
                  <a:pt x="712968" y="104502"/>
                  <a:pt x="718634" y="111319"/>
                </a:cubicBezTo>
                <a:cubicBezTo>
                  <a:pt x="722978" y="116558"/>
                  <a:pt x="728204" y="119178"/>
                  <a:pt x="734310" y="119178"/>
                </a:cubicBezTo>
                <a:cubicBezTo>
                  <a:pt x="738088" y="119178"/>
                  <a:pt x="741519" y="118123"/>
                  <a:pt x="744604" y="116014"/>
                </a:cubicBezTo>
                <a:cubicBezTo>
                  <a:pt x="747689" y="113905"/>
                  <a:pt x="750994" y="110112"/>
                  <a:pt x="754520" y="104635"/>
                </a:cubicBezTo>
                <a:lnTo>
                  <a:pt x="757730" y="106712"/>
                </a:lnTo>
                <a:cubicBezTo>
                  <a:pt x="752946" y="116471"/>
                  <a:pt x="747657" y="123380"/>
                  <a:pt x="741865" y="127441"/>
                </a:cubicBezTo>
                <a:cubicBezTo>
                  <a:pt x="736073" y="131502"/>
                  <a:pt x="729368" y="133532"/>
                  <a:pt x="721750" y="133532"/>
                </a:cubicBezTo>
                <a:cubicBezTo>
                  <a:pt x="708655" y="133532"/>
                  <a:pt x="698740" y="128490"/>
                  <a:pt x="692003" y="118408"/>
                </a:cubicBezTo>
                <a:cubicBezTo>
                  <a:pt x="686589" y="110278"/>
                  <a:pt x="683882" y="100195"/>
                  <a:pt x="683882" y="88159"/>
                </a:cubicBezTo>
                <a:cubicBezTo>
                  <a:pt x="683882" y="73411"/>
                  <a:pt x="687864" y="61673"/>
                  <a:pt x="695828" y="52946"/>
                </a:cubicBezTo>
                <a:cubicBezTo>
                  <a:pt x="703792" y="44217"/>
                  <a:pt x="713125" y="39852"/>
                  <a:pt x="723828" y="39852"/>
                </a:cubicBezTo>
                <a:cubicBezTo>
                  <a:pt x="732768" y="39852"/>
                  <a:pt x="740527" y="43519"/>
                  <a:pt x="747106" y="50854"/>
                </a:cubicBezTo>
                <a:cubicBezTo>
                  <a:pt x="753685" y="58188"/>
                  <a:pt x="757227" y="69064"/>
                  <a:pt x="757730" y="83481"/>
                </a:cubicBezTo>
                <a:moveTo>
                  <a:pt x="734499" y="77248"/>
                </a:moveTo>
                <a:cubicBezTo>
                  <a:pt x="734499" y="67112"/>
                  <a:pt x="733948" y="60155"/>
                  <a:pt x="732847" y="56378"/>
                </a:cubicBezTo>
                <a:cubicBezTo>
                  <a:pt x="731745" y="52601"/>
                  <a:pt x="730029" y="49736"/>
                  <a:pt x="727700" y="47784"/>
                </a:cubicBezTo>
                <a:cubicBezTo>
                  <a:pt x="726378" y="46651"/>
                  <a:pt x="724615" y="46085"/>
                  <a:pt x="722411" y="46085"/>
                </a:cubicBezTo>
                <a:cubicBezTo>
                  <a:pt x="719138" y="46085"/>
                  <a:pt x="716462" y="47690"/>
                  <a:pt x="714384" y="50901"/>
                </a:cubicBezTo>
                <a:cubicBezTo>
                  <a:pt x="710670" y="56504"/>
                  <a:pt x="708813" y="64185"/>
                  <a:pt x="708813" y="73943"/>
                </a:cubicBezTo>
                <a:lnTo>
                  <a:pt x="708813" y="77248"/>
                </a:lnTo>
                <a:lnTo>
                  <a:pt x="734499" y="77248"/>
                </a:lnTo>
                <a:close/>
                <a:moveTo>
                  <a:pt x="820633" y="76723"/>
                </a:moveTo>
                <a:lnTo>
                  <a:pt x="836330" y="105868"/>
                </a:lnTo>
                <a:cubicBezTo>
                  <a:pt x="841619" y="116002"/>
                  <a:pt x="845805" y="122422"/>
                  <a:pt x="848890" y="125127"/>
                </a:cubicBezTo>
                <a:cubicBezTo>
                  <a:pt x="850590" y="126575"/>
                  <a:pt x="852920" y="127362"/>
                  <a:pt x="855878" y="127488"/>
                </a:cubicBezTo>
                <a:lnTo>
                  <a:pt x="855878" y="130888"/>
                </a:lnTo>
                <a:lnTo>
                  <a:pt x="806678" y="130888"/>
                </a:lnTo>
                <a:lnTo>
                  <a:pt x="806678" y="127488"/>
                </a:lnTo>
                <a:cubicBezTo>
                  <a:pt x="810518" y="127173"/>
                  <a:pt x="812895" y="126670"/>
                  <a:pt x="813807" y="125977"/>
                </a:cubicBezTo>
                <a:cubicBezTo>
                  <a:pt x="814720" y="125283"/>
                  <a:pt x="815177" y="124336"/>
                  <a:pt x="815177" y="123138"/>
                </a:cubicBezTo>
                <a:cubicBezTo>
                  <a:pt x="815177" y="121373"/>
                  <a:pt x="814169" y="118599"/>
                  <a:pt x="812155" y="114816"/>
                </a:cubicBezTo>
                <a:lnTo>
                  <a:pt x="804446" y="100503"/>
                </a:lnTo>
                <a:lnTo>
                  <a:pt x="797989" y="109994"/>
                </a:lnTo>
                <a:cubicBezTo>
                  <a:pt x="795030" y="114344"/>
                  <a:pt x="793362" y="116929"/>
                  <a:pt x="792984" y="117749"/>
                </a:cubicBezTo>
                <a:cubicBezTo>
                  <a:pt x="792481" y="118946"/>
                  <a:pt x="792229" y="120017"/>
                  <a:pt x="792229" y="120963"/>
                </a:cubicBezTo>
                <a:cubicBezTo>
                  <a:pt x="792229" y="122413"/>
                  <a:pt x="792528" y="123627"/>
                  <a:pt x="793126" y="124605"/>
                </a:cubicBezTo>
                <a:cubicBezTo>
                  <a:pt x="793724" y="125581"/>
                  <a:pt x="794543" y="126306"/>
                  <a:pt x="795581" y="126780"/>
                </a:cubicBezTo>
                <a:cubicBezTo>
                  <a:pt x="796620" y="127252"/>
                  <a:pt x="798525" y="127488"/>
                  <a:pt x="801295" y="127488"/>
                </a:cubicBezTo>
                <a:lnTo>
                  <a:pt x="801295" y="130888"/>
                </a:lnTo>
                <a:lnTo>
                  <a:pt x="766731" y="130888"/>
                </a:lnTo>
                <a:lnTo>
                  <a:pt x="766731" y="127488"/>
                </a:lnTo>
                <a:cubicBezTo>
                  <a:pt x="771012" y="127488"/>
                  <a:pt x="774931" y="126307"/>
                  <a:pt x="778488" y="123944"/>
                </a:cubicBezTo>
                <a:cubicBezTo>
                  <a:pt x="782046" y="121579"/>
                  <a:pt x="787224" y="115387"/>
                  <a:pt x="794023" y="105367"/>
                </a:cubicBezTo>
                <a:lnTo>
                  <a:pt x="801309" y="94675"/>
                </a:lnTo>
                <a:lnTo>
                  <a:pt x="786091" y="66415"/>
                </a:lnTo>
                <a:cubicBezTo>
                  <a:pt x="781117" y="57168"/>
                  <a:pt x="777402" y="51500"/>
                  <a:pt x="774947" y="49410"/>
                </a:cubicBezTo>
                <a:cubicBezTo>
                  <a:pt x="772492" y="47321"/>
                  <a:pt x="769753" y="46150"/>
                  <a:pt x="766731" y="45896"/>
                </a:cubicBezTo>
                <a:lnTo>
                  <a:pt x="766731" y="42496"/>
                </a:lnTo>
                <a:lnTo>
                  <a:pt x="815649" y="42496"/>
                </a:lnTo>
                <a:lnTo>
                  <a:pt x="815649" y="45896"/>
                </a:lnTo>
                <a:lnTo>
                  <a:pt x="813099" y="45990"/>
                </a:lnTo>
                <a:lnTo>
                  <a:pt x="808188" y="47708"/>
                </a:lnTo>
                <a:cubicBezTo>
                  <a:pt x="807685" y="48152"/>
                  <a:pt x="807433" y="48883"/>
                  <a:pt x="807433" y="49900"/>
                </a:cubicBezTo>
                <a:cubicBezTo>
                  <a:pt x="807433" y="50853"/>
                  <a:pt x="807590" y="51837"/>
                  <a:pt x="807905" y="52854"/>
                </a:cubicBezTo>
                <a:cubicBezTo>
                  <a:pt x="808094" y="53299"/>
                  <a:pt x="808975" y="55015"/>
                  <a:pt x="810549" y="58001"/>
                </a:cubicBezTo>
                <a:lnTo>
                  <a:pt x="817502" y="70909"/>
                </a:lnTo>
                <a:lnTo>
                  <a:pt x="821032" y="65727"/>
                </a:lnTo>
                <a:cubicBezTo>
                  <a:pt x="826068" y="58768"/>
                  <a:pt x="828587" y="53897"/>
                  <a:pt x="828587" y="51113"/>
                </a:cubicBezTo>
                <a:cubicBezTo>
                  <a:pt x="828587" y="49785"/>
                  <a:pt x="828036" y="48663"/>
                  <a:pt x="826934" y="47746"/>
                </a:cubicBezTo>
                <a:cubicBezTo>
                  <a:pt x="825832" y="46829"/>
                  <a:pt x="823865" y="46212"/>
                  <a:pt x="821032" y="45896"/>
                </a:cubicBezTo>
                <a:lnTo>
                  <a:pt x="821032" y="42496"/>
                </a:lnTo>
                <a:lnTo>
                  <a:pt x="852290" y="42496"/>
                </a:lnTo>
                <a:lnTo>
                  <a:pt x="852290" y="45896"/>
                </a:lnTo>
                <a:cubicBezTo>
                  <a:pt x="848450" y="46022"/>
                  <a:pt x="844861" y="47210"/>
                  <a:pt x="841524" y="49461"/>
                </a:cubicBezTo>
                <a:cubicBezTo>
                  <a:pt x="838188" y="51711"/>
                  <a:pt x="834442" y="56070"/>
                  <a:pt x="830286" y="62537"/>
                </a:cubicBezTo>
                <a:lnTo>
                  <a:pt x="820633" y="76723"/>
                </a:lnTo>
                <a:close/>
                <a:moveTo>
                  <a:pt x="914240" y="117856"/>
                </a:moveTo>
                <a:cubicBezTo>
                  <a:pt x="903474" y="127425"/>
                  <a:pt x="893810" y="132210"/>
                  <a:pt x="885248" y="132210"/>
                </a:cubicBezTo>
                <a:cubicBezTo>
                  <a:pt x="880211" y="132210"/>
                  <a:pt x="876025" y="130552"/>
                  <a:pt x="872688" y="127237"/>
                </a:cubicBezTo>
                <a:cubicBezTo>
                  <a:pt x="869351" y="123920"/>
                  <a:pt x="867683" y="119767"/>
                  <a:pt x="867683" y="114778"/>
                </a:cubicBezTo>
                <a:cubicBezTo>
                  <a:pt x="867683" y="108018"/>
                  <a:pt x="870579" y="101937"/>
                  <a:pt x="876371" y="96537"/>
                </a:cubicBezTo>
                <a:cubicBezTo>
                  <a:pt x="882163" y="91136"/>
                  <a:pt x="894786" y="83951"/>
                  <a:pt x="914240" y="74982"/>
                </a:cubicBezTo>
                <a:lnTo>
                  <a:pt x="914240" y="66105"/>
                </a:lnTo>
                <a:cubicBezTo>
                  <a:pt x="914240" y="59431"/>
                  <a:pt x="913878" y="55229"/>
                  <a:pt x="913154" y="53498"/>
                </a:cubicBezTo>
                <a:cubicBezTo>
                  <a:pt x="912430" y="51766"/>
                  <a:pt x="911060" y="50255"/>
                  <a:pt x="909046" y="48965"/>
                </a:cubicBezTo>
                <a:cubicBezTo>
                  <a:pt x="907031" y="47674"/>
                  <a:pt x="904765" y="47029"/>
                  <a:pt x="902246" y="47029"/>
                </a:cubicBezTo>
                <a:cubicBezTo>
                  <a:pt x="898154" y="47029"/>
                  <a:pt x="894786" y="47942"/>
                  <a:pt x="892142" y="49768"/>
                </a:cubicBezTo>
                <a:cubicBezTo>
                  <a:pt x="890505" y="50901"/>
                  <a:pt x="889686" y="52223"/>
                  <a:pt x="889686" y="53734"/>
                </a:cubicBezTo>
                <a:cubicBezTo>
                  <a:pt x="889686" y="55056"/>
                  <a:pt x="890568" y="56693"/>
                  <a:pt x="892331" y="58645"/>
                </a:cubicBezTo>
                <a:cubicBezTo>
                  <a:pt x="894723" y="61352"/>
                  <a:pt x="895919" y="63964"/>
                  <a:pt x="895919" y="66483"/>
                </a:cubicBezTo>
                <a:cubicBezTo>
                  <a:pt x="895919" y="69568"/>
                  <a:pt x="894770" y="72196"/>
                  <a:pt x="892472" y="74368"/>
                </a:cubicBezTo>
                <a:cubicBezTo>
                  <a:pt x="890174" y="76540"/>
                  <a:pt x="887168" y="77626"/>
                  <a:pt x="883454" y="77626"/>
                </a:cubicBezTo>
                <a:cubicBezTo>
                  <a:pt x="879487" y="77626"/>
                  <a:pt x="876166" y="76430"/>
                  <a:pt x="873491" y="74038"/>
                </a:cubicBezTo>
                <a:cubicBezTo>
                  <a:pt x="870815" y="71645"/>
                  <a:pt x="869477" y="68844"/>
                  <a:pt x="869477" y="65633"/>
                </a:cubicBezTo>
                <a:cubicBezTo>
                  <a:pt x="869477" y="61100"/>
                  <a:pt x="871272" y="56772"/>
                  <a:pt x="874860" y="52648"/>
                </a:cubicBezTo>
                <a:cubicBezTo>
                  <a:pt x="878449" y="48524"/>
                  <a:pt x="883454" y="45361"/>
                  <a:pt x="889875" y="43157"/>
                </a:cubicBezTo>
                <a:cubicBezTo>
                  <a:pt x="896297" y="40954"/>
                  <a:pt x="902970" y="39852"/>
                  <a:pt x="909896" y="39852"/>
                </a:cubicBezTo>
                <a:cubicBezTo>
                  <a:pt x="918269" y="39852"/>
                  <a:pt x="924895" y="41635"/>
                  <a:pt x="929774" y="45202"/>
                </a:cubicBezTo>
                <a:cubicBezTo>
                  <a:pt x="934654" y="48767"/>
                  <a:pt x="937817" y="52632"/>
                  <a:pt x="939265" y="56797"/>
                </a:cubicBezTo>
                <a:cubicBezTo>
                  <a:pt x="940147" y="59447"/>
                  <a:pt x="940587" y="65536"/>
                  <a:pt x="940587" y="75065"/>
                </a:cubicBezTo>
                <a:lnTo>
                  <a:pt x="940587" y="109424"/>
                </a:lnTo>
                <a:cubicBezTo>
                  <a:pt x="940587" y="113463"/>
                  <a:pt x="940745" y="116004"/>
                  <a:pt x="941059" y="117047"/>
                </a:cubicBezTo>
                <a:cubicBezTo>
                  <a:pt x="941374" y="118088"/>
                  <a:pt x="941846" y="118861"/>
                  <a:pt x="942476" y="119367"/>
                </a:cubicBezTo>
                <a:cubicBezTo>
                  <a:pt x="943106" y="119870"/>
                  <a:pt x="943830" y="120122"/>
                  <a:pt x="944648" y="120122"/>
                </a:cubicBezTo>
                <a:cubicBezTo>
                  <a:pt x="946285" y="120122"/>
                  <a:pt x="947953" y="118957"/>
                  <a:pt x="949653" y="116628"/>
                </a:cubicBezTo>
                <a:lnTo>
                  <a:pt x="952486" y="118894"/>
                </a:lnTo>
                <a:cubicBezTo>
                  <a:pt x="949338" y="123553"/>
                  <a:pt x="946080" y="126937"/>
                  <a:pt x="942712" y="129046"/>
                </a:cubicBezTo>
                <a:cubicBezTo>
                  <a:pt x="939344" y="131155"/>
                  <a:pt x="935519" y="132210"/>
                  <a:pt x="931238" y="132210"/>
                </a:cubicBezTo>
                <a:cubicBezTo>
                  <a:pt x="926202" y="132210"/>
                  <a:pt x="922267" y="131022"/>
                  <a:pt x="919434" y="128645"/>
                </a:cubicBezTo>
                <a:cubicBezTo>
                  <a:pt x="916601" y="126268"/>
                  <a:pt x="914869" y="122672"/>
                  <a:pt x="914240" y="117856"/>
                </a:cubicBezTo>
                <a:moveTo>
                  <a:pt x="914240" y="110867"/>
                </a:moveTo>
                <a:lnTo>
                  <a:pt x="914240" y="81327"/>
                </a:lnTo>
                <a:cubicBezTo>
                  <a:pt x="906622" y="85818"/>
                  <a:pt x="900956" y="90627"/>
                  <a:pt x="897241" y="95752"/>
                </a:cubicBezTo>
                <a:cubicBezTo>
                  <a:pt x="894786" y="99167"/>
                  <a:pt x="893558" y="102615"/>
                  <a:pt x="893558" y="106095"/>
                </a:cubicBezTo>
                <a:cubicBezTo>
                  <a:pt x="893558" y="109005"/>
                  <a:pt x="894597" y="111568"/>
                  <a:pt x="896675" y="113783"/>
                </a:cubicBezTo>
                <a:cubicBezTo>
                  <a:pt x="898249" y="115491"/>
                  <a:pt x="900452" y="116345"/>
                  <a:pt x="903285" y="116345"/>
                </a:cubicBezTo>
                <a:cubicBezTo>
                  <a:pt x="906433" y="116345"/>
                  <a:pt x="910085" y="114519"/>
                  <a:pt x="914240" y="110867"/>
                </a:cubicBezTo>
                <a:close/>
                <a:moveTo>
                  <a:pt x="998854" y="42496"/>
                </a:moveTo>
                <a:lnTo>
                  <a:pt x="998854" y="54206"/>
                </a:lnTo>
                <a:cubicBezTo>
                  <a:pt x="1003702" y="48882"/>
                  <a:pt x="1008187" y="45159"/>
                  <a:pt x="1012311" y="43036"/>
                </a:cubicBezTo>
                <a:cubicBezTo>
                  <a:pt x="1016435" y="40913"/>
                  <a:pt x="1020952" y="39852"/>
                  <a:pt x="1025863" y="39852"/>
                </a:cubicBezTo>
                <a:cubicBezTo>
                  <a:pt x="1031529" y="39852"/>
                  <a:pt x="1036282" y="41182"/>
                  <a:pt x="1040122" y="43842"/>
                </a:cubicBezTo>
                <a:cubicBezTo>
                  <a:pt x="1043963" y="46502"/>
                  <a:pt x="1046922" y="50555"/>
                  <a:pt x="1048999" y="56000"/>
                </a:cubicBezTo>
                <a:cubicBezTo>
                  <a:pt x="1054036" y="50301"/>
                  <a:pt x="1058868" y="46185"/>
                  <a:pt x="1063495" y="43653"/>
                </a:cubicBezTo>
                <a:cubicBezTo>
                  <a:pt x="1068123" y="41119"/>
                  <a:pt x="1072954" y="39852"/>
                  <a:pt x="1077991" y="39852"/>
                </a:cubicBezTo>
                <a:cubicBezTo>
                  <a:pt x="1084098" y="39852"/>
                  <a:pt x="1088961" y="41255"/>
                  <a:pt x="1092581" y="44060"/>
                </a:cubicBezTo>
                <a:cubicBezTo>
                  <a:pt x="1096201" y="46866"/>
                  <a:pt x="1098720" y="50428"/>
                  <a:pt x="1100136" y="54746"/>
                </a:cubicBezTo>
                <a:cubicBezTo>
                  <a:pt x="1101553" y="59065"/>
                  <a:pt x="1102261" y="65951"/>
                  <a:pt x="1102261" y="75407"/>
                </a:cubicBezTo>
                <a:lnTo>
                  <a:pt x="1102261" y="111623"/>
                </a:lnTo>
                <a:cubicBezTo>
                  <a:pt x="1102261" y="118422"/>
                  <a:pt x="1102875" y="122640"/>
                  <a:pt x="1104103" y="124277"/>
                </a:cubicBezTo>
                <a:cubicBezTo>
                  <a:pt x="1105330" y="125914"/>
                  <a:pt x="1107896" y="126984"/>
                  <a:pt x="1111799" y="127488"/>
                </a:cubicBezTo>
                <a:lnTo>
                  <a:pt x="1111799" y="130888"/>
                </a:lnTo>
                <a:lnTo>
                  <a:pt x="1066187" y="130888"/>
                </a:lnTo>
                <a:lnTo>
                  <a:pt x="1066187" y="127488"/>
                </a:lnTo>
                <a:cubicBezTo>
                  <a:pt x="1069775" y="127173"/>
                  <a:pt x="1072419" y="125788"/>
                  <a:pt x="1074119" y="123333"/>
                </a:cubicBezTo>
                <a:cubicBezTo>
                  <a:pt x="1075252" y="121633"/>
                  <a:pt x="1075819" y="117730"/>
                  <a:pt x="1075819" y="111623"/>
                </a:cubicBezTo>
                <a:lnTo>
                  <a:pt x="1075819" y="73660"/>
                </a:lnTo>
                <a:cubicBezTo>
                  <a:pt x="1075819" y="65790"/>
                  <a:pt x="1075504" y="60785"/>
                  <a:pt x="1074875" y="58645"/>
                </a:cubicBezTo>
                <a:cubicBezTo>
                  <a:pt x="1074245" y="56504"/>
                  <a:pt x="1073254" y="54914"/>
                  <a:pt x="1071900" y="53876"/>
                </a:cubicBezTo>
                <a:cubicBezTo>
                  <a:pt x="1070546" y="52837"/>
                  <a:pt x="1068957" y="52317"/>
                  <a:pt x="1067131" y="52317"/>
                </a:cubicBezTo>
                <a:cubicBezTo>
                  <a:pt x="1064424" y="52317"/>
                  <a:pt x="1061685" y="53309"/>
                  <a:pt x="1058915" y="55292"/>
                </a:cubicBezTo>
                <a:cubicBezTo>
                  <a:pt x="1056145" y="57275"/>
                  <a:pt x="1053343" y="60250"/>
                  <a:pt x="1050510" y="64216"/>
                </a:cubicBezTo>
                <a:lnTo>
                  <a:pt x="1050510" y="111623"/>
                </a:lnTo>
                <a:cubicBezTo>
                  <a:pt x="1050510" y="117982"/>
                  <a:pt x="1051045" y="121979"/>
                  <a:pt x="1052116" y="123616"/>
                </a:cubicBezTo>
                <a:cubicBezTo>
                  <a:pt x="1053564" y="125946"/>
                  <a:pt x="1056334" y="127236"/>
                  <a:pt x="1060426" y="127488"/>
                </a:cubicBezTo>
                <a:lnTo>
                  <a:pt x="1060426" y="130888"/>
                </a:lnTo>
                <a:lnTo>
                  <a:pt x="1014719" y="130888"/>
                </a:lnTo>
                <a:lnTo>
                  <a:pt x="1014719" y="127488"/>
                </a:lnTo>
                <a:cubicBezTo>
                  <a:pt x="1017175" y="127362"/>
                  <a:pt x="1019110" y="126748"/>
                  <a:pt x="1020527" y="125647"/>
                </a:cubicBezTo>
                <a:cubicBezTo>
                  <a:pt x="1021944" y="124545"/>
                  <a:pt x="1022888" y="123223"/>
                  <a:pt x="1023360" y="121680"/>
                </a:cubicBezTo>
                <a:cubicBezTo>
                  <a:pt x="1023832" y="120138"/>
                  <a:pt x="1024068" y="116785"/>
                  <a:pt x="1024068" y="111623"/>
                </a:cubicBezTo>
                <a:lnTo>
                  <a:pt x="1024068" y="73601"/>
                </a:lnTo>
                <a:cubicBezTo>
                  <a:pt x="1024068" y="65591"/>
                  <a:pt x="1023754" y="60578"/>
                  <a:pt x="1023124" y="58562"/>
                </a:cubicBezTo>
                <a:cubicBezTo>
                  <a:pt x="1022494" y="56543"/>
                  <a:pt x="1021440" y="54966"/>
                  <a:pt x="1019960" y="53831"/>
                </a:cubicBezTo>
                <a:cubicBezTo>
                  <a:pt x="1018481" y="52696"/>
                  <a:pt x="1016891" y="52128"/>
                  <a:pt x="1015191" y="52128"/>
                </a:cubicBezTo>
                <a:cubicBezTo>
                  <a:pt x="1012673" y="52128"/>
                  <a:pt x="1010375" y="52794"/>
                  <a:pt x="1008298" y="54126"/>
                </a:cubicBezTo>
                <a:cubicBezTo>
                  <a:pt x="1005339" y="56094"/>
                  <a:pt x="1002191" y="59457"/>
                  <a:pt x="998854" y="64216"/>
                </a:cubicBezTo>
                <a:lnTo>
                  <a:pt x="998854" y="111623"/>
                </a:lnTo>
                <a:cubicBezTo>
                  <a:pt x="998854" y="117856"/>
                  <a:pt x="999468" y="121964"/>
                  <a:pt x="1000695" y="123947"/>
                </a:cubicBezTo>
                <a:cubicBezTo>
                  <a:pt x="1001923" y="125930"/>
                  <a:pt x="1004489" y="127110"/>
                  <a:pt x="1008392" y="127488"/>
                </a:cubicBezTo>
                <a:lnTo>
                  <a:pt x="1008392" y="130888"/>
                </a:lnTo>
                <a:lnTo>
                  <a:pt x="962874" y="130888"/>
                </a:lnTo>
                <a:lnTo>
                  <a:pt x="962874" y="127488"/>
                </a:lnTo>
                <a:cubicBezTo>
                  <a:pt x="966588" y="127110"/>
                  <a:pt x="969233" y="125914"/>
                  <a:pt x="970807" y="123900"/>
                </a:cubicBezTo>
                <a:cubicBezTo>
                  <a:pt x="971877" y="122514"/>
                  <a:pt x="972412" y="118422"/>
                  <a:pt x="972412" y="111623"/>
                </a:cubicBezTo>
                <a:lnTo>
                  <a:pt x="972412" y="61761"/>
                </a:lnTo>
                <a:cubicBezTo>
                  <a:pt x="972412" y="55007"/>
                  <a:pt x="971798" y="50801"/>
                  <a:pt x="970571" y="49145"/>
                </a:cubicBezTo>
                <a:cubicBezTo>
                  <a:pt x="969343" y="47488"/>
                  <a:pt x="966777" y="46405"/>
                  <a:pt x="962874" y="45896"/>
                </a:cubicBezTo>
                <a:lnTo>
                  <a:pt x="962874" y="42496"/>
                </a:lnTo>
                <a:lnTo>
                  <a:pt x="998854" y="42496"/>
                </a:lnTo>
                <a:close/>
                <a:moveTo>
                  <a:pt x="1157504" y="121916"/>
                </a:moveTo>
                <a:lnTo>
                  <a:pt x="1157504" y="154686"/>
                </a:lnTo>
                <a:cubicBezTo>
                  <a:pt x="1157504" y="159279"/>
                  <a:pt x="1157866" y="162406"/>
                  <a:pt x="1158590" y="164064"/>
                </a:cubicBezTo>
                <a:cubicBezTo>
                  <a:pt x="1159314" y="165725"/>
                  <a:pt x="1160432" y="166938"/>
                  <a:pt x="1161943" y="167703"/>
                </a:cubicBezTo>
                <a:cubicBezTo>
                  <a:pt x="1163454" y="168468"/>
                  <a:pt x="1166413" y="168851"/>
                  <a:pt x="1170820" y="168851"/>
                </a:cubicBezTo>
                <a:lnTo>
                  <a:pt x="1170820" y="172251"/>
                </a:lnTo>
                <a:lnTo>
                  <a:pt x="1120486" y="172251"/>
                </a:lnTo>
                <a:lnTo>
                  <a:pt x="1120486" y="168851"/>
                </a:lnTo>
                <a:cubicBezTo>
                  <a:pt x="1124389" y="168723"/>
                  <a:pt x="1127285" y="167607"/>
                  <a:pt x="1129174" y="165501"/>
                </a:cubicBezTo>
                <a:cubicBezTo>
                  <a:pt x="1130433" y="164036"/>
                  <a:pt x="1131062" y="160242"/>
                  <a:pt x="1131062" y="154119"/>
                </a:cubicBezTo>
                <a:lnTo>
                  <a:pt x="1131062" y="61005"/>
                </a:lnTo>
                <a:cubicBezTo>
                  <a:pt x="1131062" y="54694"/>
                  <a:pt x="1130338" y="50662"/>
                  <a:pt x="1128890" y="48909"/>
                </a:cubicBezTo>
                <a:cubicBezTo>
                  <a:pt x="1127442" y="47156"/>
                  <a:pt x="1124641" y="46151"/>
                  <a:pt x="1120486" y="45896"/>
                </a:cubicBezTo>
                <a:lnTo>
                  <a:pt x="1120486" y="42496"/>
                </a:lnTo>
                <a:lnTo>
                  <a:pt x="1157504" y="42496"/>
                </a:lnTo>
                <a:lnTo>
                  <a:pt x="1157504" y="54112"/>
                </a:lnTo>
                <a:cubicBezTo>
                  <a:pt x="1160589" y="49579"/>
                  <a:pt x="1163737" y="46305"/>
                  <a:pt x="1166948" y="44290"/>
                </a:cubicBezTo>
                <a:cubicBezTo>
                  <a:pt x="1171544" y="41331"/>
                  <a:pt x="1176549" y="39852"/>
                  <a:pt x="1181963" y="39852"/>
                </a:cubicBezTo>
                <a:cubicBezTo>
                  <a:pt x="1188448" y="39852"/>
                  <a:pt x="1194350" y="41900"/>
                  <a:pt x="1199670" y="45996"/>
                </a:cubicBezTo>
                <a:cubicBezTo>
                  <a:pt x="1204990" y="50092"/>
                  <a:pt x="1209035" y="55748"/>
                  <a:pt x="1211805" y="62965"/>
                </a:cubicBezTo>
                <a:cubicBezTo>
                  <a:pt x="1214575" y="70181"/>
                  <a:pt x="1215960" y="77949"/>
                  <a:pt x="1215960" y="86267"/>
                </a:cubicBezTo>
                <a:cubicBezTo>
                  <a:pt x="1215960" y="95215"/>
                  <a:pt x="1214528" y="103391"/>
                  <a:pt x="1211663" y="110797"/>
                </a:cubicBezTo>
                <a:cubicBezTo>
                  <a:pt x="1208799" y="118202"/>
                  <a:pt x="1204643" y="123842"/>
                  <a:pt x="1199198" y="127718"/>
                </a:cubicBezTo>
                <a:cubicBezTo>
                  <a:pt x="1193752" y="131594"/>
                  <a:pt x="1187692" y="133532"/>
                  <a:pt x="1181019" y="133532"/>
                </a:cubicBezTo>
                <a:cubicBezTo>
                  <a:pt x="1176171" y="133532"/>
                  <a:pt x="1171638" y="132462"/>
                  <a:pt x="1167420" y="130321"/>
                </a:cubicBezTo>
                <a:cubicBezTo>
                  <a:pt x="1164272" y="128684"/>
                  <a:pt x="1160967" y="125883"/>
                  <a:pt x="1157504" y="121916"/>
                </a:cubicBezTo>
                <a:moveTo>
                  <a:pt x="1157504" y="112364"/>
                </a:moveTo>
                <a:cubicBezTo>
                  <a:pt x="1162919" y="120054"/>
                  <a:pt x="1168711" y="123900"/>
                  <a:pt x="1174880" y="123900"/>
                </a:cubicBezTo>
                <a:cubicBezTo>
                  <a:pt x="1178280" y="123900"/>
                  <a:pt x="1181082" y="122103"/>
                  <a:pt x="1183285" y="118511"/>
                </a:cubicBezTo>
                <a:cubicBezTo>
                  <a:pt x="1186559" y="113215"/>
                  <a:pt x="1188196" y="103128"/>
                  <a:pt x="1188196" y="88250"/>
                </a:cubicBezTo>
                <a:cubicBezTo>
                  <a:pt x="1188196" y="72995"/>
                  <a:pt x="1186402" y="62562"/>
                  <a:pt x="1182813" y="56951"/>
                </a:cubicBezTo>
                <a:cubicBezTo>
                  <a:pt x="1180421" y="53232"/>
                  <a:pt x="1177210" y="51373"/>
                  <a:pt x="1173181" y="51373"/>
                </a:cubicBezTo>
                <a:cubicBezTo>
                  <a:pt x="1166822" y="51373"/>
                  <a:pt x="1161597" y="55975"/>
                  <a:pt x="1157504" y="65178"/>
                </a:cubicBezTo>
                <a:lnTo>
                  <a:pt x="1157504" y="112364"/>
                </a:lnTo>
                <a:close/>
                <a:moveTo>
                  <a:pt x="1265415" y="2833"/>
                </a:moveTo>
                <a:lnTo>
                  <a:pt x="1265415" y="112567"/>
                </a:lnTo>
                <a:cubicBezTo>
                  <a:pt x="1265415" y="118800"/>
                  <a:pt x="1266139" y="122782"/>
                  <a:pt x="1267587" y="124513"/>
                </a:cubicBezTo>
                <a:cubicBezTo>
                  <a:pt x="1269035" y="126245"/>
                  <a:pt x="1271868" y="127236"/>
                  <a:pt x="1276086" y="127488"/>
                </a:cubicBezTo>
                <a:lnTo>
                  <a:pt x="1276086" y="130888"/>
                </a:lnTo>
                <a:lnTo>
                  <a:pt x="1228396" y="130888"/>
                </a:lnTo>
                <a:lnTo>
                  <a:pt x="1228396" y="127488"/>
                </a:lnTo>
                <a:cubicBezTo>
                  <a:pt x="1232299" y="127362"/>
                  <a:pt x="1235195" y="126229"/>
                  <a:pt x="1237084" y="124088"/>
                </a:cubicBezTo>
                <a:cubicBezTo>
                  <a:pt x="1238343" y="122640"/>
                  <a:pt x="1238973" y="118800"/>
                  <a:pt x="1238973" y="112567"/>
                </a:cubicBezTo>
                <a:lnTo>
                  <a:pt x="1238973" y="21154"/>
                </a:lnTo>
                <a:cubicBezTo>
                  <a:pt x="1238973" y="14944"/>
                  <a:pt x="1238249" y="10969"/>
                  <a:pt x="1236801" y="9228"/>
                </a:cubicBezTo>
                <a:cubicBezTo>
                  <a:pt x="1235353" y="7485"/>
                  <a:pt x="1232551" y="6487"/>
                  <a:pt x="1228396" y="6233"/>
                </a:cubicBezTo>
                <a:lnTo>
                  <a:pt x="1228396" y="2833"/>
                </a:lnTo>
                <a:lnTo>
                  <a:pt x="1265415" y="2833"/>
                </a:lnTo>
                <a:close/>
                <a:moveTo>
                  <a:pt x="1359411" y="83481"/>
                </a:moveTo>
                <a:lnTo>
                  <a:pt x="1310965" y="83481"/>
                </a:lnTo>
                <a:cubicBezTo>
                  <a:pt x="1311532" y="95223"/>
                  <a:pt x="1314648" y="104502"/>
                  <a:pt x="1320314" y="111319"/>
                </a:cubicBezTo>
                <a:cubicBezTo>
                  <a:pt x="1324658" y="116558"/>
                  <a:pt x="1329884" y="119178"/>
                  <a:pt x="1335991" y="119178"/>
                </a:cubicBezTo>
                <a:cubicBezTo>
                  <a:pt x="1339768" y="119178"/>
                  <a:pt x="1343199" y="118123"/>
                  <a:pt x="1346284" y="116014"/>
                </a:cubicBezTo>
                <a:cubicBezTo>
                  <a:pt x="1349369" y="113905"/>
                  <a:pt x="1352674" y="110112"/>
                  <a:pt x="1356200" y="104635"/>
                </a:cubicBezTo>
                <a:lnTo>
                  <a:pt x="1359411" y="106712"/>
                </a:lnTo>
                <a:cubicBezTo>
                  <a:pt x="1354626" y="116471"/>
                  <a:pt x="1349338" y="123380"/>
                  <a:pt x="1343545" y="127441"/>
                </a:cubicBezTo>
                <a:cubicBezTo>
                  <a:pt x="1337753" y="131502"/>
                  <a:pt x="1331048" y="133532"/>
                  <a:pt x="1323431" y="133532"/>
                </a:cubicBezTo>
                <a:cubicBezTo>
                  <a:pt x="1310336" y="133532"/>
                  <a:pt x="1300420" y="128490"/>
                  <a:pt x="1293683" y="118408"/>
                </a:cubicBezTo>
                <a:cubicBezTo>
                  <a:pt x="1288269" y="110278"/>
                  <a:pt x="1285562" y="100195"/>
                  <a:pt x="1285562" y="88159"/>
                </a:cubicBezTo>
                <a:cubicBezTo>
                  <a:pt x="1285562" y="73411"/>
                  <a:pt x="1289544" y="61673"/>
                  <a:pt x="1297508" y="52946"/>
                </a:cubicBezTo>
                <a:cubicBezTo>
                  <a:pt x="1305472" y="44217"/>
                  <a:pt x="1314806" y="39852"/>
                  <a:pt x="1325508" y="39852"/>
                </a:cubicBezTo>
                <a:cubicBezTo>
                  <a:pt x="1334448" y="39852"/>
                  <a:pt x="1342208" y="43519"/>
                  <a:pt x="1348787" y="50854"/>
                </a:cubicBezTo>
                <a:cubicBezTo>
                  <a:pt x="1355366" y="58188"/>
                  <a:pt x="1358907" y="69064"/>
                  <a:pt x="1359411" y="83481"/>
                </a:cubicBezTo>
                <a:moveTo>
                  <a:pt x="1336179" y="77248"/>
                </a:moveTo>
                <a:cubicBezTo>
                  <a:pt x="1336179" y="67112"/>
                  <a:pt x="1335629" y="60155"/>
                  <a:pt x="1334527" y="56378"/>
                </a:cubicBezTo>
                <a:cubicBezTo>
                  <a:pt x="1333425" y="52601"/>
                  <a:pt x="1331710" y="49736"/>
                  <a:pt x="1329380" y="47784"/>
                </a:cubicBezTo>
                <a:cubicBezTo>
                  <a:pt x="1328058" y="46651"/>
                  <a:pt x="1326295" y="46085"/>
                  <a:pt x="1324092" y="46085"/>
                </a:cubicBezTo>
                <a:cubicBezTo>
                  <a:pt x="1320818" y="46085"/>
                  <a:pt x="1318142" y="47690"/>
                  <a:pt x="1316065" y="50901"/>
                </a:cubicBezTo>
                <a:cubicBezTo>
                  <a:pt x="1312350" y="56504"/>
                  <a:pt x="1310493" y="64185"/>
                  <a:pt x="1310493" y="73943"/>
                </a:cubicBezTo>
                <a:lnTo>
                  <a:pt x="1310493" y="77248"/>
                </a:lnTo>
                <a:lnTo>
                  <a:pt x="1336179" y="77248"/>
                </a:lnTo>
                <a:close/>
                <a:moveTo>
                  <a:pt x="1426300" y="40230"/>
                </a:moveTo>
                <a:lnTo>
                  <a:pt x="1427717" y="70449"/>
                </a:lnTo>
                <a:lnTo>
                  <a:pt x="1424506" y="70449"/>
                </a:lnTo>
                <a:cubicBezTo>
                  <a:pt x="1420666" y="61436"/>
                  <a:pt x="1416684" y="55280"/>
                  <a:pt x="1412560" y="51981"/>
                </a:cubicBezTo>
                <a:cubicBezTo>
                  <a:pt x="1408436" y="48680"/>
                  <a:pt x="1404328" y="47029"/>
                  <a:pt x="1400236" y="47029"/>
                </a:cubicBezTo>
                <a:cubicBezTo>
                  <a:pt x="1397655" y="47029"/>
                  <a:pt x="1395451" y="47895"/>
                  <a:pt x="1393626" y="49626"/>
                </a:cubicBezTo>
                <a:cubicBezTo>
                  <a:pt x="1391800" y="51357"/>
                  <a:pt x="1390887" y="53356"/>
                  <a:pt x="1390887" y="55623"/>
                </a:cubicBezTo>
                <a:cubicBezTo>
                  <a:pt x="1390887" y="57322"/>
                  <a:pt x="1391517" y="58959"/>
                  <a:pt x="1392776" y="60533"/>
                </a:cubicBezTo>
                <a:cubicBezTo>
                  <a:pt x="1394790" y="63114"/>
                  <a:pt x="1400425" y="67537"/>
                  <a:pt x="1409680" y="73801"/>
                </a:cubicBezTo>
                <a:cubicBezTo>
                  <a:pt x="1418934" y="80066"/>
                  <a:pt x="1425026" y="85386"/>
                  <a:pt x="1427953" y="89761"/>
                </a:cubicBezTo>
                <a:cubicBezTo>
                  <a:pt x="1430881" y="94137"/>
                  <a:pt x="1432344" y="99031"/>
                  <a:pt x="1432344" y="104446"/>
                </a:cubicBezTo>
                <a:cubicBezTo>
                  <a:pt x="1432344" y="109356"/>
                  <a:pt x="1431117" y="114173"/>
                  <a:pt x="1428661" y="118894"/>
                </a:cubicBezTo>
                <a:cubicBezTo>
                  <a:pt x="1426206" y="123616"/>
                  <a:pt x="1422743" y="127236"/>
                  <a:pt x="1418273" y="129755"/>
                </a:cubicBezTo>
                <a:cubicBezTo>
                  <a:pt x="1413803" y="132273"/>
                  <a:pt x="1408861" y="133532"/>
                  <a:pt x="1403447" y="133532"/>
                </a:cubicBezTo>
                <a:cubicBezTo>
                  <a:pt x="1399229" y="133532"/>
                  <a:pt x="1393594" y="132185"/>
                  <a:pt x="1386543" y="129492"/>
                </a:cubicBezTo>
                <a:cubicBezTo>
                  <a:pt x="1384654" y="128786"/>
                  <a:pt x="1383364" y="128432"/>
                  <a:pt x="1382671" y="128432"/>
                </a:cubicBezTo>
                <a:cubicBezTo>
                  <a:pt x="1380594" y="128432"/>
                  <a:pt x="1378862" y="130006"/>
                  <a:pt x="1377477" y="133154"/>
                </a:cubicBezTo>
                <a:lnTo>
                  <a:pt x="1374361" y="133154"/>
                </a:lnTo>
                <a:lnTo>
                  <a:pt x="1372850" y="101424"/>
                </a:lnTo>
                <a:lnTo>
                  <a:pt x="1376061" y="101424"/>
                </a:lnTo>
                <a:cubicBezTo>
                  <a:pt x="1378894" y="109734"/>
                  <a:pt x="1382781" y="115967"/>
                  <a:pt x="1387724" y="120122"/>
                </a:cubicBezTo>
                <a:cubicBezTo>
                  <a:pt x="1392666" y="124277"/>
                  <a:pt x="1397340" y="126355"/>
                  <a:pt x="1401747" y="126355"/>
                </a:cubicBezTo>
                <a:cubicBezTo>
                  <a:pt x="1404769" y="126355"/>
                  <a:pt x="1407240" y="125426"/>
                  <a:pt x="1409160" y="123569"/>
                </a:cubicBezTo>
                <a:cubicBezTo>
                  <a:pt x="1411081" y="121712"/>
                  <a:pt x="1412041" y="119461"/>
                  <a:pt x="1412041" y="116817"/>
                </a:cubicBezTo>
                <a:cubicBezTo>
                  <a:pt x="1412041" y="113795"/>
                  <a:pt x="1411096" y="111182"/>
                  <a:pt x="1409208" y="108979"/>
                </a:cubicBezTo>
                <a:cubicBezTo>
                  <a:pt x="1407319" y="106775"/>
                  <a:pt x="1403101" y="103438"/>
                  <a:pt x="1396553" y="98969"/>
                </a:cubicBezTo>
                <a:cubicBezTo>
                  <a:pt x="1386921" y="92295"/>
                  <a:pt x="1380688" y="87196"/>
                  <a:pt x="1377855" y="83670"/>
                </a:cubicBezTo>
                <a:cubicBezTo>
                  <a:pt x="1373700" y="78507"/>
                  <a:pt x="1371622" y="72810"/>
                  <a:pt x="1371622" y="66577"/>
                </a:cubicBezTo>
                <a:cubicBezTo>
                  <a:pt x="1371622" y="59778"/>
                  <a:pt x="1373967" y="53624"/>
                  <a:pt x="1378658" y="48115"/>
                </a:cubicBezTo>
                <a:cubicBezTo>
                  <a:pt x="1383348" y="42606"/>
                  <a:pt x="1390132" y="39852"/>
                  <a:pt x="1399009" y="39852"/>
                </a:cubicBezTo>
                <a:cubicBezTo>
                  <a:pt x="1403793" y="39852"/>
                  <a:pt x="1408421" y="41062"/>
                  <a:pt x="1412891" y="43482"/>
                </a:cubicBezTo>
                <a:cubicBezTo>
                  <a:pt x="1414590" y="44461"/>
                  <a:pt x="1415976" y="44951"/>
                  <a:pt x="1417046" y="44951"/>
                </a:cubicBezTo>
                <a:cubicBezTo>
                  <a:pt x="1418179" y="44951"/>
                  <a:pt x="1419092" y="44715"/>
                  <a:pt x="1419784" y="44243"/>
                </a:cubicBezTo>
                <a:cubicBezTo>
                  <a:pt x="1420477" y="43771"/>
                  <a:pt x="1421579" y="42433"/>
                  <a:pt x="1423090" y="40230"/>
                </a:cubicBezTo>
                <a:lnTo>
                  <a:pt x="1426300" y="402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082EB8-51B7-4316-8C01-68E3DFFB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608" y="1367399"/>
            <a:ext cx="7334605" cy="2070069"/>
          </a:xfrm>
          <a:custGeom xmlns:a="http://schemas.openxmlformats.org/drawingml/2006/main">
            <a:pathLst>
              <a:path w="7334605" h="2070069">
                <a:moveTo>
                  <a:pt x="31083" y="1560366"/>
                </a:moveTo>
                <a:lnTo>
                  <a:pt x="31083" y="1987182"/>
                </a:lnTo>
                <a:lnTo>
                  <a:pt x="0" y="1987182"/>
                </a:lnTo>
                <a:lnTo>
                  <a:pt x="41444" y="2070069"/>
                </a:lnTo>
                <a:lnTo>
                  <a:pt x="82888" y="1987182"/>
                </a:lnTo>
                <a:lnTo>
                  <a:pt x="51805" y="1987182"/>
                </a:lnTo>
                <a:lnTo>
                  <a:pt x="51805" y="1581088"/>
                </a:lnTo>
                <a:lnTo>
                  <a:pt x="7334605" y="1581088"/>
                </a:lnTo>
                <a:lnTo>
                  <a:pt x="7334605" y="0"/>
                </a:lnTo>
                <a:lnTo>
                  <a:pt x="7059611" y="0"/>
                </a:lnTo>
                <a:lnTo>
                  <a:pt x="7059611" y="20722"/>
                </a:lnTo>
                <a:lnTo>
                  <a:pt x="7313883" y="20722"/>
                </a:lnTo>
                <a:lnTo>
                  <a:pt x="7313883" y="1560366"/>
                </a:lnTo>
                <a:lnTo>
                  <a:pt x="31083" y="15603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0EF17-62CC-477B-8BEC-3C5144B4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1" y="2672877"/>
            <a:ext cx="1029186" cy="366086"/>
          </a:xfrm>
          <a:custGeom xmlns:a="http://schemas.openxmlformats.org/drawingml/2006/main">
            <a:pathLst>
              <a:path w="1029186" h="366086">
                <a:moveTo>
                  <a:pt x="0" y="0"/>
                </a:moveTo>
                <a:lnTo>
                  <a:pt x="1029186" y="0"/>
                </a:lnTo>
                <a:lnTo>
                  <a:pt x="1029186" y="366086"/>
                </a:lnTo>
                <a:lnTo>
                  <a:pt x="0" y="3660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CF6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Update">
            <a:extLst xmlns:a="http://schemas.openxmlformats.org/drawingml/2006/main">
              <a:ext uri="{FF2B5EF4-FFF2-40B4-BE49-F238E27FC236}">
                <a16:creationId xmlns:a16="http://schemas.microsoft.com/office/drawing/2014/main" id="{41CFDB8A-5DA0-4D4C-BD3E-3712F0DB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93" y="2789006"/>
            <a:ext cx="677240" cy="193620"/>
          </a:xfrm>
          <a:custGeom xmlns:a="http://schemas.openxmlformats.org/drawingml/2006/main">
            <a:pathLst>
              <a:path w="677240" h="193620">
                <a:moveTo>
                  <a:pt x="0" y="0"/>
                </a:moveTo>
                <a:lnTo>
                  <a:pt x="75549" y="0"/>
                </a:lnTo>
                <a:lnTo>
                  <a:pt x="75549" y="3885"/>
                </a:lnTo>
                <a:lnTo>
                  <a:pt x="71771" y="3885"/>
                </a:lnTo>
                <a:cubicBezTo>
                  <a:pt x="66087" y="3885"/>
                  <a:pt x="62184" y="4482"/>
                  <a:pt x="60061" y="5676"/>
                </a:cubicBezTo>
                <a:cubicBezTo>
                  <a:pt x="57939" y="6868"/>
                  <a:pt x="56428" y="8513"/>
                  <a:pt x="55528" y="10611"/>
                </a:cubicBezTo>
                <a:cubicBezTo>
                  <a:pt x="54629" y="12706"/>
                  <a:pt x="54179" y="17947"/>
                  <a:pt x="54179" y="26334"/>
                </a:cubicBezTo>
                <a:lnTo>
                  <a:pt x="54179" y="97859"/>
                </a:lnTo>
                <a:cubicBezTo>
                  <a:pt x="54179" y="110929"/>
                  <a:pt x="55168" y="119584"/>
                  <a:pt x="57147" y="123822"/>
                </a:cubicBezTo>
                <a:cubicBezTo>
                  <a:pt x="59126" y="128058"/>
                  <a:pt x="62381" y="131577"/>
                  <a:pt x="66914" y="134379"/>
                </a:cubicBezTo>
                <a:cubicBezTo>
                  <a:pt x="71447" y="137178"/>
                  <a:pt x="77167" y="138578"/>
                  <a:pt x="84075" y="138578"/>
                </a:cubicBezTo>
                <a:cubicBezTo>
                  <a:pt x="91989" y="138578"/>
                  <a:pt x="98735" y="136800"/>
                  <a:pt x="104311" y="133245"/>
                </a:cubicBezTo>
                <a:cubicBezTo>
                  <a:pt x="109887" y="129690"/>
                  <a:pt x="114060" y="124790"/>
                  <a:pt x="116830" y="118544"/>
                </a:cubicBezTo>
                <a:cubicBezTo>
                  <a:pt x="119600" y="112295"/>
                  <a:pt x="120986" y="101415"/>
                  <a:pt x="120986" y="85903"/>
                </a:cubicBezTo>
                <a:lnTo>
                  <a:pt x="120986" y="26334"/>
                </a:lnTo>
                <a:cubicBezTo>
                  <a:pt x="120986" y="19755"/>
                  <a:pt x="120302" y="15056"/>
                  <a:pt x="118935" y="12236"/>
                </a:cubicBezTo>
                <a:cubicBezTo>
                  <a:pt x="117568" y="9417"/>
                  <a:pt x="115841" y="7465"/>
                  <a:pt x="113754" y="6381"/>
                </a:cubicBezTo>
                <a:cubicBezTo>
                  <a:pt x="110517" y="4717"/>
                  <a:pt x="105948" y="3885"/>
                  <a:pt x="100048" y="3885"/>
                </a:cubicBezTo>
                <a:lnTo>
                  <a:pt x="100048" y="0"/>
                </a:lnTo>
                <a:lnTo>
                  <a:pt x="150665" y="0"/>
                </a:lnTo>
                <a:lnTo>
                  <a:pt x="150665" y="3885"/>
                </a:lnTo>
                <a:lnTo>
                  <a:pt x="147643" y="3885"/>
                </a:lnTo>
                <a:cubicBezTo>
                  <a:pt x="143542" y="3885"/>
                  <a:pt x="140124" y="4717"/>
                  <a:pt x="137390" y="6381"/>
                </a:cubicBezTo>
                <a:cubicBezTo>
                  <a:pt x="134656" y="8043"/>
                  <a:pt x="132678" y="10536"/>
                  <a:pt x="131454" y="13862"/>
                </a:cubicBezTo>
                <a:cubicBezTo>
                  <a:pt x="130519" y="16175"/>
                  <a:pt x="130051" y="20333"/>
                  <a:pt x="130051" y="26334"/>
                </a:cubicBezTo>
                <a:lnTo>
                  <a:pt x="130051" y="81818"/>
                </a:lnTo>
                <a:cubicBezTo>
                  <a:pt x="130051" y="98985"/>
                  <a:pt x="128918" y="111376"/>
                  <a:pt x="126652" y="118989"/>
                </a:cubicBezTo>
                <a:cubicBezTo>
                  <a:pt x="124385" y="126602"/>
                  <a:pt x="118863" y="133605"/>
                  <a:pt x="110085" y="139997"/>
                </a:cubicBezTo>
                <a:cubicBezTo>
                  <a:pt x="101307" y="146390"/>
                  <a:pt x="89327" y="149586"/>
                  <a:pt x="74145" y="149586"/>
                </a:cubicBezTo>
                <a:cubicBezTo>
                  <a:pt x="61482" y="149586"/>
                  <a:pt x="51697" y="147899"/>
                  <a:pt x="44789" y="144524"/>
                </a:cubicBezTo>
                <a:cubicBezTo>
                  <a:pt x="35364" y="139926"/>
                  <a:pt x="28708" y="134036"/>
                  <a:pt x="24823" y="126854"/>
                </a:cubicBezTo>
                <a:cubicBezTo>
                  <a:pt x="20938" y="119670"/>
                  <a:pt x="18995" y="110010"/>
                  <a:pt x="18995" y="97872"/>
                </a:cubicBezTo>
                <a:lnTo>
                  <a:pt x="18995" y="26334"/>
                </a:lnTo>
                <a:cubicBezTo>
                  <a:pt x="18995" y="17875"/>
                  <a:pt x="18527" y="12616"/>
                  <a:pt x="17592" y="10557"/>
                </a:cubicBezTo>
                <a:cubicBezTo>
                  <a:pt x="16657" y="8495"/>
                  <a:pt x="15038" y="6850"/>
                  <a:pt x="12735" y="5622"/>
                </a:cubicBezTo>
                <a:cubicBezTo>
                  <a:pt x="10433" y="4392"/>
                  <a:pt x="6188" y="3813"/>
                  <a:pt x="0" y="3885"/>
                </a:cubicBezTo>
                <a:lnTo>
                  <a:pt x="0" y="0"/>
                </a:lnTo>
                <a:close/>
                <a:moveTo>
                  <a:pt x="200922" y="136095"/>
                </a:moveTo>
                <a:lnTo>
                  <a:pt x="200922" y="173546"/>
                </a:lnTo>
                <a:cubicBezTo>
                  <a:pt x="200922" y="178796"/>
                  <a:pt x="201336" y="182369"/>
                  <a:pt x="202163" y="184264"/>
                </a:cubicBezTo>
                <a:cubicBezTo>
                  <a:pt x="202991" y="186162"/>
                  <a:pt x="204268" y="187548"/>
                  <a:pt x="205994" y="188423"/>
                </a:cubicBezTo>
                <a:cubicBezTo>
                  <a:pt x="207721" y="189297"/>
                  <a:pt x="211103" y="189735"/>
                  <a:pt x="216140" y="189735"/>
                </a:cubicBezTo>
                <a:lnTo>
                  <a:pt x="216140" y="193620"/>
                </a:lnTo>
                <a:lnTo>
                  <a:pt x="158615" y="193620"/>
                </a:lnTo>
                <a:lnTo>
                  <a:pt x="158615" y="189735"/>
                </a:lnTo>
                <a:cubicBezTo>
                  <a:pt x="163076" y="189589"/>
                  <a:pt x="166385" y="188313"/>
                  <a:pt x="168544" y="185907"/>
                </a:cubicBezTo>
                <a:cubicBezTo>
                  <a:pt x="169983" y="184232"/>
                  <a:pt x="170703" y="179895"/>
                  <a:pt x="170703" y="172898"/>
                </a:cubicBezTo>
                <a:lnTo>
                  <a:pt x="170703" y="66483"/>
                </a:lnTo>
                <a:cubicBezTo>
                  <a:pt x="170703" y="59270"/>
                  <a:pt x="169875" y="54661"/>
                  <a:pt x="168220" y="52658"/>
                </a:cubicBezTo>
                <a:cubicBezTo>
                  <a:pt x="166565" y="50655"/>
                  <a:pt x="163364" y="49507"/>
                  <a:pt x="158615" y="49214"/>
                </a:cubicBezTo>
                <a:lnTo>
                  <a:pt x="158615" y="45329"/>
                </a:lnTo>
                <a:lnTo>
                  <a:pt x="200922" y="45329"/>
                </a:lnTo>
                <a:lnTo>
                  <a:pt x="200922" y="58604"/>
                </a:lnTo>
                <a:cubicBezTo>
                  <a:pt x="204448" y="53424"/>
                  <a:pt x="208045" y="49682"/>
                  <a:pt x="211715" y="47380"/>
                </a:cubicBezTo>
                <a:cubicBezTo>
                  <a:pt x="216967" y="43998"/>
                  <a:pt x="222687" y="42307"/>
                  <a:pt x="228875" y="42307"/>
                </a:cubicBezTo>
                <a:cubicBezTo>
                  <a:pt x="236286" y="42307"/>
                  <a:pt x="243031" y="44648"/>
                  <a:pt x="249111" y="49329"/>
                </a:cubicBezTo>
                <a:cubicBezTo>
                  <a:pt x="255191" y="54010"/>
                  <a:pt x="259814" y="60475"/>
                  <a:pt x="262980" y="68722"/>
                </a:cubicBezTo>
                <a:cubicBezTo>
                  <a:pt x="266145" y="76970"/>
                  <a:pt x="267728" y="85846"/>
                  <a:pt x="267728" y="95353"/>
                </a:cubicBezTo>
                <a:cubicBezTo>
                  <a:pt x="267728" y="105579"/>
                  <a:pt x="266092" y="114924"/>
                  <a:pt x="262818" y="123387"/>
                </a:cubicBezTo>
                <a:cubicBezTo>
                  <a:pt x="259544" y="131850"/>
                  <a:pt x="254795" y="138296"/>
                  <a:pt x="248571" y="142726"/>
                </a:cubicBezTo>
                <a:cubicBezTo>
                  <a:pt x="242348" y="147155"/>
                  <a:pt x="235422" y="149370"/>
                  <a:pt x="227796" y="149370"/>
                </a:cubicBezTo>
                <a:cubicBezTo>
                  <a:pt x="222255" y="149370"/>
                  <a:pt x="217075" y="148147"/>
                  <a:pt x="212254" y="145701"/>
                </a:cubicBezTo>
                <a:cubicBezTo>
                  <a:pt x="208657" y="143830"/>
                  <a:pt x="204879" y="140628"/>
                  <a:pt x="200922" y="136095"/>
                </a:cubicBezTo>
                <a:moveTo>
                  <a:pt x="200922" y="125178"/>
                </a:moveTo>
                <a:cubicBezTo>
                  <a:pt x="207110" y="133967"/>
                  <a:pt x="213729" y="138362"/>
                  <a:pt x="220780" y="138362"/>
                </a:cubicBezTo>
                <a:cubicBezTo>
                  <a:pt x="224666" y="138362"/>
                  <a:pt x="227868" y="136309"/>
                  <a:pt x="230386" y="132203"/>
                </a:cubicBezTo>
                <a:cubicBezTo>
                  <a:pt x="234127" y="126150"/>
                  <a:pt x="235998" y="114622"/>
                  <a:pt x="235998" y="97619"/>
                </a:cubicBezTo>
                <a:cubicBezTo>
                  <a:pt x="235998" y="80185"/>
                  <a:pt x="233947" y="68261"/>
                  <a:pt x="229846" y="61849"/>
                </a:cubicBezTo>
                <a:cubicBezTo>
                  <a:pt x="227112" y="57599"/>
                  <a:pt x="223443" y="55474"/>
                  <a:pt x="218838" y="55474"/>
                </a:cubicBezTo>
                <a:cubicBezTo>
                  <a:pt x="211571" y="55474"/>
                  <a:pt x="205599" y="60733"/>
                  <a:pt x="200922" y="71252"/>
                </a:cubicBezTo>
                <a:lnTo>
                  <a:pt x="200922" y="125178"/>
                </a:lnTo>
                <a:close/>
                <a:moveTo>
                  <a:pt x="382852" y="0"/>
                </a:moveTo>
                <a:lnTo>
                  <a:pt x="382852" y="116129"/>
                </a:lnTo>
                <a:cubicBezTo>
                  <a:pt x="382852" y="123893"/>
                  <a:pt x="383068" y="128486"/>
                  <a:pt x="383500" y="129910"/>
                </a:cubicBezTo>
                <a:cubicBezTo>
                  <a:pt x="384075" y="132262"/>
                  <a:pt x="385173" y="134008"/>
                  <a:pt x="386792" y="135148"/>
                </a:cubicBezTo>
                <a:cubicBezTo>
                  <a:pt x="388410" y="136285"/>
                  <a:pt x="391234" y="136997"/>
                  <a:pt x="395264" y="137282"/>
                </a:cubicBezTo>
                <a:lnTo>
                  <a:pt x="395264" y="141168"/>
                </a:lnTo>
                <a:lnTo>
                  <a:pt x="352633" y="149370"/>
                </a:lnTo>
                <a:lnTo>
                  <a:pt x="352633" y="133397"/>
                </a:lnTo>
                <a:cubicBezTo>
                  <a:pt x="347524" y="139585"/>
                  <a:pt x="342973" y="143794"/>
                  <a:pt x="338980" y="146024"/>
                </a:cubicBezTo>
                <a:cubicBezTo>
                  <a:pt x="334987" y="148255"/>
                  <a:pt x="330472" y="149370"/>
                  <a:pt x="325435" y="149370"/>
                </a:cubicBezTo>
                <a:cubicBezTo>
                  <a:pt x="312556" y="149370"/>
                  <a:pt x="302375" y="143608"/>
                  <a:pt x="294892" y="132085"/>
                </a:cubicBezTo>
                <a:cubicBezTo>
                  <a:pt x="288848" y="122722"/>
                  <a:pt x="285826" y="111235"/>
                  <a:pt x="285826" y="97623"/>
                </a:cubicBezTo>
                <a:cubicBezTo>
                  <a:pt x="285826" y="86747"/>
                  <a:pt x="287697" y="77006"/>
                  <a:pt x="291439" y="68398"/>
                </a:cubicBezTo>
                <a:cubicBezTo>
                  <a:pt x="295180" y="59791"/>
                  <a:pt x="300306" y="53291"/>
                  <a:pt x="306818" y="48897"/>
                </a:cubicBezTo>
                <a:cubicBezTo>
                  <a:pt x="313330" y="44504"/>
                  <a:pt x="320327" y="42307"/>
                  <a:pt x="327810" y="42307"/>
                </a:cubicBezTo>
                <a:cubicBezTo>
                  <a:pt x="332630" y="42307"/>
                  <a:pt x="336912" y="43250"/>
                  <a:pt x="340653" y="45137"/>
                </a:cubicBezTo>
                <a:cubicBezTo>
                  <a:pt x="344394" y="47023"/>
                  <a:pt x="348388" y="50325"/>
                  <a:pt x="352633" y="55042"/>
                </a:cubicBezTo>
                <a:lnTo>
                  <a:pt x="352633" y="24607"/>
                </a:lnTo>
                <a:cubicBezTo>
                  <a:pt x="352633" y="16908"/>
                  <a:pt x="352309" y="12268"/>
                  <a:pt x="351661" y="10685"/>
                </a:cubicBezTo>
                <a:cubicBezTo>
                  <a:pt x="350798" y="8598"/>
                  <a:pt x="349503" y="7051"/>
                  <a:pt x="347776" y="6044"/>
                </a:cubicBezTo>
                <a:cubicBezTo>
                  <a:pt x="346049" y="5037"/>
                  <a:pt x="342811" y="4533"/>
                  <a:pt x="338063" y="4533"/>
                </a:cubicBezTo>
                <a:lnTo>
                  <a:pt x="338063" y="0"/>
                </a:lnTo>
                <a:lnTo>
                  <a:pt x="382852" y="0"/>
                </a:lnTo>
                <a:moveTo>
                  <a:pt x="352633" y="68210"/>
                </a:moveTo>
                <a:cubicBezTo>
                  <a:pt x="347308" y="58136"/>
                  <a:pt x="340797" y="53100"/>
                  <a:pt x="333098" y="53100"/>
                </a:cubicBezTo>
                <a:cubicBezTo>
                  <a:pt x="330436" y="53100"/>
                  <a:pt x="328241" y="53819"/>
                  <a:pt x="326515" y="55258"/>
                </a:cubicBezTo>
                <a:cubicBezTo>
                  <a:pt x="323852" y="57489"/>
                  <a:pt x="321676" y="61410"/>
                  <a:pt x="319985" y="67022"/>
                </a:cubicBezTo>
                <a:cubicBezTo>
                  <a:pt x="318294" y="72634"/>
                  <a:pt x="317449" y="81233"/>
                  <a:pt x="317449" y="92817"/>
                </a:cubicBezTo>
                <a:cubicBezTo>
                  <a:pt x="317449" y="105552"/>
                  <a:pt x="318384" y="114978"/>
                  <a:pt x="320255" y="121093"/>
                </a:cubicBezTo>
                <a:cubicBezTo>
                  <a:pt x="322126" y="127209"/>
                  <a:pt x="324680" y="131634"/>
                  <a:pt x="327918" y="134368"/>
                </a:cubicBezTo>
                <a:cubicBezTo>
                  <a:pt x="329573" y="135735"/>
                  <a:pt x="331839" y="136419"/>
                  <a:pt x="334717" y="136419"/>
                </a:cubicBezTo>
                <a:cubicBezTo>
                  <a:pt x="341049" y="136419"/>
                  <a:pt x="347021" y="131439"/>
                  <a:pt x="352633" y="121478"/>
                </a:cubicBezTo>
                <a:lnTo>
                  <a:pt x="352633" y="68210"/>
                </a:lnTo>
                <a:close/>
                <a:moveTo>
                  <a:pt x="463332" y="131454"/>
                </a:moveTo>
                <a:cubicBezTo>
                  <a:pt x="451028" y="142391"/>
                  <a:pt x="439984" y="147859"/>
                  <a:pt x="430198" y="147859"/>
                </a:cubicBezTo>
                <a:cubicBezTo>
                  <a:pt x="424442" y="147859"/>
                  <a:pt x="419657" y="145965"/>
                  <a:pt x="415844" y="142176"/>
                </a:cubicBezTo>
                <a:cubicBezTo>
                  <a:pt x="412031" y="138385"/>
                  <a:pt x="410124" y="133639"/>
                  <a:pt x="410124" y="127937"/>
                </a:cubicBezTo>
                <a:cubicBezTo>
                  <a:pt x="410124" y="120211"/>
                  <a:pt x="413434" y="113262"/>
                  <a:pt x="420053" y="107090"/>
                </a:cubicBezTo>
                <a:cubicBezTo>
                  <a:pt x="426673" y="100918"/>
                  <a:pt x="441099" y="92707"/>
                  <a:pt x="463332" y="82456"/>
                </a:cubicBezTo>
                <a:lnTo>
                  <a:pt x="463332" y="72311"/>
                </a:lnTo>
                <a:cubicBezTo>
                  <a:pt x="463332" y="64684"/>
                  <a:pt x="462918" y="59881"/>
                  <a:pt x="462091" y="57903"/>
                </a:cubicBezTo>
                <a:cubicBezTo>
                  <a:pt x="461263" y="55924"/>
                  <a:pt x="459698" y="54197"/>
                  <a:pt x="457396" y="52722"/>
                </a:cubicBezTo>
                <a:cubicBezTo>
                  <a:pt x="455093" y="51247"/>
                  <a:pt x="452503" y="50510"/>
                  <a:pt x="449625" y="50510"/>
                </a:cubicBezTo>
                <a:cubicBezTo>
                  <a:pt x="444948" y="50510"/>
                  <a:pt x="441099" y="51553"/>
                  <a:pt x="438077" y="53639"/>
                </a:cubicBezTo>
                <a:cubicBezTo>
                  <a:pt x="436206" y="54935"/>
                  <a:pt x="435271" y="56446"/>
                  <a:pt x="435271" y="58172"/>
                </a:cubicBezTo>
                <a:cubicBezTo>
                  <a:pt x="435271" y="59683"/>
                  <a:pt x="436278" y="61554"/>
                  <a:pt x="438293" y="63785"/>
                </a:cubicBezTo>
                <a:cubicBezTo>
                  <a:pt x="441027" y="66878"/>
                  <a:pt x="442394" y="69864"/>
                  <a:pt x="442394" y="72742"/>
                </a:cubicBezTo>
                <a:cubicBezTo>
                  <a:pt x="442394" y="76268"/>
                  <a:pt x="441081" y="79272"/>
                  <a:pt x="438455" y="81754"/>
                </a:cubicBezTo>
                <a:cubicBezTo>
                  <a:pt x="435828" y="84237"/>
                  <a:pt x="432393" y="85478"/>
                  <a:pt x="428148" y="85478"/>
                </a:cubicBezTo>
                <a:cubicBezTo>
                  <a:pt x="423615" y="85478"/>
                  <a:pt x="419819" y="84111"/>
                  <a:pt x="416761" y="81377"/>
                </a:cubicBezTo>
                <a:cubicBezTo>
                  <a:pt x="413704" y="78642"/>
                  <a:pt x="412175" y="75441"/>
                  <a:pt x="412175" y="71771"/>
                </a:cubicBezTo>
                <a:cubicBezTo>
                  <a:pt x="412175" y="66591"/>
                  <a:pt x="414225" y="61644"/>
                  <a:pt x="418326" y="56931"/>
                </a:cubicBezTo>
                <a:cubicBezTo>
                  <a:pt x="422428" y="52218"/>
                  <a:pt x="428148" y="48603"/>
                  <a:pt x="435487" y="46085"/>
                </a:cubicBezTo>
                <a:cubicBezTo>
                  <a:pt x="442826" y="43566"/>
                  <a:pt x="450452" y="42307"/>
                  <a:pt x="458367" y="42307"/>
                </a:cubicBezTo>
                <a:cubicBezTo>
                  <a:pt x="467937" y="42307"/>
                  <a:pt x="475509" y="44345"/>
                  <a:pt x="481086" y="48422"/>
                </a:cubicBezTo>
                <a:cubicBezTo>
                  <a:pt x="486662" y="52496"/>
                  <a:pt x="490277" y="56913"/>
                  <a:pt x="491932" y="61673"/>
                </a:cubicBezTo>
                <a:cubicBezTo>
                  <a:pt x="492939" y="64702"/>
                  <a:pt x="493443" y="71661"/>
                  <a:pt x="493443" y="82550"/>
                </a:cubicBezTo>
                <a:lnTo>
                  <a:pt x="493443" y="121819"/>
                </a:lnTo>
                <a:cubicBezTo>
                  <a:pt x="493443" y="126435"/>
                  <a:pt x="493623" y="129339"/>
                  <a:pt x="493983" y="130530"/>
                </a:cubicBezTo>
                <a:cubicBezTo>
                  <a:pt x="494343" y="131720"/>
                  <a:pt x="494882" y="132603"/>
                  <a:pt x="495602" y="133181"/>
                </a:cubicBezTo>
                <a:cubicBezTo>
                  <a:pt x="496321" y="133757"/>
                  <a:pt x="497149" y="134045"/>
                  <a:pt x="498084" y="134045"/>
                </a:cubicBezTo>
                <a:cubicBezTo>
                  <a:pt x="499955" y="134045"/>
                  <a:pt x="501861" y="132714"/>
                  <a:pt x="503804" y="130051"/>
                </a:cubicBezTo>
                <a:lnTo>
                  <a:pt x="507042" y="132642"/>
                </a:lnTo>
                <a:cubicBezTo>
                  <a:pt x="503444" y="137966"/>
                  <a:pt x="499721" y="141833"/>
                  <a:pt x="495871" y="144244"/>
                </a:cubicBezTo>
                <a:cubicBezTo>
                  <a:pt x="492022" y="146654"/>
                  <a:pt x="487651" y="147859"/>
                  <a:pt x="482758" y="147859"/>
                </a:cubicBezTo>
                <a:cubicBezTo>
                  <a:pt x="477002" y="147859"/>
                  <a:pt x="472505" y="146501"/>
                  <a:pt x="469268" y="143785"/>
                </a:cubicBezTo>
                <a:cubicBezTo>
                  <a:pt x="466030" y="141069"/>
                  <a:pt x="464051" y="136959"/>
                  <a:pt x="463332" y="131454"/>
                </a:cubicBezTo>
                <a:moveTo>
                  <a:pt x="463332" y="123468"/>
                </a:moveTo>
                <a:lnTo>
                  <a:pt x="463332" y="89707"/>
                </a:lnTo>
                <a:cubicBezTo>
                  <a:pt x="454626" y="94840"/>
                  <a:pt x="448150" y="100336"/>
                  <a:pt x="443905" y="106193"/>
                </a:cubicBezTo>
                <a:cubicBezTo>
                  <a:pt x="441099" y="110096"/>
                  <a:pt x="439696" y="114037"/>
                  <a:pt x="439696" y="118014"/>
                </a:cubicBezTo>
                <a:cubicBezTo>
                  <a:pt x="439696" y="121340"/>
                  <a:pt x="440883" y="124268"/>
                  <a:pt x="443257" y="126800"/>
                </a:cubicBezTo>
                <a:cubicBezTo>
                  <a:pt x="445056" y="128752"/>
                  <a:pt x="447574" y="129728"/>
                  <a:pt x="450812" y="129728"/>
                </a:cubicBezTo>
                <a:cubicBezTo>
                  <a:pt x="454410" y="129728"/>
                  <a:pt x="458583" y="127641"/>
                  <a:pt x="463332" y="123468"/>
                </a:cubicBezTo>
                <a:close/>
                <a:moveTo>
                  <a:pt x="558199" y="8202"/>
                </a:moveTo>
                <a:lnTo>
                  <a:pt x="558199" y="45329"/>
                </a:lnTo>
                <a:lnTo>
                  <a:pt x="582159" y="45329"/>
                </a:lnTo>
                <a:lnTo>
                  <a:pt x="582159" y="55906"/>
                </a:lnTo>
                <a:lnTo>
                  <a:pt x="558199" y="55906"/>
                </a:lnTo>
                <a:lnTo>
                  <a:pt x="558199" y="118348"/>
                </a:lnTo>
                <a:cubicBezTo>
                  <a:pt x="558199" y="124192"/>
                  <a:pt x="558469" y="127961"/>
                  <a:pt x="559008" y="129657"/>
                </a:cubicBezTo>
                <a:cubicBezTo>
                  <a:pt x="559548" y="131352"/>
                  <a:pt x="560501" y="132724"/>
                  <a:pt x="561868" y="133771"/>
                </a:cubicBezTo>
                <a:cubicBezTo>
                  <a:pt x="563236" y="134817"/>
                  <a:pt x="564495" y="135340"/>
                  <a:pt x="565646" y="135340"/>
                </a:cubicBezTo>
                <a:cubicBezTo>
                  <a:pt x="570323" y="135340"/>
                  <a:pt x="574748" y="131742"/>
                  <a:pt x="578921" y="124547"/>
                </a:cubicBezTo>
                <a:lnTo>
                  <a:pt x="582159" y="126945"/>
                </a:lnTo>
                <a:cubicBezTo>
                  <a:pt x="576331" y="140888"/>
                  <a:pt x="566869" y="147859"/>
                  <a:pt x="553774" y="147859"/>
                </a:cubicBezTo>
                <a:cubicBezTo>
                  <a:pt x="547370" y="147859"/>
                  <a:pt x="541956" y="146073"/>
                  <a:pt x="537531" y="142500"/>
                </a:cubicBezTo>
                <a:cubicBezTo>
                  <a:pt x="533106" y="138925"/>
                  <a:pt x="530282" y="134935"/>
                  <a:pt x="529059" y="130530"/>
                </a:cubicBezTo>
                <a:cubicBezTo>
                  <a:pt x="528339" y="128075"/>
                  <a:pt x="527980" y="121432"/>
                  <a:pt x="527980" y="110601"/>
                </a:cubicBezTo>
                <a:lnTo>
                  <a:pt x="527980" y="55906"/>
                </a:lnTo>
                <a:lnTo>
                  <a:pt x="514813" y="55906"/>
                </a:lnTo>
                <a:lnTo>
                  <a:pt x="514813" y="52118"/>
                </a:lnTo>
                <a:cubicBezTo>
                  <a:pt x="523878" y="45701"/>
                  <a:pt x="531595" y="38959"/>
                  <a:pt x="537963" y="31892"/>
                </a:cubicBezTo>
                <a:cubicBezTo>
                  <a:pt x="544330" y="24825"/>
                  <a:pt x="549889" y="16929"/>
                  <a:pt x="554637" y="8202"/>
                </a:cubicBezTo>
                <a:lnTo>
                  <a:pt x="558199" y="8202"/>
                </a:lnTo>
                <a:close/>
                <a:moveTo>
                  <a:pt x="677240" y="92169"/>
                </a:moveTo>
                <a:lnTo>
                  <a:pt x="621874" y="92169"/>
                </a:lnTo>
                <a:cubicBezTo>
                  <a:pt x="622521" y="105588"/>
                  <a:pt x="626083" y="116193"/>
                  <a:pt x="632559" y="123984"/>
                </a:cubicBezTo>
                <a:cubicBezTo>
                  <a:pt x="637523" y="129972"/>
                  <a:pt x="643495" y="132965"/>
                  <a:pt x="650474" y="132965"/>
                </a:cubicBezTo>
                <a:cubicBezTo>
                  <a:pt x="654791" y="132965"/>
                  <a:pt x="658713" y="131760"/>
                  <a:pt x="662238" y="129350"/>
                </a:cubicBezTo>
                <a:cubicBezTo>
                  <a:pt x="665764" y="126939"/>
                  <a:pt x="669541" y="122604"/>
                  <a:pt x="673571" y="116345"/>
                </a:cubicBezTo>
                <a:lnTo>
                  <a:pt x="677240" y="118719"/>
                </a:lnTo>
                <a:cubicBezTo>
                  <a:pt x="671772" y="129871"/>
                  <a:pt x="665728" y="137768"/>
                  <a:pt x="659108" y="142409"/>
                </a:cubicBezTo>
                <a:cubicBezTo>
                  <a:pt x="652489" y="147050"/>
                  <a:pt x="644826" y="149370"/>
                  <a:pt x="636120" y="149370"/>
                </a:cubicBezTo>
                <a:cubicBezTo>
                  <a:pt x="621154" y="149370"/>
                  <a:pt x="609822" y="143608"/>
                  <a:pt x="602123" y="132085"/>
                </a:cubicBezTo>
                <a:cubicBezTo>
                  <a:pt x="595936" y="122794"/>
                  <a:pt x="592842" y="111271"/>
                  <a:pt x="592842" y="97515"/>
                </a:cubicBezTo>
                <a:cubicBezTo>
                  <a:pt x="592842" y="80660"/>
                  <a:pt x="597393" y="67246"/>
                  <a:pt x="606494" y="57272"/>
                </a:cubicBezTo>
                <a:cubicBezTo>
                  <a:pt x="615596" y="47295"/>
                  <a:pt x="626263" y="42307"/>
                  <a:pt x="638495" y="42307"/>
                </a:cubicBezTo>
                <a:cubicBezTo>
                  <a:pt x="648712" y="42307"/>
                  <a:pt x="657579" y="46498"/>
                  <a:pt x="665098" y="54881"/>
                </a:cubicBezTo>
                <a:cubicBezTo>
                  <a:pt x="672617" y="63263"/>
                  <a:pt x="676664" y="75692"/>
                  <a:pt x="677240" y="92169"/>
                </a:cubicBezTo>
                <a:moveTo>
                  <a:pt x="650690" y="85046"/>
                </a:moveTo>
                <a:cubicBezTo>
                  <a:pt x="650690" y="73462"/>
                  <a:pt x="650061" y="65511"/>
                  <a:pt x="648801" y="61194"/>
                </a:cubicBezTo>
                <a:cubicBezTo>
                  <a:pt x="647542" y="56877"/>
                  <a:pt x="645582" y="53603"/>
                  <a:pt x="642919" y="51373"/>
                </a:cubicBezTo>
                <a:cubicBezTo>
                  <a:pt x="641409" y="50078"/>
                  <a:pt x="639394" y="49430"/>
                  <a:pt x="636876" y="49430"/>
                </a:cubicBezTo>
                <a:cubicBezTo>
                  <a:pt x="633134" y="49430"/>
                  <a:pt x="630076" y="51265"/>
                  <a:pt x="627702" y="54935"/>
                </a:cubicBezTo>
                <a:cubicBezTo>
                  <a:pt x="623457" y="61338"/>
                  <a:pt x="621334" y="70116"/>
                  <a:pt x="621334" y="81269"/>
                </a:cubicBezTo>
                <a:lnTo>
                  <a:pt x="621334" y="85046"/>
                </a:lnTo>
                <a:lnTo>
                  <a:pt x="650690" y="850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D2F07-0816-40E5-BCA2-86018D25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354" y="3128759"/>
            <a:ext cx="1029186" cy="366086"/>
          </a:xfrm>
          <a:custGeom xmlns:a="http://schemas.openxmlformats.org/drawingml/2006/main">
            <a:pathLst>
              <a:path w="1029186" h="366086">
                <a:moveTo>
                  <a:pt x="0" y="0"/>
                </a:moveTo>
                <a:lnTo>
                  <a:pt x="1029186" y="0"/>
                </a:lnTo>
                <a:lnTo>
                  <a:pt x="1029186" y="366086"/>
                </a:lnTo>
                <a:lnTo>
                  <a:pt x="0" y="3660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CF6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AddCE">
            <a:extLst xmlns:a="http://schemas.openxmlformats.org/drawingml/2006/main">
              <a:ext uri="{FF2B5EF4-FFF2-40B4-BE49-F238E27FC236}">
                <a16:creationId xmlns:a16="http://schemas.microsoft.com/office/drawing/2014/main" id="{744FA68F-0618-4DCE-B31E-9B0950CE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232" y="3248557"/>
            <a:ext cx="755991" cy="152824"/>
          </a:xfrm>
          <a:custGeom xmlns:a="http://schemas.openxmlformats.org/drawingml/2006/main">
            <a:pathLst>
              <a:path w="755991" h="152824">
                <a:moveTo>
                  <a:pt x="90227" y="107711"/>
                </a:moveTo>
                <a:lnTo>
                  <a:pt x="38530" y="107711"/>
                </a:lnTo>
                <a:lnTo>
                  <a:pt x="32378" y="122028"/>
                </a:lnTo>
                <a:cubicBezTo>
                  <a:pt x="30363" y="126828"/>
                  <a:pt x="29356" y="130792"/>
                  <a:pt x="29356" y="133920"/>
                </a:cubicBezTo>
                <a:cubicBezTo>
                  <a:pt x="29356" y="138064"/>
                  <a:pt x="31011" y="141118"/>
                  <a:pt x="34321" y="143083"/>
                </a:cubicBezTo>
                <a:cubicBezTo>
                  <a:pt x="36263" y="144246"/>
                  <a:pt x="41048" y="145118"/>
                  <a:pt x="48675" y="145701"/>
                </a:cubicBezTo>
                <a:lnTo>
                  <a:pt x="48675" y="149586"/>
                </a:lnTo>
                <a:lnTo>
                  <a:pt x="0" y="149586"/>
                </a:lnTo>
                <a:lnTo>
                  <a:pt x="0" y="145701"/>
                </a:lnTo>
                <a:cubicBezTo>
                  <a:pt x="5252" y="144902"/>
                  <a:pt x="9569" y="142706"/>
                  <a:pt x="12951" y="139110"/>
                </a:cubicBezTo>
                <a:cubicBezTo>
                  <a:pt x="16333" y="135513"/>
                  <a:pt x="20506" y="128084"/>
                  <a:pt x="25471" y="116824"/>
                </a:cubicBezTo>
                <a:lnTo>
                  <a:pt x="77815" y="0"/>
                </a:lnTo>
                <a:lnTo>
                  <a:pt x="79866" y="0"/>
                </a:lnTo>
                <a:lnTo>
                  <a:pt x="132642" y="120078"/>
                </a:lnTo>
                <a:cubicBezTo>
                  <a:pt x="137678" y="131563"/>
                  <a:pt x="141815" y="138796"/>
                  <a:pt x="145053" y="141775"/>
                </a:cubicBezTo>
                <a:cubicBezTo>
                  <a:pt x="147499" y="144028"/>
                  <a:pt x="150953" y="145336"/>
                  <a:pt x="155414" y="145701"/>
                </a:cubicBezTo>
                <a:lnTo>
                  <a:pt x="155414" y="149586"/>
                </a:lnTo>
                <a:lnTo>
                  <a:pt x="84614" y="149586"/>
                </a:lnTo>
                <a:lnTo>
                  <a:pt x="84614" y="145701"/>
                </a:lnTo>
                <a:lnTo>
                  <a:pt x="87528" y="145701"/>
                </a:lnTo>
                <a:cubicBezTo>
                  <a:pt x="93212" y="145701"/>
                  <a:pt x="97206" y="144896"/>
                  <a:pt x="99508" y="143286"/>
                </a:cubicBezTo>
                <a:cubicBezTo>
                  <a:pt x="101091" y="142117"/>
                  <a:pt x="101883" y="140434"/>
                  <a:pt x="101883" y="138237"/>
                </a:cubicBezTo>
                <a:cubicBezTo>
                  <a:pt x="101883" y="136922"/>
                  <a:pt x="101667" y="135568"/>
                  <a:pt x="101235" y="134176"/>
                </a:cubicBezTo>
                <a:cubicBezTo>
                  <a:pt x="101091" y="133520"/>
                  <a:pt x="100012" y="130776"/>
                  <a:pt x="97997" y="125947"/>
                </a:cubicBezTo>
                <a:lnTo>
                  <a:pt x="90227" y="107711"/>
                </a:lnTo>
                <a:moveTo>
                  <a:pt x="86557" y="99724"/>
                </a:moveTo>
                <a:lnTo>
                  <a:pt x="64756" y="49262"/>
                </a:lnTo>
                <a:lnTo>
                  <a:pt x="42307" y="99724"/>
                </a:lnTo>
                <a:lnTo>
                  <a:pt x="86557" y="99724"/>
                </a:lnTo>
                <a:close/>
                <a:moveTo>
                  <a:pt x="263411" y="3238"/>
                </a:moveTo>
                <a:lnTo>
                  <a:pt x="263411" y="119367"/>
                </a:lnTo>
                <a:cubicBezTo>
                  <a:pt x="263411" y="127131"/>
                  <a:pt x="263627" y="131724"/>
                  <a:pt x="264059" y="133147"/>
                </a:cubicBezTo>
                <a:cubicBezTo>
                  <a:pt x="264635" y="135499"/>
                  <a:pt x="265732" y="137245"/>
                  <a:pt x="267351" y="138385"/>
                </a:cubicBezTo>
                <a:cubicBezTo>
                  <a:pt x="268970" y="139523"/>
                  <a:pt x="271794" y="140235"/>
                  <a:pt x="275823" y="140520"/>
                </a:cubicBezTo>
                <a:lnTo>
                  <a:pt x="275823" y="144406"/>
                </a:lnTo>
                <a:lnTo>
                  <a:pt x="233192" y="152608"/>
                </a:lnTo>
                <a:lnTo>
                  <a:pt x="233192" y="136635"/>
                </a:lnTo>
                <a:cubicBezTo>
                  <a:pt x="228083" y="142823"/>
                  <a:pt x="223533" y="147032"/>
                  <a:pt x="219539" y="149262"/>
                </a:cubicBezTo>
                <a:cubicBezTo>
                  <a:pt x="215546" y="151493"/>
                  <a:pt x="211031" y="152608"/>
                  <a:pt x="205995" y="152608"/>
                </a:cubicBezTo>
                <a:cubicBezTo>
                  <a:pt x="193115" y="152608"/>
                  <a:pt x="182934" y="146846"/>
                  <a:pt x="175451" y="135323"/>
                </a:cubicBezTo>
                <a:cubicBezTo>
                  <a:pt x="169407" y="125960"/>
                  <a:pt x="166386" y="114473"/>
                  <a:pt x="166386" y="100861"/>
                </a:cubicBezTo>
                <a:cubicBezTo>
                  <a:pt x="166386" y="89985"/>
                  <a:pt x="168256" y="80243"/>
                  <a:pt x="171998" y="71636"/>
                </a:cubicBezTo>
                <a:cubicBezTo>
                  <a:pt x="175739" y="63029"/>
                  <a:pt x="180866" y="56529"/>
                  <a:pt x="187377" y="52135"/>
                </a:cubicBezTo>
                <a:cubicBezTo>
                  <a:pt x="193889" y="47742"/>
                  <a:pt x="200886" y="45545"/>
                  <a:pt x="208369" y="45545"/>
                </a:cubicBezTo>
                <a:cubicBezTo>
                  <a:pt x="213190" y="45545"/>
                  <a:pt x="217471" y="46488"/>
                  <a:pt x="221212" y="48375"/>
                </a:cubicBezTo>
                <a:cubicBezTo>
                  <a:pt x="224954" y="50261"/>
                  <a:pt x="228947" y="53563"/>
                  <a:pt x="233192" y="58280"/>
                </a:cubicBezTo>
                <a:lnTo>
                  <a:pt x="233192" y="27845"/>
                </a:lnTo>
                <a:cubicBezTo>
                  <a:pt x="233192" y="20146"/>
                  <a:pt x="232868" y="15505"/>
                  <a:pt x="232221" y="13923"/>
                </a:cubicBezTo>
                <a:cubicBezTo>
                  <a:pt x="231357" y="11836"/>
                  <a:pt x="230062" y="10289"/>
                  <a:pt x="228335" y="9282"/>
                </a:cubicBezTo>
                <a:cubicBezTo>
                  <a:pt x="226608" y="8274"/>
                  <a:pt x="223371" y="7771"/>
                  <a:pt x="218622" y="7771"/>
                </a:cubicBezTo>
                <a:lnTo>
                  <a:pt x="218622" y="3238"/>
                </a:lnTo>
                <a:lnTo>
                  <a:pt x="263411" y="3238"/>
                </a:lnTo>
                <a:moveTo>
                  <a:pt x="233192" y="71447"/>
                </a:moveTo>
                <a:cubicBezTo>
                  <a:pt x="227868" y="61374"/>
                  <a:pt x="221356" y="56338"/>
                  <a:pt x="213657" y="56338"/>
                </a:cubicBezTo>
                <a:cubicBezTo>
                  <a:pt x="210995" y="56338"/>
                  <a:pt x="208801" y="57057"/>
                  <a:pt x="207074" y="58496"/>
                </a:cubicBezTo>
                <a:cubicBezTo>
                  <a:pt x="204412" y="60727"/>
                  <a:pt x="202235" y="64648"/>
                  <a:pt x="200544" y="70260"/>
                </a:cubicBezTo>
                <a:cubicBezTo>
                  <a:pt x="198853" y="75872"/>
                  <a:pt x="198008" y="84470"/>
                  <a:pt x="198008" y="96055"/>
                </a:cubicBezTo>
                <a:cubicBezTo>
                  <a:pt x="198008" y="108790"/>
                  <a:pt x="198943" y="118215"/>
                  <a:pt x="200814" y="124331"/>
                </a:cubicBezTo>
                <a:cubicBezTo>
                  <a:pt x="202685" y="130447"/>
                  <a:pt x="205239" y="134872"/>
                  <a:pt x="208477" y="137606"/>
                </a:cubicBezTo>
                <a:cubicBezTo>
                  <a:pt x="210132" y="138973"/>
                  <a:pt x="212398" y="139657"/>
                  <a:pt x="215276" y="139657"/>
                </a:cubicBezTo>
                <a:cubicBezTo>
                  <a:pt x="221608" y="139657"/>
                  <a:pt x="227580" y="134676"/>
                  <a:pt x="233192" y="124716"/>
                </a:cubicBezTo>
                <a:lnTo>
                  <a:pt x="233192" y="71447"/>
                </a:lnTo>
                <a:close/>
                <a:moveTo>
                  <a:pt x="386306" y="3238"/>
                </a:moveTo>
                <a:lnTo>
                  <a:pt x="386306" y="119367"/>
                </a:lnTo>
                <a:cubicBezTo>
                  <a:pt x="386306" y="127131"/>
                  <a:pt x="386522" y="131724"/>
                  <a:pt x="386953" y="133147"/>
                </a:cubicBezTo>
                <a:cubicBezTo>
                  <a:pt x="387529" y="135499"/>
                  <a:pt x="388626" y="137245"/>
                  <a:pt x="390245" y="138385"/>
                </a:cubicBezTo>
                <a:cubicBezTo>
                  <a:pt x="391864" y="139523"/>
                  <a:pt x="394688" y="140235"/>
                  <a:pt x="398717" y="140520"/>
                </a:cubicBezTo>
                <a:lnTo>
                  <a:pt x="398717" y="144406"/>
                </a:lnTo>
                <a:lnTo>
                  <a:pt x="356086" y="152608"/>
                </a:lnTo>
                <a:lnTo>
                  <a:pt x="356086" y="136635"/>
                </a:lnTo>
                <a:cubicBezTo>
                  <a:pt x="350978" y="142823"/>
                  <a:pt x="346427" y="147032"/>
                  <a:pt x="342434" y="149262"/>
                </a:cubicBezTo>
                <a:cubicBezTo>
                  <a:pt x="338440" y="151493"/>
                  <a:pt x="333925" y="152608"/>
                  <a:pt x="328889" y="152608"/>
                </a:cubicBezTo>
                <a:cubicBezTo>
                  <a:pt x="316010" y="152608"/>
                  <a:pt x="305829" y="146846"/>
                  <a:pt x="298346" y="135323"/>
                </a:cubicBezTo>
                <a:cubicBezTo>
                  <a:pt x="292302" y="125960"/>
                  <a:pt x="289280" y="114473"/>
                  <a:pt x="289280" y="100861"/>
                </a:cubicBezTo>
                <a:cubicBezTo>
                  <a:pt x="289280" y="89985"/>
                  <a:pt x="291151" y="80243"/>
                  <a:pt x="294892" y="71636"/>
                </a:cubicBezTo>
                <a:cubicBezTo>
                  <a:pt x="298633" y="63029"/>
                  <a:pt x="303760" y="56529"/>
                  <a:pt x="310272" y="52135"/>
                </a:cubicBezTo>
                <a:cubicBezTo>
                  <a:pt x="316783" y="47742"/>
                  <a:pt x="323780" y="45545"/>
                  <a:pt x="331263" y="45545"/>
                </a:cubicBezTo>
                <a:cubicBezTo>
                  <a:pt x="336084" y="45545"/>
                  <a:pt x="340365" y="46488"/>
                  <a:pt x="344106" y="48375"/>
                </a:cubicBezTo>
                <a:cubicBezTo>
                  <a:pt x="347848" y="50261"/>
                  <a:pt x="351841" y="53563"/>
                  <a:pt x="356086" y="58280"/>
                </a:cubicBezTo>
                <a:lnTo>
                  <a:pt x="356086" y="27845"/>
                </a:lnTo>
                <a:cubicBezTo>
                  <a:pt x="356086" y="20146"/>
                  <a:pt x="355763" y="15505"/>
                  <a:pt x="355115" y="13923"/>
                </a:cubicBezTo>
                <a:cubicBezTo>
                  <a:pt x="354252" y="11836"/>
                  <a:pt x="352956" y="10289"/>
                  <a:pt x="351230" y="9282"/>
                </a:cubicBezTo>
                <a:cubicBezTo>
                  <a:pt x="349503" y="8274"/>
                  <a:pt x="346265" y="7771"/>
                  <a:pt x="341516" y="7771"/>
                </a:cubicBezTo>
                <a:lnTo>
                  <a:pt x="341516" y="3238"/>
                </a:lnTo>
                <a:lnTo>
                  <a:pt x="386306" y="3238"/>
                </a:lnTo>
                <a:moveTo>
                  <a:pt x="356086" y="71447"/>
                </a:moveTo>
                <a:cubicBezTo>
                  <a:pt x="350762" y="61374"/>
                  <a:pt x="344250" y="56338"/>
                  <a:pt x="336552" y="56338"/>
                </a:cubicBezTo>
                <a:cubicBezTo>
                  <a:pt x="333889" y="56338"/>
                  <a:pt x="331695" y="57057"/>
                  <a:pt x="329968" y="58496"/>
                </a:cubicBezTo>
                <a:cubicBezTo>
                  <a:pt x="327306" y="60727"/>
                  <a:pt x="325129" y="64648"/>
                  <a:pt x="323439" y="70260"/>
                </a:cubicBezTo>
                <a:cubicBezTo>
                  <a:pt x="321748" y="75872"/>
                  <a:pt x="320902" y="84470"/>
                  <a:pt x="320902" y="96055"/>
                </a:cubicBezTo>
                <a:cubicBezTo>
                  <a:pt x="320902" y="108790"/>
                  <a:pt x="321838" y="118215"/>
                  <a:pt x="323708" y="124331"/>
                </a:cubicBezTo>
                <a:cubicBezTo>
                  <a:pt x="325579" y="130447"/>
                  <a:pt x="328133" y="134872"/>
                  <a:pt x="331371" y="137606"/>
                </a:cubicBezTo>
                <a:cubicBezTo>
                  <a:pt x="333026" y="138973"/>
                  <a:pt x="335292" y="139657"/>
                  <a:pt x="338170" y="139657"/>
                </a:cubicBezTo>
                <a:cubicBezTo>
                  <a:pt x="344502" y="139657"/>
                  <a:pt x="350474" y="134676"/>
                  <a:pt x="356086" y="124716"/>
                </a:cubicBezTo>
                <a:lnTo>
                  <a:pt x="356086" y="71447"/>
                </a:lnTo>
                <a:close/>
                <a:moveTo>
                  <a:pt x="606442" y="0"/>
                </a:moveTo>
                <a:lnTo>
                  <a:pt x="606442" y="50725"/>
                </a:lnTo>
                <a:lnTo>
                  <a:pt x="602233" y="50725"/>
                </a:lnTo>
                <a:cubicBezTo>
                  <a:pt x="599067" y="37417"/>
                  <a:pt x="593167" y="27219"/>
                  <a:pt x="584533" y="20132"/>
                </a:cubicBezTo>
                <a:cubicBezTo>
                  <a:pt x="575899" y="13042"/>
                  <a:pt x="566113" y="9498"/>
                  <a:pt x="555177" y="9498"/>
                </a:cubicBezTo>
                <a:cubicBezTo>
                  <a:pt x="546039" y="9498"/>
                  <a:pt x="537657" y="12124"/>
                  <a:pt x="530030" y="17376"/>
                </a:cubicBezTo>
                <a:cubicBezTo>
                  <a:pt x="522403" y="22629"/>
                  <a:pt x="516827" y="29500"/>
                  <a:pt x="513301" y="37990"/>
                </a:cubicBezTo>
                <a:cubicBezTo>
                  <a:pt x="508768" y="48855"/>
                  <a:pt x="506502" y="60942"/>
                  <a:pt x="506502" y="74253"/>
                </a:cubicBezTo>
                <a:cubicBezTo>
                  <a:pt x="506502" y="87348"/>
                  <a:pt x="508157" y="99274"/>
                  <a:pt x="511467" y="110031"/>
                </a:cubicBezTo>
                <a:cubicBezTo>
                  <a:pt x="514776" y="120788"/>
                  <a:pt x="519957" y="128918"/>
                  <a:pt x="527008" y="134422"/>
                </a:cubicBezTo>
                <a:cubicBezTo>
                  <a:pt x="534059" y="139927"/>
                  <a:pt x="543197" y="142679"/>
                  <a:pt x="554421" y="142679"/>
                </a:cubicBezTo>
                <a:cubicBezTo>
                  <a:pt x="563631" y="142679"/>
                  <a:pt x="572067" y="140664"/>
                  <a:pt x="579730" y="136635"/>
                </a:cubicBezTo>
                <a:cubicBezTo>
                  <a:pt x="587393" y="132606"/>
                  <a:pt x="595469" y="125662"/>
                  <a:pt x="603960" y="115805"/>
                </a:cubicBezTo>
                <a:lnTo>
                  <a:pt x="603960" y="128432"/>
                </a:lnTo>
                <a:cubicBezTo>
                  <a:pt x="595757" y="136995"/>
                  <a:pt x="587213" y="143200"/>
                  <a:pt x="578327" y="147050"/>
                </a:cubicBezTo>
                <a:cubicBezTo>
                  <a:pt x="569441" y="150899"/>
                  <a:pt x="559062" y="152824"/>
                  <a:pt x="547190" y="152824"/>
                </a:cubicBezTo>
                <a:cubicBezTo>
                  <a:pt x="531577" y="152824"/>
                  <a:pt x="517708" y="149698"/>
                  <a:pt x="505585" y="143448"/>
                </a:cubicBezTo>
                <a:cubicBezTo>
                  <a:pt x="493461" y="137197"/>
                  <a:pt x="484107" y="128217"/>
                  <a:pt x="477524" y="116507"/>
                </a:cubicBezTo>
                <a:cubicBezTo>
                  <a:pt x="470940" y="104794"/>
                  <a:pt x="467649" y="92328"/>
                  <a:pt x="467649" y="79107"/>
                </a:cubicBezTo>
                <a:cubicBezTo>
                  <a:pt x="467649" y="65168"/>
                  <a:pt x="471300" y="51949"/>
                  <a:pt x="478603" y="39447"/>
                </a:cubicBezTo>
                <a:cubicBezTo>
                  <a:pt x="485906" y="26943"/>
                  <a:pt x="495763" y="17243"/>
                  <a:pt x="508175" y="10347"/>
                </a:cubicBezTo>
                <a:cubicBezTo>
                  <a:pt x="520586" y="3449"/>
                  <a:pt x="533771" y="0"/>
                  <a:pt x="547730" y="0"/>
                </a:cubicBezTo>
                <a:cubicBezTo>
                  <a:pt x="558019" y="0"/>
                  <a:pt x="568884" y="2230"/>
                  <a:pt x="580324" y="6691"/>
                </a:cubicBezTo>
                <a:cubicBezTo>
                  <a:pt x="586943" y="9282"/>
                  <a:pt x="591152" y="10577"/>
                  <a:pt x="592951" y="10577"/>
                </a:cubicBezTo>
                <a:cubicBezTo>
                  <a:pt x="595254" y="10577"/>
                  <a:pt x="597250" y="9731"/>
                  <a:pt x="598941" y="8041"/>
                </a:cubicBezTo>
                <a:cubicBezTo>
                  <a:pt x="600632" y="6350"/>
                  <a:pt x="601729" y="3669"/>
                  <a:pt x="602233" y="0"/>
                </a:cubicBezTo>
                <a:lnTo>
                  <a:pt x="606442" y="0"/>
                </a:lnTo>
                <a:close/>
                <a:moveTo>
                  <a:pt x="678715" y="11656"/>
                </a:moveTo>
                <a:lnTo>
                  <a:pt x="678715" y="71016"/>
                </a:lnTo>
                <a:lnTo>
                  <a:pt x="681629" y="71016"/>
                </a:lnTo>
                <a:cubicBezTo>
                  <a:pt x="690911" y="71016"/>
                  <a:pt x="697638" y="68102"/>
                  <a:pt x="701812" y="62274"/>
                </a:cubicBezTo>
                <a:cubicBezTo>
                  <a:pt x="705985" y="56446"/>
                  <a:pt x="708647" y="47847"/>
                  <a:pt x="709798" y="36479"/>
                </a:cubicBezTo>
                <a:lnTo>
                  <a:pt x="713899" y="36479"/>
                </a:lnTo>
                <a:lnTo>
                  <a:pt x="713899" y="113323"/>
                </a:lnTo>
                <a:lnTo>
                  <a:pt x="709798" y="113323"/>
                </a:lnTo>
                <a:cubicBezTo>
                  <a:pt x="708935" y="104949"/>
                  <a:pt x="707118" y="98093"/>
                  <a:pt x="704348" y="92753"/>
                </a:cubicBezTo>
                <a:cubicBezTo>
                  <a:pt x="701578" y="87410"/>
                  <a:pt x="698358" y="83819"/>
                  <a:pt x="694688" y="81980"/>
                </a:cubicBezTo>
                <a:cubicBezTo>
                  <a:pt x="691019" y="80139"/>
                  <a:pt x="685695" y="79218"/>
                  <a:pt x="678715" y="79218"/>
                </a:cubicBezTo>
                <a:lnTo>
                  <a:pt x="678715" y="120446"/>
                </a:lnTo>
                <a:cubicBezTo>
                  <a:pt x="678715" y="128504"/>
                  <a:pt x="679057" y="133433"/>
                  <a:pt x="679741" y="135232"/>
                </a:cubicBezTo>
                <a:cubicBezTo>
                  <a:pt x="680424" y="137031"/>
                  <a:pt x="681701" y="138506"/>
                  <a:pt x="683572" y="139657"/>
                </a:cubicBezTo>
                <a:cubicBezTo>
                  <a:pt x="685443" y="140808"/>
                  <a:pt x="688465" y="141384"/>
                  <a:pt x="692638" y="141384"/>
                </a:cubicBezTo>
                <a:lnTo>
                  <a:pt x="701380" y="141384"/>
                </a:lnTo>
                <a:cubicBezTo>
                  <a:pt x="715051" y="141384"/>
                  <a:pt x="726005" y="138236"/>
                  <a:pt x="734244" y="131940"/>
                </a:cubicBezTo>
                <a:cubicBezTo>
                  <a:pt x="742482" y="125644"/>
                  <a:pt x="748400" y="116021"/>
                  <a:pt x="751997" y="103070"/>
                </a:cubicBezTo>
                <a:lnTo>
                  <a:pt x="755991" y="103070"/>
                </a:lnTo>
                <a:lnTo>
                  <a:pt x="749407" y="149586"/>
                </a:lnTo>
                <a:lnTo>
                  <a:pt x="622917" y="149586"/>
                </a:lnTo>
                <a:lnTo>
                  <a:pt x="622917" y="145701"/>
                </a:lnTo>
                <a:lnTo>
                  <a:pt x="627774" y="145701"/>
                </a:lnTo>
                <a:cubicBezTo>
                  <a:pt x="632019" y="145701"/>
                  <a:pt x="635437" y="144942"/>
                  <a:pt x="638027" y="143424"/>
                </a:cubicBezTo>
                <a:cubicBezTo>
                  <a:pt x="639898" y="142410"/>
                  <a:pt x="641337" y="140674"/>
                  <a:pt x="642344" y="138217"/>
                </a:cubicBezTo>
                <a:cubicBezTo>
                  <a:pt x="643136" y="136481"/>
                  <a:pt x="643531" y="131924"/>
                  <a:pt x="643531" y="124547"/>
                </a:cubicBezTo>
                <a:lnTo>
                  <a:pt x="643531" y="28277"/>
                </a:lnTo>
                <a:cubicBezTo>
                  <a:pt x="643531" y="21623"/>
                  <a:pt x="643351" y="17537"/>
                  <a:pt x="642992" y="16017"/>
                </a:cubicBezTo>
                <a:cubicBezTo>
                  <a:pt x="642272" y="13487"/>
                  <a:pt x="640941" y="11536"/>
                  <a:pt x="638998" y="10162"/>
                </a:cubicBezTo>
                <a:cubicBezTo>
                  <a:pt x="636264" y="8136"/>
                  <a:pt x="632523" y="7123"/>
                  <a:pt x="627774" y="7123"/>
                </a:cubicBezTo>
                <a:lnTo>
                  <a:pt x="622917" y="7123"/>
                </a:lnTo>
                <a:lnTo>
                  <a:pt x="622917" y="3238"/>
                </a:lnTo>
                <a:lnTo>
                  <a:pt x="745414" y="3238"/>
                </a:lnTo>
                <a:lnTo>
                  <a:pt x="745414" y="46624"/>
                </a:lnTo>
                <a:lnTo>
                  <a:pt x="741313" y="46624"/>
                </a:lnTo>
                <a:cubicBezTo>
                  <a:pt x="739226" y="36014"/>
                  <a:pt x="736294" y="28399"/>
                  <a:pt x="732517" y="23781"/>
                </a:cubicBezTo>
                <a:cubicBezTo>
                  <a:pt x="728739" y="19163"/>
                  <a:pt x="723397" y="15771"/>
                  <a:pt x="716490" y="13605"/>
                </a:cubicBezTo>
                <a:cubicBezTo>
                  <a:pt x="712460" y="12306"/>
                  <a:pt x="704906" y="11656"/>
                  <a:pt x="693825" y="11656"/>
                </a:cubicBezTo>
                <a:lnTo>
                  <a:pt x="678715" y="116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519814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2026-09-05T15:26:54.4840000Z</dcterms:created>
  <dcterms:modified xsi:type="dcterms:W3CDTF">2026-09-05T15:26:54.4840000Z</dcterms:modified>
</coreProperties>
</file>