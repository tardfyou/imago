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a1339ea41b4338" /><Relationship Type="http://schemas.openxmlformats.org/officeDocument/2006/relationships/extended-properties" Target="/docProps/app.xml" Id="R70c15a7260414064" /><Relationship Type="http://schemas.openxmlformats.org/officeDocument/2006/relationships/officeDocument" Target="/ppt/presentation.xml" Id="R42546784495748ca" /></Relationships>
</file>

<file path=ppt/presentation.xml><?xml version="1.0" encoding="utf-8"?>
<p:presentation xmlns:p="http://schemas.openxmlformats.org/presentationml/2006/main">
  <p:sldMasterIdLst>
    <p:sldMasterId xmlns:r="http://schemas.openxmlformats.org/officeDocument/2006/relationships" id="2147483648" r:id="R1af1717caee54a35"/>
  </p:sldMasterIdLst>
  <p:notesMasterIdLst>
    <p:notesMasterId xmlns:r="http://schemas.openxmlformats.org/officeDocument/2006/relationships" r:id="Rb79a446cb8b5417e"/>
  </p:notesMasterIdLst>
  <p:sldIdLst>
    <p:sldId xmlns:r="http://schemas.openxmlformats.org/officeDocument/2006/relationships" id="256" r:id="Ra37eb51f25b5439f"/>
  </p:sldIdLst>
  <p:sldSz cx="13373100" cy="81153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dd6cb23e3b43e2" /><Relationship Type="http://schemas.openxmlformats.org/officeDocument/2006/relationships/slideMaster" Target="/ppt/slideMasters/slideMaster1.xml" Id="R1af1717caee54a35" /><Relationship Type="http://schemas.openxmlformats.org/officeDocument/2006/relationships/notesMaster" Target="/ppt/notesMasters/notesMaster1.xml" Id="Rb79a446cb8b5417e" /><Relationship Type="http://schemas.openxmlformats.org/officeDocument/2006/relationships/presProps" Target="/ppt/presProps.xml" Id="Rb688ad952aa848ca" /><Relationship Type="http://schemas.openxmlformats.org/officeDocument/2006/relationships/tableStyles" Target="/ppt/tableStyles.xml" Id="R56a06db5693c44f7" /><Relationship Type="http://schemas.openxmlformats.org/officeDocument/2006/relationships/slide" Target="/ppt/slides/slide1.xml" Id="Ra37eb51f25b543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ed631ade5143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34bf45ca9345f6" /><Relationship Type="http://schemas.openxmlformats.org/officeDocument/2006/relationships/notesMaster" Target="/ppt/notesMasters/notesMaster1.xml" Id="R107f0df459e34217" /></Relationships>
</file>

<file path=ppt/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素材ID：SE-086</ns1:t>
            </ns1:r>
          </ns1:p>
          <ns1:p>
            <ns1:r>
              <ns1:t>论文：Automating Just-In-Time Python Type Annotation Updating</ns1:t>
            </ns1:r>
          </ns1:p>
          <ns1:p>
            <ns1:r>
              <ns1:t>会议：ICSE 2026</ns1:t>
            </ns1:r>
          </ns1:p>
          <ns1:p>
            <ns1:r>
              <ns1:t>奖项：ACM SIGSOFT Distinguished Paper Award</ns1:t>
            </ns1:r>
          </ns1:p>
          <ns1:p>
            <ns1:r>
              <ns1:t>图号：Figure 4，PDF第5页</ns1:t>
            </ns1:r>
          </ns1:p>
          <ns1:p>
            <ns1:r>
              <ns1:t>类型：方法细节</ns1:t>
            </ns1:r>
          </ns1:p>
          <ns1:p>
            <ns1:r>
              <ns1:t>借鉴点：左侧代码diff和过时注解分叉到三种角色，右侧用紫/黄/蓝卡片展示候选检索、示例解释和最终更新的输入输出；编号与箭头体现逻辑依赖。</ns1:t>
            </ns1:r>
          </ns1:p>
          <ns1:p>
            <ns1:r>
              <ns1:t>论文URL：https://arxiv.org/pdf/2607.09054</ns1:t>
            </ns1:r>
          </ns1:p>
          <ns1:p>
            <ns1:r>
              <ns1:t>官方获奖URL：https://conf.researchr.org/info/icse-2026/awards#acm-sigsoft-distinguished-paper-awards</ns1:t>
            </ns1:r>
          </ns1:p>
          <ns1:p>
            <ns1:r>
              <ns1:t>原始论文与绘图来源：见本页论文链接及仓库 catalog/papers.md。</ns1:t>
            </ns1:r>
          </ns1:p>
          <ns1:p>
            <ns1:r>
              <ns1:t>编辑与保真说明：["Source prompts/code were 172 embedded text-strip images; reconstructed as native Arial Narrow/Arial text, so letter shapes and some line breaks differ slightly.", "Guiding-example old/new type highlights are native fills. Dataset label shifted 25 px left to avoid the adjacent downward connector.", "Only original small icons retained, robot extracted from author PDF with original alpha and reused at three role headers."]</ns1:t>
            </ns1:r>
          </ns1:p>
          <ns1:p>
            <ns1:r>
              <ns1:t>复刻方式：native-manual-reconstruction</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565efd61a64e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78c8c992314faa" /><Relationship Type="http://schemas.openxmlformats.org/officeDocument/2006/relationships/slideLayout" Target="/ppt/slideLayouts/slideLayout1.xml" Id="R5f1a9097487d40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1a9097487d40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00ffee519243fd" /><Relationship Type="http://schemas.openxmlformats.org/officeDocument/2006/relationships/image" Target="/ppt/media/image.png" Id="R036ee14746ae4464" /><Relationship Type="http://schemas.openxmlformats.org/officeDocument/2006/relationships/image" Target="/ppt/media/image2.png" Id="Reca8707e57654b34" /><Relationship Type="http://schemas.openxmlformats.org/officeDocument/2006/relationships/image" Target="/ppt/media/image3.png" Id="R1d737886c5ac4d36" /><Relationship Type="http://schemas.openxmlformats.org/officeDocument/2006/relationships/image" Target="/ppt/media/image4.png" Id="R20d694c22f77450c" /><Relationship Type="http://schemas.openxmlformats.org/officeDocument/2006/relationships/image" Target="/ppt/media/image5.png" Id="R4a01ad5a8e874434" /><Relationship Type="http://schemas.openxmlformats.org/officeDocument/2006/relationships/image" Target="/ppt/media/image6.png" Id="R78b8c47081f644ed" /><Relationship Type="http://schemas.openxmlformats.org/officeDocument/2006/relationships/image" Target="/ppt/media/image7.png" Id="R7139278c4e604814" /><Relationship Type="http://schemas.openxmlformats.org/officeDocument/2006/relationships/image" Target="/ppt/media/image8.png" Id="R01a7b539bed54f41" /><Relationship Type="http://schemas.openxmlformats.org/officeDocument/2006/relationships/notesSlide" Target="/ppt/notesSlides/notesSlide1.xml" Id="R029e775554fb460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2" name="SE-086-1">
            <a:extLst xmlns:a="http://schemas.openxmlformats.org/drawingml/2006/main">
              <a:ext uri="{FF2B5EF4-FFF2-40B4-BE49-F238E27FC236}">
                <a16:creationId xmlns:a16="http://schemas.microsoft.com/office/drawing/2014/main" id="{A7724324-29F4-48F2-8A1B-728C94017216}"/>
              </a:ext>
            </a:extLst>
          </p:cNvPr>
          <p:cNvSpPr>
            <a:spLocks xmlns:a="http://schemas.openxmlformats.org/drawingml/2006/main" noGrp="1"/>
          </p:cNvSpPr>
          <p:nvPr/>
        </p:nvSpPr>
        <p:spPr>
          <a:xfrm xmlns:a="http://schemas.openxmlformats.org/drawingml/2006/main">
            <a:off x="5543550" y="47625"/>
            <a:ext cx="7734300" cy="1943100"/>
          </a:xfrm>
          <a:prstGeom xmlns:a="http://schemas.openxmlformats.org/drawingml/2006/main" prst="rect">
            <a:avLst/>
          </a:prstGeom>
          <a:solidFill xmlns:a="http://schemas.openxmlformats.org/drawingml/2006/main">
            <a:srgbClr val="EEE8F2"/>
          </a:solidFill>
          <a:ln xmlns:a="http://schemas.openxmlformats.org/drawingml/2006/main" w="12383">
            <a:solidFill>
              <a:srgbClr val="7C40A8"/>
            </a:solidFill>
          </a:ln>
        </p:spPr>
      </p:sp>
      <p:sp>
        <p:nvSpPr>
          <p:cNvPr id="2" name="SE-086-2">
            <a:extLst xmlns:a="http://schemas.openxmlformats.org/drawingml/2006/main">
              <a:ext uri="{FF2B5EF4-FFF2-40B4-BE49-F238E27FC236}">
                <a16:creationId xmlns:a16="http://schemas.microsoft.com/office/drawing/2014/main" id="{C821A5F9-937A-43D6-A016-D9A5FC411D46}"/>
              </a:ext>
            </a:extLst>
          </p:cNvPr>
          <p:cNvSpPr>
            <a:spLocks xmlns:a="http://schemas.openxmlformats.org/drawingml/2006/main" noGrp="1"/>
          </p:cNvSpPr>
          <p:nvPr/>
        </p:nvSpPr>
        <p:spPr>
          <a:xfrm xmlns:a="http://schemas.openxmlformats.org/drawingml/2006/main">
            <a:off x="5657850" y="485775"/>
            <a:ext cx="4505325" cy="1400175"/>
          </a:xfrm>
          <a:prstGeom xmlns:a="http://schemas.openxmlformats.org/drawingml/2006/main" prst="rect">
            <a:avLst/>
          </a:prstGeom>
          <a:solidFill xmlns:a="http://schemas.openxmlformats.org/drawingml/2006/main">
            <a:srgbClr val="CEBADD"/>
          </a:solidFill>
          <a:ln xmlns:a="http://schemas.openxmlformats.org/drawingml/2006/main" w="9525">
            <a:noFill/>
          </a:ln>
        </p:spPr>
      </p:sp>
      <p:sp>
        <p:nvSpPr>
          <p:cNvPr id="3" name="SE-086-3">
            <a:extLst xmlns:a="http://schemas.openxmlformats.org/drawingml/2006/main">
              <a:ext uri="{FF2B5EF4-FFF2-40B4-BE49-F238E27FC236}">
                <a16:creationId xmlns:a16="http://schemas.microsoft.com/office/drawing/2014/main" id="{391FF54D-B32E-403E-A778-F269A04C6149}"/>
              </a:ext>
            </a:extLst>
          </p:cNvPr>
          <p:cNvSpPr>
            <a:spLocks xmlns:a="http://schemas.openxmlformats.org/drawingml/2006/main" noGrp="1"/>
          </p:cNvSpPr>
          <p:nvPr/>
        </p:nvSpPr>
        <p:spPr>
          <a:xfrm xmlns:a="http://schemas.openxmlformats.org/drawingml/2006/main">
            <a:off x="10391775" y="495300"/>
            <a:ext cx="2771775" cy="1390650"/>
          </a:xfrm>
          <a:prstGeom xmlns:a="http://schemas.openxmlformats.org/drawingml/2006/main" prst="rect">
            <a:avLst/>
          </a:prstGeom>
          <a:solidFill xmlns:a="http://schemas.openxmlformats.org/drawingml/2006/main">
            <a:srgbClr val="CEBADD"/>
          </a:solidFill>
          <a:ln xmlns:a="http://schemas.openxmlformats.org/drawingml/2006/main" w="9525">
            <a:noFill/>
          </a:ln>
        </p:spPr>
      </p:sp>
      <p:sp>
        <p:nvSpPr>
          <p:cNvPr id="4" name="SE-086-4">
            <a:extLst xmlns:a="http://schemas.openxmlformats.org/drawingml/2006/main">
              <a:ext uri="{FF2B5EF4-FFF2-40B4-BE49-F238E27FC236}">
                <a16:creationId xmlns:a16="http://schemas.microsoft.com/office/drawing/2014/main" id="{A1809E36-C0DC-46CA-958C-47ABEC7DE150}"/>
              </a:ext>
            </a:extLst>
          </p:cNvPr>
          <p:cNvSpPr>
            <a:spLocks xmlns:a="http://schemas.openxmlformats.org/drawingml/2006/main" noGrp="1"/>
          </p:cNvSpPr>
          <p:nvPr/>
        </p:nvSpPr>
        <p:spPr>
          <a:xfrm xmlns:a="http://schemas.openxmlformats.org/drawingml/2006/main">
            <a:off x="5772150" y="180975"/>
            <a:ext cx="228600" cy="228600"/>
          </a:xfrm>
          <a:prstGeom xmlns:a="http://schemas.openxmlformats.org/drawingml/2006/main" prst="ellipse">
            <a:avLst/>
          </a:prstGeom>
          <a:noFill xmlns:a="http://schemas.openxmlformats.org/drawingml/2006/main"/>
          <a:ln xmlns:a="http://schemas.openxmlformats.org/drawingml/2006/main" w="13335">
            <a:solidFill>
              <a:srgbClr val="111111"/>
            </a:solidFill>
          </a:ln>
        </p:spPr>
      </p:sp>
      <p:sp>
        <p:nvSpPr>
          <p:cNvPr id="5" name="SE-086-5">
            <a:extLst xmlns:a="http://schemas.openxmlformats.org/drawingml/2006/main">
              <a:ext uri="{FF2B5EF4-FFF2-40B4-BE49-F238E27FC236}">
                <a16:creationId xmlns:a16="http://schemas.microsoft.com/office/drawing/2014/main" id="{FC390C69-2EA6-48EE-992F-E93613D7E3B0}"/>
              </a:ext>
            </a:extLst>
          </p:cNvPr>
          <p:cNvSpPr>
            <a:spLocks xmlns:a="http://schemas.openxmlformats.org/drawingml/2006/main" noGrp="1"/>
          </p:cNvSpPr>
          <p:nvPr/>
        </p:nvSpPr>
        <p:spPr>
          <a:xfrm xmlns:a="http://schemas.openxmlformats.org/drawingml/2006/main">
            <a:off x="5772150" y="171450"/>
            <a:ext cx="228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111111"/>
                </a:solidFill>
                <a:latin typeface="Arial"/>
                <a:ea typeface="Arial"/>
                <a:cs typeface="Arial"/>
              </a:defRPr>
            </a:pPr>
            <a:r>
              <a:rPr sz="1575" b="0" i="0">
                <a:solidFill>
                  <a:srgbClr val="111111"/>
                </a:solidFill>
                <a:latin typeface="Arial"/>
                <a:ea typeface="Arial"/>
                <a:cs typeface="Arial"/>
              </a:rPr>
              <a:t>2</a:t>
            </a:r>
          </a:p>
        </p:txBody>
      </p:sp>
      <p:sp>
        <p:nvSpPr>
          <p:cNvPr id="6" name="SE-086-6">
            <a:extLst xmlns:a="http://schemas.openxmlformats.org/drawingml/2006/main">
              <a:ext uri="{FF2B5EF4-FFF2-40B4-BE49-F238E27FC236}">
                <a16:creationId xmlns:a16="http://schemas.microsoft.com/office/drawing/2014/main" id="{0A0F0164-980D-4652-8D75-9A7E515C7440}"/>
              </a:ext>
            </a:extLst>
          </p:cNvPr>
          <p:cNvSpPr>
            <a:spLocks xmlns:a="http://schemas.openxmlformats.org/drawingml/2006/main" noGrp="1"/>
          </p:cNvSpPr>
          <p:nvPr/>
        </p:nvSpPr>
        <p:spPr>
          <a:xfrm xmlns:a="http://schemas.openxmlformats.org/drawingml/2006/main">
            <a:off x="6143625" y="161925"/>
            <a:ext cx="6677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i="0">
                <a:solidFill>
                  <a:srgbClr val="111111"/>
                </a:solidFill>
                <a:latin typeface="Arial"/>
                <a:ea typeface="Arial"/>
                <a:cs typeface="Arial"/>
              </a:defRPr>
            </a:pPr>
            <a:r>
              <a:rPr sz="1575" b="0" i="0">
                <a:solidFill>
                  <a:srgbClr val="111111"/>
                </a:solidFill>
                <a:latin typeface="Arial"/>
                <a:ea typeface="Arial"/>
                <a:cs typeface="Arial"/>
              </a:rPr>
              <a:t>Annotation Candidates Retrieval</a:t>
            </a:r>
          </a:p>
        </p:txBody>
      </p:sp>
      <p:sp>
        <p:nvSpPr>
          <p:cNvPr id="7" name="SE-086-7">
            <a:extLst xmlns:a="http://schemas.openxmlformats.org/drawingml/2006/main">
              <a:ext uri="{FF2B5EF4-FFF2-40B4-BE49-F238E27FC236}">
                <a16:creationId xmlns:a16="http://schemas.microsoft.com/office/drawing/2014/main" id="{106A6036-08EA-489A-825A-09F01D5072BC}"/>
              </a:ext>
            </a:extLst>
          </p:cNvPr>
          <p:cNvSpPr>
            <a:spLocks xmlns:a="http://schemas.openxmlformats.org/drawingml/2006/main" noGrp="1"/>
          </p:cNvSpPr>
          <p:nvPr/>
        </p:nvSpPr>
        <p:spPr>
          <a:xfrm xmlns:a="http://schemas.openxmlformats.org/drawingml/2006/main">
            <a:off x="5543550" y="2362200"/>
            <a:ext cx="7734300" cy="2847975"/>
          </a:xfrm>
          <a:prstGeom xmlns:a="http://schemas.openxmlformats.org/drawingml/2006/main" prst="rect">
            <a:avLst/>
          </a:prstGeom>
          <a:solidFill xmlns:a="http://schemas.openxmlformats.org/drawingml/2006/main">
            <a:srgbClr val="E9EFF7"/>
          </a:solidFill>
          <a:ln xmlns:a="http://schemas.openxmlformats.org/drawingml/2006/main" w="12383">
            <a:solidFill>
              <a:srgbClr val="0084C7"/>
            </a:solidFill>
          </a:ln>
        </p:spPr>
      </p:sp>
      <p:sp>
        <p:nvSpPr>
          <p:cNvPr id="8" name="SE-086-8">
            <a:extLst xmlns:a="http://schemas.openxmlformats.org/drawingml/2006/main">
              <a:ext uri="{FF2B5EF4-FFF2-40B4-BE49-F238E27FC236}">
                <a16:creationId xmlns:a16="http://schemas.microsoft.com/office/drawing/2014/main" id="{28D4C1E1-8A13-4EFD-A881-6E58E74D9269}"/>
              </a:ext>
            </a:extLst>
          </p:cNvPr>
          <p:cNvSpPr>
            <a:spLocks xmlns:a="http://schemas.openxmlformats.org/drawingml/2006/main" noGrp="1"/>
          </p:cNvSpPr>
          <p:nvPr/>
        </p:nvSpPr>
        <p:spPr>
          <a:xfrm xmlns:a="http://schemas.openxmlformats.org/drawingml/2006/main">
            <a:off x="5657850" y="2771775"/>
            <a:ext cx="4505325" cy="2324100"/>
          </a:xfrm>
          <a:prstGeom xmlns:a="http://schemas.openxmlformats.org/drawingml/2006/main" prst="rect">
            <a:avLst/>
          </a:prstGeom>
          <a:solidFill xmlns:a="http://schemas.openxmlformats.org/drawingml/2006/main">
            <a:srgbClr val="D0DCE7"/>
          </a:solidFill>
          <a:ln xmlns:a="http://schemas.openxmlformats.org/drawingml/2006/main" w="9525">
            <a:noFill/>
          </a:ln>
        </p:spPr>
      </p:sp>
      <p:sp>
        <p:nvSpPr>
          <p:cNvPr id="9" name="SE-086-9">
            <a:extLst xmlns:a="http://schemas.openxmlformats.org/drawingml/2006/main">
              <a:ext uri="{FF2B5EF4-FFF2-40B4-BE49-F238E27FC236}">
                <a16:creationId xmlns:a16="http://schemas.microsoft.com/office/drawing/2014/main" id="{E5E5988E-3F84-4A99-A439-F8CAB46AB748}"/>
              </a:ext>
            </a:extLst>
          </p:cNvPr>
          <p:cNvSpPr>
            <a:spLocks xmlns:a="http://schemas.openxmlformats.org/drawingml/2006/main" noGrp="1"/>
          </p:cNvSpPr>
          <p:nvPr/>
        </p:nvSpPr>
        <p:spPr>
          <a:xfrm xmlns:a="http://schemas.openxmlformats.org/drawingml/2006/main">
            <a:off x="10391775" y="2771775"/>
            <a:ext cx="2771775" cy="2324100"/>
          </a:xfrm>
          <a:prstGeom xmlns:a="http://schemas.openxmlformats.org/drawingml/2006/main" prst="rect">
            <a:avLst/>
          </a:prstGeom>
          <a:solidFill xmlns:a="http://schemas.openxmlformats.org/drawingml/2006/main">
            <a:srgbClr val="D0DCE7"/>
          </a:solidFill>
          <a:ln xmlns:a="http://schemas.openxmlformats.org/drawingml/2006/main" w="9525">
            <a:noFill/>
          </a:ln>
        </p:spPr>
      </p:sp>
      <p:sp>
        <p:nvSpPr>
          <p:cNvPr id="10" name="SE-086-10">
            <a:extLst xmlns:a="http://schemas.openxmlformats.org/drawingml/2006/main">
              <a:ext uri="{FF2B5EF4-FFF2-40B4-BE49-F238E27FC236}">
                <a16:creationId xmlns:a16="http://schemas.microsoft.com/office/drawing/2014/main" id="{CDE3E4F8-4D1A-442E-AE3C-F3CF1DFFC8C1}"/>
              </a:ext>
            </a:extLst>
          </p:cNvPr>
          <p:cNvSpPr>
            <a:spLocks xmlns:a="http://schemas.openxmlformats.org/drawingml/2006/main" noGrp="1"/>
          </p:cNvSpPr>
          <p:nvPr/>
        </p:nvSpPr>
        <p:spPr>
          <a:xfrm xmlns:a="http://schemas.openxmlformats.org/drawingml/2006/main">
            <a:off x="5772150" y="2495550"/>
            <a:ext cx="228600" cy="228600"/>
          </a:xfrm>
          <a:prstGeom xmlns:a="http://schemas.openxmlformats.org/drawingml/2006/main" prst="ellipse">
            <a:avLst/>
          </a:prstGeom>
          <a:noFill xmlns:a="http://schemas.openxmlformats.org/drawingml/2006/main"/>
          <a:ln xmlns:a="http://schemas.openxmlformats.org/drawingml/2006/main" w="13335">
            <a:solidFill>
              <a:srgbClr val="111111"/>
            </a:solidFill>
          </a:ln>
        </p:spPr>
      </p:sp>
      <p:sp>
        <p:nvSpPr>
          <p:cNvPr id="11" name="SE-086-11">
            <a:extLst xmlns:a="http://schemas.openxmlformats.org/drawingml/2006/main">
              <a:ext uri="{FF2B5EF4-FFF2-40B4-BE49-F238E27FC236}">
                <a16:creationId xmlns:a16="http://schemas.microsoft.com/office/drawing/2014/main" id="{7682A1FD-95D2-4ACC-BFE8-1E598C566E39}"/>
              </a:ext>
            </a:extLst>
          </p:cNvPr>
          <p:cNvSpPr>
            <a:spLocks xmlns:a="http://schemas.openxmlformats.org/drawingml/2006/main" noGrp="1"/>
          </p:cNvSpPr>
          <p:nvPr/>
        </p:nvSpPr>
        <p:spPr>
          <a:xfrm xmlns:a="http://schemas.openxmlformats.org/drawingml/2006/main">
            <a:off x="5772150" y="2486025"/>
            <a:ext cx="228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111111"/>
                </a:solidFill>
                <a:latin typeface="Arial"/>
                <a:ea typeface="Arial"/>
                <a:cs typeface="Arial"/>
              </a:defRPr>
            </a:pPr>
            <a:r>
              <a:rPr sz="1575" b="0" i="0">
                <a:solidFill>
                  <a:srgbClr val="111111"/>
                </a:solidFill>
                <a:latin typeface="Arial"/>
                <a:ea typeface="Arial"/>
                <a:cs typeface="Arial"/>
              </a:rPr>
              <a:t>4</a:t>
            </a:r>
          </a:p>
        </p:txBody>
      </p:sp>
      <p:sp>
        <p:nvSpPr>
          <p:cNvPr id="12" name="SE-086-12">
            <a:extLst xmlns:a="http://schemas.openxmlformats.org/drawingml/2006/main">
              <a:ext uri="{FF2B5EF4-FFF2-40B4-BE49-F238E27FC236}">
                <a16:creationId xmlns:a16="http://schemas.microsoft.com/office/drawing/2014/main" id="{C42A1AF0-DE35-4E3F-9D32-7CA68AE43FED}"/>
              </a:ext>
            </a:extLst>
          </p:cNvPr>
          <p:cNvSpPr>
            <a:spLocks xmlns:a="http://schemas.openxmlformats.org/drawingml/2006/main" noGrp="1"/>
          </p:cNvSpPr>
          <p:nvPr/>
        </p:nvSpPr>
        <p:spPr>
          <a:xfrm xmlns:a="http://schemas.openxmlformats.org/drawingml/2006/main">
            <a:off x="6143625" y="2476500"/>
            <a:ext cx="6677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i="0">
                <a:solidFill>
                  <a:srgbClr val="111111"/>
                </a:solidFill>
                <a:latin typeface="Arial"/>
                <a:ea typeface="Arial"/>
                <a:cs typeface="Arial"/>
              </a:defRPr>
            </a:pPr>
            <a:r>
              <a:rPr sz="1575" b="0" i="0">
                <a:solidFill>
                  <a:srgbClr val="111111"/>
                </a:solidFill>
                <a:latin typeface="Arial"/>
                <a:ea typeface="Arial"/>
                <a:cs typeface="Arial"/>
              </a:rPr>
              <a:t>Type Annotation Updating</a:t>
            </a:r>
          </a:p>
        </p:txBody>
      </p:sp>
      <p:sp>
        <p:nvSpPr>
          <p:cNvPr id="13" name="SE-086-13">
            <a:extLst xmlns:a="http://schemas.openxmlformats.org/drawingml/2006/main">
              <a:ext uri="{FF2B5EF4-FFF2-40B4-BE49-F238E27FC236}">
                <a16:creationId xmlns:a16="http://schemas.microsoft.com/office/drawing/2014/main" id="{4B8DCA46-06AB-4C84-9EAF-E164680B6592}"/>
              </a:ext>
            </a:extLst>
          </p:cNvPr>
          <p:cNvSpPr>
            <a:spLocks xmlns:a="http://schemas.openxmlformats.org/drawingml/2006/main" noGrp="1"/>
          </p:cNvSpPr>
          <p:nvPr/>
        </p:nvSpPr>
        <p:spPr>
          <a:xfrm xmlns:a="http://schemas.openxmlformats.org/drawingml/2006/main">
            <a:off x="5543550" y="5572125"/>
            <a:ext cx="7734300" cy="2495550"/>
          </a:xfrm>
          <a:prstGeom xmlns:a="http://schemas.openxmlformats.org/drawingml/2006/main" prst="rect">
            <a:avLst/>
          </a:prstGeom>
          <a:solidFill xmlns:a="http://schemas.openxmlformats.org/drawingml/2006/main">
            <a:srgbClr val="FFF8E3"/>
          </a:solidFill>
          <a:ln xmlns:a="http://schemas.openxmlformats.org/drawingml/2006/main" w="12383">
            <a:solidFill>
              <a:srgbClr val="E7B836"/>
            </a:solidFill>
          </a:ln>
        </p:spPr>
      </p:sp>
      <p:sp>
        <p:nvSpPr>
          <p:cNvPr id="14" name="SE-086-14">
            <a:extLst xmlns:a="http://schemas.openxmlformats.org/drawingml/2006/main">
              <a:ext uri="{FF2B5EF4-FFF2-40B4-BE49-F238E27FC236}">
                <a16:creationId xmlns:a16="http://schemas.microsoft.com/office/drawing/2014/main" id="{28DF6931-2704-4A83-9764-F1D7EE3785AD}"/>
              </a:ext>
            </a:extLst>
          </p:cNvPr>
          <p:cNvSpPr>
            <a:spLocks xmlns:a="http://schemas.openxmlformats.org/drawingml/2006/main" noGrp="1"/>
          </p:cNvSpPr>
          <p:nvPr/>
        </p:nvSpPr>
        <p:spPr>
          <a:xfrm xmlns:a="http://schemas.openxmlformats.org/drawingml/2006/main">
            <a:off x="5657850" y="6000750"/>
            <a:ext cx="4505325" cy="1924050"/>
          </a:xfrm>
          <a:prstGeom xmlns:a="http://schemas.openxmlformats.org/drawingml/2006/main" prst="rect">
            <a:avLst/>
          </a:prstGeom>
          <a:solidFill xmlns:a="http://schemas.openxmlformats.org/drawingml/2006/main">
            <a:srgbClr val="FFF0C5"/>
          </a:solidFill>
          <a:ln xmlns:a="http://schemas.openxmlformats.org/drawingml/2006/main" w="9525">
            <a:noFill/>
          </a:ln>
        </p:spPr>
      </p:sp>
      <p:sp>
        <p:nvSpPr>
          <p:cNvPr id="15" name="SE-086-15">
            <a:extLst xmlns:a="http://schemas.openxmlformats.org/drawingml/2006/main">
              <a:ext uri="{FF2B5EF4-FFF2-40B4-BE49-F238E27FC236}">
                <a16:creationId xmlns:a16="http://schemas.microsoft.com/office/drawing/2014/main" id="{D7828ECB-D6A4-4A44-8A19-BAAC1944C865}"/>
              </a:ext>
            </a:extLst>
          </p:cNvPr>
          <p:cNvSpPr>
            <a:spLocks xmlns:a="http://schemas.openxmlformats.org/drawingml/2006/main" noGrp="1"/>
          </p:cNvSpPr>
          <p:nvPr/>
        </p:nvSpPr>
        <p:spPr>
          <a:xfrm xmlns:a="http://schemas.openxmlformats.org/drawingml/2006/main">
            <a:off x="10391775" y="6000750"/>
            <a:ext cx="2771775" cy="1924050"/>
          </a:xfrm>
          <a:prstGeom xmlns:a="http://schemas.openxmlformats.org/drawingml/2006/main" prst="rect">
            <a:avLst/>
          </a:prstGeom>
          <a:solidFill xmlns:a="http://schemas.openxmlformats.org/drawingml/2006/main">
            <a:srgbClr val="FFF0C5"/>
          </a:solidFill>
          <a:ln xmlns:a="http://schemas.openxmlformats.org/drawingml/2006/main" w="9525">
            <a:noFill/>
          </a:ln>
        </p:spPr>
      </p:sp>
      <p:sp>
        <p:nvSpPr>
          <p:cNvPr id="16" name="SE-086-16">
            <a:extLst xmlns:a="http://schemas.openxmlformats.org/drawingml/2006/main">
              <a:ext uri="{FF2B5EF4-FFF2-40B4-BE49-F238E27FC236}">
                <a16:creationId xmlns:a16="http://schemas.microsoft.com/office/drawing/2014/main" id="{658B33F5-E54E-49FF-8846-1E71A1A813C4}"/>
              </a:ext>
            </a:extLst>
          </p:cNvPr>
          <p:cNvSpPr>
            <a:spLocks xmlns:a="http://schemas.openxmlformats.org/drawingml/2006/main" noGrp="1"/>
          </p:cNvSpPr>
          <p:nvPr/>
        </p:nvSpPr>
        <p:spPr>
          <a:xfrm xmlns:a="http://schemas.openxmlformats.org/drawingml/2006/main">
            <a:off x="5772150" y="5705475"/>
            <a:ext cx="228600" cy="228600"/>
          </a:xfrm>
          <a:prstGeom xmlns:a="http://schemas.openxmlformats.org/drawingml/2006/main" prst="ellipse">
            <a:avLst/>
          </a:prstGeom>
          <a:noFill xmlns:a="http://schemas.openxmlformats.org/drawingml/2006/main"/>
          <a:ln xmlns:a="http://schemas.openxmlformats.org/drawingml/2006/main" w="13335">
            <a:solidFill>
              <a:srgbClr val="111111"/>
            </a:solidFill>
          </a:ln>
        </p:spPr>
      </p:sp>
      <p:sp>
        <p:nvSpPr>
          <p:cNvPr id="17" name="SE-086-17">
            <a:extLst xmlns:a="http://schemas.openxmlformats.org/drawingml/2006/main">
              <a:ext uri="{FF2B5EF4-FFF2-40B4-BE49-F238E27FC236}">
                <a16:creationId xmlns:a16="http://schemas.microsoft.com/office/drawing/2014/main" id="{310AF531-D445-45EE-B1AF-BC2B0C11F15B}"/>
              </a:ext>
            </a:extLst>
          </p:cNvPr>
          <p:cNvSpPr>
            <a:spLocks xmlns:a="http://schemas.openxmlformats.org/drawingml/2006/main" noGrp="1"/>
          </p:cNvSpPr>
          <p:nvPr/>
        </p:nvSpPr>
        <p:spPr>
          <a:xfrm xmlns:a="http://schemas.openxmlformats.org/drawingml/2006/main">
            <a:off x="5772150" y="5695950"/>
            <a:ext cx="228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111111"/>
                </a:solidFill>
                <a:latin typeface="Arial"/>
                <a:ea typeface="Arial"/>
                <a:cs typeface="Arial"/>
              </a:defRPr>
            </a:pPr>
            <a:r>
              <a:rPr sz="1575" b="0" i="0">
                <a:solidFill>
                  <a:srgbClr val="111111"/>
                </a:solidFill>
                <a:latin typeface="Arial"/>
                <a:ea typeface="Arial"/>
                <a:cs typeface="Arial"/>
              </a:rPr>
              <a:t>3</a:t>
            </a:r>
          </a:p>
        </p:txBody>
      </p:sp>
      <p:sp>
        <p:nvSpPr>
          <p:cNvPr id="18" name="SE-086-18">
            <a:extLst xmlns:a="http://schemas.openxmlformats.org/drawingml/2006/main">
              <a:ext uri="{FF2B5EF4-FFF2-40B4-BE49-F238E27FC236}">
                <a16:creationId xmlns:a16="http://schemas.microsoft.com/office/drawing/2014/main" id="{93C8BCD1-51F9-4561-9C24-097228A135A2}"/>
              </a:ext>
            </a:extLst>
          </p:cNvPr>
          <p:cNvSpPr>
            <a:spLocks xmlns:a="http://schemas.openxmlformats.org/drawingml/2006/main" noGrp="1"/>
          </p:cNvSpPr>
          <p:nvPr/>
        </p:nvSpPr>
        <p:spPr>
          <a:xfrm xmlns:a="http://schemas.openxmlformats.org/drawingml/2006/main">
            <a:off x="6143625" y="5686425"/>
            <a:ext cx="6677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i="0">
                <a:solidFill>
                  <a:srgbClr val="111111"/>
                </a:solidFill>
                <a:latin typeface="Arial"/>
                <a:ea typeface="Arial"/>
                <a:cs typeface="Arial"/>
              </a:defRPr>
            </a:pPr>
            <a:r>
              <a:rPr sz="1575" b="0" i="0">
                <a:solidFill>
                  <a:srgbClr val="111111"/>
                </a:solidFill>
                <a:latin typeface="Arial"/>
                <a:ea typeface="Arial"/>
                <a:cs typeface="Arial"/>
              </a:rPr>
              <a:t>Guiding Example Reasoning</a:t>
            </a:r>
          </a:p>
        </p:txBody>
      </p:sp>
      <p:pic>
        <p:nvPicPr>
          <p:cNvPr id="400" name=""/>
          <p:cNvPicPr>
            <a:picLocks xmlns:a="http://schemas.openxmlformats.org/drawingml/2006/main" noChangeAspect="1"/>
          </p:cNvPicPr>
          <p:nvPr/>
        </p:nvPicPr>
        <p:blipFill>
          <a:blip xmlns:r="http://schemas.openxmlformats.org/officeDocument/2006/relationships" xmlns:a="http://schemas.openxmlformats.org/drawingml/2006/main" r:embed="R036ee14746ae4464"/>
          <a:stretch xmlns:a="http://schemas.openxmlformats.org/drawingml/2006/main"/>
        </p:blipFill>
        <p:spPr>
          <a:xfrm xmlns:a="http://schemas.openxmlformats.org/drawingml/2006/main">
            <a:off x="2905125" y="514350"/>
            <a:ext cx="495300" cy="466725"/>
          </a:xfrm>
          <a:prstGeom xmlns:a="http://schemas.openxmlformats.org/drawingml/2006/main" prst="rect">
            <a:avLst/>
          </a:prstGeom>
        </p:spPr>
      </p:pic>
      <p:sp>
        <p:nvSpPr>
          <p:cNvPr id="20" name="SE-086-19">
            <a:extLst xmlns:a="http://schemas.openxmlformats.org/drawingml/2006/main">
              <a:ext uri="{FF2B5EF4-FFF2-40B4-BE49-F238E27FC236}">
                <a16:creationId xmlns:a16="http://schemas.microsoft.com/office/drawing/2014/main" id="{350422AE-9898-4AD0-A076-ADD65CE000C7}"/>
              </a:ext>
            </a:extLst>
          </p:cNvPr>
          <p:cNvSpPr>
            <a:spLocks xmlns:a="http://schemas.openxmlformats.org/drawingml/2006/main" noGrp="1"/>
          </p:cNvSpPr>
          <p:nvPr/>
        </p:nvSpPr>
        <p:spPr>
          <a:xfrm xmlns:a="http://schemas.openxmlformats.org/drawingml/2006/main">
            <a:off x="3448050" y="628650"/>
            <a:ext cx="19335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i="0">
                <a:solidFill>
                  <a:srgbClr val="111111"/>
                </a:solidFill>
                <a:latin typeface="Arial Narrow"/>
                <a:ea typeface="Arial Narrow"/>
                <a:cs typeface="Arial Narrow"/>
              </a:defRPr>
            </a:pPr>
            <a:r>
              <a:rPr sz="1650" b="1" i="0">
                <a:solidFill>
                  <a:srgbClr val="111111"/>
                </a:solidFill>
                <a:latin typeface="Arial Narrow"/>
                <a:ea typeface="Arial Narrow"/>
                <a:cs typeface="Arial Narrow"/>
              </a:rPr>
              <a:t>All Annotations</a:t>
            </a:r>
          </a:p>
        </p:txBody>
      </p:sp>
      <p:pic>
        <p:nvPicPr>
          <p:cNvPr id="402" name=""/>
          <p:cNvPicPr>
            <a:picLocks xmlns:a="http://schemas.openxmlformats.org/drawingml/2006/main" noChangeAspect="1"/>
          </p:cNvPicPr>
          <p:nvPr/>
        </p:nvPicPr>
        <p:blipFill>
          <a:blip xmlns:r="http://schemas.openxmlformats.org/officeDocument/2006/relationships" xmlns:a="http://schemas.openxmlformats.org/drawingml/2006/main" r:embed="Reca8707e57654b34"/>
          <a:stretch xmlns:a="http://schemas.openxmlformats.org/drawingml/2006/main"/>
        </p:blipFill>
        <p:spPr>
          <a:xfrm xmlns:a="http://schemas.openxmlformats.org/drawingml/2006/main">
            <a:off x="1543050" y="3381375"/>
            <a:ext cx="504825" cy="657225"/>
          </a:xfrm>
          <a:prstGeom xmlns:a="http://schemas.openxmlformats.org/drawingml/2006/main" prst="rect">
            <a:avLst/>
          </a:prstGeom>
        </p:spPr>
      </p:pic>
      <p:sp>
        <p:nvSpPr>
          <p:cNvPr id="22" name="SE-086-20">
            <a:extLst xmlns:a="http://schemas.openxmlformats.org/drawingml/2006/main">
              <a:ext uri="{FF2B5EF4-FFF2-40B4-BE49-F238E27FC236}">
                <a16:creationId xmlns:a16="http://schemas.microsoft.com/office/drawing/2014/main" id="{016FFBB6-4138-4E5B-ABFD-286B5D2640E4}"/>
              </a:ext>
            </a:extLst>
          </p:cNvPr>
          <p:cNvSpPr>
            <a:spLocks xmlns:a="http://schemas.openxmlformats.org/drawingml/2006/main" noGrp="1"/>
          </p:cNvSpPr>
          <p:nvPr/>
        </p:nvSpPr>
        <p:spPr>
          <a:xfrm xmlns:a="http://schemas.openxmlformats.org/drawingml/2006/main">
            <a:off x="1333500" y="4143375"/>
            <a:ext cx="962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i="0">
                <a:solidFill>
                  <a:srgbClr val="111111"/>
                </a:solidFill>
                <a:latin typeface="Arial Narrow"/>
                <a:ea typeface="Arial Narrow"/>
                <a:cs typeface="Arial Narrow"/>
              </a:defRPr>
            </a:pPr>
            <a:r>
              <a:rPr sz="1350" b="1" i="0">
                <a:solidFill>
                  <a:srgbClr val="111111"/>
                </a:solidFill>
                <a:latin typeface="Arial Narrow"/>
                <a:ea typeface="Arial Narrow"/>
                <a:cs typeface="Arial Narrow"/>
              </a:rPr>
              <a:t>Annotation</a:t>
            </a:r>
          </a:p>
        </p:txBody>
      </p:sp>
      <p:sp>
        <p:nvSpPr>
          <p:cNvPr id="23" name="SE-086-21">
            <a:extLst xmlns:a="http://schemas.openxmlformats.org/drawingml/2006/main">
              <a:ext uri="{FF2B5EF4-FFF2-40B4-BE49-F238E27FC236}">
                <a16:creationId xmlns:a16="http://schemas.microsoft.com/office/drawing/2014/main" id="{1AAA5502-9555-4F95-94C9-E019DF2AA219}"/>
              </a:ext>
            </a:extLst>
          </p:cNvPr>
          <p:cNvSpPr>
            <a:spLocks xmlns:a="http://schemas.openxmlformats.org/drawingml/2006/main" noGrp="1"/>
          </p:cNvSpPr>
          <p:nvPr/>
        </p:nvSpPr>
        <p:spPr>
          <a:xfrm xmlns:a="http://schemas.openxmlformats.org/drawingml/2006/main">
            <a:off x="838200" y="4362450"/>
            <a:ext cx="14954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i="0">
                <a:solidFill>
                  <a:srgbClr val="111111"/>
                </a:solidFill>
                <a:latin typeface="Arial Narrow"/>
                <a:ea typeface="Arial Narrow"/>
                <a:cs typeface="Arial Narrow"/>
              </a:defRPr>
            </a:pPr>
            <a:r>
              <a:rPr sz="1350" b="1" i="0">
                <a:solidFill>
                  <a:srgbClr val="111111"/>
                </a:solidFill>
                <a:latin typeface="Arial Narrow"/>
                <a:ea typeface="Arial Narrow"/>
                <a:cs typeface="Arial Narrow"/>
              </a:rPr>
              <a:t>Updating Dataset</a:t>
            </a:r>
          </a:p>
        </p:txBody>
      </p:sp>
      <p:pic>
        <p:nvPicPr>
          <p:cNvPr id="405" name=""/>
          <p:cNvPicPr>
            <a:picLocks xmlns:a="http://schemas.openxmlformats.org/drawingml/2006/main" noChangeAspect="1"/>
          </p:cNvPicPr>
          <p:nvPr/>
        </p:nvPicPr>
        <p:blipFill>
          <a:blip xmlns:r="http://schemas.openxmlformats.org/officeDocument/2006/relationships" xmlns:a="http://schemas.openxmlformats.org/drawingml/2006/main" r:embed="R1d737886c5ac4d36"/>
          <a:stretch xmlns:a="http://schemas.openxmlformats.org/drawingml/2006/main"/>
        </p:blipFill>
        <p:spPr>
          <a:xfrm xmlns:a="http://schemas.openxmlformats.org/drawingml/2006/main">
            <a:off x="2886075" y="3333750"/>
            <a:ext cx="514350" cy="590550"/>
          </a:xfrm>
          <a:prstGeom xmlns:a="http://schemas.openxmlformats.org/drawingml/2006/main" prst="rect">
            <a:avLst/>
          </a:prstGeom>
        </p:spPr>
      </p:pic>
      <p:sp>
        <p:nvSpPr>
          <p:cNvPr id="25" name="SE-086-22">
            <a:extLst xmlns:a="http://schemas.openxmlformats.org/drawingml/2006/main">
              <a:ext uri="{FF2B5EF4-FFF2-40B4-BE49-F238E27FC236}">
                <a16:creationId xmlns:a16="http://schemas.microsoft.com/office/drawing/2014/main" id="{96C314F7-59AE-4571-A3FF-152C4187FD47}"/>
              </a:ext>
            </a:extLst>
          </p:cNvPr>
          <p:cNvSpPr>
            <a:spLocks xmlns:a="http://schemas.openxmlformats.org/drawingml/2006/main" noGrp="1"/>
          </p:cNvSpPr>
          <p:nvPr/>
        </p:nvSpPr>
        <p:spPr>
          <a:xfrm xmlns:a="http://schemas.openxmlformats.org/drawingml/2006/main">
            <a:off x="3448050" y="3495675"/>
            <a:ext cx="1971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i="0">
                <a:solidFill>
                  <a:srgbClr val="111111"/>
                </a:solidFill>
                <a:latin typeface="Arial Narrow"/>
                <a:ea typeface="Arial Narrow"/>
                <a:cs typeface="Arial Narrow"/>
              </a:defRPr>
            </a:pPr>
            <a:r>
              <a:rPr sz="1575" b="1" i="0">
                <a:solidFill>
                  <a:srgbClr val="111111"/>
                </a:solidFill>
                <a:latin typeface="Arial Narrow"/>
                <a:ea typeface="Arial Narrow"/>
                <a:cs typeface="Arial Narrow"/>
              </a:rPr>
              <a:t>Outdated Annotation</a:t>
            </a:r>
          </a:p>
        </p:txBody>
      </p:sp>
      <p:pic>
        <p:nvPicPr>
          <p:cNvPr id="407" name=""/>
          <p:cNvPicPr>
            <a:picLocks xmlns:a="http://schemas.openxmlformats.org/drawingml/2006/main" noChangeAspect="1"/>
          </p:cNvPicPr>
          <p:nvPr/>
        </p:nvPicPr>
        <p:blipFill>
          <a:blip xmlns:r="http://schemas.openxmlformats.org/officeDocument/2006/relationships" xmlns:a="http://schemas.openxmlformats.org/drawingml/2006/main" r:embed="R20d694c22f77450c"/>
          <a:stretch xmlns:a="http://schemas.openxmlformats.org/drawingml/2006/main"/>
        </p:blipFill>
        <p:spPr>
          <a:xfrm xmlns:a="http://schemas.openxmlformats.org/drawingml/2006/main">
            <a:off x="2800350" y="6981825"/>
            <a:ext cx="504825" cy="533400"/>
          </a:xfrm>
          <a:prstGeom xmlns:a="http://schemas.openxmlformats.org/drawingml/2006/main" prst="rect">
            <a:avLst/>
          </a:prstGeom>
        </p:spPr>
      </p:pic>
      <p:sp>
        <p:nvSpPr>
          <p:cNvPr id="27" name="SE-086-23">
            <a:extLst xmlns:a="http://schemas.openxmlformats.org/drawingml/2006/main">
              <a:ext uri="{FF2B5EF4-FFF2-40B4-BE49-F238E27FC236}">
                <a16:creationId xmlns:a16="http://schemas.microsoft.com/office/drawing/2014/main" id="{44EC6717-49CB-4236-94FC-34076071ED06}"/>
              </a:ext>
            </a:extLst>
          </p:cNvPr>
          <p:cNvSpPr>
            <a:spLocks xmlns:a="http://schemas.openxmlformats.org/drawingml/2006/main" noGrp="1"/>
          </p:cNvSpPr>
          <p:nvPr/>
        </p:nvSpPr>
        <p:spPr>
          <a:xfrm xmlns:a="http://schemas.openxmlformats.org/drawingml/2006/main">
            <a:off x="3371850" y="7134225"/>
            <a:ext cx="1971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i="0">
                <a:solidFill>
                  <a:srgbClr val="111111"/>
                </a:solidFill>
                <a:latin typeface="Arial Narrow"/>
                <a:ea typeface="Arial Narrow"/>
                <a:cs typeface="Arial Narrow"/>
              </a:defRPr>
            </a:pPr>
            <a:r>
              <a:rPr sz="1650" b="1" i="0">
                <a:solidFill>
                  <a:srgbClr val="111111"/>
                </a:solidFill>
                <a:latin typeface="Arial Narrow"/>
                <a:ea typeface="Arial Narrow"/>
                <a:cs typeface="Arial Narrow"/>
              </a:rPr>
              <a:t>Guiding Examples</a:t>
            </a:r>
          </a:p>
        </p:txBody>
      </p:sp>
      <p:sp>
        <p:nvSpPr>
          <p:cNvPr id="28" name="SE-086-path-24">
            <a:extLst xmlns:a="http://schemas.openxmlformats.org/drawingml/2006/main">
              <a:ext uri="{FF2B5EF4-FFF2-40B4-BE49-F238E27FC236}">
                <a16:creationId xmlns:a16="http://schemas.microsoft.com/office/drawing/2014/main" id="{99C2490F-5AFC-49A5-98F7-C7E7FB1034C4}"/>
              </a:ext>
            </a:extLst>
          </p:cNvPr>
          <p:cNvSpPr>
            <a:spLocks xmlns:a="http://schemas.openxmlformats.org/drawingml/2006/main" noGrp="1"/>
          </p:cNvSpPr>
          <p:nvPr/>
        </p:nvSpPr>
        <p:spPr>
          <a:xfrm xmlns:a="http://schemas.openxmlformats.org/drawingml/2006/main">
            <a:off x="2543175" y="1000125"/>
            <a:ext cx="2876550" cy="933450"/>
          </a:xfrm>
          <a:custGeom xmlns:a="http://schemas.openxmlformats.org/drawingml/2006/main">
            <a:pathLst>
              <a:path w="2876550" h="933450">
                <a:moveTo>
                  <a:pt x="0" y="933450"/>
                </a:moveTo>
                <a:lnTo>
                  <a:pt x="0" y="0"/>
                </a:lnTo>
                <a:lnTo>
                  <a:pt x="2876550" y="0"/>
                </a:lnTo>
              </a:path>
            </a:pathLst>
          </a:custGeom>
          <a:noFill xmlns:a="http://schemas.openxmlformats.org/drawingml/2006/main"/>
          <a:ln xmlns:a="http://schemas.openxmlformats.org/drawingml/2006/main" w="13335">
            <a:solidFill>
              <a:srgbClr val="111111"/>
            </a:solidFill>
          </a:ln>
        </p:spPr>
      </p:sp>
      <p:sp>
        <p:nvSpPr>
          <p:cNvPr id="29" name="SE-086-path-25">
            <a:extLst xmlns:a="http://schemas.openxmlformats.org/drawingml/2006/main">
              <a:ext uri="{FF2B5EF4-FFF2-40B4-BE49-F238E27FC236}">
                <a16:creationId xmlns:a16="http://schemas.microsoft.com/office/drawing/2014/main" id="{D83F20D3-15EE-412B-A150-7476C64F0E3E}"/>
              </a:ext>
            </a:extLst>
          </p:cNvPr>
          <p:cNvSpPr>
            <a:spLocks xmlns:a="http://schemas.openxmlformats.org/drawingml/2006/main" noGrp="1"/>
          </p:cNvSpPr>
          <p:nvPr/>
        </p:nvSpPr>
        <p:spPr>
          <a:xfrm xmlns:a="http://schemas.openxmlformats.org/drawingml/2006/main">
            <a:off x="5314950" y="1000125"/>
            <a:ext cx="104775" cy="95"/>
          </a:xfrm>
          <a:custGeom xmlns:a="http://schemas.openxmlformats.org/drawingml/2006/main">
            <a:pathLst>
              <a:path w="104775" h="95">
                <a:moveTo>
                  <a:pt x="0" y="0"/>
                </a:moveTo>
                <a:lnTo>
                  <a:pt x="104775" y="0"/>
                </a:lnTo>
              </a:path>
            </a:pathLst>
          </a:custGeom>
          <a:noFill xmlns:a="http://schemas.openxmlformats.org/drawingml/2006/main"/>
          <a:ln xmlns:a="http://schemas.openxmlformats.org/drawingml/2006/main" w="13335">
            <a:solidFill>
              <a:srgbClr val="111111"/>
            </a:solidFill>
          </a:ln>
        </p:spPr>
      </p:sp>
      <p:sp>
        <p:nvSpPr>
          <p:cNvPr id="30" name="SE-086-path-26">
            <a:extLst xmlns:a="http://schemas.openxmlformats.org/drawingml/2006/main">
              <a:ext uri="{FF2B5EF4-FFF2-40B4-BE49-F238E27FC236}">
                <a16:creationId xmlns:a16="http://schemas.microsoft.com/office/drawing/2014/main" id="{FEC40011-7DAB-4E3D-BB94-3B31FA147D1B}"/>
              </a:ext>
            </a:extLst>
          </p:cNvPr>
          <p:cNvSpPr>
            <a:spLocks xmlns:a="http://schemas.openxmlformats.org/drawingml/2006/main" noGrp="1"/>
          </p:cNvSpPr>
          <p:nvPr/>
        </p:nvSpPr>
        <p:spPr>
          <a:xfrm xmlns:a="http://schemas.openxmlformats.org/drawingml/2006/main">
            <a:off x="5352136" y="964937"/>
            <a:ext cx="67589" cy="70375"/>
          </a:xfrm>
          <a:custGeom xmlns:a="http://schemas.openxmlformats.org/drawingml/2006/main">
            <a:pathLst>
              <a:path w="67589" h="70375">
                <a:moveTo>
                  <a:pt x="0" y="70375"/>
                </a:moveTo>
                <a:lnTo>
                  <a:pt x="67589" y="35188"/>
                </a:lnTo>
                <a:lnTo>
                  <a:pt x="0" y="0"/>
                </a:lnTo>
                <a:close/>
              </a:path>
            </a:pathLst>
          </a:custGeom>
          <a:solidFill xmlns:a="http://schemas.openxmlformats.org/drawingml/2006/main">
            <a:srgbClr val="111111"/>
          </a:solidFill>
          <a:ln xmlns:a="http://schemas.openxmlformats.org/drawingml/2006/main" w="13335">
            <a:solidFill>
              <a:srgbClr val="111111"/>
            </a:solidFill>
          </a:ln>
        </p:spPr>
      </p:sp>
      <p:sp>
        <p:nvSpPr>
          <p:cNvPr id="31" name="SE-086-path-27">
            <a:extLst xmlns:a="http://schemas.openxmlformats.org/drawingml/2006/main">
              <a:ext uri="{FF2B5EF4-FFF2-40B4-BE49-F238E27FC236}">
                <a16:creationId xmlns:a16="http://schemas.microsoft.com/office/drawing/2014/main" id="{B762A273-CE04-4C2A-8370-D878B57A7E35}"/>
              </a:ext>
            </a:extLst>
          </p:cNvPr>
          <p:cNvSpPr>
            <a:spLocks xmlns:a="http://schemas.openxmlformats.org/drawingml/2006/main" noGrp="1"/>
          </p:cNvSpPr>
          <p:nvPr/>
        </p:nvSpPr>
        <p:spPr>
          <a:xfrm xmlns:a="http://schemas.openxmlformats.org/drawingml/2006/main">
            <a:off x="2571750" y="3267075"/>
            <a:ext cx="2847975" cy="657225"/>
          </a:xfrm>
          <a:custGeom xmlns:a="http://schemas.openxmlformats.org/drawingml/2006/main">
            <a:pathLst>
              <a:path w="2847975" h="657225">
                <a:moveTo>
                  <a:pt x="0" y="0"/>
                </a:moveTo>
                <a:lnTo>
                  <a:pt x="0" y="657225"/>
                </a:lnTo>
                <a:lnTo>
                  <a:pt x="2847975" y="657225"/>
                </a:lnTo>
              </a:path>
            </a:pathLst>
          </a:custGeom>
          <a:noFill xmlns:a="http://schemas.openxmlformats.org/drawingml/2006/main"/>
          <a:ln xmlns:a="http://schemas.openxmlformats.org/drawingml/2006/main" w="13335">
            <a:solidFill>
              <a:srgbClr val="111111"/>
            </a:solidFill>
          </a:ln>
        </p:spPr>
      </p:sp>
      <p:sp>
        <p:nvSpPr>
          <p:cNvPr id="32" name="SE-086-path-28">
            <a:extLst xmlns:a="http://schemas.openxmlformats.org/drawingml/2006/main">
              <a:ext uri="{FF2B5EF4-FFF2-40B4-BE49-F238E27FC236}">
                <a16:creationId xmlns:a16="http://schemas.microsoft.com/office/drawing/2014/main" id="{5B8D5086-6DF0-4F2C-8EA4-502EF1ACE05D}"/>
              </a:ext>
            </a:extLst>
          </p:cNvPr>
          <p:cNvSpPr>
            <a:spLocks xmlns:a="http://schemas.openxmlformats.org/drawingml/2006/main" noGrp="1"/>
          </p:cNvSpPr>
          <p:nvPr/>
        </p:nvSpPr>
        <p:spPr>
          <a:xfrm xmlns:a="http://schemas.openxmlformats.org/drawingml/2006/main">
            <a:off x="5314950" y="3924300"/>
            <a:ext cx="104775" cy="95"/>
          </a:xfrm>
          <a:custGeom xmlns:a="http://schemas.openxmlformats.org/drawingml/2006/main">
            <a:pathLst>
              <a:path w="104775" h="95">
                <a:moveTo>
                  <a:pt x="0" y="0"/>
                </a:moveTo>
                <a:lnTo>
                  <a:pt x="104775" y="0"/>
                </a:lnTo>
              </a:path>
            </a:pathLst>
          </a:custGeom>
          <a:noFill xmlns:a="http://schemas.openxmlformats.org/drawingml/2006/main"/>
          <a:ln xmlns:a="http://schemas.openxmlformats.org/drawingml/2006/main" w="13335">
            <a:solidFill>
              <a:srgbClr val="111111"/>
            </a:solidFill>
          </a:ln>
        </p:spPr>
      </p:sp>
      <p:sp>
        <p:nvSpPr>
          <p:cNvPr id="33" name="SE-086-path-29">
            <a:extLst xmlns:a="http://schemas.openxmlformats.org/drawingml/2006/main">
              <a:ext uri="{FF2B5EF4-FFF2-40B4-BE49-F238E27FC236}">
                <a16:creationId xmlns:a16="http://schemas.microsoft.com/office/drawing/2014/main" id="{83CC0B29-546E-4AB9-935D-B3B03018900A}"/>
              </a:ext>
            </a:extLst>
          </p:cNvPr>
          <p:cNvSpPr>
            <a:spLocks xmlns:a="http://schemas.openxmlformats.org/drawingml/2006/main" noGrp="1"/>
          </p:cNvSpPr>
          <p:nvPr/>
        </p:nvSpPr>
        <p:spPr>
          <a:xfrm xmlns:a="http://schemas.openxmlformats.org/drawingml/2006/main">
            <a:off x="5352136" y="3889112"/>
            <a:ext cx="67589" cy="70375"/>
          </a:xfrm>
          <a:custGeom xmlns:a="http://schemas.openxmlformats.org/drawingml/2006/main">
            <a:pathLst>
              <a:path w="67589" h="70375">
                <a:moveTo>
                  <a:pt x="0" y="70375"/>
                </a:moveTo>
                <a:lnTo>
                  <a:pt x="67589" y="35188"/>
                </a:lnTo>
                <a:lnTo>
                  <a:pt x="0" y="0"/>
                </a:lnTo>
                <a:close/>
              </a:path>
            </a:pathLst>
          </a:custGeom>
          <a:solidFill xmlns:a="http://schemas.openxmlformats.org/drawingml/2006/main">
            <a:srgbClr val="111111"/>
          </a:solidFill>
          <a:ln xmlns:a="http://schemas.openxmlformats.org/drawingml/2006/main" w="13335">
            <a:solidFill>
              <a:srgbClr val="111111"/>
            </a:solidFill>
          </a:ln>
        </p:spPr>
      </p:sp>
      <p:sp>
        <p:nvSpPr>
          <p:cNvPr id="34" name="SE-086-path-30">
            <a:extLst xmlns:a="http://schemas.openxmlformats.org/drawingml/2006/main">
              <a:ext uri="{FF2B5EF4-FFF2-40B4-BE49-F238E27FC236}">
                <a16:creationId xmlns:a16="http://schemas.microsoft.com/office/drawing/2014/main" id="{33E75B07-27B2-4D17-85BF-034F39CA3D47}"/>
              </a:ext>
            </a:extLst>
          </p:cNvPr>
          <p:cNvSpPr>
            <a:spLocks xmlns:a="http://schemas.openxmlformats.org/drawingml/2006/main" noGrp="1"/>
          </p:cNvSpPr>
          <p:nvPr/>
        </p:nvSpPr>
        <p:spPr>
          <a:xfrm xmlns:a="http://schemas.openxmlformats.org/drawingml/2006/main">
            <a:off x="2181225" y="3267075"/>
            <a:ext cx="95" cy="1371600"/>
          </a:xfrm>
          <a:custGeom xmlns:a="http://schemas.openxmlformats.org/drawingml/2006/main">
            <a:pathLst>
              <a:path w="95" h="1371600">
                <a:moveTo>
                  <a:pt x="0" y="0"/>
                </a:moveTo>
                <a:lnTo>
                  <a:pt x="0" y="1371600"/>
                </a:lnTo>
              </a:path>
            </a:pathLst>
          </a:custGeom>
          <a:noFill xmlns:a="http://schemas.openxmlformats.org/drawingml/2006/main"/>
          <a:ln xmlns:a="http://schemas.openxmlformats.org/drawingml/2006/main" w="13335">
            <a:solidFill>
              <a:srgbClr val="111111"/>
            </a:solidFill>
          </a:ln>
        </p:spPr>
      </p:sp>
      <p:sp>
        <p:nvSpPr>
          <p:cNvPr id="35" name="SE-086-path-31">
            <a:extLst xmlns:a="http://schemas.openxmlformats.org/drawingml/2006/main">
              <a:ext uri="{FF2B5EF4-FFF2-40B4-BE49-F238E27FC236}">
                <a16:creationId xmlns:a16="http://schemas.microsoft.com/office/drawing/2014/main" id="{E38CCC65-AEAA-4554-A80E-CBBB7CFD50F8}"/>
              </a:ext>
            </a:extLst>
          </p:cNvPr>
          <p:cNvSpPr>
            <a:spLocks xmlns:a="http://schemas.openxmlformats.org/drawingml/2006/main" noGrp="1"/>
          </p:cNvSpPr>
          <p:nvPr/>
        </p:nvSpPr>
        <p:spPr>
          <a:xfrm xmlns:a="http://schemas.openxmlformats.org/drawingml/2006/main">
            <a:off x="2146037" y="4571086"/>
            <a:ext cx="70375" cy="67589"/>
          </a:xfrm>
          <a:custGeom xmlns:a="http://schemas.openxmlformats.org/drawingml/2006/main">
            <a:pathLst>
              <a:path w="70375" h="67589">
                <a:moveTo>
                  <a:pt x="0" y="0"/>
                </a:moveTo>
                <a:lnTo>
                  <a:pt x="35188" y="67589"/>
                </a:lnTo>
                <a:lnTo>
                  <a:pt x="70375" y="0"/>
                </a:lnTo>
                <a:close/>
              </a:path>
            </a:pathLst>
          </a:custGeom>
          <a:solidFill xmlns:a="http://schemas.openxmlformats.org/drawingml/2006/main">
            <a:srgbClr val="111111"/>
          </a:solidFill>
          <a:ln xmlns:a="http://schemas.openxmlformats.org/drawingml/2006/main" w="13335">
            <a:solidFill>
              <a:srgbClr val="111111"/>
            </a:solidFill>
          </a:ln>
        </p:spPr>
      </p:sp>
      <p:sp>
        <p:nvSpPr>
          <p:cNvPr id="36" name="SE-086-path-32">
            <a:extLst xmlns:a="http://schemas.openxmlformats.org/drawingml/2006/main">
              <a:ext uri="{FF2B5EF4-FFF2-40B4-BE49-F238E27FC236}">
                <a16:creationId xmlns:a16="http://schemas.microsoft.com/office/drawing/2014/main" id="{D5895B01-D8D5-4110-BF28-3DEB48894297}"/>
              </a:ext>
            </a:extLst>
          </p:cNvPr>
          <p:cNvSpPr>
            <a:spLocks xmlns:a="http://schemas.openxmlformats.org/drawingml/2006/main" noGrp="1"/>
          </p:cNvSpPr>
          <p:nvPr/>
        </p:nvSpPr>
        <p:spPr>
          <a:xfrm xmlns:a="http://schemas.openxmlformats.org/drawingml/2006/main">
            <a:off x="9363075" y="1990725"/>
            <a:ext cx="95" cy="314325"/>
          </a:xfrm>
          <a:custGeom xmlns:a="http://schemas.openxmlformats.org/drawingml/2006/main">
            <a:pathLst>
              <a:path w="95" h="314325">
                <a:moveTo>
                  <a:pt x="0" y="0"/>
                </a:moveTo>
                <a:lnTo>
                  <a:pt x="0" y="314325"/>
                </a:lnTo>
              </a:path>
            </a:pathLst>
          </a:custGeom>
          <a:noFill xmlns:a="http://schemas.openxmlformats.org/drawingml/2006/main"/>
          <a:ln xmlns:a="http://schemas.openxmlformats.org/drawingml/2006/main" w="13335">
            <a:solidFill>
              <a:srgbClr val="111111"/>
            </a:solidFill>
          </a:ln>
        </p:spPr>
      </p:sp>
      <p:sp>
        <p:nvSpPr>
          <p:cNvPr id="37" name="SE-086-path-33">
            <a:extLst xmlns:a="http://schemas.openxmlformats.org/drawingml/2006/main">
              <a:ext uri="{FF2B5EF4-FFF2-40B4-BE49-F238E27FC236}">
                <a16:creationId xmlns:a16="http://schemas.microsoft.com/office/drawing/2014/main" id="{F8517608-3878-4F24-9C2E-78D4A8C53C15}"/>
              </a:ext>
            </a:extLst>
          </p:cNvPr>
          <p:cNvSpPr>
            <a:spLocks xmlns:a="http://schemas.openxmlformats.org/drawingml/2006/main" noGrp="1"/>
          </p:cNvSpPr>
          <p:nvPr/>
        </p:nvSpPr>
        <p:spPr>
          <a:xfrm xmlns:a="http://schemas.openxmlformats.org/drawingml/2006/main">
            <a:off x="9327887" y="2237461"/>
            <a:ext cx="70375" cy="67589"/>
          </a:xfrm>
          <a:custGeom xmlns:a="http://schemas.openxmlformats.org/drawingml/2006/main">
            <a:pathLst>
              <a:path w="70375" h="67589">
                <a:moveTo>
                  <a:pt x="0" y="0"/>
                </a:moveTo>
                <a:lnTo>
                  <a:pt x="35188" y="67589"/>
                </a:lnTo>
                <a:lnTo>
                  <a:pt x="70375" y="0"/>
                </a:lnTo>
                <a:close/>
              </a:path>
            </a:pathLst>
          </a:custGeom>
          <a:solidFill xmlns:a="http://schemas.openxmlformats.org/drawingml/2006/main">
            <a:srgbClr val="111111"/>
          </a:solidFill>
          <a:ln xmlns:a="http://schemas.openxmlformats.org/drawingml/2006/main" w="13335">
            <a:solidFill>
              <a:srgbClr val="111111"/>
            </a:solidFill>
          </a:ln>
        </p:spPr>
      </p:sp>
      <p:sp>
        <p:nvSpPr>
          <p:cNvPr id="38" name="SE-086-path-34">
            <a:extLst xmlns:a="http://schemas.openxmlformats.org/drawingml/2006/main">
              <a:ext uri="{FF2B5EF4-FFF2-40B4-BE49-F238E27FC236}">
                <a16:creationId xmlns:a16="http://schemas.microsoft.com/office/drawing/2014/main" id="{C440D5A8-8130-4031-A47B-4F3B3EE9D349}"/>
              </a:ext>
            </a:extLst>
          </p:cNvPr>
          <p:cNvSpPr>
            <a:spLocks xmlns:a="http://schemas.openxmlformats.org/drawingml/2006/main" noGrp="1"/>
          </p:cNvSpPr>
          <p:nvPr/>
        </p:nvSpPr>
        <p:spPr>
          <a:xfrm xmlns:a="http://schemas.openxmlformats.org/drawingml/2006/main">
            <a:off x="9363075" y="5248275"/>
            <a:ext cx="95" cy="314325"/>
          </a:xfrm>
          <a:custGeom xmlns:a="http://schemas.openxmlformats.org/drawingml/2006/main">
            <a:pathLst>
              <a:path w="95" h="314325">
                <a:moveTo>
                  <a:pt x="0" y="314325"/>
                </a:moveTo>
                <a:lnTo>
                  <a:pt x="0" y="0"/>
                </a:lnTo>
              </a:path>
            </a:pathLst>
          </a:custGeom>
          <a:noFill xmlns:a="http://schemas.openxmlformats.org/drawingml/2006/main"/>
          <a:ln xmlns:a="http://schemas.openxmlformats.org/drawingml/2006/main" w="13335">
            <a:solidFill>
              <a:srgbClr val="111111"/>
            </a:solidFill>
          </a:ln>
        </p:spPr>
      </p:sp>
      <p:sp>
        <p:nvSpPr>
          <p:cNvPr id="39" name="SE-086-path-35">
            <a:extLst xmlns:a="http://schemas.openxmlformats.org/drawingml/2006/main">
              <a:ext uri="{FF2B5EF4-FFF2-40B4-BE49-F238E27FC236}">
                <a16:creationId xmlns:a16="http://schemas.microsoft.com/office/drawing/2014/main" id="{09F37233-EEF5-4A65-90D2-8EC75CB7EE69}"/>
              </a:ext>
            </a:extLst>
          </p:cNvPr>
          <p:cNvSpPr>
            <a:spLocks xmlns:a="http://schemas.openxmlformats.org/drawingml/2006/main" noGrp="1"/>
          </p:cNvSpPr>
          <p:nvPr/>
        </p:nvSpPr>
        <p:spPr>
          <a:xfrm xmlns:a="http://schemas.openxmlformats.org/drawingml/2006/main">
            <a:off x="9327887" y="5248275"/>
            <a:ext cx="70375" cy="67589"/>
          </a:xfrm>
          <a:custGeom xmlns:a="http://schemas.openxmlformats.org/drawingml/2006/main">
            <a:pathLst>
              <a:path w="70375" h="67589">
                <a:moveTo>
                  <a:pt x="70375" y="67589"/>
                </a:moveTo>
                <a:lnTo>
                  <a:pt x="35188" y="0"/>
                </a:lnTo>
                <a:lnTo>
                  <a:pt x="0" y="67589"/>
                </a:lnTo>
                <a:close/>
              </a:path>
            </a:pathLst>
          </a:custGeom>
          <a:solidFill xmlns:a="http://schemas.openxmlformats.org/drawingml/2006/main">
            <a:srgbClr val="111111"/>
          </a:solidFill>
          <a:ln xmlns:a="http://schemas.openxmlformats.org/drawingml/2006/main" w="13335">
            <a:solidFill>
              <a:srgbClr val="111111"/>
            </a:solidFill>
          </a:ln>
        </p:spPr>
      </p:sp>
      <p:sp>
        <p:nvSpPr>
          <p:cNvPr id="40" name="SE-086-path-36">
            <a:extLst xmlns:a="http://schemas.openxmlformats.org/drawingml/2006/main">
              <a:ext uri="{FF2B5EF4-FFF2-40B4-BE49-F238E27FC236}">
                <a16:creationId xmlns:a16="http://schemas.microsoft.com/office/drawing/2014/main" id="{11BBF8F4-C0BC-4AE9-B728-3817E6D0AB6B}"/>
              </a:ext>
            </a:extLst>
          </p:cNvPr>
          <p:cNvSpPr>
            <a:spLocks xmlns:a="http://schemas.openxmlformats.org/drawingml/2006/main" noGrp="1"/>
          </p:cNvSpPr>
          <p:nvPr/>
        </p:nvSpPr>
        <p:spPr>
          <a:xfrm xmlns:a="http://schemas.openxmlformats.org/drawingml/2006/main">
            <a:off x="2571750" y="6858000"/>
            <a:ext cx="2847975" cy="666750"/>
          </a:xfrm>
          <a:custGeom xmlns:a="http://schemas.openxmlformats.org/drawingml/2006/main">
            <a:pathLst>
              <a:path w="2847975" h="666750">
                <a:moveTo>
                  <a:pt x="0" y="0"/>
                </a:moveTo>
                <a:lnTo>
                  <a:pt x="0" y="666750"/>
                </a:lnTo>
                <a:lnTo>
                  <a:pt x="2847975" y="666750"/>
                </a:lnTo>
              </a:path>
            </a:pathLst>
          </a:custGeom>
          <a:noFill xmlns:a="http://schemas.openxmlformats.org/drawingml/2006/main"/>
          <a:ln xmlns:a="http://schemas.openxmlformats.org/drawingml/2006/main" w="13335">
            <a:solidFill>
              <a:srgbClr val="111111"/>
            </a:solidFill>
          </a:ln>
        </p:spPr>
      </p:sp>
      <p:sp>
        <p:nvSpPr>
          <p:cNvPr id="41" name="SE-086-path-37">
            <a:extLst xmlns:a="http://schemas.openxmlformats.org/drawingml/2006/main">
              <a:ext uri="{FF2B5EF4-FFF2-40B4-BE49-F238E27FC236}">
                <a16:creationId xmlns:a16="http://schemas.microsoft.com/office/drawing/2014/main" id="{99A4F002-4F4B-4738-BEBE-17762F105EB4}"/>
              </a:ext>
            </a:extLst>
          </p:cNvPr>
          <p:cNvSpPr>
            <a:spLocks xmlns:a="http://schemas.openxmlformats.org/drawingml/2006/main" noGrp="1"/>
          </p:cNvSpPr>
          <p:nvPr/>
        </p:nvSpPr>
        <p:spPr>
          <a:xfrm xmlns:a="http://schemas.openxmlformats.org/drawingml/2006/main">
            <a:off x="5314950" y="7524750"/>
            <a:ext cx="104775" cy="95"/>
          </a:xfrm>
          <a:custGeom xmlns:a="http://schemas.openxmlformats.org/drawingml/2006/main">
            <a:pathLst>
              <a:path w="104775" h="95">
                <a:moveTo>
                  <a:pt x="0" y="0"/>
                </a:moveTo>
                <a:lnTo>
                  <a:pt x="104775" y="0"/>
                </a:lnTo>
              </a:path>
            </a:pathLst>
          </a:custGeom>
          <a:noFill xmlns:a="http://schemas.openxmlformats.org/drawingml/2006/main"/>
          <a:ln xmlns:a="http://schemas.openxmlformats.org/drawingml/2006/main" w="13335">
            <a:solidFill>
              <a:srgbClr val="111111"/>
            </a:solidFill>
          </a:ln>
        </p:spPr>
      </p:sp>
      <p:sp>
        <p:nvSpPr>
          <p:cNvPr id="42" name="SE-086-path-38">
            <a:extLst xmlns:a="http://schemas.openxmlformats.org/drawingml/2006/main">
              <a:ext uri="{FF2B5EF4-FFF2-40B4-BE49-F238E27FC236}">
                <a16:creationId xmlns:a16="http://schemas.microsoft.com/office/drawing/2014/main" id="{219A78A3-BEC0-44B4-9ED0-AFCC0B46DB0A}"/>
              </a:ext>
            </a:extLst>
          </p:cNvPr>
          <p:cNvSpPr>
            <a:spLocks xmlns:a="http://schemas.openxmlformats.org/drawingml/2006/main" noGrp="1"/>
          </p:cNvSpPr>
          <p:nvPr/>
        </p:nvSpPr>
        <p:spPr>
          <a:xfrm xmlns:a="http://schemas.openxmlformats.org/drawingml/2006/main">
            <a:off x="5352136" y="7489562"/>
            <a:ext cx="67589" cy="70375"/>
          </a:xfrm>
          <a:custGeom xmlns:a="http://schemas.openxmlformats.org/drawingml/2006/main">
            <a:pathLst>
              <a:path w="67589" h="70375">
                <a:moveTo>
                  <a:pt x="0" y="70375"/>
                </a:moveTo>
                <a:lnTo>
                  <a:pt x="67589" y="35188"/>
                </a:lnTo>
                <a:lnTo>
                  <a:pt x="0" y="0"/>
                </a:lnTo>
                <a:close/>
              </a:path>
            </a:pathLst>
          </a:custGeom>
          <a:solidFill xmlns:a="http://schemas.openxmlformats.org/drawingml/2006/main">
            <a:srgbClr val="111111"/>
          </a:solidFill>
          <a:ln xmlns:a="http://schemas.openxmlformats.org/drawingml/2006/main" w="13335">
            <a:solidFill>
              <a:srgbClr val="111111"/>
            </a:solidFill>
          </a:ln>
        </p:spPr>
      </p:sp>
      <p:sp>
        <p:nvSpPr>
          <p:cNvPr id="43" name="SE-086-39">
            <a:extLst xmlns:a="http://schemas.openxmlformats.org/drawingml/2006/main">
              <a:ext uri="{FF2B5EF4-FFF2-40B4-BE49-F238E27FC236}">
                <a16:creationId xmlns:a16="http://schemas.microsoft.com/office/drawing/2014/main" id="{C4DFD7AA-0A27-44C0-BCF6-982545BB9B5C}"/>
              </a:ext>
            </a:extLst>
          </p:cNvPr>
          <p:cNvSpPr>
            <a:spLocks xmlns:a="http://schemas.openxmlformats.org/drawingml/2006/main" noGrp="1"/>
          </p:cNvSpPr>
          <p:nvPr/>
        </p:nvSpPr>
        <p:spPr>
          <a:xfrm xmlns:a="http://schemas.openxmlformats.org/drawingml/2006/main">
            <a:off x="247650" y="1609725"/>
            <a:ext cx="4200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i="0">
                <a:solidFill>
                  <a:srgbClr val="111111"/>
                </a:solidFill>
                <a:latin typeface="Arial"/>
                <a:ea typeface="Arial"/>
                <a:cs typeface="Arial"/>
              </a:defRPr>
            </a:pPr>
            <a:r>
              <a:rPr sz="1575" b="0" i="0">
                <a:solidFill>
                  <a:srgbClr val="111111"/>
                </a:solidFill>
                <a:latin typeface="Arial"/>
                <a:ea typeface="Arial"/>
                <a:cs typeface="Arial"/>
              </a:rPr>
              <a:t>Query Code Modification</a:t>
            </a:r>
          </a:p>
        </p:txBody>
      </p:sp>
      <p:sp>
        <p:nvSpPr>
          <p:cNvPr id="44" name="SE-086-path-40">
            <a:extLst xmlns:a="http://schemas.openxmlformats.org/drawingml/2006/main">
              <a:ext uri="{FF2B5EF4-FFF2-40B4-BE49-F238E27FC236}">
                <a16:creationId xmlns:a16="http://schemas.microsoft.com/office/drawing/2014/main" id="{028F15AF-6971-4BC8-A15D-33D62014ECA8}"/>
              </a:ext>
            </a:extLst>
          </p:cNvPr>
          <p:cNvSpPr>
            <a:spLocks xmlns:a="http://schemas.openxmlformats.org/drawingml/2006/main" noGrp="1"/>
          </p:cNvSpPr>
          <p:nvPr/>
        </p:nvSpPr>
        <p:spPr>
          <a:xfrm xmlns:a="http://schemas.openxmlformats.org/drawingml/2006/main">
            <a:off x="1333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45" name="SE-086-path-41">
            <a:extLst xmlns:a="http://schemas.openxmlformats.org/drawingml/2006/main">
              <a:ext uri="{FF2B5EF4-FFF2-40B4-BE49-F238E27FC236}">
                <a16:creationId xmlns:a16="http://schemas.microsoft.com/office/drawing/2014/main" id="{7F7B1C67-6566-4143-8411-1C046EB83A5F}"/>
              </a:ext>
            </a:extLst>
          </p:cNvPr>
          <p:cNvSpPr>
            <a:spLocks xmlns:a="http://schemas.openxmlformats.org/drawingml/2006/main" noGrp="1"/>
          </p:cNvSpPr>
          <p:nvPr/>
        </p:nvSpPr>
        <p:spPr>
          <a:xfrm xmlns:a="http://schemas.openxmlformats.org/drawingml/2006/main">
            <a:off x="2286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46" name="SE-086-path-42">
            <a:extLst xmlns:a="http://schemas.openxmlformats.org/drawingml/2006/main">
              <a:ext uri="{FF2B5EF4-FFF2-40B4-BE49-F238E27FC236}">
                <a16:creationId xmlns:a16="http://schemas.microsoft.com/office/drawing/2014/main" id="{EF17668A-BCEB-4E8B-8E45-9299134CADF6}"/>
              </a:ext>
            </a:extLst>
          </p:cNvPr>
          <p:cNvSpPr>
            <a:spLocks xmlns:a="http://schemas.openxmlformats.org/drawingml/2006/main" noGrp="1"/>
          </p:cNvSpPr>
          <p:nvPr/>
        </p:nvSpPr>
        <p:spPr>
          <a:xfrm xmlns:a="http://schemas.openxmlformats.org/drawingml/2006/main">
            <a:off x="3238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47" name="SE-086-path-43">
            <a:extLst xmlns:a="http://schemas.openxmlformats.org/drawingml/2006/main">
              <a:ext uri="{FF2B5EF4-FFF2-40B4-BE49-F238E27FC236}">
                <a16:creationId xmlns:a16="http://schemas.microsoft.com/office/drawing/2014/main" id="{FAA54947-4087-460B-A361-000E187B21F7}"/>
              </a:ext>
            </a:extLst>
          </p:cNvPr>
          <p:cNvSpPr>
            <a:spLocks xmlns:a="http://schemas.openxmlformats.org/drawingml/2006/main" noGrp="1"/>
          </p:cNvSpPr>
          <p:nvPr/>
        </p:nvSpPr>
        <p:spPr>
          <a:xfrm xmlns:a="http://schemas.openxmlformats.org/drawingml/2006/main">
            <a:off x="4191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48" name="SE-086-path-44">
            <a:extLst xmlns:a="http://schemas.openxmlformats.org/drawingml/2006/main">
              <a:ext uri="{FF2B5EF4-FFF2-40B4-BE49-F238E27FC236}">
                <a16:creationId xmlns:a16="http://schemas.microsoft.com/office/drawing/2014/main" id="{8469727F-D075-4638-B6ED-690D6B782326}"/>
              </a:ext>
            </a:extLst>
          </p:cNvPr>
          <p:cNvSpPr>
            <a:spLocks xmlns:a="http://schemas.openxmlformats.org/drawingml/2006/main" noGrp="1"/>
          </p:cNvSpPr>
          <p:nvPr/>
        </p:nvSpPr>
        <p:spPr>
          <a:xfrm xmlns:a="http://schemas.openxmlformats.org/drawingml/2006/main">
            <a:off x="5143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49" name="SE-086-path-45">
            <a:extLst xmlns:a="http://schemas.openxmlformats.org/drawingml/2006/main">
              <a:ext uri="{FF2B5EF4-FFF2-40B4-BE49-F238E27FC236}">
                <a16:creationId xmlns:a16="http://schemas.microsoft.com/office/drawing/2014/main" id="{0827356C-3F31-4306-B098-DEC1159A4594}"/>
              </a:ext>
            </a:extLst>
          </p:cNvPr>
          <p:cNvSpPr>
            <a:spLocks xmlns:a="http://schemas.openxmlformats.org/drawingml/2006/main" noGrp="1"/>
          </p:cNvSpPr>
          <p:nvPr/>
        </p:nvSpPr>
        <p:spPr>
          <a:xfrm xmlns:a="http://schemas.openxmlformats.org/drawingml/2006/main">
            <a:off x="6096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50" name="SE-086-path-46">
            <a:extLst xmlns:a="http://schemas.openxmlformats.org/drawingml/2006/main">
              <a:ext uri="{FF2B5EF4-FFF2-40B4-BE49-F238E27FC236}">
                <a16:creationId xmlns:a16="http://schemas.microsoft.com/office/drawing/2014/main" id="{F999106D-B7E2-423C-A08D-DDEA15678EC4}"/>
              </a:ext>
            </a:extLst>
          </p:cNvPr>
          <p:cNvSpPr>
            <a:spLocks xmlns:a="http://schemas.openxmlformats.org/drawingml/2006/main" noGrp="1"/>
          </p:cNvSpPr>
          <p:nvPr/>
        </p:nvSpPr>
        <p:spPr>
          <a:xfrm xmlns:a="http://schemas.openxmlformats.org/drawingml/2006/main">
            <a:off x="7048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51" name="SE-086-path-47">
            <a:extLst xmlns:a="http://schemas.openxmlformats.org/drawingml/2006/main">
              <a:ext uri="{FF2B5EF4-FFF2-40B4-BE49-F238E27FC236}">
                <a16:creationId xmlns:a16="http://schemas.microsoft.com/office/drawing/2014/main" id="{47F0D058-CD9F-4BD3-B21C-941D29F30A42}"/>
              </a:ext>
            </a:extLst>
          </p:cNvPr>
          <p:cNvSpPr>
            <a:spLocks xmlns:a="http://schemas.openxmlformats.org/drawingml/2006/main" noGrp="1"/>
          </p:cNvSpPr>
          <p:nvPr/>
        </p:nvSpPr>
        <p:spPr>
          <a:xfrm xmlns:a="http://schemas.openxmlformats.org/drawingml/2006/main">
            <a:off x="8001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52" name="SE-086-path-48">
            <a:extLst xmlns:a="http://schemas.openxmlformats.org/drawingml/2006/main">
              <a:ext uri="{FF2B5EF4-FFF2-40B4-BE49-F238E27FC236}">
                <a16:creationId xmlns:a16="http://schemas.microsoft.com/office/drawing/2014/main" id="{86660CC6-50D0-4032-B1EB-5C4C606603AC}"/>
              </a:ext>
            </a:extLst>
          </p:cNvPr>
          <p:cNvSpPr>
            <a:spLocks xmlns:a="http://schemas.openxmlformats.org/drawingml/2006/main" noGrp="1"/>
          </p:cNvSpPr>
          <p:nvPr/>
        </p:nvSpPr>
        <p:spPr>
          <a:xfrm xmlns:a="http://schemas.openxmlformats.org/drawingml/2006/main">
            <a:off x="8953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53" name="SE-086-path-49">
            <a:extLst xmlns:a="http://schemas.openxmlformats.org/drawingml/2006/main">
              <a:ext uri="{FF2B5EF4-FFF2-40B4-BE49-F238E27FC236}">
                <a16:creationId xmlns:a16="http://schemas.microsoft.com/office/drawing/2014/main" id="{587F0258-1CDD-4027-BBAB-D193E581C273}"/>
              </a:ext>
            </a:extLst>
          </p:cNvPr>
          <p:cNvSpPr>
            <a:spLocks xmlns:a="http://schemas.openxmlformats.org/drawingml/2006/main" noGrp="1"/>
          </p:cNvSpPr>
          <p:nvPr/>
        </p:nvSpPr>
        <p:spPr>
          <a:xfrm xmlns:a="http://schemas.openxmlformats.org/drawingml/2006/main">
            <a:off x="9906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54" name="SE-086-path-50">
            <a:extLst xmlns:a="http://schemas.openxmlformats.org/drawingml/2006/main">
              <a:ext uri="{FF2B5EF4-FFF2-40B4-BE49-F238E27FC236}">
                <a16:creationId xmlns:a16="http://schemas.microsoft.com/office/drawing/2014/main" id="{CC136706-5378-40D6-A414-C906157B398A}"/>
              </a:ext>
            </a:extLst>
          </p:cNvPr>
          <p:cNvSpPr>
            <a:spLocks xmlns:a="http://schemas.openxmlformats.org/drawingml/2006/main" noGrp="1"/>
          </p:cNvSpPr>
          <p:nvPr/>
        </p:nvSpPr>
        <p:spPr>
          <a:xfrm xmlns:a="http://schemas.openxmlformats.org/drawingml/2006/main">
            <a:off x="10858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55" name="SE-086-path-51">
            <a:extLst xmlns:a="http://schemas.openxmlformats.org/drawingml/2006/main">
              <a:ext uri="{FF2B5EF4-FFF2-40B4-BE49-F238E27FC236}">
                <a16:creationId xmlns:a16="http://schemas.microsoft.com/office/drawing/2014/main" id="{A818AD9F-D05B-4812-B078-9F260089DA96}"/>
              </a:ext>
            </a:extLst>
          </p:cNvPr>
          <p:cNvSpPr>
            <a:spLocks xmlns:a="http://schemas.openxmlformats.org/drawingml/2006/main" noGrp="1"/>
          </p:cNvSpPr>
          <p:nvPr/>
        </p:nvSpPr>
        <p:spPr>
          <a:xfrm xmlns:a="http://schemas.openxmlformats.org/drawingml/2006/main">
            <a:off x="11811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56" name="SE-086-path-52">
            <a:extLst xmlns:a="http://schemas.openxmlformats.org/drawingml/2006/main">
              <a:ext uri="{FF2B5EF4-FFF2-40B4-BE49-F238E27FC236}">
                <a16:creationId xmlns:a16="http://schemas.microsoft.com/office/drawing/2014/main" id="{EC851A93-2B11-4A73-8D1A-9C22872A870F}"/>
              </a:ext>
            </a:extLst>
          </p:cNvPr>
          <p:cNvSpPr>
            <a:spLocks xmlns:a="http://schemas.openxmlformats.org/drawingml/2006/main" noGrp="1"/>
          </p:cNvSpPr>
          <p:nvPr/>
        </p:nvSpPr>
        <p:spPr>
          <a:xfrm xmlns:a="http://schemas.openxmlformats.org/drawingml/2006/main">
            <a:off x="12763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57" name="SE-086-path-53">
            <a:extLst xmlns:a="http://schemas.openxmlformats.org/drawingml/2006/main">
              <a:ext uri="{FF2B5EF4-FFF2-40B4-BE49-F238E27FC236}">
                <a16:creationId xmlns:a16="http://schemas.microsoft.com/office/drawing/2014/main" id="{1814ECB2-9E71-43D6-B64F-7965296C4971}"/>
              </a:ext>
            </a:extLst>
          </p:cNvPr>
          <p:cNvSpPr>
            <a:spLocks xmlns:a="http://schemas.openxmlformats.org/drawingml/2006/main" noGrp="1"/>
          </p:cNvSpPr>
          <p:nvPr/>
        </p:nvSpPr>
        <p:spPr>
          <a:xfrm xmlns:a="http://schemas.openxmlformats.org/drawingml/2006/main">
            <a:off x="13716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58" name="SE-086-path-54">
            <a:extLst xmlns:a="http://schemas.openxmlformats.org/drawingml/2006/main">
              <a:ext uri="{FF2B5EF4-FFF2-40B4-BE49-F238E27FC236}">
                <a16:creationId xmlns:a16="http://schemas.microsoft.com/office/drawing/2014/main" id="{239E993D-64B5-41AC-BFAD-6CF516761486}"/>
              </a:ext>
            </a:extLst>
          </p:cNvPr>
          <p:cNvSpPr>
            <a:spLocks xmlns:a="http://schemas.openxmlformats.org/drawingml/2006/main" noGrp="1"/>
          </p:cNvSpPr>
          <p:nvPr/>
        </p:nvSpPr>
        <p:spPr>
          <a:xfrm xmlns:a="http://schemas.openxmlformats.org/drawingml/2006/main">
            <a:off x="14668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59" name="SE-086-path-55">
            <a:extLst xmlns:a="http://schemas.openxmlformats.org/drawingml/2006/main">
              <a:ext uri="{FF2B5EF4-FFF2-40B4-BE49-F238E27FC236}">
                <a16:creationId xmlns:a16="http://schemas.microsoft.com/office/drawing/2014/main" id="{6257C501-4FEB-4686-B395-B2D63E369B72}"/>
              </a:ext>
            </a:extLst>
          </p:cNvPr>
          <p:cNvSpPr>
            <a:spLocks xmlns:a="http://schemas.openxmlformats.org/drawingml/2006/main" noGrp="1"/>
          </p:cNvSpPr>
          <p:nvPr/>
        </p:nvSpPr>
        <p:spPr>
          <a:xfrm xmlns:a="http://schemas.openxmlformats.org/drawingml/2006/main">
            <a:off x="15621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60" name="SE-086-path-56">
            <a:extLst xmlns:a="http://schemas.openxmlformats.org/drawingml/2006/main">
              <a:ext uri="{FF2B5EF4-FFF2-40B4-BE49-F238E27FC236}">
                <a16:creationId xmlns:a16="http://schemas.microsoft.com/office/drawing/2014/main" id="{C47FDB7B-A67A-4C25-BB78-A2D81AB863AD}"/>
              </a:ext>
            </a:extLst>
          </p:cNvPr>
          <p:cNvSpPr>
            <a:spLocks xmlns:a="http://schemas.openxmlformats.org/drawingml/2006/main" noGrp="1"/>
          </p:cNvSpPr>
          <p:nvPr/>
        </p:nvSpPr>
        <p:spPr>
          <a:xfrm xmlns:a="http://schemas.openxmlformats.org/drawingml/2006/main">
            <a:off x="16573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61" name="SE-086-path-57">
            <a:extLst xmlns:a="http://schemas.openxmlformats.org/drawingml/2006/main">
              <a:ext uri="{FF2B5EF4-FFF2-40B4-BE49-F238E27FC236}">
                <a16:creationId xmlns:a16="http://schemas.microsoft.com/office/drawing/2014/main" id="{0C5EE409-3BFD-49BB-B207-826737DAE05E}"/>
              </a:ext>
            </a:extLst>
          </p:cNvPr>
          <p:cNvSpPr>
            <a:spLocks xmlns:a="http://schemas.openxmlformats.org/drawingml/2006/main" noGrp="1"/>
          </p:cNvSpPr>
          <p:nvPr/>
        </p:nvSpPr>
        <p:spPr>
          <a:xfrm xmlns:a="http://schemas.openxmlformats.org/drawingml/2006/main">
            <a:off x="17526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62" name="SE-086-path-58">
            <a:extLst xmlns:a="http://schemas.openxmlformats.org/drawingml/2006/main">
              <a:ext uri="{FF2B5EF4-FFF2-40B4-BE49-F238E27FC236}">
                <a16:creationId xmlns:a16="http://schemas.microsoft.com/office/drawing/2014/main" id="{1D5E9461-0A69-4545-B0BC-C67ACD957DA0}"/>
              </a:ext>
            </a:extLst>
          </p:cNvPr>
          <p:cNvSpPr>
            <a:spLocks xmlns:a="http://schemas.openxmlformats.org/drawingml/2006/main" noGrp="1"/>
          </p:cNvSpPr>
          <p:nvPr/>
        </p:nvSpPr>
        <p:spPr>
          <a:xfrm xmlns:a="http://schemas.openxmlformats.org/drawingml/2006/main">
            <a:off x="18478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63" name="SE-086-path-59">
            <a:extLst xmlns:a="http://schemas.openxmlformats.org/drawingml/2006/main">
              <a:ext uri="{FF2B5EF4-FFF2-40B4-BE49-F238E27FC236}">
                <a16:creationId xmlns:a16="http://schemas.microsoft.com/office/drawing/2014/main" id="{93AFACAD-909E-465A-8B57-F72E0FFFD811}"/>
              </a:ext>
            </a:extLst>
          </p:cNvPr>
          <p:cNvSpPr>
            <a:spLocks xmlns:a="http://schemas.openxmlformats.org/drawingml/2006/main" noGrp="1"/>
          </p:cNvSpPr>
          <p:nvPr/>
        </p:nvSpPr>
        <p:spPr>
          <a:xfrm xmlns:a="http://schemas.openxmlformats.org/drawingml/2006/main">
            <a:off x="19431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64" name="SE-086-path-60">
            <a:extLst xmlns:a="http://schemas.openxmlformats.org/drawingml/2006/main">
              <a:ext uri="{FF2B5EF4-FFF2-40B4-BE49-F238E27FC236}">
                <a16:creationId xmlns:a16="http://schemas.microsoft.com/office/drawing/2014/main" id="{C05BB401-11D1-46BD-8C56-0481DB9032AF}"/>
              </a:ext>
            </a:extLst>
          </p:cNvPr>
          <p:cNvSpPr>
            <a:spLocks xmlns:a="http://schemas.openxmlformats.org/drawingml/2006/main" noGrp="1"/>
          </p:cNvSpPr>
          <p:nvPr/>
        </p:nvSpPr>
        <p:spPr>
          <a:xfrm xmlns:a="http://schemas.openxmlformats.org/drawingml/2006/main">
            <a:off x="20383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65" name="SE-086-path-61">
            <a:extLst xmlns:a="http://schemas.openxmlformats.org/drawingml/2006/main">
              <a:ext uri="{FF2B5EF4-FFF2-40B4-BE49-F238E27FC236}">
                <a16:creationId xmlns:a16="http://schemas.microsoft.com/office/drawing/2014/main" id="{9AC5234D-F218-4EB5-B35E-187956AABEE1}"/>
              </a:ext>
            </a:extLst>
          </p:cNvPr>
          <p:cNvSpPr>
            <a:spLocks xmlns:a="http://schemas.openxmlformats.org/drawingml/2006/main" noGrp="1"/>
          </p:cNvSpPr>
          <p:nvPr/>
        </p:nvSpPr>
        <p:spPr>
          <a:xfrm xmlns:a="http://schemas.openxmlformats.org/drawingml/2006/main">
            <a:off x="21336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66" name="SE-086-path-62">
            <a:extLst xmlns:a="http://schemas.openxmlformats.org/drawingml/2006/main">
              <a:ext uri="{FF2B5EF4-FFF2-40B4-BE49-F238E27FC236}">
                <a16:creationId xmlns:a16="http://schemas.microsoft.com/office/drawing/2014/main" id="{41BBF7BE-F556-4E69-AF8B-924FE2F854B6}"/>
              </a:ext>
            </a:extLst>
          </p:cNvPr>
          <p:cNvSpPr>
            <a:spLocks xmlns:a="http://schemas.openxmlformats.org/drawingml/2006/main" noGrp="1"/>
          </p:cNvSpPr>
          <p:nvPr/>
        </p:nvSpPr>
        <p:spPr>
          <a:xfrm xmlns:a="http://schemas.openxmlformats.org/drawingml/2006/main">
            <a:off x="22288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67" name="SE-086-path-63">
            <a:extLst xmlns:a="http://schemas.openxmlformats.org/drawingml/2006/main">
              <a:ext uri="{FF2B5EF4-FFF2-40B4-BE49-F238E27FC236}">
                <a16:creationId xmlns:a16="http://schemas.microsoft.com/office/drawing/2014/main" id="{E47AA38C-ED3D-4791-83DE-CBB53CADFFF1}"/>
              </a:ext>
            </a:extLst>
          </p:cNvPr>
          <p:cNvSpPr>
            <a:spLocks xmlns:a="http://schemas.openxmlformats.org/drawingml/2006/main" noGrp="1"/>
          </p:cNvSpPr>
          <p:nvPr/>
        </p:nvSpPr>
        <p:spPr>
          <a:xfrm xmlns:a="http://schemas.openxmlformats.org/drawingml/2006/main">
            <a:off x="23241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68" name="SE-086-path-64">
            <a:extLst xmlns:a="http://schemas.openxmlformats.org/drawingml/2006/main">
              <a:ext uri="{FF2B5EF4-FFF2-40B4-BE49-F238E27FC236}">
                <a16:creationId xmlns:a16="http://schemas.microsoft.com/office/drawing/2014/main" id="{9DE21A5B-EB4D-4106-8793-FA1743127E00}"/>
              </a:ext>
            </a:extLst>
          </p:cNvPr>
          <p:cNvSpPr>
            <a:spLocks xmlns:a="http://schemas.openxmlformats.org/drawingml/2006/main" noGrp="1"/>
          </p:cNvSpPr>
          <p:nvPr/>
        </p:nvSpPr>
        <p:spPr>
          <a:xfrm xmlns:a="http://schemas.openxmlformats.org/drawingml/2006/main">
            <a:off x="24193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69" name="SE-086-path-65">
            <a:extLst xmlns:a="http://schemas.openxmlformats.org/drawingml/2006/main">
              <a:ext uri="{FF2B5EF4-FFF2-40B4-BE49-F238E27FC236}">
                <a16:creationId xmlns:a16="http://schemas.microsoft.com/office/drawing/2014/main" id="{ED14AA5C-6A13-44D4-B60C-413C7B34315E}"/>
              </a:ext>
            </a:extLst>
          </p:cNvPr>
          <p:cNvSpPr>
            <a:spLocks xmlns:a="http://schemas.openxmlformats.org/drawingml/2006/main" noGrp="1"/>
          </p:cNvSpPr>
          <p:nvPr/>
        </p:nvSpPr>
        <p:spPr>
          <a:xfrm xmlns:a="http://schemas.openxmlformats.org/drawingml/2006/main">
            <a:off x="25146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70" name="SE-086-path-66">
            <a:extLst xmlns:a="http://schemas.openxmlformats.org/drawingml/2006/main">
              <a:ext uri="{FF2B5EF4-FFF2-40B4-BE49-F238E27FC236}">
                <a16:creationId xmlns:a16="http://schemas.microsoft.com/office/drawing/2014/main" id="{47191F6D-8ADF-4B9F-B5D8-45052CE5B852}"/>
              </a:ext>
            </a:extLst>
          </p:cNvPr>
          <p:cNvSpPr>
            <a:spLocks xmlns:a="http://schemas.openxmlformats.org/drawingml/2006/main" noGrp="1"/>
          </p:cNvSpPr>
          <p:nvPr/>
        </p:nvSpPr>
        <p:spPr>
          <a:xfrm xmlns:a="http://schemas.openxmlformats.org/drawingml/2006/main">
            <a:off x="26098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71" name="SE-086-path-67">
            <a:extLst xmlns:a="http://schemas.openxmlformats.org/drawingml/2006/main">
              <a:ext uri="{FF2B5EF4-FFF2-40B4-BE49-F238E27FC236}">
                <a16:creationId xmlns:a16="http://schemas.microsoft.com/office/drawing/2014/main" id="{3B958A20-3FC1-43C2-85B0-5F1B4143B88E}"/>
              </a:ext>
            </a:extLst>
          </p:cNvPr>
          <p:cNvSpPr>
            <a:spLocks xmlns:a="http://schemas.openxmlformats.org/drawingml/2006/main" noGrp="1"/>
          </p:cNvSpPr>
          <p:nvPr/>
        </p:nvSpPr>
        <p:spPr>
          <a:xfrm xmlns:a="http://schemas.openxmlformats.org/drawingml/2006/main">
            <a:off x="27051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72" name="SE-086-path-68">
            <a:extLst xmlns:a="http://schemas.openxmlformats.org/drawingml/2006/main">
              <a:ext uri="{FF2B5EF4-FFF2-40B4-BE49-F238E27FC236}">
                <a16:creationId xmlns:a16="http://schemas.microsoft.com/office/drawing/2014/main" id="{F239442B-3C7E-44E1-BC51-DE664B895C06}"/>
              </a:ext>
            </a:extLst>
          </p:cNvPr>
          <p:cNvSpPr>
            <a:spLocks xmlns:a="http://schemas.openxmlformats.org/drawingml/2006/main" noGrp="1"/>
          </p:cNvSpPr>
          <p:nvPr/>
        </p:nvSpPr>
        <p:spPr>
          <a:xfrm xmlns:a="http://schemas.openxmlformats.org/drawingml/2006/main">
            <a:off x="28003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73" name="SE-086-path-69">
            <a:extLst xmlns:a="http://schemas.openxmlformats.org/drawingml/2006/main">
              <a:ext uri="{FF2B5EF4-FFF2-40B4-BE49-F238E27FC236}">
                <a16:creationId xmlns:a16="http://schemas.microsoft.com/office/drawing/2014/main" id="{FC918139-DE01-4C06-A524-3117675E87AF}"/>
              </a:ext>
            </a:extLst>
          </p:cNvPr>
          <p:cNvSpPr>
            <a:spLocks xmlns:a="http://schemas.openxmlformats.org/drawingml/2006/main" noGrp="1"/>
          </p:cNvSpPr>
          <p:nvPr/>
        </p:nvSpPr>
        <p:spPr>
          <a:xfrm xmlns:a="http://schemas.openxmlformats.org/drawingml/2006/main">
            <a:off x="28956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74" name="SE-086-path-70">
            <a:extLst xmlns:a="http://schemas.openxmlformats.org/drawingml/2006/main">
              <a:ext uri="{FF2B5EF4-FFF2-40B4-BE49-F238E27FC236}">
                <a16:creationId xmlns:a16="http://schemas.microsoft.com/office/drawing/2014/main" id="{77270D84-4F11-4DC6-BCE1-631A2739A1FE}"/>
              </a:ext>
            </a:extLst>
          </p:cNvPr>
          <p:cNvSpPr>
            <a:spLocks xmlns:a="http://schemas.openxmlformats.org/drawingml/2006/main" noGrp="1"/>
          </p:cNvSpPr>
          <p:nvPr/>
        </p:nvSpPr>
        <p:spPr>
          <a:xfrm xmlns:a="http://schemas.openxmlformats.org/drawingml/2006/main">
            <a:off x="29908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75" name="SE-086-path-71">
            <a:extLst xmlns:a="http://schemas.openxmlformats.org/drawingml/2006/main">
              <a:ext uri="{FF2B5EF4-FFF2-40B4-BE49-F238E27FC236}">
                <a16:creationId xmlns:a16="http://schemas.microsoft.com/office/drawing/2014/main" id="{C80E5DBF-CD77-46F6-9095-AFB3122B7C0B}"/>
              </a:ext>
            </a:extLst>
          </p:cNvPr>
          <p:cNvSpPr>
            <a:spLocks xmlns:a="http://schemas.openxmlformats.org/drawingml/2006/main" noGrp="1"/>
          </p:cNvSpPr>
          <p:nvPr/>
        </p:nvSpPr>
        <p:spPr>
          <a:xfrm xmlns:a="http://schemas.openxmlformats.org/drawingml/2006/main">
            <a:off x="30861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76" name="SE-086-path-72">
            <a:extLst xmlns:a="http://schemas.openxmlformats.org/drawingml/2006/main">
              <a:ext uri="{FF2B5EF4-FFF2-40B4-BE49-F238E27FC236}">
                <a16:creationId xmlns:a16="http://schemas.microsoft.com/office/drawing/2014/main" id="{191BFD8D-EDA1-4710-A709-279B073BB0F7}"/>
              </a:ext>
            </a:extLst>
          </p:cNvPr>
          <p:cNvSpPr>
            <a:spLocks xmlns:a="http://schemas.openxmlformats.org/drawingml/2006/main" noGrp="1"/>
          </p:cNvSpPr>
          <p:nvPr/>
        </p:nvSpPr>
        <p:spPr>
          <a:xfrm xmlns:a="http://schemas.openxmlformats.org/drawingml/2006/main">
            <a:off x="31813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77" name="SE-086-path-73">
            <a:extLst xmlns:a="http://schemas.openxmlformats.org/drawingml/2006/main">
              <a:ext uri="{FF2B5EF4-FFF2-40B4-BE49-F238E27FC236}">
                <a16:creationId xmlns:a16="http://schemas.microsoft.com/office/drawing/2014/main" id="{403C4E15-389B-43B7-A5BB-07A09F7E04BE}"/>
              </a:ext>
            </a:extLst>
          </p:cNvPr>
          <p:cNvSpPr>
            <a:spLocks xmlns:a="http://schemas.openxmlformats.org/drawingml/2006/main" noGrp="1"/>
          </p:cNvSpPr>
          <p:nvPr/>
        </p:nvSpPr>
        <p:spPr>
          <a:xfrm xmlns:a="http://schemas.openxmlformats.org/drawingml/2006/main">
            <a:off x="32766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78" name="SE-086-path-74">
            <a:extLst xmlns:a="http://schemas.openxmlformats.org/drawingml/2006/main">
              <a:ext uri="{FF2B5EF4-FFF2-40B4-BE49-F238E27FC236}">
                <a16:creationId xmlns:a16="http://schemas.microsoft.com/office/drawing/2014/main" id="{17EC4062-C3B0-4CE9-A6EC-678981683D9F}"/>
              </a:ext>
            </a:extLst>
          </p:cNvPr>
          <p:cNvSpPr>
            <a:spLocks xmlns:a="http://schemas.openxmlformats.org/drawingml/2006/main" noGrp="1"/>
          </p:cNvSpPr>
          <p:nvPr/>
        </p:nvSpPr>
        <p:spPr>
          <a:xfrm xmlns:a="http://schemas.openxmlformats.org/drawingml/2006/main">
            <a:off x="33718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79" name="SE-086-path-75">
            <a:extLst xmlns:a="http://schemas.openxmlformats.org/drawingml/2006/main">
              <a:ext uri="{FF2B5EF4-FFF2-40B4-BE49-F238E27FC236}">
                <a16:creationId xmlns:a16="http://schemas.microsoft.com/office/drawing/2014/main" id="{2B39B62E-338F-42A0-81F3-67BE479DC2A8}"/>
              </a:ext>
            </a:extLst>
          </p:cNvPr>
          <p:cNvSpPr>
            <a:spLocks xmlns:a="http://schemas.openxmlformats.org/drawingml/2006/main" noGrp="1"/>
          </p:cNvSpPr>
          <p:nvPr/>
        </p:nvSpPr>
        <p:spPr>
          <a:xfrm xmlns:a="http://schemas.openxmlformats.org/drawingml/2006/main">
            <a:off x="34671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80" name="SE-086-path-76">
            <a:extLst xmlns:a="http://schemas.openxmlformats.org/drawingml/2006/main">
              <a:ext uri="{FF2B5EF4-FFF2-40B4-BE49-F238E27FC236}">
                <a16:creationId xmlns:a16="http://schemas.microsoft.com/office/drawing/2014/main" id="{70699EA8-EF8D-44C2-9DB4-B2CA1058ACDD}"/>
              </a:ext>
            </a:extLst>
          </p:cNvPr>
          <p:cNvSpPr>
            <a:spLocks xmlns:a="http://schemas.openxmlformats.org/drawingml/2006/main" noGrp="1"/>
          </p:cNvSpPr>
          <p:nvPr/>
        </p:nvSpPr>
        <p:spPr>
          <a:xfrm xmlns:a="http://schemas.openxmlformats.org/drawingml/2006/main">
            <a:off x="35623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81" name="SE-086-path-77">
            <a:extLst xmlns:a="http://schemas.openxmlformats.org/drawingml/2006/main">
              <a:ext uri="{FF2B5EF4-FFF2-40B4-BE49-F238E27FC236}">
                <a16:creationId xmlns:a16="http://schemas.microsoft.com/office/drawing/2014/main" id="{1B2AB930-4B3B-44A8-928E-F081036C05E2}"/>
              </a:ext>
            </a:extLst>
          </p:cNvPr>
          <p:cNvSpPr>
            <a:spLocks xmlns:a="http://schemas.openxmlformats.org/drawingml/2006/main" noGrp="1"/>
          </p:cNvSpPr>
          <p:nvPr/>
        </p:nvSpPr>
        <p:spPr>
          <a:xfrm xmlns:a="http://schemas.openxmlformats.org/drawingml/2006/main">
            <a:off x="36576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82" name="SE-086-path-78">
            <a:extLst xmlns:a="http://schemas.openxmlformats.org/drawingml/2006/main">
              <a:ext uri="{FF2B5EF4-FFF2-40B4-BE49-F238E27FC236}">
                <a16:creationId xmlns:a16="http://schemas.microsoft.com/office/drawing/2014/main" id="{5A3CEB4A-7BF7-40DC-9329-93AAE159801D}"/>
              </a:ext>
            </a:extLst>
          </p:cNvPr>
          <p:cNvSpPr>
            <a:spLocks xmlns:a="http://schemas.openxmlformats.org/drawingml/2006/main" noGrp="1"/>
          </p:cNvSpPr>
          <p:nvPr/>
        </p:nvSpPr>
        <p:spPr>
          <a:xfrm xmlns:a="http://schemas.openxmlformats.org/drawingml/2006/main">
            <a:off x="37528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83" name="SE-086-path-79">
            <a:extLst xmlns:a="http://schemas.openxmlformats.org/drawingml/2006/main">
              <a:ext uri="{FF2B5EF4-FFF2-40B4-BE49-F238E27FC236}">
                <a16:creationId xmlns:a16="http://schemas.microsoft.com/office/drawing/2014/main" id="{6CA52208-8DF0-4EBE-A679-CDF13CEC4EED}"/>
              </a:ext>
            </a:extLst>
          </p:cNvPr>
          <p:cNvSpPr>
            <a:spLocks xmlns:a="http://schemas.openxmlformats.org/drawingml/2006/main" noGrp="1"/>
          </p:cNvSpPr>
          <p:nvPr/>
        </p:nvSpPr>
        <p:spPr>
          <a:xfrm xmlns:a="http://schemas.openxmlformats.org/drawingml/2006/main">
            <a:off x="38481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84" name="SE-086-path-80">
            <a:extLst xmlns:a="http://schemas.openxmlformats.org/drawingml/2006/main">
              <a:ext uri="{FF2B5EF4-FFF2-40B4-BE49-F238E27FC236}">
                <a16:creationId xmlns:a16="http://schemas.microsoft.com/office/drawing/2014/main" id="{40580271-5C8D-4893-8299-446F749242E4}"/>
              </a:ext>
            </a:extLst>
          </p:cNvPr>
          <p:cNvSpPr>
            <a:spLocks xmlns:a="http://schemas.openxmlformats.org/drawingml/2006/main" noGrp="1"/>
          </p:cNvSpPr>
          <p:nvPr/>
        </p:nvSpPr>
        <p:spPr>
          <a:xfrm xmlns:a="http://schemas.openxmlformats.org/drawingml/2006/main">
            <a:off x="39433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85" name="SE-086-path-81">
            <a:extLst xmlns:a="http://schemas.openxmlformats.org/drawingml/2006/main">
              <a:ext uri="{FF2B5EF4-FFF2-40B4-BE49-F238E27FC236}">
                <a16:creationId xmlns:a16="http://schemas.microsoft.com/office/drawing/2014/main" id="{60F79E50-4618-4475-B6E4-60D20A2CD417}"/>
              </a:ext>
            </a:extLst>
          </p:cNvPr>
          <p:cNvSpPr>
            <a:spLocks xmlns:a="http://schemas.openxmlformats.org/drawingml/2006/main" noGrp="1"/>
          </p:cNvSpPr>
          <p:nvPr/>
        </p:nvSpPr>
        <p:spPr>
          <a:xfrm xmlns:a="http://schemas.openxmlformats.org/drawingml/2006/main">
            <a:off x="40386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86" name="SE-086-path-82">
            <a:extLst xmlns:a="http://schemas.openxmlformats.org/drawingml/2006/main">
              <a:ext uri="{FF2B5EF4-FFF2-40B4-BE49-F238E27FC236}">
                <a16:creationId xmlns:a16="http://schemas.microsoft.com/office/drawing/2014/main" id="{6B0B5C74-48CE-4993-AA5A-BB1ED1B25C64}"/>
              </a:ext>
            </a:extLst>
          </p:cNvPr>
          <p:cNvSpPr>
            <a:spLocks xmlns:a="http://schemas.openxmlformats.org/drawingml/2006/main" noGrp="1"/>
          </p:cNvSpPr>
          <p:nvPr/>
        </p:nvSpPr>
        <p:spPr>
          <a:xfrm xmlns:a="http://schemas.openxmlformats.org/drawingml/2006/main">
            <a:off x="41338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87" name="SE-086-path-83">
            <a:extLst xmlns:a="http://schemas.openxmlformats.org/drawingml/2006/main">
              <a:ext uri="{FF2B5EF4-FFF2-40B4-BE49-F238E27FC236}">
                <a16:creationId xmlns:a16="http://schemas.microsoft.com/office/drawing/2014/main" id="{F249F6D9-E4FC-450C-A4F8-6D8A3B7DD0DC}"/>
              </a:ext>
            </a:extLst>
          </p:cNvPr>
          <p:cNvSpPr>
            <a:spLocks xmlns:a="http://schemas.openxmlformats.org/drawingml/2006/main" noGrp="1"/>
          </p:cNvSpPr>
          <p:nvPr/>
        </p:nvSpPr>
        <p:spPr>
          <a:xfrm xmlns:a="http://schemas.openxmlformats.org/drawingml/2006/main">
            <a:off x="42291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88" name="SE-086-path-84">
            <a:extLst xmlns:a="http://schemas.openxmlformats.org/drawingml/2006/main">
              <a:ext uri="{FF2B5EF4-FFF2-40B4-BE49-F238E27FC236}">
                <a16:creationId xmlns:a16="http://schemas.microsoft.com/office/drawing/2014/main" id="{E3A64524-07F2-4ABB-B283-49D1AF941F27}"/>
              </a:ext>
            </a:extLst>
          </p:cNvPr>
          <p:cNvSpPr>
            <a:spLocks xmlns:a="http://schemas.openxmlformats.org/drawingml/2006/main" noGrp="1"/>
          </p:cNvSpPr>
          <p:nvPr/>
        </p:nvSpPr>
        <p:spPr>
          <a:xfrm xmlns:a="http://schemas.openxmlformats.org/drawingml/2006/main">
            <a:off x="43243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89" name="SE-086-path-85">
            <a:extLst xmlns:a="http://schemas.openxmlformats.org/drawingml/2006/main">
              <a:ext uri="{FF2B5EF4-FFF2-40B4-BE49-F238E27FC236}">
                <a16:creationId xmlns:a16="http://schemas.microsoft.com/office/drawing/2014/main" id="{1F1631E2-3115-4F38-9336-49858B52F676}"/>
              </a:ext>
            </a:extLst>
          </p:cNvPr>
          <p:cNvSpPr>
            <a:spLocks xmlns:a="http://schemas.openxmlformats.org/drawingml/2006/main" noGrp="1"/>
          </p:cNvSpPr>
          <p:nvPr/>
        </p:nvSpPr>
        <p:spPr>
          <a:xfrm xmlns:a="http://schemas.openxmlformats.org/drawingml/2006/main">
            <a:off x="44196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90" name="SE-086-path-86">
            <a:extLst xmlns:a="http://schemas.openxmlformats.org/drawingml/2006/main">
              <a:ext uri="{FF2B5EF4-FFF2-40B4-BE49-F238E27FC236}">
                <a16:creationId xmlns:a16="http://schemas.microsoft.com/office/drawing/2014/main" id="{083BF6B0-2A92-4187-ACB3-28942A21155D}"/>
              </a:ext>
            </a:extLst>
          </p:cNvPr>
          <p:cNvSpPr>
            <a:spLocks xmlns:a="http://schemas.openxmlformats.org/drawingml/2006/main" noGrp="1"/>
          </p:cNvSpPr>
          <p:nvPr/>
        </p:nvSpPr>
        <p:spPr>
          <a:xfrm xmlns:a="http://schemas.openxmlformats.org/drawingml/2006/main">
            <a:off x="45148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91" name="SE-086-path-87">
            <a:extLst xmlns:a="http://schemas.openxmlformats.org/drawingml/2006/main">
              <a:ext uri="{FF2B5EF4-FFF2-40B4-BE49-F238E27FC236}">
                <a16:creationId xmlns:a16="http://schemas.microsoft.com/office/drawing/2014/main" id="{9ACB34ED-C6CD-4583-9527-E390505B4241}"/>
              </a:ext>
            </a:extLst>
          </p:cNvPr>
          <p:cNvSpPr>
            <a:spLocks xmlns:a="http://schemas.openxmlformats.org/drawingml/2006/main" noGrp="1"/>
          </p:cNvSpPr>
          <p:nvPr/>
        </p:nvSpPr>
        <p:spPr>
          <a:xfrm xmlns:a="http://schemas.openxmlformats.org/drawingml/2006/main">
            <a:off x="46101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92" name="SE-086-path-88">
            <a:extLst xmlns:a="http://schemas.openxmlformats.org/drawingml/2006/main">
              <a:ext uri="{FF2B5EF4-FFF2-40B4-BE49-F238E27FC236}">
                <a16:creationId xmlns:a16="http://schemas.microsoft.com/office/drawing/2014/main" id="{CA1F2BC5-4188-4576-A18C-D13D8BBE4E09}"/>
              </a:ext>
            </a:extLst>
          </p:cNvPr>
          <p:cNvSpPr>
            <a:spLocks xmlns:a="http://schemas.openxmlformats.org/drawingml/2006/main" noGrp="1"/>
          </p:cNvSpPr>
          <p:nvPr/>
        </p:nvSpPr>
        <p:spPr>
          <a:xfrm xmlns:a="http://schemas.openxmlformats.org/drawingml/2006/main">
            <a:off x="47053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93" name="SE-086-path-89">
            <a:extLst xmlns:a="http://schemas.openxmlformats.org/drawingml/2006/main">
              <a:ext uri="{FF2B5EF4-FFF2-40B4-BE49-F238E27FC236}">
                <a16:creationId xmlns:a16="http://schemas.microsoft.com/office/drawing/2014/main" id="{CBC18FD8-4247-4CEA-9266-327F69F87450}"/>
              </a:ext>
            </a:extLst>
          </p:cNvPr>
          <p:cNvSpPr>
            <a:spLocks xmlns:a="http://schemas.openxmlformats.org/drawingml/2006/main" noGrp="1"/>
          </p:cNvSpPr>
          <p:nvPr/>
        </p:nvSpPr>
        <p:spPr>
          <a:xfrm xmlns:a="http://schemas.openxmlformats.org/drawingml/2006/main">
            <a:off x="480060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94" name="SE-086-path-90">
            <a:extLst xmlns:a="http://schemas.openxmlformats.org/drawingml/2006/main">
              <a:ext uri="{FF2B5EF4-FFF2-40B4-BE49-F238E27FC236}">
                <a16:creationId xmlns:a16="http://schemas.microsoft.com/office/drawing/2014/main" id="{FADD9081-2FCF-427A-BB08-3F81F593C9CB}"/>
              </a:ext>
            </a:extLst>
          </p:cNvPr>
          <p:cNvSpPr>
            <a:spLocks xmlns:a="http://schemas.openxmlformats.org/drawingml/2006/main" noGrp="1"/>
          </p:cNvSpPr>
          <p:nvPr/>
        </p:nvSpPr>
        <p:spPr>
          <a:xfrm xmlns:a="http://schemas.openxmlformats.org/drawingml/2006/main">
            <a:off x="4895850" y="1952625"/>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95" name="SE-086-path-91">
            <a:extLst xmlns:a="http://schemas.openxmlformats.org/drawingml/2006/main">
              <a:ext uri="{FF2B5EF4-FFF2-40B4-BE49-F238E27FC236}">
                <a16:creationId xmlns:a16="http://schemas.microsoft.com/office/drawing/2014/main" id="{569214B4-9BC1-4D14-B285-809D67FCD9DF}"/>
              </a:ext>
            </a:extLst>
          </p:cNvPr>
          <p:cNvSpPr>
            <a:spLocks xmlns:a="http://schemas.openxmlformats.org/drawingml/2006/main" noGrp="1"/>
          </p:cNvSpPr>
          <p:nvPr/>
        </p:nvSpPr>
        <p:spPr>
          <a:xfrm xmlns:a="http://schemas.openxmlformats.org/drawingml/2006/main">
            <a:off x="4981575" y="19526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96" name="SE-086-path-92">
            <a:extLst xmlns:a="http://schemas.openxmlformats.org/drawingml/2006/main">
              <a:ext uri="{FF2B5EF4-FFF2-40B4-BE49-F238E27FC236}">
                <a16:creationId xmlns:a16="http://schemas.microsoft.com/office/drawing/2014/main" id="{18C8DA43-2599-4670-BCDB-23D4396F6D66}"/>
              </a:ext>
            </a:extLst>
          </p:cNvPr>
          <p:cNvSpPr>
            <a:spLocks xmlns:a="http://schemas.openxmlformats.org/drawingml/2006/main" noGrp="1"/>
          </p:cNvSpPr>
          <p:nvPr/>
        </p:nvSpPr>
        <p:spPr>
          <a:xfrm xmlns:a="http://schemas.openxmlformats.org/drawingml/2006/main">
            <a:off x="4981575" y="204787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97" name="SE-086-path-93">
            <a:extLst xmlns:a="http://schemas.openxmlformats.org/drawingml/2006/main">
              <a:ext uri="{FF2B5EF4-FFF2-40B4-BE49-F238E27FC236}">
                <a16:creationId xmlns:a16="http://schemas.microsoft.com/office/drawing/2014/main" id="{5215A919-85B4-494F-A9FF-99205B1550F3}"/>
              </a:ext>
            </a:extLst>
          </p:cNvPr>
          <p:cNvSpPr>
            <a:spLocks xmlns:a="http://schemas.openxmlformats.org/drawingml/2006/main" noGrp="1"/>
          </p:cNvSpPr>
          <p:nvPr/>
        </p:nvSpPr>
        <p:spPr>
          <a:xfrm xmlns:a="http://schemas.openxmlformats.org/drawingml/2006/main">
            <a:off x="4981575" y="21431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98" name="SE-086-path-94">
            <a:extLst xmlns:a="http://schemas.openxmlformats.org/drawingml/2006/main">
              <a:ext uri="{FF2B5EF4-FFF2-40B4-BE49-F238E27FC236}">
                <a16:creationId xmlns:a16="http://schemas.microsoft.com/office/drawing/2014/main" id="{67A980CD-946D-446A-A584-73FA6A33B076}"/>
              </a:ext>
            </a:extLst>
          </p:cNvPr>
          <p:cNvSpPr>
            <a:spLocks xmlns:a="http://schemas.openxmlformats.org/drawingml/2006/main" noGrp="1"/>
          </p:cNvSpPr>
          <p:nvPr/>
        </p:nvSpPr>
        <p:spPr>
          <a:xfrm xmlns:a="http://schemas.openxmlformats.org/drawingml/2006/main">
            <a:off x="4981575" y="223837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99" name="SE-086-path-95">
            <a:extLst xmlns:a="http://schemas.openxmlformats.org/drawingml/2006/main">
              <a:ext uri="{FF2B5EF4-FFF2-40B4-BE49-F238E27FC236}">
                <a16:creationId xmlns:a16="http://schemas.microsoft.com/office/drawing/2014/main" id="{8D681525-DD8B-4BF7-ABAC-77994E4CBB0A}"/>
              </a:ext>
            </a:extLst>
          </p:cNvPr>
          <p:cNvSpPr>
            <a:spLocks xmlns:a="http://schemas.openxmlformats.org/drawingml/2006/main" noGrp="1"/>
          </p:cNvSpPr>
          <p:nvPr/>
        </p:nvSpPr>
        <p:spPr>
          <a:xfrm xmlns:a="http://schemas.openxmlformats.org/drawingml/2006/main">
            <a:off x="4981575" y="23336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100" name="SE-086-path-96">
            <a:extLst xmlns:a="http://schemas.openxmlformats.org/drawingml/2006/main">
              <a:ext uri="{FF2B5EF4-FFF2-40B4-BE49-F238E27FC236}">
                <a16:creationId xmlns:a16="http://schemas.microsoft.com/office/drawing/2014/main" id="{C0C4071F-0B2F-4141-9623-FC53373D9793}"/>
              </a:ext>
            </a:extLst>
          </p:cNvPr>
          <p:cNvSpPr>
            <a:spLocks xmlns:a="http://schemas.openxmlformats.org/drawingml/2006/main" noGrp="1"/>
          </p:cNvSpPr>
          <p:nvPr/>
        </p:nvSpPr>
        <p:spPr>
          <a:xfrm xmlns:a="http://schemas.openxmlformats.org/drawingml/2006/main">
            <a:off x="4981575" y="242887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101" name="SE-086-path-97">
            <a:extLst xmlns:a="http://schemas.openxmlformats.org/drawingml/2006/main">
              <a:ext uri="{FF2B5EF4-FFF2-40B4-BE49-F238E27FC236}">
                <a16:creationId xmlns:a16="http://schemas.microsoft.com/office/drawing/2014/main" id="{CF2A233B-BEB4-4B09-805B-2772E27753D7}"/>
              </a:ext>
            </a:extLst>
          </p:cNvPr>
          <p:cNvSpPr>
            <a:spLocks xmlns:a="http://schemas.openxmlformats.org/drawingml/2006/main" noGrp="1"/>
          </p:cNvSpPr>
          <p:nvPr/>
        </p:nvSpPr>
        <p:spPr>
          <a:xfrm xmlns:a="http://schemas.openxmlformats.org/drawingml/2006/main">
            <a:off x="4981575" y="25241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102" name="SE-086-path-98">
            <a:extLst xmlns:a="http://schemas.openxmlformats.org/drawingml/2006/main">
              <a:ext uri="{FF2B5EF4-FFF2-40B4-BE49-F238E27FC236}">
                <a16:creationId xmlns:a16="http://schemas.microsoft.com/office/drawing/2014/main" id="{9DAAF190-9B1A-4571-A31A-730CA6D10F06}"/>
              </a:ext>
            </a:extLst>
          </p:cNvPr>
          <p:cNvSpPr>
            <a:spLocks xmlns:a="http://schemas.openxmlformats.org/drawingml/2006/main" noGrp="1"/>
          </p:cNvSpPr>
          <p:nvPr/>
        </p:nvSpPr>
        <p:spPr>
          <a:xfrm xmlns:a="http://schemas.openxmlformats.org/drawingml/2006/main">
            <a:off x="4981575" y="261937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103" name="SE-086-path-99">
            <a:extLst xmlns:a="http://schemas.openxmlformats.org/drawingml/2006/main">
              <a:ext uri="{FF2B5EF4-FFF2-40B4-BE49-F238E27FC236}">
                <a16:creationId xmlns:a16="http://schemas.microsoft.com/office/drawing/2014/main" id="{DDA0A836-8A6B-4903-823F-423FF862A4D8}"/>
              </a:ext>
            </a:extLst>
          </p:cNvPr>
          <p:cNvSpPr>
            <a:spLocks xmlns:a="http://schemas.openxmlformats.org/drawingml/2006/main" noGrp="1"/>
          </p:cNvSpPr>
          <p:nvPr/>
        </p:nvSpPr>
        <p:spPr>
          <a:xfrm xmlns:a="http://schemas.openxmlformats.org/drawingml/2006/main">
            <a:off x="4981575" y="27146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104" name="SE-086-path-100">
            <a:extLst xmlns:a="http://schemas.openxmlformats.org/drawingml/2006/main">
              <a:ext uri="{FF2B5EF4-FFF2-40B4-BE49-F238E27FC236}">
                <a16:creationId xmlns:a16="http://schemas.microsoft.com/office/drawing/2014/main" id="{89A591DC-7FC2-4617-BBEB-8A65572414AD}"/>
              </a:ext>
            </a:extLst>
          </p:cNvPr>
          <p:cNvSpPr>
            <a:spLocks xmlns:a="http://schemas.openxmlformats.org/drawingml/2006/main" noGrp="1"/>
          </p:cNvSpPr>
          <p:nvPr/>
        </p:nvSpPr>
        <p:spPr>
          <a:xfrm xmlns:a="http://schemas.openxmlformats.org/drawingml/2006/main">
            <a:off x="4981575" y="280987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105" name="SE-086-path-101">
            <a:extLst xmlns:a="http://schemas.openxmlformats.org/drawingml/2006/main">
              <a:ext uri="{FF2B5EF4-FFF2-40B4-BE49-F238E27FC236}">
                <a16:creationId xmlns:a16="http://schemas.microsoft.com/office/drawing/2014/main" id="{C143A807-780E-4FD2-832D-D0292CD8F9A2}"/>
              </a:ext>
            </a:extLst>
          </p:cNvPr>
          <p:cNvSpPr>
            <a:spLocks xmlns:a="http://schemas.openxmlformats.org/drawingml/2006/main" noGrp="1"/>
          </p:cNvSpPr>
          <p:nvPr/>
        </p:nvSpPr>
        <p:spPr>
          <a:xfrm xmlns:a="http://schemas.openxmlformats.org/drawingml/2006/main">
            <a:off x="4981575" y="29051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106" name="SE-086-path-102">
            <a:extLst xmlns:a="http://schemas.openxmlformats.org/drawingml/2006/main">
              <a:ext uri="{FF2B5EF4-FFF2-40B4-BE49-F238E27FC236}">
                <a16:creationId xmlns:a16="http://schemas.microsoft.com/office/drawing/2014/main" id="{98397BC0-BAFD-4ABC-8B6E-596DF1832132}"/>
              </a:ext>
            </a:extLst>
          </p:cNvPr>
          <p:cNvSpPr>
            <a:spLocks xmlns:a="http://schemas.openxmlformats.org/drawingml/2006/main" noGrp="1"/>
          </p:cNvSpPr>
          <p:nvPr/>
        </p:nvSpPr>
        <p:spPr>
          <a:xfrm xmlns:a="http://schemas.openxmlformats.org/drawingml/2006/main">
            <a:off x="4981575" y="300037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107" name="SE-086-path-103">
            <a:extLst xmlns:a="http://schemas.openxmlformats.org/drawingml/2006/main">
              <a:ext uri="{FF2B5EF4-FFF2-40B4-BE49-F238E27FC236}">
                <a16:creationId xmlns:a16="http://schemas.microsoft.com/office/drawing/2014/main" id="{E1319763-4DDF-4C32-8C96-8D758198C512}"/>
              </a:ext>
            </a:extLst>
          </p:cNvPr>
          <p:cNvSpPr>
            <a:spLocks xmlns:a="http://schemas.openxmlformats.org/drawingml/2006/main" noGrp="1"/>
          </p:cNvSpPr>
          <p:nvPr/>
        </p:nvSpPr>
        <p:spPr>
          <a:xfrm xmlns:a="http://schemas.openxmlformats.org/drawingml/2006/main">
            <a:off x="4981575" y="30956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108" name="SE-086-path-104">
            <a:extLst xmlns:a="http://schemas.openxmlformats.org/drawingml/2006/main">
              <a:ext uri="{FF2B5EF4-FFF2-40B4-BE49-F238E27FC236}">
                <a16:creationId xmlns:a16="http://schemas.microsoft.com/office/drawing/2014/main" id="{32A8285B-9C57-4379-9264-52E2AE663D38}"/>
              </a:ext>
            </a:extLst>
          </p:cNvPr>
          <p:cNvSpPr>
            <a:spLocks xmlns:a="http://schemas.openxmlformats.org/drawingml/2006/main" noGrp="1"/>
          </p:cNvSpPr>
          <p:nvPr/>
        </p:nvSpPr>
        <p:spPr>
          <a:xfrm xmlns:a="http://schemas.openxmlformats.org/drawingml/2006/main">
            <a:off x="49244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09" name="SE-086-path-105">
            <a:extLst xmlns:a="http://schemas.openxmlformats.org/drawingml/2006/main">
              <a:ext uri="{FF2B5EF4-FFF2-40B4-BE49-F238E27FC236}">
                <a16:creationId xmlns:a16="http://schemas.microsoft.com/office/drawing/2014/main" id="{C35BD2BA-FF2A-4696-9B3C-B5BDDBB7FB39}"/>
              </a:ext>
            </a:extLst>
          </p:cNvPr>
          <p:cNvSpPr>
            <a:spLocks xmlns:a="http://schemas.openxmlformats.org/drawingml/2006/main" noGrp="1"/>
          </p:cNvSpPr>
          <p:nvPr/>
        </p:nvSpPr>
        <p:spPr>
          <a:xfrm xmlns:a="http://schemas.openxmlformats.org/drawingml/2006/main">
            <a:off x="48291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10" name="SE-086-path-106">
            <a:extLst xmlns:a="http://schemas.openxmlformats.org/drawingml/2006/main">
              <a:ext uri="{FF2B5EF4-FFF2-40B4-BE49-F238E27FC236}">
                <a16:creationId xmlns:a16="http://schemas.microsoft.com/office/drawing/2014/main" id="{5523FB54-D583-423B-8C0B-ACFA31674588}"/>
              </a:ext>
            </a:extLst>
          </p:cNvPr>
          <p:cNvSpPr>
            <a:spLocks xmlns:a="http://schemas.openxmlformats.org/drawingml/2006/main" noGrp="1"/>
          </p:cNvSpPr>
          <p:nvPr/>
        </p:nvSpPr>
        <p:spPr>
          <a:xfrm xmlns:a="http://schemas.openxmlformats.org/drawingml/2006/main">
            <a:off x="47339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11" name="SE-086-path-107">
            <a:extLst xmlns:a="http://schemas.openxmlformats.org/drawingml/2006/main">
              <a:ext uri="{FF2B5EF4-FFF2-40B4-BE49-F238E27FC236}">
                <a16:creationId xmlns:a16="http://schemas.microsoft.com/office/drawing/2014/main" id="{B318A023-1FD4-433F-A133-751D65EB3CC0}"/>
              </a:ext>
            </a:extLst>
          </p:cNvPr>
          <p:cNvSpPr>
            <a:spLocks xmlns:a="http://schemas.openxmlformats.org/drawingml/2006/main" noGrp="1"/>
          </p:cNvSpPr>
          <p:nvPr/>
        </p:nvSpPr>
        <p:spPr>
          <a:xfrm xmlns:a="http://schemas.openxmlformats.org/drawingml/2006/main">
            <a:off x="46386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12" name="SE-086-path-108">
            <a:extLst xmlns:a="http://schemas.openxmlformats.org/drawingml/2006/main">
              <a:ext uri="{FF2B5EF4-FFF2-40B4-BE49-F238E27FC236}">
                <a16:creationId xmlns:a16="http://schemas.microsoft.com/office/drawing/2014/main" id="{5BA69B91-5FBD-4F08-8ABF-FE5DAA65BE94}"/>
              </a:ext>
            </a:extLst>
          </p:cNvPr>
          <p:cNvSpPr>
            <a:spLocks xmlns:a="http://schemas.openxmlformats.org/drawingml/2006/main" noGrp="1"/>
          </p:cNvSpPr>
          <p:nvPr/>
        </p:nvSpPr>
        <p:spPr>
          <a:xfrm xmlns:a="http://schemas.openxmlformats.org/drawingml/2006/main">
            <a:off x="45434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13" name="SE-086-path-109">
            <a:extLst xmlns:a="http://schemas.openxmlformats.org/drawingml/2006/main">
              <a:ext uri="{FF2B5EF4-FFF2-40B4-BE49-F238E27FC236}">
                <a16:creationId xmlns:a16="http://schemas.microsoft.com/office/drawing/2014/main" id="{BC368BC7-8BBE-4E7F-97AD-85A6DFFA66DC}"/>
              </a:ext>
            </a:extLst>
          </p:cNvPr>
          <p:cNvSpPr>
            <a:spLocks xmlns:a="http://schemas.openxmlformats.org/drawingml/2006/main" noGrp="1"/>
          </p:cNvSpPr>
          <p:nvPr/>
        </p:nvSpPr>
        <p:spPr>
          <a:xfrm xmlns:a="http://schemas.openxmlformats.org/drawingml/2006/main">
            <a:off x="44481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14" name="SE-086-path-110">
            <a:extLst xmlns:a="http://schemas.openxmlformats.org/drawingml/2006/main">
              <a:ext uri="{FF2B5EF4-FFF2-40B4-BE49-F238E27FC236}">
                <a16:creationId xmlns:a16="http://schemas.microsoft.com/office/drawing/2014/main" id="{8714913A-9E33-4D96-8CA0-35B6BA3DF252}"/>
              </a:ext>
            </a:extLst>
          </p:cNvPr>
          <p:cNvSpPr>
            <a:spLocks xmlns:a="http://schemas.openxmlformats.org/drawingml/2006/main" noGrp="1"/>
          </p:cNvSpPr>
          <p:nvPr/>
        </p:nvSpPr>
        <p:spPr>
          <a:xfrm xmlns:a="http://schemas.openxmlformats.org/drawingml/2006/main">
            <a:off x="43529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15" name="SE-086-path-111">
            <a:extLst xmlns:a="http://schemas.openxmlformats.org/drawingml/2006/main">
              <a:ext uri="{FF2B5EF4-FFF2-40B4-BE49-F238E27FC236}">
                <a16:creationId xmlns:a16="http://schemas.microsoft.com/office/drawing/2014/main" id="{77DE8564-1606-4DEC-B312-8FD3D264A287}"/>
              </a:ext>
            </a:extLst>
          </p:cNvPr>
          <p:cNvSpPr>
            <a:spLocks xmlns:a="http://schemas.openxmlformats.org/drawingml/2006/main" noGrp="1"/>
          </p:cNvSpPr>
          <p:nvPr/>
        </p:nvSpPr>
        <p:spPr>
          <a:xfrm xmlns:a="http://schemas.openxmlformats.org/drawingml/2006/main">
            <a:off x="42576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16" name="SE-086-path-112">
            <a:extLst xmlns:a="http://schemas.openxmlformats.org/drawingml/2006/main">
              <a:ext uri="{FF2B5EF4-FFF2-40B4-BE49-F238E27FC236}">
                <a16:creationId xmlns:a16="http://schemas.microsoft.com/office/drawing/2014/main" id="{6CA99CCD-D594-439B-993F-1A599FF18D21}"/>
              </a:ext>
            </a:extLst>
          </p:cNvPr>
          <p:cNvSpPr>
            <a:spLocks xmlns:a="http://schemas.openxmlformats.org/drawingml/2006/main" noGrp="1"/>
          </p:cNvSpPr>
          <p:nvPr/>
        </p:nvSpPr>
        <p:spPr>
          <a:xfrm xmlns:a="http://schemas.openxmlformats.org/drawingml/2006/main">
            <a:off x="41624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17" name="SE-086-path-113">
            <a:extLst xmlns:a="http://schemas.openxmlformats.org/drawingml/2006/main">
              <a:ext uri="{FF2B5EF4-FFF2-40B4-BE49-F238E27FC236}">
                <a16:creationId xmlns:a16="http://schemas.microsoft.com/office/drawing/2014/main" id="{C05CB10C-7DCA-42B1-BFB9-DD0DF4DCEEA5}"/>
              </a:ext>
            </a:extLst>
          </p:cNvPr>
          <p:cNvSpPr>
            <a:spLocks xmlns:a="http://schemas.openxmlformats.org/drawingml/2006/main" noGrp="1"/>
          </p:cNvSpPr>
          <p:nvPr/>
        </p:nvSpPr>
        <p:spPr>
          <a:xfrm xmlns:a="http://schemas.openxmlformats.org/drawingml/2006/main">
            <a:off x="40671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18" name="SE-086-path-114">
            <a:extLst xmlns:a="http://schemas.openxmlformats.org/drawingml/2006/main">
              <a:ext uri="{FF2B5EF4-FFF2-40B4-BE49-F238E27FC236}">
                <a16:creationId xmlns:a16="http://schemas.microsoft.com/office/drawing/2014/main" id="{C1EA53F3-5EE9-41D3-9D3E-391164E09FB0}"/>
              </a:ext>
            </a:extLst>
          </p:cNvPr>
          <p:cNvSpPr>
            <a:spLocks xmlns:a="http://schemas.openxmlformats.org/drawingml/2006/main" noGrp="1"/>
          </p:cNvSpPr>
          <p:nvPr/>
        </p:nvSpPr>
        <p:spPr>
          <a:xfrm xmlns:a="http://schemas.openxmlformats.org/drawingml/2006/main">
            <a:off x="39719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19" name="SE-086-path-115">
            <a:extLst xmlns:a="http://schemas.openxmlformats.org/drawingml/2006/main">
              <a:ext uri="{FF2B5EF4-FFF2-40B4-BE49-F238E27FC236}">
                <a16:creationId xmlns:a16="http://schemas.microsoft.com/office/drawing/2014/main" id="{63E418A2-78E6-4450-AE58-139A4E982E26}"/>
              </a:ext>
            </a:extLst>
          </p:cNvPr>
          <p:cNvSpPr>
            <a:spLocks xmlns:a="http://schemas.openxmlformats.org/drawingml/2006/main" noGrp="1"/>
          </p:cNvSpPr>
          <p:nvPr/>
        </p:nvSpPr>
        <p:spPr>
          <a:xfrm xmlns:a="http://schemas.openxmlformats.org/drawingml/2006/main">
            <a:off x="38766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20" name="SE-086-path-116">
            <a:extLst xmlns:a="http://schemas.openxmlformats.org/drawingml/2006/main">
              <a:ext uri="{FF2B5EF4-FFF2-40B4-BE49-F238E27FC236}">
                <a16:creationId xmlns:a16="http://schemas.microsoft.com/office/drawing/2014/main" id="{D1F70F0A-DCFB-4EBD-B0CD-33FFD16AF130}"/>
              </a:ext>
            </a:extLst>
          </p:cNvPr>
          <p:cNvSpPr>
            <a:spLocks xmlns:a="http://schemas.openxmlformats.org/drawingml/2006/main" noGrp="1"/>
          </p:cNvSpPr>
          <p:nvPr/>
        </p:nvSpPr>
        <p:spPr>
          <a:xfrm xmlns:a="http://schemas.openxmlformats.org/drawingml/2006/main">
            <a:off x="37814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21" name="SE-086-path-117">
            <a:extLst xmlns:a="http://schemas.openxmlformats.org/drawingml/2006/main">
              <a:ext uri="{FF2B5EF4-FFF2-40B4-BE49-F238E27FC236}">
                <a16:creationId xmlns:a16="http://schemas.microsoft.com/office/drawing/2014/main" id="{1289F92A-9BFA-4BB8-BE3A-9DBEC40F0C27}"/>
              </a:ext>
            </a:extLst>
          </p:cNvPr>
          <p:cNvSpPr>
            <a:spLocks xmlns:a="http://schemas.openxmlformats.org/drawingml/2006/main" noGrp="1"/>
          </p:cNvSpPr>
          <p:nvPr/>
        </p:nvSpPr>
        <p:spPr>
          <a:xfrm xmlns:a="http://schemas.openxmlformats.org/drawingml/2006/main">
            <a:off x="36861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22" name="SE-086-path-118">
            <a:extLst xmlns:a="http://schemas.openxmlformats.org/drawingml/2006/main">
              <a:ext uri="{FF2B5EF4-FFF2-40B4-BE49-F238E27FC236}">
                <a16:creationId xmlns:a16="http://schemas.microsoft.com/office/drawing/2014/main" id="{2548AAF6-47B7-4931-8947-C3C004F6DEB9}"/>
              </a:ext>
            </a:extLst>
          </p:cNvPr>
          <p:cNvSpPr>
            <a:spLocks xmlns:a="http://schemas.openxmlformats.org/drawingml/2006/main" noGrp="1"/>
          </p:cNvSpPr>
          <p:nvPr/>
        </p:nvSpPr>
        <p:spPr>
          <a:xfrm xmlns:a="http://schemas.openxmlformats.org/drawingml/2006/main">
            <a:off x="35909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23" name="SE-086-path-119">
            <a:extLst xmlns:a="http://schemas.openxmlformats.org/drawingml/2006/main">
              <a:ext uri="{FF2B5EF4-FFF2-40B4-BE49-F238E27FC236}">
                <a16:creationId xmlns:a16="http://schemas.microsoft.com/office/drawing/2014/main" id="{311B8457-8911-421D-9A75-B93770B73CD5}"/>
              </a:ext>
            </a:extLst>
          </p:cNvPr>
          <p:cNvSpPr>
            <a:spLocks xmlns:a="http://schemas.openxmlformats.org/drawingml/2006/main" noGrp="1"/>
          </p:cNvSpPr>
          <p:nvPr/>
        </p:nvSpPr>
        <p:spPr>
          <a:xfrm xmlns:a="http://schemas.openxmlformats.org/drawingml/2006/main">
            <a:off x="34956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24" name="SE-086-path-120">
            <a:extLst xmlns:a="http://schemas.openxmlformats.org/drawingml/2006/main">
              <a:ext uri="{FF2B5EF4-FFF2-40B4-BE49-F238E27FC236}">
                <a16:creationId xmlns:a16="http://schemas.microsoft.com/office/drawing/2014/main" id="{AE4729BB-58F5-4245-A976-711368FF45D3}"/>
              </a:ext>
            </a:extLst>
          </p:cNvPr>
          <p:cNvSpPr>
            <a:spLocks xmlns:a="http://schemas.openxmlformats.org/drawingml/2006/main" noGrp="1"/>
          </p:cNvSpPr>
          <p:nvPr/>
        </p:nvSpPr>
        <p:spPr>
          <a:xfrm xmlns:a="http://schemas.openxmlformats.org/drawingml/2006/main">
            <a:off x="34004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25" name="SE-086-path-121">
            <a:extLst xmlns:a="http://schemas.openxmlformats.org/drawingml/2006/main">
              <a:ext uri="{FF2B5EF4-FFF2-40B4-BE49-F238E27FC236}">
                <a16:creationId xmlns:a16="http://schemas.microsoft.com/office/drawing/2014/main" id="{3A52A859-615C-4CB1-9BA3-8DDC14429831}"/>
              </a:ext>
            </a:extLst>
          </p:cNvPr>
          <p:cNvSpPr>
            <a:spLocks xmlns:a="http://schemas.openxmlformats.org/drawingml/2006/main" noGrp="1"/>
          </p:cNvSpPr>
          <p:nvPr/>
        </p:nvSpPr>
        <p:spPr>
          <a:xfrm xmlns:a="http://schemas.openxmlformats.org/drawingml/2006/main">
            <a:off x="33051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26" name="SE-086-path-122">
            <a:extLst xmlns:a="http://schemas.openxmlformats.org/drawingml/2006/main">
              <a:ext uri="{FF2B5EF4-FFF2-40B4-BE49-F238E27FC236}">
                <a16:creationId xmlns:a16="http://schemas.microsoft.com/office/drawing/2014/main" id="{59D515AB-FB66-47C2-B1E3-1DE108C97DBC}"/>
              </a:ext>
            </a:extLst>
          </p:cNvPr>
          <p:cNvSpPr>
            <a:spLocks xmlns:a="http://schemas.openxmlformats.org/drawingml/2006/main" noGrp="1"/>
          </p:cNvSpPr>
          <p:nvPr/>
        </p:nvSpPr>
        <p:spPr>
          <a:xfrm xmlns:a="http://schemas.openxmlformats.org/drawingml/2006/main">
            <a:off x="32099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27" name="SE-086-path-123">
            <a:extLst xmlns:a="http://schemas.openxmlformats.org/drawingml/2006/main">
              <a:ext uri="{FF2B5EF4-FFF2-40B4-BE49-F238E27FC236}">
                <a16:creationId xmlns:a16="http://schemas.microsoft.com/office/drawing/2014/main" id="{46039249-76E6-46C5-8291-DA862052CDBA}"/>
              </a:ext>
            </a:extLst>
          </p:cNvPr>
          <p:cNvSpPr>
            <a:spLocks xmlns:a="http://schemas.openxmlformats.org/drawingml/2006/main" noGrp="1"/>
          </p:cNvSpPr>
          <p:nvPr/>
        </p:nvSpPr>
        <p:spPr>
          <a:xfrm xmlns:a="http://schemas.openxmlformats.org/drawingml/2006/main">
            <a:off x="31146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28" name="SE-086-path-124">
            <a:extLst xmlns:a="http://schemas.openxmlformats.org/drawingml/2006/main">
              <a:ext uri="{FF2B5EF4-FFF2-40B4-BE49-F238E27FC236}">
                <a16:creationId xmlns:a16="http://schemas.microsoft.com/office/drawing/2014/main" id="{7FAD71D0-8CB3-496E-A800-4E7686D5BA8D}"/>
              </a:ext>
            </a:extLst>
          </p:cNvPr>
          <p:cNvSpPr>
            <a:spLocks xmlns:a="http://schemas.openxmlformats.org/drawingml/2006/main" noGrp="1"/>
          </p:cNvSpPr>
          <p:nvPr/>
        </p:nvSpPr>
        <p:spPr>
          <a:xfrm xmlns:a="http://schemas.openxmlformats.org/drawingml/2006/main">
            <a:off x="30194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29" name="SE-086-path-125">
            <a:extLst xmlns:a="http://schemas.openxmlformats.org/drawingml/2006/main">
              <a:ext uri="{FF2B5EF4-FFF2-40B4-BE49-F238E27FC236}">
                <a16:creationId xmlns:a16="http://schemas.microsoft.com/office/drawing/2014/main" id="{F11FF70E-974F-4AEA-A79A-CB6AE9089866}"/>
              </a:ext>
            </a:extLst>
          </p:cNvPr>
          <p:cNvSpPr>
            <a:spLocks xmlns:a="http://schemas.openxmlformats.org/drawingml/2006/main" noGrp="1"/>
          </p:cNvSpPr>
          <p:nvPr/>
        </p:nvSpPr>
        <p:spPr>
          <a:xfrm xmlns:a="http://schemas.openxmlformats.org/drawingml/2006/main">
            <a:off x="29241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30" name="SE-086-path-126">
            <a:extLst xmlns:a="http://schemas.openxmlformats.org/drawingml/2006/main">
              <a:ext uri="{FF2B5EF4-FFF2-40B4-BE49-F238E27FC236}">
                <a16:creationId xmlns:a16="http://schemas.microsoft.com/office/drawing/2014/main" id="{E382656A-CFAF-4C7D-AA7F-B1E2D16E597C}"/>
              </a:ext>
            </a:extLst>
          </p:cNvPr>
          <p:cNvSpPr>
            <a:spLocks xmlns:a="http://schemas.openxmlformats.org/drawingml/2006/main" noGrp="1"/>
          </p:cNvSpPr>
          <p:nvPr/>
        </p:nvSpPr>
        <p:spPr>
          <a:xfrm xmlns:a="http://schemas.openxmlformats.org/drawingml/2006/main">
            <a:off x="28289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31" name="SE-086-path-127">
            <a:extLst xmlns:a="http://schemas.openxmlformats.org/drawingml/2006/main">
              <a:ext uri="{FF2B5EF4-FFF2-40B4-BE49-F238E27FC236}">
                <a16:creationId xmlns:a16="http://schemas.microsoft.com/office/drawing/2014/main" id="{1615AA2F-D407-4304-B510-7DFB13F742E0}"/>
              </a:ext>
            </a:extLst>
          </p:cNvPr>
          <p:cNvSpPr>
            <a:spLocks xmlns:a="http://schemas.openxmlformats.org/drawingml/2006/main" noGrp="1"/>
          </p:cNvSpPr>
          <p:nvPr/>
        </p:nvSpPr>
        <p:spPr>
          <a:xfrm xmlns:a="http://schemas.openxmlformats.org/drawingml/2006/main">
            <a:off x="27336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32" name="SE-086-path-128">
            <a:extLst xmlns:a="http://schemas.openxmlformats.org/drawingml/2006/main">
              <a:ext uri="{FF2B5EF4-FFF2-40B4-BE49-F238E27FC236}">
                <a16:creationId xmlns:a16="http://schemas.microsoft.com/office/drawing/2014/main" id="{05315B9D-254C-4BF0-A580-DAC46F5042E7}"/>
              </a:ext>
            </a:extLst>
          </p:cNvPr>
          <p:cNvSpPr>
            <a:spLocks xmlns:a="http://schemas.openxmlformats.org/drawingml/2006/main" noGrp="1"/>
          </p:cNvSpPr>
          <p:nvPr/>
        </p:nvSpPr>
        <p:spPr>
          <a:xfrm xmlns:a="http://schemas.openxmlformats.org/drawingml/2006/main">
            <a:off x="26384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33" name="SE-086-path-129">
            <a:extLst xmlns:a="http://schemas.openxmlformats.org/drawingml/2006/main">
              <a:ext uri="{FF2B5EF4-FFF2-40B4-BE49-F238E27FC236}">
                <a16:creationId xmlns:a16="http://schemas.microsoft.com/office/drawing/2014/main" id="{3FA85B9A-E92F-4E0C-A8A2-0CA60A3A937C}"/>
              </a:ext>
            </a:extLst>
          </p:cNvPr>
          <p:cNvSpPr>
            <a:spLocks xmlns:a="http://schemas.openxmlformats.org/drawingml/2006/main" noGrp="1"/>
          </p:cNvSpPr>
          <p:nvPr/>
        </p:nvSpPr>
        <p:spPr>
          <a:xfrm xmlns:a="http://schemas.openxmlformats.org/drawingml/2006/main">
            <a:off x="25431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34" name="SE-086-path-130">
            <a:extLst xmlns:a="http://schemas.openxmlformats.org/drawingml/2006/main">
              <a:ext uri="{FF2B5EF4-FFF2-40B4-BE49-F238E27FC236}">
                <a16:creationId xmlns:a16="http://schemas.microsoft.com/office/drawing/2014/main" id="{329E30FF-965B-46C1-8B4C-3BC8951E960F}"/>
              </a:ext>
            </a:extLst>
          </p:cNvPr>
          <p:cNvSpPr>
            <a:spLocks xmlns:a="http://schemas.openxmlformats.org/drawingml/2006/main" noGrp="1"/>
          </p:cNvSpPr>
          <p:nvPr/>
        </p:nvSpPr>
        <p:spPr>
          <a:xfrm xmlns:a="http://schemas.openxmlformats.org/drawingml/2006/main">
            <a:off x="24479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35" name="SE-086-path-131">
            <a:extLst xmlns:a="http://schemas.openxmlformats.org/drawingml/2006/main">
              <a:ext uri="{FF2B5EF4-FFF2-40B4-BE49-F238E27FC236}">
                <a16:creationId xmlns:a16="http://schemas.microsoft.com/office/drawing/2014/main" id="{93E608A5-343B-4C78-B32E-D8F8141F6557}"/>
              </a:ext>
            </a:extLst>
          </p:cNvPr>
          <p:cNvSpPr>
            <a:spLocks xmlns:a="http://schemas.openxmlformats.org/drawingml/2006/main" noGrp="1"/>
          </p:cNvSpPr>
          <p:nvPr/>
        </p:nvSpPr>
        <p:spPr>
          <a:xfrm xmlns:a="http://schemas.openxmlformats.org/drawingml/2006/main">
            <a:off x="23526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36" name="SE-086-path-132">
            <a:extLst xmlns:a="http://schemas.openxmlformats.org/drawingml/2006/main">
              <a:ext uri="{FF2B5EF4-FFF2-40B4-BE49-F238E27FC236}">
                <a16:creationId xmlns:a16="http://schemas.microsoft.com/office/drawing/2014/main" id="{429E24D5-694E-4DB5-8949-C34DF67154ED}"/>
              </a:ext>
            </a:extLst>
          </p:cNvPr>
          <p:cNvSpPr>
            <a:spLocks xmlns:a="http://schemas.openxmlformats.org/drawingml/2006/main" noGrp="1"/>
          </p:cNvSpPr>
          <p:nvPr/>
        </p:nvSpPr>
        <p:spPr>
          <a:xfrm xmlns:a="http://schemas.openxmlformats.org/drawingml/2006/main">
            <a:off x="22574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37" name="SE-086-path-133">
            <a:extLst xmlns:a="http://schemas.openxmlformats.org/drawingml/2006/main">
              <a:ext uri="{FF2B5EF4-FFF2-40B4-BE49-F238E27FC236}">
                <a16:creationId xmlns:a16="http://schemas.microsoft.com/office/drawing/2014/main" id="{53F1C4B6-CC7E-4C49-9B04-F22A138F933C}"/>
              </a:ext>
            </a:extLst>
          </p:cNvPr>
          <p:cNvSpPr>
            <a:spLocks xmlns:a="http://schemas.openxmlformats.org/drawingml/2006/main" noGrp="1"/>
          </p:cNvSpPr>
          <p:nvPr/>
        </p:nvSpPr>
        <p:spPr>
          <a:xfrm xmlns:a="http://schemas.openxmlformats.org/drawingml/2006/main">
            <a:off x="21621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38" name="SE-086-path-134">
            <a:extLst xmlns:a="http://schemas.openxmlformats.org/drawingml/2006/main">
              <a:ext uri="{FF2B5EF4-FFF2-40B4-BE49-F238E27FC236}">
                <a16:creationId xmlns:a16="http://schemas.microsoft.com/office/drawing/2014/main" id="{2D11C351-8BAB-4D1C-9539-1A89185A1BA9}"/>
              </a:ext>
            </a:extLst>
          </p:cNvPr>
          <p:cNvSpPr>
            <a:spLocks xmlns:a="http://schemas.openxmlformats.org/drawingml/2006/main" noGrp="1"/>
          </p:cNvSpPr>
          <p:nvPr/>
        </p:nvSpPr>
        <p:spPr>
          <a:xfrm xmlns:a="http://schemas.openxmlformats.org/drawingml/2006/main">
            <a:off x="20669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39" name="SE-086-path-135">
            <a:extLst xmlns:a="http://schemas.openxmlformats.org/drawingml/2006/main">
              <a:ext uri="{FF2B5EF4-FFF2-40B4-BE49-F238E27FC236}">
                <a16:creationId xmlns:a16="http://schemas.microsoft.com/office/drawing/2014/main" id="{C3DF5770-9C73-4975-A70A-B3B83A5F0B23}"/>
              </a:ext>
            </a:extLst>
          </p:cNvPr>
          <p:cNvSpPr>
            <a:spLocks xmlns:a="http://schemas.openxmlformats.org/drawingml/2006/main" noGrp="1"/>
          </p:cNvSpPr>
          <p:nvPr/>
        </p:nvSpPr>
        <p:spPr>
          <a:xfrm xmlns:a="http://schemas.openxmlformats.org/drawingml/2006/main">
            <a:off x="19716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40" name="SE-086-path-136">
            <a:extLst xmlns:a="http://schemas.openxmlformats.org/drawingml/2006/main">
              <a:ext uri="{FF2B5EF4-FFF2-40B4-BE49-F238E27FC236}">
                <a16:creationId xmlns:a16="http://schemas.microsoft.com/office/drawing/2014/main" id="{C3B7E7B9-3D65-4655-BB6B-69211E755682}"/>
              </a:ext>
            </a:extLst>
          </p:cNvPr>
          <p:cNvSpPr>
            <a:spLocks xmlns:a="http://schemas.openxmlformats.org/drawingml/2006/main" noGrp="1"/>
          </p:cNvSpPr>
          <p:nvPr/>
        </p:nvSpPr>
        <p:spPr>
          <a:xfrm xmlns:a="http://schemas.openxmlformats.org/drawingml/2006/main">
            <a:off x="18764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41" name="SE-086-path-137">
            <a:extLst xmlns:a="http://schemas.openxmlformats.org/drawingml/2006/main">
              <a:ext uri="{FF2B5EF4-FFF2-40B4-BE49-F238E27FC236}">
                <a16:creationId xmlns:a16="http://schemas.microsoft.com/office/drawing/2014/main" id="{298592E9-0EED-4F5A-84F0-D40DDCDF983B}"/>
              </a:ext>
            </a:extLst>
          </p:cNvPr>
          <p:cNvSpPr>
            <a:spLocks xmlns:a="http://schemas.openxmlformats.org/drawingml/2006/main" noGrp="1"/>
          </p:cNvSpPr>
          <p:nvPr/>
        </p:nvSpPr>
        <p:spPr>
          <a:xfrm xmlns:a="http://schemas.openxmlformats.org/drawingml/2006/main">
            <a:off x="17811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42" name="SE-086-path-138">
            <a:extLst xmlns:a="http://schemas.openxmlformats.org/drawingml/2006/main">
              <a:ext uri="{FF2B5EF4-FFF2-40B4-BE49-F238E27FC236}">
                <a16:creationId xmlns:a16="http://schemas.microsoft.com/office/drawing/2014/main" id="{009A7C71-28B5-406C-A2E6-893EF90ECF98}"/>
              </a:ext>
            </a:extLst>
          </p:cNvPr>
          <p:cNvSpPr>
            <a:spLocks xmlns:a="http://schemas.openxmlformats.org/drawingml/2006/main" noGrp="1"/>
          </p:cNvSpPr>
          <p:nvPr/>
        </p:nvSpPr>
        <p:spPr>
          <a:xfrm xmlns:a="http://schemas.openxmlformats.org/drawingml/2006/main">
            <a:off x="16859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43" name="SE-086-path-139">
            <a:extLst xmlns:a="http://schemas.openxmlformats.org/drawingml/2006/main">
              <a:ext uri="{FF2B5EF4-FFF2-40B4-BE49-F238E27FC236}">
                <a16:creationId xmlns:a16="http://schemas.microsoft.com/office/drawing/2014/main" id="{1B6F0BCD-53DA-458A-A6ED-7426869A8154}"/>
              </a:ext>
            </a:extLst>
          </p:cNvPr>
          <p:cNvSpPr>
            <a:spLocks xmlns:a="http://schemas.openxmlformats.org/drawingml/2006/main" noGrp="1"/>
          </p:cNvSpPr>
          <p:nvPr/>
        </p:nvSpPr>
        <p:spPr>
          <a:xfrm xmlns:a="http://schemas.openxmlformats.org/drawingml/2006/main">
            <a:off x="15906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44" name="SE-086-path-140">
            <a:extLst xmlns:a="http://schemas.openxmlformats.org/drawingml/2006/main">
              <a:ext uri="{FF2B5EF4-FFF2-40B4-BE49-F238E27FC236}">
                <a16:creationId xmlns:a16="http://schemas.microsoft.com/office/drawing/2014/main" id="{9E6755F2-F504-45FD-8ACB-D8D0EF4BCA97}"/>
              </a:ext>
            </a:extLst>
          </p:cNvPr>
          <p:cNvSpPr>
            <a:spLocks xmlns:a="http://schemas.openxmlformats.org/drawingml/2006/main" noGrp="1"/>
          </p:cNvSpPr>
          <p:nvPr/>
        </p:nvSpPr>
        <p:spPr>
          <a:xfrm xmlns:a="http://schemas.openxmlformats.org/drawingml/2006/main">
            <a:off x="14954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45" name="SE-086-path-141">
            <a:extLst xmlns:a="http://schemas.openxmlformats.org/drawingml/2006/main">
              <a:ext uri="{FF2B5EF4-FFF2-40B4-BE49-F238E27FC236}">
                <a16:creationId xmlns:a16="http://schemas.microsoft.com/office/drawing/2014/main" id="{AF5DCCDF-283A-4C7E-A076-36D916D89F58}"/>
              </a:ext>
            </a:extLst>
          </p:cNvPr>
          <p:cNvSpPr>
            <a:spLocks xmlns:a="http://schemas.openxmlformats.org/drawingml/2006/main" noGrp="1"/>
          </p:cNvSpPr>
          <p:nvPr/>
        </p:nvSpPr>
        <p:spPr>
          <a:xfrm xmlns:a="http://schemas.openxmlformats.org/drawingml/2006/main">
            <a:off x="14001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46" name="SE-086-path-142">
            <a:extLst xmlns:a="http://schemas.openxmlformats.org/drawingml/2006/main">
              <a:ext uri="{FF2B5EF4-FFF2-40B4-BE49-F238E27FC236}">
                <a16:creationId xmlns:a16="http://schemas.microsoft.com/office/drawing/2014/main" id="{DFEAE800-BA61-4552-9E83-2FE7BCEAA040}"/>
              </a:ext>
            </a:extLst>
          </p:cNvPr>
          <p:cNvSpPr>
            <a:spLocks xmlns:a="http://schemas.openxmlformats.org/drawingml/2006/main" noGrp="1"/>
          </p:cNvSpPr>
          <p:nvPr/>
        </p:nvSpPr>
        <p:spPr>
          <a:xfrm xmlns:a="http://schemas.openxmlformats.org/drawingml/2006/main">
            <a:off x="13049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47" name="SE-086-path-143">
            <a:extLst xmlns:a="http://schemas.openxmlformats.org/drawingml/2006/main">
              <a:ext uri="{FF2B5EF4-FFF2-40B4-BE49-F238E27FC236}">
                <a16:creationId xmlns:a16="http://schemas.microsoft.com/office/drawing/2014/main" id="{293D54CE-BF3B-4F23-A483-4B4C71D92C5C}"/>
              </a:ext>
            </a:extLst>
          </p:cNvPr>
          <p:cNvSpPr>
            <a:spLocks xmlns:a="http://schemas.openxmlformats.org/drawingml/2006/main" noGrp="1"/>
          </p:cNvSpPr>
          <p:nvPr/>
        </p:nvSpPr>
        <p:spPr>
          <a:xfrm xmlns:a="http://schemas.openxmlformats.org/drawingml/2006/main">
            <a:off x="12096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48" name="SE-086-path-144">
            <a:extLst xmlns:a="http://schemas.openxmlformats.org/drawingml/2006/main">
              <a:ext uri="{FF2B5EF4-FFF2-40B4-BE49-F238E27FC236}">
                <a16:creationId xmlns:a16="http://schemas.microsoft.com/office/drawing/2014/main" id="{32E6B484-AF1F-43BF-9ABC-286716BC7C68}"/>
              </a:ext>
            </a:extLst>
          </p:cNvPr>
          <p:cNvSpPr>
            <a:spLocks xmlns:a="http://schemas.openxmlformats.org/drawingml/2006/main" noGrp="1"/>
          </p:cNvSpPr>
          <p:nvPr/>
        </p:nvSpPr>
        <p:spPr>
          <a:xfrm xmlns:a="http://schemas.openxmlformats.org/drawingml/2006/main">
            <a:off x="11144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49" name="SE-086-path-145">
            <a:extLst xmlns:a="http://schemas.openxmlformats.org/drawingml/2006/main">
              <a:ext uri="{FF2B5EF4-FFF2-40B4-BE49-F238E27FC236}">
                <a16:creationId xmlns:a16="http://schemas.microsoft.com/office/drawing/2014/main" id="{5D49B9FD-8476-437A-98F0-A9AFDD3AEC0A}"/>
              </a:ext>
            </a:extLst>
          </p:cNvPr>
          <p:cNvSpPr>
            <a:spLocks xmlns:a="http://schemas.openxmlformats.org/drawingml/2006/main" noGrp="1"/>
          </p:cNvSpPr>
          <p:nvPr/>
        </p:nvSpPr>
        <p:spPr>
          <a:xfrm xmlns:a="http://schemas.openxmlformats.org/drawingml/2006/main">
            <a:off x="10191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50" name="SE-086-path-146">
            <a:extLst xmlns:a="http://schemas.openxmlformats.org/drawingml/2006/main">
              <a:ext uri="{FF2B5EF4-FFF2-40B4-BE49-F238E27FC236}">
                <a16:creationId xmlns:a16="http://schemas.microsoft.com/office/drawing/2014/main" id="{3FFD1818-CC6B-4841-8D90-4EFF7B06444A}"/>
              </a:ext>
            </a:extLst>
          </p:cNvPr>
          <p:cNvSpPr>
            <a:spLocks xmlns:a="http://schemas.openxmlformats.org/drawingml/2006/main" noGrp="1"/>
          </p:cNvSpPr>
          <p:nvPr/>
        </p:nvSpPr>
        <p:spPr>
          <a:xfrm xmlns:a="http://schemas.openxmlformats.org/drawingml/2006/main">
            <a:off x="9239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51" name="SE-086-path-147">
            <a:extLst xmlns:a="http://schemas.openxmlformats.org/drawingml/2006/main">
              <a:ext uri="{FF2B5EF4-FFF2-40B4-BE49-F238E27FC236}">
                <a16:creationId xmlns:a16="http://schemas.microsoft.com/office/drawing/2014/main" id="{5AE2377D-CF6D-4091-8129-96225A5C42CC}"/>
              </a:ext>
            </a:extLst>
          </p:cNvPr>
          <p:cNvSpPr>
            <a:spLocks xmlns:a="http://schemas.openxmlformats.org/drawingml/2006/main" noGrp="1"/>
          </p:cNvSpPr>
          <p:nvPr/>
        </p:nvSpPr>
        <p:spPr>
          <a:xfrm xmlns:a="http://schemas.openxmlformats.org/drawingml/2006/main">
            <a:off x="8286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52" name="SE-086-path-148">
            <a:extLst xmlns:a="http://schemas.openxmlformats.org/drawingml/2006/main">
              <a:ext uri="{FF2B5EF4-FFF2-40B4-BE49-F238E27FC236}">
                <a16:creationId xmlns:a16="http://schemas.microsoft.com/office/drawing/2014/main" id="{935BCE76-35B9-46D3-8137-0F0C9AAD9EA2}"/>
              </a:ext>
            </a:extLst>
          </p:cNvPr>
          <p:cNvSpPr>
            <a:spLocks xmlns:a="http://schemas.openxmlformats.org/drawingml/2006/main" noGrp="1"/>
          </p:cNvSpPr>
          <p:nvPr/>
        </p:nvSpPr>
        <p:spPr>
          <a:xfrm xmlns:a="http://schemas.openxmlformats.org/drawingml/2006/main">
            <a:off x="7334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53" name="SE-086-path-149">
            <a:extLst xmlns:a="http://schemas.openxmlformats.org/drawingml/2006/main">
              <a:ext uri="{FF2B5EF4-FFF2-40B4-BE49-F238E27FC236}">
                <a16:creationId xmlns:a16="http://schemas.microsoft.com/office/drawing/2014/main" id="{C240F10B-00BF-4FC9-8870-E926F8E1E4E9}"/>
              </a:ext>
            </a:extLst>
          </p:cNvPr>
          <p:cNvSpPr>
            <a:spLocks xmlns:a="http://schemas.openxmlformats.org/drawingml/2006/main" noGrp="1"/>
          </p:cNvSpPr>
          <p:nvPr/>
        </p:nvSpPr>
        <p:spPr>
          <a:xfrm xmlns:a="http://schemas.openxmlformats.org/drawingml/2006/main">
            <a:off x="6381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54" name="SE-086-path-150">
            <a:extLst xmlns:a="http://schemas.openxmlformats.org/drawingml/2006/main">
              <a:ext uri="{FF2B5EF4-FFF2-40B4-BE49-F238E27FC236}">
                <a16:creationId xmlns:a16="http://schemas.microsoft.com/office/drawing/2014/main" id="{94B4DE41-254D-457A-B5DC-8FCBC5AAE8CC}"/>
              </a:ext>
            </a:extLst>
          </p:cNvPr>
          <p:cNvSpPr>
            <a:spLocks xmlns:a="http://schemas.openxmlformats.org/drawingml/2006/main" noGrp="1"/>
          </p:cNvSpPr>
          <p:nvPr/>
        </p:nvSpPr>
        <p:spPr>
          <a:xfrm xmlns:a="http://schemas.openxmlformats.org/drawingml/2006/main">
            <a:off x="5429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55" name="SE-086-path-151">
            <a:extLst xmlns:a="http://schemas.openxmlformats.org/drawingml/2006/main">
              <a:ext uri="{FF2B5EF4-FFF2-40B4-BE49-F238E27FC236}">
                <a16:creationId xmlns:a16="http://schemas.microsoft.com/office/drawing/2014/main" id="{947A4C9C-F1E2-4F77-A1FB-08157B54E3C6}"/>
              </a:ext>
            </a:extLst>
          </p:cNvPr>
          <p:cNvSpPr>
            <a:spLocks xmlns:a="http://schemas.openxmlformats.org/drawingml/2006/main" noGrp="1"/>
          </p:cNvSpPr>
          <p:nvPr/>
        </p:nvSpPr>
        <p:spPr>
          <a:xfrm xmlns:a="http://schemas.openxmlformats.org/drawingml/2006/main">
            <a:off x="4476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56" name="SE-086-path-152">
            <a:extLst xmlns:a="http://schemas.openxmlformats.org/drawingml/2006/main">
              <a:ext uri="{FF2B5EF4-FFF2-40B4-BE49-F238E27FC236}">
                <a16:creationId xmlns:a16="http://schemas.microsoft.com/office/drawing/2014/main" id="{F54F7CC8-073D-4262-BB2B-3D049559F93E}"/>
              </a:ext>
            </a:extLst>
          </p:cNvPr>
          <p:cNvSpPr>
            <a:spLocks xmlns:a="http://schemas.openxmlformats.org/drawingml/2006/main" noGrp="1"/>
          </p:cNvSpPr>
          <p:nvPr/>
        </p:nvSpPr>
        <p:spPr>
          <a:xfrm xmlns:a="http://schemas.openxmlformats.org/drawingml/2006/main">
            <a:off x="3524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57" name="SE-086-path-153">
            <a:extLst xmlns:a="http://schemas.openxmlformats.org/drawingml/2006/main">
              <a:ext uri="{FF2B5EF4-FFF2-40B4-BE49-F238E27FC236}">
                <a16:creationId xmlns:a16="http://schemas.microsoft.com/office/drawing/2014/main" id="{0E2CC65D-FA2F-49B7-80DE-6FBA865535CC}"/>
              </a:ext>
            </a:extLst>
          </p:cNvPr>
          <p:cNvSpPr>
            <a:spLocks xmlns:a="http://schemas.openxmlformats.org/drawingml/2006/main" noGrp="1"/>
          </p:cNvSpPr>
          <p:nvPr/>
        </p:nvSpPr>
        <p:spPr>
          <a:xfrm xmlns:a="http://schemas.openxmlformats.org/drawingml/2006/main">
            <a:off x="25717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58" name="SE-086-path-154">
            <a:extLst xmlns:a="http://schemas.openxmlformats.org/drawingml/2006/main">
              <a:ext uri="{FF2B5EF4-FFF2-40B4-BE49-F238E27FC236}">
                <a16:creationId xmlns:a16="http://schemas.microsoft.com/office/drawing/2014/main" id="{79FF338A-346E-45C9-B910-FA874F49E0B5}"/>
              </a:ext>
            </a:extLst>
          </p:cNvPr>
          <p:cNvSpPr>
            <a:spLocks xmlns:a="http://schemas.openxmlformats.org/drawingml/2006/main" noGrp="1"/>
          </p:cNvSpPr>
          <p:nvPr/>
        </p:nvSpPr>
        <p:spPr>
          <a:xfrm xmlns:a="http://schemas.openxmlformats.org/drawingml/2006/main">
            <a:off x="161925" y="3162300"/>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159" name="SE-086-path-155">
            <a:extLst xmlns:a="http://schemas.openxmlformats.org/drawingml/2006/main">
              <a:ext uri="{FF2B5EF4-FFF2-40B4-BE49-F238E27FC236}">
                <a16:creationId xmlns:a16="http://schemas.microsoft.com/office/drawing/2014/main" id="{92912BD7-DF22-4EC8-AA72-F18CD05D73F2}"/>
              </a:ext>
            </a:extLst>
          </p:cNvPr>
          <p:cNvSpPr>
            <a:spLocks xmlns:a="http://schemas.openxmlformats.org/drawingml/2006/main" noGrp="1"/>
          </p:cNvSpPr>
          <p:nvPr/>
        </p:nvSpPr>
        <p:spPr>
          <a:xfrm xmlns:a="http://schemas.openxmlformats.org/drawingml/2006/main">
            <a:off x="133350" y="3105150"/>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160" name="SE-086-path-156">
            <a:extLst xmlns:a="http://schemas.openxmlformats.org/drawingml/2006/main">
              <a:ext uri="{FF2B5EF4-FFF2-40B4-BE49-F238E27FC236}">
                <a16:creationId xmlns:a16="http://schemas.microsoft.com/office/drawing/2014/main" id="{90B26D02-9A0A-47E0-A26C-DCDF4C9FDBAC}"/>
              </a:ext>
            </a:extLst>
          </p:cNvPr>
          <p:cNvSpPr>
            <a:spLocks xmlns:a="http://schemas.openxmlformats.org/drawingml/2006/main" noGrp="1"/>
          </p:cNvSpPr>
          <p:nvPr/>
        </p:nvSpPr>
        <p:spPr>
          <a:xfrm xmlns:a="http://schemas.openxmlformats.org/drawingml/2006/main">
            <a:off x="133350" y="3009900"/>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161" name="SE-086-path-157">
            <a:extLst xmlns:a="http://schemas.openxmlformats.org/drawingml/2006/main">
              <a:ext uri="{FF2B5EF4-FFF2-40B4-BE49-F238E27FC236}">
                <a16:creationId xmlns:a16="http://schemas.microsoft.com/office/drawing/2014/main" id="{FC749AF5-64ED-4341-8931-5C9BF14C7938}"/>
              </a:ext>
            </a:extLst>
          </p:cNvPr>
          <p:cNvSpPr>
            <a:spLocks xmlns:a="http://schemas.openxmlformats.org/drawingml/2006/main" noGrp="1"/>
          </p:cNvSpPr>
          <p:nvPr/>
        </p:nvSpPr>
        <p:spPr>
          <a:xfrm xmlns:a="http://schemas.openxmlformats.org/drawingml/2006/main">
            <a:off x="133350" y="2914650"/>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162" name="SE-086-path-158">
            <a:extLst xmlns:a="http://schemas.openxmlformats.org/drawingml/2006/main">
              <a:ext uri="{FF2B5EF4-FFF2-40B4-BE49-F238E27FC236}">
                <a16:creationId xmlns:a16="http://schemas.microsoft.com/office/drawing/2014/main" id="{50F9BEE1-0EAC-4076-8217-64C4B5E070E8}"/>
              </a:ext>
            </a:extLst>
          </p:cNvPr>
          <p:cNvSpPr>
            <a:spLocks xmlns:a="http://schemas.openxmlformats.org/drawingml/2006/main" noGrp="1"/>
          </p:cNvSpPr>
          <p:nvPr/>
        </p:nvSpPr>
        <p:spPr>
          <a:xfrm xmlns:a="http://schemas.openxmlformats.org/drawingml/2006/main">
            <a:off x="133350" y="2819400"/>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163" name="SE-086-path-159">
            <a:extLst xmlns:a="http://schemas.openxmlformats.org/drawingml/2006/main">
              <a:ext uri="{FF2B5EF4-FFF2-40B4-BE49-F238E27FC236}">
                <a16:creationId xmlns:a16="http://schemas.microsoft.com/office/drawing/2014/main" id="{8264BAE3-BEBD-49C2-8DA4-6A37594E680C}"/>
              </a:ext>
            </a:extLst>
          </p:cNvPr>
          <p:cNvSpPr>
            <a:spLocks xmlns:a="http://schemas.openxmlformats.org/drawingml/2006/main" noGrp="1"/>
          </p:cNvSpPr>
          <p:nvPr/>
        </p:nvSpPr>
        <p:spPr>
          <a:xfrm xmlns:a="http://schemas.openxmlformats.org/drawingml/2006/main">
            <a:off x="133350" y="2724150"/>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164" name="SE-086-path-160">
            <a:extLst xmlns:a="http://schemas.openxmlformats.org/drawingml/2006/main">
              <a:ext uri="{FF2B5EF4-FFF2-40B4-BE49-F238E27FC236}">
                <a16:creationId xmlns:a16="http://schemas.microsoft.com/office/drawing/2014/main" id="{F77D3753-960F-4A2F-A3D0-77029D6C6E9B}"/>
              </a:ext>
            </a:extLst>
          </p:cNvPr>
          <p:cNvSpPr>
            <a:spLocks xmlns:a="http://schemas.openxmlformats.org/drawingml/2006/main" noGrp="1"/>
          </p:cNvSpPr>
          <p:nvPr/>
        </p:nvSpPr>
        <p:spPr>
          <a:xfrm xmlns:a="http://schemas.openxmlformats.org/drawingml/2006/main">
            <a:off x="133350" y="2628900"/>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165" name="SE-086-path-161">
            <a:extLst xmlns:a="http://schemas.openxmlformats.org/drawingml/2006/main">
              <a:ext uri="{FF2B5EF4-FFF2-40B4-BE49-F238E27FC236}">
                <a16:creationId xmlns:a16="http://schemas.microsoft.com/office/drawing/2014/main" id="{4604CAC4-44C5-4D69-B374-F05B23B731B4}"/>
              </a:ext>
            </a:extLst>
          </p:cNvPr>
          <p:cNvSpPr>
            <a:spLocks xmlns:a="http://schemas.openxmlformats.org/drawingml/2006/main" noGrp="1"/>
          </p:cNvSpPr>
          <p:nvPr/>
        </p:nvSpPr>
        <p:spPr>
          <a:xfrm xmlns:a="http://schemas.openxmlformats.org/drawingml/2006/main">
            <a:off x="133350" y="2533650"/>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166" name="SE-086-path-162">
            <a:extLst xmlns:a="http://schemas.openxmlformats.org/drawingml/2006/main">
              <a:ext uri="{FF2B5EF4-FFF2-40B4-BE49-F238E27FC236}">
                <a16:creationId xmlns:a16="http://schemas.microsoft.com/office/drawing/2014/main" id="{FD11FAD9-14BD-487D-8D61-C09B57029F49}"/>
              </a:ext>
            </a:extLst>
          </p:cNvPr>
          <p:cNvSpPr>
            <a:spLocks xmlns:a="http://schemas.openxmlformats.org/drawingml/2006/main" noGrp="1"/>
          </p:cNvSpPr>
          <p:nvPr/>
        </p:nvSpPr>
        <p:spPr>
          <a:xfrm xmlns:a="http://schemas.openxmlformats.org/drawingml/2006/main">
            <a:off x="133350" y="2438400"/>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167" name="SE-086-path-163">
            <a:extLst xmlns:a="http://schemas.openxmlformats.org/drawingml/2006/main">
              <a:ext uri="{FF2B5EF4-FFF2-40B4-BE49-F238E27FC236}">
                <a16:creationId xmlns:a16="http://schemas.microsoft.com/office/drawing/2014/main" id="{7E1EE557-65D9-4D0C-A747-6C0BC8881496}"/>
              </a:ext>
            </a:extLst>
          </p:cNvPr>
          <p:cNvSpPr>
            <a:spLocks xmlns:a="http://schemas.openxmlformats.org/drawingml/2006/main" noGrp="1"/>
          </p:cNvSpPr>
          <p:nvPr/>
        </p:nvSpPr>
        <p:spPr>
          <a:xfrm xmlns:a="http://schemas.openxmlformats.org/drawingml/2006/main">
            <a:off x="133350" y="2343150"/>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168" name="SE-086-path-164">
            <a:extLst xmlns:a="http://schemas.openxmlformats.org/drawingml/2006/main">
              <a:ext uri="{FF2B5EF4-FFF2-40B4-BE49-F238E27FC236}">
                <a16:creationId xmlns:a16="http://schemas.microsoft.com/office/drawing/2014/main" id="{6664981C-C6A2-40C0-8F05-6D5C32590736}"/>
              </a:ext>
            </a:extLst>
          </p:cNvPr>
          <p:cNvSpPr>
            <a:spLocks xmlns:a="http://schemas.openxmlformats.org/drawingml/2006/main" noGrp="1"/>
          </p:cNvSpPr>
          <p:nvPr/>
        </p:nvSpPr>
        <p:spPr>
          <a:xfrm xmlns:a="http://schemas.openxmlformats.org/drawingml/2006/main">
            <a:off x="133350" y="2247900"/>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169" name="SE-086-path-165">
            <a:extLst xmlns:a="http://schemas.openxmlformats.org/drawingml/2006/main">
              <a:ext uri="{FF2B5EF4-FFF2-40B4-BE49-F238E27FC236}">
                <a16:creationId xmlns:a16="http://schemas.microsoft.com/office/drawing/2014/main" id="{3E7CF124-491D-4BAD-B6BA-ADD9665A17E7}"/>
              </a:ext>
            </a:extLst>
          </p:cNvPr>
          <p:cNvSpPr>
            <a:spLocks xmlns:a="http://schemas.openxmlformats.org/drawingml/2006/main" noGrp="1"/>
          </p:cNvSpPr>
          <p:nvPr/>
        </p:nvSpPr>
        <p:spPr>
          <a:xfrm xmlns:a="http://schemas.openxmlformats.org/drawingml/2006/main">
            <a:off x="133350" y="2152650"/>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170" name="SE-086-path-166">
            <a:extLst xmlns:a="http://schemas.openxmlformats.org/drawingml/2006/main">
              <a:ext uri="{FF2B5EF4-FFF2-40B4-BE49-F238E27FC236}">
                <a16:creationId xmlns:a16="http://schemas.microsoft.com/office/drawing/2014/main" id="{A193FF4E-1578-4050-B226-60DCB805ACA3}"/>
              </a:ext>
            </a:extLst>
          </p:cNvPr>
          <p:cNvSpPr>
            <a:spLocks xmlns:a="http://schemas.openxmlformats.org/drawingml/2006/main" noGrp="1"/>
          </p:cNvSpPr>
          <p:nvPr/>
        </p:nvSpPr>
        <p:spPr>
          <a:xfrm xmlns:a="http://schemas.openxmlformats.org/drawingml/2006/main">
            <a:off x="133350" y="2057400"/>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171" name="SE-086-path-167">
            <a:extLst xmlns:a="http://schemas.openxmlformats.org/drawingml/2006/main">
              <a:ext uri="{FF2B5EF4-FFF2-40B4-BE49-F238E27FC236}">
                <a16:creationId xmlns:a16="http://schemas.microsoft.com/office/drawing/2014/main" id="{A24435D7-31D0-479D-B44B-72432373DEB9}"/>
              </a:ext>
            </a:extLst>
          </p:cNvPr>
          <p:cNvSpPr>
            <a:spLocks xmlns:a="http://schemas.openxmlformats.org/drawingml/2006/main" noGrp="1"/>
          </p:cNvSpPr>
          <p:nvPr/>
        </p:nvSpPr>
        <p:spPr>
          <a:xfrm xmlns:a="http://schemas.openxmlformats.org/drawingml/2006/main">
            <a:off x="133350" y="1962150"/>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172" name="SE-086-168">
            <a:extLst xmlns:a="http://schemas.openxmlformats.org/drawingml/2006/main">
              <a:ext uri="{FF2B5EF4-FFF2-40B4-BE49-F238E27FC236}">
                <a16:creationId xmlns:a16="http://schemas.microsoft.com/office/drawing/2014/main" id="{CA98858A-6F13-4418-917C-6A07865BE107}"/>
              </a:ext>
            </a:extLst>
          </p:cNvPr>
          <p:cNvSpPr>
            <a:spLocks xmlns:a="http://schemas.openxmlformats.org/drawingml/2006/main" noGrp="1"/>
          </p:cNvSpPr>
          <p:nvPr/>
        </p:nvSpPr>
        <p:spPr>
          <a:xfrm xmlns:a="http://schemas.openxmlformats.org/drawingml/2006/main">
            <a:off x="152400" y="2543175"/>
            <a:ext cx="4810125" cy="200025"/>
          </a:xfrm>
          <a:prstGeom xmlns:a="http://schemas.openxmlformats.org/drawingml/2006/main" prst="rect">
            <a:avLst/>
          </a:prstGeom>
          <a:solidFill xmlns:a="http://schemas.openxmlformats.org/drawingml/2006/main">
            <a:srgbClr val="FDE9E9"/>
          </a:solidFill>
          <a:ln xmlns:a="http://schemas.openxmlformats.org/drawingml/2006/main" w="9525">
            <a:noFill/>
          </a:ln>
        </p:spPr>
      </p:sp>
      <p:sp>
        <p:nvSpPr>
          <p:cNvPr id="173" name="SE-086-169">
            <a:extLst xmlns:a="http://schemas.openxmlformats.org/drawingml/2006/main">
              <a:ext uri="{FF2B5EF4-FFF2-40B4-BE49-F238E27FC236}">
                <a16:creationId xmlns:a16="http://schemas.microsoft.com/office/drawing/2014/main" id="{558D9FDD-B0D2-47A2-BE5D-0CFA4434809A}"/>
              </a:ext>
            </a:extLst>
          </p:cNvPr>
          <p:cNvSpPr>
            <a:spLocks xmlns:a="http://schemas.openxmlformats.org/drawingml/2006/main" noGrp="1"/>
          </p:cNvSpPr>
          <p:nvPr/>
        </p:nvSpPr>
        <p:spPr>
          <a:xfrm xmlns:a="http://schemas.openxmlformats.org/drawingml/2006/main">
            <a:off x="152400" y="2743200"/>
            <a:ext cx="4810125" cy="200025"/>
          </a:xfrm>
          <a:prstGeom xmlns:a="http://schemas.openxmlformats.org/drawingml/2006/main" prst="rect">
            <a:avLst/>
          </a:prstGeom>
          <a:solidFill xmlns:a="http://schemas.openxmlformats.org/drawingml/2006/main">
            <a:srgbClr val="DDF5DF"/>
          </a:solidFill>
          <a:ln xmlns:a="http://schemas.openxmlformats.org/drawingml/2006/main" w="9525">
            <a:noFill/>
          </a:ln>
        </p:spPr>
      </p:sp>
      <p:sp>
        <p:nvSpPr>
          <p:cNvPr id="174" name="SE-086-170">
            <a:extLst xmlns:a="http://schemas.openxmlformats.org/drawingml/2006/main">
              <a:ext uri="{FF2B5EF4-FFF2-40B4-BE49-F238E27FC236}">
                <a16:creationId xmlns:a16="http://schemas.microsoft.com/office/drawing/2014/main" id="{E275F070-4038-4E0E-B127-93CA72BC4452}"/>
              </a:ext>
            </a:extLst>
          </p:cNvPr>
          <p:cNvSpPr>
            <a:spLocks xmlns:a="http://schemas.openxmlformats.org/drawingml/2006/main" noGrp="1"/>
          </p:cNvSpPr>
          <p:nvPr/>
        </p:nvSpPr>
        <p:spPr>
          <a:xfrm xmlns:a="http://schemas.openxmlformats.org/drawingml/2006/main">
            <a:off x="238125" y="2009775"/>
            <a:ext cx="46958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140" b="0" i="0">
                <a:solidFill>
                  <a:srgbClr val="111111"/>
                </a:solidFill>
                <a:latin typeface="Arial"/>
                <a:ea typeface="Arial"/>
                <a:cs typeface="Arial"/>
              </a:defRPr>
            </a:pPr>
            <a:r>
              <a:t>def link_output_checksum(args, checksum: </a:t>
            </a:r>
            <a:r>
              <a:rPr b="0" i="0">
                <a:solidFill>
                  <a:srgbClr val="B41D1D"/>
                </a:solidFill>
              </a:rPr>
              <a:t>Optional[str]</a:t>
            </a:r>
            <a:r>
              <a:t>) -&gt; None:</a:t>
            </a:r>
          </a:p>
        </p:txBody>
      </p:sp>
      <p:sp>
        <p:nvSpPr>
          <p:cNvPr id="175" name="SE-086-171">
            <a:extLst xmlns:a="http://schemas.openxmlformats.org/drawingml/2006/main">
              <a:ext uri="{FF2B5EF4-FFF2-40B4-BE49-F238E27FC236}">
                <a16:creationId xmlns:a16="http://schemas.microsoft.com/office/drawing/2014/main" id="{A7B32699-4EE2-4989-9A43-DEFFA2537971}"/>
              </a:ext>
            </a:extLst>
          </p:cNvPr>
          <p:cNvSpPr>
            <a:spLocks xmlns:a="http://schemas.openxmlformats.org/drawingml/2006/main" noGrp="1"/>
          </p:cNvSpPr>
          <p:nvPr/>
        </p:nvSpPr>
        <p:spPr>
          <a:xfrm xmlns:a="http://schemas.openxmlformats.org/drawingml/2006/main">
            <a:off x="238125" y="2201228"/>
            <a:ext cx="46958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140" b="0" i="0">
                <a:solidFill>
                  <a:srgbClr val="111111"/>
                </a:solidFill>
                <a:latin typeface="Arial"/>
                <a:ea typeface="Arial"/>
                <a:cs typeface="Arial"/>
              </a:defRPr>
            </a:pPr>
            <a:r>
              <a:t>...</a:t>
            </a:r>
          </a:p>
        </p:txBody>
      </p:sp>
      <p:sp>
        <p:nvSpPr>
          <p:cNvPr id="176" name="SE-086-172">
            <a:extLst xmlns:a="http://schemas.openxmlformats.org/drawingml/2006/main">
              <a:ext uri="{FF2B5EF4-FFF2-40B4-BE49-F238E27FC236}">
                <a16:creationId xmlns:a16="http://schemas.microsoft.com/office/drawing/2014/main" id="{E2319D9D-71EF-484C-A81A-926CC0F87440}"/>
              </a:ext>
            </a:extLst>
          </p:cNvPr>
          <p:cNvSpPr>
            <a:spLocks xmlns:a="http://schemas.openxmlformats.org/drawingml/2006/main" noGrp="1"/>
          </p:cNvSpPr>
          <p:nvPr/>
        </p:nvSpPr>
        <p:spPr>
          <a:xfrm xmlns:a="http://schemas.openxmlformats.org/drawingml/2006/main">
            <a:off x="238125" y="2392680"/>
            <a:ext cx="46958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140" b="0" i="0">
                <a:solidFill>
                  <a:srgbClr val="111111"/>
                </a:solidFill>
                <a:latin typeface="Arial"/>
                <a:ea typeface="Arial"/>
                <a:cs typeface="Arial"/>
              </a:defRPr>
            </a:pPr>
            <a:r>
              <a:t>              with complete_step("Linking SHA256SUMS file..."):</a:t>
            </a:r>
          </a:p>
        </p:txBody>
      </p:sp>
      <p:sp>
        <p:nvSpPr>
          <p:cNvPr id="177" name="SE-086-173">
            <a:extLst xmlns:a="http://schemas.openxmlformats.org/drawingml/2006/main">
              <a:ext uri="{FF2B5EF4-FFF2-40B4-BE49-F238E27FC236}">
                <a16:creationId xmlns:a16="http://schemas.microsoft.com/office/drawing/2014/main" id="{90AAA658-009F-4011-BE48-63B797540E07}"/>
              </a:ext>
            </a:extLst>
          </p:cNvPr>
          <p:cNvSpPr>
            <a:spLocks xmlns:a="http://schemas.openxmlformats.org/drawingml/2006/main" noGrp="1"/>
          </p:cNvSpPr>
          <p:nvPr/>
        </p:nvSpPr>
        <p:spPr>
          <a:xfrm xmlns:a="http://schemas.openxmlformats.org/drawingml/2006/main">
            <a:off x="238125" y="2584133"/>
            <a:ext cx="46958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140" b="0" i="0">
                <a:solidFill>
                  <a:srgbClr val="111111"/>
                </a:solidFill>
                <a:latin typeface="Arial"/>
                <a:ea typeface="Arial"/>
                <a:cs typeface="Arial"/>
              </a:defRPr>
            </a:pPr>
            <a:r>
              <a:t>-                   _link_output(args, checksum, args.output_checksum)</a:t>
            </a:r>
          </a:p>
        </p:txBody>
      </p:sp>
      <p:sp>
        <p:nvSpPr>
          <p:cNvPr id="178" name="SE-086-174">
            <a:extLst xmlns:a="http://schemas.openxmlformats.org/drawingml/2006/main">
              <a:ext uri="{FF2B5EF4-FFF2-40B4-BE49-F238E27FC236}">
                <a16:creationId xmlns:a16="http://schemas.microsoft.com/office/drawing/2014/main" id="{49E0311A-D3A5-4E50-A34A-AFD439E03CAD}"/>
              </a:ext>
            </a:extLst>
          </p:cNvPr>
          <p:cNvSpPr>
            <a:spLocks xmlns:a="http://schemas.openxmlformats.org/drawingml/2006/main" noGrp="1"/>
          </p:cNvSpPr>
          <p:nvPr/>
        </p:nvSpPr>
        <p:spPr>
          <a:xfrm xmlns:a="http://schemas.openxmlformats.org/drawingml/2006/main">
            <a:off x="238125" y="2775585"/>
            <a:ext cx="46958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140" b="0" i="0">
                <a:solidFill>
                  <a:srgbClr val="111111"/>
                </a:solidFill>
                <a:latin typeface="Arial"/>
                <a:ea typeface="Arial"/>
                <a:cs typeface="Arial"/>
              </a:defRPr>
            </a:pPr>
            <a:r>
              <a:t>+                   _link_output(args, checksum.name, args.output_checksum)</a:t>
            </a:r>
          </a:p>
        </p:txBody>
      </p:sp>
      <p:sp>
        <p:nvSpPr>
          <p:cNvPr id="179" name="SE-086-175">
            <a:extLst xmlns:a="http://schemas.openxmlformats.org/drawingml/2006/main">
              <a:ext uri="{FF2B5EF4-FFF2-40B4-BE49-F238E27FC236}">
                <a16:creationId xmlns:a16="http://schemas.microsoft.com/office/drawing/2014/main" id="{BBC8EEEF-2E1F-4ECA-A513-227C582FB27D}"/>
              </a:ext>
            </a:extLst>
          </p:cNvPr>
          <p:cNvSpPr>
            <a:spLocks xmlns:a="http://schemas.openxmlformats.org/drawingml/2006/main" noGrp="1"/>
          </p:cNvSpPr>
          <p:nvPr/>
        </p:nvSpPr>
        <p:spPr>
          <a:xfrm xmlns:a="http://schemas.openxmlformats.org/drawingml/2006/main">
            <a:off x="238125" y="2967038"/>
            <a:ext cx="46958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140" b="0" i="0">
                <a:solidFill>
                  <a:srgbClr val="111111"/>
                </a:solidFill>
                <a:latin typeface="Arial"/>
                <a:ea typeface="Arial"/>
                <a:cs typeface="Arial"/>
              </a:defRPr>
            </a:pPr>
            <a:r>
              <a:t>...</a:t>
            </a:r>
          </a:p>
        </p:txBody>
      </p:sp>
      <p:sp>
        <p:nvSpPr>
          <p:cNvPr id="180" name="SE-086-176">
            <a:extLst xmlns:a="http://schemas.openxmlformats.org/drawingml/2006/main">
              <a:ext uri="{FF2B5EF4-FFF2-40B4-BE49-F238E27FC236}">
                <a16:creationId xmlns:a16="http://schemas.microsoft.com/office/drawing/2014/main" id="{8B7CEE44-E295-47BF-B316-365B9C1ED7BA}"/>
              </a:ext>
            </a:extLst>
          </p:cNvPr>
          <p:cNvSpPr>
            <a:spLocks xmlns:a="http://schemas.openxmlformats.org/drawingml/2006/main" noGrp="1"/>
          </p:cNvSpPr>
          <p:nvPr/>
        </p:nvSpPr>
        <p:spPr>
          <a:xfrm xmlns:a="http://schemas.openxmlformats.org/drawingml/2006/main">
            <a:off x="38100" y="4724400"/>
            <a:ext cx="5057775" cy="214312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181" name="SE-086-177">
            <a:extLst xmlns:a="http://schemas.openxmlformats.org/drawingml/2006/main">
              <a:ext uri="{FF2B5EF4-FFF2-40B4-BE49-F238E27FC236}">
                <a16:creationId xmlns:a16="http://schemas.microsoft.com/office/drawing/2014/main" id="{D68D6607-0EE6-4F28-982C-84261018E796}"/>
              </a:ext>
            </a:extLst>
          </p:cNvPr>
          <p:cNvSpPr>
            <a:spLocks xmlns:a="http://schemas.openxmlformats.org/drawingml/2006/main" noGrp="1"/>
          </p:cNvSpPr>
          <p:nvPr/>
        </p:nvSpPr>
        <p:spPr>
          <a:xfrm xmlns:a="http://schemas.openxmlformats.org/drawingml/2006/main">
            <a:off x="219075" y="4857750"/>
            <a:ext cx="228600" cy="228600"/>
          </a:xfrm>
          <a:prstGeom xmlns:a="http://schemas.openxmlformats.org/drawingml/2006/main" prst="ellipse">
            <a:avLst/>
          </a:prstGeom>
          <a:noFill xmlns:a="http://schemas.openxmlformats.org/drawingml/2006/main"/>
          <a:ln xmlns:a="http://schemas.openxmlformats.org/drawingml/2006/main" w="13335">
            <a:solidFill>
              <a:srgbClr val="111111"/>
            </a:solidFill>
          </a:ln>
        </p:spPr>
      </p:sp>
      <p:sp>
        <p:nvSpPr>
          <p:cNvPr id="182" name="SE-086-178">
            <a:extLst xmlns:a="http://schemas.openxmlformats.org/drawingml/2006/main">
              <a:ext uri="{FF2B5EF4-FFF2-40B4-BE49-F238E27FC236}">
                <a16:creationId xmlns:a16="http://schemas.microsoft.com/office/drawing/2014/main" id="{556DD9C1-65C4-4D6E-A508-D98BB59311D8}"/>
              </a:ext>
            </a:extLst>
          </p:cNvPr>
          <p:cNvSpPr>
            <a:spLocks xmlns:a="http://schemas.openxmlformats.org/drawingml/2006/main" noGrp="1"/>
          </p:cNvSpPr>
          <p:nvPr/>
        </p:nvSpPr>
        <p:spPr>
          <a:xfrm xmlns:a="http://schemas.openxmlformats.org/drawingml/2006/main">
            <a:off x="219075" y="4848225"/>
            <a:ext cx="228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111111"/>
                </a:solidFill>
                <a:latin typeface="Arial"/>
                <a:ea typeface="Arial"/>
                <a:cs typeface="Arial"/>
              </a:defRPr>
            </a:pPr>
            <a:r>
              <a:rPr sz="1575" b="0" i="0">
                <a:solidFill>
                  <a:srgbClr val="111111"/>
                </a:solidFill>
                <a:latin typeface="Arial"/>
                <a:ea typeface="Arial"/>
                <a:cs typeface="Arial"/>
              </a:rPr>
              <a:t>1</a:t>
            </a:r>
          </a:p>
        </p:txBody>
      </p:sp>
      <p:sp>
        <p:nvSpPr>
          <p:cNvPr id="183" name="SE-086-179">
            <a:extLst xmlns:a="http://schemas.openxmlformats.org/drawingml/2006/main">
              <a:ext uri="{FF2B5EF4-FFF2-40B4-BE49-F238E27FC236}">
                <a16:creationId xmlns:a16="http://schemas.microsoft.com/office/drawing/2014/main" id="{653290C1-7C71-493B-B8BE-CF8E0E9094B2}"/>
              </a:ext>
            </a:extLst>
          </p:cNvPr>
          <p:cNvSpPr>
            <a:spLocks xmlns:a="http://schemas.openxmlformats.org/drawingml/2006/main" noGrp="1"/>
          </p:cNvSpPr>
          <p:nvPr/>
        </p:nvSpPr>
        <p:spPr>
          <a:xfrm xmlns:a="http://schemas.openxmlformats.org/drawingml/2006/main">
            <a:off x="590550" y="4838700"/>
            <a:ext cx="424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i="0">
                <a:solidFill>
                  <a:srgbClr val="111111"/>
                </a:solidFill>
                <a:latin typeface="Arial"/>
                <a:ea typeface="Arial"/>
                <a:cs typeface="Arial"/>
              </a:defRPr>
            </a:pPr>
            <a:r>
              <a:rPr sz="1575" b="0" i="0">
                <a:solidFill>
                  <a:srgbClr val="111111"/>
                </a:solidFill>
                <a:latin typeface="Arial"/>
                <a:ea typeface="Arial"/>
                <a:cs typeface="Arial"/>
              </a:rPr>
              <a:t>Guiding Examples Retrieval</a:t>
            </a:r>
          </a:p>
        </p:txBody>
      </p:sp>
      <p:sp>
        <p:nvSpPr>
          <p:cNvPr id="184" name="SE-086-path-180">
            <a:extLst xmlns:a="http://schemas.openxmlformats.org/drawingml/2006/main">
              <a:ext uri="{FF2B5EF4-FFF2-40B4-BE49-F238E27FC236}">
                <a16:creationId xmlns:a16="http://schemas.microsoft.com/office/drawing/2014/main" id="{E76914F6-E1D2-4206-B843-D256446D03C7}"/>
              </a:ext>
            </a:extLst>
          </p:cNvPr>
          <p:cNvSpPr>
            <a:spLocks xmlns:a="http://schemas.openxmlformats.org/drawingml/2006/main" noGrp="1"/>
          </p:cNvSpPr>
          <p:nvPr/>
        </p:nvSpPr>
        <p:spPr>
          <a:xfrm xmlns:a="http://schemas.openxmlformats.org/drawingml/2006/main">
            <a:off x="1333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185" name="SE-086-path-181">
            <a:extLst xmlns:a="http://schemas.openxmlformats.org/drawingml/2006/main">
              <a:ext uri="{FF2B5EF4-FFF2-40B4-BE49-F238E27FC236}">
                <a16:creationId xmlns:a16="http://schemas.microsoft.com/office/drawing/2014/main" id="{740E7A00-E330-4A3B-9C99-F0504C5C4711}"/>
              </a:ext>
            </a:extLst>
          </p:cNvPr>
          <p:cNvSpPr>
            <a:spLocks xmlns:a="http://schemas.openxmlformats.org/drawingml/2006/main" noGrp="1"/>
          </p:cNvSpPr>
          <p:nvPr/>
        </p:nvSpPr>
        <p:spPr>
          <a:xfrm xmlns:a="http://schemas.openxmlformats.org/drawingml/2006/main">
            <a:off x="2286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186" name="SE-086-path-182">
            <a:extLst xmlns:a="http://schemas.openxmlformats.org/drawingml/2006/main">
              <a:ext uri="{FF2B5EF4-FFF2-40B4-BE49-F238E27FC236}">
                <a16:creationId xmlns:a16="http://schemas.microsoft.com/office/drawing/2014/main" id="{61ECBC26-CEFB-4053-9B02-9945AF80E2FE}"/>
              </a:ext>
            </a:extLst>
          </p:cNvPr>
          <p:cNvSpPr>
            <a:spLocks xmlns:a="http://schemas.openxmlformats.org/drawingml/2006/main" noGrp="1"/>
          </p:cNvSpPr>
          <p:nvPr/>
        </p:nvSpPr>
        <p:spPr>
          <a:xfrm xmlns:a="http://schemas.openxmlformats.org/drawingml/2006/main">
            <a:off x="3238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187" name="SE-086-path-183">
            <a:extLst xmlns:a="http://schemas.openxmlformats.org/drawingml/2006/main">
              <a:ext uri="{FF2B5EF4-FFF2-40B4-BE49-F238E27FC236}">
                <a16:creationId xmlns:a16="http://schemas.microsoft.com/office/drawing/2014/main" id="{2442267B-AAF1-45F1-8FB1-06A6A3633CDA}"/>
              </a:ext>
            </a:extLst>
          </p:cNvPr>
          <p:cNvSpPr>
            <a:spLocks xmlns:a="http://schemas.openxmlformats.org/drawingml/2006/main" noGrp="1"/>
          </p:cNvSpPr>
          <p:nvPr/>
        </p:nvSpPr>
        <p:spPr>
          <a:xfrm xmlns:a="http://schemas.openxmlformats.org/drawingml/2006/main">
            <a:off x="4191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188" name="SE-086-path-184">
            <a:extLst xmlns:a="http://schemas.openxmlformats.org/drawingml/2006/main">
              <a:ext uri="{FF2B5EF4-FFF2-40B4-BE49-F238E27FC236}">
                <a16:creationId xmlns:a16="http://schemas.microsoft.com/office/drawing/2014/main" id="{4AB3DAD4-A45E-44ED-B7D8-E83A8B48FB13}"/>
              </a:ext>
            </a:extLst>
          </p:cNvPr>
          <p:cNvSpPr>
            <a:spLocks xmlns:a="http://schemas.openxmlformats.org/drawingml/2006/main" noGrp="1"/>
          </p:cNvSpPr>
          <p:nvPr/>
        </p:nvSpPr>
        <p:spPr>
          <a:xfrm xmlns:a="http://schemas.openxmlformats.org/drawingml/2006/main">
            <a:off x="5143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189" name="SE-086-path-185">
            <a:extLst xmlns:a="http://schemas.openxmlformats.org/drawingml/2006/main">
              <a:ext uri="{FF2B5EF4-FFF2-40B4-BE49-F238E27FC236}">
                <a16:creationId xmlns:a16="http://schemas.microsoft.com/office/drawing/2014/main" id="{A38DAB4E-BD55-4383-B704-7A81AA167D76}"/>
              </a:ext>
            </a:extLst>
          </p:cNvPr>
          <p:cNvSpPr>
            <a:spLocks xmlns:a="http://schemas.openxmlformats.org/drawingml/2006/main" noGrp="1"/>
          </p:cNvSpPr>
          <p:nvPr/>
        </p:nvSpPr>
        <p:spPr>
          <a:xfrm xmlns:a="http://schemas.openxmlformats.org/drawingml/2006/main">
            <a:off x="6096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190" name="SE-086-path-186">
            <a:extLst xmlns:a="http://schemas.openxmlformats.org/drawingml/2006/main">
              <a:ext uri="{FF2B5EF4-FFF2-40B4-BE49-F238E27FC236}">
                <a16:creationId xmlns:a16="http://schemas.microsoft.com/office/drawing/2014/main" id="{170C987B-D663-4009-86E7-B5DD914CA4A3}"/>
              </a:ext>
            </a:extLst>
          </p:cNvPr>
          <p:cNvSpPr>
            <a:spLocks xmlns:a="http://schemas.openxmlformats.org/drawingml/2006/main" noGrp="1"/>
          </p:cNvSpPr>
          <p:nvPr/>
        </p:nvSpPr>
        <p:spPr>
          <a:xfrm xmlns:a="http://schemas.openxmlformats.org/drawingml/2006/main">
            <a:off x="7048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191" name="SE-086-path-187">
            <a:extLst xmlns:a="http://schemas.openxmlformats.org/drawingml/2006/main">
              <a:ext uri="{FF2B5EF4-FFF2-40B4-BE49-F238E27FC236}">
                <a16:creationId xmlns:a16="http://schemas.microsoft.com/office/drawing/2014/main" id="{2E0D3280-B574-4F7A-9A41-FFA7AF33836D}"/>
              </a:ext>
            </a:extLst>
          </p:cNvPr>
          <p:cNvSpPr>
            <a:spLocks xmlns:a="http://schemas.openxmlformats.org/drawingml/2006/main" noGrp="1"/>
          </p:cNvSpPr>
          <p:nvPr/>
        </p:nvSpPr>
        <p:spPr>
          <a:xfrm xmlns:a="http://schemas.openxmlformats.org/drawingml/2006/main">
            <a:off x="8001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192" name="SE-086-path-188">
            <a:extLst xmlns:a="http://schemas.openxmlformats.org/drawingml/2006/main">
              <a:ext uri="{FF2B5EF4-FFF2-40B4-BE49-F238E27FC236}">
                <a16:creationId xmlns:a16="http://schemas.microsoft.com/office/drawing/2014/main" id="{2B97E816-2773-4172-81C7-DD3A26B2B6CB}"/>
              </a:ext>
            </a:extLst>
          </p:cNvPr>
          <p:cNvSpPr>
            <a:spLocks xmlns:a="http://schemas.openxmlformats.org/drawingml/2006/main" noGrp="1"/>
          </p:cNvSpPr>
          <p:nvPr/>
        </p:nvSpPr>
        <p:spPr>
          <a:xfrm xmlns:a="http://schemas.openxmlformats.org/drawingml/2006/main">
            <a:off x="8953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193" name="SE-086-path-189">
            <a:extLst xmlns:a="http://schemas.openxmlformats.org/drawingml/2006/main">
              <a:ext uri="{FF2B5EF4-FFF2-40B4-BE49-F238E27FC236}">
                <a16:creationId xmlns:a16="http://schemas.microsoft.com/office/drawing/2014/main" id="{A7A8CAD1-A812-4587-9401-290F4C1F80E5}"/>
              </a:ext>
            </a:extLst>
          </p:cNvPr>
          <p:cNvSpPr>
            <a:spLocks xmlns:a="http://schemas.openxmlformats.org/drawingml/2006/main" noGrp="1"/>
          </p:cNvSpPr>
          <p:nvPr/>
        </p:nvSpPr>
        <p:spPr>
          <a:xfrm xmlns:a="http://schemas.openxmlformats.org/drawingml/2006/main">
            <a:off x="9906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194" name="SE-086-path-190">
            <a:extLst xmlns:a="http://schemas.openxmlformats.org/drawingml/2006/main">
              <a:ext uri="{FF2B5EF4-FFF2-40B4-BE49-F238E27FC236}">
                <a16:creationId xmlns:a16="http://schemas.microsoft.com/office/drawing/2014/main" id="{6A82BEE2-0678-4CAC-8D39-4679D30C5F8A}"/>
              </a:ext>
            </a:extLst>
          </p:cNvPr>
          <p:cNvSpPr>
            <a:spLocks xmlns:a="http://schemas.openxmlformats.org/drawingml/2006/main" noGrp="1"/>
          </p:cNvSpPr>
          <p:nvPr/>
        </p:nvSpPr>
        <p:spPr>
          <a:xfrm xmlns:a="http://schemas.openxmlformats.org/drawingml/2006/main">
            <a:off x="10858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195" name="SE-086-path-191">
            <a:extLst xmlns:a="http://schemas.openxmlformats.org/drawingml/2006/main">
              <a:ext uri="{FF2B5EF4-FFF2-40B4-BE49-F238E27FC236}">
                <a16:creationId xmlns:a16="http://schemas.microsoft.com/office/drawing/2014/main" id="{64C60192-8ADA-4012-A1DD-3395A69C2F95}"/>
              </a:ext>
            </a:extLst>
          </p:cNvPr>
          <p:cNvSpPr>
            <a:spLocks xmlns:a="http://schemas.openxmlformats.org/drawingml/2006/main" noGrp="1"/>
          </p:cNvSpPr>
          <p:nvPr/>
        </p:nvSpPr>
        <p:spPr>
          <a:xfrm xmlns:a="http://schemas.openxmlformats.org/drawingml/2006/main">
            <a:off x="11811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196" name="SE-086-path-192">
            <a:extLst xmlns:a="http://schemas.openxmlformats.org/drawingml/2006/main">
              <a:ext uri="{FF2B5EF4-FFF2-40B4-BE49-F238E27FC236}">
                <a16:creationId xmlns:a16="http://schemas.microsoft.com/office/drawing/2014/main" id="{2D22D3C9-FAF9-4D9F-9CE5-12841EB145CD}"/>
              </a:ext>
            </a:extLst>
          </p:cNvPr>
          <p:cNvSpPr>
            <a:spLocks xmlns:a="http://schemas.openxmlformats.org/drawingml/2006/main" noGrp="1"/>
          </p:cNvSpPr>
          <p:nvPr/>
        </p:nvSpPr>
        <p:spPr>
          <a:xfrm xmlns:a="http://schemas.openxmlformats.org/drawingml/2006/main">
            <a:off x="12763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197" name="SE-086-path-193">
            <a:extLst xmlns:a="http://schemas.openxmlformats.org/drawingml/2006/main">
              <a:ext uri="{FF2B5EF4-FFF2-40B4-BE49-F238E27FC236}">
                <a16:creationId xmlns:a16="http://schemas.microsoft.com/office/drawing/2014/main" id="{19A58414-01D0-4D0F-8D79-C1B3B6D07FCB}"/>
              </a:ext>
            </a:extLst>
          </p:cNvPr>
          <p:cNvSpPr>
            <a:spLocks xmlns:a="http://schemas.openxmlformats.org/drawingml/2006/main" noGrp="1"/>
          </p:cNvSpPr>
          <p:nvPr/>
        </p:nvSpPr>
        <p:spPr>
          <a:xfrm xmlns:a="http://schemas.openxmlformats.org/drawingml/2006/main">
            <a:off x="13716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198" name="SE-086-path-194">
            <a:extLst xmlns:a="http://schemas.openxmlformats.org/drawingml/2006/main">
              <a:ext uri="{FF2B5EF4-FFF2-40B4-BE49-F238E27FC236}">
                <a16:creationId xmlns:a16="http://schemas.microsoft.com/office/drawing/2014/main" id="{279DF40D-B75A-4056-9893-40AD4BD13473}"/>
              </a:ext>
            </a:extLst>
          </p:cNvPr>
          <p:cNvSpPr>
            <a:spLocks xmlns:a="http://schemas.openxmlformats.org/drawingml/2006/main" noGrp="1"/>
          </p:cNvSpPr>
          <p:nvPr/>
        </p:nvSpPr>
        <p:spPr>
          <a:xfrm xmlns:a="http://schemas.openxmlformats.org/drawingml/2006/main">
            <a:off x="14668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199" name="SE-086-path-195">
            <a:extLst xmlns:a="http://schemas.openxmlformats.org/drawingml/2006/main">
              <a:ext uri="{FF2B5EF4-FFF2-40B4-BE49-F238E27FC236}">
                <a16:creationId xmlns:a16="http://schemas.microsoft.com/office/drawing/2014/main" id="{3CFF1F66-923C-4BD9-BF74-3350901857AB}"/>
              </a:ext>
            </a:extLst>
          </p:cNvPr>
          <p:cNvSpPr>
            <a:spLocks xmlns:a="http://schemas.openxmlformats.org/drawingml/2006/main" noGrp="1"/>
          </p:cNvSpPr>
          <p:nvPr/>
        </p:nvSpPr>
        <p:spPr>
          <a:xfrm xmlns:a="http://schemas.openxmlformats.org/drawingml/2006/main">
            <a:off x="15621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00" name="SE-086-path-196">
            <a:extLst xmlns:a="http://schemas.openxmlformats.org/drawingml/2006/main">
              <a:ext uri="{FF2B5EF4-FFF2-40B4-BE49-F238E27FC236}">
                <a16:creationId xmlns:a16="http://schemas.microsoft.com/office/drawing/2014/main" id="{5401B612-CD23-42B8-84EB-7D02F162A758}"/>
              </a:ext>
            </a:extLst>
          </p:cNvPr>
          <p:cNvSpPr>
            <a:spLocks xmlns:a="http://schemas.openxmlformats.org/drawingml/2006/main" noGrp="1"/>
          </p:cNvSpPr>
          <p:nvPr/>
        </p:nvSpPr>
        <p:spPr>
          <a:xfrm xmlns:a="http://schemas.openxmlformats.org/drawingml/2006/main">
            <a:off x="16573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01" name="SE-086-path-197">
            <a:extLst xmlns:a="http://schemas.openxmlformats.org/drawingml/2006/main">
              <a:ext uri="{FF2B5EF4-FFF2-40B4-BE49-F238E27FC236}">
                <a16:creationId xmlns:a16="http://schemas.microsoft.com/office/drawing/2014/main" id="{62426450-7ACD-47CF-B10A-26EC9358618F}"/>
              </a:ext>
            </a:extLst>
          </p:cNvPr>
          <p:cNvSpPr>
            <a:spLocks xmlns:a="http://schemas.openxmlformats.org/drawingml/2006/main" noGrp="1"/>
          </p:cNvSpPr>
          <p:nvPr/>
        </p:nvSpPr>
        <p:spPr>
          <a:xfrm xmlns:a="http://schemas.openxmlformats.org/drawingml/2006/main">
            <a:off x="17526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02" name="SE-086-path-198">
            <a:extLst xmlns:a="http://schemas.openxmlformats.org/drawingml/2006/main">
              <a:ext uri="{FF2B5EF4-FFF2-40B4-BE49-F238E27FC236}">
                <a16:creationId xmlns:a16="http://schemas.microsoft.com/office/drawing/2014/main" id="{D6DDB18A-643F-48AD-BFB8-4FD19A0FECE1}"/>
              </a:ext>
            </a:extLst>
          </p:cNvPr>
          <p:cNvSpPr>
            <a:spLocks xmlns:a="http://schemas.openxmlformats.org/drawingml/2006/main" noGrp="1"/>
          </p:cNvSpPr>
          <p:nvPr/>
        </p:nvSpPr>
        <p:spPr>
          <a:xfrm xmlns:a="http://schemas.openxmlformats.org/drawingml/2006/main">
            <a:off x="18478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03" name="SE-086-path-199">
            <a:extLst xmlns:a="http://schemas.openxmlformats.org/drawingml/2006/main">
              <a:ext uri="{FF2B5EF4-FFF2-40B4-BE49-F238E27FC236}">
                <a16:creationId xmlns:a16="http://schemas.microsoft.com/office/drawing/2014/main" id="{05141C84-8141-49C3-B086-6FB4E9236A8A}"/>
              </a:ext>
            </a:extLst>
          </p:cNvPr>
          <p:cNvSpPr>
            <a:spLocks xmlns:a="http://schemas.openxmlformats.org/drawingml/2006/main" noGrp="1"/>
          </p:cNvSpPr>
          <p:nvPr/>
        </p:nvSpPr>
        <p:spPr>
          <a:xfrm xmlns:a="http://schemas.openxmlformats.org/drawingml/2006/main">
            <a:off x="19431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04" name="SE-086-path-200">
            <a:extLst xmlns:a="http://schemas.openxmlformats.org/drawingml/2006/main">
              <a:ext uri="{FF2B5EF4-FFF2-40B4-BE49-F238E27FC236}">
                <a16:creationId xmlns:a16="http://schemas.microsoft.com/office/drawing/2014/main" id="{601D1823-E33E-4F6A-88FB-E16DF177A268}"/>
              </a:ext>
            </a:extLst>
          </p:cNvPr>
          <p:cNvSpPr>
            <a:spLocks xmlns:a="http://schemas.openxmlformats.org/drawingml/2006/main" noGrp="1"/>
          </p:cNvSpPr>
          <p:nvPr/>
        </p:nvSpPr>
        <p:spPr>
          <a:xfrm xmlns:a="http://schemas.openxmlformats.org/drawingml/2006/main">
            <a:off x="20383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05" name="SE-086-path-201">
            <a:extLst xmlns:a="http://schemas.openxmlformats.org/drawingml/2006/main">
              <a:ext uri="{FF2B5EF4-FFF2-40B4-BE49-F238E27FC236}">
                <a16:creationId xmlns:a16="http://schemas.microsoft.com/office/drawing/2014/main" id="{B8480D4C-9853-4B96-A573-ECB4DB4E6885}"/>
              </a:ext>
            </a:extLst>
          </p:cNvPr>
          <p:cNvSpPr>
            <a:spLocks xmlns:a="http://schemas.openxmlformats.org/drawingml/2006/main" noGrp="1"/>
          </p:cNvSpPr>
          <p:nvPr/>
        </p:nvSpPr>
        <p:spPr>
          <a:xfrm xmlns:a="http://schemas.openxmlformats.org/drawingml/2006/main">
            <a:off x="21336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06" name="SE-086-path-202">
            <a:extLst xmlns:a="http://schemas.openxmlformats.org/drawingml/2006/main">
              <a:ext uri="{FF2B5EF4-FFF2-40B4-BE49-F238E27FC236}">
                <a16:creationId xmlns:a16="http://schemas.microsoft.com/office/drawing/2014/main" id="{206DFF3A-713F-4234-86BD-B4873854509B}"/>
              </a:ext>
            </a:extLst>
          </p:cNvPr>
          <p:cNvSpPr>
            <a:spLocks xmlns:a="http://schemas.openxmlformats.org/drawingml/2006/main" noGrp="1"/>
          </p:cNvSpPr>
          <p:nvPr/>
        </p:nvSpPr>
        <p:spPr>
          <a:xfrm xmlns:a="http://schemas.openxmlformats.org/drawingml/2006/main">
            <a:off x="22288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07" name="SE-086-path-203">
            <a:extLst xmlns:a="http://schemas.openxmlformats.org/drawingml/2006/main">
              <a:ext uri="{FF2B5EF4-FFF2-40B4-BE49-F238E27FC236}">
                <a16:creationId xmlns:a16="http://schemas.microsoft.com/office/drawing/2014/main" id="{179ABA8F-07D9-41EB-B75C-03A96FEBFD1E}"/>
              </a:ext>
            </a:extLst>
          </p:cNvPr>
          <p:cNvSpPr>
            <a:spLocks xmlns:a="http://schemas.openxmlformats.org/drawingml/2006/main" noGrp="1"/>
          </p:cNvSpPr>
          <p:nvPr/>
        </p:nvSpPr>
        <p:spPr>
          <a:xfrm xmlns:a="http://schemas.openxmlformats.org/drawingml/2006/main">
            <a:off x="23241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08" name="SE-086-path-204">
            <a:extLst xmlns:a="http://schemas.openxmlformats.org/drawingml/2006/main">
              <a:ext uri="{FF2B5EF4-FFF2-40B4-BE49-F238E27FC236}">
                <a16:creationId xmlns:a16="http://schemas.microsoft.com/office/drawing/2014/main" id="{167E500E-5AAA-45D3-A403-F278847A847C}"/>
              </a:ext>
            </a:extLst>
          </p:cNvPr>
          <p:cNvSpPr>
            <a:spLocks xmlns:a="http://schemas.openxmlformats.org/drawingml/2006/main" noGrp="1"/>
          </p:cNvSpPr>
          <p:nvPr/>
        </p:nvSpPr>
        <p:spPr>
          <a:xfrm xmlns:a="http://schemas.openxmlformats.org/drawingml/2006/main">
            <a:off x="24193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09" name="SE-086-path-205">
            <a:extLst xmlns:a="http://schemas.openxmlformats.org/drawingml/2006/main">
              <a:ext uri="{FF2B5EF4-FFF2-40B4-BE49-F238E27FC236}">
                <a16:creationId xmlns:a16="http://schemas.microsoft.com/office/drawing/2014/main" id="{1F6AE7F4-502B-4E0C-B334-DD25E9513418}"/>
              </a:ext>
            </a:extLst>
          </p:cNvPr>
          <p:cNvSpPr>
            <a:spLocks xmlns:a="http://schemas.openxmlformats.org/drawingml/2006/main" noGrp="1"/>
          </p:cNvSpPr>
          <p:nvPr/>
        </p:nvSpPr>
        <p:spPr>
          <a:xfrm xmlns:a="http://schemas.openxmlformats.org/drawingml/2006/main">
            <a:off x="25146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10" name="SE-086-path-206">
            <a:extLst xmlns:a="http://schemas.openxmlformats.org/drawingml/2006/main">
              <a:ext uri="{FF2B5EF4-FFF2-40B4-BE49-F238E27FC236}">
                <a16:creationId xmlns:a16="http://schemas.microsoft.com/office/drawing/2014/main" id="{995AFD86-C9D5-4F74-BA1B-19AAFDDB8E4A}"/>
              </a:ext>
            </a:extLst>
          </p:cNvPr>
          <p:cNvSpPr>
            <a:spLocks xmlns:a="http://schemas.openxmlformats.org/drawingml/2006/main" noGrp="1"/>
          </p:cNvSpPr>
          <p:nvPr/>
        </p:nvSpPr>
        <p:spPr>
          <a:xfrm xmlns:a="http://schemas.openxmlformats.org/drawingml/2006/main">
            <a:off x="26098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11" name="SE-086-path-207">
            <a:extLst xmlns:a="http://schemas.openxmlformats.org/drawingml/2006/main">
              <a:ext uri="{FF2B5EF4-FFF2-40B4-BE49-F238E27FC236}">
                <a16:creationId xmlns:a16="http://schemas.microsoft.com/office/drawing/2014/main" id="{F039B981-2658-41A8-8DFE-B18199FF3EA5}"/>
              </a:ext>
            </a:extLst>
          </p:cNvPr>
          <p:cNvSpPr>
            <a:spLocks xmlns:a="http://schemas.openxmlformats.org/drawingml/2006/main" noGrp="1"/>
          </p:cNvSpPr>
          <p:nvPr/>
        </p:nvSpPr>
        <p:spPr>
          <a:xfrm xmlns:a="http://schemas.openxmlformats.org/drawingml/2006/main">
            <a:off x="27051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12" name="SE-086-path-208">
            <a:extLst xmlns:a="http://schemas.openxmlformats.org/drawingml/2006/main">
              <a:ext uri="{FF2B5EF4-FFF2-40B4-BE49-F238E27FC236}">
                <a16:creationId xmlns:a16="http://schemas.microsoft.com/office/drawing/2014/main" id="{9BDEBC40-5F3C-4BE4-8C5E-002ABF952981}"/>
              </a:ext>
            </a:extLst>
          </p:cNvPr>
          <p:cNvSpPr>
            <a:spLocks xmlns:a="http://schemas.openxmlformats.org/drawingml/2006/main" noGrp="1"/>
          </p:cNvSpPr>
          <p:nvPr/>
        </p:nvSpPr>
        <p:spPr>
          <a:xfrm xmlns:a="http://schemas.openxmlformats.org/drawingml/2006/main">
            <a:off x="28003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13" name="SE-086-path-209">
            <a:extLst xmlns:a="http://schemas.openxmlformats.org/drawingml/2006/main">
              <a:ext uri="{FF2B5EF4-FFF2-40B4-BE49-F238E27FC236}">
                <a16:creationId xmlns:a16="http://schemas.microsoft.com/office/drawing/2014/main" id="{2AB816CD-69D8-465B-B01D-992D9A446FAE}"/>
              </a:ext>
            </a:extLst>
          </p:cNvPr>
          <p:cNvSpPr>
            <a:spLocks xmlns:a="http://schemas.openxmlformats.org/drawingml/2006/main" noGrp="1"/>
          </p:cNvSpPr>
          <p:nvPr/>
        </p:nvSpPr>
        <p:spPr>
          <a:xfrm xmlns:a="http://schemas.openxmlformats.org/drawingml/2006/main">
            <a:off x="28956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14" name="SE-086-path-210">
            <a:extLst xmlns:a="http://schemas.openxmlformats.org/drawingml/2006/main">
              <a:ext uri="{FF2B5EF4-FFF2-40B4-BE49-F238E27FC236}">
                <a16:creationId xmlns:a16="http://schemas.microsoft.com/office/drawing/2014/main" id="{4A05814C-8C62-496C-A9A2-BC4BAF07E98B}"/>
              </a:ext>
            </a:extLst>
          </p:cNvPr>
          <p:cNvSpPr>
            <a:spLocks xmlns:a="http://schemas.openxmlformats.org/drawingml/2006/main" noGrp="1"/>
          </p:cNvSpPr>
          <p:nvPr/>
        </p:nvSpPr>
        <p:spPr>
          <a:xfrm xmlns:a="http://schemas.openxmlformats.org/drawingml/2006/main">
            <a:off x="29908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15" name="SE-086-path-211">
            <a:extLst xmlns:a="http://schemas.openxmlformats.org/drawingml/2006/main">
              <a:ext uri="{FF2B5EF4-FFF2-40B4-BE49-F238E27FC236}">
                <a16:creationId xmlns:a16="http://schemas.microsoft.com/office/drawing/2014/main" id="{DD3EB5CC-18D4-49DA-A2B2-954A8DC18B31}"/>
              </a:ext>
            </a:extLst>
          </p:cNvPr>
          <p:cNvSpPr>
            <a:spLocks xmlns:a="http://schemas.openxmlformats.org/drawingml/2006/main" noGrp="1"/>
          </p:cNvSpPr>
          <p:nvPr/>
        </p:nvSpPr>
        <p:spPr>
          <a:xfrm xmlns:a="http://schemas.openxmlformats.org/drawingml/2006/main">
            <a:off x="30861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16" name="SE-086-path-212">
            <a:extLst xmlns:a="http://schemas.openxmlformats.org/drawingml/2006/main">
              <a:ext uri="{FF2B5EF4-FFF2-40B4-BE49-F238E27FC236}">
                <a16:creationId xmlns:a16="http://schemas.microsoft.com/office/drawing/2014/main" id="{0A3E56AC-AD20-4BCF-948A-1F5491B8B75B}"/>
              </a:ext>
            </a:extLst>
          </p:cNvPr>
          <p:cNvSpPr>
            <a:spLocks xmlns:a="http://schemas.openxmlformats.org/drawingml/2006/main" noGrp="1"/>
          </p:cNvSpPr>
          <p:nvPr/>
        </p:nvSpPr>
        <p:spPr>
          <a:xfrm xmlns:a="http://schemas.openxmlformats.org/drawingml/2006/main">
            <a:off x="31813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17" name="SE-086-path-213">
            <a:extLst xmlns:a="http://schemas.openxmlformats.org/drawingml/2006/main">
              <a:ext uri="{FF2B5EF4-FFF2-40B4-BE49-F238E27FC236}">
                <a16:creationId xmlns:a16="http://schemas.microsoft.com/office/drawing/2014/main" id="{807C20C5-9896-4254-B932-E3400AB4A02C}"/>
              </a:ext>
            </a:extLst>
          </p:cNvPr>
          <p:cNvSpPr>
            <a:spLocks xmlns:a="http://schemas.openxmlformats.org/drawingml/2006/main" noGrp="1"/>
          </p:cNvSpPr>
          <p:nvPr/>
        </p:nvSpPr>
        <p:spPr>
          <a:xfrm xmlns:a="http://schemas.openxmlformats.org/drawingml/2006/main">
            <a:off x="32766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18" name="SE-086-path-214">
            <a:extLst xmlns:a="http://schemas.openxmlformats.org/drawingml/2006/main">
              <a:ext uri="{FF2B5EF4-FFF2-40B4-BE49-F238E27FC236}">
                <a16:creationId xmlns:a16="http://schemas.microsoft.com/office/drawing/2014/main" id="{F2862B6A-A489-472F-9FFB-B6F9912C485B}"/>
              </a:ext>
            </a:extLst>
          </p:cNvPr>
          <p:cNvSpPr>
            <a:spLocks xmlns:a="http://schemas.openxmlformats.org/drawingml/2006/main" noGrp="1"/>
          </p:cNvSpPr>
          <p:nvPr/>
        </p:nvSpPr>
        <p:spPr>
          <a:xfrm xmlns:a="http://schemas.openxmlformats.org/drawingml/2006/main">
            <a:off x="33718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19" name="SE-086-path-215">
            <a:extLst xmlns:a="http://schemas.openxmlformats.org/drawingml/2006/main">
              <a:ext uri="{FF2B5EF4-FFF2-40B4-BE49-F238E27FC236}">
                <a16:creationId xmlns:a16="http://schemas.microsoft.com/office/drawing/2014/main" id="{25F69EB8-7C41-40CB-A9D6-3139672DC361}"/>
              </a:ext>
            </a:extLst>
          </p:cNvPr>
          <p:cNvSpPr>
            <a:spLocks xmlns:a="http://schemas.openxmlformats.org/drawingml/2006/main" noGrp="1"/>
          </p:cNvSpPr>
          <p:nvPr/>
        </p:nvSpPr>
        <p:spPr>
          <a:xfrm xmlns:a="http://schemas.openxmlformats.org/drawingml/2006/main">
            <a:off x="34671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20" name="SE-086-path-216">
            <a:extLst xmlns:a="http://schemas.openxmlformats.org/drawingml/2006/main">
              <a:ext uri="{FF2B5EF4-FFF2-40B4-BE49-F238E27FC236}">
                <a16:creationId xmlns:a16="http://schemas.microsoft.com/office/drawing/2014/main" id="{06114A2F-5134-45E1-8A9D-E029358BF6B0}"/>
              </a:ext>
            </a:extLst>
          </p:cNvPr>
          <p:cNvSpPr>
            <a:spLocks xmlns:a="http://schemas.openxmlformats.org/drawingml/2006/main" noGrp="1"/>
          </p:cNvSpPr>
          <p:nvPr/>
        </p:nvSpPr>
        <p:spPr>
          <a:xfrm xmlns:a="http://schemas.openxmlformats.org/drawingml/2006/main">
            <a:off x="35623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21" name="SE-086-path-217">
            <a:extLst xmlns:a="http://schemas.openxmlformats.org/drawingml/2006/main">
              <a:ext uri="{FF2B5EF4-FFF2-40B4-BE49-F238E27FC236}">
                <a16:creationId xmlns:a16="http://schemas.microsoft.com/office/drawing/2014/main" id="{DABE2A4E-D1F3-4A8D-B017-C2339B59079F}"/>
              </a:ext>
            </a:extLst>
          </p:cNvPr>
          <p:cNvSpPr>
            <a:spLocks xmlns:a="http://schemas.openxmlformats.org/drawingml/2006/main" noGrp="1"/>
          </p:cNvSpPr>
          <p:nvPr/>
        </p:nvSpPr>
        <p:spPr>
          <a:xfrm xmlns:a="http://schemas.openxmlformats.org/drawingml/2006/main">
            <a:off x="36576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22" name="SE-086-path-218">
            <a:extLst xmlns:a="http://schemas.openxmlformats.org/drawingml/2006/main">
              <a:ext uri="{FF2B5EF4-FFF2-40B4-BE49-F238E27FC236}">
                <a16:creationId xmlns:a16="http://schemas.microsoft.com/office/drawing/2014/main" id="{DC232B8E-86CB-4F69-9ABE-73F36AE877BE}"/>
              </a:ext>
            </a:extLst>
          </p:cNvPr>
          <p:cNvSpPr>
            <a:spLocks xmlns:a="http://schemas.openxmlformats.org/drawingml/2006/main" noGrp="1"/>
          </p:cNvSpPr>
          <p:nvPr/>
        </p:nvSpPr>
        <p:spPr>
          <a:xfrm xmlns:a="http://schemas.openxmlformats.org/drawingml/2006/main">
            <a:off x="37528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23" name="SE-086-path-219">
            <a:extLst xmlns:a="http://schemas.openxmlformats.org/drawingml/2006/main">
              <a:ext uri="{FF2B5EF4-FFF2-40B4-BE49-F238E27FC236}">
                <a16:creationId xmlns:a16="http://schemas.microsoft.com/office/drawing/2014/main" id="{9CC13880-011E-49D2-B7A3-0D1754B6C42A}"/>
              </a:ext>
            </a:extLst>
          </p:cNvPr>
          <p:cNvSpPr>
            <a:spLocks xmlns:a="http://schemas.openxmlformats.org/drawingml/2006/main" noGrp="1"/>
          </p:cNvSpPr>
          <p:nvPr/>
        </p:nvSpPr>
        <p:spPr>
          <a:xfrm xmlns:a="http://schemas.openxmlformats.org/drawingml/2006/main">
            <a:off x="38481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24" name="SE-086-path-220">
            <a:extLst xmlns:a="http://schemas.openxmlformats.org/drawingml/2006/main">
              <a:ext uri="{FF2B5EF4-FFF2-40B4-BE49-F238E27FC236}">
                <a16:creationId xmlns:a16="http://schemas.microsoft.com/office/drawing/2014/main" id="{6B4A1715-D358-4F22-867E-EEAAD3DC4E18}"/>
              </a:ext>
            </a:extLst>
          </p:cNvPr>
          <p:cNvSpPr>
            <a:spLocks xmlns:a="http://schemas.openxmlformats.org/drawingml/2006/main" noGrp="1"/>
          </p:cNvSpPr>
          <p:nvPr/>
        </p:nvSpPr>
        <p:spPr>
          <a:xfrm xmlns:a="http://schemas.openxmlformats.org/drawingml/2006/main">
            <a:off x="39433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25" name="SE-086-path-221">
            <a:extLst xmlns:a="http://schemas.openxmlformats.org/drawingml/2006/main">
              <a:ext uri="{FF2B5EF4-FFF2-40B4-BE49-F238E27FC236}">
                <a16:creationId xmlns:a16="http://schemas.microsoft.com/office/drawing/2014/main" id="{99F80A84-B515-449D-8F27-53ED6BF93BCC}"/>
              </a:ext>
            </a:extLst>
          </p:cNvPr>
          <p:cNvSpPr>
            <a:spLocks xmlns:a="http://schemas.openxmlformats.org/drawingml/2006/main" noGrp="1"/>
          </p:cNvSpPr>
          <p:nvPr/>
        </p:nvSpPr>
        <p:spPr>
          <a:xfrm xmlns:a="http://schemas.openxmlformats.org/drawingml/2006/main">
            <a:off x="40386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26" name="SE-086-path-222">
            <a:extLst xmlns:a="http://schemas.openxmlformats.org/drawingml/2006/main">
              <a:ext uri="{FF2B5EF4-FFF2-40B4-BE49-F238E27FC236}">
                <a16:creationId xmlns:a16="http://schemas.microsoft.com/office/drawing/2014/main" id="{FA79E362-5F1F-4F88-AF25-FFC3D5C9897B}"/>
              </a:ext>
            </a:extLst>
          </p:cNvPr>
          <p:cNvSpPr>
            <a:spLocks xmlns:a="http://schemas.openxmlformats.org/drawingml/2006/main" noGrp="1"/>
          </p:cNvSpPr>
          <p:nvPr/>
        </p:nvSpPr>
        <p:spPr>
          <a:xfrm xmlns:a="http://schemas.openxmlformats.org/drawingml/2006/main">
            <a:off x="41338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27" name="SE-086-path-223">
            <a:extLst xmlns:a="http://schemas.openxmlformats.org/drawingml/2006/main">
              <a:ext uri="{FF2B5EF4-FFF2-40B4-BE49-F238E27FC236}">
                <a16:creationId xmlns:a16="http://schemas.microsoft.com/office/drawing/2014/main" id="{03A04771-2FF7-4965-AE40-EA82555FEBEE}"/>
              </a:ext>
            </a:extLst>
          </p:cNvPr>
          <p:cNvSpPr>
            <a:spLocks xmlns:a="http://schemas.openxmlformats.org/drawingml/2006/main" noGrp="1"/>
          </p:cNvSpPr>
          <p:nvPr/>
        </p:nvSpPr>
        <p:spPr>
          <a:xfrm xmlns:a="http://schemas.openxmlformats.org/drawingml/2006/main">
            <a:off x="42291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28" name="SE-086-path-224">
            <a:extLst xmlns:a="http://schemas.openxmlformats.org/drawingml/2006/main">
              <a:ext uri="{FF2B5EF4-FFF2-40B4-BE49-F238E27FC236}">
                <a16:creationId xmlns:a16="http://schemas.microsoft.com/office/drawing/2014/main" id="{BB190FD7-B60B-4218-BB67-2619E7A11BA7}"/>
              </a:ext>
            </a:extLst>
          </p:cNvPr>
          <p:cNvSpPr>
            <a:spLocks xmlns:a="http://schemas.openxmlformats.org/drawingml/2006/main" noGrp="1"/>
          </p:cNvSpPr>
          <p:nvPr/>
        </p:nvSpPr>
        <p:spPr>
          <a:xfrm xmlns:a="http://schemas.openxmlformats.org/drawingml/2006/main">
            <a:off x="43243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29" name="SE-086-path-225">
            <a:extLst xmlns:a="http://schemas.openxmlformats.org/drawingml/2006/main">
              <a:ext uri="{FF2B5EF4-FFF2-40B4-BE49-F238E27FC236}">
                <a16:creationId xmlns:a16="http://schemas.microsoft.com/office/drawing/2014/main" id="{0087DE47-CC6D-408B-BA9C-5E8036D82387}"/>
              </a:ext>
            </a:extLst>
          </p:cNvPr>
          <p:cNvSpPr>
            <a:spLocks xmlns:a="http://schemas.openxmlformats.org/drawingml/2006/main" noGrp="1"/>
          </p:cNvSpPr>
          <p:nvPr/>
        </p:nvSpPr>
        <p:spPr>
          <a:xfrm xmlns:a="http://schemas.openxmlformats.org/drawingml/2006/main">
            <a:off x="44196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30" name="SE-086-path-226">
            <a:extLst xmlns:a="http://schemas.openxmlformats.org/drawingml/2006/main">
              <a:ext uri="{FF2B5EF4-FFF2-40B4-BE49-F238E27FC236}">
                <a16:creationId xmlns:a16="http://schemas.microsoft.com/office/drawing/2014/main" id="{4C855E97-47B0-49EF-B1D2-42E5B748BD5A}"/>
              </a:ext>
            </a:extLst>
          </p:cNvPr>
          <p:cNvSpPr>
            <a:spLocks xmlns:a="http://schemas.openxmlformats.org/drawingml/2006/main" noGrp="1"/>
          </p:cNvSpPr>
          <p:nvPr/>
        </p:nvSpPr>
        <p:spPr>
          <a:xfrm xmlns:a="http://schemas.openxmlformats.org/drawingml/2006/main">
            <a:off x="45148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31" name="SE-086-path-227">
            <a:extLst xmlns:a="http://schemas.openxmlformats.org/drawingml/2006/main">
              <a:ext uri="{FF2B5EF4-FFF2-40B4-BE49-F238E27FC236}">
                <a16:creationId xmlns:a16="http://schemas.microsoft.com/office/drawing/2014/main" id="{FB84F031-F4A5-424C-9540-05131DDAE93B}"/>
              </a:ext>
            </a:extLst>
          </p:cNvPr>
          <p:cNvSpPr>
            <a:spLocks xmlns:a="http://schemas.openxmlformats.org/drawingml/2006/main" noGrp="1"/>
          </p:cNvSpPr>
          <p:nvPr/>
        </p:nvSpPr>
        <p:spPr>
          <a:xfrm xmlns:a="http://schemas.openxmlformats.org/drawingml/2006/main">
            <a:off x="46101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32" name="SE-086-path-228">
            <a:extLst xmlns:a="http://schemas.openxmlformats.org/drawingml/2006/main">
              <a:ext uri="{FF2B5EF4-FFF2-40B4-BE49-F238E27FC236}">
                <a16:creationId xmlns:a16="http://schemas.microsoft.com/office/drawing/2014/main" id="{DD2DBD8D-0CEC-4228-999A-82A73378DDB5}"/>
              </a:ext>
            </a:extLst>
          </p:cNvPr>
          <p:cNvSpPr>
            <a:spLocks xmlns:a="http://schemas.openxmlformats.org/drawingml/2006/main" noGrp="1"/>
          </p:cNvSpPr>
          <p:nvPr/>
        </p:nvSpPr>
        <p:spPr>
          <a:xfrm xmlns:a="http://schemas.openxmlformats.org/drawingml/2006/main">
            <a:off x="470535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33" name="SE-086-path-229">
            <a:extLst xmlns:a="http://schemas.openxmlformats.org/drawingml/2006/main">
              <a:ext uri="{FF2B5EF4-FFF2-40B4-BE49-F238E27FC236}">
                <a16:creationId xmlns:a16="http://schemas.microsoft.com/office/drawing/2014/main" id="{C67686DB-6BD3-4F8B-A5CF-E443264D19F0}"/>
              </a:ext>
            </a:extLst>
          </p:cNvPr>
          <p:cNvSpPr>
            <a:spLocks xmlns:a="http://schemas.openxmlformats.org/drawingml/2006/main" noGrp="1"/>
          </p:cNvSpPr>
          <p:nvPr/>
        </p:nvSpPr>
        <p:spPr>
          <a:xfrm xmlns:a="http://schemas.openxmlformats.org/drawingml/2006/main">
            <a:off x="4800600" y="5200650"/>
            <a:ext cx="57150" cy="95"/>
          </a:xfrm>
          <a:custGeom xmlns:a="http://schemas.openxmlformats.org/drawingml/2006/main">
            <a:pathLst>
              <a:path w="57150" h="95">
                <a:moveTo>
                  <a:pt x="0" y="0"/>
                </a:moveTo>
                <a:lnTo>
                  <a:pt x="57150" y="0"/>
                </a:lnTo>
              </a:path>
            </a:pathLst>
          </a:custGeom>
          <a:noFill xmlns:a="http://schemas.openxmlformats.org/drawingml/2006/main"/>
          <a:ln xmlns:a="http://schemas.openxmlformats.org/drawingml/2006/main" w="12383">
            <a:solidFill>
              <a:srgbClr val="2956A8"/>
            </a:solidFill>
          </a:ln>
        </p:spPr>
      </p:sp>
      <p:sp>
        <p:nvSpPr>
          <p:cNvPr id="234" name="SE-086-path-230">
            <a:extLst xmlns:a="http://schemas.openxmlformats.org/drawingml/2006/main">
              <a:ext uri="{FF2B5EF4-FFF2-40B4-BE49-F238E27FC236}">
                <a16:creationId xmlns:a16="http://schemas.microsoft.com/office/drawing/2014/main" id="{AA6C4ED1-296C-4281-A40D-81E5B031522F}"/>
              </a:ext>
            </a:extLst>
          </p:cNvPr>
          <p:cNvSpPr>
            <a:spLocks xmlns:a="http://schemas.openxmlformats.org/drawingml/2006/main" noGrp="1"/>
          </p:cNvSpPr>
          <p:nvPr/>
        </p:nvSpPr>
        <p:spPr>
          <a:xfrm xmlns:a="http://schemas.openxmlformats.org/drawingml/2006/main">
            <a:off x="4895850" y="5200650"/>
            <a:ext cx="38100" cy="95"/>
          </a:xfrm>
          <a:custGeom xmlns:a="http://schemas.openxmlformats.org/drawingml/2006/main">
            <a:pathLst>
              <a:path w="38100" h="95">
                <a:moveTo>
                  <a:pt x="0" y="0"/>
                </a:moveTo>
                <a:lnTo>
                  <a:pt x="38100" y="0"/>
                </a:lnTo>
              </a:path>
            </a:pathLst>
          </a:custGeom>
          <a:noFill xmlns:a="http://schemas.openxmlformats.org/drawingml/2006/main"/>
          <a:ln xmlns:a="http://schemas.openxmlformats.org/drawingml/2006/main" w="12383">
            <a:solidFill>
              <a:srgbClr val="2956A8"/>
            </a:solidFill>
          </a:ln>
        </p:spPr>
      </p:sp>
      <p:sp>
        <p:nvSpPr>
          <p:cNvPr id="235" name="SE-086-path-231">
            <a:extLst xmlns:a="http://schemas.openxmlformats.org/drawingml/2006/main">
              <a:ext uri="{FF2B5EF4-FFF2-40B4-BE49-F238E27FC236}">
                <a16:creationId xmlns:a16="http://schemas.microsoft.com/office/drawing/2014/main" id="{2F2E0228-C400-41F4-A351-0D37598A87E9}"/>
              </a:ext>
            </a:extLst>
          </p:cNvPr>
          <p:cNvSpPr>
            <a:spLocks xmlns:a="http://schemas.openxmlformats.org/drawingml/2006/main" noGrp="1"/>
          </p:cNvSpPr>
          <p:nvPr/>
        </p:nvSpPr>
        <p:spPr>
          <a:xfrm xmlns:a="http://schemas.openxmlformats.org/drawingml/2006/main">
            <a:off x="4933950" y="52006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236" name="SE-086-path-232">
            <a:extLst xmlns:a="http://schemas.openxmlformats.org/drawingml/2006/main">
              <a:ext uri="{FF2B5EF4-FFF2-40B4-BE49-F238E27FC236}">
                <a16:creationId xmlns:a16="http://schemas.microsoft.com/office/drawing/2014/main" id="{47FB6CB0-D332-44AF-954C-7F7615B8284C}"/>
              </a:ext>
            </a:extLst>
          </p:cNvPr>
          <p:cNvSpPr>
            <a:spLocks xmlns:a="http://schemas.openxmlformats.org/drawingml/2006/main" noGrp="1"/>
          </p:cNvSpPr>
          <p:nvPr/>
        </p:nvSpPr>
        <p:spPr>
          <a:xfrm xmlns:a="http://schemas.openxmlformats.org/drawingml/2006/main">
            <a:off x="4933950" y="529590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237" name="SE-086-path-233">
            <a:extLst xmlns:a="http://schemas.openxmlformats.org/drawingml/2006/main">
              <a:ext uri="{FF2B5EF4-FFF2-40B4-BE49-F238E27FC236}">
                <a16:creationId xmlns:a16="http://schemas.microsoft.com/office/drawing/2014/main" id="{7DC40769-CA9F-494B-BF21-5C291EA50402}"/>
              </a:ext>
            </a:extLst>
          </p:cNvPr>
          <p:cNvSpPr>
            <a:spLocks xmlns:a="http://schemas.openxmlformats.org/drawingml/2006/main" noGrp="1"/>
          </p:cNvSpPr>
          <p:nvPr/>
        </p:nvSpPr>
        <p:spPr>
          <a:xfrm xmlns:a="http://schemas.openxmlformats.org/drawingml/2006/main">
            <a:off x="4933950" y="53911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238" name="SE-086-path-234">
            <a:extLst xmlns:a="http://schemas.openxmlformats.org/drawingml/2006/main">
              <a:ext uri="{FF2B5EF4-FFF2-40B4-BE49-F238E27FC236}">
                <a16:creationId xmlns:a16="http://schemas.microsoft.com/office/drawing/2014/main" id="{1738C078-3308-4CC1-B223-85D6476F1080}"/>
              </a:ext>
            </a:extLst>
          </p:cNvPr>
          <p:cNvSpPr>
            <a:spLocks xmlns:a="http://schemas.openxmlformats.org/drawingml/2006/main" noGrp="1"/>
          </p:cNvSpPr>
          <p:nvPr/>
        </p:nvSpPr>
        <p:spPr>
          <a:xfrm xmlns:a="http://schemas.openxmlformats.org/drawingml/2006/main">
            <a:off x="4933950" y="548640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239" name="SE-086-path-235">
            <a:extLst xmlns:a="http://schemas.openxmlformats.org/drawingml/2006/main">
              <a:ext uri="{FF2B5EF4-FFF2-40B4-BE49-F238E27FC236}">
                <a16:creationId xmlns:a16="http://schemas.microsoft.com/office/drawing/2014/main" id="{FA64F33B-1E2C-466B-951B-BB7DCC376E5D}"/>
              </a:ext>
            </a:extLst>
          </p:cNvPr>
          <p:cNvSpPr>
            <a:spLocks xmlns:a="http://schemas.openxmlformats.org/drawingml/2006/main" noGrp="1"/>
          </p:cNvSpPr>
          <p:nvPr/>
        </p:nvSpPr>
        <p:spPr>
          <a:xfrm xmlns:a="http://schemas.openxmlformats.org/drawingml/2006/main">
            <a:off x="4933950" y="55816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240" name="SE-086-path-236">
            <a:extLst xmlns:a="http://schemas.openxmlformats.org/drawingml/2006/main">
              <a:ext uri="{FF2B5EF4-FFF2-40B4-BE49-F238E27FC236}">
                <a16:creationId xmlns:a16="http://schemas.microsoft.com/office/drawing/2014/main" id="{D1864556-49B4-494C-9992-9D0BFF297C95}"/>
              </a:ext>
            </a:extLst>
          </p:cNvPr>
          <p:cNvSpPr>
            <a:spLocks xmlns:a="http://schemas.openxmlformats.org/drawingml/2006/main" noGrp="1"/>
          </p:cNvSpPr>
          <p:nvPr/>
        </p:nvSpPr>
        <p:spPr>
          <a:xfrm xmlns:a="http://schemas.openxmlformats.org/drawingml/2006/main">
            <a:off x="4933950" y="567690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241" name="SE-086-path-237">
            <a:extLst xmlns:a="http://schemas.openxmlformats.org/drawingml/2006/main">
              <a:ext uri="{FF2B5EF4-FFF2-40B4-BE49-F238E27FC236}">
                <a16:creationId xmlns:a16="http://schemas.microsoft.com/office/drawing/2014/main" id="{C39F2159-298F-45A2-9BEE-301058C7BE2C}"/>
              </a:ext>
            </a:extLst>
          </p:cNvPr>
          <p:cNvSpPr>
            <a:spLocks xmlns:a="http://schemas.openxmlformats.org/drawingml/2006/main" noGrp="1"/>
          </p:cNvSpPr>
          <p:nvPr/>
        </p:nvSpPr>
        <p:spPr>
          <a:xfrm xmlns:a="http://schemas.openxmlformats.org/drawingml/2006/main">
            <a:off x="4933950" y="57721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242" name="SE-086-path-238">
            <a:extLst xmlns:a="http://schemas.openxmlformats.org/drawingml/2006/main">
              <a:ext uri="{FF2B5EF4-FFF2-40B4-BE49-F238E27FC236}">
                <a16:creationId xmlns:a16="http://schemas.microsoft.com/office/drawing/2014/main" id="{43EC6B54-5F30-46D0-BAF0-0E7B60DE7A30}"/>
              </a:ext>
            </a:extLst>
          </p:cNvPr>
          <p:cNvSpPr>
            <a:spLocks xmlns:a="http://schemas.openxmlformats.org/drawingml/2006/main" noGrp="1"/>
          </p:cNvSpPr>
          <p:nvPr/>
        </p:nvSpPr>
        <p:spPr>
          <a:xfrm xmlns:a="http://schemas.openxmlformats.org/drawingml/2006/main">
            <a:off x="4933950" y="586740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243" name="SE-086-path-239">
            <a:extLst xmlns:a="http://schemas.openxmlformats.org/drawingml/2006/main">
              <a:ext uri="{FF2B5EF4-FFF2-40B4-BE49-F238E27FC236}">
                <a16:creationId xmlns:a16="http://schemas.microsoft.com/office/drawing/2014/main" id="{D6C5989D-9023-41F3-B27B-944E6A6A58B9}"/>
              </a:ext>
            </a:extLst>
          </p:cNvPr>
          <p:cNvSpPr>
            <a:spLocks xmlns:a="http://schemas.openxmlformats.org/drawingml/2006/main" noGrp="1"/>
          </p:cNvSpPr>
          <p:nvPr/>
        </p:nvSpPr>
        <p:spPr>
          <a:xfrm xmlns:a="http://schemas.openxmlformats.org/drawingml/2006/main">
            <a:off x="4933950" y="59626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244" name="SE-086-path-240">
            <a:extLst xmlns:a="http://schemas.openxmlformats.org/drawingml/2006/main">
              <a:ext uri="{FF2B5EF4-FFF2-40B4-BE49-F238E27FC236}">
                <a16:creationId xmlns:a16="http://schemas.microsoft.com/office/drawing/2014/main" id="{3AC23544-AEA7-4D5B-B870-C5BD8F282A88}"/>
              </a:ext>
            </a:extLst>
          </p:cNvPr>
          <p:cNvSpPr>
            <a:spLocks xmlns:a="http://schemas.openxmlformats.org/drawingml/2006/main" noGrp="1"/>
          </p:cNvSpPr>
          <p:nvPr/>
        </p:nvSpPr>
        <p:spPr>
          <a:xfrm xmlns:a="http://schemas.openxmlformats.org/drawingml/2006/main">
            <a:off x="4933950" y="605790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245" name="SE-086-path-241">
            <a:extLst xmlns:a="http://schemas.openxmlformats.org/drawingml/2006/main">
              <a:ext uri="{FF2B5EF4-FFF2-40B4-BE49-F238E27FC236}">
                <a16:creationId xmlns:a16="http://schemas.microsoft.com/office/drawing/2014/main" id="{38795665-2E00-4E20-9332-5FC4EC6D24B6}"/>
              </a:ext>
            </a:extLst>
          </p:cNvPr>
          <p:cNvSpPr>
            <a:spLocks xmlns:a="http://schemas.openxmlformats.org/drawingml/2006/main" noGrp="1"/>
          </p:cNvSpPr>
          <p:nvPr/>
        </p:nvSpPr>
        <p:spPr>
          <a:xfrm xmlns:a="http://schemas.openxmlformats.org/drawingml/2006/main">
            <a:off x="4933950" y="61531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246" name="SE-086-path-242">
            <a:extLst xmlns:a="http://schemas.openxmlformats.org/drawingml/2006/main">
              <a:ext uri="{FF2B5EF4-FFF2-40B4-BE49-F238E27FC236}">
                <a16:creationId xmlns:a16="http://schemas.microsoft.com/office/drawing/2014/main" id="{3F186A0E-E26F-4B75-9B59-22974D023F07}"/>
              </a:ext>
            </a:extLst>
          </p:cNvPr>
          <p:cNvSpPr>
            <a:spLocks xmlns:a="http://schemas.openxmlformats.org/drawingml/2006/main" noGrp="1"/>
          </p:cNvSpPr>
          <p:nvPr/>
        </p:nvSpPr>
        <p:spPr>
          <a:xfrm xmlns:a="http://schemas.openxmlformats.org/drawingml/2006/main">
            <a:off x="4933950" y="624840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247" name="SE-086-path-243">
            <a:extLst xmlns:a="http://schemas.openxmlformats.org/drawingml/2006/main">
              <a:ext uri="{FF2B5EF4-FFF2-40B4-BE49-F238E27FC236}">
                <a16:creationId xmlns:a16="http://schemas.microsoft.com/office/drawing/2014/main" id="{E66331F7-EBA5-4BA1-B846-34FD20BA5FA6}"/>
              </a:ext>
            </a:extLst>
          </p:cNvPr>
          <p:cNvSpPr>
            <a:spLocks xmlns:a="http://schemas.openxmlformats.org/drawingml/2006/main" noGrp="1"/>
          </p:cNvSpPr>
          <p:nvPr/>
        </p:nvSpPr>
        <p:spPr>
          <a:xfrm xmlns:a="http://schemas.openxmlformats.org/drawingml/2006/main">
            <a:off x="4933950" y="63436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248" name="SE-086-path-244">
            <a:extLst xmlns:a="http://schemas.openxmlformats.org/drawingml/2006/main">
              <a:ext uri="{FF2B5EF4-FFF2-40B4-BE49-F238E27FC236}">
                <a16:creationId xmlns:a16="http://schemas.microsoft.com/office/drawing/2014/main" id="{14912AF8-2C78-4EF1-8507-7B14B696A7EB}"/>
              </a:ext>
            </a:extLst>
          </p:cNvPr>
          <p:cNvSpPr>
            <a:spLocks xmlns:a="http://schemas.openxmlformats.org/drawingml/2006/main" noGrp="1"/>
          </p:cNvSpPr>
          <p:nvPr/>
        </p:nvSpPr>
        <p:spPr>
          <a:xfrm xmlns:a="http://schemas.openxmlformats.org/drawingml/2006/main">
            <a:off x="4933950" y="643890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2956A8"/>
            </a:solidFill>
          </a:ln>
        </p:spPr>
      </p:sp>
      <p:sp>
        <p:nvSpPr>
          <p:cNvPr id="249" name="SE-086-path-245">
            <a:extLst xmlns:a="http://schemas.openxmlformats.org/drawingml/2006/main">
              <a:ext uri="{FF2B5EF4-FFF2-40B4-BE49-F238E27FC236}">
                <a16:creationId xmlns:a16="http://schemas.microsoft.com/office/drawing/2014/main" id="{00B0BDFA-C976-4214-BCDB-A3AB76B87E5D}"/>
              </a:ext>
            </a:extLst>
          </p:cNvPr>
          <p:cNvSpPr>
            <a:spLocks xmlns:a="http://schemas.openxmlformats.org/drawingml/2006/main" noGrp="1"/>
          </p:cNvSpPr>
          <p:nvPr/>
        </p:nvSpPr>
        <p:spPr>
          <a:xfrm xmlns:a="http://schemas.openxmlformats.org/drawingml/2006/main">
            <a:off x="48768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50" name="SE-086-path-246">
            <a:extLst xmlns:a="http://schemas.openxmlformats.org/drawingml/2006/main">
              <a:ext uri="{FF2B5EF4-FFF2-40B4-BE49-F238E27FC236}">
                <a16:creationId xmlns:a16="http://schemas.microsoft.com/office/drawing/2014/main" id="{FA96C12D-6A47-48A4-A5EB-880E9FE51475}"/>
              </a:ext>
            </a:extLst>
          </p:cNvPr>
          <p:cNvSpPr>
            <a:spLocks xmlns:a="http://schemas.openxmlformats.org/drawingml/2006/main" noGrp="1"/>
          </p:cNvSpPr>
          <p:nvPr/>
        </p:nvSpPr>
        <p:spPr>
          <a:xfrm xmlns:a="http://schemas.openxmlformats.org/drawingml/2006/main">
            <a:off x="47815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51" name="SE-086-path-247">
            <a:extLst xmlns:a="http://schemas.openxmlformats.org/drawingml/2006/main">
              <a:ext uri="{FF2B5EF4-FFF2-40B4-BE49-F238E27FC236}">
                <a16:creationId xmlns:a16="http://schemas.microsoft.com/office/drawing/2014/main" id="{5070B7CC-B010-45E9-AFA3-0B4F8F064440}"/>
              </a:ext>
            </a:extLst>
          </p:cNvPr>
          <p:cNvSpPr>
            <a:spLocks xmlns:a="http://schemas.openxmlformats.org/drawingml/2006/main" noGrp="1"/>
          </p:cNvSpPr>
          <p:nvPr/>
        </p:nvSpPr>
        <p:spPr>
          <a:xfrm xmlns:a="http://schemas.openxmlformats.org/drawingml/2006/main">
            <a:off x="46863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52" name="SE-086-path-248">
            <a:extLst xmlns:a="http://schemas.openxmlformats.org/drawingml/2006/main">
              <a:ext uri="{FF2B5EF4-FFF2-40B4-BE49-F238E27FC236}">
                <a16:creationId xmlns:a16="http://schemas.microsoft.com/office/drawing/2014/main" id="{860E01C0-1676-420F-84B1-81830AF07C8A}"/>
              </a:ext>
            </a:extLst>
          </p:cNvPr>
          <p:cNvSpPr>
            <a:spLocks xmlns:a="http://schemas.openxmlformats.org/drawingml/2006/main" noGrp="1"/>
          </p:cNvSpPr>
          <p:nvPr/>
        </p:nvSpPr>
        <p:spPr>
          <a:xfrm xmlns:a="http://schemas.openxmlformats.org/drawingml/2006/main">
            <a:off x="45910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53" name="SE-086-path-249">
            <a:extLst xmlns:a="http://schemas.openxmlformats.org/drawingml/2006/main">
              <a:ext uri="{FF2B5EF4-FFF2-40B4-BE49-F238E27FC236}">
                <a16:creationId xmlns:a16="http://schemas.microsoft.com/office/drawing/2014/main" id="{7AC13FFE-A0A7-4412-B34B-94BEBDF13288}"/>
              </a:ext>
            </a:extLst>
          </p:cNvPr>
          <p:cNvSpPr>
            <a:spLocks xmlns:a="http://schemas.openxmlformats.org/drawingml/2006/main" noGrp="1"/>
          </p:cNvSpPr>
          <p:nvPr/>
        </p:nvSpPr>
        <p:spPr>
          <a:xfrm xmlns:a="http://schemas.openxmlformats.org/drawingml/2006/main">
            <a:off x="44958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54" name="SE-086-path-250">
            <a:extLst xmlns:a="http://schemas.openxmlformats.org/drawingml/2006/main">
              <a:ext uri="{FF2B5EF4-FFF2-40B4-BE49-F238E27FC236}">
                <a16:creationId xmlns:a16="http://schemas.microsoft.com/office/drawing/2014/main" id="{217482D2-F702-4F55-9CEE-C583B50026CB}"/>
              </a:ext>
            </a:extLst>
          </p:cNvPr>
          <p:cNvSpPr>
            <a:spLocks xmlns:a="http://schemas.openxmlformats.org/drawingml/2006/main" noGrp="1"/>
          </p:cNvSpPr>
          <p:nvPr/>
        </p:nvSpPr>
        <p:spPr>
          <a:xfrm xmlns:a="http://schemas.openxmlformats.org/drawingml/2006/main">
            <a:off x="44005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55" name="SE-086-path-251">
            <a:extLst xmlns:a="http://schemas.openxmlformats.org/drawingml/2006/main">
              <a:ext uri="{FF2B5EF4-FFF2-40B4-BE49-F238E27FC236}">
                <a16:creationId xmlns:a16="http://schemas.microsoft.com/office/drawing/2014/main" id="{747D461A-3252-4672-AE9B-C46DBB93DD6D}"/>
              </a:ext>
            </a:extLst>
          </p:cNvPr>
          <p:cNvSpPr>
            <a:spLocks xmlns:a="http://schemas.openxmlformats.org/drawingml/2006/main" noGrp="1"/>
          </p:cNvSpPr>
          <p:nvPr/>
        </p:nvSpPr>
        <p:spPr>
          <a:xfrm xmlns:a="http://schemas.openxmlformats.org/drawingml/2006/main">
            <a:off x="43053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56" name="SE-086-path-252">
            <a:extLst xmlns:a="http://schemas.openxmlformats.org/drawingml/2006/main">
              <a:ext uri="{FF2B5EF4-FFF2-40B4-BE49-F238E27FC236}">
                <a16:creationId xmlns:a16="http://schemas.microsoft.com/office/drawing/2014/main" id="{E47AF284-54B1-4933-B8CD-C23C114FFE97}"/>
              </a:ext>
            </a:extLst>
          </p:cNvPr>
          <p:cNvSpPr>
            <a:spLocks xmlns:a="http://schemas.openxmlformats.org/drawingml/2006/main" noGrp="1"/>
          </p:cNvSpPr>
          <p:nvPr/>
        </p:nvSpPr>
        <p:spPr>
          <a:xfrm xmlns:a="http://schemas.openxmlformats.org/drawingml/2006/main">
            <a:off x="42100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57" name="SE-086-path-253">
            <a:extLst xmlns:a="http://schemas.openxmlformats.org/drawingml/2006/main">
              <a:ext uri="{FF2B5EF4-FFF2-40B4-BE49-F238E27FC236}">
                <a16:creationId xmlns:a16="http://schemas.microsoft.com/office/drawing/2014/main" id="{ED6883B1-5992-401D-95A7-952744725CA0}"/>
              </a:ext>
            </a:extLst>
          </p:cNvPr>
          <p:cNvSpPr>
            <a:spLocks xmlns:a="http://schemas.openxmlformats.org/drawingml/2006/main" noGrp="1"/>
          </p:cNvSpPr>
          <p:nvPr/>
        </p:nvSpPr>
        <p:spPr>
          <a:xfrm xmlns:a="http://schemas.openxmlformats.org/drawingml/2006/main">
            <a:off x="41148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58" name="SE-086-path-254">
            <a:extLst xmlns:a="http://schemas.openxmlformats.org/drawingml/2006/main">
              <a:ext uri="{FF2B5EF4-FFF2-40B4-BE49-F238E27FC236}">
                <a16:creationId xmlns:a16="http://schemas.microsoft.com/office/drawing/2014/main" id="{9A63DE72-A4E8-4863-8E09-3DEF0F00D6F4}"/>
              </a:ext>
            </a:extLst>
          </p:cNvPr>
          <p:cNvSpPr>
            <a:spLocks xmlns:a="http://schemas.openxmlformats.org/drawingml/2006/main" noGrp="1"/>
          </p:cNvSpPr>
          <p:nvPr/>
        </p:nvSpPr>
        <p:spPr>
          <a:xfrm xmlns:a="http://schemas.openxmlformats.org/drawingml/2006/main">
            <a:off x="40195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59" name="SE-086-path-255">
            <a:extLst xmlns:a="http://schemas.openxmlformats.org/drawingml/2006/main">
              <a:ext uri="{FF2B5EF4-FFF2-40B4-BE49-F238E27FC236}">
                <a16:creationId xmlns:a16="http://schemas.microsoft.com/office/drawing/2014/main" id="{7AE8BAC2-9FAC-48EE-AA54-22F4A47285C8}"/>
              </a:ext>
            </a:extLst>
          </p:cNvPr>
          <p:cNvSpPr>
            <a:spLocks xmlns:a="http://schemas.openxmlformats.org/drawingml/2006/main" noGrp="1"/>
          </p:cNvSpPr>
          <p:nvPr/>
        </p:nvSpPr>
        <p:spPr>
          <a:xfrm xmlns:a="http://schemas.openxmlformats.org/drawingml/2006/main">
            <a:off x="39243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60" name="SE-086-path-256">
            <a:extLst xmlns:a="http://schemas.openxmlformats.org/drawingml/2006/main">
              <a:ext uri="{FF2B5EF4-FFF2-40B4-BE49-F238E27FC236}">
                <a16:creationId xmlns:a16="http://schemas.microsoft.com/office/drawing/2014/main" id="{92074FE2-B1BF-488F-89B4-BA21FD641B2D}"/>
              </a:ext>
            </a:extLst>
          </p:cNvPr>
          <p:cNvSpPr>
            <a:spLocks xmlns:a="http://schemas.openxmlformats.org/drawingml/2006/main" noGrp="1"/>
          </p:cNvSpPr>
          <p:nvPr/>
        </p:nvSpPr>
        <p:spPr>
          <a:xfrm xmlns:a="http://schemas.openxmlformats.org/drawingml/2006/main">
            <a:off x="38290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61" name="SE-086-path-257">
            <a:extLst xmlns:a="http://schemas.openxmlformats.org/drawingml/2006/main">
              <a:ext uri="{FF2B5EF4-FFF2-40B4-BE49-F238E27FC236}">
                <a16:creationId xmlns:a16="http://schemas.microsoft.com/office/drawing/2014/main" id="{E4991218-CC7A-4F94-9E0D-F399D0909EC7}"/>
              </a:ext>
            </a:extLst>
          </p:cNvPr>
          <p:cNvSpPr>
            <a:spLocks xmlns:a="http://schemas.openxmlformats.org/drawingml/2006/main" noGrp="1"/>
          </p:cNvSpPr>
          <p:nvPr/>
        </p:nvSpPr>
        <p:spPr>
          <a:xfrm xmlns:a="http://schemas.openxmlformats.org/drawingml/2006/main">
            <a:off x="37338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62" name="SE-086-path-258">
            <a:extLst xmlns:a="http://schemas.openxmlformats.org/drawingml/2006/main">
              <a:ext uri="{FF2B5EF4-FFF2-40B4-BE49-F238E27FC236}">
                <a16:creationId xmlns:a16="http://schemas.microsoft.com/office/drawing/2014/main" id="{0CC5D0A4-FB24-4B55-8326-4C180B0CC226}"/>
              </a:ext>
            </a:extLst>
          </p:cNvPr>
          <p:cNvSpPr>
            <a:spLocks xmlns:a="http://schemas.openxmlformats.org/drawingml/2006/main" noGrp="1"/>
          </p:cNvSpPr>
          <p:nvPr/>
        </p:nvSpPr>
        <p:spPr>
          <a:xfrm xmlns:a="http://schemas.openxmlformats.org/drawingml/2006/main">
            <a:off x="36385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63" name="SE-086-path-259">
            <a:extLst xmlns:a="http://schemas.openxmlformats.org/drawingml/2006/main">
              <a:ext uri="{FF2B5EF4-FFF2-40B4-BE49-F238E27FC236}">
                <a16:creationId xmlns:a16="http://schemas.microsoft.com/office/drawing/2014/main" id="{F19EEA85-32D5-4508-B727-F70B3812844E}"/>
              </a:ext>
            </a:extLst>
          </p:cNvPr>
          <p:cNvSpPr>
            <a:spLocks xmlns:a="http://schemas.openxmlformats.org/drawingml/2006/main" noGrp="1"/>
          </p:cNvSpPr>
          <p:nvPr/>
        </p:nvSpPr>
        <p:spPr>
          <a:xfrm xmlns:a="http://schemas.openxmlformats.org/drawingml/2006/main">
            <a:off x="35433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64" name="SE-086-path-260">
            <a:extLst xmlns:a="http://schemas.openxmlformats.org/drawingml/2006/main">
              <a:ext uri="{FF2B5EF4-FFF2-40B4-BE49-F238E27FC236}">
                <a16:creationId xmlns:a16="http://schemas.microsoft.com/office/drawing/2014/main" id="{EC187FE3-BCF3-4FA0-8788-C05F1B180E52}"/>
              </a:ext>
            </a:extLst>
          </p:cNvPr>
          <p:cNvSpPr>
            <a:spLocks xmlns:a="http://schemas.openxmlformats.org/drawingml/2006/main" noGrp="1"/>
          </p:cNvSpPr>
          <p:nvPr/>
        </p:nvSpPr>
        <p:spPr>
          <a:xfrm xmlns:a="http://schemas.openxmlformats.org/drawingml/2006/main">
            <a:off x="34480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65" name="SE-086-path-261">
            <a:extLst xmlns:a="http://schemas.openxmlformats.org/drawingml/2006/main">
              <a:ext uri="{FF2B5EF4-FFF2-40B4-BE49-F238E27FC236}">
                <a16:creationId xmlns:a16="http://schemas.microsoft.com/office/drawing/2014/main" id="{5F5A7F62-CCF4-4DD5-94A5-35E4300CA8C5}"/>
              </a:ext>
            </a:extLst>
          </p:cNvPr>
          <p:cNvSpPr>
            <a:spLocks xmlns:a="http://schemas.openxmlformats.org/drawingml/2006/main" noGrp="1"/>
          </p:cNvSpPr>
          <p:nvPr/>
        </p:nvSpPr>
        <p:spPr>
          <a:xfrm xmlns:a="http://schemas.openxmlformats.org/drawingml/2006/main">
            <a:off x="33528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66" name="SE-086-path-262">
            <a:extLst xmlns:a="http://schemas.openxmlformats.org/drawingml/2006/main">
              <a:ext uri="{FF2B5EF4-FFF2-40B4-BE49-F238E27FC236}">
                <a16:creationId xmlns:a16="http://schemas.microsoft.com/office/drawing/2014/main" id="{682177B9-D4ED-49A3-81CA-788430F4641D}"/>
              </a:ext>
            </a:extLst>
          </p:cNvPr>
          <p:cNvSpPr>
            <a:spLocks xmlns:a="http://schemas.openxmlformats.org/drawingml/2006/main" noGrp="1"/>
          </p:cNvSpPr>
          <p:nvPr/>
        </p:nvSpPr>
        <p:spPr>
          <a:xfrm xmlns:a="http://schemas.openxmlformats.org/drawingml/2006/main">
            <a:off x="32575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67" name="SE-086-path-263">
            <a:extLst xmlns:a="http://schemas.openxmlformats.org/drawingml/2006/main">
              <a:ext uri="{FF2B5EF4-FFF2-40B4-BE49-F238E27FC236}">
                <a16:creationId xmlns:a16="http://schemas.microsoft.com/office/drawing/2014/main" id="{CA9726C8-C388-416E-B32C-607BB9491869}"/>
              </a:ext>
            </a:extLst>
          </p:cNvPr>
          <p:cNvSpPr>
            <a:spLocks xmlns:a="http://schemas.openxmlformats.org/drawingml/2006/main" noGrp="1"/>
          </p:cNvSpPr>
          <p:nvPr/>
        </p:nvSpPr>
        <p:spPr>
          <a:xfrm xmlns:a="http://schemas.openxmlformats.org/drawingml/2006/main">
            <a:off x="31623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68" name="SE-086-path-264">
            <a:extLst xmlns:a="http://schemas.openxmlformats.org/drawingml/2006/main">
              <a:ext uri="{FF2B5EF4-FFF2-40B4-BE49-F238E27FC236}">
                <a16:creationId xmlns:a16="http://schemas.microsoft.com/office/drawing/2014/main" id="{26718792-BCBB-4BB8-890B-AAFE52FA0699}"/>
              </a:ext>
            </a:extLst>
          </p:cNvPr>
          <p:cNvSpPr>
            <a:spLocks xmlns:a="http://schemas.openxmlformats.org/drawingml/2006/main" noGrp="1"/>
          </p:cNvSpPr>
          <p:nvPr/>
        </p:nvSpPr>
        <p:spPr>
          <a:xfrm xmlns:a="http://schemas.openxmlformats.org/drawingml/2006/main">
            <a:off x="30670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69" name="SE-086-path-265">
            <a:extLst xmlns:a="http://schemas.openxmlformats.org/drawingml/2006/main">
              <a:ext uri="{FF2B5EF4-FFF2-40B4-BE49-F238E27FC236}">
                <a16:creationId xmlns:a16="http://schemas.microsoft.com/office/drawing/2014/main" id="{1A2B5877-4D16-47C7-A0D5-5B8ED05C7BE6}"/>
              </a:ext>
            </a:extLst>
          </p:cNvPr>
          <p:cNvSpPr>
            <a:spLocks xmlns:a="http://schemas.openxmlformats.org/drawingml/2006/main" noGrp="1"/>
          </p:cNvSpPr>
          <p:nvPr/>
        </p:nvSpPr>
        <p:spPr>
          <a:xfrm xmlns:a="http://schemas.openxmlformats.org/drawingml/2006/main">
            <a:off x="29718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70" name="SE-086-path-266">
            <a:extLst xmlns:a="http://schemas.openxmlformats.org/drawingml/2006/main">
              <a:ext uri="{FF2B5EF4-FFF2-40B4-BE49-F238E27FC236}">
                <a16:creationId xmlns:a16="http://schemas.microsoft.com/office/drawing/2014/main" id="{7F9DCBE0-17E0-47AE-A4D4-E6398C061FD7}"/>
              </a:ext>
            </a:extLst>
          </p:cNvPr>
          <p:cNvSpPr>
            <a:spLocks xmlns:a="http://schemas.openxmlformats.org/drawingml/2006/main" noGrp="1"/>
          </p:cNvSpPr>
          <p:nvPr/>
        </p:nvSpPr>
        <p:spPr>
          <a:xfrm xmlns:a="http://schemas.openxmlformats.org/drawingml/2006/main">
            <a:off x="28765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71" name="SE-086-path-267">
            <a:extLst xmlns:a="http://schemas.openxmlformats.org/drawingml/2006/main">
              <a:ext uri="{FF2B5EF4-FFF2-40B4-BE49-F238E27FC236}">
                <a16:creationId xmlns:a16="http://schemas.microsoft.com/office/drawing/2014/main" id="{3ECFF7FB-FCBA-4DA4-8210-D0C1E21095B9}"/>
              </a:ext>
            </a:extLst>
          </p:cNvPr>
          <p:cNvSpPr>
            <a:spLocks xmlns:a="http://schemas.openxmlformats.org/drawingml/2006/main" noGrp="1"/>
          </p:cNvSpPr>
          <p:nvPr/>
        </p:nvSpPr>
        <p:spPr>
          <a:xfrm xmlns:a="http://schemas.openxmlformats.org/drawingml/2006/main">
            <a:off x="27813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72" name="SE-086-path-268">
            <a:extLst xmlns:a="http://schemas.openxmlformats.org/drawingml/2006/main">
              <a:ext uri="{FF2B5EF4-FFF2-40B4-BE49-F238E27FC236}">
                <a16:creationId xmlns:a16="http://schemas.microsoft.com/office/drawing/2014/main" id="{B4B4A318-CCA4-4EE0-B199-105423069720}"/>
              </a:ext>
            </a:extLst>
          </p:cNvPr>
          <p:cNvSpPr>
            <a:spLocks xmlns:a="http://schemas.openxmlformats.org/drawingml/2006/main" noGrp="1"/>
          </p:cNvSpPr>
          <p:nvPr/>
        </p:nvSpPr>
        <p:spPr>
          <a:xfrm xmlns:a="http://schemas.openxmlformats.org/drawingml/2006/main">
            <a:off x="26860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73" name="SE-086-path-269">
            <a:extLst xmlns:a="http://schemas.openxmlformats.org/drawingml/2006/main">
              <a:ext uri="{FF2B5EF4-FFF2-40B4-BE49-F238E27FC236}">
                <a16:creationId xmlns:a16="http://schemas.microsoft.com/office/drawing/2014/main" id="{0759F016-3D73-4E10-B150-90EF63FDE5A4}"/>
              </a:ext>
            </a:extLst>
          </p:cNvPr>
          <p:cNvSpPr>
            <a:spLocks xmlns:a="http://schemas.openxmlformats.org/drawingml/2006/main" noGrp="1"/>
          </p:cNvSpPr>
          <p:nvPr/>
        </p:nvSpPr>
        <p:spPr>
          <a:xfrm xmlns:a="http://schemas.openxmlformats.org/drawingml/2006/main">
            <a:off x="25908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74" name="SE-086-path-270">
            <a:extLst xmlns:a="http://schemas.openxmlformats.org/drawingml/2006/main">
              <a:ext uri="{FF2B5EF4-FFF2-40B4-BE49-F238E27FC236}">
                <a16:creationId xmlns:a16="http://schemas.microsoft.com/office/drawing/2014/main" id="{A0B50792-9C1F-4E72-AB3C-47CDA86CF1D8}"/>
              </a:ext>
            </a:extLst>
          </p:cNvPr>
          <p:cNvSpPr>
            <a:spLocks xmlns:a="http://schemas.openxmlformats.org/drawingml/2006/main" noGrp="1"/>
          </p:cNvSpPr>
          <p:nvPr/>
        </p:nvSpPr>
        <p:spPr>
          <a:xfrm xmlns:a="http://schemas.openxmlformats.org/drawingml/2006/main">
            <a:off x="24955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75" name="SE-086-path-271">
            <a:extLst xmlns:a="http://schemas.openxmlformats.org/drawingml/2006/main">
              <a:ext uri="{FF2B5EF4-FFF2-40B4-BE49-F238E27FC236}">
                <a16:creationId xmlns:a16="http://schemas.microsoft.com/office/drawing/2014/main" id="{97C6E299-37E9-4354-AF72-2D7B69D239F7}"/>
              </a:ext>
            </a:extLst>
          </p:cNvPr>
          <p:cNvSpPr>
            <a:spLocks xmlns:a="http://schemas.openxmlformats.org/drawingml/2006/main" noGrp="1"/>
          </p:cNvSpPr>
          <p:nvPr/>
        </p:nvSpPr>
        <p:spPr>
          <a:xfrm xmlns:a="http://schemas.openxmlformats.org/drawingml/2006/main">
            <a:off x="24003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76" name="SE-086-path-272">
            <a:extLst xmlns:a="http://schemas.openxmlformats.org/drawingml/2006/main">
              <a:ext uri="{FF2B5EF4-FFF2-40B4-BE49-F238E27FC236}">
                <a16:creationId xmlns:a16="http://schemas.microsoft.com/office/drawing/2014/main" id="{A341547A-5BB1-45B8-91A0-9B0922CE8824}"/>
              </a:ext>
            </a:extLst>
          </p:cNvPr>
          <p:cNvSpPr>
            <a:spLocks xmlns:a="http://schemas.openxmlformats.org/drawingml/2006/main" noGrp="1"/>
          </p:cNvSpPr>
          <p:nvPr/>
        </p:nvSpPr>
        <p:spPr>
          <a:xfrm xmlns:a="http://schemas.openxmlformats.org/drawingml/2006/main">
            <a:off x="23050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77" name="SE-086-path-273">
            <a:extLst xmlns:a="http://schemas.openxmlformats.org/drawingml/2006/main">
              <a:ext uri="{FF2B5EF4-FFF2-40B4-BE49-F238E27FC236}">
                <a16:creationId xmlns:a16="http://schemas.microsoft.com/office/drawing/2014/main" id="{48F2A370-3DDB-43C7-9860-D3856D080AEB}"/>
              </a:ext>
            </a:extLst>
          </p:cNvPr>
          <p:cNvSpPr>
            <a:spLocks xmlns:a="http://schemas.openxmlformats.org/drawingml/2006/main" noGrp="1"/>
          </p:cNvSpPr>
          <p:nvPr/>
        </p:nvSpPr>
        <p:spPr>
          <a:xfrm xmlns:a="http://schemas.openxmlformats.org/drawingml/2006/main">
            <a:off x="22098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78" name="SE-086-path-274">
            <a:extLst xmlns:a="http://schemas.openxmlformats.org/drawingml/2006/main">
              <a:ext uri="{FF2B5EF4-FFF2-40B4-BE49-F238E27FC236}">
                <a16:creationId xmlns:a16="http://schemas.microsoft.com/office/drawing/2014/main" id="{B9233A35-F1C0-4546-9814-87B4E2A7CAD8}"/>
              </a:ext>
            </a:extLst>
          </p:cNvPr>
          <p:cNvSpPr>
            <a:spLocks xmlns:a="http://schemas.openxmlformats.org/drawingml/2006/main" noGrp="1"/>
          </p:cNvSpPr>
          <p:nvPr/>
        </p:nvSpPr>
        <p:spPr>
          <a:xfrm xmlns:a="http://schemas.openxmlformats.org/drawingml/2006/main">
            <a:off x="21145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79" name="SE-086-path-275">
            <a:extLst xmlns:a="http://schemas.openxmlformats.org/drawingml/2006/main">
              <a:ext uri="{FF2B5EF4-FFF2-40B4-BE49-F238E27FC236}">
                <a16:creationId xmlns:a16="http://schemas.microsoft.com/office/drawing/2014/main" id="{29B650CE-BD2B-4DAC-B2CD-005DE39973FF}"/>
              </a:ext>
            </a:extLst>
          </p:cNvPr>
          <p:cNvSpPr>
            <a:spLocks xmlns:a="http://schemas.openxmlformats.org/drawingml/2006/main" noGrp="1"/>
          </p:cNvSpPr>
          <p:nvPr/>
        </p:nvSpPr>
        <p:spPr>
          <a:xfrm xmlns:a="http://schemas.openxmlformats.org/drawingml/2006/main">
            <a:off x="20193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80" name="SE-086-path-276">
            <a:extLst xmlns:a="http://schemas.openxmlformats.org/drawingml/2006/main">
              <a:ext uri="{FF2B5EF4-FFF2-40B4-BE49-F238E27FC236}">
                <a16:creationId xmlns:a16="http://schemas.microsoft.com/office/drawing/2014/main" id="{8D0B661C-788D-4E93-A1E6-60B59F8DFCA6}"/>
              </a:ext>
            </a:extLst>
          </p:cNvPr>
          <p:cNvSpPr>
            <a:spLocks xmlns:a="http://schemas.openxmlformats.org/drawingml/2006/main" noGrp="1"/>
          </p:cNvSpPr>
          <p:nvPr/>
        </p:nvSpPr>
        <p:spPr>
          <a:xfrm xmlns:a="http://schemas.openxmlformats.org/drawingml/2006/main">
            <a:off x="19240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81" name="SE-086-path-277">
            <a:extLst xmlns:a="http://schemas.openxmlformats.org/drawingml/2006/main">
              <a:ext uri="{FF2B5EF4-FFF2-40B4-BE49-F238E27FC236}">
                <a16:creationId xmlns:a16="http://schemas.microsoft.com/office/drawing/2014/main" id="{90C16F57-063F-4E76-8624-5B9DC0AD6241}"/>
              </a:ext>
            </a:extLst>
          </p:cNvPr>
          <p:cNvSpPr>
            <a:spLocks xmlns:a="http://schemas.openxmlformats.org/drawingml/2006/main" noGrp="1"/>
          </p:cNvSpPr>
          <p:nvPr/>
        </p:nvSpPr>
        <p:spPr>
          <a:xfrm xmlns:a="http://schemas.openxmlformats.org/drawingml/2006/main">
            <a:off x="18288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82" name="SE-086-path-278">
            <a:extLst xmlns:a="http://schemas.openxmlformats.org/drawingml/2006/main">
              <a:ext uri="{FF2B5EF4-FFF2-40B4-BE49-F238E27FC236}">
                <a16:creationId xmlns:a16="http://schemas.microsoft.com/office/drawing/2014/main" id="{20B5F998-038F-4012-8B16-3440BE42B188}"/>
              </a:ext>
            </a:extLst>
          </p:cNvPr>
          <p:cNvSpPr>
            <a:spLocks xmlns:a="http://schemas.openxmlformats.org/drawingml/2006/main" noGrp="1"/>
          </p:cNvSpPr>
          <p:nvPr/>
        </p:nvSpPr>
        <p:spPr>
          <a:xfrm xmlns:a="http://schemas.openxmlformats.org/drawingml/2006/main">
            <a:off x="17335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83" name="SE-086-path-279">
            <a:extLst xmlns:a="http://schemas.openxmlformats.org/drawingml/2006/main">
              <a:ext uri="{FF2B5EF4-FFF2-40B4-BE49-F238E27FC236}">
                <a16:creationId xmlns:a16="http://schemas.microsoft.com/office/drawing/2014/main" id="{66810417-3542-4B9D-B094-C0CA6052AAA3}"/>
              </a:ext>
            </a:extLst>
          </p:cNvPr>
          <p:cNvSpPr>
            <a:spLocks xmlns:a="http://schemas.openxmlformats.org/drawingml/2006/main" noGrp="1"/>
          </p:cNvSpPr>
          <p:nvPr/>
        </p:nvSpPr>
        <p:spPr>
          <a:xfrm xmlns:a="http://schemas.openxmlformats.org/drawingml/2006/main">
            <a:off x="16383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84" name="SE-086-path-280">
            <a:extLst xmlns:a="http://schemas.openxmlformats.org/drawingml/2006/main">
              <a:ext uri="{FF2B5EF4-FFF2-40B4-BE49-F238E27FC236}">
                <a16:creationId xmlns:a16="http://schemas.microsoft.com/office/drawing/2014/main" id="{9207B48F-46E9-4FCC-877A-63C5C9B9107E}"/>
              </a:ext>
            </a:extLst>
          </p:cNvPr>
          <p:cNvSpPr>
            <a:spLocks xmlns:a="http://schemas.openxmlformats.org/drawingml/2006/main" noGrp="1"/>
          </p:cNvSpPr>
          <p:nvPr/>
        </p:nvSpPr>
        <p:spPr>
          <a:xfrm xmlns:a="http://schemas.openxmlformats.org/drawingml/2006/main">
            <a:off x="15430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85" name="SE-086-path-281">
            <a:extLst xmlns:a="http://schemas.openxmlformats.org/drawingml/2006/main">
              <a:ext uri="{FF2B5EF4-FFF2-40B4-BE49-F238E27FC236}">
                <a16:creationId xmlns:a16="http://schemas.microsoft.com/office/drawing/2014/main" id="{1B14E9FC-4E2D-4E45-86E7-B6A9A9234332}"/>
              </a:ext>
            </a:extLst>
          </p:cNvPr>
          <p:cNvSpPr>
            <a:spLocks xmlns:a="http://schemas.openxmlformats.org/drawingml/2006/main" noGrp="1"/>
          </p:cNvSpPr>
          <p:nvPr/>
        </p:nvSpPr>
        <p:spPr>
          <a:xfrm xmlns:a="http://schemas.openxmlformats.org/drawingml/2006/main">
            <a:off x="14478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86" name="SE-086-path-282">
            <a:extLst xmlns:a="http://schemas.openxmlformats.org/drawingml/2006/main">
              <a:ext uri="{FF2B5EF4-FFF2-40B4-BE49-F238E27FC236}">
                <a16:creationId xmlns:a16="http://schemas.microsoft.com/office/drawing/2014/main" id="{C11EC83E-6AC8-46DD-9FDD-21104DD50B72}"/>
              </a:ext>
            </a:extLst>
          </p:cNvPr>
          <p:cNvSpPr>
            <a:spLocks xmlns:a="http://schemas.openxmlformats.org/drawingml/2006/main" noGrp="1"/>
          </p:cNvSpPr>
          <p:nvPr/>
        </p:nvSpPr>
        <p:spPr>
          <a:xfrm xmlns:a="http://schemas.openxmlformats.org/drawingml/2006/main">
            <a:off x="13525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87" name="SE-086-path-283">
            <a:extLst xmlns:a="http://schemas.openxmlformats.org/drawingml/2006/main">
              <a:ext uri="{FF2B5EF4-FFF2-40B4-BE49-F238E27FC236}">
                <a16:creationId xmlns:a16="http://schemas.microsoft.com/office/drawing/2014/main" id="{F726C506-F112-4279-9FF2-4B2EB28B6709}"/>
              </a:ext>
            </a:extLst>
          </p:cNvPr>
          <p:cNvSpPr>
            <a:spLocks xmlns:a="http://schemas.openxmlformats.org/drawingml/2006/main" noGrp="1"/>
          </p:cNvSpPr>
          <p:nvPr/>
        </p:nvSpPr>
        <p:spPr>
          <a:xfrm xmlns:a="http://schemas.openxmlformats.org/drawingml/2006/main">
            <a:off x="12573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88" name="SE-086-path-284">
            <a:extLst xmlns:a="http://schemas.openxmlformats.org/drawingml/2006/main">
              <a:ext uri="{FF2B5EF4-FFF2-40B4-BE49-F238E27FC236}">
                <a16:creationId xmlns:a16="http://schemas.microsoft.com/office/drawing/2014/main" id="{F5B85289-182F-4D1E-A780-2E97F058747A}"/>
              </a:ext>
            </a:extLst>
          </p:cNvPr>
          <p:cNvSpPr>
            <a:spLocks xmlns:a="http://schemas.openxmlformats.org/drawingml/2006/main" noGrp="1"/>
          </p:cNvSpPr>
          <p:nvPr/>
        </p:nvSpPr>
        <p:spPr>
          <a:xfrm xmlns:a="http://schemas.openxmlformats.org/drawingml/2006/main">
            <a:off x="11620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89" name="SE-086-path-285">
            <a:extLst xmlns:a="http://schemas.openxmlformats.org/drawingml/2006/main">
              <a:ext uri="{FF2B5EF4-FFF2-40B4-BE49-F238E27FC236}">
                <a16:creationId xmlns:a16="http://schemas.microsoft.com/office/drawing/2014/main" id="{60A18DC6-69EA-4722-8E03-ACC4A6C15D16}"/>
              </a:ext>
            </a:extLst>
          </p:cNvPr>
          <p:cNvSpPr>
            <a:spLocks xmlns:a="http://schemas.openxmlformats.org/drawingml/2006/main" noGrp="1"/>
          </p:cNvSpPr>
          <p:nvPr/>
        </p:nvSpPr>
        <p:spPr>
          <a:xfrm xmlns:a="http://schemas.openxmlformats.org/drawingml/2006/main">
            <a:off x="10668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90" name="SE-086-path-286">
            <a:extLst xmlns:a="http://schemas.openxmlformats.org/drawingml/2006/main">
              <a:ext uri="{FF2B5EF4-FFF2-40B4-BE49-F238E27FC236}">
                <a16:creationId xmlns:a16="http://schemas.microsoft.com/office/drawing/2014/main" id="{CB79D337-AFC9-4428-B954-515608047262}"/>
              </a:ext>
            </a:extLst>
          </p:cNvPr>
          <p:cNvSpPr>
            <a:spLocks xmlns:a="http://schemas.openxmlformats.org/drawingml/2006/main" noGrp="1"/>
          </p:cNvSpPr>
          <p:nvPr/>
        </p:nvSpPr>
        <p:spPr>
          <a:xfrm xmlns:a="http://schemas.openxmlformats.org/drawingml/2006/main">
            <a:off x="9715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91" name="SE-086-path-287">
            <a:extLst xmlns:a="http://schemas.openxmlformats.org/drawingml/2006/main">
              <a:ext uri="{FF2B5EF4-FFF2-40B4-BE49-F238E27FC236}">
                <a16:creationId xmlns:a16="http://schemas.microsoft.com/office/drawing/2014/main" id="{A503176C-E142-439F-882B-DFB251D5F35F}"/>
              </a:ext>
            </a:extLst>
          </p:cNvPr>
          <p:cNvSpPr>
            <a:spLocks xmlns:a="http://schemas.openxmlformats.org/drawingml/2006/main" noGrp="1"/>
          </p:cNvSpPr>
          <p:nvPr/>
        </p:nvSpPr>
        <p:spPr>
          <a:xfrm xmlns:a="http://schemas.openxmlformats.org/drawingml/2006/main">
            <a:off x="8763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92" name="SE-086-path-288">
            <a:extLst xmlns:a="http://schemas.openxmlformats.org/drawingml/2006/main">
              <a:ext uri="{FF2B5EF4-FFF2-40B4-BE49-F238E27FC236}">
                <a16:creationId xmlns:a16="http://schemas.microsoft.com/office/drawing/2014/main" id="{222E8436-072F-4338-B192-4B419C94CE27}"/>
              </a:ext>
            </a:extLst>
          </p:cNvPr>
          <p:cNvSpPr>
            <a:spLocks xmlns:a="http://schemas.openxmlformats.org/drawingml/2006/main" noGrp="1"/>
          </p:cNvSpPr>
          <p:nvPr/>
        </p:nvSpPr>
        <p:spPr>
          <a:xfrm xmlns:a="http://schemas.openxmlformats.org/drawingml/2006/main">
            <a:off x="7810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93" name="SE-086-path-289">
            <a:extLst xmlns:a="http://schemas.openxmlformats.org/drawingml/2006/main">
              <a:ext uri="{FF2B5EF4-FFF2-40B4-BE49-F238E27FC236}">
                <a16:creationId xmlns:a16="http://schemas.microsoft.com/office/drawing/2014/main" id="{ABA5E9B2-1391-45F1-AA14-ED0E769B7334}"/>
              </a:ext>
            </a:extLst>
          </p:cNvPr>
          <p:cNvSpPr>
            <a:spLocks xmlns:a="http://schemas.openxmlformats.org/drawingml/2006/main" noGrp="1"/>
          </p:cNvSpPr>
          <p:nvPr/>
        </p:nvSpPr>
        <p:spPr>
          <a:xfrm xmlns:a="http://schemas.openxmlformats.org/drawingml/2006/main">
            <a:off x="6858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94" name="SE-086-path-290">
            <a:extLst xmlns:a="http://schemas.openxmlformats.org/drawingml/2006/main">
              <a:ext uri="{FF2B5EF4-FFF2-40B4-BE49-F238E27FC236}">
                <a16:creationId xmlns:a16="http://schemas.microsoft.com/office/drawing/2014/main" id="{75A1A66C-06EB-412A-8264-4F764D5FB6BD}"/>
              </a:ext>
            </a:extLst>
          </p:cNvPr>
          <p:cNvSpPr>
            <a:spLocks xmlns:a="http://schemas.openxmlformats.org/drawingml/2006/main" noGrp="1"/>
          </p:cNvSpPr>
          <p:nvPr/>
        </p:nvSpPr>
        <p:spPr>
          <a:xfrm xmlns:a="http://schemas.openxmlformats.org/drawingml/2006/main">
            <a:off x="5905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95" name="SE-086-path-291">
            <a:extLst xmlns:a="http://schemas.openxmlformats.org/drawingml/2006/main">
              <a:ext uri="{FF2B5EF4-FFF2-40B4-BE49-F238E27FC236}">
                <a16:creationId xmlns:a16="http://schemas.microsoft.com/office/drawing/2014/main" id="{C14CA033-D596-4945-9873-839176211254}"/>
              </a:ext>
            </a:extLst>
          </p:cNvPr>
          <p:cNvSpPr>
            <a:spLocks xmlns:a="http://schemas.openxmlformats.org/drawingml/2006/main" noGrp="1"/>
          </p:cNvSpPr>
          <p:nvPr/>
        </p:nvSpPr>
        <p:spPr>
          <a:xfrm xmlns:a="http://schemas.openxmlformats.org/drawingml/2006/main">
            <a:off x="4953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96" name="SE-086-path-292">
            <a:extLst xmlns:a="http://schemas.openxmlformats.org/drawingml/2006/main">
              <a:ext uri="{FF2B5EF4-FFF2-40B4-BE49-F238E27FC236}">
                <a16:creationId xmlns:a16="http://schemas.microsoft.com/office/drawing/2014/main" id="{DA0CDF52-8DFE-4BD0-8D34-95C8819C6504}"/>
              </a:ext>
            </a:extLst>
          </p:cNvPr>
          <p:cNvSpPr>
            <a:spLocks xmlns:a="http://schemas.openxmlformats.org/drawingml/2006/main" noGrp="1"/>
          </p:cNvSpPr>
          <p:nvPr/>
        </p:nvSpPr>
        <p:spPr>
          <a:xfrm xmlns:a="http://schemas.openxmlformats.org/drawingml/2006/main">
            <a:off x="4000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97" name="SE-086-path-293">
            <a:extLst xmlns:a="http://schemas.openxmlformats.org/drawingml/2006/main">
              <a:ext uri="{FF2B5EF4-FFF2-40B4-BE49-F238E27FC236}">
                <a16:creationId xmlns:a16="http://schemas.microsoft.com/office/drawing/2014/main" id="{295889D1-D0AA-4E2C-985D-309654BACAC5}"/>
              </a:ext>
            </a:extLst>
          </p:cNvPr>
          <p:cNvSpPr>
            <a:spLocks xmlns:a="http://schemas.openxmlformats.org/drawingml/2006/main" noGrp="1"/>
          </p:cNvSpPr>
          <p:nvPr/>
        </p:nvSpPr>
        <p:spPr>
          <a:xfrm xmlns:a="http://schemas.openxmlformats.org/drawingml/2006/main">
            <a:off x="30480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98" name="SE-086-path-294">
            <a:extLst xmlns:a="http://schemas.openxmlformats.org/drawingml/2006/main">
              <a:ext uri="{FF2B5EF4-FFF2-40B4-BE49-F238E27FC236}">
                <a16:creationId xmlns:a16="http://schemas.microsoft.com/office/drawing/2014/main" id="{D905ADCE-B7B4-43C3-9BA3-375559C46151}"/>
              </a:ext>
            </a:extLst>
          </p:cNvPr>
          <p:cNvSpPr>
            <a:spLocks xmlns:a="http://schemas.openxmlformats.org/drawingml/2006/main" noGrp="1"/>
          </p:cNvSpPr>
          <p:nvPr/>
        </p:nvSpPr>
        <p:spPr>
          <a:xfrm xmlns:a="http://schemas.openxmlformats.org/drawingml/2006/main">
            <a:off x="209550" y="6524625"/>
            <a:ext cx="57150" cy="95"/>
          </a:xfrm>
          <a:custGeom xmlns:a="http://schemas.openxmlformats.org/drawingml/2006/main">
            <a:pathLst>
              <a:path w="57150" h="95">
                <a:moveTo>
                  <a:pt x="57150" y="0"/>
                </a:moveTo>
                <a:lnTo>
                  <a:pt x="0" y="0"/>
                </a:lnTo>
              </a:path>
            </a:pathLst>
          </a:custGeom>
          <a:noFill xmlns:a="http://schemas.openxmlformats.org/drawingml/2006/main"/>
          <a:ln xmlns:a="http://schemas.openxmlformats.org/drawingml/2006/main" w="12383">
            <a:solidFill>
              <a:srgbClr val="2956A8"/>
            </a:solidFill>
          </a:ln>
        </p:spPr>
      </p:sp>
      <p:sp>
        <p:nvSpPr>
          <p:cNvPr id="299" name="SE-086-path-295">
            <a:extLst xmlns:a="http://schemas.openxmlformats.org/drawingml/2006/main">
              <a:ext uri="{FF2B5EF4-FFF2-40B4-BE49-F238E27FC236}">
                <a16:creationId xmlns:a16="http://schemas.microsoft.com/office/drawing/2014/main" id="{BDB39F03-BCEE-4C62-AC9B-F3E4C6B40272}"/>
              </a:ext>
            </a:extLst>
          </p:cNvPr>
          <p:cNvSpPr>
            <a:spLocks xmlns:a="http://schemas.openxmlformats.org/drawingml/2006/main" noGrp="1"/>
          </p:cNvSpPr>
          <p:nvPr/>
        </p:nvSpPr>
        <p:spPr>
          <a:xfrm xmlns:a="http://schemas.openxmlformats.org/drawingml/2006/main">
            <a:off x="133350" y="6524625"/>
            <a:ext cx="38100" cy="95"/>
          </a:xfrm>
          <a:custGeom xmlns:a="http://schemas.openxmlformats.org/drawingml/2006/main">
            <a:pathLst>
              <a:path w="38100" h="95">
                <a:moveTo>
                  <a:pt x="38100" y="0"/>
                </a:moveTo>
                <a:lnTo>
                  <a:pt x="0" y="0"/>
                </a:lnTo>
              </a:path>
            </a:pathLst>
          </a:custGeom>
          <a:noFill xmlns:a="http://schemas.openxmlformats.org/drawingml/2006/main"/>
          <a:ln xmlns:a="http://schemas.openxmlformats.org/drawingml/2006/main" w="12383">
            <a:solidFill>
              <a:srgbClr val="2956A8"/>
            </a:solidFill>
          </a:ln>
        </p:spPr>
      </p:sp>
      <p:sp>
        <p:nvSpPr>
          <p:cNvPr id="300" name="SE-086-path-296">
            <a:extLst xmlns:a="http://schemas.openxmlformats.org/drawingml/2006/main">
              <a:ext uri="{FF2B5EF4-FFF2-40B4-BE49-F238E27FC236}">
                <a16:creationId xmlns:a16="http://schemas.microsoft.com/office/drawing/2014/main" id="{C12598AF-E4F2-4973-8AB1-8E6868682842}"/>
              </a:ext>
            </a:extLst>
          </p:cNvPr>
          <p:cNvSpPr>
            <a:spLocks xmlns:a="http://schemas.openxmlformats.org/drawingml/2006/main" noGrp="1"/>
          </p:cNvSpPr>
          <p:nvPr/>
        </p:nvSpPr>
        <p:spPr>
          <a:xfrm xmlns:a="http://schemas.openxmlformats.org/drawingml/2006/main">
            <a:off x="133350" y="6467475"/>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301" name="SE-086-path-297">
            <a:extLst xmlns:a="http://schemas.openxmlformats.org/drawingml/2006/main">
              <a:ext uri="{FF2B5EF4-FFF2-40B4-BE49-F238E27FC236}">
                <a16:creationId xmlns:a16="http://schemas.microsoft.com/office/drawing/2014/main" id="{DF9CFFBA-1DBC-4C47-8834-DF97D6820240}"/>
              </a:ext>
            </a:extLst>
          </p:cNvPr>
          <p:cNvSpPr>
            <a:spLocks xmlns:a="http://schemas.openxmlformats.org/drawingml/2006/main" noGrp="1"/>
          </p:cNvSpPr>
          <p:nvPr/>
        </p:nvSpPr>
        <p:spPr>
          <a:xfrm xmlns:a="http://schemas.openxmlformats.org/drawingml/2006/main">
            <a:off x="133350" y="6372225"/>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302" name="SE-086-path-298">
            <a:extLst xmlns:a="http://schemas.openxmlformats.org/drawingml/2006/main">
              <a:ext uri="{FF2B5EF4-FFF2-40B4-BE49-F238E27FC236}">
                <a16:creationId xmlns:a16="http://schemas.microsoft.com/office/drawing/2014/main" id="{8BBEA5FF-BABE-4684-B010-A5D3FB615875}"/>
              </a:ext>
            </a:extLst>
          </p:cNvPr>
          <p:cNvSpPr>
            <a:spLocks xmlns:a="http://schemas.openxmlformats.org/drawingml/2006/main" noGrp="1"/>
          </p:cNvSpPr>
          <p:nvPr/>
        </p:nvSpPr>
        <p:spPr>
          <a:xfrm xmlns:a="http://schemas.openxmlformats.org/drawingml/2006/main">
            <a:off x="133350" y="6276975"/>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303" name="SE-086-path-299">
            <a:extLst xmlns:a="http://schemas.openxmlformats.org/drawingml/2006/main">
              <a:ext uri="{FF2B5EF4-FFF2-40B4-BE49-F238E27FC236}">
                <a16:creationId xmlns:a16="http://schemas.microsoft.com/office/drawing/2014/main" id="{3711D13E-8CC6-4A37-BF7F-69682CB4F821}"/>
              </a:ext>
            </a:extLst>
          </p:cNvPr>
          <p:cNvSpPr>
            <a:spLocks xmlns:a="http://schemas.openxmlformats.org/drawingml/2006/main" noGrp="1"/>
          </p:cNvSpPr>
          <p:nvPr/>
        </p:nvSpPr>
        <p:spPr>
          <a:xfrm xmlns:a="http://schemas.openxmlformats.org/drawingml/2006/main">
            <a:off x="133350" y="6181725"/>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304" name="SE-086-path-300">
            <a:extLst xmlns:a="http://schemas.openxmlformats.org/drawingml/2006/main">
              <a:ext uri="{FF2B5EF4-FFF2-40B4-BE49-F238E27FC236}">
                <a16:creationId xmlns:a16="http://schemas.microsoft.com/office/drawing/2014/main" id="{A22AA7ED-7342-4AB2-AA7E-50FD08510F5D}"/>
              </a:ext>
            </a:extLst>
          </p:cNvPr>
          <p:cNvSpPr>
            <a:spLocks xmlns:a="http://schemas.openxmlformats.org/drawingml/2006/main" noGrp="1"/>
          </p:cNvSpPr>
          <p:nvPr/>
        </p:nvSpPr>
        <p:spPr>
          <a:xfrm xmlns:a="http://schemas.openxmlformats.org/drawingml/2006/main">
            <a:off x="133350" y="6086475"/>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305" name="SE-086-path-301">
            <a:extLst xmlns:a="http://schemas.openxmlformats.org/drawingml/2006/main">
              <a:ext uri="{FF2B5EF4-FFF2-40B4-BE49-F238E27FC236}">
                <a16:creationId xmlns:a16="http://schemas.microsoft.com/office/drawing/2014/main" id="{F2EFF359-2B9C-422C-BDFC-03B2FAA6FA29}"/>
              </a:ext>
            </a:extLst>
          </p:cNvPr>
          <p:cNvSpPr>
            <a:spLocks xmlns:a="http://schemas.openxmlformats.org/drawingml/2006/main" noGrp="1"/>
          </p:cNvSpPr>
          <p:nvPr/>
        </p:nvSpPr>
        <p:spPr>
          <a:xfrm xmlns:a="http://schemas.openxmlformats.org/drawingml/2006/main">
            <a:off x="133350" y="5991225"/>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306" name="SE-086-path-302">
            <a:extLst xmlns:a="http://schemas.openxmlformats.org/drawingml/2006/main">
              <a:ext uri="{FF2B5EF4-FFF2-40B4-BE49-F238E27FC236}">
                <a16:creationId xmlns:a16="http://schemas.microsoft.com/office/drawing/2014/main" id="{F2CE088B-B734-4A15-AEEE-AC6E93032FB3}"/>
              </a:ext>
            </a:extLst>
          </p:cNvPr>
          <p:cNvSpPr>
            <a:spLocks xmlns:a="http://schemas.openxmlformats.org/drawingml/2006/main" noGrp="1"/>
          </p:cNvSpPr>
          <p:nvPr/>
        </p:nvSpPr>
        <p:spPr>
          <a:xfrm xmlns:a="http://schemas.openxmlformats.org/drawingml/2006/main">
            <a:off x="133350" y="5895975"/>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307" name="SE-086-path-303">
            <a:extLst xmlns:a="http://schemas.openxmlformats.org/drawingml/2006/main">
              <a:ext uri="{FF2B5EF4-FFF2-40B4-BE49-F238E27FC236}">
                <a16:creationId xmlns:a16="http://schemas.microsoft.com/office/drawing/2014/main" id="{480C84DC-D204-45F6-9A63-07851612CCBC}"/>
              </a:ext>
            </a:extLst>
          </p:cNvPr>
          <p:cNvSpPr>
            <a:spLocks xmlns:a="http://schemas.openxmlformats.org/drawingml/2006/main" noGrp="1"/>
          </p:cNvSpPr>
          <p:nvPr/>
        </p:nvSpPr>
        <p:spPr>
          <a:xfrm xmlns:a="http://schemas.openxmlformats.org/drawingml/2006/main">
            <a:off x="133350" y="5800725"/>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308" name="SE-086-path-304">
            <a:extLst xmlns:a="http://schemas.openxmlformats.org/drawingml/2006/main">
              <a:ext uri="{FF2B5EF4-FFF2-40B4-BE49-F238E27FC236}">
                <a16:creationId xmlns:a16="http://schemas.microsoft.com/office/drawing/2014/main" id="{22BC95F2-3F7A-4433-BBBF-AACD9526890D}"/>
              </a:ext>
            </a:extLst>
          </p:cNvPr>
          <p:cNvSpPr>
            <a:spLocks xmlns:a="http://schemas.openxmlformats.org/drawingml/2006/main" noGrp="1"/>
          </p:cNvSpPr>
          <p:nvPr/>
        </p:nvSpPr>
        <p:spPr>
          <a:xfrm xmlns:a="http://schemas.openxmlformats.org/drawingml/2006/main">
            <a:off x="133350" y="5705475"/>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309" name="SE-086-path-305">
            <a:extLst xmlns:a="http://schemas.openxmlformats.org/drawingml/2006/main">
              <a:ext uri="{FF2B5EF4-FFF2-40B4-BE49-F238E27FC236}">
                <a16:creationId xmlns:a16="http://schemas.microsoft.com/office/drawing/2014/main" id="{349522BE-0288-4381-AC40-E5D859E90420}"/>
              </a:ext>
            </a:extLst>
          </p:cNvPr>
          <p:cNvSpPr>
            <a:spLocks xmlns:a="http://schemas.openxmlformats.org/drawingml/2006/main" noGrp="1"/>
          </p:cNvSpPr>
          <p:nvPr/>
        </p:nvSpPr>
        <p:spPr>
          <a:xfrm xmlns:a="http://schemas.openxmlformats.org/drawingml/2006/main">
            <a:off x="133350" y="5610225"/>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310" name="SE-086-path-306">
            <a:extLst xmlns:a="http://schemas.openxmlformats.org/drawingml/2006/main">
              <a:ext uri="{FF2B5EF4-FFF2-40B4-BE49-F238E27FC236}">
                <a16:creationId xmlns:a16="http://schemas.microsoft.com/office/drawing/2014/main" id="{F766C3A9-9E1D-48D3-B059-4FE40714D85F}"/>
              </a:ext>
            </a:extLst>
          </p:cNvPr>
          <p:cNvSpPr>
            <a:spLocks xmlns:a="http://schemas.openxmlformats.org/drawingml/2006/main" noGrp="1"/>
          </p:cNvSpPr>
          <p:nvPr/>
        </p:nvSpPr>
        <p:spPr>
          <a:xfrm xmlns:a="http://schemas.openxmlformats.org/drawingml/2006/main">
            <a:off x="133350" y="5514975"/>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311" name="SE-086-path-307">
            <a:extLst xmlns:a="http://schemas.openxmlformats.org/drawingml/2006/main">
              <a:ext uri="{FF2B5EF4-FFF2-40B4-BE49-F238E27FC236}">
                <a16:creationId xmlns:a16="http://schemas.microsoft.com/office/drawing/2014/main" id="{9F66E281-8B36-4E63-B8C7-E0361CA9FC7D}"/>
              </a:ext>
            </a:extLst>
          </p:cNvPr>
          <p:cNvSpPr>
            <a:spLocks xmlns:a="http://schemas.openxmlformats.org/drawingml/2006/main" noGrp="1"/>
          </p:cNvSpPr>
          <p:nvPr/>
        </p:nvSpPr>
        <p:spPr>
          <a:xfrm xmlns:a="http://schemas.openxmlformats.org/drawingml/2006/main">
            <a:off x="133350" y="5419725"/>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312" name="SE-086-path-308">
            <a:extLst xmlns:a="http://schemas.openxmlformats.org/drawingml/2006/main">
              <a:ext uri="{FF2B5EF4-FFF2-40B4-BE49-F238E27FC236}">
                <a16:creationId xmlns:a16="http://schemas.microsoft.com/office/drawing/2014/main" id="{46F345C0-44FA-4A16-B9DA-516CC20E6016}"/>
              </a:ext>
            </a:extLst>
          </p:cNvPr>
          <p:cNvSpPr>
            <a:spLocks xmlns:a="http://schemas.openxmlformats.org/drawingml/2006/main" noGrp="1"/>
          </p:cNvSpPr>
          <p:nvPr/>
        </p:nvSpPr>
        <p:spPr>
          <a:xfrm xmlns:a="http://schemas.openxmlformats.org/drawingml/2006/main">
            <a:off x="133350" y="5324475"/>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313" name="SE-086-path-309">
            <a:extLst xmlns:a="http://schemas.openxmlformats.org/drawingml/2006/main">
              <a:ext uri="{FF2B5EF4-FFF2-40B4-BE49-F238E27FC236}">
                <a16:creationId xmlns:a16="http://schemas.microsoft.com/office/drawing/2014/main" id="{05F32570-2091-4F93-B61C-82D0DADD9BF7}"/>
              </a:ext>
            </a:extLst>
          </p:cNvPr>
          <p:cNvSpPr>
            <a:spLocks xmlns:a="http://schemas.openxmlformats.org/drawingml/2006/main" noGrp="1"/>
          </p:cNvSpPr>
          <p:nvPr/>
        </p:nvSpPr>
        <p:spPr>
          <a:xfrm xmlns:a="http://schemas.openxmlformats.org/drawingml/2006/main">
            <a:off x="133350" y="5229225"/>
            <a:ext cx="95" cy="57150"/>
          </a:xfrm>
          <a:custGeom xmlns:a="http://schemas.openxmlformats.org/drawingml/2006/main">
            <a:pathLst>
              <a:path w="95" h="57150">
                <a:moveTo>
                  <a:pt x="0" y="57150"/>
                </a:moveTo>
                <a:lnTo>
                  <a:pt x="0" y="0"/>
                </a:lnTo>
              </a:path>
            </a:pathLst>
          </a:custGeom>
          <a:noFill xmlns:a="http://schemas.openxmlformats.org/drawingml/2006/main"/>
          <a:ln xmlns:a="http://schemas.openxmlformats.org/drawingml/2006/main" w="12383">
            <a:solidFill>
              <a:srgbClr val="2956A8"/>
            </a:solidFill>
          </a:ln>
        </p:spPr>
      </p:sp>
      <p:sp>
        <p:nvSpPr>
          <p:cNvPr id="314" name="SE-086-310">
            <a:extLst xmlns:a="http://schemas.openxmlformats.org/drawingml/2006/main">
              <a:ext uri="{FF2B5EF4-FFF2-40B4-BE49-F238E27FC236}">
                <a16:creationId xmlns:a16="http://schemas.microsoft.com/office/drawing/2014/main" id="{33FCE2F0-70AE-41DE-920B-97E59A677AAC}"/>
              </a:ext>
            </a:extLst>
          </p:cNvPr>
          <p:cNvSpPr>
            <a:spLocks xmlns:a="http://schemas.openxmlformats.org/drawingml/2006/main" noGrp="1"/>
          </p:cNvSpPr>
          <p:nvPr/>
        </p:nvSpPr>
        <p:spPr>
          <a:xfrm xmlns:a="http://schemas.openxmlformats.org/drawingml/2006/main">
            <a:off x="152400" y="5210175"/>
            <a:ext cx="4762500" cy="190500"/>
          </a:xfrm>
          <a:prstGeom xmlns:a="http://schemas.openxmlformats.org/drawingml/2006/main" prst="rect">
            <a:avLst/>
          </a:prstGeom>
          <a:solidFill xmlns:a="http://schemas.openxmlformats.org/drawingml/2006/main">
            <a:srgbClr val="FDE9E9"/>
          </a:solidFill>
          <a:ln xmlns:a="http://schemas.openxmlformats.org/drawingml/2006/main" w="9525">
            <a:noFill/>
          </a:ln>
        </p:spPr>
      </p:sp>
      <p:sp>
        <p:nvSpPr>
          <p:cNvPr id="315" name="SE-086-311">
            <a:extLst xmlns:a="http://schemas.openxmlformats.org/drawingml/2006/main">
              <a:ext uri="{FF2B5EF4-FFF2-40B4-BE49-F238E27FC236}">
                <a16:creationId xmlns:a16="http://schemas.microsoft.com/office/drawing/2014/main" id="{57CA5156-3BBB-40A8-A438-ED0C992BD313}"/>
              </a:ext>
            </a:extLst>
          </p:cNvPr>
          <p:cNvSpPr>
            <a:spLocks xmlns:a="http://schemas.openxmlformats.org/drawingml/2006/main" noGrp="1"/>
          </p:cNvSpPr>
          <p:nvPr/>
        </p:nvSpPr>
        <p:spPr>
          <a:xfrm xmlns:a="http://schemas.openxmlformats.org/drawingml/2006/main">
            <a:off x="152400" y="5400675"/>
            <a:ext cx="4762500" cy="190500"/>
          </a:xfrm>
          <a:prstGeom xmlns:a="http://schemas.openxmlformats.org/drawingml/2006/main" prst="rect">
            <a:avLst/>
          </a:prstGeom>
          <a:solidFill xmlns:a="http://schemas.openxmlformats.org/drawingml/2006/main">
            <a:srgbClr val="DDF5DF"/>
          </a:solidFill>
          <a:ln xmlns:a="http://schemas.openxmlformats.org/drawingml/2006/main" w="9525">
            <a:noFill/>
          </a:ln>
        </p:spPr>
      </p:sp>
      <p:sp>
        <p:nvSpPr>
          <p:cNvPr id="316" name="SE-086-312">
            <a:extLst xmlns:a="http://schemas.openxmlformats.org/drawingml/2006/main">
              <a:ext uri="{FF2B5EF4-FFF2-40B4-BE49-F238E27FC236}">
                <a16:creationId xmlns:a16="http://schemas.microsoft.com/office/drawing/2014/main" id="{17DE173F-DEDD-4F6D-B956-AB87A4198F93}"/>
              </a:ext>
            </a:extLst>
          </p:cNvPr>
          <p:cNvSpPr>
            <a:spLocks xmlns:a="http://schemas.openxmlformats.org/drawingml/2006/main" noGrp="1"/>
          </p:cNvSpPr>
          <p:nvPr/>
        </p:nvSpPr>
        <p:spPr>
          <a:xfrm xmlns:a="http://schemas.openxmlformats.org/drawingml/2006/main">
            <a:off x="152400" y="5962650"/>
            <a:ext cx="4762500" cy="180975"/>
          </a:xfrm>
          <a:prstGeom xmlns:a="http://schemas.openxmlformats.org/drawingml/2006/main" prst="rect">
            <a:avLst/>
          </a:prstGeom>
          <a:solidFill xmlns:a="http://schemas.openxmlformats.org/drawingml/2006/main">
            <a:srgbClr val="FDE9E9"/>
          </a:solidFill>
          <a:ln xmlns:a="http://schemas.openxmlformats.org/drawingml/2006/main" w="9525">
            <a:noFill/>
          </a:ln>
        </p:spPr>
      </p:sp>
      <p:sp>
        <p:nvSpPr>
          <p:cNvPr id="317" name="SE-086-313">
            <a:extLst xmlns:a="http://schemas.openxmlformats.org/drawingml/2006/main">
              <a:ext uri="{FF2B5EF4-FFF2-40B4-BE49-F238E27FC236}">
                <a16:creationId xmlns:a16="http://schemas.microsoft.com/office/drawing/2014/main" id="{178669C4-AC1D-4C01-967D-231625B85678}"/>
              </a:ext>
            </a:extLst>
          </p:cNvPr>
          <p:cNvSpPr>
            <a:spLocks xmlns:a="http://schemas.openxmlformats.org/drawingml/2006/main" noGrp="1"/>
          </p:cNvSpPr>
          <p:nvPr/>
        </p:nvSpPr>
        <p:spPr>
          <a:xfrm xmlns:a="http://schemas.openxmlformats.org/drawingml/2006/main">
            <a:off x="152400" y="6143625"/>
            <a:ext cx="4762500" cy="190500"/>
          </a:xfrm>
          <a:prstGeom xmlns:a="http://schemas.openxmlformats.org/drawingml/2006/main" prst="rect">
            <a:avLst/>
          </a:prstGeom>
          <a:solidFill xmlns:a="http://schemas.openxmlformats.org/drawingml/2006/main">
            <a:srgbClr val="DDF5DF"/>
          </a:solidFill>
          <a:ln xmlns:a="http://schemas.openxmlformats.org/drawingml/2006/main" w="9525">
            <a:noFill/>
          </a:ln>
        </p:spPr>
      </p:sp>
      <p:sp>
        <p:nvSpPr>
          <p:cNvPr id="318" name="SE-086-314">
            <a:extLst xmlns:a="http://schemas.openxmlformats.org/drawingml/2006/main">
              <a:ext uri="{FF2B5EF4-FFF2-40B4-BE49-F238E27FC236}">
                <a16:creationId xmlns:a16="http://schemas.microsoft.com/office/drawing/2014/main" id="{FA84B02F-654D-417A-AD49-D3FA3859D4B6}"/>
              </a:ext>
            </a:extLst>
          </p:cNvPr>
          <p:cNvSpPr>
            <a:spLocks xmlns:a="http://schemas.openxmlformats.org/drawingml/2006/main" noGrp="1"/>
          </p:cNvSpPr>
          <p:nvPr/>
        </p:nvSpPr>
        <p:spPr>
          <a:xfrm xmlns:a="http://schemas.openxmlformats.org/drawingml/2006/main">
            <a:off x="3268980" y="5219700"/>
            <a:ext cx="164116" cy="171450"/>
          </a:xfrm>
          <a:prstGeom xmlns:a="http://schemas.openxmlformats.org/drawingml/2006/main" prst="rect">
            <a:avLst/>
          </a:prstGeom>
          <a:solidFill xmlns:a="http://schemas.openxmlformats.org/drawingml/2006/main">
            <a:srgbClr val="EFA7A7"/>
          </a:solidFill>
          <a:ln xmlns:a="http://schemas.openxmlformats.org/drawingml/2006/main" w="9525">
            <a:noFill/>
          </a:ln>
        </p:spPr>
      </p:sp>
      <p:sp>
        <p:nvSpPr>
          <p:cNvPr id="319" name="SE-086-315">
            <a:extLst xmlns:a="http://schemas.openxmlformats.org/drawingml/2006/main">
              <a:ext uri="{FF2B5EF4-FFF2-40B4-BE49-F238E27FC236}">
                <a16:creationId xmlns:a16="http://schemas.microsoft.com/office/drawing/2014/main" id="{2ABA33C8-9314-4FCF-8BE6-5242482F84E6}"/>
              </a:ext>
            </a:extLst>
          </p:cNvPr>
          <p:cNvSpPr>
            <a:spLocks xmlns:a="http://schemas.openxmlformats.org/drawingml/2006/main" noGrp="1"/>
          </p:cNvSpPr>
          <p:nvPr/>
        </p:nvSpPr>
        <p:spPr>
          <a:xfrm xmlns:a="http://schemas.openxmlformats.org/drawingml/2006/main">
            <a:off x="3268980" y="5403533"/>
            <a:ext cx="530828" cy="171450"/>
          </a:xfrm>
          <a:prstGeom xmlns:a="http://schemas.openxmlformats.org/drawingml/2006/main" prst="rect">
            <a:avLst/>
          </a:prstGeom>
          <a:solidFill xmlns:a="http://schemas.openxmlformats.org/drawingml/2006/main">
            <a:srgbClr val="80C783"/>
          </a:solidFill>
          <a:ln xmlns:a="http://schemas.openxmlformats.org/drawingml/2006/main" w="9525">
            <a:noFill/>
          </a:ln>
        </p:spPr>
      </p:sp>
      <p:sp>
        <p:nvSpPr>
          <p:cNvPr id="320" name="SE-086-316">
            <a:extLst xmlns:a="http://schemas.openxmlformats.org/drawingml/2006/main">
              <a:ext uri="{FF2B5EF4-FFF2-40B4-BE49-F238E27FC236}">
                <a16:creationId xmlns:a16="http://schemas.microsoft.com/office/drawing/2014/main" id="{AC80A30F-46BC-4C17-9704-8F6540454E7E}"/>
              </a:ext>
            </a:extLst>
          </p:cNvPr>
          <p:cNvSpPr>
            <a:spLocks xmlns:a="http://schemas.openxmlformats.org/drawingml/2006/main" noGrp="1"/>
          </p:cNvSpPr>
          <p:nvPr/>
        </p:nvSpPr>
        <p:spPr>
          <a:xfrm xmlns:a="http://schemas.openxmlformats.org/drawingml/2006/main">
            <a:off x="228600" y="5200650"/>
            <a:ext cx="46958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140" b="0" i="0">
                <a:solidFill>
                  <a:srgbClr val="111111"/>
                </a:solidFill>
                <a:latin typeface="Arial"/>
                <a:ea typeface="Arial"/>
                <a:cs typeface="Arial"/>
              </a:defRPr>
            </a:pPr>
            <a:r>
              <a:t>- def link_output_sshkey(args, sshkey: Optional[str]) -&gt; None:</a:t>
            </a:r>
          </a:p>
        </p:txBody>
      </p:sp>
      <p:sp>
        <p:nvSpPr>
          <p:cNvPr id="321" name="SE-086-317">
            <a:extLst xmlns:a="http://schemas.openxmlformats.org/drawingml/2006/main">
              <a:ext uri="{FF2B5EF4-FFF2-40B4-BE49-F238E27FC236}">
                <a16:creationId xmlns:a16="http://schemas.microsoft.com/office/drawing/2014/main" id="{E53BB882-AC15-48EC-8211-80FDB40B8F82}"/>
              </a:ext>
            </a:extLst>
          </p:cNvPr>
          <p:cNvSpPr>
            <a:spLocks xmlns:a="http://schemas.openxmlformats.org/drawingml/2006/main" noGrp="1"/>
          </p:cNvSpPr>
          <p:nvPr/>
        </p:nvSpPr>
        <p:spPr>
          <a:xfrm xmlns:a="http://schemas.openxmlformats.org/drawingml/2006/main">
            <a:off x="228600" y="5384483"/>
            <a:ext cx="46958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140" b="0" i="0">
                <a:solidFill>
                  <a:srgbClr val="111111"/>
                </a:solidFill>
                <a:latin typeface="Arial"/>
                <a:ea typeface="Arial"/>
                <a:cs typeface="Arial"/>
              </a:defRPr>
            </a:pPr>
            <a:r>
              <a:t>- def link_output_sshkey(args, sshkey: Optional[SomeIO]) -&gt; None:</a:t>
            </a:r>
          </a:p>
        </p:txBody>
      </p:sp>
      <p:sp>
        <p:nvSpPr>
          <p:cNvPr id="322" name="SE-086-318">
            <a:extLst xmlns:a="http://schemas.openxmlformats.org/drawingml/2006/main">
              <a:ext uri="{FF2B5EF4-FFF2-40B4-BE49-F238E27FC236}">
                <a16:creationId xmlns:a16="http://schemas.microsoft.com/office/drawing/2014/main" id="{5D48CC01-CCE2-41C9-A09B-D26F94CE90AE}"/>
              </a:ext>
            </a:extLst>
          </p:cNvPr>
          <p:cNvSpPr>
            <a:spLocks xmlns:a="http://schemas.openxmlformats.org/drawingml/2006/main" noGrp="1"/>
          </p:cNvSpPr>
          <p:nvPr/>
        </p:nvSpPr>
        <p:spPr>
          <a:xfrm xmlns:a="http://schemas.openxmlformats.org/drawingml/2006/main">
            <a:off x="228600" y="5568315"/>
            <a:ext cx="46958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140" b="0" i="0">
                <a:solidFill>
                  <a:srgbClr val="111111"/>
                </a:solidFill>
                <a:latin typeface="Arial"/>
                <a:ea typeface="Arial"/>
                <a:cs typeface="Arial"/>
              </a:defRPr>
            </a:pPr>
            <a:r>
              <a:t>...</a:t>
            </a:r>
          </a:p>
        </p:txBody>
      </p:sp>
      <p:sp>
        <p:nvSpPr>
          <p:cNvPr id="323" name="SE-086-319">
            <a:extLst xmlns:a="http://schemas.openxmlformats.org/drawingml/2006/main">
              <a:ext uri="{FF2B5EF4-FFF2-40B4-BE49-F238E27FC236}">
                <a16:creationId xmlns:a16="http://schemas.microsoft.com/office/drawing/2014/main" id="{D97CDF30-CBBD-443C-ACA7-13E3BC7A04EE}"/>
              </a:ext>
            </a:extLst>
          </p:cNvPr>
          <p:cNvSpPr>
            <a:spLocks xmlns:a="http://schemas.openxmlformats.org/drawingml/2006/main" noGrp="1"/>
          </p:cNvSpPr>
          <p:nvPr/>
        </p:nvSpPr>
        <p:spPr>
          <a:xfrm xmlns:a="http://schemas.openxmlformats.org/drawingml/2006/main">
            <a:off x="228600" y="5752148"/>
            <a:ext cx="46958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140" b="0" i="0">
                <a:solidFill>
                  <a:srgbClr val="111111"/>
                </a:solidFill>
                <a:latin typeface="Arial"/>
                <a:ea typeface="Arial"/>
                <a:cs typeface="Arial"/>
              </a:defRPr>
            </a:pPr>
            <a:r>
              <a:t>             with complete_step("Linking private ssh key file..."):</a:t>
            </a:r>
          </a:p>
        </p:txBody>
      </p:sp>
      <p:sp>
        <p:nvSpPr>
          <p:cNvPr id="324" name="SE-086-320">
            <a:extLst xmlns:a="http://schemas.openxmlformats.org/drawingml/2006/main">
              <a:ext uri="{FF2B5EF4-FFF2-40B4-BE49-F238E27FC236}">
                <a16:creationId xmlns:a16="http://schemas.microsoft.com/office/drawing/2014/main" id="{5C21F228-C5DC-418C-B2A0-19D2EC8DED3D}"/>
              </a:ext>
            </a:extLst>
          </p:cNvPr>
          <p:cNvSpPr>
            <a:spLocks xmlns:a="http://schemas.openxmlformats.org/drawingml/2006/main" noGrp="1"/>
          </p:cNvSpPr>
          <p:nvPr/>
        </p:nvSpPr>
        <p:spPr>
          <a:xfrm xmlns:a="http://schemas.openxmlformats.org/drawingml/2006/main">
            <a:off x="228600" y="5935980"/>
            <a:ext cx="46958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140" b="0" i="0">
                <a:solidFill>
                  <a:srgbClr val="111111"/>
                </a:solidFill>
                <a:latin typeface="Arial"/>
                <a:ea typeface="Arial"/>
                <a:cs typeface="Arial"/>
              </a:defRPr>
            </a:pPr>
            <a:r>
              <a:t>-                  _link_output(args, sshkey, args.output_sshkey)</a:t>
            </a:r>
          </a:p>
        </p:txBody>
      </p:sp>
      <p:sp>
        <p:nvSpPr>
          <p:cNvPr id="325" name="SE-086-321">
            <a:extLst xmlns:a="http://schemas.openxmlformats.org/drawingml/2006/main">
              <a:ext uri="{FF2B5EF4-FFF2-40B4-BE49-F238E27FC236}">
                <a16:creationId xmlns:a16="http://schemas.microsoft.com/office/drawing/2014/main" id="{F81C4CAF-D8D0-4354-B549-FD9A375AB6DE}"/>
              </a:ext>
            </a:extLst>
          </p:cNvPr>
          <p:cNvSpPr>
            <a:spLocks xmlns:a="http://schemas.openxmlformats.org/drawingml/2006/main" noGrp="1"/>
          </p:cNvSpPr>
          <p:nvPr/>
        </p:nvSpPr>
        <p:spPr>
          <a:xfrm xmlns:a="http://schemas.openxmlformats.org/drawingml/2006/main">
            <a:off x="228600" y="6119813"/>
            <a:ext cx="46958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140" b="0" i="0">
                <a:solidFill>
                  <a:srgbClr val="111111"/>
                </a:solidFill>
                <a:latin typeface="Arial"/>
                <a:ea typeface="Arial"/>
                <a:cs typeface="Arial"/>
              </a:defRPr>
            </a:pPr>
            <a:r>
              <a:t>+                  _link_output(args, sshkey.name, args.output_sshkey)</a:t>
            </a:r>
          </a:p>
        </p:txBody>
      </p:sp>
      <p:sp>
        <p:nvSpPr>
          <p:cNvPr id="326" name="SE-086-322">
            <a:extLst xmlns:a="http://schemas.openxmlformats.org/drawingml/2006/main">
              <a:ext uri="{FF2B5EF4-FFF2-40B4-BE49-F238E27FC236}">
                <a16:creationId xmlns:a16="http://schemas.microsoft.com/office/drawing/2014/main" id="{A9F9ED13-43D2-4FC9-A918-09033AAF5EA5}"/>
              </a:ext>
            </a:extLst>
          </p:cNvPr>
          <p:cNvSpPr>
            <a:spLocks xmlns:a="http://schemas.openxmlformats.org/drawingml/2006/main" noGrp="1"/>
          </p:cNvSpPr>
          <p:nvPr/>
        </p:nvSpPr>
        <p:spPr>
          <a:xfrm xmlns:a="http://schemas.openxmlformats.org/drawingml/2006/main">
            <a:off x="228600" y="6303645"/>
            <a:ext cx="46958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140" b="0" i="0">
                <a:solidFill>
                  <a:srgbClr val="111111"/>
                </a:solidFill>
                <a:latin typeface="Arial"/>
                <a:ea typeface="Arial"/>
                <a:cs typeface="Arial"/>
              </a:defRPr>
            </a:pPr>
            <a:r>
              <a:t>...</a:t>
            </a:r>
          </a:p>
        </p:txBody>
      </p:sp>
      <p:sp>
        <p:nvSpPr>
          <p:cNvPr id="327" name="SE-086-323">
            <a:extLst xmlns:a="http://schemas.openxmlformats.org/drawingml/2006/main">
              <a:ext uri="{FF2B5EF4-FFF2-40B4-BE49-F238E27FC236}">
                <a16:creationId xmlns:a16="http://schemas.microsoft.com/office/drawing/2014/main" id="{3E945084-BB8A-40AC-B4A8-0FF35BDD43FC}"/>
              </a:ext>
            </a:extLst>
          </p:cNvPr>
          <p:cNvSpPr>
            <a:spLocks xmlns:a="http://schemas.openxmlformats.org/drawingml/2006/main" noGrp="1"/>
          </p:cNvSpPr>
          <p:nvPr/>
        </p:nvSpPr>
        <p:spPr>
          <a:xfrm xmlns:a="http://schemas.openxmlformats.org/drawingml/2006/main">
            <a:off x="1276350" y="6600825"/>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i="0">
                <a:solidFill>
                  <a:srgbClr val="111111"/>
                </a:solidFill>
                <a:latin typeface="Arial Narrow"/>
                <a:ea typeface="Arial Narrow"/>
                <a:cs typeface="Arial Narrow"/>
              </a:defRPr>
            </a:pPr>
            <a:r>
              <a:rPr b="0" i="0">
                <a:solidFill>
                  <a:srgbClr val="808080"/>
                </a:solidFill>
              </a:rPr>
              <a:t>Retrieved Rank: 4,  </a:t>
            </a:r>
            <a:r>
              <a:rPr b="0" i="0">
                <a:solidFill>
                  <a:srgbClr val="111111"/>
                </a:solidFill>
              </a:rPr>
              <a:t>Rerank Rank: 1</a:t>
            </a:r>
          </a:p>
        </p:txBody>
      </p:sp>
      <p:pic>
        <p:nvPicPr>
          <p:cNvPr id="709" name=""/>
          <p:cNvPicPr>
            <a:picLocks xmlns:a="http://schemas.openxmlformats.org/drawingml/2006/main" noChangeAspect="1"/>
          </p:cNvPicPr>
          <p:nvPr/>
        </p:nvPicPr>
        <p:blipFill>
          <a:blip xmlns:r="http://schemas.openxmlformats.org/officeDocument/2006/relationships" xmlns:a="http://schemas.openxmlformats.org/drawingml/2006/main" r:embed="R4a01ad5a8e874434"/>
          <a:stretch xmlns:a="http://schemas.openxmlformats.org/drawingml/2006/main"/>
        </p:blipFill>
        <p:spPr>
          <a:xfrm xmlns:a="http://schemas.openxmlformats.org/drawingml/2006/main">
            <a:off x="6547247" y="542925"/>
            <a:ext cx="297656" cy="238125"/>
          </a:xfrm>
          <a:prstGeom xmlns:a="http://schemas.openxmlformats.org/drawingml/2006/main" prst="rect">
            <a:avLst/>
          </a:prstGeom>
        </p:spPr>
      </p:pic>
      <p:sp>
        <p:nvSpPr>
          <p:cNvPr id="329" name="SE-086-324">
            <a:extLst xmlns:a="http://schemas.openxmlformats.org/drawingml/2006/main">
              <a:ext uri="{FF2B5EF4-FFF2-40B4-BE49-F238E27FC236}">
                <a16:creationId xmlns:a16="http://schemas.microsoft.com/office/drawing/2014/main" id="{ED934146-245C-4C99-AE65-8EAB1562F2A6}"/>
              </a:ext>
            </a:extLst>
          </p:cNvPr>
          <p:cNvSpPr>
            <a:spLocks xmlns:a="http://schemas.openxmlformats.org/drawingml/2006/main" noGrp="1"/>
          </p:cNvSpPr>
          <p:nvPr/>
        </p:nvSpPr>
        <p:spPr>
          <a:xfrm xmlns:a="http://schemas.openxmlformats.org/drawingml/2006/main">
            <a:off x="6838950" y="533400"/>
            <a:ext cx="3295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13" b="1" i="0">
                <a:solidFill>
                  <a:srgbClr val="111111"/>
                </a:solidFill>
                <a:latin typeface="Arial Narrow"/>
                <a:ea typeface="Arial Narrow"/>
                <a:cs typeface="Arial Narrow"/>
              </a:defRPr>
            </a:pPr>
            <a:r>
              <a:rPr sz="1613" b="1" i="0">
                <a:solidFill>
                  <a:srgbClr val="111111"/>
                </a:solidFill>
                <a:latin typeface="Arial Narrow"/>
                <a:ea typeface="Arial Narrow"/>
                <a:cs typeface="Arial Narrow"/>
              </a:rPr>
              <a:t>Prompt for Retrieving Agent</a:t>
            </a:r>
          </a:p>
        </p:txBody>
      </p:sp>
      <p:sp>
        <p:nvSpPr>
          <p:cNvPr id="330" name="SE-086-325">
            <a:extLst xmlns:a="http://schemas.openxmlformats.org/drawingml/2006/main">
              <a:ext uri="{FF2B5EF4-FFF2-40B4-BE49-F238E27FC236}">
                <a16:creationId xmlns:a16="http://schemas.microsoft.com/office/drawing/2014/main" id="{37189354-F858-4CC4-8C52-3FA781906116}"/>
              </a:ext>
            </a:extLst>
          </p:cNvPr>
          <p:cNvSpPr>
            <a:spLocks xmlns:a="http://schemas.openxmlformats.org/drawingml/2006/main" noGrp="1"/>
          </p:cNvSpPr>
          <p:nvPr/>
        </p:nvSpPr>
        <p:spPr>
          <a:xfrm xmlns:a="http://schemas.openxmlformats.org/drawingml/2006/main">
            <a:off x="5772150" y="771525"/>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83" b="0" i="0">
                <a:solidFill>
                  <a:srgbClr val="111111"/>
                </a:solidFill>
                <a:latin typeface="Arial Narrow"/>
                <a:ea typeface="Arial Narrow"/>
                <a:cs typeface="Arial Narrow"/>
              </a:defRPr>
            </a:pPr>
            <a:r>
              <a:rPr b="1" i="0">
                <a:solidFill>
                  <a:srgbClr val="7C40A8"/>
                </a:solidFill>
              </a:rPr>
              <a:t>[Task] </a:t>
            </a:r>
            <a:r>
              <a:t>You are an AI assistant specialized in code understanding. Your</a:t>
            </a:r>
          </a:p>
        </p:txBody>
      </p:sp>
      <p:sp>
        <p:nvSpPr>
          <p:cNvPr id="331" name="SE-086-326">
            <a:extLst xmlns:a="http://schemas.openxmlformats.org/drawingml/2006/main">
              <a:ext uri="{FF2B5EF4-FFF2-40B4-BE49-F238E27FC236}">
                <a16:creationId xmlns:a16="http://schemas.microsoft.com/office/drawing/2014/main" id="{1C84E3DF-C01F-4A79-A563-50155CD07682}"/>
              </a:ext>
            </a:extLst>
          </p:cNvPr>
          <p:cNvSpPr>
            <a:spLocks xmlns:a="http://schemas.openxmlformats.org/drawingml/2006/main" noGrp="1"/>
          </p:cNvSpPr>
          <p:nvPr/>
        </p:nvSpPr>
        <p:spPr>
          <a:xfrm xmlns:a="http://schemas.openxmlformats.org/drawingml/2006/main">
            <a:off x="5772150" y="952500"/>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83" b="0" i="0">
                <a:solidFill>
                  <a:srgbClr val="111111"/>
                </a:solidFill>
                <a:latin typeface="Arial Narrow"/>
                <a:ea typeface="Arial Narrow"/>
                <a:cs typeface="Arial Narrow"/>
              </a:defRPr>
            </a:pPr>
            <a:r>
              <a:t>task is selecting semantic-related type annotations from all provided</a:t>
            </a:r>
          </a:p>
        </p:txBody>
      </p:sp>
      <p:sp>
        <p:nvSpPr>
          <p:cNvPr id="332" name="SE-086-327">
            <a:extLst xmlns:a="http://schemas.openxmlformats.org/drawingml/2006/main">
              <a:ext uri="{FF2B5EF4-FFF2-40B4-BE49-F238E27FC236}">
                <a16:creationId xmlns:a16="http://schemas.microsoft.com/office/drawing/2014/main" id="{2F383FBC-B31F-4D27-9BF0-179C40AF372A}"/>
              </a:ext>
            </a:extLst>
          </p:cNvPr>
          <p:cNvSpPr>
            <a:spLocks xmlns:a="http://schemas.openxmlformats.org/drawingml/2006/main" noGrp="1"/>
          </p:cNvSpPr>
          <p:nvPr/>
        </p:nvSpPr>
        <p:spPr>
          <a:xfrm xmlns:a="http://schemas.openxmlformats.org/drawingml/2006/main">
            <a:off x="5772150" y="1133475"/>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83" b="0" i="0">
                <a:solidFill>
                  <a:srgbClr val="111111"/>
                </a:solidFill>
                <a:latin typeface="Arial Narrow"/>
                <a:ea typeface="Arial Narrow"/>
                <a:cs typeface="Arial Narrow"/>
              </a:defRPr>
            </a:pPr>
            <a:r>
              <a:t>type annotations </a:t>
            </a:r>
            <a:r>
              <a:rPr b="0" i="1">
                <a:solidFill>
                  <a:srgbClr val="111111"/>
                </a:solidFill>
              </a:rPr>
              <a:t>[All Available Type Annotation]</a:t>
            </a:r>
            <a:r>
              <a:t> based on the given</a:t>
            </a:r>
          </a:p>
        </p:txBody>
      </p:sp>
      <p:sp>
        <p:nvSpPr>
          <p:cNvPr id="333" name="SE-086-328">
            <a:extLst xmlns:a="http://schemas.openxmlformats.org/drawingml/2006/main">
              <a:ext uri="{FF2B5EF4-FFF2-40B4-BE49-F238E27FC236}">
                <a16:creationId xmlns:a16="http://schemas.microsoft.com/office/drawing/2014/main" id="{D9CEBA60-F7FD-458E-B9F0-FC6901193FB4}"/>
              </a:ext>
            </a:extLst>
          </p:cNvPr>
          <p:cNvSpPr>
            <a:spLocks xmlns:a="http://schemas.openxmlformats.org/drawingml/2006/main" noGrp="1"/>
          </p:cNvSpPr>
          <p:nvPr/>
        </p:nvSpPr>
        <p:spPr>
          <a:xfrm xmlns:a="http://schemas.openxmlformats.org/drawingml/2006/main">
            <a:off x="5772150" y="1314450"/>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83" b="0" i="0">
                <a:solidFill>
                  <a:srgbClr val="111111"/>
                </a:solidFill>
                <a:latin typeface="Arial Narrow"/>
                <a:ea typeface="Arial Narrow"/>
                <a:cs typeface="Arial Narrow"/>
              </a:defRPr>
            </a:pPr>
            <a:r>
              <a:t>code </a:t>
            </a:r>
            <a:r>
              <a:rPr b="0" i="1">
                <a:solidFill>
                  <a:srgbClr val="111111"/>
                </a:solidFill>
              </a:rPr>
              <a:t>[Code Snippet].</a:t>
            </a:r>
          </a:p>
        </p:txBody>
      </p:sp>
      <p:sp>
        <p:nvSpPr>
          <p:cNvPr id="334" name="SE-086-329">
            <a:extLst xmlns:a="http://schemas.openxmlformats.org/drawingml/2006/main">
              <a:ext uri="{FF2B5EF4-FFF2-40B4-BE49-F238E27FC236}">
                <a16:creationId xmlns:a16="http://schemas.microsoft.com/office/drawing/2014/main" id="{0EA909F0-9509-4880-AADC-2182D6B3B9CC}"/>
              </a:ext>
            </a:extLst>
          </p:cNvPr>
          <p:cNvSpPr>
            <a:spLocks xmlns:a="http://schemas.openxmlformats.org/drawingml/2006/main" noGrp="1"/>
          </p:cNvSpPr>
          <p:nvPr/>
        </p:nvSpPr>
        <p:spPr>
          <a:xfrm xmlns:a="http://schemas.openxmlformats.org/drawingml/2006/main">
            <a:off x="5772150" y="1495425"/>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83" b="0" i="0">
                <a:solidFill>
                  <a:srgbClr val="111111"/>
                </a:solidFill>
                <a:latin typeface="Arial Narrow"/>
                <a:ea typeface="Arial Narrow"/>
                <a:cs typeface="Arial Narrow"/>
              </a:defRPr>
            </a:pPr>
            <a:r>
              <a:rPr b="1" i="0">
                <a:solidFill>
                  <a:srgbClr val="7C40A8"/>
                </a:solidFill>
              </a:rPr>
              <a:t>[Guidence] </a:t>
            </a:r>
            <a:r>
              <a:t>Understand the given code snippet and explain the</a:t>
            </a:r>
          </a:p>
        </p:txBody>
      </p:sp>
      <p:sp>
        <p:nvSpPr>
          <p:cNvPr id="335" name="SE-086-330">
            <a:extLst xmlns:a="http://schemas.openxmlformats.org/drawingml/2006/main">
              <a:ext uri="{FF2B5EF4-FFF2-40B4-BE49-F238E27FC236}">
                <a16:creationId xmlns:a16="http://schemas.microsoft.com/office/drawing/2014/main" id="{8D086450-FC08-444A-BC73-0508B2094D25}"/>
              </a:ext>
            </a:extLst>
          </p:cNvPr>
          <p:cNvSpPr>
            <a:spLocks xmlns:a="http://schemas.openxmlformats.org/drawingml/2006/main" noGrp="1"/>
          </p:cNvSpPr>
          <p:nvPr/>
        </p:nvSpPr>
        <p:spPr>
          <a:xfrm xmlns:a="http://schemas.openxmlformats.org/drawingml/2006/main">
            <a:off x="5772150" y="1676400"/>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83" b="0" i="0">
                <a:solidFill>
                  <a:srgbClr val="111111"/>
                </a:solidFill>
                <a:latin typeface="Arial Narrow"/>
                <a:ea typeface="Arial Narrow"/>
                <a:cs typeface="Arial Narrow"/>
              </a:defRPr>
            </a:pPr>
            <a:r>
              <a:t>semantic relationship its purpose and selected type annotations.</a:t>
            </a:r>
          </a:p>
        </p:txBody>
      </p:sp>
      <p:sp>
        <p:nvSpPr>
          <p:cNvPr id="336" name="SE-086-331">
            <a:extLst xmlns:a="http://schemas.openxmlformats.org/drawingml/2006/main">
              <a:ext uri="{FF2B5EF4-FFF2-40B4-BE49-F238E27FC236}">
                <a16:creationId xmlns:a16="http://schemas.microsoft.com/office/drawing/2014/main" id="{A6E59AA7-BFE6-4AB8-9501-1B7F33CBF711}"/>
              </a:ext>
            </a:extLst>
          </p:cNvPr>
          <p:cNvSpPr>
            <a:spLocks xmlns:a="http://schemas.openxmlformats.org/drawingml/2006/main" noGrp="1"/>
          </p:cNvSpPr>
          <p:nvPr/>
        </p:nvSpPr>
        <p:spPr>
          <a:xfrm xmlns:a="http://schemas.openxmlformats.org/drawingml/2006/main">
            <a:off x="10506075" y="828675"/>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35" b="0" i="0">
                <a:solidFill>
                  <a:srgbClr val="111111"/>
                </a:solidFill>
                <a:latin typeface="Arial Narrow"/>
                <a:ea typeface="Arial Narrow"/>
                <a:cs typeface="Arial Narrow"/>
              </a:defRPr>
            </a:pPr>
            <a:r>
              <a:rPr b="1" i="0">
                <a:solidFill>
                  <a:srgbClr val="7C40A8"/>
                </a:solidFill>
              </a:rPr>
              <a:t>[Annotation Candidates]:</a:t>
            </a:r>
          </a:p>
        </p:txBody>
      </p:sp>
      <p:sp>
        <p:nvSpPr>
          <p:cNvPr id="337" name="SE-086-332">
            <a:extLst xmlns:a="http://schemas.openxmlformats.org/drawingml/2006/main">
              <a:ext uri="{FF2B5EF4-FFF2-40B4-BE49-F238E27FC236}">
                <a16:creationId xmlns:a16="http://schemas.microsoft.com/office/drawing/2014/main" id="{AE00F096-60FD-4F3C-922E-3099630AD9CF}"/>
              </a:ext>
            </a:extLst>
          </p:cNvPr>
          <p:cNvSpPr>
            <a:spLocks xmlns:a="http://schemas.openxmlformats.org/drawingml/2006/main" noGrp="1"/>
          </p:cNvSpPr>
          <p:nvPr/>
        </p:nvSpPr>
        <p:spPr>
          <a:xfrm xmlns:a="http://schemas.openxmlformats.org/drawingml/2006/main">
            <a:off x="10506075" y="1019175"/>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35" b="0" i="0">
                <a:solidFill>
                  <a:srgbClr val="111111"/>
                </a:solidFill>
                <a:latin typeface="Arial Narrow"/>
                <a:ea typeface="Arial Narrow"/>
                <a:cs typeface="Arial Narrow"/>
              </a:defRPr>
            </a:pPr>
            <a:r>
              <a:t>TextIO, List, Set, bool, ContextManager,</a:t>
            </a:r>
          </a:p>
        </p:txBody>
      </p:sp>
      <p:sp>
        <p:nvSpPr>
          <p:cNvPr id="338" name="SE-086-333">
            <a:extLst xmlns:a="http://schemas.openxmlformats.org/drawingml/2006/main">
              <a:ext uri="{FF2B5EF4-FFF2-40B4-BE49-F238E27FC236}">
                <a16:creationId xmlns:a16="http://schemas.microsoft.com/office/drawing/2014/main" id="{2272D0AE-E168-4296-B760-E074EE841B2A}"/>
              </a:ext>
            </a:extLst>
          </p:cNvPr>
          <p:cNvSpPr>
            <a:spLocks xmlns:a="http://schemas.openxmlformats.org/drawingml/2006/main" noGrp="1"/>
          </p:cNvSpPr>
          <p:nvPr/>
        </p:nvSpPr>
        <p:spPr>
          <a:xfrm xmlns:a="http://schemas.openxmlformats.org/drawingml/2006/main">
            <a:off x="10506075" y="1209675"/>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35" b="0" i="0">
                <a:solidFill>
                  <a:srgbClr val="111111"/>
                </a:solidFill>
                <a:latin typeface="Arial Narrow"/>
                <a:ea typeface="Arial Narrow"/>
                <a:cs typeface="Arial Narrow"/>
              </a:defRPr>
            </a:pPr>
            <a:r>
              <a:t>str, IO, </a:t>
            </a:r>
            <a:r>
              <a:rPr b="1" i="0">
                <a:solidFill>
                  <a:srgbClr val="7C40A8"/>
                </a:solidFill>
              </a:rPr>
              <a:t>SomeIO</a:t>
            </a:r>
            <a:r>
              <a:t>, Generator, Callable,</a:t>
            </a:r>
          </a:p>
        </p:txBody>
      </p:sp>
      <p:sp>
        <p:nvSpPr>
          <p:cNvPr id="339" name="SE-086-334">
            <a:extLst xmlns:a="http://schemas.openxmlformats.org/drawingml/2006/main">
              <a:ext uri="{FF2B5EF4-FFF2-40B4-BE49-F238E27FC236}">
                <a16:creationId xmlns:a16="http://schemas.microsoft.com/office/drawing/2014/main" id="{95D7226B-42A5-4A8A-AEE0-BE5A25918546}"/>
              </a:ext>
            </a:extLst>
          </p:cNvPr>
          <p:cNvSpPr>
            <a:spLocks xmlns:a="http://schemas.openxmlformats.org/drawingml/2006/main" noGrp="1"/>
          </p:cNvSpPr>
          <p:nvPr/>
        </p:nvSpPr>
        <p:spPr>
          <a:xfrm xmlns:a="http://schemas.openxmlformats.org/drawingml/2006/main">
            <a:off x="10506075" y="1400175"/>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35" b="0" i="0">
                <a:solidFill>
                  <a:srgbClr val="111111"/>
                </a:solidFill>
                <a:latin typeface="Arial Narrow"/>
                <a:ea typeface="Arial Narrow"/>
                <a:cs typeface="Arial Narrow"/>
              </a:defRPr>
            </a:pPr>
            <a:r>
              <a:t>None</a:t>
            </a:r>
          </a:p>
        </p:txBody>
      </p:sp>
      <p:pic>
        <p:nvPicPr>
          <p:cNvPr id="721" name=""/>
          <p:cNvPicPr>
            <a:picLocks xmlns:a="http://schemas.openxmlformats.org/drawingml/2006/main" noChangeAspect="1"/>
          </p:cNvPicPr>
          <p:nvPr/>
        </p:nvPicPr>
        <p:blipFill>
          <a:blip xmlns:r="http://schemas.openxmlformats.org/officeDocument/2006/relationships" xmlns:a="http://schemas.openxmlformats.org/drawingml/2006/main" r:embed="R78b8c47081f644ed"/>
          <a:stretch xmlns:a="http://schemas.openxmlformats.org/drawingml/2006/main"/>
        </p:blipFill>
        <p:spPr>
          <a:xfrm xmlns:a="http://schemas.openxmlformats.org/drawingml/2006/main">
            <a:off x="6547247" y="2838450"/>
            <a:ext cx="297656" cy="238125"/>
          </a:xfrm>
          <a:prstGeom xmlns:a="http://schemas.openxmlformats.org/drawingml/2006/main" prst="rect">
            <a:avLst/>
          </a:prstGeom>
        </p:spPr>
      </p:pic>
      <p:sp>
        <p:nvSpPr>
          <p:cNvPr id="341" name="SE-086-335">
            <a:extLst xmlns:a="http://schemas.openxmlformats.org/drawingml/2006/main">
              <a:ext uri="{FF2B5EF4-FFF2-40B4-BE49-F238E27FC236}">
                <a16:creationId xmlns:a16="http://schemas.microsoft.com/office/drawing/2014/main" id="{D8780BA4-9E51-49E4-BC55-3CDDD6B6A0D2}"/>
              </a:ext>
            </a:extLst>
          </p:cNvPr>
          <p:cNvSpPr>
            <a:spLocks xmlns:a="http://schemas.openxmlformats.org/drawingml/2006/main" noGrp="1"/>
          </p:cNvSpPr>
          <p:nvPr/>
        </p:nvSpPr>
        <p:spPr>
          <a:xfrm xmlns:a="http://schemas.openxmlformats.org/drawingml/2006/main">
            <a:off x="6838950" y="2819400"/>
            <a:ext cx="3295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13" b="1" i="0">
                <a:solidFill>
                  <a:srgbClr val="111111"/>
                </a:solidFill>
                <a:latin typeface="Arial Narrow"/>
                <a:ea typeface="Arial Narrow"/>
                <a:cs typeface="Arial Narrow"/>
              </a:defRPr>
            </a:pPr>
            <a:r>
              <a:rPr sz="1613" b="1" i="0">
                <a:solidFill>
                  <a:srgbClr val="111111"/>
                </a:solidFill>
                <a:latin typeface="Arial Narrow"/>
                <a:ea typeface="Arial Narrow"/>
                <a:cs typeface="Arial Narrow"/>
              </a:rPr>
              <a:t>Prompt for Updating Agent</a:t>
            </a:r>
          </a:p>
        </p:txBody>
      </p:sp>
      <p:sp>
        <p:nvSpPr>
          <p:cNvPr id="342" name="SE-086-336">
            <a:extLst xmlns:a="http://schemas.openxmlformats.org/drawingml/2006/main">
              <a:ext uri="{FF2B5EF4-FFF2-40B4-BE49-F238E27FC236}">
                <a16:creationId xmlns:a16="http://schemas.microsoft.com/office/drawing/2014/main" id="{FFBC82FF-E900-4275-8044-35B6CCF56D91}"/>
              </a:ext>
            </a:extLst>
          </p:cNvPr>
          <p:cNvSpPr>
            <a:spLocks xmlns:a="http://schemas.openxmlformats.org/drawingml/2006/main" noGrp="1"/>
          </p:cNvSpPr>
          <p:nvPr/>
        </p:nvSpPr>
        <p:spPr>
          <a:xfrm xmlns:a="http://schemas.openxmlformats.org/drawingml/2006/main">
            <a:off x="5772150" y="3067050"/>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rPr b="1" i="0">
                <a:solidFill>
                  <a:srgbClr val="0084C7"/>
                </a:solidFill>
              </a:rPr>
              <a:t>[Task] </a:t>
            </a:r>
            <a:r>
              <a:t>You are an AI assistant specialized in suggesting type</a:t>
            </a:r>
          </a:p>
        </p:txBody>
      </p:sp>
      <p:sp>
        <p:nvSpPr>
          <p:cNvPr id="343" name="SE-086-337">
            <a:extLst xmlns:a="http://schemas.openxmlformats.org/drawingml/2006/main">
              <a:ext uri="{FF2B5EF4-FFF2-40B4-BE49-F238E27FC236}">
                <a16:creationId xmlns:a16="http://schemas.microsoft.com/office/drawing/2014/main" id="{331E8B66-754C-40AD-886B-DCDC5F4255CD}"/>
              </a:ext>
            </a:extLst>
          </p:cNvPr>
          <p:cNvSpPr>
            <a:spLocks xmlns:a="http://schemas.openxmlformats.org/drawingml/2006/main" noGrp="1"/>
          </p:cNvSpPr>
          <p:nvPr/>
        </p:nvSpPr>
        <p:spPr>
          <a:xfrm xmlns:a="http://schemas.openxmlformats.org/drawingml/2006/main">
            <a:off x="5772150" y="3248025"/>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t>annotation. Your task is to update </a:t>
            </a:r>
            <a:r>
              <a:rPr b="0" i="1">
                <a:solidFill>
                  <a:srgbClr val="111111"/>
                </a:solidFill>
              </a:rPr>
              <a:t>[Original Type Annotation]</a:t>
            </a:r>
          </a:p>
        </p:txBody>
      </p:sp>
      <p:sp>
        <p:nvSpPr>
          <p:cNvPr id="344" name="SE-086-338">
            <a:extLst xmlns:a="http://schemas.openxmlformats.org/drawingml/2006/main">
              <a:ext uri="{FF2B5EF4-FFF2-40B4-BE49-F238E27FC236}">
                <a16:creationId xmlns:a16="http://schemas.microsoft.com/office/drawing/2014/main" id="{03790D35-CE71-4AB9-9EEF-93AF7D96E8B8}"/>
              </a:ext>
            </a:extLst>
          </p:cNvPr>
          <p:cNvSpPr>
            <a:spLocks xmlns:a="http://schemas.openxmlformats.org/drawingml/2006/main" noGrp="1"/>
          </p:cNvSpPr>
          <p:nvPr/>
        </p:nvSpPr>
        <p:spPr>
          <a:xfrm xmlns:a="http://schemas.openxmlformats.org/drawingml/2006/main">
            <a:off x="5772150" y="3429000"/>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rPr b="0" i="1">
                <a:solidFill>
                  <a:srgbClr val="111111"/>
                </a:solidFill>
              </a:rPr>
              <a:t>[Annotated Code Element]</a:t>
            </a:r>
            <a:r>
              <a:t> from </a:t>
            </a:r>
            <a:r>
              <a:rPr b="0" i="1">
                <a:solidFill>
                  <a:srgbClr val="7C40A8"/>
                </a:solidFill>
              </a:rPr>
              <a:t>[Annotation Candidates]</a:t>
            </a:r>
            <a:r>
              <a:t> based on</a:t>
            </a:r>
          </a:p>
        </p:txBody>
      </p:sp>
      <p:sp>
        <p:nvSpPr>
          <p:cNvPr id="345" name="SE-086-339">
            <a:extLst xmlns:a="http://schemas.openxmlformats.org/drawingml/2006/main">
              <a:ext uri="{FF2B5EF4-FFF2-40B4-BE49-F238E27FC236}">
                <a16:creationId xmlns:a16="http://schemas.microsoft.com/office/drawing/2014/main" id="{9C9DADAB-8B73-4824-98B9-652784E3E7A0}"/>
              </a:ext>
            </a:extLst>
          </p:cNvPr>
          <p:cNvSpPr>
            <a:spLocks xmlns:a="http://schemas.openxmlformats.org/drawingml/2006/main" noGrp="1"/>
          </p:cNvSpPr>
          <p:nvPr/>
        </p:nvSpPr>
        <p:spPr>
          <a:xfrm xmlns:a="http://schemas.openxmlformats.org/drawingml/2006/main">
            <a:off x="5772150" y="3609975"/>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rPr b="0" i="1">
                <a:solidFill>
                  <a:srgbClr val="111111"/>
                </a:solidFill>
              </a:rPr>
              <a:t>[Code Diff]</a:t>
            </a:r>
            <a:r>
              <a:t> and </a:t>
            </a:r>
            <a:r>
              <a:rPr b="0" i="1">
                <a:solidFill>
                  <a:srgbClr val="AA841A"/>
                </a:solidFill>
              </a:rPr>
              <a:t>[Guiding Example Explanations].</a:t>
            </a:r>
          </a:p>
        </p:txBody>
      </p:sp>
      <p:sp>
        <p:nvSpPr>
          <p:cNvPr id="346" name="SE-086-340">
            <a:extLst xmlns:a="http://schemas.openxmlformats.org/drawingml/2006/main">
              <a:ext uri="{FF2B5EF4-FFF2-40B4-BE49-F238E27FC236}">
                <a16:creationId xmlns:a16="http://schemas.microsoft.com/office/drawing/2014/main" id="{F0202D63-4395-42FE-BCA9-7766B2E9CD9A}"/>
              </a:ext>
            </a:extLst>
          </p:cNvPr>
          <p:cNvSpPr>
            <a:spLocks xmlns:a="http://schemas.openxmlformats.org/drawingml/2006/main" noGrp="1"/>
          </p:cNvSpPr>
          <p:nvPr/>
        </p:nvSpPr>
        <p:spPr>
          <a:xfrm xmlns:a="http://schemas.openxmlformats.org/drawingml/2006/main">
            <a:off x="5772150" y="3790950"/>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rPr b="1" i="0">
                <a:solidFill>
                  <a:srgbClr val="0084C7"/>
                </a:solidFill>
              </a:rPr>
              <a:t>[CoTGuidence]</a:t>
            </a:r>
          </a:p>
        </p:txBody>
      </p:sp>
      <p:sp>
        <p:nvSpPr>
          <p:cNvPr id="347" name="SE-086-341">
            <a:extLst xmlns:a="http://schemas.openxmlformats.org/drawingml/2006/main">
              <a:ext uri="{FF2B5EF4-FFF2-40B4-BE49-F238E27FC236}">
                <a16:creationId xmlns:a16="http://schemas.microsoft.com/office/drawing/2014/main" id="{48EEF241-6520-44CC-ABE0-09CF9C8334DD}"/>
              </a:ext>
            </a:extLst>
          </p:cNvPr>
          <p:cNvSpPr>
            <a:spLocks xmlns:a="http://schemas.openxmlformats.org/drawingml/2006/main" noGrp="1"/>
          </p:cNvSpPr>
          <p:nvPr/>
        </p:nvSpPr>
        <p:spPr>
          <a:xfrm xmlns:a="http://schemas.openxmlformats.org/drawingml/2006/main">
            <a:off x="5772150" y="3971925"/>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t>1. Analyze how the code changes affect the function’s input or output.</a:t>
            </a:r>
          </a:p>
        </p:txBody>
      </p:sp>
      <p:sp>
        <p:nvSpPr>
          <p:cNvPr id="348" name="SE-086-342">
            <a:extLst xmlns:a="http://schemas.openxmlformats.org/drawingml/2006/main">
              <a:ext uri="{FF2B5EF4-FFF2-40B4-BE49-F238E27FC236}">
                <a16:creationId xmlns:a16="http://schemas.microsoft.com/office/drawing/2014/main" id="{E87386C8-6142-4DA3-B7D2-2035B2A89E60}"/>
              </a:ext>
            </a:extLst>
          </p:cNvPr>
          <p:cNvSpPr>
            <a:spLocks xmlns:a="http://schemas.openxmlformats.org/drawingml/2006/main" noGrp="1"/>
          </p:cNvSpPr>
          <p:nvPr/>
        </p:nvSpPr>
        <p:spPr>
          <a:xfrm xmlns:a="http://schemas.openxmlformats.org/drawingml/2006/main">
            <a:off x="5772150" y="4152900"/>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t>2. Trace the data flow about the argument or the return value.</a:t>
            </a:r>
          </a:p>
        </p:txBody>
      </p:sp>
      <p:sp>
        <p:nvSpPr>
          <p:cNvPr id="349" name="SE-086-343">
            <a:extLst xmlns:a="http://schemas.openxmlformats.org/drawingml/2006/main">
              <a:ext uri="{FF2B5EF4-FFF2-40B4-BE49-F238E27FC236}">
                <a16:creationId xmlns:a16="http://schemas.microsoft.com/office/drawing/2014/main" id="{635425AB-4F0C-4BBB-A9B8-C578D0E2CC14}"/>
              </a:ext>
            </a:extLst>
          </p:cNvPr>
          <p:cNvSpPr>
            <a:spLocks xmlns:a="http://schemas.openxmlformats.org/drawingml/2006/main" noGrp="1"/>
          </p:cNvSpPr>
          <p:nvPr/>
        </p:nvSpPr>
        <p:spPr>
          <a:xfrm xmlns:a="http://schemas.openxmlformats.org/drawingml/2006/main">
            <a:off x="5772150" y="4333875"/>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t>3. Select and build the most appropriate type annotation.</a:t>
            </a:r>
          </a:p>
        </p:txBody>
      </p:sp>
      <p:sp>
        <p:nvSpPr>
          <p:cNvPr id="350" name="SE-086-344">
            <a:extLst xmlns:a="http://schemas.openxmlformats.org/drawingml/2006/main">
              <a:ext uri="{FF2B5EF4-FFF2-40B4-BE49-F238E27FC236}">
                <a16:creationId xmlns:a16="http://schemas.microsoft.com/office/drawing/2014/main" id="{7E6FD36F-EEBF-4747-98A6-4CF8A4ACBBC4}"/>
              </a:ext>
            </a:extLst>
          </p:cNvPr>
          <p:cNvSpPr>
            <a:spLocks xmlns:a="http://schemas.openxmlformats.org/drawingml/2006/main" noGrp="1"/>
          </p:cNvSpPr>
          <p:nvPr/>
        </p:nvSpPr>
        <p:spPr>
          <a:xfrm xmlns:a="http://schemas.openxmlformats.org/drawingml/2006/main">
            <a:off x="5772150" y="4514850"/>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rPr b="1" i="0">
                <a:solidFill>
                  <a:srgbClr val="0084C7"/>
                </a:solidFill>
              </a:rPr>
              <a:t>[Output]</a:t>
            </a:r>
          </a:p>
        </p:txBody>
      </p:sp>
      <p:sp>
        <p:nvSpPr>
          <p:cNvPr id="351" name="SE-086-345">
            <a:extLst xmlns:a="http://schemas.openxmlformats.org/drawingml/2006/main">
              <a:ext uri="{FF2B5EF4-FFF2-40B4-BE49-F238E27FC236}">
                <a16:creationId xmlns:a16="http://schemas.microsoft.com/office/drawing/2014/main" id="{3BC26DB2-9490-4F09-8427-4CE7944283C8}"/>
              </a:ext>
            </a:extLst>
          </p:cNvPr>
          <p:cNvSpPr>
            <a:spLocks xmlns:a="http://schemas.openxmlformats.org/drawingml/2006/main" noGrp="1"/>
          </p:cNvSpPr>
          <p:nvPr/>
        </p:nvSpPr>
        <p:spPr>
          <a:xfrm xmlns:a="http://schemas.openxmlformats.org/drawingml/2006/main">
            <a:off x="5772150" y="4695825"/>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t>You should reply with the following formats: [Old Type</a:t>
            </a:r>
          </a:p>
        </p:txBody>
      </p:sp>
      <p:sp>
        <p:nvSpPr>
          <p:cNvPr id="352" name="SE-086-346">
            <a:extLst xmlns:a="http://schemas.openxmlformats.org/drawingml/2006/main">
              <a:ext uri="{FF2B5EF4-FFF2-40B4-BE49-F238E27FC236}">
                <a16:creationId xmlns:a16="http://schemas.microsoft.com/office/drawing/2014/main" id="{A0271148-30C6-4688-A1BB-F2D26771FD07}"/>
              </a:ext>
            </a:extLst>
          </p:cNvPr>
          <p:cNvSpPr>
            <a:spLocks xmlns:a="http://schemas.openxmlformats.org/drawingml/2006/main" noGrp="1"/>
          </p:cNvSpPr>
          <p:nvPr/>
        </p:nvSpPr>
        <p:spPr>
          <a:xfrm xmlns:a="http://schemas.openxmlformats.org/drawingml/2006/main">
            <a:off x="5772150" y="4876800"/>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t>Annotation], [New Type Annotation], [Explanation]</a:t>
            </a:r>
          </a:p>
        </p:txBody>
      </p:sp>
      <p:sp>
        <p:nvSpPr>
          <p:cNvPr id="353" name="SE-086-347">
            <a:extLst xmlns:a="http://schemas.openxmlformats.org/drawingml/2006/main">
              <a:ext uri="{FF2B5EF4-FFF2-40B4-BE49-F238E27FC236}">
                <a16:creationId xmlns:a16="http://schemas.microsoft.com/office/drawing/2014/main" id="{CBFDBF64-0C00-400B-B88E-9CA055CEC2CE}"/>
              </a:ext>
            </a:extLst>
          </p:cNvPr>
          <p:cNvSpPr>
            <a:spLocks xmlns:a="http://schemas.openxmlformats.org/drawingml/2006/main" noGrp="1"/>
          </p:cNvSpPr>
          <p:nvPr/>
        </p:nvSpPr>
        <p:spPr>
          <a:xfrm xmlns:a="http://schemas.openxmlformats.org/drawingml/2006/main">
            <a:off x="10506075" y="3028950"/>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20" b="0" i="0">
                <a:solidFill>
                  <a:srgbClr val="111111"/>
                </a:solidFill>
                <a:latin typeface="Arial Narrow"/>
                <a:ea typeface="Arial Narrow"/>
                <a:cs typeface="Arial Narrow"/>
              </a:defRPr>
            </a:pPr>
            <a:r>
              <a:rPr b="1" i="0">
                <a:solidFill>
                  <a:srgbClr val="0084C7"/>
                </a:solidFill>
              </a:rPr>
              <a:t>[Output]:</a:t>
            </a:r>
          </a:p>
        </p:txBody>
      </p:sp>
      <p:sp>
        <p:nvSpPr>
          <p:cNvPr id="354" name="SE-086-348">
            <a:extLst xmlns:a="http://schemas.openxmlformats.org/drawingml/2006/main">
              <a:ext uri="{FF2B5EF4-FFF2-40B4-BE49-F238E27FC236}">
                <a16:creationId xmlns:a16="http://schemas.microsoft.com/office/drawing/2014/main" id="{755F0E5B-6E3C-4B61-9E10-8D74262E8542}"/>
              </a:ext>
            </a:extLst>
          </p:cNvPr>
          <p:cNvSpPr>
            <a:spLocks xmlns:a="http://schemas.openxmlformats.org/drawingml/2006/main" noGrp="1"/>
          </p:cNvSpPr>
          <p:nvPr/>
        </p:nvSpPr>
        <p:spPr>
          <a:xfrm xmlns:a="http://schemas.openxmlformats.org/drawingml/2006/main">
            <a:off x="10506075" y="3210878"/>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20" b="0" i="0">
                <a:solidFill>
                  <a:srgbClr val="111111"/>
                </a:solidFill>
                <a:latin typeface="Arial Narrow"/>
                <a:ea typeface="Arial Narrow"/>
                <a:cs typeface="Arial Narrow"/>
              </a:defRPr>
            </a:pPr>
            <a:r>
              <a:t>Old Type Annotation: Optional[str]</a:t>
            </a:r>
          </a:p>
        </p:txBody>
      </p:sp>
      <p:sp>
        <p:nvSpPr>
          <p:cNvPr id="355" name="SE-086-349">
            <a:extLst xmlns:a="http://schemas.openxmlformats.org/drawingml/2006/main">
              <a:ext uri="{FF2B5EF4-FFF2-40B4-BE49-F238E27FC236}">
                <a16:creationId xmlns:a16="http://schemas.microsoft.com/office/drawing/2014/main" id="{E10DECA7-9047-43C5-9182-8692927B15E6}"/>
              </a:ext>
            </a:extLst>
          </p:cNvPr>
          <p:cNvSpPr>
            <a:spLocks xmlns:a="http://schemas.openxmlformats.org/drawingml/2006/main" noGrp="1"/>
          </p:cNvSpPr>
          <p:nvPr/>
        </p:nvSpPr>
        <p:spPr>
          <a:xfrm xmlns:a="http://schemas.openxmlformats.org/drawingml/2006/main">
            <a:off x="10506075" y="3392805"/>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20" b="0" i="0">
                <a:solidFill>
                  <a:srgbClr val="111111"/>
                </a:solidFill>
                <a:latin typeface="Arial Narrow"/>
                <a:ea typeface="Arial Narrow"/>
                <a:cs typeface="Arial Narrow"/>
              </a:defRPr>
            </a:pPr>
            <a:r>
              <a:rPr b="0" i="0">
                <a:solidFill>
                  <a:srgbClr val="111111"/>
                </a:solidFill>
              </a:rPr>
              <a:t>New Type Annotation:</a:t>
            </a:r>
            <a:r>
              <a:rPr b="1" i="0">
                <a:solidFill>
                  <a:srgbClr val="0084C7"/>
                </a:solidFill>
              </a:rPr>
              <a:t>Optional[SomeIO]</a:t>
            </a:r>
          </a:p>
        </p:txBody>
      </p:sp>
      <p:sp>
        <p:nvSpPr>
          <p:cNvPr id="356" name="SE-086-350">
            <a:extLst xmlns:a="http://schemas.openxmlformats.org/drawingml/2006/main">
              <a:ext uri="{FF2B5EF4-FFF2-40B4-BE49-F238E27FC236}">
                <a16:creationId xmlns:a16="http://schemas.microsoft.com/office/drawing/2014/main" id="{00521570-8332-4022-A6F8-5D64F2BF6FD6}"/>
              </a:ext>
            </a:extLst>
          </p:cNvPr>
          <p:cNvSpPr>
            <a:spLocks xmlns:a="http://schemas.openxmlformats.org/drawingml/2006/main" noGrp="1"/>
          </p:cNvSpPr>
          <p:nvPr/>
        </p:nvSpPr>
        <p:spPr>
          <a:xfrm xmlns:a="http://schemas.openxmlformats.org/drawingml/2006/main">
            <a:off x="10506075" y="3574733"/>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20" b="0" i="0">
                <a:solidFill>
                  <a:srgbClr val="111111"/>
                </a:solidFill>
                <a:latin typeface="Arial Narrow"/>
                <a:ea typeface="Arial Narrow"/>
                <a:cs typeface="Arial Narrow"/>
              </a:defRPr>
            </a:pPr>
            <a:r>
              <a:t>Explanation: The code modification</a:t>
            </a:r>
          </a:p>
        </p:txBody>
      </p:sp>
      <p:sp>
        <p:nvSpPr>
          <p:cNvPr id="357" name="SE-086-351">
            <a:extLst xmlns:a="http://schemas.openxmlformats.org/drawingml/2006/main">
              <a:ext uri="{FF2B5EF4-FFF2-40B4-BE49-F238E27FC236}">
                <a16:creationId xmlns:a16="http://schemas.microsoft.com/office/drawing/2014/main" id="{88FCCC1B-3838-4F62-B327-7C4503761981}"/>
              </a:ext>
            </a:extLst>
          </p:cNvPr>
          <p:cNvSpPr>
            <a:spLocks xmlns:a="http://schemas.openxmlformats.org/drawingml/2006/main" noGrp="1"/>
          </p:cNvSpPr>
          <p:nvPr/>
        </p:nvSpPr>
        <p:spPr>
          <a:xfrm xmlns:a="http://schemas.openxmlformats.org/drawingml/2006/main">
            <a:off x="10506075" y="3756660"/>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20" b="0" i="0">
                <a:solidFill>
                  <a:srgbClr val="111111"/>
                </a:solidFill>
                <a:latin typeface="Arial Narrow"/>
                <a:ea typeface="Arial Narrow"/>
                <a:cs typeface="Arial Narrow"/>
              </a:defRPr>
            </a:pPr>
            <a:r>
              <a:t>changes the second argument passed to</a:t>
            </a:r>
          </a:p>
        </p:txBody>
      </p:sp>
      <p:sp>
        <p:nvSpPr>
          <p:cNvPr id="358" name="SE-086-352">
            <a:extLst xmlns:a="http://schemas.openxmlformats.org/drawingml/2006/main">
              <a:ext uri="{FF2B5EF4-FFF2-40B4-BE49-F238E27FC236}">
                <a16:creationId xmlns:a16="http://schemas.microsoft.com/office/drawing/2014/main" id="{5F570021-C06E-47C6-9637-33521245EC9B}"/>
              </a:ext>
            </a:extLst>
          </p:cNvPr>
          <p:cNvSpPr>
            <a:spLocks xmlns:a="http://schemas.openxmlformats.org/drawingml/2006/main" noGrp="1"/>
          </p:cNvSpPr>
          <p:nvPr/>
        </p:nvSpPr>
        <p:spPr>
          <a:xfrm xmlns:a="http://schemas.openxmlformats.org/drawingml/2006/main">
            <a:off x="10506075" y="3938588"/>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20" b="0" i="0">
                <a:solidFill>
                  <a:srgbClr val="111111"/>
                </a:solidFill>
                <a:latin typeface="Arial Narrow"/>
                <a:ea typeface="Arial Narrow"/>
                <a:cs typeface="Arial Narrow"/>
              </a:defRPr>
            </a:pPr>
            <a:r>
              <a:t>the function `_link_output`.</a:t>
            </a:r>
          </a:p>
        </p:txBody>
      </p:sp>
      <p:sp>
        <p:nvSpPr>
          <p:cNvPr id="359" name="SE-086-353">
            <a:extLst xmlns:a="http://schemas.openxmlformats.org/drawingml/2006/main">
              <a:ext uri="{FF2B5EF4-FFF2-40B4-BE49-F238E27FC236}">
                <a16:creationId xmlns:a16="http://schemas.microsoft.com/office/drawing/2014/main" id="{B06D5FAD-AA6F-475F-AFEA-7129601FCDCF}"/>
              </a:ext>
            </a:extLst>
          </p:cNvPr>
          <p:cNvSpPr>
            <a:spLocks xmlns:a="http://schemas.openxmlformats.org/drawingml/2006/main" noGrp="1"/>
          </p:cNvSpPr>
          <p:nvPr/>
        </p:nvSpPr>
        <p:spPr>
          <a:xfrm xmlns:a="http://schemas.openxmlformats.org/drawingml/2006/main">
            <a:off x="10506075" y="4120515"/>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20" b="0" i="0">
                <a:solidFill>
                  <a:srgbClr val="111111"/>
                </a:solidFill>
                <a:latin typeface="Arial Narrow"/>
                <a:ea typeface="Arial Narrow"/>
                <a:cs typeface="Arial Narrow"/>
              </a:defRPr>
            </a:pPr>
            <a:r>
              <a:t>This change in data flow shows that</a:t>
            </a:r>
          </a:p>
        </p:txBody>
      </p:sp>
      <p:sp>
        <p:nvSpPr>
          <p:cNvPr id="360" name="SE-086-354">
            <a:extLst xmlns:a="http://schemas.openxmlformats.org/drawingml/2006/main">
              <a:ext uri="{FF2B5EF4-FFF2-40B4-BE49-F238E27FC236}">
                <a16:creationId xmlns:a16="http://schemas.microsoft.com/office/drawing/2014/main" id="{355E30C3-DCEB-4536-8BD3-3D623DF9EC06}"/>
              </a:ext>
            </a:extLst>
          </p:cNvPr>
          <p:cNvSpPr>
            <a:spLocks xmlns:a="http://schemas.openxmlformats.org/drawingml/2006/main" noGrp="1"/>
          </p:cNvSpPr>
          <p:nvPr/>
        </p:nvSpPr>
        <p:spPr>
          <a:xfrm xmlns:a="http://schemas.openxmlformats.org/drawingml/2006/main">
            <a:off x="10506075" y="4302443"/>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20" b="0" i="0">
                <a:solidFill>
                  <a:srgbClr val="111111"/>
                </a:solidFill>
                <a:latin typeface="Arial Narrow"/>
                <a:ea typeface="Arial Narrow"/>
                <a:cs typeface="Arial Narrow"/>
              </a:defRPr>
            </a:pPr>
            <a:r>
              <a:t>'checksum' is not just any string or None,</a:t>
            </a:r>
          </a:p>
        </p:txBody>
      </p:sp>
      <p:sp>
        <p:nvSpPr>
          <p:cNvPr id="361" name="SE-086-355">
            <a:extLst xmlns:a="http://schemas.openxmlformats.org/drawingml/2006/main">
              <a:ext uri="{FF2B5EF4-FFF2-40B4-BE49-F238E27FC236}">
                <a16:creationId xmlns:a16="http://schemas.microsoft.com/office/drawing/2014/main" id="{603CB3DC-B77C-4331-912C-3ABF750C1F9E}"/>
              </a:ext>
            </a:extLst>
          </p:cNvPr>
          <p:cNvSpPr>
            <a:spLocks xmlns:a="http://schemas.openxmlformats.org/drawingml/2006/main" noGrp="1"/>
          </p:cNvSpPr>
          <p:nvPr/>
        </p:nvSpPr>
        <p:spPr>
          <a:xfrm xmlns:a="http://schemas.openxmlformats.org/drawingml/2006/main">
            <a:off x="10506075" y="4484370"/>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20" b="0" i="0">
                <a:solidFill>
                  <a:srgbClr val="111111"/>
                </a:solidFill>
                <a:latin typeface="Arial Narrow"/>
                <a:ea typeface="Arial Narrow"/>
                <a:cs typeface="Arial Narrow"/>
              </a:defRPr>
            </a:pPr>
            <a:r>
              <a:t>but an object that has a 'name' attribute</a:t>
            </a:r>
          </a:p>
        </p:txBody>
      </p:sp>
      <p:sp>
        <p:nvSpPr>
          <p:cNvPr id="362" name="SE-086-356">
            <a:extLst xmlns:a="http://schemas.openxmlformats.org/drawingml/2006/main">
              <a:ext uri="{FF2B5EF4-FFF2-40B4-BE49-F238E27FC236}">
                <a16:creationId xmlns:a16="http://schemas.microsoft.com/office/drawing/2014/main" id="{10542A4C-A6F8-4969-9B8E-54D3AC8C12F0}"/>
              </a:ext>
            </a:extLst>
          </p:cNvPr>
          <p:cNvSpPr>
            <a:spLocks xmlns:a="http://schemas.openxmlformats.org/drawingml/2006/main" noGrp="1"/>
          </p:cNvSpPr>
          <p:nvPr/>
        </p:nvSpPr>
        <p:spPr>
          <a:xfrm xmlns:a="http://schemas.openxmlformats.org/drawingml/2006/main">
            <a:off x="10506075" y="4666298"/>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20" b="0" i="0">
                <a:solidFill>
                  <a:srgbClr val="111111"/>
                </a:solidFill>
                <a:latin typeface="Arial Narrow"/>
                <a:ea typeface="Arial Narrow"/>
                <a:cs typeface="Arial Narrow"/>
              </a:defRPr>
            </a:pPr>
            <a:r>
              <a:t>like 'SomeIO'.</a:t>
            </a:r>
          </a:p>
        </p:txBody>
      </p:sp>
      <p:pic>
        <p:nvPicPr>
          <p:cNvPr id="744" name=""/>
          <p:cNvPicPr>
            <a:picLocks xmlns:a="http://schemas.openxmlformats.org/drawingml/2006/main" noChangeAspect="1"/>
          </p:cNvPicPr>
          <p:nvPr/>
        </p:nvPicPr>
        <p:blipFill>
          <a:blip xmlns:r="http://schemas.openxmlformats.org/officeDocument/2006/relationships" xmlns:a="http://schemas.openxmlformats.org/drawingml/2006/main" r:embed="R7139278c4e604814"/>
          <a:stretch xmlns:a="http://schemas.openxmlformats.org/drawingml/2006/main"/>
        </p:blipFill>
        <p:spPr>
          <a:xfrm xmlns:a="http://schemas.openxmlformats.org/drawingml/2006/main">
            <a:off x="12782550" y="4724400"/>
            <a:ext cx="381000" cy="371475"/>
          </a:xfrm>
          <a:prstGeom xmlns:a="http://schemas.openxmlformats.org/drawingml/2006/main" prst="rect">
            <a:avLst/>
          </a:prstGeom>
        </p:spPr>
      </p:pic>
      <p:pic>
        <p:nvPicPr>
          <p:cNvPr id="745" name=""/>
          <p:cNvPicPr>
            <a:picLocks xmlns:a="http://schemas.openxmlformats.org/drawingml/2006/main" noChangeAspect="1"/>
          </p:cNvPicPr>
          <p:nvPr/>
        </p:nvPicPr>
        <p:blipFill>
          <a:blip xmlns:r="http://schemas.openxmlformats.org/officeDocument/2006/relationships" xmlns:a="http://schemas.openxmlformats.org/drawingml/2006/main" r:embed="R01a7b539bed54f41"/>
          <a:stretch xmlns:a="http://schemas.openxmlformats.org/drawingml/2006/main"/>
        </p:blipFill>
        <p:spPr>
          <a:xfrm xmlns:a="http://schemas.openxmlformats.org/drawingml/2006/main">
            <a:off x="6547247" y="6067425"/>
            <a:ext cx="297656" cy="238125"/>
          </a:xfrm>
          <a:prstGeom xmlns:a="http://schemas.openxmlformats.org/drawingml/2006/main" prst="rect">
            <a:avLst/>
          </a:prstGeom>
        </p:spPr>
      </p:pic>
      <p:sp>
        <p:nvSpPr>
          <p:cNvPr id="365" name="SE-086-357">
            <a:extLst xmlns:a="http://schemas.openxmlformats.org/drawingml/2006/main">
              <a:ext uri="{FF2B5EF4-FFF2-40B4-BE49-F238E27FC236}">
                <a16:creationId xmlns:a16="http://schemas.microsoft.com/office/drawing/2014/main" id="{4A824175-4551-4453-BDF8-9CCF5A842621}"/>
              </a:ext>
            </a:extLst>
          </p:cNvPr>
          <p:cNvSpPr>
            <a:spLocks xmlns:a="http://schemas.openxmlformats.org/drawingml/2006/main" noGrp="1"/>
          </p:cNvSpPr>
          <p:nvPr/>
        </p:nvSpPr>
        <p:spPr>
          <a:xfrm xmlns:a="http://schemas.openxmlformats.org/drawingml/2006/main">
            <a:off x="6838950" y="6057900"/>
            <a:ext cx="3295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13" b="1" i="0">
                <a:solidFill>
                  <a:srgbClr val="111111"/>
                </a:solidFill>
                <a:latin typeface="Arial Narrow"/>
                <a:ea typeface="Arial Narrow"/>
                <a:cs typeface="Arial Narrow"/>
              </a:defRPr>
            </a:pPr>
            <a:r>
              <a:rPr sz="1613" b="1" i="0">
                <a:solidFill>
                  <a:srgbClr val="111111"/>
                </a:solidFill>
                <a:latin typeface="Arial Narrow"/>
                <a:ea typeface="Arial Narrow"/>
                <a:cs typeface="Arial Narrow"/>
              </a:rPr>
              <a:t>Prompt for Reasoning Agent</a:t>
            </a:r>
          </a:p>
        </p:txBody>
      </p:sp>
      <p:sp>
        <p:nvSpPr>
          <p:cNvPr id="366" name="SE-086-358">
            <a:extLst xmlns:a="http://schemas.openxmlformats.org/drawingml/2006/main">
              <a:ext uri="{FF2B5EF4-FFF2-40B4-BE49-F238E27FC236}">
                <a16:creationId xmlns:a16="http://schemas.microsoft.com/office/drawing/2014/main" id="{7057092A-3A66-418B-9881-E3E312B08F29}"/>
              </a:ext>
            </a:extLst>
          </p:cNvPr>
          <p:cNvSpPr>
            <a:spLocks xmlns:a="http://schemas.openxmlformats.org/drawingml/2006/main" noGrp="1"/>
          </p:cNvSpPr>
          <p:nvPr/>
        </p:nvSpPr>
        <p:spPr>
          <a:xfrm xmlns:a="http://schemas.openxmlformats.org/drawingml/2006/main">
            <a:off x="5772150" y="6296025"/>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rPr b="1" i="0">
                <a:solidFill>
                  <a:srgbClr val="AA841A"/>
                </a:solidFill>
              </a:rPr>
              <a:t>[Task] </a:t>
            </a:r>
            <a:r>
              <a:t>You are an AI assistant specialized in data flow and type</a:t>
            </a:r>
          </a:p>
        </p:txBody>
      </p:sp>
      <p:sp>
        <p:nvSpPr>
          <p:cNvPr id="367" name="SE-086-359">
            <a:extLst xmlns:a="http://schemas.openxmlformats.org/drawingml/2006/main">
              <a:ext uri="{FF2B5EF4-FFF2-40B4-BE49-F238E27FC236}">
                <a16:creationId xmlns:a16="http://schemas.microsoft.com/office/drawing/2014/main" id="{EA1A6093-1D6A-4987-9245-2803C57A54BB}"/>
              </a:ext>
            </a:extLst>
          </p:cNvPr>
          <p:cNvSpPr>
            <a:spLocks xmlns:a="http://schemas.openxmlformats.org/drawingml/2006/main" noGrp="1"/>
          </p:cNvSpPr>
          <p:nvPr/>
        </p:nvSpPr>
        <p:spPr>
          <a:xfrm xmlns:a="http://schemas.openxmlformats.org/drawingml/2006/main">
            <a:off x="5772150" y="6477000"/>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t>annotation analysis. Your task is to analyze the following </a:t>
            </a:r>
            <a:r>
              <a:rPr b="0" i="1">
                <a:solidFill>
                  <a:srgbClr val="111111"/>
                </a:solidFill>
              </a:rPr>
              <a:t>[Code Diff]</a:t>
            </a:r>
          </a:p>
        </p:txBody>
      </p:sp>
      <p:sp>
        <p:nvSpPr>
          <p:cNvPr id="368" name="SE-086-360">
            <a:extLst xmlns:a="http://schemas.openxmlformats.org/drawingml/2006/main">
              <a:ext uri="{FF2B5EF4-FFF2-40B4-BE49-F238E27FC236}">
                <a16:creationId xmlns:a16="http://schemas.microsoft.com/office/drawing/2014/main" id="{2A9D43C8-6470-45DF-A808-AE03E7DFB26D}"/>
              </a:ext>
            </a:extLst>
          </p:cNvPr>
          <p:cNvSpPr>
            <a:spLocks xmlns:a="http://schemas.openxmlformats.org/drawingml/2006/main" noGrp="1"/>
          </p:cNvSpPr>
          <p:nvPr/>
        </p:nvSpPr>
        <p:spPr>
          <a:xfrm xmlns:a="http://schemas.openxmlformats.org/drawingml/2006/main">
            <a:off x="5772150" y="6657975"/>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t>and analyze why the modifications lead to the type annotation of the</a:t>
            </a:r>
          </a:p>
        </p:txBody>
      </p:sp>
      <p:sp>
        <p:nvSpPr>
          <p:cNvPr id="369" name="SE-086-361">
            <a:extLst xmlns:a="http://schemas.openxmlformats.org/drawingml/2006/main">
              <a:ext uri="{FF2B5EF4-FFF2-40B4-BE49-F238E27FC236}">
                <a16:creationId xmlns:a16="http://schemas.microsoft.com/office/drawing/2014/main" id="{D24EB3C6-7209-4FF6-B099-742448DF41D8}"/>
              </a:ext>
            </a:extLst>
          </p:cNvPr>
          <p:cNvSpPr>
            <a:spLocks xmlns:a="http://schemas.openxmlformats.org/drawingml/2006/main" noGrp="1"/>
          </p:cNvSpPr>
          <p:nvPr/>
        </p:nvSpPr>
        <p:spPr>
          <a:xfrm xmlns:a="http://schemas.openxmlformats.org/drawingml/2006/main">
            <a:off x="5772150" y="6838950"/>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rPr b="0" i="1">
                <a:solidFill>
                  <a:srgbClr val="111111"/>
                </a:solidFill>
              </a:rPr>
              <a:t>[Annotated Code Element]</a:t>
            </a:r>
            <a:r>
              <a:t> from </a:t>
            </a:r>
            <a:r>
              <a:rPr b="0" i="1">
                <a:solidFill>
                  <a:srgbClr val="111111"/>
                </a:solidFill>
              </a:rPr>
              <a:t>[Original Type Annotation]</a:t>
            </a:r>
            <a:r>
              <a:t> to the</a:t>
            </a:r>
          </a:p>
        </p:txBody>
      </p:sp>
      <p:sp>
        <p:nvSpPr>
          <p:cNvPr id="370" name="SE-086-362">
            <a:extLst xmlns:a="http://schemas.openxmlformats.org/drawingml/2006/main">
              <a:ext uri="{FF2B5EF4-FFF2-40B4-BE49-F238E27FC236}">
                <a16:creationId xmlns:a16="http://schemas.microsoft.com/office/drawing/2014/main" id="{2FD6994D-B8E3-47C0-B25D-4D06D5A3542D}"/>
              </a:ext>
            </a:extLst>
          </p:cNvPr>
          <p:cNvSpPr>
            <a:spLocks xmlns:a="http://schemas.openxmlformats.org/drawingml/2006/main" noGrp="1"/>
          </p:cNvSpPr>
          <p:nvPr/>
        </p:nvSpPr>
        <p:spPr>
          <a:xfrm xmlns:a="http://schemas.openxmlformats.org/drawingml/2006/main">
            <a:off x="5772150" y="7019925"/>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rPr b="0" i="1">
                <a:solidFill>
                  <a:srgbClr val="111111"/>
                </a:solidFill>
              </a:rPr>
              <a:t>[Updated Type Annotation].</a:t>
            </a:r>
          </a:p>
        </p:txBody>
      </p:sp>
      <p:sp>
        <p:nvSpPr>
          <p:cNvPr id="371" name="SE-086-363">
            <a:extLst xmlns:a="http://schemas.openxmlformats.org/drawingml/2006/main">
              <a:ext uri="{FF2B5EF4-FFF2-40B4-BE49-F238E27FC236}">
                <a16:creationId xmlns:a16="http://schemas.microsoft.com/office/drawing/2014/main" id="{6E5F7995-21BD-47B3-8E3A-74F33982DB7E}"/>
              </a:ext>
            </a:extLst>
          </p:cNvPr>
          <p:cNvSpPr>
            <a:spLocks xmlns:a="http://schemas.openxmlformats.org/drawingml/2006/main" noGrp="1"/>
          </p:cNvSpPr>
          <p:nvPr/>
        </p:nvSpPr>
        <p:spPr>
          <a:xfrm xmlns:a="http://schemas.openxmlformats.org/drawingml/2006/main">
            <a:off x="5772150" y="7200900"/>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rPr b="1" i="0">
                <a:solidFill>
                  <a:srgbClr val="AA841A"/>
                </a:solidFill>
              </a:rPr>
              <a:t>[CoTGuidence]</a:t>
            </a:r>
          </a:p>
        </p:txBody>
      </p:sp>
      <p:sp>
        <p:nvSpPr>
          <p:cNvPr id="372" name="SE-086-364">
            <a:extLst xmlns:a="http://schemas.openxmlformats.org/drawingml/2006/main">
              <a:ext uri="{FF2B5EF4-FFF2-40B4-BE49-F238E27FC236}">
                <a16:creationId xmlns:a16="http://schemas.microsoft.com/office/drawing/2014/main" id="{DB7481C9-4BBB-4250-BB45-EC4FB9BE2EEA}"/>
              </a:ext>
            </a:extLst>
          </p:cNvPr>
          <p:cNvSpPr>
            <a:spLocks xmlns:a="http://schemas.openxmlformats.org/drawingml/2006/main" noGrp="1"/>
          </p:cNvSpPr>
          <p:nvPr/>
        </p:nvSpPr>
        <p:spPr>
          <a:xfrm xmlns:a="http://schemas.openxmlformats.org/drawingml/2006/main">
            <a:off x="5772150" y="7381875"/>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t>1. Identify the code modifications causing this annotation change.</a:t>
            </a:r>
          </a:p>
        </p:txBody>
      </p:sp>
      <p:sp>
        <p:nvSpPr>
          <p:cNvPr id="373" name="SE-086-365">
            <a:extLst xmlns:a="http://schemas.openxmlformats.org/drawingml/2006/main">
              <a:ext uri="{FF2B5EF4-FFF2-40B4-BE49-F238E27FC236}">
                <a16:creationId xmlns:a16="http://schemas.microsoft.com/office/drawing/2014/main" id="{F4824DC8-F842-43EE-BE29-1A8901F6C144}"/>
              </a:ext>
            </a:extLst>
          </p:cNvPr>
          <p:cNvSpPr>
            <a:spLocks xmlns:a="http://schemas.openxmlformats.org/drawingml/2006/main" noGrp="1"/>
          </p:cNvSpPr>
          <p:nvPr/>
        </p:nvSpPr>
        <p:spPr>
          <a:xfrm xmlns:a="http://schemas.openxmlformats.org/drawingml/2006/main">
            <a:off x="5772150" y="7562850"/>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t>2. Explain how the data flows changes based on the modified code.</a:t>
            </a:r>
          </a:p>
        </p:txBody>
      </p:sp>
      <p:sp>
        <p:nvSpPr>
          <p:cNvPr id="374" name="SE-086-366">
            <a:extLst xmlns:a="http://schemas.openxmlformats.org/drawingml/2006/main">
              <a:ext uri="{FF2B5EF4-FFF2-40B4-BE49-F238E27FC236}">
                <a16:creationId xmlns:a16="http://schemas.microsoft.com/office/drawing/2014/main" id="{5C74FE00-2008-47B5-A811-9EB326DA8C96}"/>
              </a:ext>
            </a:extLst>
          </p:cNvPr>
          <p:cNvSpPr>
            <a:spLocks xmlns:a="http://schemas.openxmlformats.org/drawingml/2006/main" noGrp="1"/>
          </p:cNvSpPr>
          <p:nvPr/>
        </p:nvSpPr>
        <p:spPr>
          <a:xfrm xmlns:a="http://schemas.openxmlformats.org/drawingml/2006/main">
            <a:off x="5772150" y="7743825"/>
            <a:ext cx="4276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90" b="0" i="0">
                <a:solidFill>
                  <a:srgbClr val="111111"/>
                </a:solidFill>
                <a:latin typeface="Arial Narrow"/>
                <a:ea typeface="Arial Narrow"/>
                <a:cs typeface="Arial Narrow"/>
              </a:defRPr>
            </a:pPr>
            <a:r>
              <a:t>3. Explain why the annotation change is necessary in the modified code.</a:t>
            </a:r>
          </a:p>
        </p:txBody>
      </p:sp>
      <p:sp>
        <p:nvSpPr>
          <p:cNvPr id="375" name="SE-086-367">
            <a:extLst xmlns:a="http://schemas.openxmlformats.org/drawingml/2006/main">
              <a:ext uri="{FF2B5EF4-FFF2-40B4-BE49-F238E27FC236}">
                <a16:creationId xmlns:a16="http://schemas.microsoft.com/office/drawing/2014/main" id="{847E2D45-E3A1-42BB-9D30-0DFFE250055C}"/>
              </a:ext>
            </a:extLst>
          </p:cNvPr>
          <p:cNvSpPr>
            <a:spLocks xmlns:a="http://schemas.openxmlformats.org/drawingml/2006/main" noGrp="1"/>
          </p:cNvSpPr>
          <p:nvPr/>
        </p:nvSpPr>
        <p:spPr>
          <a:xfrm xmlns:a="http://schemas.openxmlformats.org/drawingml/2006/main">
            <a:off x="10506075" y="6334125"/>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65" b="0" i="0">
                <a:solidFill>
                  <a:srgbClr val="111111"/>
                </a:solidFill>
                <a:latin typeface="Arial Narrow"/>
                <a:ea typeface="Arial Narrow"/>
                <a:cs typeface="Arial Narrow"/>
              </a:defRPr>
            </a:pPr>
            <a:r>
              <a:rPr b="1" i="0">
                <a:solidFill>
                  <a:srgbClr val="AA841A"/>
                </a:solidFill>
              </a:rPr>
              <a:t>[Reasoning]:</a:t>
            </a:r>
          </a:p>
        </p:txBody>
      </p:sp>
      <p:sp>
        <p:nvSpPr>
          <p:cNvPr id="376" name="SE-086-368">
            <a:extLst xmlns:a="http://schemas.openxmlformats.org/drawingml/2006/main">
              <a:ext uri="{FF2B5EF4-FFF2-40B4-BE49-F238E27FC236}">
                <a16:creationId xmlns:a16="http://schemas.microsoft.com/office/drawing/2014/main" id="{EA705AF8-CC60-4FC4-9283-340A383E02DB}"/>
              </a:ext>
            </a:extLst>
          </p:cNvPr>
          <p:cNvSpPr>
            <a:spLocks xmlns:a="http://schemas.openxmlformats.org/drawingml/2006/main" noGrp="1"/>
          </p:cNvSpPr>
          <p:nvPr/>
        </p:nvSpPr>
        <p:spPr>
          <a:xfrm xmlns:a="http://schemas.openxmlformats.org/drawingml/2006/main">
            <a:off x="10506075" y="6534150"/>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65" b="0" i="0">
                <a:solidFill>
                  <a:srgbClr val="111111"/>
                </a:solidFill>
                <a:latin typeface="Arial Narrow"/>
                <a:ea typeface="Arial Narrow"/>
                <a:cs typeface="Arial Narrow"/>
              </a:defRPr>
            </a:pPr>
            <a:r>
              <a:t>The second argument passed to the</a:t>
            </a:r>
          </a:p>
        </p:txBody>
      </p:sp>
      <p:sp>
        <p:nvSpPr>
          <p:cNvPr id="377" name="SE-086-369">
            <a:extLst xmlns:a="http://schemas.openxmlformats.org/drawingml/2006/main">
              <a:ext uri="{FF2B5EF4-FFF2-40B4-BE49-F238E27FC236}">
                <a16:creationId xmlns:a16="http://schemas.microsoft.com/office/drawing/2014/main" id="{A3ABD0DF-606E-4C68-BA12-69163B149F1A}"/>
              </a:ext>
            </a:extLst>
          </p:cNvPr>
          <p:cNvSpPr>
            <a:spLocks xmlns:a="http://schemas.openxmlformats.org/drawingml/2006/main" noGrp="1"/>
          </p:cNvSpPr>
          <p:nvPr/>
        </p:nvSpPr>
        <p:spPr>
          <a:xfrm xmlns:a="http://schemas.openxmlformats.org/drawingml/2006/main">
            <a:off x="10506075" y="6734175"/>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65" b="0" i="0">
                <a:solidFill>
                  <a:srgbClr val="111111"/>
                </a:solidFill>
                <a:latin typeface="Arial Narrow"/>
                <a:ea typeface="Arial Narrow"/>
                <a:cs typeface="Arial Narrow"/>
              </a:defRPr>
            </a:pPr>
            <a:r>
              <a:t>`_link_output` function changed from</a:t>
            </a:r>
          </a:p>
        </p:txBody>
      </p:sp>
      <p:sp>
        <p:nvSpPr>
          <p:cNvPr id="378" name="SE-086-370">
            <a:extLst xmlns:a="http://schemas.openxmlformats.org/drawingml/2006/main">
              <a:ext uri="{FF2B5EF4-FFF2-40B4-BE49-F238E27FC236}">
                <a16:creationId xmlns:a16="http://schemas.microsoft.com/office/drawing/2014/main" id="{017CB340-4DFA-460A-A37D-E42A47B83403}"/>
              </a:ext>
            </a:extLst>
          </p:cNvPr>
          <p:cNvSpPr>
            <a:spLocks xmlns:a="http://schemas.openxmlformats.org/drawingml/2006/main" noGrp="1"/>
          </p:cNvSpPr>
          <p:nvPr/>
        </p:nvSpPr>
        <p:spPr>
          <a:xfrm xmlns:a="http://schemas.openxmlformats.org/drawingml/2006/main">
            <a:off x="10506075" y="6934200"/>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65" b="0" i="0">
                <a:solidFill>
                  <a:srgbClr val="111111"/>
                </a:solidFill>
                <a:latin typeface="Arial Narrow"/>
                <a:ea typeface="Arial Narrow"/>
                <a:cs typeface="Arial Narrow"/>
              </a:defRPr>
            </a:pPr>
            <a:r>
              <a:t>'sshkey' to 'sshkey.name'.</a:t>
            </a:r>
          </a:p>
        </p:txBody>
      </p:sp>
      <p:sp>
        <p:nvSpPr>
          <p:cNvPr id="379" name="SE-086-371">
            <a:extLst xmlns:a="http://schemas.openxmlformats.org/drawingml/2006/main">
              <a:ext uri="{FF2B5EF4-FFF2-40B4-BE49-F238E27FC236}">
                <a16:creationId xmlns:a16="http://schemas.microsoft.com/office/drawing/2014/main" id="{DCC2BC81-61D5-42D1-9FDF-490B43FC078B}"/>
              </a:ext>
            </a:extLst>
          </p:cNvPr>
          <p:cNvSpPr>
            <a:spLocks xmlns:a="http://schemas.openxmlformats.org/drawingml/2006/main" noGrp="1"/>
          </p:cNvSpPr>
          <p:nvPr/>
        </p:nvSpPr>
        <p:spPr>
          <a:xfrm xmlns:a="http://schemas.openxmlformats.org/drawingml/2006/main">
            <a:off x="10506075" y="7134225"/>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65" b="0" i="0">
                <a:solidFill>
                  <a:srgbClr val="111111"/>
                </a:solidFill>
                <a:latin typeface="Arial Narrow"/>
                <a:ea typeface="Arial Narrow"/>
                <a:cs typeface="Arial Narrow"/>
              </a:defRPr>
            </a:pPr>
            <a:r>
              <a:t>This change implies that </a:t>
            </a:r>
            <a:r>
              <a:rPr b="1" i="0">
                <a:solidFill>
                  <a:srgbClr val="AA841A"/>
                </a:solidFill>
              </a:rPr>
              <a:t>'sshkey' is</a:t>
            </a:r>
          </a:p>
        </p:txBody>
      </p:sp>
      <p:sp>
        <p:nvSpPr>
          <p:cNvPr id="380" name="SE-086-372">
            <a:extLst xmlns:a="http://schemas.openxmlformats.org/drawingml/2006/main">
              <a:ext uri="{FF2B5EF4-FFF2-40B4-BE49-F238E27FC236}">
                <a16:creationId xmlns:a16="http://schemas.microsoft.com/office/drawing/2014/main" id="{0E76C2E9-B8EA-45AC-97D2-868C37F6319D}"/>
              </a:ext>
            </a:extLst>
          </p:cNvPr>
          <p:cNvSpPr>
            <a:spLocks xmlns:a="http://schemas.openxmlformats.org/drawingml/2006/main" noGrp="1"/>
          </p:cNvSpPr>
          <p:nvPr/>
        </p:nvSpPr>
        <p:spPr>
          <a:xfrm xmlns:a="http://schemas.openxmlformats.org/drawingml/2006/main">
            <a:off x="10506075" y="7334250"/>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65" b="0" i="0">
                <a:solidFill>
                  <a:srgbClr val="111111"/>
                </a:solidFill>
                <a:latin typeface="Arial Narrow"/>
                <a:ea typeface="Arial Narrow"/>
                <a:cs typeface="Arial Narrow"/>
              </a:defRPr>
            </a:pPr>
            <a:r>
              <a:rPr b="1" i="0">
                <a:solidFill>
                  <a:srgbClr val="AA841A"/>
                </a:solidFill>
              </a:rPr>
              <a:t>expected to be an object that</a:t>
            </a:r>
          </a:p>
        </p:txBody>
      </p:sp>
      <p:sp>
        <p:nvSpPr>
          <p:cNvPr id="381" name="SE-086-373">
            <a:extLst xmlns:a="http://schemas.openxmlformats.org/drawingml/2006/main">
              <a:ext uri="{FF2B5EF4-FFF2-40B4-BE49-F238E27FC236}">
                <a16:creationId xmlns:a16="http://schemas.microsoft.com/office/drawing/2014/main" id="{A310EBA3-E15F-49A7-831E-BF9B2728DAB6}"/>
              </a:ext>
            </a:extLst>
          </p:cNvPr>
          <p:cNvSpPr>
            <a:spLocks xmlns:a="http://schemas.openxmlformats.org/drawingml/2006/main" noGrp="1"/>
          </p:cNvSpPr>
          <p:nvPr/>
        </p:nvSpPr>
        <p:spPr>
          <a:xfrm xmlns:a="http://schemas.openxmlformats.org/drawingml/2006/main">
            <a:off x="10506075" y="7534275"/>
            <a:ext cx="25812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65" b="0" i="0">
                <a:solidFill>
                  <a:srgbClr val="111111"/>
                </a:solidFill>
                <a:latin typeface="Arial Narrow"/>
                <a:ea typeface="Arial Narrow"/>
                <a:cs typeface="Arial Narrow"/>
              </a:defRPr>
            </a:pPr>
            <a:r>
              <a:rPr b="1" i="0">
                <a:solidFill>
                  <a:srgbClr val="AA841A"/>
                </a:solidFill>
              </a:rPr>
              <a:t>has a 'name' attribute like 'SomeIO'.</a:t>
            </a:r>
          </a:p>
        </p:txBody>
      </p:sp>
    </p:spTree>
    <p:extLst>
      <p:ext uri="{BB962C8B-B14F-4D97-AF65-F5344CB8AC3E}">
        <p14:creationId xmlns:p14="http://schemas.microsoft.com/office/powerpoint/2010/main" val="4482626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2026-09-08T02:11:58.0740000Z</dcterms:created>
  <dcterms:modified xsi:type="dcterms:W3CDTF">2026-09-08T02:11:58.0740000Z</dcterms:modified>
</coreProperties>
</file>