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6b418715994351" /><Relationship Type="http://schemas.openxmlformats.org/officeDocument/2006/relationships/extended-properties" Target="/docProps/app.xml" Id="Rb8cc8af146534682" /><Relationship Type="http://schemas.openxmlformats.org/officeDocument/2006/relationships/officeDocument" Target="/ppt/presentation.xml" Id="Rec577d6e13fb43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eba808a5cb4980"/>
  </p:sldMasterIdLst>
  <p:notesMasterIdLst>
    <p:notesMasterId xmlns:r="http://schemas.openxmlformats.org/officeDocument/2006/relationships" r:id="Ra1382e3e4c9f46f8"/>
  </p:notesMasterIdLst>
  <p:sldIdLst>
    <p:sldId xmlns:r="http://schemas.openxmlformats.org/officeDocument/2006/relationships" id="256" r:id="Rc2f4228c7b7443cd"/>
  </p:sldIdLst>
  <p:sldSz cx="7143750" cy="3886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768014a3aa498e" /><Relationship Type="http://schemas.openxmlformats.org/officeDocument/2006/relationships/slideMaster" Target="/ppt/slideMasters/slideMaster1.xml" Id="R42eba808a5cb4980" /><Relationship Type="http://schemas.openxmlformats.org/officeDocument/2006/relationships/notesMaster" Target="/ppt/notesMasters/notesMaster1.xml" Id="Ra1382e3e4c9f46f8" /><Relationship Type="http://schemas.openxmlformats.org/officeDocument/2006/relationships/presProps" Target="/ppt/presProps.xml" Id="R87cdc1836d2b480e" /><Relationship Type="http://schemas.openxmlformats.org/officeDocument/2006/relationships/tableStyles" Target="/ppt/tableStyles.xml" Id="R762b90fb3a584eac" /><Relationship Type="http://schemas.openxmlformats.org/officeDocument/2006/relationships/slide" Target="/ppt/slides/slide1.xml" Id="Rc2f4228c7b7443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aab91cc136443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43124d6f684e12" /><Relationship Type="http://schemas.openxmlformats.org/officeDocument/2006/relationships/notesMaster" Target="/ppt/notesMasters/notesMaster1.xml" Id="R5e5131bfa5c3486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素材ID：SE-095</ns1:t>
            </ns1:r>
          </ns1:p>
          <ns1:p>
            <ns1:r>
              <ns1:t>论文：PreServe: Intelligent Management for LMaaS Systems via Hierarchical Prediction</ns1:t>
            </ns1:r>
          </ns1:p>
          <ns1:p>
            <ns1:r>
              <ns1:t>会议：ICSE 2026</ns1:t>
            </ns1:r>
          </ns1:p>
          <ns1:p>
            <ns1:r>
              <ns1:t>奖项：ACM SIGSOFT Distinguished Paper Award</ns1:t>
            </ns1:r>
          </ns1:p>
          <ns1:p>
            <ns1:r>
              <ns1:t>图号：Figure 6，PDF第6页</ns1:t>
            </ns1:r>
          </ns1:p>
          <ns1:p>
            <ns1:r>
              <ns1:t>类型：方法细节</ns1:t>
            </ns1:r>
          </ns1:p>
          <ns1:p>
            <ns1:r>
              <ns1:t>借鉴点：用火焰/雪花和颜色区别可训练token、最后编码层和冻结层，附带重采样/扰动的数据增强、长度标签及回归损失。</ns1:t>
            </ns1:r>
          </ns1:p>
          <ns1:p>
            <ns1:r>
              <ns1:t>论文URL：https://arxiv.org/pdf/2504.03702</ns1:t>
            </ns1:r>
          </ns1:p>
          <ns1:p>
            <ns1:r>
              <ns1:t>官方获奖URL：https://conf.researchr.org/info/icse-2026/awards#acm-sigsoft-distinguished-paper-awards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37e818178148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f3516240b34902" /><Relationship Type="http://schemas.openxmlformats.org/officeDocument/2006/relationships/slideLayout" Target="/ppt/slideLayouts/slideLayout1.xml" Id="R276d9dad49854d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6d9dad49854d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b7d4f1a7e4171" /><Relationship Type="http://schemas.openxmlformats.org/officeDocument/2006/relationships/image" Target="/ppt/media/image.png" Id="R66904d4c4880458f" /><Relationship Type="http://schemas.openxmlformats.org/officeDocument/2006/relationships/image" Target="/ppt/media/image2.png" Id="R84d48743cb2f4fda" /><Relationship Type="http://schemas.openxmlformats.org/officeDocument/2006/relationships/image" Target="/ppt/media/image3.png" Id="Re14135f8dbd5484c" /><Relationship Type="http://schemas.openxmlformats.org/officeDocument/2006/relationships/image" Target="/ppt/media/image4.png" Id="Ra50f8ac1c1f34eca" /><Relationship Type="http://schemas.openxmlformats.org/officeDocument/2006/relationships/image" Target="/ppt/media/image5.png" Id="R71e09464cf5a4243" /><Relationship Type="http://schemas.openxmlformats.org/officeDocument/2006/relationships/image" Target="/ppt/media/image6.png" Id="R96962fa33ba94e27" /><Relationship Type="http://schemas.openxmlformats.org/officeDocument/2006/relationships/image" Target="/ppt/media/image7.png" Id="Re23c49ad08b6406f" /><Relationship Type="http://schemas.openxmlformats.org/officeDocument/2006/relationships/image" Target="/ppt/media/image8.png" Id="R9bc1b06aa8f849e9" /><Relationship Type="http://schemas.openxmlformats.org/officeDocument/2006/relationships/image" Target="/ppt/media/image9.png" Id="R7076bcd7634f41cd" /><Relationship Type="http://schemas.openxmlformats.org/officeDocument/2006/relationships/image" Target="/ppt/media/image10.png" Id="R62e5f622a9c445ff" /><Relationship Type="http://schemas.openxmlformats.org/officeDocument/2006/relationships/notesSlide" Target="/ppt/notesSlides/notesSlide1.xml" Id="R613b277883924c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1D548-2E9D-442E-BE3A-E29DF0A6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89" y="48195"/>
            <a:ext cx="6864620" cy="3688453"/>
          </a:xfrm>
          <a:custGeom xmlns:a="http://schemas.openxmlformats.org/drawingml/2006/main">
            <a:pathLst>
              <a:path w="6864620" h="3688453">
                <a:moveTo>
                  <a:pt x="0" y="0"/>
                </a:moveTo>
                <a:lnTo>
                  <a:pt x="6864620" y="0"/>
                </a:lnTo>
                <a:lnTo>
                  <a:pt x="6864620" y="3688453"/>
                </a:lnTo>
                <a:lnTo>
                  <a:pt x="0" y="3688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7F5E00-C5AF-4CFF-B4B7-E630DD45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338" y="417976"/>
            <a:ext cx="3134698" cy="2383345"/>
          </a:xfrm>
          <a:custGeom xmlns:a="http://schemas.openxmlformats.org/drawingml/2006/main">
            <a:pathLst>
              <a:path w="3134698" h="2383345">
                <a:moveTo>
                  <a:pt x="0" y="397232"/>
                </a:moveTo>
                <a:cubicBezTo>
                  <a:pt x="0" y="177847"/>
                  <a:pt x="177848" y="0"/>
                  <a:pt x="397234" y="0"/>
                </a:cubicBezTo>
                <a:lnTo>
                  <a:pt x="2737464" y="0"/>
                </a:lnTo>
                <a:cubicBezTo>
                  <a:pt x="2956850" y="0"/>
                  <a:pt x="3134698" y="177847"/>
                  <a:pt x="3134698" y="397232"/>
                </a:cubicBezTo>
                <a:lnTo>
                  <a:pt x="3134698" y="1986112"/>
                </a:lnTo>
                <a:cubicBezTo>
                  <a:pt x="3134698" y="2205497"/>
                  <a:pt x="2956850" y="2383345"/>
                  <a:pt x="2737464" y="2383345"/>
                </a:cubicBezTo>
                <a:lnTo>
                  <a:pt x="397234" y="2383345"/>
                </a:lnTo>
                <a:cubicBezTo>
                  <a:pt x="177848" y="2383345"/>
                  <a:pt x="0" y="2205497"/>
                  <a:pt x="0" y="1986112"/>
                </a:cubicBezTo>
                <a:lnTo>
                  <a:pt x="0" y="397232"/>
                </a:lnTo>
                <a:close/>
              </a:path>
            </a:pathLst>
          </a:custGeom>
          <a:solidFill xmlns:a="http://schemas.openxmlformats.org/drawingml/2006/main">
            <a:srgbClr val="DEEBF7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AEE216-29F2-469C-9FA6-571E4064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92" y="419195"/>
            <a:ext cx="1039207" cy="2383345"/>
          </a:xfrm>
          <a:custGeom xmlns:a="http://schemas.openxmlformats.org/drawingml/2006/main">
            <a:pathLst>
              <a:path w="1039207" h="2383345">
                <a:moveTo>
                  <a:pt x="0" y="173204"/>
                </a:moveTo>
                <a:cubicBezTo>
                  <a:pt x="0" y="77547"/>
                  <a:pt x="77546" y="0"/>
                  <a:pt x="173205" y="0"/>
                </a:cubicBezTo>
                <a:lnTo>
                  <a:pt x="866002" y="0"/>
                </a:lnTo>
                <a:cubicBezTo>
                  <a:pt x="961660" y="0"/>
                  <a:pt x="1039207" y="77547"/>
                  <a:pt x="1039207" y="173204"/>
                </a:cubicBezTo>
                <a:lnTo>
                  <a:pt x="1039207" y="2210141"/>
                </a:lnTo>
                <a:cubicBezTo>
                  <a:pt x="1039207" y="2305799"/>
                  <a:pt x="961660" y="2383345"/>
                  <a:pt x="866002" y="2383345"/>
                </a:cubicBezTo>
                <a:lnTo>
                  <a:pt x="173205" y="2383345"/>
                </a:lnTo>
                <a:cubicBezTo>
                  <a:pt x="77546" y="2383345"/>
                  <a:pt x="0" y="2305799"/>
                  <a:pt x="0" y="2210141"/>
                </a:cubicBezTo>
                <a:lnTo>
                  <a:pt x="0" y="173204"/>
                </a:lnTo>
                <a:close/>
              </a:path>
            </a:pathLst>
          </a:custGeom>
          <a:solidFill xmlns:a="http://schemas.openxmlformats.org/drawingml/2006/main">
            <a:srgbClr val="F2F2F2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8C07E0-8AA2-43FB-BEC7-5E06BB70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92" y="419195"/>
            <a:ext cx="1039207" cy="2383345"/>
          </a:xfrm>
          <a:custGeom xmlns:a="http://schemas.openxmlformats.org/drawingml/2006/main">
            <a:pathLst>
              <a:path w="1039207" h="2383345" fill="none">
                <a:moveTo>
                  <a:pt x="0" y="173204"/>
                </a:moveTo>
                <a:cubicBezTo>
                  <a:pt x="0" y="77546"/>
                  <a:pt x="77546" y="0"/>
                  <a:pt x="173205" y="0"/>
                </a:cubicBezTo>
                <a:lnTo>
                  <a:pt x="866002" y="0"/>
                </a:lnTo>
                <a:cubicBezTo>
                  <a:pt x="961660" y="0"/>
                  <a:pt x="1039207" y="77546"/>
                  <a:pt x="1039207" y="173204"/>
                </a:cubicBezTo>
                <a:lnTo>
                  <a:pt x="1039207" y="2210141"/>
                </a:lnTo>
                <a:cubicBezTo>
                  <a:pt x="1039207" y="2305799"/>
                  <a:pt x="961660" y="2383345"/>
                  <a:pt x="866002" y="2383345"/>
                </a:cubicBezTo>
                <a:lnTo>
                  <a:pt x="173205" y="2383345"/>
                </a:lnTo>
                <a:cubicBezTo>
                  <a:pt x="77546" y="2383345"/>
                  <a:pt x="0" y="2305799"/>
                  <a:pt x="0" y="2210141"/>
                </a:cubicBezTo>
                <a:lnTo>
                  <a:pt x="0" y="1732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1" cap="flat">
            <a:solidFill>
              <a:srgbClr val="000000"/>
            </a:solidFill>
            <a:miter/>
          </a:ln>
        </p:spPr>
      </p:sp>
      <p:sp>
        <p:nvSpPr>
          <p:cNvPr id="5" name="Text …">
            <a:extLst xmlns:a="http://schemas.openxmlformats.org/drawingml/2006/main">
              <a:ext uri="{FF2B5EF4-FFF2-40B4-BE49-F238E27FC236}">
                <a16:creationId xmlns:a16="http://schemas.microsoft.com/office/drawing/2014/main" id="{F392FC74-5372-46E0-BC08-BB2DCAE0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342" y="2323773"/>
            <a:ext cx="82572" cy="15177"/>
          </a:xfrm>
          <a:custGeom xmlns:a="http://schemas.openxmlformats.org/drawingml/2006/main">
            <a:pathLst>
              <a:path w="82572" h="15177">
                <a:moveTo>
                  <a:pt x="82572" y="7013"/>
                </a:moveTo>
                <a:cubicBezTo>
                  <a:pt x="82572" y="9169"/>
                  <a:pt x="81851" y="11068"/>
                  <a:pt x="80408" y="12712"/>
                </a:cubicBezTo>
                <a:cubicBezTo>
                  <a:pt x="78965" y="14356"/>
                  <a:pt x="76965" y="15177"/>
                  <a:pt x="74408" y="15177"/>
                </a:cubicBezTo>
                <a:cubicBezTo>
                  <a:pt x="72253" y="15177"/>
                  <a:pt x="70582" y="14465"/>
                  <a:pt x="69395" y="13041"/>
                </a:cubicBezTo>
                <a:cubicBezTo>
                  <a:pt x="68207" y="11616"/>
                  <a:pt x="67614" y="9917"/>
                  <a:pt x="67614" y="7945"/>
                </a:cubicBezTo>
                <a:cubicBezTo>
                  <a:pt x="67614" y="5826"/>
                  <a:pt x="68344" y="3972"/>
                  <a:pt x="69806" y="2383"/>
                </a:cubicBezTo>
                <a:cubicBezTo>
                  <a:pt x="71267" y="794"/>
                  <a:pt x="73294" y="0"/>
                  <a:pt x="75887" y="0"/>
                </a:cubicBezTo>
                <a:cubicBezTo>
                  <a:pt x="78043" y="0"/>
                  <a:pt x="79696" y="676"/>
                  <a:pt x="80846" y="2027"/>
                </a:cubicBezTo>
                <a:cubicBezTo>
                  <a:pt x="81997" y="3379"/>
                  <a:pt x="82572" y="5041"/>
                  <a:pt x="82572" y="7013"/>
                </a:cubicBezTo>
                <a:moveTo>
                  <a:pt x="48765" y="7013"/>
                </a:moveTo>
                <a:cubicBezTo>
                  <a:pt x="48765" y="9169"/>
                  <a:pt x="48044" y="11068"/>
                  <a:pt x="46601" y="12712"/>
                </a:cubicBezTo>
                <a:cubicBezTo>
                  <a:pt x="45158" y="14356"/>
                  <a:pt x="43158" y="15177"/>
                  <a:pt x="40601" y="15177"/>
                </a:cubicBezTo>
                <a:cubicBezTo>
                  <a:pt x="38446" y="15177"/>
                  <a:pt x="36775" y="14465"/>
                  <a:pt x="35588" y="13041"/>
                </a:cubicBezTo>
                <a:cubicBezTo>
                  <a:pt x="34400" y="11616"/>
                  <a:pt x="33807" y="9917"/>
                  <a:pt x="33807" y="7945"/>
                </a:cubicBezTo>
                <a:cubicBezTo>
                  <a:pt x="33807" y="5826"/>
                  <a:pt x="34537" y="3972"/>
                  <a:pt x="35999" y="2383"/>
                </a:cubicBezTo>
                <a:cubicBezTo>
                  <a:pt x="37460" y="794"/>
                  <a:pt x="39487" y="0"/>
                  <a:pt x="42081" y="0"/>
                </a:cubicBezTo>
                <a:cubicBezTo>
                  <a:pt x="44236" y="0"/>
                  <a:pt x="45889" y="676"/>
                  <a:pt x="47039" y="2027"/>
                </a:cubicBezTo>
                <a:cubicBezTo>
                  <a:pt x="48190" y="3379"/>
                  <a:pt x="48765" y="5041"/>
                  <a:pt x="48765" y="7013"/>
                </a:cubicBezTo>
                <a:moveTo>
                  <a:pt x="14958" y="7013"/>
                </a:moveTo>
                <a:cubicBezTo>
                  <a:pt x="14958" y="9169"/>
                  <a:pt x="14237" y="11068"/>
                  <a:pt x="12794" y="12712"/>
                </a:cubicBezTo>
                <a:cubicBezTo>
                  <a:pt x="11351" y="14356"/>
                  <a:pt x="9351" y="15177"/>
                  <a:pt x="6794" y="15177"/>
                </a:cubicBezTo>
                <a:cubicBezTo>
                  <a:pt x="4639" y="15177"/>
                  <a:pt x="2968" y="14465"/>
                  <a:pt x="1781" y="13041"/>
                </a:cubicBezTo>
                <a:cubicBezTo>
                  <a:pt x="594" y="11616"/>
                  <a:pt x="0" y="9917"/>
                  <a:pt x="0" y="7945"/>
                </a:cubicBezTo>
                <a:cubicBezTo>
                  <a:pt x="0" y="5826"/>
                  <a:pt x="731" y="3972"/>
                  <a:pt x="2192" y="2383"/>
                </a:cubicBezTo>
                <a:cubicBezTo>
                  <a:pt x="3653" y="794"/>
                  <a:pt x="5680" y="0"/>
                  <a:pt x="8274" y="0"/>
                </a:cubicBezTo>
                <a:cubicBezTo>
                  <a:pt x="10429" y="0"/>
                  <a:pt x="12082" y="676"/>
                  <a:pt x="13232" y="2027"/>
                </a:cubicBezTo>
                <a:cubicBezTo>
                  <a:pt x="14383" y="3379"/>
                  <a:pt x="14958" y="5041"/>
                  <a:pt x="14958" y="70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01F43-2835-46FD-AF9B-D1303146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43" y="788773"/>
            <a:ext cx="634259" cy="253702"/>
          </a:xfrm>
          <a:custGeom xmlns:a="http://schemas.openxmlformats.org/drawingml/2006/main">
            <a:pathLst>
              <a:path w="634259" h="253702">
                <a:moveTo>
                  <a:pt x="0" y="0"/>
                </a:moveTo>
                <a:lnTo>
                  <a:pt x="634259" y="0"/>
                </a:lnTo>
                <a:lnTo>
                  <a:pt x="634259" y="253702"/>
                </a:lnTo>
                <a:lnTo>
                  <a:pt x="0" y="2537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[CLS]">
            <a:extLst xmlns:a="http://schemas.openxmlformats.org/drawingml/2006/main">
              <a:ext uri="{FF2B5EF4-FFF2-40B4-BE49-F238E27FC236}">
                <a16:creationId xmlns:a16="http://schemas.microsoft.com/office/drawing/2014/main" id="{EC695EE8-51E1-4ABB-BCC0-02983541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42" y="860840"/>
            <a:ext cx="287278" cy="131549"/>
          </a:xfrm>
          <a:custGeom xmlns:a="http://schemas.openxmlformats.org/drawingml/2006/main">
            <a:pathLst>
              <a:path w="287278" h="131549">
                <a:moveTo>
                  <a:pt x="31512" y="120150"/>
                </a:moveTo>
                <a:lnTo>
                  <a:pt x="30856" y="131549"/>
                </a:lnTo>
                <a:lnTo>
                  <a:pt x="0" y="130829"/>
                </a:lnTo>
                <a:cubicBezTo>
                  <a:pt x="524" y="100999"/>
                  <a:pt x="786" y="80340"/>
                  <a:pt x="786" y="68854"/>
                </a:cubicBezTo>
                <a:cubicBezTo>
                  <a:pt x="786" y="59944"/>
                  <a:pt x="524" y="37299"/>
                  <a:pt x="0" y="917"/>
                </a:cubicBezTo>
                <a:lnTo>
                  <a:pt x="31512" y="66"/>
                </a:lnTo>
                <a:lnTo>
                  <a:pt x="30856" y="11334"/>
                </a:lnTo>
                <a:cubicBezTo>
                  <a:pt x="21248" y="11072"/>
                  <a:pt x="14697" y="10941"/>
                  <a:pt x="11203" y="10941"/>
                </a:cubicBezTo>
                <a:cubicBezTo>
                  <a:pt x="10853" y="41120"/>
                  <a:pt x="10679" y="60425"/>
                  <a:pt x="10679" y="68854"/>
                </a:cubicBezTo>
                <a:cubicBezTo>
                  <a:pt x="10679" y="74925"/>
                  <a:pt x="10853" y="92438"/>
                  <a:pt x="11203" y="121395"/>
                </a:cubicBezTo>
                <a:cubicBezTo>
                  <a:pt x="14435" y="121308"/>
                  <a:pt x="21204" y="120893"/>
                  <a:pt x="31512" y="120150"/>
                </a:cubicBezTo>
                <a:close/>
                <a:moveTo>
                  <a:pt x="109891" y="89294"/>
                </a:moveTo>
                <a:lnTo>
                  <a:pt x="109039" y="99055"/>
                </a:lnTo>
                <a:cubicBezTo>
                  <a:pt x="103667" y="100671"/>
                  <a:pt x="97815" y="101479"/>
                  <a:pt x="91482" y="101479"/>
                </a:cubicBezTo>
                <a:cubicBezTo>
                  <a:pt x="76458" y="101479"/>
                  <a:pt x="65168" y="97363"/>
                  <a:pt x="57612" y="89130"/>
                </a:cubicBezTo>
                <a:cubicBezTo>
                  <a:pt x="50056" y="80897"/>
                  <a:pt x="46278" y="70841"/>
                  <a:pt x="46278" y="58961"/>
                </a:cubicBezTo>
                <a:cubicBezTo>
                  <a:pt x="46278" y="46514"/>
                  <a:pt x="50493" y="35781"/>
                  <a:pt x="58922" y="26762"/>
                </a:cubicBezTo>
                <a:cubicBezTo>
                  <a:pt x="67351" y="17743"/>
                  <a:pt x="78685" y="13234"/>
                  <a:pt x="92923" y="13234"/>
                </a:cubicBezTo>
                <a:cubicBezTo>
                  <a:pt x="96854" y="13234"/>
                  <a:pt x="101003" y="13823"/>
                  <a:pt x="105371" y="15002"/>
                </a:cubicBezTo>
                <a:lnTo>
                  <a:pt x="103536" y="25419"/>
                </a:lnTo>
                <a:cubicBezTo>
                  <a:pt x="98514" y="23847"/>
                  <a:pt x="94037" y="23060"/>
                  <a:pt x="90106" y="23060"/>
                </a:cubicBezTo>
                <a:cubicBezTo>
                  <a:pt x="79537" y="23060"/>
                  <a:pt x="71522" y="26336"/>
                  <a:pt x="66063" y="32887"/>
                </a:cubicBezTo>
                <a:cubicBezTo>
                  <a:pt x="60604" y="39439"/>
                  <a:pt x="57874" y="47453"/>
                  <a:pt x="57874" y="56930"/>
                </a:cubicBezTo>
                <a:cubicBezTo>
                  <a:pt x="57874" y="66583"/>
                  <a:pt x="61019" y="74859"/>
                  <a:pt x="67308" y="81760"/>
                </a:cubicBezTo>
                <a:cubicBezTo>
                  <a:pt x="73597" y="88660"/>
                  <a:pt x="82288" y="92111"/>
                  <a:pt x="93382" y="92111"/>
                </a:cubicBezTo>
                <a:cubicBezTo>
                  <a:pt x="97618" y="92111"/>
                  <a:pt x="103121" y="91172"/>
                  <a:pt x="109891" y="89294"/>
                </a:cubicBezTo>
                <a:close/>
                <a:moveTo>
                  <a:pt x="178149" y="90080"/>
                </a:moveTo>
                <a:lnTo>
                  <a:pt x="177756" y="99710"/>
                </a:lnTo>
                <a:lnTo>
                  <a:pt x="126198" y="99710"/>
                </a:lnTo>
                <a:cubicBezTo>
                  <a:pt x="126722" y="88923"/>
                  <a:pt x="126984" y="73986"/>
                  <a:pt x="126984" y="54900"/>
                </a:cubicBezTo>
                <a:cubicBezTo>
                  <a:pt x="126984" y="38478"/>
                  <a:pt x="126722" y="24982"/>
                  <a:pt x="126198" y="14413"/>
                </a:cubicBezTo>
                <a:lnTo>
                  <a:pt x="138383" y="14413"/>
                </a:lnTo>
                <a:cubicBezTo>
                  <a:pt x="137859" y="23235"/>
                  <a:pt x="137597" y="36731"/>
                  <a:pt x="137597" y="54900"/>
                </a:cubicBezTo>
                <a:cubicBezTo>
                  <a:pt x="137597" y="69836"/>
                  <a:pt x="137357" y="81803"/>
                  <a:pt x="136876" y="90801"/>
                </a:cubicBezTo>
                <a:cubicBezTo>
                  <a:pt x="149979" y="90801"/>
                  <a:pt x="163736" y="90560"/>
                  <a:pt x="178149" y="90080"/>
                </a:cubicBezTo>
                <a:close/>
                <a:moveTo>
                  <a:pt x="241623" y="77632"/>
                </a:moveTo>
                <a:cubicBezTo>
                  <a:pt x="241623" y="93792"/>
                  <a:pt x="230377" y="101872"/>
                  <a:pt x="207884" y="101872"/>
                </a:cubicBezTo>
                <a:cubicBezTo>
                  <a:pt x="199673" y="101872"/>
                  <a:pt x="192379" y="100933"/>
                  <a:pt x="186003" y="99055"/>
                </a:cubicBezTo>
                <a:lnTo>
                  <a:pt x="188296" y="88770"/>
                </a:lnTo>
                <a:cubicBezTo>
                  <a:pt x="195633" y="91303"/>
                  <a:pt x="202599" y="92569"/>
                  <a:pt x="209194" y="92569"/>
                </a:cubicBezTo>
                <a:cubicBezTo>
                  <a:pt x="224044" y="92569"/>
                  <a:pt x="231469" y="88377"/>
                  <a:pt x="231469" y="79991"/>
                </a:cubicBezTo>
                <a:cubicBezTo>
                  <a:pt x="231469" y="75754"/>
                  <a:pt x="229547" y="72129"/>
                  <a:pt x="225703" y="69116"/>
                </a:cubicBezTo>
                <a:cubicBezTo>
                  <a:pt x="223127" y="67107"/>
                  <a:pt x="218060" y="64421"/>
                  <a:pt x="210505" y="61058"/>
                </a:cubicBezTo>
                <a:cubicBezTo>
                  <a:pt x="202556" y="57520"/>
                  <a:pt x="196987" y="54266"/>
                  <a:pt x="193799" y="51296"/>
                </a:cubicBezTo>
                <a:cubicBezTo>
                  <a:pt x="189388" y="47191"/>
                  <a:pt x="187182" y="42037"/>
                  <a:pt x="187182" y="35835"/>
                </a:cubicBezTo>
                <a:cubicBezTo>
                  <a:pt x="187182" y="29372"/>
                  <a:pt x="189431" y="24109"/>
                  <a:pt x="193930" y="20047"/>
                </a:cubicBezTo>
                <a:cubicBezTo>
                  <a:pt x="198952" y="15505"/>
                  <a:pt x="206050" y="13234"/>
                  <a:pt x="215221" y="13234"/>
                </a:cubicBezTo>
                <a:cubicBezTo>
                  <a:pt x="225616" y="13234"/>
                  <a:pt x="232735" y="13911"/>
                  <a:pt x="236579" y="15264"/>
                </a:cubicBezTo>
                <a:lnTo>
                  <a:pt x="235006" y="25681"/>
                </a:lnTo>
                <a:cubicBezTo>
                  <a:pt x="228368" y="23585"/>
                  <a:pt x="221314" y="22536"/>
                  <a:pt x="213846" y="22536"/>
                </a:cubicBezTo>
                <a:cubicBezTo>
                  <a:pt x="202621" y="22536"/>
                  <a:pt x="197009" y="26292"/>
                  <a:pt x="197009" y="33805"/>
                </a:cubicBezTo>
                <a:cubicBezTo>
                  <a:pt x="197009" y="37430"/>
                  <a:pt x="198625" y="40465"/>
                  <a:pt x="201857" y="42911"/>
                </a:cubicBezTo>
                <a:cubicBezTo>
                  <a:pt x="203953" y="44439"/>
                  <a:pt x="208583" y="46754"/>
                  <a:pt x="215746" y="49855"/>
                </a:cubicBezTo>
                <a:cubicBezTo>
                  <a:pt x="223913" y="53393"/>
                  <a:pt x="229809" y="56756"/>
                  <a:pt x="233434" y="59944"/>
                </a:cubicBezTo>
                <a:cubicBezTo>
                  <a:pt x="238893" y="64748"/>
                  <a:pt x="241623" y="70644"/>
                  <a:pt x="241623" y="77632"/>
                </a:cubicBezTo>
                <a:close/>
                <a:moveTo>
                  <a:pt x="287278" y="130632"/>
                </a:moveTo>
                <a:lnTo>
                  <a:pt x="255767" y="131484"/>
                </a:lnTo>
                <a:lnTo>
                  <a:pt x="256422" y="120216"/>
                </a:lnTo>
                <a:cubicBezTo>
                  <a:pt x="266030" y="120478"/>
                  <a:pt x="272581" y="120609"/>
                  <a:pt x="276076" y="120609"/>
                </a:cubicBezTo>
                <a:cubicBezTo>
                  <a:pt x="276425" y="90429"/>
                  <a:pt x="276600" y="71125"/>
                  <a:pt x="276600" y="62696"/>
                </a:cubicBezTo>
                <a:cubicBezTo>
                  <a:pt x="276600" y="56625"/>
                  <a:pt x="276425" y="39111"/>
                  <a:pt x="276076" y="10154"/>
                </a:cubicBezTo>
                <a:cubicBezTo>
                  <a:pt x="272844" y="10242"/>
                  <a:pt x="266074" y="10657"/>
                  <a:pt x="255767" y="11399"/>
                </a:cubicBezTo>
                <a:lnTo>
                  <a:pt x="256422" y="0"/>
                </a:lnTo>
                <a:lnTo>
                  <a:pt x="287278" y="721"/>
                </a:lnTo>
                <a:cubicBezTo>
                  <a:pt x="286754" y="30551"/>
                  <a:pt x="286492" y="51209"/>
                  <a:pt x="286492" y="62696"/>
                </a:cubicBezTo>
                <a:cubicBezTo>
                  <a:pt x="286492" y="71605"/>
                  <a:pt x="286754" y="94251"/>
                  <a:pt x="287278" y="1306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CC16EF-901B-41C7-8672-ED5939C7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43" y="1898724"/>
            <a:ext cx="634259" cy="253703"/>
          </a:xfrm>
          <a:custGeom xmlns:a="http://schemas.openxmlformats.org/drawingml/2006/main">
            <a:pathLst>
              <a:path w="634259" h="253703">
                <a:moveTo>
                  <a:pt x="0" y="0"/>
                </a:moveTo>
                <a:lnTo>
                  <a:pt x="634259" y="0"/>
                </a:lnTo>
                <a:lnTo>
                  <a:pt x="634259" y="253703"/>
                </a:lnTo>
                <a:lnTo>
                  <a:pt x="0" y="2537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Token1">
            <a:extLst xmlns:a="http://schemas.openxmlformats.org/drawingml/2006/main">
              <a:ext uri="{FF2B5EF4-FFF2-40B4-BE49-F238E27FC236}">
                <a16:creationId xmlns:a16="http://schemas.microsoft.com/office/drawing/2014/main" id="{3B885FC9-01CD-4DDB-AF68-64778748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552" y="1977670"/>
            <a:ext cx="404336" cy="95386"/>
          </a:xfrm>
          <a:custGeom xmlns:a="http://schemas.openxmlformats.org/drawingml/2006/main">
            <a:pathLst>
              <a:path w="404336" h="95386">
                <a:moveTo>
                  <a:pt x="65447" y="7534"/>
                </a:moveTo>
                <a:lnTo>
                  <a:pt x="65120" y="16771"/>
                </a:lnTo>
                <a:cubicBezTo>
                  <a:pt x="56472" y="16334"/>
                  <a:pt x="47540" y="16116"/>
                  <a:pt x="38325" y="16116"/>
                </a:cubicBezTo>
                <a:cubicBezTo>
                  <a:pt x="38238" y="24502"/>
                  <a:pt x="38194" y="35137"/>
                  <a:pt x="38194" y="48021"/>
                </a:cubicBezTo>
                <a:cubicBezTo>
                  <a:pt x="38194" y="62259"/>
                  <a:pt x="38412" y="77196"/>
                  <a:pt x="38849" y="92831"/>
                </a:cubicBezTo>
                <a:lnTo>
                  <a:pt x="26860" y="92831"/>
                </a:lnTo>
                <a:cubicBezTo>
                  <a:pt x="27384" y="77938"/>
                  <a:pt x="27646" y="63001"/>
                  <a:pt x="27646" y="48021"/>
                </a:cubicBezTo>
                <a:cubicBezTo>
                  <a:pt x="27646" y="35311"/>
                  <a:pt x="27515" y="24676"/>
                  <a:pt x="27253" y="16116"/>
                </a:cubicBezTo>
                <a:cubicBezTo>
                  <a:pt x="20789" y="16116"/>
                  <a:pt x="11705" y="16378"/>
                  <a:pt x="0" y="16902"/>
                </a:cubicBezTo>
                <a:lnTo>
                  <a:pt x="328" y="7534"/>
                </a:lnTo>
                <a:lnTo>
                  <a:pt x="65447" y="7534"/>
                </a:lnTo>
                <a:close/>
                <a:moveTo>
                  <a:pt x="127114" y="59813"/>
                </a:moveTo>
                <a:cubicBezTo>
                  <a:pt x="127114" y="70994"/>
                  <a:pt x="123904" y="79718"/>
                  <a:pt x="117484" y="85985"/>
                </a:cubicBezTo>
                <a:cubicBezTo>
                  <a:pt x="111064" y="92253"/>
                  <a:pt x="103508" y="95386"/>
                  <a:pt x="94816" y="95386"/>
                </a:cubicBezTo>
                <a:cubicBezTo>
                  <a:pt x="86693" y="95386"/>
                  <a:pt x="79716" y="92613"/>
                  <a:pt x="73885" y="87066"/>
                </a:cubicBezTo>
                <a:cubicBezTo>
                  <a:pt x="68055" y="81520"/>
                  <a:pt x="65139" y="73702"/>
                  <a:pt x="65139" y="63613"/>
                </a:cubicBezTo>
                <a:cubicBezTo>
                  <a:pt x="65139" y="52345"/>
                  <a:pt x="68360" y="43544"/>
                  <a:pt x="74802" y="37211"/>
                </a:cubicBezTo>
                <a:cubicBezTo>
                  <a:pt x="81244" y="30878"/>
                  <a:pt x="88811" y="27712"/>
                  <a:pt x="97502" y="27712"/>
                </a:cubicBezTo>
                <a:cubicBezTo>
                  <a:pt x="105626" y="27712"/>
                  <a:pt x="112592" y="30518"/>
                  <a:pt x="118401" y="36130"/>
                </a:cubicBezTo>
                <a:cubicBezTo>
                  <a:pt x="124210" y="41742"/>
                  <a:pt x="127114" y="49637"/>
                  <a:pt x="127114" y="59813"/>
                </a:cubicBezTo>
                <a:moveTo>
                  <a:pt x="115780" y="62106"/>
                </a:moveTo>
                <a:cubicBezTo>
                  <a:pt x="115780" y="55293"/>
                  <a:pt x="114066" y="49233"/>
                  <a:pt x="110638" y="43926"/>
                </a:cubicBezTo>
                <a:cubicBezTo>
                  <a:pt x="107209" y="38620"/>
                  <a:pt x="102329" y="35966"/>
                  <a:pt x="95996" y="35966"/>
                </a:cubicBezTo>
                <a:cubicBezTo>
                  <a:pt x="89706" y="35966"/>
                  <a:pt x="84869" y="38478"/>
                  <a:pt x="81485" y="43500"/>
                </a:cubicBezTo>
                <a:cubicBezTo>
                  <a:pt x="78100" y="48523"/>
                  <a:pt x="76407" y="54354"/>
                  <a:pt x="76407" y="60992"/>
                </a:cubicBezTo>
                <a:cubicBezTo>
                  <a:pt x="76407" y="67849"/>
                  <a:pt x="78122" y="73920"/>
                  <a:pt x="81550" y="79205"/>
                </a:cubicBezTo>
                <a:cubicBezTo>
                  <a:pt x="84979" y="84489"/>
                  <a:pt x="89881" y="87132"/>
                  <a:pt x="96258" y="87132"/>
                </a:cubicBezTo>
                <a:cubicBezTo>
                  <a:pt x="102547" y="87132"/>
                  <a:pt x="107373" y="84610"/>
                  <a:pt x="110736" y="79565"/>
                </a:cubicBezTo>
                <a:cubicBezTo>
                  <a:pt x="114099" y="74521"/>
                  <a:pt x="115780" y="68701"/>
                  <a:pt x="115780" y="62106"/>
                </a:cubicBezTo>
                <a:close/>
                <a:moveTo>
                  <a:pt x="198970" y="92831"/>
                </a:moveTo>
                <a:lnTo>
                  <a:pt x="183574" y="92831"/>
                </a:lnTo>
                <a:cubicBezTo>
                  <a:pt x="183574" y="91303"/>
                  <a:pt x="179338" y="85472"/>
                  <a:pt x="170865" y="75340"/>
                </a:cubicBezTo>
                <a:cubicBezTo>
                  <a:pt x="162173" y="64901"/>
                  <a:pt x="156714" y="59682"/>
                  <a:pt x="154487" y="59682"/>
                </a:cubicBezTo>
                <a:lnTo>
                  <a:pt x="154028" y="59682"/>
                </a:lnTo>
                <a:cubicBezTo>
                  <a:pt x="154028" y="69028"/>
                  <a:pt x="154268" y="80078"/>
                  <a:pt x="154749" y="92831"/>
                </a:cubicBezTo>
                <a:lnTo>
                  <a:pt x="143218" y="92831"/>
                </a:lnTo>
                <a:cubicBezTo>
                  <a:pt x="143786" y="76846"/>
                  <a:pt x="144070" y="60556"/>
                  <a:pt x="144070" y="43959"/>
                </a:cubicBezTo>
                <a:cubicBezTo>
                  <a:pt x="144070" y="27057"/>
                  <a:pt x="143437" y="12622"/>
                  <a:pt x="142170" y="655"/>
                </a:cubicBezTo>
                <a:lnTo>
                  <a:pt x="154749" y="0"/>
                </a:lnTo>
                <a:cubicBezTo>
                  <a:pt x="154268" y="9434"/>
                  <a:pt x="154028" y="27756"/>
                  <a:pt x="154028" y="54965"/>
                </a:cubicBezTo>
                <a:lnTo>
                  <a:pt x="154487" y="54965"/>
                </a:lnTo>
                <a:cubicBezTo>
                  <a:pt x="155928" y="54965"/>
                  <a:pt x="160459" y="51285"/>
                  <a:pt x="168081" y="43926"/>
                </a:cubicBezTo>
                <a:cubicBezTo>
                  <a:pt x="175702" y="36567"/>
                  <a:pt x="179512" y="32123"/>
                  <a:pt x="179512" y="30594"/>
                </a:cubicBezTo>
                <a:lnTo>
                  <a:pt x="193991" y="30594"/>
                </a:lnTo>
                <a:cubicBezTo>
                  <a:pt x="193991" y="31992"/>
                  <a:pt x="190562" y="35617"/>
                  <a:pt x="183705" y="41470"/>
                </a:cubicBezTo>
                <a:cubicBezTo>
                  <a:pt x="177285" y="46929"/>
                  <a:pt x="171411" y="51427"/>
                  <a:pt x="166082" y="54965"/>
                </a:cubicBezTo>
                <a:lnTo>
                  <a:pt x="166082" y="55489"/>
                </a:lnTo>
                <a:cubicBezTo>
                  <a:pt x="171498" y="59595"/>
                  <a:pt x="178464" y="66626"/>
                  <a:pt x="186981" y="76584"/>
                </a:cubicBezTo>
                <a:cubicBezTo>
                  <a:pt x="194973" y="85974"/>
                  <a:pt x="198970" y="91390"/>
                  <a:pt x="198970" y="92831"/>
                </a:cubicBezTo>
                <a:close/>
                <a:moveTo>
                  <a:pt x="262276" y="54376"/>
                </a:moveTo>
                <a:cubicBezTo>
                  <a:pt x="262276" y="56210"/>
                  <a:pt x="262188" y="58743"/>
                  <a:pt x="262014" y="61975"/>
                </a:cubicBezTo>
                <a:lnTo>
                  <a:pt x="217006" y="62761"/>
                </a:lnTo>
                <a:cubicBezTo>
                  <a:pt x="217443" y="69138"/>
                  <a:pt x="219911" y="74477"/>
                  <a:pt x="224409" y="78779"/>
                </a:cubicBezTo>
                <a:cubicBezTo>
                  <a:pt x="228908" y="83081"/>
                  <a:pt x="234869" y="85232"/>
                  <a:pt x="242294" y="85232"/>
                </a:cubicBezTo>
                <a:cubicBezTo>
                  <a:pt x="248933" y="85232"/>
                  <a:pt x="255157" y="84424"/>
                  <a:pt x="260965" y="82808"/>
                </a:cubicBezTo>
                <a:lnTo>
                  <a:pt x="259852" y="92045"/>
                </a:lnTo>
                <a:cubicBezTo>
                  <a:pt x="255571" y="93749"/>
                  <a:pt x="249391" y="94600"/>
                  <a:pt x="241312" y="94600"/>
                </a:cubicBezTo>
                <a:cubicBezTo>
                  <a:pt x="229956" y="94600"/>
                  <a:pt x="221297" y="91499"/>
                  <a:pt x="215336" y="85297"/>
                </a:cubicBezTo>
                <a:cubicBezTo>
                  <a:pt x="209374" y="79096"/>
                  <a:pt x="206393" y="71540"/>
                  <a:pt x="206393" y="62630"/>
                </a:cubicBezTo>
                <a:cubicBezTo>
                  <a:pt x="206393" y="53109"/>
                  <a:pt x="209112" y="44909"/>
                  <a:pt x="214550" y="38030"/>
                </a:cubicBezTo>
                <a:cubicBezTo>
                  <a:pt x="219987" y="31151"/>
                  <a:pt x="227292" y="27712"/>
                  <a:pt x="236464" y="27712"/>
                </a:cubicBezTo>
                <a:cubicBezTo>
                  <a:pt x="244893" y="27712"/>
                  <a:pt x="251302" y="30201"/>
                  <a:pt x="255692" y="35180"/>
                </a:cubicBezTo>
                <a:cubicBezTo>
                  <a:pt x="260081" y="40159"/>
                  <a:pt x="262276" y="46558"/>
                  <a:pt x="262276" y="54376"/>
                </a:cubicBezTo>
                <a:moveTo>
                  <a:pt x="251335" y="54507"/>
                </a:moveTo>
                <a:cubicBezTo>
                  <a:pt x="251335" y="42234"/>
                  <a:pt x="246203" y="36097"/>
                  <a:pt x="235940" y="36097"/>
                </a:cubicBezTo>
                <a:cubicBezTo>
                  <a:pt x="225457" y="36097"/>
                  <a:pt x="219277" y="42474"/>
                  <a:pt x="217399" y="55227"/>
                </a:cubicBezTo>
                <a:lnTo>
                  <a:pt x="251335" y="54507"/>
                </a:lnTo>
                <a:close/>
                <a:moveTo>
                  <a:pt x="332592" y="92831"/>
                </a:moveTo>
                <a:lnTo>
                  <a:pt x="320669" y="92831"/>
                </a:lnTo>
                <a:cubicBezTo>
                  <a:pt x="321629" y="81345"/>
                  <a:pt x="322110" y="68810"/>
                  <a:pt x="322110" y="55227"/>
                </a:cubicBezTo>
                <a:cubicBezTo>
                  <a:pt x="322110" y="48501"/>
                  <a:pt x="320745" y="43904"/>
                  <a:pt x="318015" y="41437"/>
                </a:cubicBezTo>
                <a:cubicBezTo>
                  <a:pt x="315286" y="38969"/>
                  <a:pt x="311388" y="37735"/>
                  <a:pt x="306321" y="37735"/>
                </a:cubicBezTo>
                <a:cubicBezTo>
                  <a:pt x="300119" y="37735"/>
                  <a:pt x="294398" y="39985"/>
                  <a:pt x="289157" y="44483"/>
                </a:cubicBezTo>
                <a:cubicBezTo>
                  <a:pt x="289157" y="59376"/>
                  <a:pt x="289244" y="75492"/>
                  <a:pt x="289419" y="92831"/>
                </a:cubicBezTo>
                <a:lnTo>
                  <a:pt x="277496" y="92831"/>
                </a:lnTo>
                <a:cubicBezTo>
                  <a:pt x="278238" y="77982"/>
                  <a:pt x="278609" y="67238"/>
                  <a:pt x="278609" y="60599"/>
                </a:cubicBezTo>
                <a:cubicBezTo>
                  <a:pt x="278609" y="50379"/>
                  <a:pt x="277649" y="40465"/>
                  <a:pt x="275727" y="30856"/>
                </a:cubicBezTo>
                <a:lnTo>
                  <a:pt x="287257" y="29219"/>
                </a:lnTo>
                <a:lnTo>
                  <a:pt x="288502" y="37211"/>
                </a:lnTo>
                <a:lnTo>
                  <a:pt x="289026" y="37211"/>
                </a:lnTo>
                <a:cubicBezTo>
                  <a:pt x="295490" y="31359"/>
                  <a:pt x="302412" y="28432"/>
                  <a:pt x="309793" y="28432"/>
                </a:cubicBezTo>
                <a:cubicBezTo>
                  <a:pt x="317044" y="28432"/>
                  <a:pt x="322656" y="30038"/>
                  <a:pt x="326630" y="33248"/>
                </a:cubicBezTo>
                <a:cubicBezTo>
                  <a:pt x="330605" y="36458"/>
                  <a:pt x="332592" y="42168"/>
                  <a:pt x="332592" y="50379"/>
                </a:cubicBezTo>
                <a:cubicBezTo>
                  <a:pt x="332592" y="51209"/>
                  <a:pt x="332548" y="52847"/>
                  <a:pt x="332461" y="55293"/>
                </a:cubicBezTo>
                <a:cubicBezTo>
                  <a:pt x="332374" y="57738"/>
                  <a:pt x="332330" y="59376"/>
                  <a:pt x="332330" y="60206"/>
                </a:cubicBezTo>
                <a:cubicBezTo>
                  <a:pt x="332330" y="67500"/>
                  <a:pt x="332417" y="78375"/>
                  <a:pt x="332592" y="92831"/>
                </a:cubicBezTo>
                <a:close/>
                <a:moveTo>
                  <a:pt x="404336" y="92831"/>
                </a:moveTo>
                <a:lnTo>
                  <a:pt x="393133" y="92831"/>
                </a:lnTo>
                <a:cubicBezTo>
                  <a:pt x="393614" y="83616"/>
                  <a:pt x="393854" y="74051"/>
                  <a:pt x="393854" y="64137"/>
                </a:cubicBezTo>
                <a:cubicBezTo>
                  <a:pt x="393854" y="52650"/>
                  <a:pt x="393614" y="44177"/>
                  <a:pt x="393133" y="38718"/>
                </a:cubicBezTo>
                <a:lnTo>
                  <a:pt x="378196" y="46186"/>
                </a:lnTo>
                <a:lnTo>
                  <a:pt x="375117" y="40487"/>
                </a:lnTo>
                <a:lnTo>
                  <a:pt x="398702" y="23126"/>
                </a:lnTo>
                <a:lnTo>
                  <a:pt x="404336" y="23126"/>
                </a:lnTo>
                <a:cubicBezTo>
                  <a:pt x="403899" y="37233"/>
                  <a:pt x="403681" y="50903"/>
                  <a:pt x="403681" y="64137"/>
                </a:cubicBezTo>
                <a:cubicBezTo>
                  <a:pt x="403681" y="73483"/>
                  <a:pt x="403899" y="83048"/>
                  <a:pt x="404336" y="928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F7B60-E387-46E8-AB88-06B54C27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43" y="2432964"/>
            <a:ext cx="634259" cy="253703"/>
          </a:xfrm>
          <a:custGeom xmlns:a="http://schemas.openxmlformats.org/drawingml/2006/main">
            <a:pathLst>
              <a:path w="634259" h="253703">
                <a:moveTo>
                  <a:pt x="0" y="0"/>
                </a:moveTo>
                <a:lnTo>
                  <a:pt x="634259" y="0"/>
                </a:lnTo>
                <a:lnTo>
                  <a:pt x="634259" y="253703"/>
                </a:lnTo>
                <a:lnTo>
                  <a:pt x="0" y="2537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TokenN">
            <a:extLst xmlns:a="http://schemas.openxmlformats.org/drawingml/2006/main">
              <a:ext uri="{FF2B5EF4-FFF2-40B4-BE49-F238E27FC236}">
                <a16:creationId xmlns:a16="http://schemas.microsoft.com/office/drawing/2014/main" id="{A7F574CA-1747-4FA7-9DDB-E0CF15FE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142" y="2511910"/>
            <a:ext cx="448622" cy="95386"/>
          </a:xfrm>
          <a:custGeom xmlns:a="http://schemas.openxmlformats.org/drawingml/2006/main">
            <a:pathLst>
              <a:path w="448622" h="95386">
                <a:moveTo>
                  <a:pt x="65447" y="7534"/>
                </a:moveTo>
                <a:lnTo>
                  <a:pt x="65120" y="16771"/>
                </a:lnTo>
                <a:cubicBezTo>
                  <a:pt x="56472" y="16334"/>
                  <a:pt x="47540" y="16116"/>
                  <a:pt x="38325" y="16116"/>
                </a:cubicBezTo>
                <a:cubicBezTo>
                  <a:pt x="38238" y="24502"/>
                  <a:pt x="38194" y="35137"/>
                  <a:pt x="38194" y="48021"/>
                </a:cubicBezTo>
                <a:cubicBezTo>
                  <a:pt x="38194" y="62259"/>
                  <a:pt x="38412" y="77196"/>
                  <a:pt x="38849" y="92831"/>
                </a:cubicBezTo>
                <a:lnTo>
                  <a:pt x="26860" y="92831"/>
                </a:lnTo>
                <a:cubicBezTo>
                  <a:pt x="27384" y="77938"/>
                  <a:pt x="27646" y="63001"/>
                  <a:pt x="27646" y="48021"/>
                </a:cubicBezTo>
                <a:cubicBezTo>
                  <a:pt x="27646" y="35311"/>
                  <a:pt x="27515" y="24676"/>
                  <a:pt x="27253" y="16116"/>
                </a:cubicBezTo>
                <a:cubicBezTo>
                  <a:pt x="20789" y="16116"/>
                  <a:pt x="11705" y="16378"/>
                  <a:pt x="0" y="16902"/>
                </a:cubicBezTo>
                <a:lnTo>
                  <a:pt x="328" y="7534"/>
                </a:lnTo>
                <a:lnTo>
                  <a:pt x="65447" y="7534"/>
                </a:lnTo>
                <a:close/>
                <a:moveTo>
                  <a:pt x="127114" y="59813"/>
                </a:moveTo>
                <a:cubicBezTo>
                  <a:pt x="127114" y="70994"/>
                  <a:pt x="123904" y="79718"/>
                  <a:pt x="117484" y="85985"/>
                </a:cubicBezTo>
                <a:cubicBezTo>
                  <a:pt x="111064" y="92253"/>
                  <a:pt x="103508" y="95386"/>
                  <a:pt x="94816" y="95386"/>
                </a:cubicBezTo>
                <a:cubicBezTo>
                  <a:pt x="86693" y="95386"/>
                  <a:pt x="79716" y="92613"/>
                  <a:pt x="73885" y="87066"/>
                </a:cubicBezTo>
                <a:cubicBezTo>
                  <a:pt x="68054" y="81520"/>
                  <a:pt x="65139" y="73702"/>
                  <a:pt x="65139" y="63613"/>
                </a:cubicBezTo>
                <a:cubicBezTo>
                  <a:pt x="65139" y="52345"/>
                  <a:pt x="68360" y="43544"/>
                  <a:pt x="74802" y="37211"/>
                </a:cubicBezTo>
                <a:cubicBezTo>
                  <a:pt x="81244" y="30878"/>
                  <a:pt x="88811" y="27712"/>
                  <a:pt x="97502" y="27712"/>
                </a:cubicBezTo>
                <a:cubicBezTo>
                  <a:pt x="105626" y="27712"/>
                  <a:pt x="112592" y="30518"/>
                  <a:pt x="118401" y="36130"/>
                </a:cubicBezTo>
                <a:cubicBezTo>
                  <a:pt x="124210" y="41742"/>
                  <a:pt x="127114" y="49637"/>
                  <a:pt x="127114" y="59813"/>
                </a:cubicBezTo>
                <a:moveTo>
                  <a:pt x="115780" y="62106"/>
                </a:moveTo>
                <a:cubicBezTo>
                  <a:pt x="115780" y="55293"/>
                  <a:pt x="114066" y="49233"/>
                  <a:pt x="110638" y="43926"/>
                </a:cubicBezTo>
                <a:cubicBezTo>
                  <a:pt x="107209" y="38620"/>
                  <a:pt x="102329" y="35966"/>
                  <a:pt x="95996" y="35966"/>
                </a:cubicBezTo>
                <a:cubicBezTo>
                  <a:pt x="89706" y="35966"/>
                  <a:pt x="84869" y="38478"/>
                  <a:pt x="81485" y="43500"/>
                </a:cubicBezTo>
                <a:cubicBezTo>
                  <a:pt x="78100" y="48523"/>
                  <a:pt x="76407" y="54354"/>
                  <a:pt x="76407" y="60992"/>
                </a:cubicBezTo>
                <a:cubicBezTo>
                  <a:pt x="76407" y="67849"/>
                  <a:pt x="78122" y="73920"/>
                  <a:pt x="81550" y="79205"/>
                </a:cubicBezTo>
                <a:cubicBezTo>
                  <a:pt x="84979" y="84489"/>
                  <a:pt x="89881" y="87132"/>
                  <a:pt x="96258" y="87132"/>
                </a:cubicBezTo>
                <a:cubicBezTo>
                  <a:pt x="102547" y="87132"/>
                  <a:pt x="107373" y="84610"/>
                  <a:pt x="110736" y="79565"/>
                </a:cubicBezTo>
                <a:cubicBezTo>
                  <a:pt x="114099" y="74521"/>
                  <a:pt x="115780" y="68701"/>
                  <a:pt x="115780" y="62106"/>
                </a:cubicBezTo>
                <a:close/>
                <a:moveTo>
                  <a:pt x="198970" y="92831"/>
                </a:moveTo>
                <a:lnTo>
                  <a:pt x="183574" y="92831"/>
                </a:lnTo>
                <a:cubicBezTo>
                  <a:pt x="183574" y="91303"/>
                  <a:pt x="179338" y="85472"/>
                  <a:pt x="170865" y="75340"/>
                </a:cubicBezTo>
                <a:cubicBezTo>
                  <a:pt x="162173" y="64901"/>
                  <a:pt x="156714" y="59682"/>
                  <a:pt x="154487" y="59682"/>
                </a:cubicBezTo>
                <a:lnTo>
                  <a:pt x="154028" y="59682"/>
                </a:lnTo>
                <a:cubicBezTo>
                  <a:pt x="154028" y="69028"/>
                  <a:pt x="154268" y="80078"/>
                  <a:pt x="154749" y="92831"/>
                </a:cubicBezTo>
                <a:lnTo>
                  <a:pt x="143218" y="92831"/>
                </a:lnTo>
                <a:cubicBezTo>
                  <a:pt x="143786" y="76846"/>
                  <a:pt x="144070" y="60556"/>
                  <a:pt x="144070" y="43959"/>
                </a:cubicBezTo>
                <a:cubicBezTo>
                  <a:pt x="144070" y="27057"/>
                  <a:pt x="143437" y="12622"/>
                  <a:pt x="142170" y="655"/>
                </a:cubicBezTo>
                <a:lnTo>
                  <a:pt x="154749" y="0"/>
                </a:lnTo>
                <a:cubicBezTo>
                  <a:pt x="154268" y="9434"/>
                  <a:pt x="154028" y="27756"/>
                  <a:pt x="154028" y="54965"/>
                </a:cubicBezTo>
                <a:lnTo>
                  <a:pt x="154487" y="54965"/>
                </a:lnTo>
                <a:cubicBezTo>
                  <a:pt x="155928" y="54965"/>
                  <a:pt x="160459" y="51285"/>
                  <a:pt x="168080" y="43926"/>
                </a:cubicBezTo>
                <a:cubicBezTo>
                  <a:pt x="175702" y="36567"/>
                  <a:pt x="179512" y="32123"/>
                  <a:pt x="179512" y="30594"/>
                </a:cubicBezTo>
                <a:lnTo>
                  <a:pt x="193991" y="30594"/>
                </a:lnTo>
                <a:cubicBezTo>
                  <a:pt x="193991" y="31992"/>
                  <a:pt x="190562" y="35617"/>
                  <a:pt x="183705" y="41470"/>
                </a:cubicBezTo>
                <a:cubicBezTo>
                  <a:pt x="177285" y="46929"/>
                  <a:pt x="171411" y="51427"/>
                  <a:pt x="166082" y="54965"/>
                </a:cubicBezTo>
                <a:lnTo>
                  <a:pt x="166082" y="55489"/>
                </a:lnTo>
                <a:cubicBezTo>
                  <a:pt x="171498" y="59595"/>
                  <a:pt x="178464" y="66626"/>
                  <a:pt x="186981" y="76584"/>
                </a:cubicBezTo>
                <a:cubicBezTo>
                  <a:pt x="194973" y="85974"/>
                  <a:pt x="198970" y="91390"/>
                  <a:pt x="198970" y="92831"/>
                </a:cubicBezTo>
                <a:close/>
                <a:moveTo>
                  <a:pt x="262276" y="54376"/>
                </a:moveTo>
                <a:cubicBezTo>
                  <a:pt x="262276" y="56210"/>
                  <a:pt x="262188" y="58743"/>
                  <a:pt x="262014" y="61975"/>
                </a:cubicBezTo>
                <a:lnTo>
                  <a:pt x="217006" y="62761"/>
                </a:lnTo>
                <a:cubicBezTo>
                  <a:pt x="217443" y="69138"/>
                  <a:pt x="219911" y="74477"/>
                  <a:pt x="224409" y="78779"/>
                </a:cubicBezTo>
                <a:cubicBezTo>
                  <a:pt x="228908" y="83081"/>
                  <a:pt x="234869" y="85232"/>
                  <a:pt x="242294" y="85232"/>
                </a:cubicBezTo>
                <a:cubicBezTo>
                  <a:pt x="248933" y="85232"/>
                  <a:pt x="255157" y="84424"/>
                  <a:pt x="260965" y="82808"/>
                </a:cubicBezTo>
                <a:lnTo>
                  <a:pt x="259852" y="92045"/>
                </a:lnTo>
                <a:cubicBezTo>
                  <a:pt x="255571" y="93749"/>
                  <a:pt x="249391" y="94600"/>
                  <a:pt x="241312" y="94600"/>
                </a:cubicBezTo>
                <a:cubicBezTo>
                  <a:pt x="229956" y="94600"/>
                  <a:pt x="221297" y="91499"/>
                  <a:pt x="215336" y="85297"/>
                </a:cubicBezTo>
                <a:cubicBezTo>
                  <a:pt x="209374" y="79096"/>
                  <a:pt x="206393" y="71540"/>
                  <a:pt x="206393" y="62630"/>
                </a:cubicBezTo>
                <a:cubicBezTo>
                  <a:pt x="206393" y="53109"/>
                  <a:pt x="209112" y="44909"/>
                  <a:pt x="214550" y="38030"/>
                </a:cubicBezTo>
                <a:cubicBezTo>
                  <a:pt x="219987" y="31151"/>
                  <a:pt x="227292" y="27712"/>
                  <a:pt x="236464" y="27712"/>
                </a:cubicBezTo>
                <a:cubicBezTo>
                  <a:pt x="244893" y="27712"/>
                  <a:pt x="251302" y="30201"/>
                  <a:pt x="255692" y="35180"/>
                </a:cubicBezTo>
                <a:cubicBezTo>
                  <a:pt x="260081" y="40159"/>
                  <a:pt x="262276" y="46558"/>
                  <a:pt x="262276" y="54376"/>
                </a:cubicBezTo>
                <a:moveTo>
                  <a:pt x="251335" y="54507"/>
                </a:moveTo>
                <a:cubicBezTo>
                  <a:pt x="251335" y="42234"/>
                  <a:pt x="246203" y="36097"/>
                  <a:pt x="235940" y="36097"/>
                </a:cubicBezTo>
                <a:cubicBezTo>
                  <a:pt x="225458" y="36097"/>
                  <a:pt x="219277" y="42474"/>
                  <a:pt x="217399" y="55227"/>
                </a:cubicBezTo>
                <a:lnTo>
                  <a:pt x="251335" y="54507"/>
                </a:lnTo>
                <a:close/>
                <a:moveTo>
                  <a:pt x="332592" y="92831"/>
                </a:moveTo>
                <a:lnTo>
                  <a:pt x="320668" y="92831"/>
                </a:lnTo>
                <a:cubicBezTo>
                  <a:pt x="321629" y="81345"/>
                  <a:pt x="322110" y="68810"/>
                  <a:pt x="322110" y="55227"/>
                </a:cubicBezTo>
                <a:cubicBezTo>
                  <a:pt x="322110" y="48501"/>
                  <a:pt x="320745" y="43904"/>
                  <a:pt x="318015" y="41437"/>
                </a:cubicBezTo>
                <a:cubicBezTo>
                  <a:pt x="315285" y="38969"/>
                  <a:pt x="311387" y="37735"/>
                  <a:pt x="306321" y="37735"/>
                </a:cubicBezTo>
                <a:cubicBezTo>
                  <a:pt x="300119" y="37735"/>
                  <a:pt x="294398" y="39985"/>
                  <a:pt x="289157" y="44483"/>
                </a:cubicBezTo>
                <a:cubicBezTo>
                  <a:pt x="289157" y="59376"/>
                  <a:pt x="289244" y="75492"/>
                  <a:pt x="289419" y="92831"/>
                </a:cubicBezTo>
                <a:lnTo>
                  <a:pt x="277496" y="92831"/>
                </a:lnTo>
                <a:cubicBezTo>
                  <a:pt x="278238" y="77982"/>
                  <a:pt x="278609" y="67238"/>
                  <a:pt x="278609" y="60599"/>
                </a:cubicBezTo>
                <a:cubicBezTo>
                  <a:pt x="278609" y="50379"/>
                  <a:pt x="277648" y="40465"/>
                  <a:pt x="275727" y="30856"/>
                </a:cubicBezTo>
                <a:lnTo>
                  <a:pt x="287257" y="29219"/>
                </a:lnTo>
                <a:lnTo>
                  <a:pt x="288502" y="37211"/>
                </a:lnTo>
                <a:lnTo>
                  <a:pt x="289026" y="37211"/>
                </a:lnTo>
                <a:cubicBezTo>
                  <a:pt x="295490" y="31359"/>
                  <a:pt x="302412" y="28432"/>
                  <a:pt x="309793" y="28432"/>
                </a:cubicBezTo>
                <a:cubicBezTo>
                  <a:pt x="317043" y="28432"/>
                  <a:pt x="322656" y="30038"/>
                  <a:pt x="326630" y="33248"/>
                </a:cubicBezTo>
                <a:cubicBezTo>
                  <a:pt x="330604" y="36458"/>
                  <a:pt x="332592" y="42168"/>
                  <a:pt x="332592" y="50379"/>
                </a:cubicBezTo>
                <a:cubicBezTo>
                  <a:pt x="332592" y="51209"/>
                  <a:pt x="332548" y="52847"/>
                  <a:pt x="332461" y="55293"/>
                </a:cubicBezTo>
                <a:cubicBezTo>
                  <a:pt x="332373" y="57738"/>
                  <a:pt x="332330" y="59376"/>
                  <a:pt x="332330" y="60206"/>
                </a:cubicBezTo>
                <a:cubicBezTo>
                  <a:pt x="332330" y="67500"/>
                  <a:pt x="332417" y="78375"/>
                  <a:pt x="332592" y="92831"/>
                </a:cubicBezTo>
                <a:close/>
                <a:moveTo>
                  <a:pt x="448622" y="92831"/>
                </a:moveTo>
                <a:lnTo>
                  <a:pt x="439451" y="92831"/>
                </a:lnTo>
                <a:cubicBezTo>
                  <a:pt x="439451" y="92089"/>
                  <a:pt x="432288" y="81629"/>
                  <a:pt x="417963" y="61451"/>
                </a:cubicBezTo>
                <a:cubicBezTo>
                  <a:pt x="402982" y="40268"/>
                  <a:pt x="394444" y="26904"/>
                  <a:pt x="392347" y="21357"/>
                </a:cubicBezTo>
                <a:lnTo>
                  <a:pt x="391692" y="21357"/>
                </a:lnTo>
                <a:cubicBezTo>
                  <a:pt x="392478" y="31883"/>
                  <a:pt x="392871" y="40902"/>
                  <a:pt x="392871" y="48414"/>
                </a:cubicBezTo>
                <a:cubicBezTo>
                  <a:pt x="392871" y="63089"/>
                  <a:pt x="393199" y="77895"/>
                  <a:pt x="393854" y="92831"/>
                </a:cubicBezTo>
                <a:lnTo>
                  <a:pt x="382848" y="92831"/>
                </a:lnTo>
                <a:cubicBezTo>
                  <a:pt x="383590" y="78637"/>
                  <a:pt x="383962" y="63700"/>
                  <a:pt x="383962" y="48021"/>
                </a:cubicBezTo>
                <a:cubicBezTo>
                  <a:pt x="383962" y="32603"/>
                  <a:pt x="383590" y="19108"/>
                  <a:pt x="382848" y="7534"/>
                </a:cubicBezTo>
                <a:lnTo>
                  <a:pt x="395426" y="7534"/>
                </a:lnTo>
                <a:cubicBezTo>
                  <a:pt x="395426" y="8757"/>
                  <a:pt x="402021" y="18715"/>
                  <a:pt x="415211" y="37408"/>
                </a:cubicBezTo>
                <a:cubicBezTo>
                  <a:pt x="429012" y="57062"/>
                  <a:pt x="436874" y="69858"/>
                  <a:pt x="438796" y="75798"/>
                </a:cubicBezTo>
                <a:lnTo>
                  <a:pt x="439451" y="75798"/>
                </a:lnTo>
                <a:cubicBezTo>
                  <a:pt x="438708" y="65141"/>
                  <a:pt x="438337" y="56101"/>
                  <a:pt x="438337" y="48676"/>
                </a:cubicBezTo>
                <a:cubicBezTo>
                  <a:pt x="438337" y="32516"/>
                  <a:pt x="438031" y="18802"/>
                  <a:pt x="437420" y="7534"/>
                </a:cubicBezTo>
                <a:lnTo>
                  <a:pt x="448622" y="7534"/>
                </a:lnTo>
                <a:cubicBezTo>
                  <a:pt x="447880" y="19108"/>
                  <a:pt x="447509" y="32603"/>
                  <a:pt x="447509" y="48021"/>
                </a:cubicBezTo>
                <a:cubicBezTo>
                  <a:pt x="447509" y="63700"/>
                  <a:pt x="447880" y="78637"/>
                  <a:pt x="448622" y="928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ECCF86-147E-4B1A-8B82-DA0BE11D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43" y="1105901"/>
            <a:ext cx="634259" cy="253703"/>
          </a:xfrm>
          <a:custGeom xmlns:a="http://schemas.openxmlformats.org/drawingml/2006/main">
            <a:pathLst>
              <a:path w="634259" h="253703">
                <a:moveTo>
                  <a:pt x="0" y="0"/>
                </a:moveTo>
                <a:lnTo>
                  <a:pt x="634259" y="0"/>
                </a:lnTo>
                <a:lnTo>
                  <a:pt x="634259" y="253703"/>
                </a:lnTo>
                <a:lnTo>
                  <a:pt x="0" y="2537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904d4c4880458f"/>
          <a:stretch xmlns:a="http://schemas.openxmlformats.org/drawingml/2006/main"/>
        </p:blipFill>
        <p:spPr>
          <a:xfrm xmlns:a="http://schemas.openxmlformats.org/drawingml/2006/main">
            <a:off x="810394" y="1142290"/>
            <a:ext cx="134170" cy="134170"/>
          </a:xfrm>
          <a:prstGeom xmlns:a="http://schemas.openxmlformats.org/drawingml/2006/main" prst="rect">
            <a:avLst/>
          </a:prstGeom>
        </p:spPr>
      </p:pic>
      <p:sp>
        <p:nvSpPr>
          <p:cNvPr id="14" name="Text 🔥𝑃">
            <a:extLst xmlns:a="http://schemas.openxmlformats.org/drawingml/2006/main">
              <a:ext uri="{FF2B5EF4-FFF2-40B4-BE49-F238E27FC236}">
                <a16:creationId xmlns:a16="http://schemas.microsoft.com/office/drawing/2014/main" id="{00C21750-45B4-4420-881C-1F6E711B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226" y="1143509"/>
            <a:ext cx="240992" cy="134170"/>
          </a:xfrm>
          <a:custGeom xmlns:a="http://schemas.openxmlformats.org/drawingml/2006/main">
            <a:pathLst>
              <a:path w="240992" h="134170">
                <a:moveTo>
                  <a:pt x="0" y="134170"/>
                </a:moveTo>
                <a:lnTo>
                  <a:pt x="0" y="134170"/>
                </a:lnTo>
                <a:moveTo>
                  <a:pt x="134170" y="0"/>
                </a:moveTo>
                <a:lnTo>
                  <a:pt x="134170" y="0"/>
                </a:lnTo>
                <a:close/>
                <a:moveTo>
                  <a:pt x="213477" y="44745"/>
                </a:moveTo>
                <a:cubicBezTo>
                  <a:pt x="218674" y="44745"/>
                  <a:pt x="222944" y="45149"/>
                  <a:pt x="226285" y="45957"/>
                </a:cubicBezTo>
                <a:cubicBezTo>
                  <a:pt x="229626" y="46765"/>
                  <a:pt x="232377" y="48010"/>
                  <a:pt x="234539" y="49691"/>
                </a:cubicBezTo>
                <a:cubicBezTo>
                  <a:pt x="236701" y="51373"/>
                  <a:pt x="238317" y="53502"/>
                  <a:pt x="239387" y="56079"/>
                </a:cubicBezTo>
                <a:cubicBezTo>
                  <a:pt x="240457" y="58656"/>
                  <a:pt x="240992" y="61647"/>
                  <a:pt x="240992" y="65054"/>
                </a:cubicBezTo>
                <a:cubicBezTo>
                  <a:pt x="240992" y="71605"/>
                  <a:pt x="239442" y="77283"/>
                  <a:pt x="236341" y="82087"/>
                </a:cubicBezTo>
                <a:cubicBezTo>
                  <a:pt x="233240" y="86892"/>
                  <a:pt x="229036" y="90429"/>
                  <a:pt x="223730" y="92700"/>
                </a:cubicBezTo>
                <a:cubicBezTo>
                  <a:pt x="218423" y="94972"/>
                  <a:pt x="212058" y="96107"/>
                  <a:pt x="204633" y="96107"/>
                </a:cubicBezTo>
                <a:cubicBezTo>
                  <a:pt x="200178" y="96107"/>
                  <a:pt x="196466" y="96020"/>
                  <a:pt x="193496" y="95845"/>
                </a:cubicBezTo>
                <a:lnTo>
                  <a:pt x="189303" y="115106"/>
                </a:lnTo>
                <a:cubicBezTo>
                  <a:pt x="188910" y="116896"/>
                  <a:pt x="188637" y="118272"/>
                  <a:pt x="188484" y="119233"/>
                </a:cubicBezTo>
                <a:cubicBezTo>
                  <a:pt x="188331" y="120194"/>
                  <a:pt x="188200" y="121231"/>
                  <a:pt x="188091" y="122345"/>
                </a:cubicBezTo>
                <a:cubicBezTo>
                  <a:pt x="187982" y="123459"/>
                  <a:pt x="187927" y="124452"/>
                  <a:pt x="187927" y="125326"/>
                </a:cubicBezTo>
                <a:cubicBezTo>
                  <a:pt x="187927" y="126680"/>
                  <a:pt x="188146" y="127739"/>
                  <a:pt x="188582" y="128503"/>
                </a:cubicBezTo>
                <a:cubicBezTo>
                  <a:pt x="189019" y="129267"/>
                  <a:pt x="189674" y="129824"/>
                  <a:pt x="190548" y="130174"/>
                </a:cubicBezTo>
                <a:cubicBezTo>
                  <a:pt x="191421" y="130523"/>
                  <a:pt x="192928" y="130785"/>
                  <a:pt x="195068" y="130960"/>
                </a:cubicBezTo>
                <a:lnTo>
                  <a:pt x="194347" y="134170"/>
                </a:lnTo>
                <a:lnTo>
                  <a:pt x="167422" y="134170"/>
                </a:lnTo>
                <a:lnTo>
                  <a:pt x="168142" y="130960"/>
                </a:lnTo>
                <a:cubicBezTo>
                  <a:pt x="169802" y="130698"/>
                  <a:pt x="171047" y="130272"/>
                  <a:pt x="171877" y="129682"/>
                </a:cubicBezTo>
                <a:cubicBezTo>
                  <a:pt x="172706" y="129093"/>
                  <a:pt x="173405" y="128274"/>
                  <a:pt x="173973" y="127226"/>
                </a:cubicBezTo>
                <a:cubicBezTo>
                  <a:pt x="174541" y="126177"/>
                  <a:pt x="175065" y="124900"/>
                  <a:pt x="175545" y="123393"/>
                </a:cubicBezTo>
                <a:cubicBezTo>
                  <a:pt x="176026" y="121886"/>
                  <a:pt x="176746" y="118971"/>
                  <a:pt x="177707" y="114647"/>
                </a:cubicBezTo>
                <a:lnTo>
                  <a:pt x="188844" y="64202"/>
                </a:lnTo>
                <a:cubicBezTo>
                  <a:pt x="189805" y="59835"/>
                  <a:pt x="190286" y="56385"/>
                  <a:pt x="190286" y="53851"/>
                </a:cubicBezTo>
                <a:cubicBezTo>
                  <a:pt x="190286" y="51711"/>
                  <a:pt x="189783" y="50226"/>
                  <a:pt x="188779" y="49397"/>
                </a:cubicBezTo>
                <a:cubicBezTo>
                  <a:pt x="187774" y="48567"/>
                  <a:pt x="186136" y="48086"/>
                  <a:pt x="183865" y="47955"/>
                </a:cubicBezTo>
                <a:lnTo>
                  <a:pt x="184586" y="44745"/>
                </a:lnTo>
                <a:lnTo>
                  <a:pt x="213477" y="44745"/>
                </a:lnTo>
                <a:moveTo>
                  <a:pt x="201423" y="90407"/>
                </a:moveTo>
                <a:cubicBezTo>
                  <a:pt x="206707" y="90407"/>
                  <a:pt x="210977" y="89862"/>
                  <a:pt x="214230" y="88770"/>
                </a:cubicBezTo>
                <a:cubicBezTo>
                  <a:pt x="217484" y="87678"/>
                  <a:pt x="220148" y="85985"/>
                  <a:pt x="222223" y="83692"/>
                </a:cubicBezTo>
                <a:cubicBezTo>
                  <a:pt x="224298" y="81399"/>
                  <a:pt x="225903" y="78681"/>
                  <a:pt x="227038" y="75536"/>
                </a:cubicBezTo>
                <a:cubicBezTo>
                  <a:pt x="228174" y="72391"/>
                  <a:pt x="228742" y="68941"/>
                  <a:pt x="228742" y="65185"/>
                </a:cubicBezTo>
                <a:cubicBezTo>
                  <a:pt x="228742" y="60119"/>
                  <a:pt x="227453" y="56406"/>
                  <a:pt x="224876" y="54048"/>
                </a:cubicBezTo>
                <a:cubicBezTo>
                  <a:pt x="222299" y="51689"/>
                  <a:pt x="218019" y="50510"/>
                  <a:pt x="212036" y="50510"/>
                </a:cubicBezTo>
                <a:cubicBezTo>
                  <a:pt x="209328" y="50510"/>
                  <a:pt x="206489" y="50576"/>
                  <a:pt x="203519" y="50707"/>
                </a:cubicBezTo>
                <a:lnTo>
                  <a:pt x="194609" y="90407"/>
                </a:lnTo>
                <a:lnTo>
                  <a:pt x="201423" y="9040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10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!">
            <a:extLst xmlns:a="http://schemas.openxmlformats.org/drawingml/2006/main">
              <a:ext uri="{FF2B5EF4-FFF2-40B4-BE49-F238E27FC236}">
                <a16:creationId xmlns:a16="http://schemas.microsoft.com/office/drawing/2014/main" id="{B9F62F42-D768-4469-80C2-998086E3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935" y="1243146"/>
            <a:ext cx="40403" cy="61367"/>
          </a:xfrm>
          <a:custGeom xmlns:a="http://schemas.openxmlformats.org/drawingml/2006/main">
            <a:pathLst>
              <a:path w="40403" h="61367">
                <a:moveTo>
                  <a:pt x="26110" y="48789"/>
                </a:moveTo>
                <a:cubicBezTo>
                  <a:pt x="26110" y="49774"/>
                  <a:pt x="26142" y="50623"/>
                  <a:pt x="26205" y="51338"/>
                </a:cubicBezTo>
                <a:cubicBezTo>
                  <a:pt x="26269" y="52053"/>
                  <a:pt x="26372" y="52656"/>
                  <a:pt x="26515" y="53149"/>
                </a:cubicBezTo>
                <a:cubicBezTo>
                  <a:pt x="26658" y="53641"/>
                  <a:pt x="26848" y="54062"/>
                  <a:pt x="27087" y="54411"/>
                </a:cubicBezTo>
                <a:cubicBezTo>
                  <a:pt x="27325" y="54761"/>
                  <a:pt x="27603" y="55062"/>
                  <a:pt x="27920" y="55316"/>
                </a:cubicBezTo>
                <a:cubicBezTo>
                  <a:pt x="28301" y="55698"/>
                  <a:pt x="28810" y="55991"/>
                  <a:pt x="29445" y="56198"/>
                </a:cubicBezTo>
                <a:cubicBezTo>
                  <a:pt x="30080" y="56404"/>
                  <a:pt x="30890" y="56579"/>
                  <a:pt x="31875" y="56722"/>
                </a:cubicBezTo>
                <a:cubicBezTo>
                  <a:pt x="32860" y="56865"/>
                  <a:pt x="34043" y="56976"/>
                  <a:pt x="35424" y="57056"/>
                </a:cubicBezTo>
                <a:cubicBezTo>
                  <a:pt x="36806" y="57135"/>
                  <a:pt x="38466" y="57191"/>
                  <a:pt x="40403" y="57222"/>
                </a:cubicBezTo>
                <a:lnTo>
                  <a:pt x="40403" y="61367"/>
                </a:lnTo>
                <a:lnTo>
                  <a:pt x="2621" y="61367"/>
                </a:lnTo>
                <a:lnTo>
                  <a:pt x="2621" y="57222"/>
                </a:lnTo>
                <a:cubicBezTo>
                  <a:pt x="4495" y="57159"/>
                  <a:pt x="6083" y="57087"/>
                  <a:pt x="7385" y="57008"/>
                </a:cubicBezTo>
                <a:cubicBezTo>
                  <a:pt x="8687" y="56929"/>
                  <a:pt x="9799" y="56817"/>
                  <a:pt x="10720" y="56674"/>
                </a:cubicBezTo>
                <a:cubicBezTo>
                  <a:pt x="11641" y="56531"/>
                  <a:pt x="12380" y="56373"/>
                  <a:pt x="12936" y="56198"/>
                </a:cubicBezTo>
                <a:cubicBezTo>
                  <a:pt x="13492" y="56023"/>
                  <a:pt x="13976" y="55809"/>
                  <a:pt x="14389" y="55555"/>
                </a:cubicBezTo>
                <a:cubicBezTo>
                  <a:pt x="14834" y="55269"/>
                  <a:pt x="15215" y="54959"/>
                  <a:pt x="15532" y="54626"/>
                </a:cubicBezTo>
                <a:cubicBezTo>
                  <a:pt x="15850" y="54292"/>
                  <a:pt x="16104" y="53871"/>
                  <a:pt x="16295" y="53363"/>
                </a:cubicBezTo>
                <a:cubicBezTo>
                  <a:pt x="16485" y="52855"/>
                  <a:pt x="16636" y="52235"/>
                  <a:pt x="16747" y="51505"/>
                </a:cubicBezTo>
                <a:cubicBezTo>
                  <a:pt x="16859" y="50774"/>
                  <a:pt x="16914" y="49869"/>
                  <a:pt x="16914" y="48789"/>
                </a:cubicBezTo>
                <a:lnTo>
                  <a:pt x="16914" y="14627"/>
                </a:lnTo>
                <a:cubicBezTo>
                  <a:pt x="16914" y="13388"/>
                  <a:pt x="16676" y="12515"/>
                  <a:pt x="16199" y="12007"/>
                </a:cubicBezTo>
                <a:cubicBezTo>
                  <a:pt x="15723" y="11498"/>
                  <a:pt x="15040" y="11244"/>
                  <a:pt x="14151" y="11244"/>
                </a:cubicBezTo>
                <a:cubicBezTo>
                  <a:pt x="13166" y="11244"/>
                  <a:pt x="11705" y="11753"/>
                  <a:pt x="9767" y="12769"/>
                </a:cubicBezTo>
                <a:cubicBezTo>
                  <a:pt x="7830" y="13785"/>
                  <a:pt x="5320" y="15294"/>
                  <a:pt x="2239" y="17295"/>
                </a:cubicBezTo>
                <a:cubicBezTo>
                  <a:pt x="1826" y="16565"/>
                  <a:pt x="1445" y="15834"/>
                  <a:pt x="1096" y="15104"/>
                </a:cubicBezTo>
                <a:cubicBezTo>
                  <a:pt x="746" y="14373"/>
                  <a:pt x="381" y="13627"/>
                  <a:pt x="0" y="12864"/>
                </a:cubicBezTo>
                <a:cubicBezTo>
                  <a:pt x="3939" y="10704"/>
                  <a:pt x="7838" y="8552"/>
                  <a:pt x="11697" y="6408"/>
                </a:cubicBezTo>
                <a:cubicBezTo>
                  <a:pt x="15556" y="4264"/>
                  <a:pt x="19471" y="2128"/>
                  <a:pt x="23442" y="0"/>
                </a:cubicBezTo>
                <a:lnTo>
                  <a:pt x="26348" y="0"/>
                </a:lnTo>
                <a:cubicBezTo>
                  <a:pt x="26284" y="1747"/>
                  <a:pt x="26237" y="3311"/>
                  <a:pt x="26205" y="4693"/>
                </a:cubicBezTo>
                <a:cubicBezTo>
                  <a:pt x="26173" y="6075"/>
                  <a:pt x="26149" y="7417"/>
                  <a:pt x="26134" y="8719"/>
                </a:cubicBezTo>
                <a:cubicBezTo>
                  <a:pt x="26118" y="10021"/>
                  <a:pt x="26110" y="11308"/>
                  <a:pt x="26110" y="12578"/>
                </a:cubicBezTo>
                <a:lnTo>
                  <a:pt x="26110" y="4878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C439E5-5425-48F6-BC4D-90EAFB25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643" y="1518169"/>
            <a:ext cx="634259" cy="253703"/>
          </a:xfrm>
          <a:custGeom xmlns:a="http://schemas.openxmlformats.org/drawingml/2006/main">
            <a:pathLst>
              <a:path w="634259" h="253703">
                <a:moveTo>
                  <a:pt x="0" y="0"/>
                </a:moveTo>
                <a:lnTo>
                  <a:pt x="634259" y="0"/>
                </a:lnTo>
                <a:lnTo>
                  <a:pt x="634259" y="253703"/>
                </a:lnTo>
                <a:lnTo>
                  <a:pt x="0" y="2537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d48743cb2f4fda"/>
          <a:stretch xmlns:a="http://schemas.openxmlformats.org/drawingml/2006/main"/>
        </p:blipFill>
        <p:spPr>
          <a:xfrm xmlns:a="http://schemas.openxmlformats.org/drawingml/2006/main">
            <a:off x="792952" y="1554558"/>
            <a:ext cx="134170" cy="134170"/>
          </a:xfrm>
          <a:prstGeom xmlns:a="http://schemas.openxmlformats.org/drawingml/2006/main" prst="rect">
            <a:avLst/>
          </a:prstGeom>
        </p:spPr>
      </p:pic>
      <p:sp>
        <p:nvSpPr>
          <p:cNvPr id="18" name="Text 🔥𝑃">
            <a:extLst xmlns:a="http://schemas.openxmlformats.org/drawingml/2006/main">
              <a:ext uri="{FF2B5EF4-FFF2-40B4-BE49-F238E27FC236}">
                <a16:creationId xmlns:a16="http://schemas.microsoft.com/office/drawing/2014/main" id="{67C0695C-8759-464C-AC0D-AC023EB7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84" y="1555777"/>
            <a:ext cx="240992" cy="134170"/>
          </a:xfrm>
          <a:custGeom xmlns:a="http://schemas.openxmlformats.org/drawingml/2006/main">
            <a:pathLst>
              <a:path w="240992" h="134170">
                <a:moveTo>
                  <a:pt x="0" y="134170"/>
                </a:moveTo>
                <a:lnTo>
                  <a:pt x="0" y="134170"/>
                </a:lnTo>
                <a:moveTo>
                  <a:pt x="134170" y="0"/>
                </a:moveTo>
                <a:lnTo>
                  <a:pt x="134170" y="0"/>
                </a:lnTo>
                <a:close/>
                <a:moveTo>
                  <a:pt x="213477" y="44745"/>
                </a:moveTo>
                <a:cubicBezTo>
                  <a:pt x="218674" y="44745"/>
                  <a:pt x="222944" y="45149"/>
                  <a:pt x="226285" y="45957"/>
                </a:cubicBezTo>
                <a:cubicBezTo>
                  <a:pt x="229626" y="46765"/>
                  <a:pt x="232377" y="48010"/>
                  <a:pt x="234539" y="49691"/>
                </a:cubicBezTo>
                <a:cubicBezTo>
                  <a:pt x="236701" y="51373"/>
                  <a:pt x="238317" y="53502"/>
                  <a:pt x="239387" y="56079"/>
                </a:cubicBezTo>
                <a:cubicBezTo>
                  <a:pt x="240457" y="58656"/>
                  <a:pt x="240992" y="61647"/>
                  <a:pt x="240992" y="65054"/>
                </a:cubicBezTo>
                <a:cubicBezTo>
                  <a:pt x="240992" y="71605"/>
                  <a:pt x="239442" y="77283"/>
                  <a:pt x="236341" y="82087"/>
                </a:cubicBezTo>
                <a:cubicBezTo>
                  <a:pt x="233240" y="86892"/>
                  <a:pt x="229036" y="90429"/>
                  <a:pt x="223730" y="92700"/>
                </a:cubicBezTo>
                <a:cubicBezTo>
                  <a:pt x="218423" y="94972"/>
                  <a:pt x="212058" y="96107"/>
                  <a:pt x="204633" y="96107"/>
                </a:cubicBezTo>
                <a:cubicBezTo>
                  <a:pt x="200178" y="96107"/>
                  <a:pt x="196466" y="96020"/>
                  <a:pt x="193496" y="95845"/>
                </a:cubicBezTo>
                <a:lnTo>
                  <a:pt x="189303" y="115106"/>
                </a:lnTo>
                <a:cubicBezTo>
                  <a:pt x="188910" y="116896"/>
                  <a:pt x="188637" y="118272"/>
                  <a:pt x="188484" y="119233"/>
                </a:cubicBezTo>
                <a:cubicBezTo>
                  <a:pt x="188331" y="120194"/>
                  <a:pt x="188200" y="121231"/>
                  <a:pt x="188091" y="122345"/>
                </a:cubicBezTo>
                <a:cubicBezTo>
                  <a:pt x="187982" y="123459"/>
                  <a:pt x="187927" y="124452"/>
                  <a:pt x="187927" y="125326"/>
                </a:cubicBezTo>
                <a:cubicBezTo>
                  <a:pt x="187927" y="126680"/>
                  <a:pt x="188146" y="127739"/>
                  <a:pt x="188582" y="128503"/>
                </a:cubicBezTo>
                <a:cubicBezTo>
                  <a:pt x="189019" y="129267"/>
                  <a:pt x="189674" y="129824"/>
                  <a:pt x="190548" y="130174"/>
                </a:cubicBezTo>
                <a:cubicBezTo>
                  <a:pt x="191421" y="130523"/>
                  <a:pt x="192928" y="130785"/>
                  <a:pt x="195068" y="130960"/>
                </a:cubicBezTo>
                <a:lnTo>
                  <a:pt x="194347" y="134170"/>
                </a:lnTo>
                <a:lnTo>
                  <a:pt x="167422" y="134170"/>
                </a:lnTo>
                <a:lnTo>
                  <a:pt x="168142" y="130960"/>
                </a:lnTo>
                <a:cubicBezTo>
                  <a:pt x="169802" y="130698"/>
                  <a:pt x="171047" y="130272"/>
                  <a:pt x="171877" y="129682"/>
                </a:cubicBezTo>
                <a:cubicBezTo>
                  <a:pt x="172706" y="129093"/>
                  <a:pt x="173405" y="128274"/>
                  <a:pt x="173973" y="127226"/>
                </a:cubicBezTo>
                <a:cubicBezTo>
                  <a:pt x="174541" y="126177"/>
                  <a:pt x="175065" y="124900"/>
                  <a:pt x="175545" y="123393"/>
                </a:cubicBezTo>
                <a:cubicBezTo>
                  <a:pt x="176026" y="121886"/>
                  <a:pt x="176746" y="118971"/>
                  <a:pt x="177707" y="114647"/>
                </a:cubicBezTo>
                <a:lnTo>
                  <a:pt x="188844" y="64202"/>
                </a:lnTo>
                <a:cubicBezTo>
                  <a:pt x="189805" y="59835"/>
                  <a:pt x="190286" y="56385"/>
                  <a:pt x="190286" y="53851"/>
                </a:cubicBezTo>
                <a:cubicBezTo>
                  <a:pt x="190286" y="51711"/>
                  <a:pt x="189783" y="50226"/>
                  <a:pt x="188779" y="49397"/>
                </a:cubicBezTo>
                <a:cubicBezTo>
                  <a:pt x="187774" y="48567"/>
                  <a:pt x="186136" y="48086"/>
                  <a:pt x="183865" y="47955"/>
                </a:cubicBezTo>
                <a:lnTo>
                  <a:pt x="184586" y="44745"/>
                </a:lnTo>
                <a:lnTo>
                  <a:pt x="213477" y="44745"/>
                </a:lnTo>
                <a:moveTo>
                  <a:pt x="201423" y="90407"/>
                </a:moveTo>
                <a:cubicBezTo>
                  <a:pt x="206707" y="90407"/>
                  <a:pt x="210977" y="89862"/>
                  <a:pt x="214230" y="88770"/>
                </a:cubicBezTo>
                <a:cubicBezTo>
                  <a:pt x="217484" y="87678"/>
                  <a:pt x="220148" y="85985"/>
                  <a:pt x="222223" y="83692"/>
                </a:cubicBezTo>
                <a:cubicBezTo>
                  <a:pt x="224298" y="81399"/>
                  <a:pt x="225903" y="78681"/>
                  <a:pt x="227038" y="75536"/>
                </a:cubicBezTo>
                <a:cubicBezTo>
                  <a:pt x="228174" y="72391"/>
                  <a:pt x="228742" y="68941"/>
                  <a:pt x="228742" y="65185"/>
                </a:cubicBezTo>
                <a:cubicBezTo>
                  <a:pt x="228742" y="60119"/>
                  <a:pt x="227453" y="56406"/>
                  <a:pt x="224876" y="54048"/>
                </a:cubicBezTo>
                <a:cubicBezTo>
                  <a:pt x="222299" y="51689"/>
                  <a:pt x="218019" y="50510"/>
                  <a:pt x="212036" y="50510"/>
                </a:cubicBezTo>
                <a:cubicBezTo>
                  <a:pt x="209328" y="50510"/>
                  <a:pt x="206489" y="50576"/>
                  <a:pt x="203519" y="50707"/>
                </a:cubicBezTo>
                <a:lnTo>
                  <a:pt x="194609" y="90407"/>
                </a:lnTo>
                <a:lnTo>
                  <a:pt x="201423" y="9040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10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Text &quot;">
            <a:extLst xmlns:a="http://schemas.openxmlformats.org/drawingml/2006/main">
              <a:ext uri="{FF2B5EF4-FFF2-40B4-BE49-F238E27FC236}">
                <a16:creationId xmlns:a16="http://schemas.microsoft.com/office/drawing/2014/main" id="{AC416DC4-9406-4C2E-A0FA-35A020C9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954" y="1654985"/>
            <a:ext cx="79616" cy="61796"/>
          </a:xfrm>
          <a:custGeom xmlns:a="http://schemas.openxmlformats.org/drawingml/2006/main">
            <a:pathLst>
              <a:path w="79616" h="61796">
                <a:moveTo>
                  <a:pt x="79044" y="2859"/>
                </a:moveTo>
                <a:cubicBezTo>
                  <a:pt x="77996" y="3145"/>
                  <a:pt x="77154" y="3399"/>
                  <a:pt x="76519" y="3621"/>
                </a:cubicBezTo>
                <a:cubicBezTo>
                  <a:pt x="75883" y="3843"/>
                  <a:pt x="75344" y="4280"/>
                  <a:pt x="74899" y="4931"/>
                </a:cubicBezTo>
                <a:cubicBezTo>
                  <a:pt x="74454" y="5582"/>
                  <a:pt x="74041" y="6575"/>
                  <a:pt x="73660" y="7909"/>
                </a:cubicBezTo>
                <a:cubicBezTo>
                  <a:pt x="73279" y="9243"/>
                  <a:pt x="72802" y="11165"/>
                  <a:pt x="72231" y="13674"/>
                </a:cubicBezTo>
                <a:lnTo>
                  <a:pt x="64464" y="48503"/>
                </a:lnTo>
                <a:cubicBezTo>
                  <a:pt x="64147" y="50060"/>
                  <a:pt x="63909" y="51322"/>
                  <a:pt x="63750" y="52291"/>
                </a:cubicBezTo>
                <a:cubicBezTo>
                  <a:pt x="63591" y="53260"/>
                  <a:pt x="63512" y="54173"/>
                  <a:pt x="63512" y="55031"/>
                </a:cubicBezTo>
                <a:cubicBezTo>
                  <a:pt x="63512" y="56365"/>
                  <a:pt x="63893" y="57310"/>
                  <a:pt x="64655" y="57866"/>
                </a:cubicBezTo>
                <a:cubicBezTo>
                  <a:pt x="65417" y="58421"/>
                  <a:pt x="66736" y="58763"/>
                  <a:pt x="68610" y="58890"/>
                </a:cubicBezTo>
                <a:lnTo>
                  <a:pt x="67943" y="61796"/>
                </a:lnTo>
                <a:lnTo>
                  <a:pt x="47693" y="61796"/>
                </a:lnTo>
                <a:lnTo>
                  <a:pt x="48313" y="58890"/>
                </a:lnTo>
                <a:cubicBezTo>
                  <a:pt x="49329" y="58699"/>
                  <a:pt x="50115" y="58477"/>
                  <a:pt x="50671" y="58223"/>
                </a:cubicBezTo>
                <a:cubicBezTo>
                  <a:pt x="51227" y="57969"/>
                  <a:pt x="51664" y="57635"/>
                  <a:pt x="51981" y="57222"/>
                </a:cubicBezTo>
                <a:cubicBezTo>
                  <a:pt x="52331" y="56905"/>
                  <a:pt x="52704" y="56214"/>
                  <a:pt x="53101" y="55150"/>
                </a:cubicBezTo>
                <a:cubicBezTo>
                  <a:pt x="53498" y="54086"/>
                  <a:pt x="53919" y="52775"/>
                  <a:pt x="54364" y="51219"/>
                </a:cubicBezTo>
                <a:cubicBezTo>
                  <a:pt x="54808" y="49663"/>
                  <a:pt x="55253" y="47923"/>
                  <a:pt x="55698" y="46002"/>
                </a:cubicBezTo>
                <a:cubicBezTo>
                  <a:pt x="56142" y="44080"/>
                  <a:pt x="56603" y="42071"/>
                  <a:pt x="57079" y="39975"/>
                </a:cubicBezTo>
                <a:cubicBezTo>
                  <a:pt x="57556" y="37878"/>
                  <a:pt x="58016" y="35758"/>
                  <a:pt x="58461" y="33614"/>
                </a:cubicBezTo>
                <a:cubicBezTo>
                  <a:pt x="58906" y="31470"/>
                  <a:pt x="59350" y="29413"/>
                  <a:pt x="59795" y="27444"/>
                </a:cubicBezTo>
                <a:cubicBezTo>
                  <a:pt x="60018" y="26300"/>
                  <a:pt x="60303" y="24942"/>
                  <a:pt x="60653" y="23370"/>
                </a:cubicBezTo>
                <a:cubicBezTo>
                  <a:pt x="61002" y="21798"/>
                  <a:pt x="61375" y="20233"/>
                  <a:pt x="61772" y="18677"/>
                </a:cubicBezTo>
                <a:cubicBezTo>
                  <a:pt x="62170" y="17121"/>
                  <a:pt x="62551" y="15667"/>
                  <a:pt x="62916" y="14317"/>
                </a:cubicBezTo>
                <a:cubicBezTo>
                  <a:pt x="63281" y="12968"/>
                  <a:pt x="63607" y="11927"/>
                  <a:pt x="63893" y="11197"/>
                </a:cubicBezTo>
                <a:lnTo>
                  <a:pt x="63226" y="11197"/>
                </a:lnTo>
                <a:lnTo>
                  <a:pt x="35258" y="54840"/>
                </a:lnTo>
                <a:lnTo>
                  <a:pt x="29731" y="54840"/>
                </a:lnTo>
                <a:lnTo>
                  <a:pt x="22965" y="9720"/>
                </a:lnTo>
                <a:lnTo>
                  <a:pt x="22155" y="9720"/>
                </a:lnTo>
                <a:cubicBezTo>
                  <a:pt x="21838" y="11753"/>
                  <a:pt x="21409" y="14302"/>
                  <a:pt x="20869" y="17367"/>
                </a:cubicBezTo>
                <a:cubicBezTo>
                  <a:pt x="20329" y="20432"/>
                  <a:pt x="19630" y="24029"/>
                  <a:pt x="18772" y="28159"/>
                </a:cubicBezTo>
                <a:cubicBezTo>
                  <a:pt x="18423" y="29620"/>
                  <a:pt x="18058" y="31176"/>
                  <a:pt x="17677" y="32828"/>
                </a:cubicBezTo>
                <a:cubicBezTo>
                  <a:pt x="17295" y="34480"/>
                  <a:pt x="16898" y="36179"/>
                  <a:pt x="16485" y="37926"/>
                </a:cubicBezTo>
                <a:cubicBezTo>
                  <a:pt x="16072" y="39673"/>
                  <a:pt x="15667" y="41404"/>
                  <a:pt x="15270" y="43119"/>
                </a:cubicBezTo>
                <a:cubicBezTo>
                  <a:pt x="14873" y="44834"/>
                  <a:pt x="14524" y="46446"/>
                  <a:pt x="14222" y="47955"/>
                </a:cubicBezTo>
                <a:cubicBezTo>
                  <a:pt x="13920" y="49464"/>
                  <a:pt x="13682" y="50838"/>
                  <a:pt x="13508" y="52077"/>
                </a:cubicBezTo>
                <a:cubicBezTo>
                  <a:pt x="13333" y="53315"/>
                  <a:pt x="13245" y="54300"/>
                  <a:pt x="13245" y="55031"/>
                </a:cubicBezTo>
                <a:cubicBezTo>
                  <a:pt x="13245" y="56365"/>
                  <a:pt x="13627" y="57310"/>
                  <a:pt x="14389" y="57866"/>
                </a:cubicBezTo>
                <a:cubicBezTo>
                  <a:pt x="15151" y="58421"/>
                  <a:pt x="16454" y="58763"/>
                  <a:pt x="18296" y="58890"/>
                </a:cubicBezTo>
                <a:lnTo>
                  <a:pt x="17772" y="61796"/>
                </a:lnTo>
                <a:lnTo>
                  <a:pt x="0" y="61796"/>
                </a:lnTo>
                <a:lnTo>
                  <a:pt x="619" y="58890"/>
                </a:lnTo>
                <a:cubicBezTo>
                  <a:pt x="1541" y="58731"/>
                  <a:pt x="2319" y="58548"/>
                  <a:pt x="2954" y="58342"/>
                </a:cubicBezTo>
                <a:cubicBezTo>
                  <a:pt x="3589" y="58136"/>
                  <a:pt x="4153" y="57699"/>
                  <a:pt x="4645" y="57032"/>
                </a:cubicBezTo>
                <a:cubicBezTo>
                  <a:pt x="5138" y="56365"/>
                  <a:pt x="5598" y="55348"/>
                  <a:pt x="6027" y="53982"/>
                </a:cubicBezTo>
                <a:cubicBezTo>
                  <a:pt x="6456" y="52617"/>
                  <a:pt x="6940" y="50663"/>
                  <a:pt x="7480" y="48122"/>
                </a:cubicBezTo>
                <a:lnTo>
                  <a:pt x="15294" y="13388"/>
                </a:lnTo>
                <a:cubicBezTo>
                  <a:pt x="15580" y="12118"/>
                  <a:pt x="15795" y="10935"/>
                  <a:pt x="15937" y="9839"/>
                </a:cubicBezTo>
                <a:cubicBezTo>
                  <a:pt x="16080" y="8743"/>
                  <a:pt x="16152" y="7766"/>
                  <a:pt x="16152" y="6909"/>
                </a:cubicBezTo>
                <a:cubicBezTo>
                  <a:pt x="16152" y="5511"/>
                  <a:pt x="15787" y="4518"/>
                  <a:pt x="15056" y="3931"/>
                </a:cubicBezTo>
                <a:cubicBezTo>
                  <a:pt x="14325" y="3343"/>
                  <a:pt x="12991" y="3033"/>
                  <a:pt x="11054" y="3002"/>
                </a:cubicBezTo>
                <a:lnTo>
                  <a:pt x="11768" y="0"/>
                </a:lnTo>
                <a:lnTo>
                  <a:pt x="29969" y="0"/>
                </a:lnTo>
                <a:lnTo>
                  <a:pt x="36211" y="42976"/>
                </a:lnTo>
                <a:lnTo>
                  <a:pt x="63702" y="0"/>
                </a:lnTo>
                <a:lnTo>
                  <a:pt x="79616" y="0"/>
                </a:lnTo>
                <a:lnTo>
                  <a:pt x="79044" y="28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Text …">
            <a:extLst xmlns:a="http://schemas.openxmlformats.org/drawingml/2006/main">
              <a:ext uri="{FF2B5EF4-FFF2-40B4-BE49-F238E27FC236}">
                <a16:creationId xmlns:a16="http://schemas.microsoft.com/office/drawing/2014/main" id="{64E3841B-51D9-47A4-AE87-9270F38B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091" y="1435812"/>
            <a:ext cx="82572" cy="15177"/>
          </a:xfrm>
          <a:custGeom xmlns:a="http://schemas.openxmlformats.org/drawingml/2006/main">
            <a:pathLst>
              <a:path w="82572" h="15177">
                <a:moveTo>
                  <a:pt x="82572" y="7013"/>
                </a:moveTo>
                <a:cubicBezTo>
                  <a:pt x="82572" y="9169"/>
                  <a:pt x="81851" y="11068"/>
                  <a:pt x="80408" y="12712"/>
                </a:cubicBezTo>
                <a:cubicBezTo>
                  <a:pt x="78965" y="14356"/>
                  <a:pt x="76965" y="15177"/>
                  <a:pt x="74408" y="15177"/>
                </a:cubicBezTo>
                <a:cubicBezTo>
                  <a:pt x="72253" y="15177"/>
                  <a:pt x="70582" y="14465"/>
                  <a:pt x="69395" y="13041"/>
                </a:cubicBezTo>
                <a:cubicBezTo>
                  <a:pt x="68207" y="11616"/>
                  <a:pt x="67614" y="9917"/>
                  <a:pt x="67614" y="7945"/>
                </a:cubicBezTo>
                <a:cubicBezTo>
                  <a:pt x="67614" y="5826"/>
                  <a:pt x="68344" y="3972"/>
                  <a:pt x="69806" y="2383"/>
                </a:cubicBezTo>
                <a:cubicBezTo>
                  <a:pt x="71267" y="794"/>
                  <a:pt x="73294" y="0"/>
                  <a:pt x="75887" y="0"/>
                </a:cubicBezTo>
                <a:cubicBezTo>
                  <a:pt x="78043" y="0"/>
                  <a:pt x="79696" y="676"/>
                  <a:pt x="80846" y="2027"/>
                </a:cubicBezTo>
                <a:cubicBezTo>
                  <a:pt x="81997" y="3379"/>
                  <a:pt x="82572" y="5041"/>
                  <a:pt x="82572" y="7013"/>
                </a:cubicBezTo>
                <a:moveTo>
                  <a:pt x="48765" y="7013"/>
                </a:moveTo>
                <a:cubicBezTo>
                  <a:pt x="48765" y="9169"/>
                  <a:pt x="48044" y="11068"/>
                  <a:pt x="46601" y="12712"/>
                </a:cubicBezTo>
                <a:cubicBezTo>
                  <a:pt x="45158" y="14356"/>
                  <a:pt x="43158" y="15177"/>
                  <a:pt x="40601" y="15177"/>
                </a:cubicBezTo>
                <a:cubicBezTo>
                  <a:pt x="38446" y="15177"/>
                  <a:pt x="36775" y="14465"/>
                  <a:pt x="35588" y="13041"/>
                </a:cubicBezTo>
                <a:cubicBezTo>
                  <a:pt x="34400" y="11616"/>
                  <a:pt x="33807" y="9917"/>
                  <a:pt x="33807" y="7945"/>
                </a:cubicBezTo>
                <a:cubicBezTo>
                  <a:pt x="33807" y="5826"/>
                  <a:pt x="34537" y="3972"/>
                  <a:pt x="35999" y="2383"/>
                </a:cubicBezTo>
                <a:cubicBezTo>
                  <a:pt x="37460" y="794"/>
                  <a:pt x="39487" y="0"/>
                  <a:pt x="42081" y="0"/>
                </a:cubicBezTo>
                <a:cubicBezTo>
                  <a:pt x="44236" y="0"/>
                  <a:pt x="45889" y="676"/>
                  <a:pt x="47039" y="2027"/>
                </a:cubicBezTo>
                <a:cubicBezTo>
                  <a:pt x="48190" y="3379"/>
                  <a:pt x="48765" y="5041"/>
                  <a:pt x="48765" y="7013"/>
                </a:cubicBezTo>
                <a:moveTo>
                  <a:pt x="14958" y="7013"/>
                </a:moveTo>
                <a:cubicBezTo>
                  <a:pt x="14958" y="9169"/>
                  <a:pt x="14237" y="11068"/>
                  <a:pt x="12794" y="12712"/>
                </a:cubicBezTo>
                <a:cubicBezTo>
                  <a:pt x="11351" y="14356"/>
                  <a:pt x="9351" y="15177"/>
                  <a:pt x="6794" y="15177"/>
                </a:cubicBezTo>
                <a:cubicBezTo>
                  <a:pt x="4639" y="15177"/>
                  <a:pt x="2968" y="14465"/>
                  <a:pt x="1781" y="13041"/>
                </a:cubicBezTo>
                <a:cubicBezTo>
                  <a:pt x="594" y="11616"/>
                  <a:pt x="0" y="9917"/>
                  <a:pt x="0" y="7945"/>
                </a:cubicBezTo>
                <a:cubicBezTo>
                  <a:pt x="0" y="5826"/>
                  <a:pt x="731" y="3972"/>
                  <a:pt x="2192" y="2383"/>
                </a:cubicBezTo>
                <a:cubicBezTo>
                  <a:pt x="3653" y="794"/>
                  <a:pt x="5680" y="0"/>
                  <a:pt x="8274" y="0"/>
                </a:cubicBezTo>
                <a:cubicBezTo>
                  <a:pt x="10429" y="0"/>
                  <a:pt x="12082" y="676"/>
                  <a:pt x="13232" y="2027"/>
                </a:cubicBezTo>
                <a:cubicBezTo>
                  <a:pt x="14383" y="3379"/>
                  <a:pt x="14958" y="5041"/>
                  <a:pt x="14958" y="70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DistilBert">
            <a:extLst xmlns:a="http://schemas.openxmlformats.org/drawingml/2006/main">
              <a:ext uri="{FF2B5EF4-FFF2-40B4-BE49-F238E27FC236}">
                <a16:creationId xmlns:a16="http://schemas.microsoft.com/office/drawing/2014/main" id="{DAC8D061-F38E-4606-AA41-EF14572C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3025" y="488496"/>
            <a:ext cx="675749" cy="125560"/>
          </a:xfrm>
          <a:custGeom xmlns:a="http://schemas.openxmlformats.org/drawingml/2006/main">
            <a:pathLst>
              <a:path w="675749" h="125560">
                <a:moveTo>
                  <a:pt x="89475" y="62519"/>
                </a:moveTo>
                <a:cubicBezTo>
                  <a:pt x="89475" y="78982"/>
                  <a:pt x="84214" y="93417"/>
                  <a:pt x="73693" y="105822"/>
                </a:cubicBezTo>
                <a:cubicBezTo>
                  <a:pt x="63171" y="118227"/>
                  <a:pt x="48665" y="124430"/>
                  <a:pt x="30173" y="124430"/>
                </a:cubicBezTo>
                <a:cubicBezTo>
                  <a:pt x="24144" y="124430"/>
                  <a:pt x="14086" y="124024"/>
                  <a:pt x="0" y="123213"/>
                </a:cubicBezTo>
                <a:cubicBezTo>
                  <a:pt x="870" y="105242"/>
                  <a:pt x="1304" y="85417"/>
                  <a:pt x="1304" y="63737"/>
                </a:cubicBezTo>
                <a:cubicBezTo>
                  <a:pt x="1304" y="43332"/>
                  <a:pt x="870" y="25419"/>
                  <a:pt x="0" y="10000"/>
                </a:cubicBezTo>
                <a:lnTo>
                  <a:pt x="9565" y="10000"/>
                </a:lnTo>
                <a:cubicBezTo>
                  <a:pt x="11884" y="10000"/>
                  <a:pt x="15420" y="9913"/>
                  <a:pt x="20173" y="9739"/>
                </a:cubicBezTo>
                <a:cubicBezTo>
                  <a:pt x="24927" y="9565"/>
                  <a:pt x="28057" y="9478"/>
                  <a:pt x="29564" y="9478"/>
                </a:cubicBezTo>
                <a:cubicBezTo>
                  <a:pt x="50027" y="9478"/>
                  <a:pt x="65128" y="14507"/>
                  <a:pt x="74867" y="24564"/>
                </a:cubicBezTo>
                <a:cubicBezTo>
                  <a:pt x="84605" y="34622"/>
                  <a:pt x="89475" y="47274"/>
                  <a:pt x="89475" y="62519"/>
                </a:cubicBezTo>
                <a:moveTo>
                  <a:pt x="74345" y="66432"/>
                </a:moveTo>
                <a:cubicBezTo>
                  <a:pt x="74345" y="53563"/>
                  <a:pt x="70244" y="42810"/>
                  <a:pt x="62041" y="34173"/>
                </a:cubicBezTo>
                <a:cubicBezTo>
                  <a:pt x="53838" y="25535"/>
                  <a:pt x="41158" y="21217"/>
                  <a:pt x="23999" y="21217"/>
                </a:cubicBezTo>
                <a:cubicBezTo>
                  <a:pt x="21564" y="21217"/>
                  <a:pt x="18231" y="21506"/>
                  <a:pt x="13999" y="22086"/>
                </a:cubicBezTo>
                <a:cubicBezTo>
                  <a:pt x="14463" y="35593"/>
                  <a:pt x="14695" y="49476"/>
                  <a:pt x="14695" y="63737"/>
                </a:cubicBezTo>
                <a:cubicBezTo>
                  <a:pt x="14695" y="79388"/>
                  <a:pt x="15014" y="95272"/>
                  <a:pt x="15652" y="111387"/>
                </a:cubicBezTo>
                <a:cubicBezTo>
                  <a:pt x="20289" y="112314"/>
                  <a:pt x="24753" y="112778"/>
                  <a:pt x="29042" y="112778"/>
                </a:cubicBezTo>
                <a:cubicBezTo>
                  <a:pt x="44346" y="112778"/>
                  <a:pt x="55722" y="108242"/>
                  <a:pt x="63171" y="99170"/>
                </a:cubicBezTo>
                <a:cubicBezTo>
                  <a:pt x="70620" y="90098"/>
                  <a:pt x="74345" y="79185"/>
                  <a:pt x="74345" y="66432"/>
                </a:cubicBezTo>
                <a:close/>
                <a:moveTo>
                  <a:pt x="125482" y="123213"/>
                </a:moveTo>
                <a:lnTo>
                  <a:pt x="109743" y="123213"/>
                </a:lnTo>
                <a:cubicBezTo>
                  <a:pt x="110555" y="111619"/>
                  <a:pt x="110961" y="98373"/>
                  <a:pt x="110961" y="83475"/>
                </a:cubicBezTo>
                <a:cubicBezTo>
                  <a:pt x="110961" y="66722"/>
                  <a:pt x="109946" y="52665"/>
                  <a:pt x="107917" y="41303"/>
                </a:cubicBezTo>
                <a:lnTo>
                  <a:pt x="125308" y="38955"/>
                </a:lnTo>
                <a:cubicBezTo>
                  <a:pt x="124612" y="51070"/>
                  <a:pt x="124264" y="65910"/>
                  <a:pt x="124264" y="83475"/>
                </a:cubicBezTo>
                <a:cubicBezTo>
                  <a:pt x="124264" y="97388"/>
                  <a:pt x="124670" y="110633"/>
                  <a:pt x="125482" y="123213"/>
                </a:cubicBezTo>
                <a:moveTo>
                  <a:pt x="129134" y="14521"/>
                </a:moveTo>
                <a:cubicBezTo>
                  <a:pt x="129134" y="17478"/>
                  <a:pt x="128177" y="20043"/>
                  <a:pt x="126264" y="22217"/>
                </a:cubicBezTo>
                <a:cubicBezTo>
                  <a:pt x="124351" y="24390"/>
                  <a:pt x="121656" y="25477"/>
                  <a:pt x="118178" y="25477"/>
                </a:cubicBezTo>
                <a:cubicBezTo>
                  <a:pt x="115221" y="25477"/>
                  <a:pt x="112917" y="24535"/>
                  <a:pt x="111265" y="22651"/>
                </a:cubicBezTo>
                <a:cubicBezTo>
                  <a:pt x="109613" y="20767"/>
                  <a:pt x="108787" y="18492"/>
                  <a:pt x="108787" y="15825"/>
                </a:cubicBezTo>
                <a:cubicBezTo>
                  <a:pt x="108787" y="12927"/>
                  <a:pt x="109772" y="10405"/>
                  <a:pt x="111743" y="8261"/>
                </a:cubicBezTo>
                <a:cubicBezTo>
                  <a:pt x="113714" y="6116"/>
                  <a:pt x="116439" y="5043"/>
                  <a:pt x="119917" y="5043"/>
                </a:cubicBezTo>
                <a:cubicBezTo>
                  <a:pt x="122757" y="5043"/>
                  <a:pt x="125003" y="5985"/>
                  <a:pt x="126656" y="7869"/>
                </a:cubicBezTo>
                <a:cubicBezTo>
                  <a:pt x="128308" y="9753"/>
                  <a:pt x="129134" y="11971"/>
                  <a:pt x="129134" y="14521"/>
                </a:cubicBezTo>
                <a:close/>
                <a:moveTo>
                  <a:pt x="204065" y="99648"/>
                </a:moveTo>
                <a:cubicBezTo>
                  <a:pt x="204065" y="116575"/>
                  <a:pt x="193253" y="125039"/>
                  <a:pt x="171631" y="125039"/>
                </a:cubicBezTo>
                <a:cubicBezTo>
                  <a:pt x="162066" y="125039"/>
                  <a:pt x="153139" y="124082"/>
                  <a:pt x="144849" y="122169"/>
                </a:cubicBezTo>
                <a:lnTo>
                  <a:pt x="147545" y="109387"/>
                </a:lnTo>
                <a:cubicBezTo>
                  <a:pt x="155081" y="112286"/>
                  <a:pt x="163255" y="113735"/>
                  <a:pt x="172066" y="113735"/>
                </a:cubicBezTo>
                <a:cubicBezTo>
                  <a:pt x="184703" y="113735"/>
                  <a:pt x="191022" y="110141"/>
                  <a:pt x="191022" y="102953"/>
                </a:cubicBezTo>
                <a:cubicBezTo>
                  <a:pt x="191022" y="99474"/>
                  <a:pt x="189616" y="96706"/>
                  <a:pt x="186804" y="94649"/>
                </a:cubicBezTo>
                <a:cubicBezTo>
                  <a:pt x="183993" y="92591"/>
                  <a:pt x="179341" y="90286"/>
                  <a:pt x="172848" y="87736"/>
                </a:cubicBezTo>
                <a:cubicBezTo>
                  <a:pt x="164617" y="84489"/>
                  <a:pt x="158646" y="81359"/>
                  <a:pt x="154936" y="78345"/>
                </a:cubicBezTo>
                <a:cubicBezTo>
                  <a:pt x="149487" y="73881"/>
                  <a:pt x="146762" y="68490"/>
                  <a:pt x="146762" y="62172"/>
                </a:cubicBezTo>
                <a:cubicBezTo>
                  <a:pt x="146762" y="55563"/>
                  <a:pt x="149255" y="49897"/>
                  <a:pt x="154240" y="45172"/>
                </a:cubicBezTo>
                <a:cubicBezTo>
                  <a:pt x="159226" y="40448"/>
                  <a:pt x="166820" y="38085"/>
                  <a:pt x="177022" y="38085"/>
                </a:cubicBezTo>
                <a:cubicBezTo>
                  <a:pt x="186993" y="38085"/>
                  <a:pt x="194992" y="38926"/>
                  <a:pt x="201021" y="40607"/>
                </a:cubicBezTo>
                <a:lnTo>
                  <a:pt x="198326" y="53128"/>
                </a:lnTo>
                <a:cubicBezTo>
                  <a:pt x="192065" y="50636"/>
                  <a:pt x="184819" y="49389"/>
                  <a:pt x="176587" y="49389"/>
                </a:cubicBezTo>
                <a:cubicBezTo>
                  <a:pt x="165457" y="49389"/>
                  <a:pt x="159892" y="52607"/>
                  <a:pt x="159892" y="59041"/>
                </a:cubicBezTo>
                <a:cubicBezTo>
                  <a:pt x="159892" y="62287"/>
                  <a:pt x="161139" y="64911"/>
                  <a:pt x="163631" y="66910"/>
                </a:cubicBezTo>
                <a:cubicBezTo>
                  <a:pt x="166124" y="68910"/>
                  <a:pt x="170993" y="71331"/>
                  <a:pt x="178239" y="74171"/>
                </a:cubicBezTo>
                <a:cubicBezTo>
                  <a:pt x="186065" y="77243"/>
                  <a:pt x="191862" y="80258"/>
                  <a:pt x="195630" y="83214"/>
                </a:cubicBezTo>
                <a:cubicBezTo>
                  <a:pt x="201253" y="87794"/>
                  <a:pt x="204065" y="93272"/>
                  <a:pt x="204065" y="99648"/>
                </a:cubicBezTo>
                <a:close/>
                <a:moveTo>
                  <a:pt x="271934" y="111213"/>
                </a:moveTo>
                <a:lnTo>
                  <a:pt x="270891" y="122517"/>
                </a:lnTo>
                <a:cubicBezTo>
                  <a:pt x="266311" y="124198"/>
                  <a:pt x="261993" y="125039"/>
                  <a:pt x="257935" y="125039"/>
                </a:cubicBezTo>
                <a:cubicBezTo>
                  <a:pt x="247501" y="125039"/>
                  <a:pt x="240370" y="122387"/>
                  <a:pt x="236544" y="117082"/>
                </a:cubicBezTo>
                <a:cubicBezTo>
                  <a:pt x="232719" y="111778"/>
                  <a:pt x="230806" y="102286"/>
                  <a:pt x="230806" y="88605"/>
                </a:cubicBezTo>
                <a:cubicBezTo>
                  <a:pt x="230806" y="79736"/>
                  <a:pt x="230864" y="68171"/>
                  <a:pt x="230979" y="53911"/>
                </a:cubicBezTo>
                <a:cubicBezTo>
                  <a:pt x="227733" y="53911"/>
                  <a:pt x="222951" y="54085"/>
                  <a:pt x="216632" y="54433"/>
                </a:cubicBezTo>
                <a:lnTo>
                  <a:pt x="217154" y="41824"/>
                </a:lnTo>
                <a:cubicBezTo>
                  <a:pt x="222661" y="42172"/>
                  <a:pt x="227588" y="42346"/>
                  <a:pt x="231936" y="42346"/>
                </a:cubicBezTo>
                <a:cubicBezTo>
                  <a:pt x="231936" y="38868"/>
                  <a:pt x="232226" y="30608"/>
                  <a:pt x="232806" y="17565"/>
                </a:cubicBezTo>
                <a:lnTo>
                  <a:pt x="246457" y="16173"/>
                </a:lnTo>
                <a:cubicBezTo>
                  <a:pt x="245472" y="28347"/>
                  <a:pt x="244979" y="37071"/>
                  <a:pt x="244979" y="42346"/>
                </a:cubicBezTo>
                <a:cubicBezTo>
                  <a:pt x="250660" y="42346"/>
                  <a:pt x="259007" y="42056"/>
                  <a:pt x="270021" y="41477"/>
                </a:cubicBezTo>
                <a:lnTo>
                  <a:pt x="269413" y="54433"/>
                </a:lnTo>
                <a:cubicBezTo>
                  <a:pt x="258978" y="54085"/>
                  <a:pt x="250602" y="53911"/>
                  <a:pt x="244283" y="53911"/>
                </a:cubicBezTo>
                <a:cubicBezTo>
                  <a:pt x="244167" y="62664"/>
                  <a:pt x="244109" y="72519"/>
                  <a:pt x="244109" y="83475"/>
                </a:cubicBezTo>
                <a:cubicBezTo>
                  <a:pt x="244109" y="95417"/>
                  <a:pt x="245370" y="103315"/>
                  <a:pt x="247892" y="107170"/>
                </a:cubicBezTo>
                <a:cubicBezTo>
                  <a:pt x="250414" y="111025"/>
                  <a:pt x="255094" y="112952"/>
                  <a:pt x="261935" y="112952"/>
                </a:cubicBezTo>
                <a:cubicBezTo>
                  <a:pt x="264196" y="112952"/>
                  <a:pt x="267529" y="112372"/>
                  <a:pt x="271934" y="111213"/>
                </a:cubicBezTo>
                <a:close/>
                <a:moveTo>
                  <a:pt x="304238" y="123213"/>
                </a:moveTo>
                <a:lnTo>
                  <a:pt x="288500" y="123213"/>
                </a:lnTo>
                <a:cubicBezTo>
                  <a:pt x="289311" y="111619"/>
                  <a:pt x="289717" y="98373"/>
                  <a:pt x="289717" y="83475"/>
                </a:cubicBezTo>
                <a:cubicBezTo>
                  <a:pt x="289717" y="66722"/>
                  <a:pt x="288703" y="52665"/>
                  <a:pt x="286674" y="41303"/>
                </a:cubicBezTo>
                <a:lnTo>
                  <a:pt x="304064" y="38955"/>
                </a:lnTo>
                <a:cubicBezTo>
                  <a:pt x="303369" y="51070"/>
                  <a:pt x="303021" y="65910"/>
                  <a:pt x="303021" y="83475"/>
                </a:cubicBezTo>
                <a:cubicBezTo>
                  <a:pt x="303021" y="97388"/>
                  <a:pt x="303427" y="110633"/>
                  <a:pt x="304238" y="123213"/>
                </a:cubicBezTo>
                <a:moveTo>
                  <a:pt x="307890" y="14521"/>
                </a:moveTo>
                <a:cubicBezTo>
                  <a:pt x="307890" y="17478"/>
                  <a:pt x="306934" y="20043"/>
                  <a:pt x="305021" y="22217"/>
                </a:cubicBezTo>
                <a:cubicBezTo>
                  <a:pt x="303108" y="24390"/>
                  <a:pt x="300412" y="25477"/>
                  <a:pt x="296934" y="25477"/>
                </a:cubicBezTo>
                <a:cubicBezTo>
                  <a:pt x="293978" y="25477"/>
                  <a:pt x="291674" y="24535"/>
                  <a:pt x="290021" y="22651"/>
                </a:cubicBezTo>
                <a:cubicBezTo>
                  <a:pt x="288369" y="20767"/>
                  <a:pt x="287543" y="18492"/>
                  <a:pt x="287543" y="15825"/>
                </a:cubicBezTo>
                <a:cubicBezTo>
                  <a:pt x="287543" y="12927"/>
                  <a:pt x="288529" y="10405"/>
                  <a:pt x="290500" y="8261"/>
                </a:cubicBezTo>
                <a:cubicBezTo>
                  <a:pt x="292471" y="6116"/>
                  <a:pt x="295195" y="5043"/>
                  <a:pt x="298673" y="5043"/>
                </a:cubicBezTo>
                <a:cubicBezTo>
                  <a:pt x="301514" y="5043"/>
                  <a:pt x="303760" y="5985"/>
                  <a:pt x="305412" y="7869"/>
                </a:cubicBezTo>
                <a:cubicBezTo>
                  <a:pt x="307064" y="9753"/>
                  <a:pt x="307890" y="11971"/>
                  <a:pt x="307890" y="14521"/>
                </a:cubicBezTo>
                <a:close/>
                <a:moveTo>
                  <a:pt x="344388" y="123213"/>
                </a:moveTo>
                <a:lnTo>
                  <a:pt x="327693" y="123213"/>
                </a:lnTo>
                <a:cubicBezTo>
                  <a:pt x="328737" y="104083"/>
                  <a:pt x="329258" y="82461"/>
                  <a:pt x="329258" y="58346"/>
                </a:cubicBezTo>
                <a:cubicBezTo>
                  <a:pt x="329258" y="34926"/>
                  <a:pt x="328418" y="15768"/>
                  <a:pt x="326737" y="870"/>
                </a:cubicBezTo>
                <a:lnTo>
                  <a:pt x="344388" y="0"/>
                </a:lnTo>
                <a:cubicBezTo>
                  <a:pt x="343287" y="15768"/>
                  <a:pt x="342736" y="35216"/>
                  <a:pt x="342736" y="58346"/>
                </a:cubicBezTo>
                <a:cubicBezTo>
                  <a:pt x="342736" y="82171"/>
                  <a:pt x="343287" y="103793"/>
                  <a:pt x="344388" y="123213"/>
                </a:cubicBezTo>
                <a:close/>
                <a:moveTo>
                  <a:pt x="452395" y="88692"/>
                </a:moveTo>
                <a:cubicBezTo>
                  <a:pt x="452395" y="99938"/>
                  <a:pt x="447612" y="108633"/>
                  <a:pt x="438048" y="114778"/>
                </a:cubicBezTo>
                <a:cubicBezTo>
                  <a:pt x="428715" y="120749"/>
                  <a:pt x="415904" y="123734"/>
                  <a:pt x="399614" y="123734"/>
                </a:cubicBezTo>
                <a:cubicBezTo>
                  <a:pt x="395093" y="123734"/>
                  <a:pt x="386223" y="123560"/>
                  <a:pt x="373007" y="123213"/>
                </a:cubicBezTo>
                <a:cubicBezTo>
                  <a:pt x="373818" y="105242"/>
                  <a:pt x="374224" y="85417"/>
                  <a:pt x="374224" y="63737"/>
                </a:cubicBezTo>
                <a:cubicBezTo>
                  <a:pt x="374224" y="43332"/>
                  <a:pt x="373818" y="25419"/>
                  <a:pt x="373007" y="10000"/>
                </a:cubicBezTo>
                <a:lnTo>
                  <a:pt x="383441" y="10000"/>
                </a:lnTo>
                <a:cubicBezTo>
                  <a:pt x="385470" y="10000"/>
                  <a:pt x="389557" y="9913"/>
                  <a:pt x="395701" y="9739"/>
                </a:cubicBezTo>
                <a:cubicBezTo>
                  <a:pt x="401846" y="9565"/>
                  <a:pt x="406310" y="9478"/>
                  <a:pt x="409092" y="9478"/>
                </a:cubicBezTo>
                <a:cubicBezTo>
                  <a:pt x="433207" y="9478"/>
                  <a:pt x="445265" y="17796"/>
                  <a:pt x="445265" y="34433"/>
                </a:cubicBezTo>
                <a:cubicBezTo>
                  <a:pt x="445265" y="47418"/>
                  <a:pt x="439555" y="56056"/>
                  <a:pt x="428135" y="60345"/>
                </a:cubicBezTo>
                <a:lnTo>
                  <a:pt x="428135" y="61215"/>
                </a:lnTo>
                <a:cubicBezTo>
                  <a:pt x="444308" y="64113"/>
                  <a:pt x="452395" y="73273"/>
                  <a:pt x="452395" y="88692"/>
                </a:cubicBezTo>
                <a:moveTo>
                  <a:pt x="437700" y="90170"/>
                </a:moveTo>
                <a:cubicBezTo>
                  <a:pt x="437700" y="75910"/>
                  <a:pt x="425063" y="68780"/>
                  <a:pt x="399788" y="68780"/>
                </a:cubicBezTo>
                <a:cubicBezTo>
                  <a:pt x="395151" y="68780"/>
                  <a:pt x="391064" y="68954"/>
                  <a:pt x="387528" y="69302"/>
                </a:cubicBezTo>
                <a:cubicBezTo>
                  <a:pt x="387528" y="84779"/>
                  <a:pt x="387847" y="98605"/>
                  <a:pt x="388484" y="110778"/>
                </a:cubicBezTo>
                <a:cubicBezTo>
                  <a:pt x="390687" y="111300"/>
                  <a:pt x="394571" y="111561"/>
                  <a:pt x="400136" y="111561"/>
                </a:cubicBezTo>
                <a:cubicBezTo>
                  <a:pt x="414106" y="111561"/>
                  <a:pt x="424019" y="109735"/>
                  <a:pt x="429874" y="106083"/>
                </a:cubicBezTo>
                <a:cubicBezTo>
                  <a:pt x="435091" y="102779"/>
                  <a:pt x="437700" y="97474"/>
                  <a:pt x="437700" y="90170"/>
                </a:cubicBezTo>
                <a:moveTo>
                  <a:pt x="430657" y="38781"/>
                </a:moveTo>
                <a:cubicBezTo>
                  <a:pt x="430657" y="26782"/>
                  <a:pt x="422570" y="20782"/>
                  <a:pt x="406397" y="20782"/>
                </a:cubicBezTo>
                <a:cubicBezTo>
                  <a:pt x="398281" y="20782"/>
                  <a:pt x="391702" y="21217"/>
                  <a:pt x="386658" y="22086"/>
                </a:cubicBezTo>
                <a:cubicBezTo>
                  <a:pt x="387122" y="26260"/>
                  <a:pt x="387354" y="38056"/>
                  <a:pt x="387354" y="57476"/>
                </a:cubicBezTo>
                <a:cubicBezTo>
                  <a:pt x="390194" y="57592"/>
                  <a:pt x="393325" y="57650"/>
                  <a:pt x="396745" y="57650"/>
                </a:cubicBezTo>
                <a:cubicBezTo>
                  <a:pt x="408223" y="57650"/>
                  <a:pt x="416570" y="56346"/>
                  <a:pt x="421787" y="53737"/>
                </a:cubicBezTo>
                <a:cubicBezTo>
                  <a:pt x="427700" y="50839"/>
                  <a:pt x="430657" y="45853"/>
                  <a:pt x="430657" y="38781"/>
                </a:cubicBezTo>
                <a:close/>
                <a:moveTo>
                  <a:pt x="544257" y="72171"/>
                </a:moveTo>
                <a:cubicBezTo>
                  <a:pt x="544257" y="74606"/>
                  <a:pt x="544141" y="77968"/>
                  <a:pt x="543909" y="82258"/>
                </a:cubicBezTo>
                <a:lnTo>
                  <a:pt x="484172" y="83301"/>
                </a:lnTo>
                <a:cubicBezTo>
                  <a:pt x="484752" y="91765"/>
                  <a:pt x="488027" y="98851"/>
                  <a:pt x="493998" y="104561"/>
                </a:cubicBezTo>
                <a:cubicBezTo>
                  <a:pt x="499969" y="110271"/>
                  <a:pt x="507881" y="113126"/>
                  <a:pt x="517736" y="113126"/>
                </a:cubicBezTo>
                <a:cubicBezTo>
                  <a:pt x="526547" y="113126"/>
                  <a:pt x="534808" y="112054"/>
                  <a:pt x="542518" y="109909"/>
                </a:cubicBezTo>
                <a:lnTo>
                  <a:pt x="541040" y="122169"/>
                </a:lnTo>
                <a:cubicBezTo>
                  <a:pt x="535359" y="124430"/>
                  <a:pt x="527156" y="125560"/>
                  <a:pt x="516432" y="125560"/>
                </a:cubicBezTo>
                <a:cubicBezTo>
                  <a:pt x="501360" y="125560"/>
                  <a:pt x="489868" y="121445"/>
                  <a:pt x="481955" y="113213"/>
                </a:cubicBezTo>
                <a:cubicBezTo>
                  <a:pt x="474042" y="104981"/>
                  <a:pt x="470086" y="94953"/>
                  <a:pt x="470086" y="83127"/>
                </a:cubicBezTo>
                <a:cubicBezTo>
                  <a:pt x="470086" y="70490"/>
                  <a:pt x="473694" y="59606"/>
                  <a:pt x="480911" y="50476"/>
                </a:cubicBezTo>
                <a:cubicBezTo>
                  <a:pt x="488129" y="41346"/>
                  <a:pt x="497824" y="36781"/>
                  <a:pt x="509997" y="36781"/>
                </a:cubicBezTo>
                <a:cubicBezTo>
                  <a:pt x="521185" y="36781"/>
                  <a:pt x="529692" y="40085"/>
                  <a:pt x="535518" y="46694"/>
                </a:cubicBezTo>
                <a:cubicBezTo>
                  <a:pt x="541344" y="53302"/>
                  <a:pt x="544257" y="61795"/>
                  <a:pt x="544257" y="72171"/>
                </a:cubicBezTo>
                <a:moveTo>
                  <a:pt x="529736" y="72345"/>
                </a:moveTo>
                <a:cubicBezTo>
                  <a:pt x="529736" y="56056"/>
                  <a:pt x="522924" y="47911"/>
                  <a:pt x="509302" y="47911"/>
                </a:cubicBezTo>
                <a:cubicBezTo>
                  <a:pt x="495389" y="47911"/>
                  <a:pt x="487187" y="56375"/>
                  <a:pt x="484694" y="73302"/>
                </a:cubicBezTo>
                <a:lnTo>
                  <a:pt x="529736" y="72345"/>
                </a:lnTo>
                <a:close/>
                <a:moveTo>
                  <a:pt x="617649" y="40607"/>
                </a:moveTo>
                <a:lnTo>
                  <a:pt x="613736" y="54433"/>
                </a:lnTo>
                <a:cubicBezTo>
                  <a:pt x="609215" y="52636"/>
                  <a:pt x="605012" y="51737"/>
                  <a:pt x="601128" y="51737"/>
                </a:cubicBezTo>
                <a:cubicBezTo>
                  <a:pt x="590230" y="51737"/>
                  <a:pt x="583158" y="56925"/>
                  <a:pt x="579911" y="67302"/>
                </a:cubicBezTo>
                <a:cubicBezTo>
                  <a:pt x="579911" y="93967"/>
                  <a:pt x="580085" y="112604"/>
                  <a:pt x="580433" y="123213"/>
                </a:cubicBezTo>
                <a:lnTo>
                  <a:pt x="565042" y="123213"/>
                </a:lnTo>
                <a:cubicBezTo>
                  <a:pt x="565970" y="104837"/>
                  <a:pt x="566434" y="90576"/>
                  <a:pt x="566434" y="80432"/>
                </a:cubicBezTo>
                <a:cubicBezTo>
                  <a:pt x="566434" y="66693"/>
                  <a:pt x="565071" y="53534"/>
                  <a:pt x="562347" y="40955"/>
                </a:cubicBezTo>
                <a:lnTo>
                  <a:pt x="577564" y="38781"/>
                </a:lnTo>
                <a:cubicBezTo>
                  <a:pt x="578665" y="45158"/>
                  <a:pt x="579216" y="49418"/>
                  <a:pt x="579216" y="51563"/>
                </a:cubicBezTo>
                <a:lnTo>
                  <a:pt x="579911" y="51563"/>
                </a:lnTo>
                <a:cubicBezTo>
                  <a:pt x="586172" y="42346"/>
                  <a:pt x="593476" y="37738"/>
                  <a:pt x="601824" y="37738"/>
                </a:cubicBezTo>
                <a:cubicBezTo>
                  <a:pt x="606229" y="37738"/>
                  <a:pt x="611504" y="38694"/>
                  <a:pt x="617649" y="40607"/>
                </a:cubicBezTo>
                <a:close/>
                <a:moveTo>
                  <a:pt x="675749" y="111213"/>
                </a:moveTo>
                <a:lnTo>
                  <a:pt x="674705" y="122517"/>
                </a:lnTo>
                <a:cubicBezTo>
                  <a:pt x="670126" y="124198"/>
                  <a:pt x="665807" y="125039"/>
                  <a:pt x="661749" y="125039"/>
                </a:cubicBezTo>
                <a:cubicBezTo>
                  <a:pt x="651315" y="125039"/>
                  <a:pt x="644185" y="122387"/>
                  <a:pt x="640359" y="117082"/>
                </a:cubicBezTo>
                <a:cubicBezTo>
                  <a:pt x="636533" y="111778"/>
                  <a:pt x="634620" y="102286"/>
                  <a:pt x="634620" y="88605"/>
                </a:cubicBezTo>
                <a:cubicBezTo>
                  <a:pt x="634620" y="79736"/>
                  <a:pt x="634678" y="68171"/>
                  <a:pt x="634794" y="53911"/>
                </a:cubicBezTo>
                <a:cubicBezTo>
                  <a:pt x="631547" y="53911"/>
                  <a:pt x="626765" y="54085"/>
                  <a:pt x="620446" y="54433"/>
                </a:cubicBezTo>
                <a:lnTo>
                  <a:pt x="620968" y="41824"/>
                </a:lnTo>
                <a:cubicBezTo>
                  <a:pt x="626475" y="42172"/>
                  <a:pt x="631403" y="42346"/>
                  <a:pt x="635750" y="42346"/>
                </a:cubicBezTo>
                <a:cubicBezTo>
                  <a:pt x="635750" y="38868"/>
                  <a:pt x="636040" y="30608"/>
                  <a:pt x="636620" y="17565"/>
                </a:cubicBezTo>
                <a:lnTo>
                  <a:pt x="650271" y="16173"/>
                </a:lnTo>
                <a:cubicBezTo>
                  <a:pt x="649286" y="28347"/>
                  <a:pt x="648793" y="37071"/>
                  <a:pt x="648793" y="42346"/>
                </a:cubicBezTo>
                <a:cubicBezTo>
                  <a:pt x="654474" y="42346"/>
                  <a:pt x="662822" y="42056"/>
                  <a:pt x="673836" y="41477"/>
                </a:cubicBezTo>
                <a:lnTo>
                  <a:pt x="673227" y="54433"/>
                </a:lnTo>
                <a:cubicBezTo>
                  <a:pt x="662793" y="54085"/>
                  <a:pt x="654416" y="53911"/>
                  <a:pt x="648098" y="53911"/>
                </a:cubicBezTo>
                <a:cubicBezTo>
                  <a:pt x="647982" y="62664"/>
                  <a:pt x="647924" y="72519"/>
                  <a:pt x="647924" y="83475"/>
                </a:cubicBezTo>
                <a:cubicBezTo>
                  <a:pt x="647924" y="95417"/>
                  <a:pt x="649184" y="103315"/>
                  <a:pt x="651706" y="107170"/>
                </a:cubicBezTo>
                <a:cubicBezTo>
                  <a:pt x="654228" y="111025"/>
                  <a:pt x="658909" y="112952"/>
                  <a:pt x="665749" y="112952"/>
                </a:cubicBezTo>
                <a:cubicBezTo>
                  <a:pt x="668010" y="112952"/>
                  <a:pt x="671343" y="112372"/>
                  <a:pt x="675749" y="1112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Text Textprompt">
            <a:extLst xmlns:a="http://schemas.openxmlformats.org/drawingml/2006/main">
              <a:ext uri="{FF2B5EF4-FFF2-40B4-BE49-F238E27FC236}">
                <a16:creationId xmlns:a16="http://schemas.microsoft.com/office/drawing/2014/main" id="{7728438D-8F5F-4F31-B019-EB71EF60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330" y="542406"/>
            <a:ext cx="932301" cy="152951"/>
          </a:xfrm>
          <a:custGeom xmlns:a="http://schemas.openxmlformats.org/drawingml/2006/main">
            <a:pathLst>
              <a:path w="932301" h="152951">
                <a:moveTo>
                  <a:pt x="86866" y="0"/>
                </a:moveTo>
                <a:lnTo>
                  <a:pt x="86431" y="12260"/>
                </a:lnTo>
                <a:cubicBezTo>
                  <a:pt x="74954" y="11681"/>
                  <a:pt x="63099" y="11391"/>
                  <a:pt x="50868" y="11391"/>
                </a:cubicBezTo>
                <a:cubicBezTo>
                  <a:pt x="50752" y="22521"/>
                  <a:pt x="50694" y="36636"/>
                  <a:pt x="50694" y="53737"/>
                </a:cubicBezTo>
                <a:cubicBezTo>
                  <a:pt x="50694" y="72635"/>
                  <a:pt x="50984" y="92460"/>
                  <a:pt x="51563" y="113213"/>
                </a:cubicBezTo>
                <a:lnTo>
                  <a:pt x="35651" y="113213"/>
                </a:lnTo>
                <a:cubicBezTo>
                  <a:pt x="36346" y="93446"/>
                  <a:pt x="36694" y="73620"/>
                  <a:pt x="36694" y="53737"/>
                </a:cubicBezTo>
                <a:cubicBezTo>
                  <a:pt x="36694" y="36868"/>
                  <a:pt x="36520" y="22753"/>
                  <a:pt x="36173" y="11391"/>
                </a:cubicBezTo>
                <a:cubicBezTo>
                  <a:pt x="27593" y="11391"/>
                  <a:pt x="15536" y="11739"/>
                  <a:pt x="0" y="12434"/>
                </a:cubicBezTo>
                <a:lnTo>
                  <a:pt x="435" y="0"/>
                </a:lnTo>
                <a:lnTo>
                  <a:pt x="86866" y="0"/>
                </a:lnTo>
                <a:close/>
                <a:moveTo>
                  <a:pt x="161928" y="62172"/>
                </a:moveTo>
                <a:cubicBezTo>
                  <a:pt x="161928" y="64606"/>
                  <a:pt x="161813" y="67968"/>
                  <a:pt x="161581" y="72258"/>
                </a:cubicBezTo>
                <a:lnTo>
                  <a:pt x="101844" y="73302"/>
                </a:lnTo>
                <a:cubicBezTo>
                  <a:pt x="102424" y="81765"/>
                  <a:pt x="105699" y="88852"/>
                  <a:pt x="111670" y="94562"/>
                </a:cubicBezTo>
                <a:cubicBezTo>
                  <a:pt x="117640" y="100271"/>
                  <a:pt x="125553" y="103126"/>
                  <a:pt x="135408" y="103126"/>
                </a:cubicBezTo>
                <a:cubicBezTo>
                  <a:pt x="144219" y="103126"/>
                  <a:pt x="152480" y="102054"/>
                  <a:pt x="160189" y="99909"/>
                </a:cubicBezTo>
                <a:lnTo>
                  <a:pt x="158711" y="112170"/>
                </a:lnTo>
                <a:cubicBezTo>
                  <a:pt x="153030" y="114430"/>
                  <a:pt x="144828" y="115561"/>
                  <a:pt x="134103" y="115561"/>
                </a:cubicBezTo>
                <a:cubicBezTo>
                  <a:pt x="119032" y="115561"/>
                  <a:pt x="107539" y="111445"/>
                  <a:pt x="99627" y="103213"/>
                </a:cubicBezTo>
                <a:cubicBezTo>
                  <a:pt x="91714" y="94982"/>
                  <a:pt x="87757" y="84953"/>
                  <a:pt x="87757" y="73128"/>
                </a:cubicBezTo>
                <a:cubicBezTo>
                  <a:pt x="87757" y="60490"/>
                  <a:pt x="91366" y="49607"/>
                  <a:pt x="98583" y="40477"/>
                </a:cubicBezTo>
                <a:cubicBezTo>
                  <a:pt x="105800" y="31347"/>
                  <a:pt x="115495" y="26782"/>
                  <a:pt x="127669" y="26782"/>
                </a:cubicBezTo>
                <a:cubicBezTo>
                  <a:pt x="138857" y="26782"/>
                  <a:pt x="147364" y="30086"/>
                  <a:pt x="153190" y="36694"/>
                </a:cubicBezTo>
                <a:cubicBezTo>
                  <a:pt x="159016" y="43303"/>
                  <a:pt x="161928" y="51795"/>
                  <a:pt x="161928" y="62172"/>
                </a:cubicBezTo>
                <a:moveTo>
                  <a:pt x="147407" y="62345"/>
                </a:moveTo>
                <a:cubicBezTo>
                  <a:pt x="147407" y="46056"/>
                  <a:pt x="140596" y="37912"/>
                  <a:pt x="126973" y="37912"/>
                </a:cubicBezTo>
                <a:cubicBezTo>
                  <a:pt x="113061" y="37912"/>
                  <a:pt x="104858" y="46375"/>
                  <a:pt x="102366" y="63302"/>
                </a:cubicBezTo>
                <a:lnTo>
                  <a:pt x="147407" y="62345"/>
                </a:lnTo>
                <a:close/>
                <a:moveTo>
                  <a:pt x="256383" y="113213"/>
                </a:moveTo>
                <a:lnTo>
                  <a:pt x="237515" y="113213"/>
                </a:lnTo>
                <a:cubicBezTo>
                  <a:pt x="237515" y="111764"/>
                  <a:pt x="234732" y="106836"/>
                  <a:pt x="229167" y="98431"/>
                </a:cubicBezTo>
                <a:cubicBezTo>
                  <a:pt x="223602" y="90025"/>
                  <a:pt x="218704" y="82982"/>
                  <a:pt x="214472" y="77301"/>
                </a:cubicBezTo>
                <a:lnTo>
                  <a:pt x="213776" y="77301"/>
                </a:lnTo>
                <a:cubicBezTo>
                  <a:pt x="210820" y="81359"/>
                  <a:pt x="206733" y="87924"/>
                  <a:pt x="201516" y="96996"/>
                </a:cubicBezTo>
                <a:cubicBezTo>
                  <a:pt x="196299" y="106068"/>
                  <a:pt x="193690" y="111474"/>
                  <a:pt x="193690" y="113213"/>
                </a:cubicBezTo>
                <a:lnTo>
                  <a:pt x="176213" y="113213"/>
                </a:lnTo>
                <a:cubicBezTo>
                  <a:pt x="176213" y="111532"/>
                  <a:pt x="180357" y="105155"/>
                  <a:pt x="188647" y="94083"/>
                </a:cubicBezTo>
                <a:cubicBezTo>
                  <a:pt x="196936" y="83011"/>
                  <a:pt x="203632" y="74780"/>
                  <a:pt x="208733" y="69389"/>
                </a:cubicBezTo>
                <a:lnTo>
                  <a:pt x="208733" y="68693"/>
                </a:lnTo>
                <a:cubicBezTo>
                  <a:pt x="204907" y="64461"/>
                  <a:pt x="199168" y="57317"/>
                  <a:pt x="191516" y="47259"/>
                </a:cubicBezTo>
                <a:cubicBezTo>
                  <a:pt x="183864" y="37201"/>
                  <a:pt x="180038" y="31651"/>
                  <a:pt x="180038" y="30608"/>
                </a:cubicBezTo>
                <a:lnTo>
                  <a:pt x="198646" y="30608"/>
                </a:lnTo>
                <a:cubicBezTo>
                  <a:pt x="198646" y="31999"/>
                  <a:pt x="200980" y="36462"/>
                  <a:pt x="205646" y="43998"/>
                </a:cubicBezTo>
                <a:cubicBezTo>
                  <a:pt x="210313" y="51534"/>
                  <a:pt x="214211" y="57302"/>
                  <a:pt x="217341" y="61302"/>
                </a:cubicBezTo>
                <a:lnTo>
                  <a:pt x="218124" y="61302"/>
                </a:lnTo>
                <a:cubicBezTo>
                  <a:pt x="220964" y="57882"/>
                  <a:pt x="224660" y="52288"/>
                  <a:pt x="229210" y="44520"/>
                </a:cubicBezTo>
                <a:cubicBezTo>
                  <a:pt x="233761" y="36752"/>
                  <a:pt x="236036" y="32115"/>
                  <a:pt x="236036" y="30608"/>
                </a:cubicBezTo>
                <a:lnTo>
                  <a:pt x="252557" y="30608"/>
                </a:lnTo>
                <a:cubicBezTo>
                  <a:pt x="252557" y="31593"/>
                  <a:pt x="248630" y="37230"/>
                  <a:pt x="240775" y="47520"/>
                </a:cubicBezTo>
                <a:cubicBezTo>
                  <a:pt x="232920" y="57809"/>
                  <a:pt x="227283" y="64664"/>
                  <a:pt x="223863" y="68084"/>
                </a:cubicBezTo>
                <a:lnTo>
                  <a:pt x="223863" y="69041"/>
                </a:lnTo>
                <a:cubicBezTo>
                  <a:pt x="228790" y="74780"/>
                  <a:pt x="235442" y="83243"/>
                  <a:pt x="243819" y="94431"/>
                </a:cubicBezTo>
                <a:cubicBezTo>
                  <a:pt x="252195" y="105619"/>
                  <a:pt x="256383" y="111880"/>
                  <a:pt x="256383" y="113213"/>
                </a:cubicBezTo>
                <a:close/>
                <a:moveTo>
                  <a:pt x="319990" y="101213"/>
                </a:moveTo>
                <a:lnTo>
                  <a:pt x="318947" y="112517"/>
                </a:lnTo>
                <a:cubicBezTo>
                  <a:pt x="314367" y="114198"/>
                  <a:pt x="310048" y="115039"/>
                  <a:pt x="305991" y="115039"/>
                </a:cubicBezTo>
                <a:cubicBezTo>
                  <a:pt x="295556" y="115039"/>
                  <a:pt x="288426" y="112387"/>
                  <a:pt x="284600" y="107083"/>
                </a:cubicBezTo>
                <a:cubicBezTo>
                  <a:pt x="280774" y="101779"/>
                  <a:pt x="278861" y="92286"/>
                  <a:pt x="278861" y="78606"/>
                </a:cubicBezTo>
                <a:cubicBezTo>
                  <a:pt x="278861" y="69736"/>
                  <a:pt x="278919" y="58172"/>
                  <a:pt x="279035" y="43911"/>
                </a:cubicBezTo>
                <a:cubicBezTo>
                  <a:pt x="275789" y="43911"/>
                  <a:pt x="271006" y="44085"/>
                  <a:pt x="264688" y="44433"/>
                </a:cubicBezTo>
                <a:lnTo>
                  <a:pt x="265210" y="31825"/>
                </a:lnTo>
                <a:cubicBezTo>
                  <a:pt x="270717" y="32173"/>
                  <a:pt x="275644" y="32347"/>
                  <a:pt x="279992" y="32347"/>
                </a:cubicBezTo>
                <a:cubicBezTo>
                  <a:pt x="279992" y="28868"/>
                  <a:pt x="280281" y="20608"/>
                  <a:pt x="280861" y="7565"/>
                </a:cubicBezTo>
                <a:lnTo>
                  <a:pt x="294513" y="6174"/>
                </a:lnTo>
                <a:cubicBezTo>
                  <a:pt x="293527" y="18347"/>
                  <a:pt x="293035" y="27071"/>
                  <a:pt x="293035" y="32347"/>
                </a:cubicBezTo>
                <a:cubicBezTo>
                  <a:pt x="298716" y="32347"/>
                  <a:pt x="307063" y="32057"/>
                  <a:pt x="318077" y="31477"/>
                </a:cubicBezTo>
                <a:lnTo>
                  <a:pt x="317468" y="44433"/>
                </a:lnTo>
                <a:cubicBezTo>
                  <a:pt x="307034" y="44085"/>
                  <a:pt x="298658" y="43911"/>
                  <a:pt x="292339" y="43911"/>
                </a:cubicBezTo>
                <a:cubicBezTo>
                  <a:pt x="292223" y="52665"/>
                  <a:pt x="292165" y="62519"/>
                  <a:pt x="292165" y="73475"/>
                </a:cubicBezTo>
                <a:cubicBezTo>
                  <a:pt x="292165" y="85417"/>
                  <a:pt x="293426" y="93315"/>
                  <a:pt x="295947" y="97170"/>
                </a:cubicBezTo>
                <a:cubicBezTo>
                  <a:pt x="298469" y="101025"/>
                  <a:pt x="303150" y="102953"/>
                  <a:pt x="309990" y="102953"/>
                </a:cubicBezTo>
                <a:cubicBezTo>
                  <a:pt x="312251" y="102953"/>
                  <a:pt x="315584" y="102373"/>
                  <a:pt x="319990" y="101213"/>
                </a:cubicBezTo>
                <a:close/>
                <a:moveTo>
                  <a:pt x="454742" y="68519"/>
                </a:moveTo>
                <a:cubicBezTo>
                  <a:pt x="454742" y="81040"/>
                  <a:pt x="451162" y="92011"/>
                  <a:pt x="444003" y="101431"/>
                </a:cubicBezTo>
                <a:cubicBezTo>
                  <a:pt x="436844" y="110851"/>
                  <a:pt x="426888" y="115561"/>
                  <a:pt x="414135" y="115561"/>
                </a:cubicBezTo>
                <a:cubicBezTo>
                  <a:pt x="403469" y="115561"/>
                  <a:pt x="396454" y="113648"/>
                  <a:pt x="393092" y="109822"/>
                </a:cubicBezTo>
                <a:lnTo>
                  <a:pt x="392223" y="109822"/>
                </a:lnTo>
                <a:cubicBezTo>
                  <a:pt x="392223" y="125937"/>
                  <a:pt x="392397" y="140313"/>
                  <a:pt x="392744" y="152951"/>
                </a:cubicBezTo>
                <a:lnTo>
                  <a:pt x="376397" y="152951"/>
                </a:lnTo>
                <a:cubicBezTo>
                  <a:pt x="377730" y="137531"/>
                  <a:pt x="378397" y="118488"/>
                  <a:pt x="378397" y="95822"/>
                </a:cubicBezTo>
                <a:cubicBezTo>
                  <a:pt x="378397" y="67881"/>
                  <a:pt x="376948" y="46259"/>
                  <a:pt x="374049" y="30955"/>
                </a:cubicBezTo>
                <a:lnTo>
                  <a:pt x="389353" y="28781"/>
                </a:lnTo>
                <a:lnTo>
                  <a:pt x="390657" y="37390"/>
                </a:lnTo>
                <a:lnTo>
                  <a:pt x="391527" y="37390"/>
                </a:lnTo>
                <a:cubicBezTo>
                  <a:pt x="397150" y="30839"/>
                  <a:pt x="406251" y="27564"/>
                  <a:pt x="418830" y="27564"/>
                </a:cubicBezTo>
                <a:cubicBezTo>
                  <a:pt x="429902" y="27564"/>
                  <a:pt x="438656" y="31607"/>
                  <a:pt x="445090" y="39694"/>
                </a:cubicBezTo>
                <a:cubicBezTo>
                  <a:pt x="451525" y="47781"/>
                  <a:pt x="454742" y="57389"/>
                  <a:pt x="454742" y="68519"/>
                </a:cubicBezTo>
                <a:moveTo>
                  <a:pt x="439264" y="70606"/>
                </a:moveTo>
                <a:cubicBezTo>
                  <a:pt x="439264" y="62027"/>
                  <a:pt x="437004" y="54679"/>
                  <a:pt x="432482" y="48563"/>
                </a:cubicBezTo>
                <a:cubicBezTo>
                  <a:pt x="427960" y="42448"/>
                  <a:pt x="421613" y="39390"/>
                  <a:pt x="413439" y="39390"/>
                </a:cubicBezTo>
                <a:cubicBezTo>
                  <a:pt x="403005" y="39390"/>
                  <a:pt x="395527" y="42549"/>
                  <a:pt x="391005" y="48868"/>
                </a:cubicBezTo>
                <a:cubicBezTo>
                  <a:pt x="391933" y="68345"/>
                  <a:pt x="392397" y="85069"/>
                  <a:pt x="392397" y="99040"/>
                </a:cubicBezTo>
                <a:cubicBezTo>
                  <a:pt x="397092" y="102982"/>
                  <a:pt x="403208" y="104952"/>
                  <a:pt x="410744" y="104952"/>
                </a:cubicBezTo>
                <a:cubicBezTo>
                  <a:pt x="420309" y="104952"/>
                  <a:pt x="427453" y="101590"/>
                  <a:pt x="432178" y="94866"/>
                </a:cubicBezTo>
                <a:cubicBezTo>
                  <a:pt x="436902" y="88142"/>
                  <a:pt x="439264" y="80055"/>
                  <a:pt x="439264" y="70606"/>
                </a:cubicBezTo>
                <a:close/>
                <a:moveTo>
                  <a:pt x="527621" y="30608"/>
                </a:moveTo>
                <a:lnTo>
                  <a:pt x="523708" y="44433"/>
                </a:lnTo>
                <a:cubicBezTo>
                  <a:pt x="519187" y="42636"/>
                  <a:pt x="514984" y="41738"/>
                  <a:pt x="511100" y="41738"/>
                </a:cubicBezTo>
                <a:cubicBezTo>
                  <a:pt x="500202" y="41738"/>
                  <a:pt x="493130" y="46926"/>
                  <a:pt x="489884" y="57302"/>
                </a:cubicBezTo>
                <a:cubicBezTo>
                  <a:pt x="489884" y="83968"/>
                  <a:pt x="490058" y="102605"/>
                  <a:pt x="490405" y="113213"/>
                </a:cubicBezTo>
                <a:lnTo>
                  <a:pt x="475015" y="113213"/>
                </a:lnTo>
                <a:cubicBezTo>
                  <a:pt x="475942" y="94837"/>
                  <a:pt x="476406" y="80577"/>
                  <a:pt x="476406" y="70432"/>
                </a:cubicBezTo>
                <a:cubicBezTo>
                  <a:pt x="476406" y="56693"/>
                  <a:pt x="475044" y="43535"/>
                  <a:pt x="472319" y="30955"/>
                </a:cubicBezTo>
                <a:lnTo>
                  <a:pt x="487536" y="28781"/>
                </a:lnTo>
                <a:cubicBezTo>
                  <a:pt x="488637" y="35158"/>
                  <a:pt x="489188" y="39419"/>
                  <a:pt x="489188" y="41564"/>
                </a:cubicBezTo>
                <a:lnTo>
                  <a:pt x="489884" y="41564"/>
                </a:lnTo>
                <a:cubicBezTo>
                  <a:pt x="496144" y="32347"/>
                  <a:pt x="503448" y="27738"/>
                  <a:pt x="511796" y="27738"/>
                </a:cubicBezTo>
                <a:cubicBezTo>
                  <a:pt x="516201" y="27738"/>
                  <a:pt x="521477" y="28695"/>
                  <a:pt x="527621" y="30608"/>
                </a:cubicBezTo>
                <a:close/>
                <a:moveTo>
                  <a:pt x="617388" y="69389"/>
                </a:moveTo>
                <a:cubicBezTo>
                  <a:pt x="617388" y="84229"/>
                  <a:pt x="613127" y="95808"/>
                  <a:pt x="604606" y="104126"/>
                </a:cubicBezTo>
                <a:cubicBezTo>
                  <a:pt x="596084" y="112445"/>
                  <a:pt x="586056" y="116604"/>
                  <a:pt x="574520" y="116604"/>
                </a:cubicBezTo>
                <a:cubicBezTo>
                  <a:pt x="563738" y="116604"/>
                  <a:pt x="554477" y="112923"/>
                  <a:pt x="546738" y="105561"/>
                </a:cubicBezTo>
                <a:cubicBezTo>
                  <a:pt x="539000" y="98199"/>
                  <a:pt x="535130" y="87823"/>
                  <a:pt x="535130" y="74432"/>
                </a:cubicBezTo>
                <a:cubicBezTo>
                  <a:pt x="535130" y="59476"/>
                  <a:pt x="539405" y="47795"/>
                  <a:pt x="547956" y="39390"/>
                </a:cubicBezTo>
                <a:cubicBezTo>
                  <a:pt x="556506" y="30984"/>
                  <a:pt x="566549" y="26782"/>
                  <a:pt x="578085" y="26782"/>
                </a:cubicBezTo>
                <a:cubicBezTo>
                  <a:pt x="588867" y="26782"/>
                  <a:pt x="598113" y="30506"/>
                  <a:pt x="605823" y="37955"/>
                </a:cubicBezTo>
                <a:cubicBezTo>
                  <a:pt x="613533" y="45404"/>
                  <a:pt x="617388" y="55882"/>
                  <a:pt x="617388" y="69389"/>
                </a:cubicBezTo>
                <a:moveTo>
                  <a:pt x="602345" y="72432"/>
                </a:moveTo>
                <a:cubicBezTo>
                  <a:pt x="602345" y="63389"/>
                  <a:pt x="600070" y="55346"/>
                  <a:pt x="595519" y="48302"/>
                </a:cubicBezTo>
                <a:cubicBezTo>
                  <a:pt x="590969" y="41259"/>
                  <a:pt x="584491" y="37738"/>
                  <a:pt x="576085" y="37738"/>
                </a:cubicBezTo>
                <a:cubicBezTo>
                  <a:pt x="567738" y="37738"/>
                  <a:pt x="561318" y="41071"/>
                  <a:pt x="556825" y="47737"/>
                </a:cubicBezTo>
                <a:cubicBezTo>
                  <a:pt x="552332" y="54404"/>
                  <a:pt x="550086" y="62143"/>
                  <a:pt x="550086" y="70954"/>
                </a:cubicBezTo>
                <a:cubicBezTo>
                  <a:pt x="550086" y="80055"/>
                  <a:pt x="552361" y="88113"/>
                  <a:pt x="556912" y="95127"/>
                </a:cubicBezTo>
                <a:cubicBezTo>
                  <a:pt x="561462" y="102141"/>
                  <a:pt x="567969" y="105648"/>
                  <a:pt x="576433" y="105648"/>
                </a:cubicBezTo>
                <a:cubicBezTo>
                  <a:pt x="584780" y="105648"/>
                  <a:pt x="591186" y="102300"/>
                  <a:pt x="595650" y="95605"/>
                </a:cubicBezTo>
                <a:cubicBezTo>
                  <a:pt x="600113" y="88910"/>
                  <a:pt x="602345" y="81185"/>
                  <a:pt x="602345" y="72432"/>
                </a:cubicBezTo>
                <a:close/>
                <a:moveTo>
                  <a:pt x="747864" y="62867"/>
                </a:moveTo>
                <a:cubicBezTo>
                  <a:pt x="747864" y="53592"/>
                  <a:pt x="746255" y="47462"/>
                  <a:pt x="743038" y="44477"/>
                </a:cubicBezTo>
                <a:cubicBezTo>
                  <a:pt x="739820" y="41491"/>
                  <a:pt x="734531" y="39998"/>
                  <a:pt x="727169" y="39998"/>
                </a:cubicBezTo>
                <a:cubicBezTo>
                  <a:pt x="720966" y="39998"/>
                  <a:pt x="714560" y="43042"/>
                  <a:pt x="707952" y="49129"/>
                </a:cubicBezTo>
                <a:cubicBezTo>
                  <a:pt x="707720" y="56201"/>
                  <a:pt x="707604" y="63128"/>
                  <a:pt x="707604" y="69910"/>
                </a:cubicBezTo>
                <a:cubicBezTo>
                  <a:pt x="707604" y="79591"/>
                  <a:pt x="707778" y="94025"/>
                  <a:pt x="708126" y="113213"/>
                </a:cubicBezTo>
                <a:lnTo>
                  <a:pt x="692300" y="113213"/>
                </a:lnTo>
                <a:cubicBezTo>
                  <a:pt x="693576" y="96692"/>
                  <a:pt x="694213" y="79910"/>
                  <a:pt x="694213" y="62867"/>
                </a:cubicBezTo>
                <a:cubicBezTo>
                  <a:pt x="694213" y="53592"/>
                  <a:pt x="692605" y="47462"/>
                  <a:pt x="689388" y="44477"/>
                </a:cubicBezTo>
                <a:cubicBezTo>
                  <a:pt x="686170" y="41491"/>
                  <a:pt x="681026" y="39998"/>
                  <a:pt x="673953" y="39998"/>
                </a:cubicBezTo>
                <a:cubicBezTo>
                  <a:pt x="666707" y="39998"/>
                  <a:pt x="659925" y="43042"/>
                  <a:pt x="653606" y="49129"/>
                </a:cubicBezTo>
                <a:cubicBezTo>
                  <a:pt x="653606" y="67505"/>
                  <a:pt x="653722" y="88866"/>
                  <a:pt x="653954" y="113213"/>
                </a:cubicBezTo>
                <a:lnTo>
                  <a:pt x="638129" y="113213"/>
                </a:lnTo>
                <a:cubicBezTo>
                  <a:pt x="639230" y="93504"/>
                  <a:pt x="639781" y="79243"/>
                  <a:pt x="639781" y="70432"/>
                </a:cubicBezTo>
                <a:cubicBezTo>
                  <a:pt x="639781" y="57041"/>
                  <a:pt x="638476" y="43882"/>
                  <a:pt x="635868" y="30955"/>
                </a:cubicBezTo>
                <a:lnTo>
                  <a:pt x="651172" y="28781"/>
                </a:lnTo>
                <a:lnTo>
                  <a:pt x="652737" y="39303"/>
                </a:lnTo>
                <a:lnTo>
                  <a:pt x="653606" y="39303"/>
                </a:lnTo>
                <a:cubicBezTo>
                  <a:pt x="661142" y="31593"/>
                  <a:pt x="669519" y="27738"/>
                  <a:pt x="678736" y="27738"/>
                </a:cubicBezTo>
                <a:cubicBezTo>
                  <a:pt x="692474" y="27738"/>
                  <a:pt x="701315" y="31593"/>
                  <a:pt x="705256" y="39303"/>
                </a:cubicBezTo>
                <a:lnTo>
                  <a:pt x="706213" y="39303"/>
                </a:lnTo>
                <a:cubicBezTo>
                  <a:pt x="714966" y="31593"/>
                  <a:pt x="723604" y="27738"/>
                  <a:pt x="732125" y="27738"/>
                </a:cubicBezTo>
                <a:cubicBezTo>
                  <a:pt x="741864" y="27738"/>
                  <a:pt x="749226" y="29883"/>
                  <a:pt x="754211" y="34173"/>
                </a:cubicBezTo>
                <a:cubicBezTo>
                  <a:pt x="759196" y="38462"/>
                  <a:pt x="761689" y="46027"/>
                  <a:pt x="761689" y="56867"/>
                </a:cubicBezTo>
                <a:cubicBezTo>
                  <a:pt x="761689" y="57969"/>
                  <a:pt x="761631" y="60143"/>
                  <a:pt x="761515" y="63389"/>
                </a:cubicBezTo>
                <a:cubicBezTo>
                  <a:pt x="761399" y="66635"/>
                  <a:pt x="761341" y="68809"/>
                  <a:pt x="761341" y="69910"/>
                </a:cubicBezTo>
                <a:cubicBezTo>
                  <a:pt x="761341" y="79591"/>
                  <a:pt x="761457" y="94025"/>
                  <a:pt x="761689" y="113213"/>
                </a:cubicBezTo>
                <a:lnTo>
                  <a:pt x="745864" y="113213"/>
                </a:lnTo>
                <a:cubicBezTo>
                  <a:pt x="747197" y="98025"/>
                  <a:pt x="747864" y="81243"/>
                  <a:pt x="747864" y="62867"/>
                </a:cubicBezTo>
                <a:close/>
                <a:moveTo>
                  <a:pt x="864290" y="68519"/>
                </a:moveTo>
                <a:cubicBezTo>
                  <a:pt x="864290" y="81040"/>
                  <a:pt x="860711" y="92011"/>
                  <a:pt x="853552" y="101431"/>
                </a:cubicBezTo>
                <a:cubicBezTo>
                  <a:pt x="846392" y="110851"/>
                  <a:pt x="836436" y="115561"/>
                  <a:pt x="823683" y="115561"/>
                </a:cubicBezTo>
                <a:cubicBezTo>
                  <a:pt x="813017" y="115561"/>
                  <a:pt x="806003" y="113648"/>
                  <a:pt x="802641" y="109822"/>
                </a:cubicBezTo>
                <a:lnTo>
                  <a:pt x="801771" y="109822"/>
                </a:lnTo>
                <a:cubicBezTo>
                  <a:pt x="801771" y="125937"/>
                  <a:pt x="801945" y="140313"/>
                  <a:pt x="802293" y="152951"/>
                </a:cubicBezTo>
                <a:lnTo>
                  <a:pt x="785946" y="152951"/>
                </a:lnTo>
                <a:cubicBezTo>
                  <a:pt x="787279" y="137531"/>
                  <a:pt x="787945" y="118488"/>
                  <a:pt x="787945" y="95822"/>
                </a:cubicBezTo>
                <a:cubicBezTo>
                  <a:pt x="787945" y="67881"/>
                  <a:pt x="786496" y="46259"/>
                  <a:pt x="783598" y="30955"/>
                </a:cubicBezTo>
                <a:lnTo>
                  <a:pt x="798902" y="28781"/>
                </a:lnTo>
                <a:lnTo>
                  <a:pt x="800206" y="37390"/>
                </a:lnTo>
                <a:lnTo>
                  <a:pt x="801075" y="37390"/>
                </a:lnTo>
                <a:cubicBezTo>
                  <a:pt x="806698" y="30839"/>
                  <a:pt x="815799" y="27564"/>
                  <a:pt x="828379" y="27564"/>
                </a:cubicBezTo>
                <a:cubicBezTo>
                  <a:pt x="839451" y="27564"/>
                  <a:pt x="848204" y="31607"/>
                  <a:pt x="854639" y="39694"/>
                </a:cubicBezTo>
                <a:cubicBezTo>
                  <a:pt x="861073" y="47781"/>
                  <a:pt x="864290" y="57389"/>
                  <a:pt x="864290" y="68519"/>
                </a:cubicBezTo>
                <a:moveTo>
                  <a:pt x="848813" y="70606"/>
                </a:moveTo>
                <a:cubicBezTo>
                  <a:pt x="848813" y="62027"/>
                  <a:pt x="846552" y="54679"/>
                  <a:pt x="842030" y="48563"/>
                </a:cubicBezTo>
                <a:cubicBezTo>
                  <a:pt x="837509" y="42448"/>
                  <a:pt x="831161" y="39390"/>
                  <a:pt x="822988" y="39390"/>
                </a:cubicBezTo>
                <a:cubicBezTo>
                  <a:pt x="812553" y="39390"/>
                  <a:pt x="805075" y="42549"/>
                  <a:pt x="800554" y="48868"/>
                </a:cubicBezTo>
                <a:cubicBezTo>
                  <a:pt x="801481" y="68345"/>
                  <a:pt x="801945" y="85069"/>
                  <a:pt x="801945" y="99040"/>
                </a:cubicBezTo>
                <a:cubicBezTo>
                  <a:pt x="806640" y="102982"/>
                  <a:pt x="812756" y="104952"/>
                  <a:pt x="820292" y="104952"/>
                </a:cubicBezTo>
                <a:cubicBezTo>
                  <a:pt x="829857" y="104952"/>
                  <a:pt x="837002" y="101590"/>
                  <a:pt x="841726" y="94866"/>
                </a:cubicBezTo>
                <a:cubicBezTo>
                  <a:pt x="846450" y="88142"/>
                  <a:pt x="848813" y="80055"/>
                  <a:pt x="848813" y="70606"/>
                </a:cubicBezTo>
                <a:close/>
                <a:moveTo>
                  <a:pt x="932301" y="101213"/>
                </a:moveTo>
                <a:lnTo>
                  <a:pt x="931257" y="112517"/>
                </a:lnTo>
                <a:cubicBezTo>
                  <a:pt x="926678" y="114198"/>
                  <a:pt x="922359" y="115039"/>
                  <a:pt x="918301" y="115039"/>
                </a:cubicBezTo>
                <a:cubicBezTo>
                  <a:pt x="907867" y="115039"/>
                  <a:pt x="900737" y="112387"/>
                  <a:pt x="896911" y="107083"/>
                </a:cubicBezTo>
                <a:cubicBezTo>
                  <a:pt x="893085" y="101779"/>
                  <a:pt x="891172" y="92286"/>
                  <a:pt x="891172" y="78606"/>
                </a:cubicBezTo>
                <a:cubicBezTo>
                  <a:pt x="891172" y="69736"/>
                  <a:pt x="891230" y="58172"/>
                  <a:pt x="891346" y="43911"/>
                </a:cubicBezTo>
                <a:cubicBezTo>
                  <a:pt x="888099" y="43911"/>
                  <a:pt x="883317" y="44085"/>
                  <a:pt x="876998" y="44433"/>
                </a:cubicBezTo>
                <a:lnTo>
                  <a:pt x="877520" y="31825"/>
                </a:lnTo>
                <a:cubicBezTo>
                  <a:pt x="883027" y="32173"/>
                  <a:pt x="887954" y="32347"/>
                  <a:pt x="892302" y="32347"/>
                </a:cubicBezTo>
                <a:cubicBezTo>
                  <a:pt x="892302" y="28868"/>
                  <a:pt x="892592" y="20608"/>
                  <a:pt x="893172" y="7565"/>
                </a:cubicBezTo>
                <a:lnTo>
                  <a:pt x="906823" y="6174"/>
                </a:lnTo>
                <a:cubicBezTo>
                  <a:pt x="905838" y="18347"/>
                  <a:pt x="905345" y="27071"/>
                  <a:pt x="905345" y="32347"/>
                </a:cubicBezTo>
                <a:cubicBezTo>
                  <a:pt x="911026" y="32347"/>
                  <a:pt x="919374" y="32057"/>
                  <a:pt x="930388" y="31477"/>
                </a:cubicBezTo>
                <a:lnTo>
                  <a:pt x="929779" y="44433"/>
                </a:lnTo>
                <a:cubicBezTo>
                  <a:pt x="919345" y="44085"/>
                  <a:pt x="910968" y="43911"/>
                  <a:pt x="904649" y="43911"/>
                </a:cubicBezTo>
                <a:cubicBezTo>
                  <a:pt x="904534" y="52665"/>
                  <a:pt x="904476" y="62519"/>
                  <a:pt x="904476" y="73475"/>
                </a:cubicBezTo>
                <a:cubicBezTo>
                  <a:pt x="904476" y="85417"/>
                  <a:pt x="905736" y="93315"/>
                  <a:pt x="908258" y="97170"/>
                </a:cubicBezTo>
                <a:cubicBezTo>
                  <a:pt x="910780" y="101025"/>
                  <a:pt x="915461" y="102953"/>
                  <a:pt x="922301" y="102953"/>
                </a:cubicBezTo>
                <a:cubicBezTo>
                  <a:pt x="924562" y="102953"/>
                  <a:pt x="927895" y="102373"/>
                  <a:pt x="932301" y="1012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6E356-441A-4DCE-8793-4C72F98FC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112" y="1612698"/>
            <a:ext cx="232524" cy="67085"/>
          </a:xfrm>
          <a:custGeom xmlns:a="http://schemas.openxmlformats.org/drawingml/2006/main">
            <a:pathLst>
              <a:path w="232524" h="67085">
                <a:moveTo>
                  <a:pt x="0" y="27951"/>
                </a:moveTo>
                <a:lnTo>
                  <a:pt x="0" y="39132"/>
                </a:lnTo>
                <a:lnTo>
                  <a:pt x="165439" y="39133"/>
                </a:lnTo>
                <a:lnTo>
                  <a:pt x="165439" y="67085"/>
                </a:lnTo>
                <a:lnTo>
                  <a:pt x="232524" y="33542"/>
                </a:lnTo>
                <a:lnTo>
                  <a:pt x="165439" y="0"/>
                </a:lnTo>
                <a:lnTo>
                  <a:pt x="165439" y="27952"/>
                </a:lnTo>
                <a:lnTo>
                  <a:pt x="0" y="279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784224-2FE2-40DF-BB37-C7606C180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380" y="2936711"/>
            <a:ext cx="748912" cy="502528"/>
          </a:xfrm>
          <a:custGeom xmlns:a="http://schemas.openxmlformats.org/drawingml/2006/main">
            <a:pathLst>
              <a:path w="748912" h="502528">
                <a:moveTo>
                  <a:pt x="0" y="251264"/>
                </a:moveTo>
                <a:cubicBezTo>
                  <a:pt x="0" y="112495"/>
                  <a:pt x="167650" y="0"/>
                  <a:pt x="374456" y="0"/>
                </a:cubicBezTo>
                <a:cubicBezTo>
                  <a:pt x="581262" y="0"/>
                  <a:pt x="748912" y="112495"/>
                  <a:pt x="748912" y="251264"/>
                </a:cubicBezTo>
                <a:cubicBezTo>
                  <a:pt x="748912" y="390033"/>
                  <a:pt x="581262" y="502528"/>
                  <a:pt x="374456" y="502528"/>
                </a:cubicBezTo>
                <a:cubicBezTo>
                  <a:pt x="167650" y="502528"/>
                  <a:pt x="0" y="390033"/>
                  <a:pt x="0" y="251264"/>
                </a:cubicBezTo>
                <a:close/>
              </a:path>
            </a:pathLst>
          </a:custGeom>
          <a:solidFill xmlns:a="http://schemas.openxmlformats.org/drawingml/2006/main">
            <a:srgbClr val="7030A0">
              <a:alpha val="1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CCB99F-4788-444E-BD4F-68594861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2380" y="2936711"/>
            <a:ext cx="748912" cy="502528"/>
          </a:xfrm>
          <a:custGeom xmlns:a="http://schemas.openxmlformats.org/drawingml/2006/main">
            <a:pathLst>
              <a:path w="748912" h="502528" fill="none">
                <a:moveTo>
                  <a:pt x="0" y="251264"/>
                </a:moveTo>
                <a:cubicBezTo>
                  <a:pt x="0" y="112495"/>
                  <a:pt x="167650" y="0"/>
                  <a:pt x="374456" y="0"/>
                </a:cubicBezTo>
                <a:cubicBezTo>
                  <a:pt x="581262" y="0"/>
                  <a:pt x="748912" y="112495"/>
                  <a:pt x="748912" y="251264"/>
                </a:cubicBezTo>
                <a:cubicBezTo>
                  <a:pt x="748912" y="390033"/>
                  <a:pt x="581262" y="502528"/>
                  <a:pt x="374456" y="502528"/>
                </a:cubicBezTo>
                <a:cubicBezTo>
                  <a:pt x="167650" y="502528"/>
                  <a:pt x="0" y="390033"/>
                  <a:pt x="0" y="25126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181" cap="flat">
            <a:solidFill>
              <a:srgbClr val="2F528F"/>
            </a:solidFill>
            <a:miter/>
          </a:ln>
        </p:spPr>
      </p:sp>
      <p:sp>
        <p:nvSpPr>
          <p:cNvPr id="26" name="Text predicted">
            <a:extLst xmlns:a="http://schemas.openxmlformats.org/drawingml/2006/main">
              <a:ext uri="{FF2B5EF4-FFF2-40B4-BE49-F238E27FC236}">
                <a16:creationId xmlns:a16="http://schemas.microsoft.com/office/drawing/2014/main" id="{CA3BB516-CDC4-40C0-91E0-36E4BC7D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708" y="3058610"/>
            <a:ext cx="527416" cy="122509"/>
          </a:xfrm>
          <a:custGeom xmlns:a="http://schemas.openxmlformats.org/drawingml/2006/main">
            <a:pathLst>
              <a:path w="527416" h="122509">
                <a:moveTo>
                  <a:pt x="60796" y="58896"/>
                </a:moveTo>
                <a:cubicBezTo>
                  <a:pt x="60796" y="68330"/>
                  <a:pt x="58099" y="76595"/>
                  <a:pt x="52705" y="83692"/>
                </a:cubicBezTo>
                <a:cubicBezTo>
                  <a:pt x="47311" y="90790"/>
                  <a:pt x="39810" y="94338"/>
                  <a:pt x="30201" y="94338"/>
                </a:cubicBezTo>
                <a:cubicBezTo>
                  <a:pt x="22165" y="94338"/>
                  <a:pt x="16880" y="92897"/>
                  <a:pt x="14347" y="90014"/>
                </a:cubicBezTo>
                <a:lnTo>
                  <a:pt x="13692" y="90014"/>
                </a:lnTo>
                <a:cubicBezTo>
                  <a:pt x="13692" y="102156"/>
                  <a:pt x="13823" y="112987"/>
                  <a:pt x="14085" y="122509"/>
                </a:cubicBezTo>
                <a:lnTo>
                  <a:pt x="1769" y="122509"/>
                </a:lnTo>
                <a:cubicBezTo>
                  <a:pt x="2773" y="110891"/>
                  <a:pt x="3276" y="96544"/>
                  <a:pt x="3276" y="79467"/>
                </a:cubicBezTo>
                <a:cubicBezTo>
                  <a:pt x="3276" y="58415"/>
                  <a:pt x="2184" y="42125"/>
                  <a:pt x="0" y="30594"/>
                </a:cubicBezTo>
                <a:lnTo>
                  <a:pt x="11530" y="28957"/>
                </a:lnTo>
                <a:lnTo>
                  <a:pt x="12513" y="35442"/>
                </a:lnTo>
                <a:lnTo>
                  <a:pt x="13168" y="35442"/>
                </a:lnTo>
                <a:cubicBezTo>
                  <a:pt x="17405" y="30507"/>
                  <a:pt x="24262" y="28039"/>
                  <a:pt x="33739" y="28039"/>
                </a:cubicBezTo>
                <a:cubicBezTo>
                  <a:pt x="42081" y="28039"/>
                  <a:pt x="48676" y="31086"/>
                  <a:pt x="53524" y="37178"/>
                </a:cubicBezTo>
                <a:cubicBezTo>
                  <a:pt x="58372" y="43271"/>
                  <a:pt x="60796" y="50510"/>
                  <a:pt x="60796" y="58896"/>
                </a:cubicBezTo>
                <a:moveTo>
                  <a:pt x="49134" y="60468"/>
                </a:moveTo>
                <a:cubicBezTo>
                  <a:pt x="49134" y="54004"/>
                  <a:pt x="47431" y="48468"/>
                  <a:pt x="44025" y="43861"/>
                </a:cubicBezTo>
                <a:cubicBezTo>
                  <a:pt x="40618" y="39253"/>
                  <a:pt x="35835" y="36949"/>
                  <a:pt x="29677" y="36949"/>
                </a:cubicBezTo>
                <a:cubicBezTo>
                  <a:pt x="21816" y="36949"/>
                  <a:pt x="16182" y="39329"/>
                  <a:pt x="12775" y="44090"/>
                </a:cubicBezTo>
                <a:cubicBezTo>
                  <a:pt x="13474" y="58765"/>
                  <a:pt x="13823" y="71365"/>
                  <a:pt x="13823" y="81891"/>
                </a:cubicBezTo>
                <a:cubicBezTo>
                  <a:pt x="17361" y="84861"/>
                  <a:pt x="21969" y="86346"/>
                  <a:pt x="27646" y="86346"/>
                </a:cubicBezTo>
                <a:cubicBezTo>
                  <a:pt x="34853" y="86346"/>
                  <a:pt x="40236" y="83813"/>
                  <a:pt x="43795" y="78746"/>
                </a:cubicBezTo>
                <a:cubicBezTo>
                  <a:pt x="47355" y="73680"/>
                  <a:pt x="49134" y="67587"/>
                  <a:pt x="49134" y="60468"/>
                </a:cubicBezTo>
                <a:close/>
                <a:moveTo>
                  <a:pt x="115021" y="30332"/>
                </a:moveTo>
                <a:lnTo>
                  <a:pt x="112073" y="40749"/>
                </a:lnTo>
                <a:cubicBezTo>
                  <a:pt x="108666" y="39395"/>
                  <a:pt x="105500" y="38718"/>
                  <a:pt x="102574" y="38718"/>
                </a:cubicBezTo>
                <a:cubicBezTo>
                  <a:pt x="94363" y="38718"/>
                  <a:pt x="89034" y="42627"/>
                  <a:pt x="86588" y="50445"/>
                </a:cubicBezTo>
                <a:cubicBezTo>
                  <a:pt x="86588" y="70535"/>
                  <a:pt x="86719" y="84577"/>
                  <a:pt x="86982" y="92569"/>
                </a:cubicBezTo>
                <a:lnTo>
                  <a:pt x="75386" y="92569"/>
                </a:lnTo>
                <a:cubicBezTo>
                  <a:pt x="76085" y="78724"/>
                  <a:pt x="76434" y="67980"/>
                  <a:pt x="76434" y="60337"/>
                </a:cubicBezTo>
                <a:cubicBezTo>
                  <a:pt x="76434" y="49986"/>
                  <a:pt x="75408" y="40072"/>
                  <a:pt x="73355" y="30594"/>
                </a:cubicBezTo>
                <a:lnTo>
                  <a:pt x="84820" y="28957"/>
                </a:lnTo>
                <a:cubicBezTo>
                  <a:pt x="85649" y="33761"/>
                  <a:pt x="86064" y="36971"/>
                  <a:pt x="86064" y="38587"/>
                </a:cubicBezTo>
                <a:lnTo>
                  <a:pt x="86588" y="38587"/>
                </a:lnTo>
                <a:cubicBezTo>
                  <a:pt x="91305" y="31643"/>
                  <a:pt x="96808" y="28170"/>
                  <a:pt x="103098" y="28170"/>
                </a:cubicBezTo>
                <a:cubicBezTo>
                  <a:pt x="106417" y="28170"/>
                  <a:pt x="110391" y="28891"/>
                  <a:pt x="115021" y="30332"/>
                </a:cubicBezTo>
                <a:close/>
                <a:moveTo>
                  <a:pt x="176681" y="54113"/>
                </a:moveTo>
                <a:cubicBezTo>
                  <a:pt x="176681" y="55948"/>
                  <a:pt x="176593" y="58481"/>
                  <a:pt x="176419" y="61713"/>
                </a:cubicBezTo>
                <a:lnTo>
                  <a:pt x="131412" y="62499"/>
                </a:lnTo>
                <a:cubicBezTo>
                  <a:pt x="131848" y="68876"/>
                  <a:pt x="134316" y="74215"/>
                  <a:pt x="138814" y="78517"/>
                </a:cubicBezTo>
                <a:cubicBezTo>
                  <a:pt x="143313" y="82819"/>
                  <a:pt x="149275" y="84970"/>
                  <a:pt x="156699" y="84970"/>
                </a:cubicBezTo>
                <a:cubicBezTo>
                  <a:pt x="163338" y="84970"/>
                  <a:pt x="169562" y="84162"/>
                  <a:pt x="175371" y="82546"/>
                </a:cubicBezTo>
                <a:lnTo>
                  <a:pt x="174257" y="91783"/>
                </a:lnTo>
                <a:cubicBezTo>
                  <a:pt x="169977" y="93487"/>
                  <a:pt x="163797" y="94338"/>
                  <a:pt x="155717" y="94338"/>
                </a:cubicBezTo>
                <a:cubicBezTo>
                  <a:pt x="144361" y="94338"/>
                  <a:pt x="135703" y="91237"/>
                  <a:pt x="129741" y="85035"/>
                </a:cubicBezTo>
                <a:cubicBezTo>
                  <a:pt x="123779" y="78834"/>
                  <a:pt x="120798" y="71278"/>
                  <a:pt x="120798" y="62368"/>
                </a:cubicBezTo>
                <a:cubicBezTo>
                  <a:pt x="120798" y="52847"/>
                  <a:pt x="123517" y="44647"/>
                  <a:pt x="128955" y="37768"/>
                </a:cubicBezTo>
                <a:cubicBezTo>
                  <a:pt x="134392" y="30889"/>
                  <a:pt x="141697" y="27450"/>
                  <a:pt x="150869" y="27450"/>
                </a:cubicBezTo>
                <a:cubicBezTo>
                  <a:pt x="159298" y="27450"/>
                  <a:pt x="165707" y="29939"/>
                  <a:pt x="170097" y="34918"/>
                </a:cubicBezTo>
                <a:cubicBezTo>
                  <a:pt x="174486" y="39897"/>
                  <a:pt x="176681" y="46296"/>
                  <a:pt x="176681" y="54113"/>
                </a:cubicBezTo>
                <a:moveTo>
                  <a:pt x="165740" y="54244"/>
                </a:moveTo>
                <a:cubicBezTo>
                  <a:pt x="165740" y="41972"/>
                  <a:pt x="160608" y="35835"/>
                  <a:pt x="150345" y="35835"/>
                </a:cubicBezTo>
                <a:cubicBezTo>
                  <a:pt x="139863" y="35835"/>
                  <a:pt x="133683" y="42212"/>
                  <a:pt x="131805" y="54965"/>
                </a:cubicBezTo>
                <a:lnTo>
                  <a:pt x="165740" y="54244"/>
                </a:lnTo>
                <a:close/>
                <a:moveTo>
                  <a:pt x="247873" y="92504"/>
                </a:moveTo>
                <a:lnTo>
                  <a:pt x="238111" y="92831"/>
                </a:lnTo>
                <a:cubicBezTo>
                  <a:pt x="237762" y="90953"/>
                  <a:pt x="237587" y="88966"/>
                  <a:pt x="237587" y="86870"/>
                </a:cubicBezTo>
                <a:lnTo>
                  <a:pt x="236866" y="86870"/>
                </a:lnTo>
                <a:cubicBezTo>
                  <a:pt x="232281" y="91849"/>
                  <a:pt x="225467" y="94338"/>
                  <a:pt x="216426" y="94338"/>
                </a:cubicBezTo>
                <a:cubicBezTo>
                  <a:pt x="208128" y="94338"/>
                  <a:pt x="201522" y="91325"/>
                  <a:pt x="196609" y="85297"/>
                </a:cubicBezTo>
                <a:cubicBezTo>
                  <a:pt x="191695" y="79270"/>
                  <a:pt x="189239" y="71998"/>
                  <a:pt x="189239" y="63482"/>
                </a:cubicBezTo>
                <a:cubicBezTo>
                  <a:pt x="189239" y="53830"/>
                  <a:pt x="191968" y="45509"/>
                  <a:pt x="197428" y="38521"/>
                </a:cubicBezTo>
                <a:cubicBezTo>
                  <a:pt x="202887" y="31533"/>
                  <a:pt x="210574" y="28039"/>
                  <a:pt x="220488" y="28039"/>
                </a:cubicBezTo>
                <a:cubicBezTo>
                  <a:pt x="227564" y="28039"/>
                  <a:pt x="232630" y="29481"/>
                  <a:pt x="235687" y="32363"/>
                </a:cubicBezTo>
                <a:lnTo>
                  <a:pt x="236211" y="32363"/>
                </a:lnTo>
                <a:cubicBezTo>
                  <a:pt x="236211" y="21532"/>
                  <a:pt x="235906" y="10897"/>
                  <a:pt x="235294" y="459"/>
                </a:cubicBezTo>
                <a:lnTo>
                  <a:pt x="247742" y="0"/>
                </a:lnTo>
                <a:cubicBezTo>
                  <a:pt x="246912" y="11093"/>
                  <a:pt x="246497" y="25615"/>
                  <a:pt x="246497" y="43566"/>
                </a:cubicBezTo>
                <a:cubicBezTo>
                  <a:pt x="246497" y="61822"/>
                  <a:pt x="246955" y="78135"/>
                  <a:pt x="247873" y="92504"/>
                </a:cubicBezTo>
                <a:moveTo>
                  <a:pt x="237325" y="79598"/>
                </a:moveTo>
                <a:cubicBezTo>
                  <a:pt x="237325" y="66015"/>
                  <a:pt x="236954" y="52934"/>
                  <a:pt x="236211" y="40356"/>
                </a:cubicBezTo>
                <a:cubicBezTo>
                  <a:pt x="232674" y="37430"/>
                  <a:pt x="228262" y="35966"/>
                  <a:pt x="222978" y="35966"/>
                </a:cubicBezTo>
                <a:cubicBezTo>
                  <a:pt x="215597" y="35966"/>
                  <a:pt x="210072" y="38423"/>
                  <a:pt x="206403" y="43337"/>
                </a:cubicBezTo>
                <a:cubicBezTo>
                  <a:pt x="202734" y="48250"/>
                  <a:pt x="200900" y="54419"/>
                  <a:pt x="200900" y="61844"/>
                </a:cubicBezTo>
                <a:cubicBezTo>
                  <a:pt x="200900" y="68483"/>
                  <a:pt x="202636" y="74073"/>
                  <a:pt x="206108" y="78615"/>
                </a:cubicBezTo>
                <a:cubicBezTo>
                  <a:pt x="209580" y="83157"/>
                  <a:pt x="214396" y="85428"/>
                  <a:pt x="220554" y="85428"/>
                </a:cubicBezTo>
                <a:cubicBezTo>
                  <a:pt x="228284" y="85428"/>
                  <a:pt x="233875" y="83485"/>
                  <a:pt x="237325" y="79598"/>
                </a:cubicBezTo>
                <a:close/>
                <a:moveTo>
                  <a:pt x="277333" y="92569"/>
                </a:moveTo>
                <a:lnTo>
                  <a:pt x="265476" y="92569"/>
                </a:lnTo>
                <a:cubicBezTo>
                  <a:pt x="266087" y="83834"/>
                  <a:pt x="266393" y="73855"/>
                  <a:pt x="266393" y="62630"/>
                </a:cubicBezTo>
                <a:cubicBezTo>
                  <a:pt x="266393" y="50008"/>
                  <a:pt x="265628" y="39417"/>
                  <a:pt x="264100" y="30856"/>
                </a:cubicBezTo>
                <a:lnTo>
                  <a:pt x="277202" y="29088"/>
                </a:lnTo>
                <a:cubicBezTo>
                  <a:pt x="276678" y="38216"/>
                  <a:pt x="276416" y="49397"/>
                  <a:pt x="276416" y="62630"/>
                </a:cubicBezTo>
                <a:cubicBezTo>
                  <a:pt x="276416" y="73112"/>
                  <a:pt x="276722" y="83092"/>
                  <a:pt x="277333" y="92569"/>
                </a:cubicBezTo>
                <a:moveTo>
                  <a:pt x="280085" y="10679"/>
                </a:moveTo>
                <a:cubicBezTo>
                  <a:pt x="280085" y="12906"/>
                  <a:pt x="279364" y="14839"/>
                  <a:pt x="277923" y="16476"/>
                </a:cubicBezTo>
                <a:cubicBezTo>
                  <a:pt x="276482" y="18114"/>
                  <a:pt x="274451" y="18933"/>
                  <a:pt x="271830" y="18933"/>
                </a:cubicBezTo>
                <a:cubicBezTo>
                  <a:pt x="269603" y="18933"/>
                  <a:pt x="267867" y="18223"/>
                  <a:pt x="266622" y="16804"/>
                </a:cubicBezTo>
                <a:cubicBezTo>
                  <a:pt x="265377" y="15385"/>
                  <a:pt x="264755" y="13670"/>
                  <a:pt x="264755" y="11661"/>
                </a:cubicBezTo>
                <a:cubicBezTo>
                  <a:pt x="264755" y="9477"/>
                  <a:pt x="265497" y="7578"/>
                  <a:pt x="266982" y="5962"/>
                </a:cubicBezTo>
                <a:cubicBezTo>
                  <a:pt x="268467" y="4346"/>
                  <a:pt x="270520" y="3538"/>
                  <a:pt x="273141" y="3538"/>
                </a:cubicBezTo>
                <a:cubicBezTo>
                  <a:pt x="275281" y="3538"/>
                  <a:pt x="276973" y="4247"/>
                  <a:pt x="278218" y="5667"/>
                </a:cubicBezTo>
                <a:cubicBezTo>
                  <a:pt x="279463" y="7086"/>
                  <a:pt x="280085" y="8757"/>
                  <a:pt x="280085" y="10679"/>
                </a:cubicBezTo>
                <a:close/>
                <a:moveTo>
                  <a:pt x="342500" y="82546"/>
                </a:moveTo>
                <a:lnTo>
                  <a:pt x="341845" y="91325"/>
                </a:lnTo>
                <a:cubicBezTo>
                  <a:pt x="338307" y="93334"/>
                  <a:pt x="333569" y="94338"/>
                  <a:pt x="327629" y="94338"/>
                </a:cubicBezTo>
                <a:cubicBezTo>
                  <a:pt x="316317" y="94338"/>
                  <a:pt x="307669" y="91215"/>
                  <a:pt x="301686" y="84970"/>
                </a:cubicBezTo>
                <a:cubicBezTo>
                  <a:pt x="295702" y="78724"/>
                  <a:pt x="292711" y="71190"/>
                  <a:pt x="292711" y="62368"/>
                </a:cubicBezTo>
                <a:cubicBezTo>
                  <a:pt x="292711" y="53022"/>
                  <a:pt x="295855" y="44985"/>
                  <a:pt x="302144" y="38259"/>
                </a:cubicBezTo>
                <a:cubicBezTo>
                  <a:pt x="308434" y="31533"/>
                  <a:pt x="316754" y="28170"/>
                  <a:pt x="327105" y="28170"/>
                </a:cubicBezTo>
                <a:cubicBezTo>
                  <a:pt x="332302" y="28170"/>
                  <a:pt x="336538" y="28695"/>
                  <a:pt x="339814" y="29743"/>
                </a:cubicBezTo>
                <a:lnTo>
                  <a:pt x="338045" y="40028"/>
                </a:lnTo>
                <a:cubicBezTo>
                  <a:pt x="333459" y="38325"/>
                  <a:pt x="328808" y="37473"/>
                  <a:pt x="324091" y="37473"/>
                </a:cubicBezTo>
                <a:cubicBezTo>
                  <a:pt x="317889" y="37473"/>
                  <a:pt x="312954" y="39635"/>
                  <a:pt x="309285" y="43959"/>
                </a:cubicBezTo>
                <a:cubicBezTo>
                  <a:pt x="305617" y="48283"/>
                  <a:pt x="303782" y="53699"/>
                  <a:pt x="303782" y="60206"/>
                </a:cubicBezTo>
                <a:cubicBezTo>
                  <a:pt x="303782" y="67281"/>
                  <a:pt x="305966" y="73178"/>
                  <a:pt x="310333" y="77895"/>
                </a:cubicBezTo>
                <a:cubicBezTo>
                  <a:pt x="314701" y="82611"/>
                  <a:pt x="320881" y="84970"/>
                  <a:pt x="328874" y="84970"/>
                </a:cubicBezTo>
                <a:cubicBezTo>
                  <a:pt x="332149" y="84970"/>
                  <a:pt x="336691" y="84162"/>
                  <a:pt x="342500" y="82546"/>
                </a:cubicBezTo>
                <a:close/>
                <a:moveTo>
                  <a:pt x="390895" y="83529"/>
                </a:moveTo>
                <a:lnTo>
                  <a:pt x="390109" y="92045"/>
                </a:lnTo>
                <a:cubicBezTo>
                  <a:pt x="386658" y="93312"/>
                  <a:pt x="383405" y="93945"/>
                  <a:pt x="380347" y="93945"/>
                </a:cubicBezTo>
                <a:cubicBezTo>
                  <a:pt x="372486" y="93945"/>
                  <a:pt x="367114" y="91947"/>
                  <a:pt x="364231" y="87951"/>
                </a:cubicBezTo>
                <a:cubicBezTo>
                  <a:pt x="361349" y="83954"/>
                  <a:pt x="359907" y="76803"/>
                  <a:pt x="359907" y="66495"/>
                </a:cubicBezTo>
                <a:cubicBezTo>
                  <a:pt x="359907" y="59813"/>
                  <a:pt x="359951" y="51100"/>
                  <a:pt x="360038" y="40356"/>
                </a:cubicBezTo>
                <a:cubicBezTo>
                  <a:pt x="357593" y="40356"/>
                  <a:pt x="353989" y="40487"/>
                  <a:pt x="349229" y="40749"/>
                </a:cubicBezTo>
                <a:lnTo>
                  <a:pt x="349622" y="31250"/>
                </a:lnTo>
                <a:cubicBezTo>
                  <a:pt x="353771" y="31512"/>
                  <a:pt x="357483" y="31643"/>
                  <a:pt x="360759" y="31643"/>
                </a:cubicBezTo>
                <a:cubicBezTo>
                  <a:pt x="360759" y="29022"/>
                  <a:pt x="360977" y="22798"/>
                  <a:pt x="361414" y="12972"/>
                </a:cubicBezTo>
                <a:lnTo>
                  <a:pt x="371700" y="11923"/>
                </a:lnTo>
                <a:cubicBezTo>
                  <a:pt x="370957" y="21095"/>
                  <a:pt x="370586" y="27668"/>
                  <a:pt x="370586" y="31643"/>
                </a:cubicBezTo>
                <a:cubicBezTo>
                  <a:pt x="374866" y="31643"/>
                  <a:pt x="381155" y="31424"/>
                  <a:pt x="389454" y="30987"/>
                </a:cubicBezTo>
                <a:lnTo>
                  <a:pt x="388995" y="40749"/>
                </a:lnTo>
                <a:cubicBezTo>
                  <a:pt x="381134" y="40487"/>
                  <a:pt x="374822" y="40356"/>
                  <a:pt x="370062" y="40356"/>
                </a:cubicBezTo>
                <a:cubicBezTo>
                  <a:pt x="369975" y="46951"/>
                  <a:pt x="369931" y="54375"/>
                  <a:pt x="369931" y="62630"/>
                </a:cubicBezTo>
                <a:cubicBezTo>
                  <a:pt x="369931" y="71627"/>
                  <a:pt x="370881" y="77578"/>
                  <a:pt x="372781" y="80482"/>
                </a:cubicBezTo>
                <a:cubicBezTo>
                  <a:pt x="374681" y="83387"/>
                  <a:pt x="378207" y="84839"/>
                  <a:pt x="383361" y="84839"/>
                </a:cubicBezTo>
                <a:cubicBezTo>
                  <a:pt x="385064" y="84839"/>
                  <a:pt x="387576" y="84402"/>
                  <a:pt x="390895" y="83529"/>
                </a:cubicBezTo>
                <a:close/>
                <a:moveTo>
                  <a:pt x="456224" y="54113"/>
                </a:moveTo>
                <a:cubicBezTo>
                  <a:pt x="456224" y="55948"/>
                  <a:pt x="456137" y="58481"/>
                  <a:pt x="455962" y="61713"/>
                </a:cubicBezTo>
                <a:lnTo>
                  <a:pt x="410955" y="62499"/>
                </a:lnTo>
                <a:cubicBezTo>
                  <a:pt x="411391" y="68876"/>
                  <a:pt x="413859" y="74215"/>
                  <a:pt x="418358" y="78517"/>
                </a:cubicBezTo>
                <a:cubicBezTo>
                  <a:pt x="422856" y="82819"/>
                  <a:pt x="428818" y="84970"/>
                  <a:pt x="436243" y="84970"/>
                </a:cubicBezTo>
                <a:cubicBezTo>
                  <a:pt x="442881" y="84970"/>
                  <a:pt x="449105" y="84162"/>
                  <a:pt x="454914" y="82546"/>
                </a:cubicBezTo>
                <a:lnTo>
                  <a:pt x="453800" y="91783"/>
                </a:lnTo>
                <a:cubicBezTo>
                  <a:pt x="449520" y="93487"/>
                  <a:pt x="443340" y="94338"/>
                  <a:pt x="435260" y="94338"/>
                </a:cubicBezTo>
                <a:cubicBezTo>
                  <a:pt x="423904" y="94338"/>
                  <a:pt x="415246" y="91237"/>
                  <a:pt x="409284" y="85035"/>
                </a:cubicBezTo>
                <a:cubicBezTo>
                  <a:pt x="403323" y="78834"/>
                  <a:pt x="400342" y="71278"/>
                  <a:pt x="400342" y="62368"/>
                </a:cubicBezTo>
                <a:cubicBezTo>
                  <a:pt x="400342" y="52847"/>
                  <a:pt x="403060" y="44647"/>
                  <a:pt x="408498" y="37768"/>
                </a:cubicBezTo>
                <a:cubicBezTo>
                  <a:pt x="413936" y="30889"/>
                  <a:pt x="421240" y="27450"/>
                  <a:pt x="430412" y="27450"/>
                </a:cubicBezTo>
                <a:cubicBezTo>
                  <a:pt x="438841" y="27450"/>
                  <a:pt x="445251" y="29939"/>
                  <a:pt x="449640" y="34918"/>
                </a:cubicBezTo>
                <a:cubicBezTo>
                  <a:pt x="454029" y="39897"/>
                  <a:pt x="456224" y="46296"/>
                  <a:pt x="456224" y="54113"/>
                </a:cubicBezTo>
                <a:moveTo>
                  <a:pt x="445283" y="54244"/>
                </a:moveTo>
                <a:cubicBezTo>
                  <a:pt x="445283" y="41972"/>
                  <a:pt x="440152" y="35835"/>
                  <a:pt x="429888" y="35835"/>
                </a:cubicBezTo>
                <a:cubicBezTo>
                  <a:pt x="419406" y="35835"/>
                  <a:pt x="413226" y="42212"/>
                  <a:pt x="411348" y="54965"/>
                </a:cubicBezTo>
                <a:lnTo>
                  <a:pt x="445283" y="54244"/>
                </a:lnTo>
                <a:close/>
                <a:moveTo>
                  <a:pt x="527416" y="92504"/>
                </a:moveTo>
                <a:lnTo>
                  <a:pt x="517654" y="92831"/>
                </a:lnTo>
                <a:cubicBezTo>
                  <a:pt x="517305" y="90953"/>
                  <a:pt x="517130" y="88966"/>
                  <a:pt x="517130" y="86870"/>
                </a:cubicBezTo>
                <a:lnTo>
                  <a:pt x="516409" y="86870"/>
                </a:lnTo>
                <a:cubicBezTo>
                  <a:pt x="511823" y="91849"/>
                  <a:pt x="505010" y="94338"/>
                  <a:pt x="495969" y="94338"/>
                </a:cubicBezTo>
                <a:cubicBezTo>
                  <a:pt x="487671" y="94338"/>
                  <a:pt x="481065" y="91325"/>
                  <a:pt x="476152" y="85297"/>
                </a:cubicBezTo>
                <a:cubicBezTo>
                  <a:pt x="471238" y="79270"/>
                  <a:pt x="468782" y="71998"/>
                  <a:pt x="468782" y="63482"/>
                </a:cubicBezTo>
                <a:cubicBezTo>
                  <a:pt x="468782" y="53830"/>
                  <a:pt x="471511" y="45509"/>
                  <a:pt x="476971" y="38521"/>
                </a:cubicBezTo>
                <a:cubicBezTo>
                  <a:pt x="482430" y="31533"/>
                  <a:pt x="490117" y="28039"/>
                  <a:pt x="500031" y="28039"/>
                </a:cubicBezTo>
                <a:cubicBezTo>
                  <a:pt x="507107" y="28039"/>
                  <a:pt x="512173" y="29481"/>
                  <a:pt x="515230" y="32363"/>
                </a:cubicBezTo>
                <a:lnTo>
                  <a:pt x="515754" y="32363"/>
                </a:lnTo>
                <a:cubicBezTo>
                  <a:pt x="515754" y="21532"/>
                  <a:pt x="515449" y="10897"/>
                  <a:pt x="514837" y="459"/>
                </a:cubicBezTo>
                <a:lnTo>
                  <a:pt x="527284" y="0"/>
                </a:lnTo>
                <a:cubicBezTo>
                  <a:pt x="526455" y="11093"/>
                  <a:pt x="526040" y="25615"/>
                  <a:pt x="526040" y="43566"/>
                </a:cubicBezTo>
                <a:cubicBezTo>
                  <a:pt x="526040" y="61822"/>
                  <a:pt x="526498" y="78135"/>
                  <a:pt x="527416" y="92504"/>
                </a:cubicBezTo>
                <a:moveTo>
                  <a:pt x="516868" y="79598"/>
                </a:moveTo>
                <a:cubicBezTo>
                  <a:pt x="516868" y="66015"/>
                  <a:pt x="516497" y="52934"/>
                  <a:pt x="515754" y="40356"/>
                </a:cubicBezTo>
                <a:cubicBezTo>
                  <a:pt x="512217" y="37430"/>
                  <a:pt x="507805" y="35966"/>
                  <a:pt x="502521" y="35966"/>
                </a:cubicBezTo>
                <a:cubicBezTo>
                  <a:pt x="495140" y="35966"/>
                  <a:pt x="489615" y="38423"/>
                  <a:pt x="485946" y="43337"/>
                </a:cubicBezTo>
                <a:cubicBezTo>
                  <a:pt x="482277" y="48250"/>
                  <a:pt x="480443" y="54419"/>
                  <a:pt x="480443" y="61844"/>
                </a:cubicBezTo>
                <a:cubicBezTo>
                  <a:pt x="480443" y="68483"/>
                  <a:pt x="482179" y="74073"/>
                  <a:pt x="485651" y="78615"/>
                </a:cubicBezTo>
                <a:cubicBezTo>
                  <a:pt x="489123" y="83157"/>
                  <a:pt x="493939" y="85428"/>
                  <a:pt x="500097" y="85428"/>
                </a:cubicBezTo>
                <a:cubicBezTo>
                  <a:pt x="507827" y="85428"/>
                  <a:pt x="513418" y="83485"/>
                  <a:pt x="516868" y="795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length">
            <a:extLst xmlns:a="http://schemas.openxmlformats.org/drawingml/2006/main">
              <a:ext uri="{FF2B5EF4-FFF2-40B4-BE49-F238E27FC236}">
                <a16:creationId xmlns:a16="http://schemas.microsoft.com/office/drawing/2014/main" id="{40EF3F55-DCB2-40F3-9065-6BCBD7BA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877" y="3219352"/>
            <a:ext cx="348232" cy="126701"/>
          </a:xfrm>
          <a:custGeom xmlns:a="http://schemas.openxmlformats.org/drawingml/2006/main">
            <a:pathLst>
              <a:path w="348232" h="126701">
                <a:moveTo>
                  <a:pt x="13299" y="92831"/>
                </a:moveTo>
                <a:lnTo>
                  <a:pt x="721" y="92831"/>
                </a:lnTo>
                <a:cubicBezTo>
                  <a:pt x="1507" y="78419"/>
                  <a:pt x="1900" y="62128"/>
                  <a:pt x="1900" y="43959"/>
                </a:cubicBezTo>
                <a:cubicBezTo>
                  <a:pt x="1900" y="26314"/>
                  <a:pt x="1267" y="11880"/>
                  <a:pt x="0" y="655"/>
                </a:cubicBezTo>
                <a:lnTo>
                  <a:pt x="13299" y="0"/>
                </a:lnTo>
                <a:cubicBezTo>
                  <a:pt x="12469" y="11880"/>
                  <a:pt x="12054" y="26533"/>
                  <a:pt x="12054" y="43959"/>
                </a:cubicBezTo>
                <a:cubicBezTo>
                  <a:pt x="12054" y="61909"/>
                  <a:pt x="12469" y="78200"/>
                  <a:pt x="13299" y="92831"/>
                </a:cubicBezTo>
                <a:close/>
                <a:moveTo>
                  <a:pt x="85127" y="54376"/>
                </a:moveTo>
                <a:cubicBezTo>
                  <a:pt x="85127" y="56210"/>
                  <a:pt x="85040" y="58743"/>
                  <a:pt x="84865" y="61975"/>
                </a:cubicBezTo>
                <a:lnTo>
                  <a:pt x="39858" y="62761"/>
                </a:lnTo>
                <a:cubicBezTo>
                  <a:pt x="40295" y="69138"/>
                  <a:pt x="42762" y="74477"/>
                  <a:pt x="47261" y="78779"/>
                </a:cubicBezTo>
                <a:cubicBezTo>
                  <a:pt x="51759" y="83081"/>
                  <a:pt x="57721" y="85232"/>
                  <a:pt x="65146" y="85232"/>
                </a:cubicBezTo>
                <a:cubicBezTo>
                  <a:pt x="71784" y="85232"/>
                  <a:pt x="78008" y="84424"/>
                  <a:pt x="83817" y="82808"/>
                </a:cubicBezTo>
                <a:lnTo>
                  <a:pt x="82703" y="92045"/>
                </a:lnTo>
                <a:cubicBezTo>
                  <a:pt x="78423" y="93749"/>
                  <a:pt x="72243" y="94600"/>
                  <a:pt x="64163" y="94600"/>
                </a:cubicBezTo>
                <a:cubicBezTo>
                  <a:pt x="52807" y="94600"/>
                  <a:pt x="44149" y="91499"/>
                  <a:pt x="38187" y="85297"/>
                </a:cubicBezTo>
                <a:cubicBezTo>
                  <a:pt x="32226" y="79096"/>
                  <a:pt x="29245" y="71540"/>
                  <a:pt x="29245" y="62630"/>
                </a:cubicBezTo>
                <a:cubicBezTo>
                  <a:pt x="29245" y="53109"/>
                  <a:pt x="31964" y="44909"/>
                  <a:pt x="37401" y="38030"/>
                </a:cubicBezTo>
                <a:cubicBezTo>
                  <a:pt x="42839" y="31151"/>
                  <a:pt x="50143" y="27712"/>
                  <a:pt x="59315" y="27712"/>
                </a:cubicBezTo>
                <a:cubicBezTo>
                  <a:pt x="67744" y="27712"/>
                  <a:pt x="74154" y="30201"/>
                  <a:pt x="78543" y="35180"/>
                </a:cubicBezTo>
                <a:cubicBezTo>
                  <a:pt x="82932" y="40159"/>
                  <a:pt x="85127" y="46558"/>
                  <a:pt x="85127" y="54376"/>
                </a:cubicBezTo>
                <a:moveTo>
                  <a:pt x="74186" y="54507"/>
                </a:moveTo>
                <a:cubicBezTo>
                  <a:pt x="74186" y="42234"/>
                  <a:pt x="69055" y="36097"/>
                  <a:pt x="58791" y="36097"/>
                </a:cubicBezTo>
                <a:cubicBezTo>
                  <a:pt x="48309" y="36097"/>
                  <a:pt x="42129" y="42474"/>
                  <a:pt x="40251" y="55227"/>
                </a:cubicBezTo>
                <a:lnTo>
                  <a:pt x="74186" y="54507"/>
                </a:lnTo>
                <a:close/>
                <a:moveTo>
                  <a:pt x="155350" y="92831"/>
                </a:moveTo>
                <a:lnTo>
                  <a:pt x="143426" y="92831"/>
                </a:lnTo>
                <a:cubicBezTo>
                  <a:pt x="144387" y="81345"/>
                  <a:pt x="144868" y="68810"/>
                  <a:pt x="144868" y="55227"/>
                </a:cubicBezTo>
                <a:cubicBezTo>
                  <a:pt x="144868" y="48501"/>
                  <a:pt x="143503" y="43904"/>
                  <a:pt x="140773" y="41437"/>
                </a:cubicBezTo>
                <a:cubicBezTo>
                  <a:pt x="138043" y="38969"/>
                  <a:pt x="134145" y="37735"/>
                  <a:pt x="129079" y="37735"/>
                </a:cubicBezTo>
                <a:cubicBezTo>
                  <a:pt x="122877" y="37735"/>
                  <a:pt x="117156" y="39985"/>
                  <a:pt x="111915" y="44483"/>
                </a:cubicBezTo>
                <a:cubicBezTo>
                  <a:pt x="111915" y="59376"/>
                  <a:pt x="112002" y="75492"/>
                  <a:pt x="112177" y="92831"/>
                </a:cubicBezTo>
                <a:lnTo>
                  <a:pt x="100253" y="92831"/>
                </a:lnTo>
                <a:cubicBezTo>
                  <a:pt x="100996" y="77982"/>
                  <a:pt x="101367" y="67238"/>
                  <a:pt x="101367" y="60599"/>
                </a:cubicBezTo>
                <a:cubicBezTo>
                  <a:pt x="101367" y="50379"/>
                  <a:pt x="100406" y="40465"/>
                  <a:pt x="98485" y="30856"/>
                </a:cubicBezTo>
                <a:lnTo>
                  <a:pt x="110015" y="29219"/>
                </a:lnTo>
                <a:lnTo>
                  <a:pt x="111260" y="37211"/>
                </a:lnTo>
                <a:lnTo>
                  <a:pt x="111784" y="37211"/>
                </a:lnTo>
                <a:cubicBezTo>
                  <a:pt x="118248" y="31359"/>
                  <a:pt x="125170" y="28432"/>
                  <a:pt x="132551" y="28432"/>
                </a:cubicBezTo>
                <a:cubicBezTo>
                  <a:pt x="139801" y="28432"/>
                  <a:pt x="145414" y="30038"/>
                  <a:pt x="149388" y="33248"/>
                </a:cubicBezTo>
                <a:cubicBezTo>
                  <a:pt x="153362" y="36458"/>
                  <a:pt x="155350" y="42168"/>
                  <a:pt x="155350" y="50379"/>
                </a:cubicBezTo>
                <a:cubicBezTo>
                  <a:pt x="155350" y="51209"/>
                  <a:pt x="155306" y="52847"/>
                  <a:pt x="155219" y="55293"/>
                </a:cubicBezTo>
                <a:cubicBezTo>
                  <a:pt x="155131" y="57738"/>
                  <a:pt x="155088" y="59376"/>
                  <a:pt x="155088" y="60206"/>
                </a:cubicBezTo>
                <a:cubicBezTo>
                  <a:pt x="155088" y="67500"/>
                  <a:pt x="155175" y="78375"/>
                  <a:pt x="155350" y="92831"/>
                </a:cubicBezTo>
                <a:close/>
                <a:moveTo>
                  <a:pt x="234055" y="22340"/>
                </a:moveTo>
                <a:lnTo>
                  <a:pt x="233007" y="31381"/>
                </a:lnTo>
                <a:cubicBezTo>
                  <a:pt x="224883" y="31381"/>
                  <a:pt x="220406" y="32691"/>
                  <a:pt x="219576" y="35311"/>
                </a:cubicBezTo>
                <a:lnTo>
                  <a:pt x="219576" y="35966"/>
                </a:lnTo>
                <a:cubicBezTo>
                  <a:pt x="222372" y="39373"/>
                  <a:pt x="223769" y="43260"/>
                  <a:pt x="223769" y="47628"/>
                </a:cubicBezTo>
                <a:cubicBezTo>
                  <a:pt x="223769" y="54441"/>
                  <a:pt x="221531" y="60064"/>
                  <a:pt x="217054" y="64497"/>
                </a:cubicBezTo>
                <a:cubicBezTo>
                  <a:pt x="212578" y="68930"/>
                  <a:pt x="205666" y="71147"/>
                  <a:pt x="196319" y="71147"/>
                </a:cubicBezTo>
                <a:cubicBezTo>
                  <a:pt x="192170" y="71147"/>
                  <a:pt x="188873" y="70710"/>
                  <a:pt x="186427" y="69836"/>
                </a:cubicBezTo>
                <a:cubicBezTo>
                  <a:pt x="184287" y="71365"/>
                  <a:pt x="183217" y="73265"/>
                  <a:pt x="183217" y="75536"/>
                </a:cubicBezTo>
                <a:cubicBezTo>
                  <a:pt x="183217" y="78331"/>
                  <a:pt x="184484" y="80187"/>
                  <a:pt x="187017" y="81105"/>
                </a:cubicBezTo>
                <a:cubicBezTo>
                  <a:pt x="190249" y="82328"/>
                  <a:pt x="196996" y="82939"/>
                  <a:pt x="207260" y="82939"/>
                </a:cubicBezTo>
                <a:cubicBezTo>
                  <a:pt x="223857" y="82939"/>
                  <a:pt x="232155" y="88442"/>
                  <a:pt x="232155" y="99448"/>
                </a:cubicBezTo>
                <a:cubicBezTo>
                  <a:pt x="232155" y="107310"/>
                  <a:pt x="228923" y="113817"/>
                  <a:pt x="222459" y="118971"/>
                </a:cubicBezTo>
                <a:cubicBezTo>
                  <a:pt x="215995" y="124125"/>
                  <a:pt x="207631" y="126701"/>
                  <a:pt x="197368" y="126701"/>
                </a:cubicBezTo>
                <a:cubicBezTo>
                  <a:pt x="186842" y="126701"/>
                  <a:pt x="179341" y="124791"/>
                  <a:pt x="174864" y="120969"/>
                </a:cubicBezTo>
                <a:cubicBezTo>
                  <a:pt x="170387" y="117148"/>
                  <a:pt x="168149" y="112551"/>
                  <a:pt x="168149" y="107179"/>
                </a:cubicBezTo>
                <a:cubicBezTo>
                  <a:pt x="168149" y="102287"/>
                  <a:pt x="169252" y="98356"/>
                  <a:pt x="171457" y="95386"/>
                </a:cubicBezTo>
                <a:cubicBezTo>
                  <a:pt x="173663" y="92417"/>
                  <a:pt x="176404" y="90582"/>
                  <a:pt x="179679" y="89883"/>
                </a:cubicBezTo>
                <a:lnTo>
                  <a:pt x="179679" y="89294"/>
                </a:lnTo>
                <a:cubicBezTo>
                  <a:pt x="176229" y="87634"/>
                  <a:pt x="174504" y="84446"/>
                  <a:pt x="174504" y="79729"/>
                </a:cubicBezTo>
                <a:cubicBezTo>
                  <a:pt x="174504" y="75449"/>
                  <a:pt x="176688" y="71693"/>
                  <a:pt x="181055" y="68461"/>
                </a:cubicBezTo>
                <a:lnTo>
                  <a:pt x="181055" y="67937"/>
                </a:lnTo>
                <a:cubicBezTo>
                  <a:pt x="178740" y="66801"/>
                  <a:pt x="176535" y="64879"/>
                  <a:pt x="174438" y="62172"/>
                </a:cubicBezTo>
                <a:cubicBezTo>
                  <a:pt x="172342" y="59464"/>
                  <a:pt x="171294" y="56101"/>
                  <a:pt x="171294" y="52083"/>
                </a:cubicBezTo>
                <a:cubicBezTo>
                  <a:pt x="171294" y="45138"/>
                  <a:pt x="173587" y="39482"/>
                  <a:pt x="178172" y="35115"/>
                </a:cubicBezTo>
                <a:cubicBezTo>
                  <a:pt x="182758" y="30747"/>
                  <a:pt x="189397" y="28564"/>
                  <a:pt x="198088" y="28564"/>
                </a:cubicBezTo>
                <a:cubicBezTo>
                  <a:pt x="205207" y="28564"/>
                  <a:pt x="210798" y="29852"/>
                  <a:pt x="214860" y="32429"/>
                </a:cubicBezTo>
                <a:lnTo>
                  <a:pt x="215580" y="32429"/>
                </a:lnTo>
                <a:cubicBezTo>
                  <a:pt x="216978" y="25048"/>
                  <a:pt x="220647" y="21357"/>
                  <a:pt x="226586" y="21357"/>
                </a:cubicBezTo>
                <a:cubicBezTo>
                  <a:pt x="229818" y="21357"/>
                  <a:pt x="232308" y="21685"/>
                  <a:pt x="234055" y="22340"/>
                </a:cubicBezTo>
                <a:moveTo>
                  <a:pt x="222328" y="103903"/>
                </a:moveTo>
                <a:cubicBezTo>
                  <a:pt x="222328" y="99798"/>
                  <a:pt x="220832" y="96904"/>
                  <a:pt x="217840" y="95223"/>
                </a:cubicBezTo>
                <a:cubicBezTo>
                  <a:pt x="214849" y="93541"/>
                  <a:pt x="209225" y="92700"/>
                  <a:pt x="200971" y="92700"/>
                </a:cubicBezTo>
                <a:cubicBezTo>
                  <a:pt x="195380" y="92700"/>
                  <a:pt x="190270" y="92438"/>
                  <a:pt x="185641" y="91914"/>
                </a:cubicBezTo>
                <a:cubicBezTo>
                  <a:pt x="180313" y="94491"/>
                  <a:pt x="177648" y="98269"/>
                  <a:pt x="177648" y="103248"/>
                </a:cubicBezTo>
                <a:cubicBezTo>
                  <a:pt x="177648" y="113905"/>
                  <a:pt x="184636" y="119233"/>
                  <a:pt x="198612" y="119233"/>
                </a:cubicBezTo>
                <a:cubicBezTo>
                  <a:pt x="205906" y="119233"/>
                  <a:pt x="211682" y="117814"/>
                  <a:pt x="215941" y="114975"/>
                </a:cubicBezTo>
                <a:cubicBezTo>
                  <a:pt x="220199" y="112136"/>
                  <a:pt x="222328" y="108445"/>
                  <a:pt x="222328" y="103903"/>
                </a:cubicBezTo>
                <a:moveTo>
                  <a:pt x="213222" y="50314"/>
                </a:moveTo>
                <a:cubicBezTo>
                  <a:pt x="213222" y="45509"/>
                  <a:pt x="211704" y="41830"/>
                  <a:pt x="208669" y="39275"/>
                </a:cubicBezTo>
                <a:cubicBezTo>
                  <a:pt x="205633" y="36720"/>
                  <a:pt x="201779" y="35442"/>
                  <a:pt x="197106" y="35442"/>
                </a:cubicBezTo>
                <a:cubicBezTo>
                  <a:pt x="192694" y="35442"/>
                  <a:pt x="189004" y="36676"/>
                  <a:pt x="186034" y="39144"/>
                </a:cubicBezTo>
                <a:cubicBezTo>
                  <a:pt x="183064" y="41611"/>
                  <a:pt x="181579" y="45116"/>
                  <a:pt x="181579" y="49659"/>
                </a:cubicBezTo>
                <a:cubicBezTo>
                  <a:pt x="181579" y="54419"/>
                  <a:pt x="183097" y="58044"/>
                  <a:pt x="186132" y="60534"/>
                </a:cubicBezTo>
                <a:cubicBezTo>
                  <a:pt x="189168" y="63023"/>
                  <a:pt x="193066" y="64268"/>
                  <a:pt x="197826" y="64268"/>
                </a:cubicBezTo>
                <a:cubicBezTo>
                  <a:pt x="202194" y="64268"/>
                  <a:pt x="205852" y="63056"/>
                  <a:pt x="208800" y="60632"/>
                </a:cubicBezTo>
                <a:cubicBezTo>
                  <a:pt x="211748" y="58208"/>
                  <a:pt x="213222" y="54769"/>
                  <a:pt x="213222" y="50314"/>
                </a:cubicBezTo>
                <a:close/>
                <a:moveTo>
                  <a:pt x="281121" y="83791"/>
                </a:moveTo>
                <a:lnTo>
                  <a:pt x="280335" y="92307"/>
                </a:lnTo>
                <a:cubicBezTo>
                  <a:pt x="276884" y="93574"/>
                  <a:pt x="273631" y="94207"/>
                  <a:pt x="270573" y="94207"/>
                </a:cubicBezTo>
                <a:cubicBezTo>
                  <a:pt x="262712" y="94207"/>
                  <a:pt x="257340" y="92209"/>
                  <a:pt x="254457" y="88213"/>
                </a:cubicBezTo>
                <a:cubicBezTo>
                  <a:pt x="251575" y="84217"/>
                  <a:pt x="250133" y="77065"/>
                  <a:pt x="250133" y="66757"/>
                </a:cubicBezTo>
                <a:cubicBezTo>
                  <a:pt x="250133" y="60075"/>
                  <a:pt x="250177" y="51362"/>
                  <a:pt x="250264" y="40618"/>
                </a:cubicBezTo>
                <a:cubicBezTo>
                  <a:pt x="247819" y="40618"/>
                  <a:pt x="244215" y="40749"/>
                  <a:pt x="239455" y="41011"/>
                </a:cubicBezTo>
                <a:lnTo>
                  <a:pt x="239848" y="31512"/>
                </a:lnTo>
                <a:cubicBezTo>
                  <a:pt x="243997" y="31774"/>
                  <a:pt x="247709" y="31905"/>
                  <a:pt x="250985" y="31905"/>
                </a:cubicBezTo>
                <a:cubicBezTo>
                  <a:pt x="250985" y="29284"/>
                  <a:pt x="251203" y="23060"/>
                  <a:pt x="251640" y="13234"/>
                </a:cubicBezTo>
                <a:lnTo>
                  <a:pt x="261926" y="12185"/>
                </a:lnTo>
                <a:cubicBezTo>
                  <a:pt x="261183" y="21357"/>
                  <a:pt x="260812" y="27930"/>
                  <a:pt x="260812" y="31905"/>
                </a:cubicBezTo>
                <a:cubicBezTo>
                  <a:pt x="265092" y="31905"/>
                  <a:pt x="271381" y="31686"/>
                  <a:pt x="279680" y="31250"/>
                </a:cubicBezTo>
                <a:lnTo>
                  <a:pt x="279221" y="41011"/>
                </a:lnTo>
                <a:cubicBezTo>
                  <a:pt x="271360" y="40749"/>
                  <a:pt x="265048" y="40618"/>
                  <a:pt x="260288" y="40618"/>
                </a:cubicBezTo>
                <a:cubicBezTo>
                  <a:pt x="260201" y="47213"/>
                  <a:pt x="260157" y="54638"/>
                  <a:pt x="260157" y="62892"/>
                </a:cubicBezTo>
                <a:cubicBezTo>
                  <a:pt x="260157" y="71889"/>
                  <a:pt x="261107" y="77840"/>
                  <a:pt x="263007" y="80744"/>
                </a:cubicBezTo>
                <a:cubicBezTo>
                  <a:pt x="264907" y="83649"/>
                  <a:pt x="268433" y="85101"/>
                  <a:pt x="273587" y="85101"/>
                </a:cubicBezTo>
                <a:cubicBezTo>
                  <a:pt x="275290" y="85101"/>
                  <a:pt x="277802" y="84664"/>
                  <a:pt x="281121" y="83791"/>
                </a:cubicBezTo>
                <a:close/>
                <a:moveTo>
                  <a:pt x="348232" y="92831"/>
                </a:moveTo>
                <a:lnTo>
                  <a:pt x="336309" y="92831"/>
                </a:lnTo>
                <a:cubicBezTo>
                  <a:pt x="337270" y="81345"/>
                  <a:pt x="337750" y="68985"/>
                  <a:pt x="337750" y="55751"/>
                </a:cubicBezTo>
                <a:cubicBezTo>
                  <a:pt x="337750" y="48676"/>
                  <a:pt x="336429" y="43904"/>
                  <a:pt x="333787" y="41437"/>
                </a:cubicBezTo>
                <a:cubicBezTo>
                  <a:pt x="331144" y="38969"/>
                  <a:pt x="327487" y="37735"/>
                  <a:pt x="322813" y="37735"/>
                </a:cubicBezTo>
                <a:cubicBezTo>
                  <a:pt x="316262" y="37735"/>
                  <a:pt x="310126" y="39985"/>
                  <a:pt x="304404" y="44483"/>
                </a:cubicBezTo>
                <a:cubicBezTo>
                  <a:pt x="304404" y="68330"/>
                  <a:pt x="304579" y="84446"/>
                  <a:pt x="304928" y="92831"/>
                </a:cubicBezTo>
                <a:lnTo>
                  <a:pt x="293398" y="92831"/>
                </a:lnTo>
                <a:cubicBezTo>
                  <a:pt x="293791" y="81301"/>
                  <a:pt x="293988" y="65010"/>
                  <a:pt x="293988" y="43959"/>
                </a:cubicBezTo>
                <a:cubicBezTo>
                  <a:pt x="293988" y="25528"/>
                  <a:pt x="293355" y="11093"/>
                  <a:pt x="292088" y="655"/>
                </a:cubicBezTo>
                <a:lnTo>
                  <a:pt x="304535" y="0"/>
                </a:lnTo>
                <a:cubicBezTo>
                  <a:pt x="304186" y="13321"/>
                  <a:pt x="304011" y="25681"/>
                  <a:pt x="304011" y="37080"/>
                </a:cubicBezTo>
                <a:lnTo>
                  <a:pt x="304404" y="37080"/>
                </a:lnTo>
                <a:cubicBezTo>
                  <a:pt x="310956" y="31315"/>
                  <a:pt x="318140" y="28432"/>
                  <a:pt x="325958" y="28432"/>
                </a:cubicBezTo>
                <a:cubicBezTo>
                  <a:pt x="332946" y="28432"/>
                  <a:pt x="338405" y="30059"/>
                  <a:pt x="342336" y="33313"/>
                </a:cubicBezTo>
                <a:cubicBezTo>
                  <a:pt x="346267" y="36567"/>
                  <a:pt x="348232" y="42277"/>
                  <a:pt x="348232" y="50445"/>
                </a:cubicBezTo>
                <a:cubicBezTo>
                  <a:pt x="348232" y="51275"/>
                  <a:pt x="348189" y="52901"/>
                  <a:pt x="348101" y="55325"/>
                </a:cubicBezTo>
                <a:cubicBezTo>
                  <a:pt x="348014" y="57749"/>
                  <a:pt x="347970" y="59879"/>
                  <a:pt x="347970" y="61713"/>
                </a:cubicBezTo>
                <a:cubicBezTo>
                  <a:pt x="347970" y="68002"/>
                  <a:pt x="348058" y="78375"/>
                  <a:pt x="348232" y="928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9C163A-9030-47D7-A344-6787623A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282" y="3154432"/>
            <a:ext cx="981567" cy="67086"/>
          </a:xfrm>
          <a:custGeom xmlns:a="http://schemas.openxmlformats.org/drawingml/2006/main">
            <a:pathLst>
              <a:path w="981567" h="67086">
                <a:moveTo>
                  <a:pt x="0" y="33542"/>
                </a:moveTo>
                <a:lnTo>
                  <a:pt x="67085" y="67085"/>
                </a:lnTo>
                <a:lnTo>
                  <a:pt x="67085" y="39133"/>
                </a:lnTo>
                <a:lnTo>
                  <a:pt x="914482" y="39134"/>
                </a:lnTo>
                <a:lnTo>
                  <a:pt x="914482" y="67086"/>
                </a:lnTo>
                <a:lnTo>
                  <a:pt x="981567" y="33543"/>
                </a:lnTo>
                <a:lnTo>
                  <a:pt x="914482" y="1"/>
                </a:lnTo>
                <a:lnTo>
                  <a:pt x="914482" y="27953"/>
                </a:lnTo>
                <a:lnTo>
                  <a:pt x="67085" y="27952"/>
                </a:lnTo>
                <a:lnTo>
                  <a:pt x="67085" y="0"/>
                </a:lnTo>
                <a:lnTo>
                  <a:pt x="0" y="33542"/>
                </a:ln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Text 𝐿">
            <a:extLst xmlns:a="http://schemas.openxmlformats.org/drawingml/2006/main">
              <a:ext uri="{FF2B5EF4-FFF2-40B4-BE49-F238E27FC236}">
                <a16:creationId xmlns:a16="http://schemas.microsoft.com/office/drawing/2014/main" id="{F6E90332-1612-41DF-881B-7B5EB434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012" y="3325223"/>
            <a:ext cx="82345" cy="118691"/>
          </a:xfrm>
          <a:custGeom xmlns:a="http://schemas.openxmlformats.org/drawingml/2006/main">
            <a:pathLst>
              <a:path w="82345" h="118691">
                <a:moveTo>
                  <a:pt x="956" y="114430"/>
                </a:moveTo>
                <a:cubicBezTo>
                  <a:pt x="3159" y="114083"/>
                  <a:pt x="4811" y="113517"/>
                  <a:pt x="5913" y="112735"/>
                </a:cubicBezTo>
                <a:cubicBezTo>
                  <a:pt x="7014" y="111952"/>
                  <a:pt x="7942" y="110865"/>
                  <a:pt x="8695" y="109474"/>
                </a:cubicBezTo>
                <a:cubicBezTo>
                  <a:pt x="9449" y="108083"/>
                  <a:pt x="10145" y="106387"/>
                  <a:pt x="10782" y="104387"/>
                </a:cubicBezTo>
                <a:cubicBezTo>
                  <a:pt x="11420" y="102387"/>
                  <a:pt x="12376" y="98518"/>
                  <a:pt x="13652" y="92779"/>
                </a:cubicBezTo>
                <a:lnTo>
                  <a:pt x="28434" y="25825"/>
                </a:lnTo>
                <a:cubicBezTo>
                  <a:pt x="29709" y="20028"/>
                  <a:pt x="30347" y="15362"/>
                  <a:pt x="30347" y="11826"/>
                </a:cubicBezTo>
                <a:cubicBezTo>
                  <a:pt x="30347" y="9101"/>
                  <a:pt x="29666" y="7203"/>
                  <a:pt x="28303" y="6130"/>
                </a:cubicBezTo>
                <a:cubicBezTo>
                  <a:pt x="26941" y="5058"/>
                  <a:pt x="24782" y="4435"/>
                  <a:pt x="21825" y="4261"/>
                </a:cubicBezTo>
                <a:lnTo>
                  <a:pt x="22782" y="0"/>
                </a:lnTo>
                <a:lnTo>
                  <a:pt x="57563" y="0"/>
                </a:lnTo>
                <a:lnTo>
                  <a:pt x="56606" y="4261"/>
                </a:lnTo>
                <a:cubicBezTo>
                  <a:pt x="54404" y="4724"/>
                  <a:pt x="52824" y="5246"/>
                  <a:pt x="51868" y="5826"/>
                </a:cubicBezTo>
                <a:cubicBezTo>
                  <a:pt x="50911" y="6406"/>
                  <a:pt x="50056" y="7275"/>
                  <a:pt x="49302" y="8434"/>
                </a:cubicBezTo>
                <a:cubicBezTo>
                  <a:pt x="48549" y="9594"/>
                  <a:pt x="47766" y="11405"/>
                  <a:pt x="46955" y="13869"/>
                </a:cubicBezTo>
                <a:cubicBezTo>
                  <a:pt x="46143" y="16333"/>
                  <a:pt x="45129" y="20347"/>
                  <a:pt x="43911" y="25912"/>
                </a:cubicBezTo>
                <a:lnTo>
                  <a:pt x="25303" y="110691"/>
                </a:lnTo>
                <a:lnTo>
                  <a:pt x="46694" y="110691"/>
                </a:lnTo>
                <a:cubicBezTo>
                  <a:pt x="50578" y="110691"/>
                  <a:pt x="53636" y="110315"/>
                  <a:pt x="55867" y="109561"/>
                </a:cubicBezTo>
                <a:cubicBezTo>
                  <a:pt x="58099" y="108807"/>
                  <a:pt x="60215" y="107431"/>
                  <a:pt x="62215" y="105431"/>
                </a:cubicBezTo>
                <a:cubicBezTo>
                  <a:pt x="64215" y="103431"/>
                  <a:pt x="66171" y="100721"/>
                  <a:pt x="68084" y="97301"/>
                </a:cubicBezTo>
                <a:cubicBezTo>
                  <a:pt x="69997" y="93880"/>
                  <a:pt x="71939" y="89620"/>
                  <a:pt x="73910" y="84518"/>
                </a:cubicBezTo>
                <a:lnTo>
                  <a:pt x="82345" y="84518"/>
                </a:lnTo>
                <a:lnTo>
                  <a:pt x="73562" y="118691"/>
                </a:lnTo>
                <a:lnTo>
                  <a:pt x="0" y="118691"/>
                </a:lnTo>
                <a:lnTo>
                  <a:pt x="956" y="11443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!&quot;#!&quot;$$%&amp;'">
            <a:extLst xmlns:a="http://schemas.openxmlformats.org/drawingml/2006/main">
              <a:ext uri="{FF2B5EF4-FFF2-40B4-BE49-F238E27FC236}">
                <a16:creationId xmlns:a16="http://schemas.microsoft.com/office/drawing/2014/main" id="{ACEAE6F1-D95E-40C4-AA54-CBE98749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682" y="3391239"/>
            <a:ext cx="694244" cy="114645"/>
          </a:xfrm>
          <a:custGeom xmlns:a="http://schemas.openxmlformats.org/drawingml/2006/main">
            <a:pathLst>
              <a:path w="694244" h="114645">
                <a:moveTo>
                  <a:pt x="17487" y="48105"/>
                </a:moveTo>
                <a:cubicBezTo>
                  <a:pt x="18076" y="45664"/>
                  <a:pt x="18487" y="43644"/>
                  <a:pt x="18718" y="42045"/>
                </a:cubicBezTo>
                <a:cubicBezTo>
                  <a:pt x="18950" y="40446"/>
                  <a:pt x="19065" y="39099"/>
                  <a:pt x="19065" y="38004"/>
                </a:cubicBezTo>
                <a:cubicBezTo>
                  <a:pt x="19065" y="34932"/>
                  <a:pt x="17824" y="33396"/>
                  <a:pt x="15341" y="33396"/>
                </a:cubicBezTo>
                <a:cubicBezTo>
                  <a:pt x="14541" y="33396"/>
                  <a:pt x="13752" y="33554"/>
                  <a:pt x="12973" y="33869"/>
                </a:cubicBezTo>
                <a:cubicBezTo>
                  <a:pt x="12195" y="34185"/>
                  <a:pt x="11385" y="34659"/>
                  <a:pt x="10543" y="35290"/>
                </a:cubicBezTo>
                <a:cubicBezTo>
                  <a:pt x="9701" y="35921"/>
                  <a:pt x="8775" y="36721"/>
                  <a:pt x="7765" y="37689"/>
                </a:cubicBezTo>
                <a:cubicBezTo>
                  <a:pt x="6755" y="38657"/>
                  <a:pt x="5619" y="39793"/>
                  <a:pt x="4356" y="41098"/>
                </a:cubicBezTo>
                <a:lnTo>
                  <a:pt x="0" y="36994"/>
                </a:lnTo>
                <a:cubicBezTo>
                  <a:pt x="2104" y="34848"/>
                  <a:pt x="4030" y="33007"/>
                  <a:pt x="5776" y="31470"/>
                </a:cubicBezTo>
                <a:cubicBezTo>
                  <a:pt x="7523" y="29934"/>
                  <a:pt x="9196" y="28672"/>
                  <a:pt x="10795" y="27683"/>
                </a:cubicBezTo>
                <a:cubicBezTo>
                  <a:pt x="12395" y="26694"/>
                  <a:pt x="13973" y="25968"/>
                  <a:pt x="15530" y="25505"/>
                </a:cubicBezTo>
                <a:cubicBezTo>
                  <a:pt x="17087" y="25042"/>
                  <a:pt x="18708" y="24810"/>
                  <a:pt x="20391" y="24810"/>
                </a:cubicBezTo>
                <a:cubicBezTo>
                  <a:pt x="23506" y="24810"/>
                  <a:pt x="25915" y="25831"/>
                  <a:pt x="27620" y="27872"/>
                </a:cubicBezTo>
                <a:cubicBezTo>
                  <a:pt x="29324" y="29913"/>
                  <a:pt x="30176" y="32596"/>
                  <a:pt x="30176" y="35921"/>
                </a:cubicBezTo>
                <a:cubicBezTo>
                  <a:pt x="30176" y="37815"/>
                  <a:pt x="29882" y="39499"/>
                  <a:pt x="29292" y="40972"/>
                </a:cubicBezTo>
                <a:lnTo>
                  <a:pt x="30176" y="41350"/>
                </a:lnTo>
                <a:cubicBezTo>
                  <a:pt x="34427" y="35669"/>
                  <a:pt x="38562" y="31492"/>
                  <a:pt x="42581" y="28819"/>
                </a:cubicBezTo>
                <a:cubicBezTo>
                  <a:pt x="46601" y="26146"/>
                  <a:pt x="50736" y="24810"/>
                  <a:pt x="54987" y="24810"/>
                </a:cubicBezTo>
                <a:cubicBezTo>
                  <a:pt x="56586" y="24810"/>
                  <a:pt x="58090" y="24894"/>
                  <a:pt x="59500" y="25063"/>
                </a:cubicBezTo>
                <a:cubicBezTo>
                  <a:pt x="60910" y="25231"/>
                  <a:pt x="62268" y="25442"/>
                  <a:pt x="63572" y="25694"/>
                </a:cubicBezTo>
                <a:lnTo>
                  <a:pt x="60353" y="40972"/>
                </a:lnTo>
                <a:lnTo>
                  <a:pt x="53030" y="40972"/>
                </a:lnTo>
                <a:cubicBezTo>
                  <a:pt x="52819" y="38446"/>
                  <a:pt x="52282" y="36637"/>
                  <a:pt x="51420" y="35542"/>
                </a:cubicBezTo>
                <a:cubicBezTo>
                  <a:pt x="50557" y="34448"/>
                  <a:pt x="49305" y="33901"/>
                  <a:pt x="47663" y="33901"/>
                </a:cubicBezTo>
                <a:cubicBezTo>
                  <a:pt x="46695" y="33859"/>
                  <a:pt x="45580" y="34154"/>
                  <a:pt x="44318" y="34785"/>
                </a:cubicBezTo>
                <a:cubicBezTo>
                  <a:pt x="43055" y="35416"/>
                  <a:pt x="41719" y="36321"/>
                  <a:pt x="40309" y="37499"/>
                </a:cubicBezTo>
                <a:cubicBezTo>
                  <a:pt x="38899" y="38678"/>
                  <a:pt x="37499" y="40067"/>
                  <a:pt x="36111" y="41666"/>
                </a:cubicBezTo>
                <a:cubicBezTo>
                  <a:pt x="34722" y="43265"/>
                  <a:pt x="33406" y="45012"/>
                  <a:pt x="32165" y="46906"/>
                </a:cubicBezTo>
                <a:cubicBezTo>
                  <a:pt x="30923" y="48800"/>
                  <a:pt x="29840" y="50809"/>
                  <a:pt x="28914" y="52935"/>
                </a:cubicBezTo>
                <a:cubicBezTo>
                  <a:pt x="27988" y="55060"/>
                  <a:pt x="27293" y="57196"/>
                  <a:pt x="26830" y="59343"/>
                </a:cubicBezTo>
                <a:lnTo>
                  <a:pt x="20391" y="89266"/>
                </a:lnTo>
                <a:lnTo>
                  <a:pt x="8018" y="89266"/>
                </a:lnTo>
                <a:lnTo>
                  <a:pt x="17487" y="48105"/>
                </a:lnTo>
                <a:close/>
                <a:moveTo>
                  <a:pt x="124798" y="75820"/>
                </a:moveTo>
                <a:cubicBezTo>
                  <a:pt x="119916" y="80660"/>
                  <a:pt x="115044" y="84300"/>
                  <a:pt x="110183" y="86741"/>
                </a:cubicBezTo>
                <a:cubicBezTo>
                  <a:pt x="105322" y="89182"/>
                  <a:pt x="100093" y="90403"/>
                  <a:pt x="94495" y="90403"/>
                </a:cubicBezTo>
                <a:cubicBezTo>
                  <a:pt x="91212" y="90403"/>
                  <a:pt x="88298" y="89908"/>
                  <a:pt x="85752" y="88919"/>
                </a:cubicBezTo>
                <a:cubicBezTo>
                  <a:pt x="83205" y="87930"/>
                  <a:pt x="81059" y="86489"/>
                  <a:pt x="79312" y="84595"/>
                </a:cubicBezTo>
                <a:cubicBezTo>
                  <a:pt x="77566" y="82701"/>
                  <a:pt x="76240" y="80397"/>
                  <a:pt x="75335" y="77682"/>
                </a:cubicBezTo>
                <a:cubicBezTo>
                  <a:pt x="74430" y="74967"/>
                  <a:pt x="73978" y="71905"/>
                  <a:pt x="73978" y="68496"/>
                </a:cubicBezTo>
                <a:cubicBezTo>
                  <a:pt x="73978" y="66097"/>
                  <a:pt x="74188" y="63604"/>
                  <a:pt x="74609" y="61015"/>
                </a:cubicBezTo>
                <a:cubicBezTo>
                  <a:pt x="75030" y="58427"/>
                  <a:pt x="75682" y="55839"/>
                  <a:pt x="76566" y="53250"/>
                </a:cubicBezTo>
                <a:cubicBezTo>
                  <a:pt x="77450" y="50662"/>
                  <a:pt x="78544" y="48137"/>
                  <a:pt x="79849" y="45675"/>
                </a:cubicBezTo>
                <a:cubicBezTo>
                  <a:pt x="81154" y="43213"/>
                  <a:pt x="82690" y="40908"/>
                  <a:pt x="84457" y="38762"/>
                </a:cubicBezTo>
                <a:cubicBezTo>
                  <a:pt x="87993" y="34385"/>
                  <a:pt x="92254" y="30965"/>
                  <a:pt x="97241" y="28503"/>
                </a:cubicBezTo>
                <a:cubicBezTo>
                  <a:pt x="102229" y="26041"/>
                  <a:pt x="107668" y="24810"/>
                  <a:pt x="113560" y="24810"/>
                </a:cubicBezTo>
                <a:cubicBezTo>
                  <a:pt x="118948" y="24810"/>
                  <a:pt x="123041" y="25989"/>
                  <a:pt x="125839" y="28346"/>
                </a:cubicBezTo>
                <a:cubicBezTo>
                  <a:pt x="128638" y="30702"/>
                  <a:pt x="130038" y="34048"/>
                  <a:pt x="130038" y="38383"/>
                </a:cubicBezTo>
                <a:cubicBezTo>
                  <a:pt x="130038" y="53619"/>
                  <a:pt x="115623" y="61236"/>
                  <a:pt x="86793" y="61236"/>
                </a:cubicBezTo>
                <a:cubicBezTo>
                  <a:pt x="86583" y="62331"/>
                  <a:pt x="86414" y="63520"/>
                  <a:pt x="86288" y="64803"/>
                </a:cubicBezTo>
                <a:cubicBezTo>
                  <a:pt x="86162" y="66087"/>
                  <a:pt x="86099" y="67486"/>
                  <a:pt x="86099" y="69001"/>
                </a:cubicBezTo>
                <a:cubicBezTo>
                  <a:pt x="86099" y="73589"/>
                  <a:pt x="87035" y="76935"/>
                  <a:pt x="88908" y="79039"/>
                </a:cubicBezTo>
                <a:cubicBezTo>
                  <a:pt x="90781" y="81144"/>
                  <a:pt x="93695" y="82196"/>
                  <a:pt x="97652" y="82196"/>
                </a:cubicBezTo>
                <a:cubicBezTo>
                  <a:pt x="99714" y="82196"/>
                  <a:pt x="101671" y="81975"/>
                  <a:pt x="103523" y="81533"/>
                </a:cubicBezTo>
                <a:cubicBezTo>
                  <a:pt x="105375" y="81091"/>
                  <a:pt x="107195" y="80407"/>
                  <a:pt x="108984" y="79481"/>
                </a:cubicBezTo>
                <a:cubicBezTo>
                  <a:pt x="110772" y="78555"/>
                  <a:pt x="112571" y="77366"/>
                  <a:pt x="114381" y="75914"/>
                </a:cubicBezTo>
                <a:cubicBezTo>
                  <a:pt x="116191" y="74462"/>
                  <a:pt x="118085" y="72726"/>
                  <a:pt x="120063" y="70706"/>
                </a:cubicBezTo>
                <a:lnTo>
                  <a:pt x="124798" y="75820"/>
                </a:lnTo>
                <a:moveTo>
                  <a:pt x="88056" y="55113"/>
                </a:moveTo>
                <a:cubicBezTo>
                  <a:pt x="93401" y="55071"/>
                  <a:pt x="97999" y="54650"/>
                  <a:pt x="101850" y="53850"/>
                </a:cubicBezTo>
                <a:cubicBezTo>
                  <a:pt x="105701" y="53051"/>
                  <a:pt x="108857" y="51956"/>
                  <a:pt x="111319" y="50567"/>
                </a:cubicBezTo>
                <a:cubicBezTo>
                  <a:pt x="113781" y="49179"/>
                  <a:pt x="115591" y="47537"/>
                  <a:pt x="116749" y="45643"/>
                </a:cubicBezTo>
                <a:cubicBezTo>
                  <a:pt x="117906" y="43749"/>
                  <a:pt x="118485" y="41666"/>
                  <a:pt x="118485" y="39393"/>
                </a:cubicBezTo>
                <a:cubicBezTo>
                  <a:pt x="118485" y="36784"/>
                  <a:pt x="117832" y="34743"/>
                  <a:pt x="116528" y="33270"/>
                </a:cubicBezTo>
                <a:cubicBezTo>
                  <a:pt x="115223" y="31797"/>
                  <a:pt x="113329" y="31060"/>
                  <a:pt x="110846" y="31060"/>
                </a:cubicBezTo>
                <a:cubicBezTo>
                  <a:pt x="108531" y="31060"/>
                  <a:pt x="106248" y="31628"/>
                  <a:pt x="103996" y="32765"/>
                </a:cubicBezTo>
                <a:cubicBezTo>
                  <a:pt x="101745" y="33901"/>
                  <a:pt x="99619" y="35511"/>
                  <a:pt x="97620" y="37594"/>
                </a:cubicBezTo>
                <a:cubicBezTo>
                  <a:pt x="95621" y="39677"/>
                  <a:pt x="93801" y="42203"/>
                  <a:pt x="92159" y="45170"/>
                </a:cubicBezTo>
                <a:cubicBezTo>
                  <a:pt x="90518" y="48137"/>
                  <a:pt x="89150" y="51451"/>
                  <a:pt x="88056" y="55113"/>
                </a:cubicBezTo>
                <a:close/>
                <a:moveTo>
                  <a:pt x="192466" y="73989"/>
                </a:moveTo>
                <a:cubicBezTo>
                  <a:pt x="190235" y="76893"/>
                  <a:pt x="188110" y="79386"/>
                  <a:pt x="186090" y="81470"/>
                </a:cubicBezTo>
                <a:cubicBezTo>
                  <a:pt x="184070" y="83553"/>
                  <a:pt x="182081" y="85258"/>
                  <a:pt x="180124" y="86583"/>
                </a:cubicBezTo>
                <a:cubicBezTo>
                  <a:pt x="178167" y="87909"/>
                  <a:pt x="176199" y="88877"/>
                  <a:pt x="174221" y="89487"/>
                </a:cubicBezTo>
                <a:cubicBezTo>
                  <a:pt x="172243" y="90098"/>
                  <a:pt x="170181" y="90403"/>
                  <a:pt x="168034" y="90403"/>
                </a:cubicBezTo>
                <a:cubicBezTo>
                  <a:pt x="163110" y="90403"/>
                  <a:pt x="159291" y="88614"/>
                  <a:pt x="156576" y="85037"/>
                </a:cubicBezTo>
                <a:cubicBezTo>
                  <a:pt x="153862" y="81459"/>
                  <a:pt x="152504" y="76219"/>
                  <a:pt x="152504" y="69317"/>
                </a:cubicBezTo>
                <a:cubicBezTo>
                  <a:pt x="152504" y="65403"/>
                  <a:pt x="152925" y="61573"/>
                  <a:pt x="153767" y="57827"/>
                </a:cubicBezTo>
                <a:cubicBezTo>
                  <a:pt x="154609" y="54082"/>
                  <a:pt x="155808" y="50546"/>
                  <a:pt x="157365" y="47222"/>
                </a:cubicBezTo>
                <a:cubicBezTo>
                  <a:pt x="158923" y="43897"/>
                  <a:pt x="160785" y="40856"/>
                  <a:pt x="162952" y="38099"/>
                </a:cubicBezTo>
                <a:cubicBezTo>
                  <a:pt x="165120" y="35342"/>
                  <a:pt x="167519" y="32975"/>
                  <a:pt x="170149" y="30997"/>
                </a:cubicBezTo>
                <a:cubicBezTo>
                  <a:pt x="172780" y="29019"/>
                  <a:pt x="175579" y="27493"/>
                  <a:pt x="178546" y="26420"/>
                </a:cubicBezTo>
                <a:cubicBezTo>
                  <a:pt x="181513" y="25347"/>
                  <a:pt x="184596" y="24810"/>
                  <a:pt x="187794" y="24810"/>
                </a:cubicBezTo>
                <a:cubicBezTo>
                  <a:pt x="191077" y="24810"/>
                  <a:pt x="193981" y="25200"/>
                  <a:pt x="196506" y="25978"/>
                </a:cubicBezTo>
                <a:cubicBezTo>
                  <a:pt x="199031" y="26757"/>
                  <a:pt x="201325" y="27819"/>
                  <a:pt x="203387" y="29166"/>
                </a:cubicBezTo>
                <a:lnTo>
                  <a:pt x="209574" y="24810"/>
                </a:lnTo>
                <a:lnTo>
                  <a:pt x="214372" y="26136"/>
                </a:lnTo>
                <a:cubicBezTo>
                  <a:pt x="213236" y="31523"/>
                  <a:pt x="212099" y="36837"/>
                  <a:pt x="210963" y="42076"/>
                </a:cubicBezTo>
                <a:cubicBezTo>
                  <a:pt x="209827" y="47316"/>
                  <a:pt x="208669" y="52630"/>
                  <a:pt x="207491" y="58017"/>
                </a:cubicBezTo>
                <a:cubicBezTo>
                  <a:pt x="206144" y="64372"/>
                  <a:pt x="204966" y="70233"/>
                  <a:pt x="203956" y="75599"/>
                </a:cubicBezTo>
                <a:cubicBezTo>
                  <a:pt x="202946" y="80965"/>
                  <a:pt x="201830" y="85731"/>
                  <a:pt x="200610" y="89898"/>
                </a:cubicBezTo>
                <a:cubicBezTo>
                  <a:pt x="199389" y="94064"/>
                  <a:pt x="197927" y="97663"/>
                  <a:pt x="196222" y="100693"/>
                </a:cubicBezTo>
                <a:cubicBezTo>
                  <a:pt x="194518" y="103723"/>
                  <a:pt x="192329" y="106248"/>
                  <a:pt x="189657" y="108269"/>
                </a:cubicBezTo>
                <a:cubicBezTo>
                  <a:pt x="186984" y="110289"/>
                  <a:pt x="183691" y="111846"/>
                  <a:pt x="179777" y="112940"/>
                </a:cubicBezTo>
                <a:cubicBezTo>
                  <a:pt x="175863" y="114034"/>
                  <a:pt x="171065" y="114603"/>
                  <a:pt x="165383" y="114645"/>
                </a:cubicBezTo>
                <a:cubicBezTo>
                  <a:pt x="156629" y="114645"/>
                  <a:pt x="150032" y="113582"/>
                  <a:pt x="145592" y="111457"/>
                </a:cubicBezTo>
                <a:cubicBezTo>
                  <a:pt x="141151" y="109331"/>
                  <a:pt x="138931" y="106059"/>
                  <a:pt x="138931" y="101640"/>
                </a:cubicBezTo>
                <a:cubicBezTo>
                  <a:pt x="138931" y="100504"/>
                  <a:pt x="139110" y="99430"/>
                  <a:pt x="139468" y="98420"/>
                </a:cubicBezTo>
                <a:cubicBezTo>
                  <a:pt x="139826" y="97410"/>
                  <a:pt x="140383" y="96442"/>
                  <a:pt x="141141" y="95516"/>
                </a:cubicBezTo>
                <a:cubicBezTo>
                  <a:pt x="141898" y="94590"/>
                  <a:pt x="142877" y="93675"/>
                  <a:pt x="144076" y="92770"/>
                </a:cubicBezTo>
                <a:cubicBezTo>
                  <a:pt x="145276" y="91865"/>
                  <a:pt x="146696" y="90908"/>
                  <a:pt x="148338" y="89898"/>
                </a:cubicBezTo>
                <a:lnTo>
                  <a:pt x="154083" y="94254"/>
                </a:lnTo>
                <a:cubicBezTo>
                  <a:pt x="152610" y="95516"/>
                  <a:pt x="151610" y="96716"/>
                  <a:pt x="151084" y="97852"/>
                </a:cubicBezTo>
                <a:cubicBezTo>
                  <a:pt x="150558" y="98988"/>
                  <a:pt x="150295" y="100188"/>
                  <a:pt x="150295" y="101450"/>
                </a:cubicBezTo>
                <a:cubicBezTo>
                  <a:pt x="150295" y="103807"/>
                  <a:pt x="151494" y="105596"/>
                  <a:pt x="153893" y="106817"/>
                </a:cubicBezTo>
                <a:cubicBezTo>
                  <a:pt x="156292" y="108037"/>
                  <a:pt x="160038" y="108647"/>
                  <a:pt x="165130" y="108647"/>
                </a:cubicBezTo>
                <a:cubicBezTo>
                  <a:pt x="167740" y="108647"/>
                  <a:pt x="170097" y="108458"/>
                  <a:pt x="172201" y="108079"/>
                </a:cubicBezTo>
                <a:cubicBezTo>
                  <a:pt x="174305" y="107700"/>
                  <a:pt x="176231" y="107059"/>
                  <a:pt x="177977" y="106154"/>
                </a:cubicBezTo>
                <a:cubicBezTo>
                  <a:pt x="179724" y="105249"/>
                  <a:pt x="181313" y="103997"/>
                  <a:pt x="182744" y="102397"/>
                </a:cubicBezTo>
                <a:cubicBezTo>
                  <a:pt x="184175" y="100798"/>
                  <a:pt x="185501" y="98810"/>
                  <a:pt x="186721" y="96432"/>
                </a:cubicBezTo>
                <a:cubicBezTo>
                  <a:pt x="187942" y="94054"/>
                  <a:pt x="189099" y="91034"/>
                  <a:pt x="190193" y="87372"/>
                </a:cubicBezTo>
                <a:cubicBezTo>
                  <a:pt x="191287" y="83711"/>
                  <a:pt x="192361" y="79376"/>
                  <a:pt x="193413" y="74368"/>
                </a:cubicBezTo>
                <a:lnTo>
                  <a:pt x="192466" y="73989"/>
                </a:lnTo>
                <a:moveTo>
                  <a:pt x="196633" y="53535"/>
                </a:moveTo>
                <a:cubicBezTo>
                  <a:pt x="197095" y="51136"/>
                  <a:pt x="197548" y="48800"/>
                  <a:pt x="197990" y="46527"/>
                </a:cubicBezTo>
                <a:cubicBezTo>
                  <a:pt x="198432" y="44254"/>
                  <a:pt x="198653" y="42234"/>
                  <a:pt x="198653" y="40467"/>
                </a:cubicBezTo>
                <a:cubicBezTo>
                  <a:pt x="198653" y="37058"/>
                  <a:pt x="197853" y="34638"/>
                  <a:pt x="196254" y="33207"/>
                </a:cubicBezTo>
                <a:cubicBezTo>
                  <a:pt x="194654" y="31776"/>
                  <a:pt x="192213" y="31060"/>
                  <a:pt x="188931" y="31060"/>
                </a:cubicBezTo>
                <a:cubicBezTo>
                  <a:pt x="186490" y="31060"/>
                  <a:pt x="184196" y="31607"/>
                  <a:pt x="182049" y="32702"/>
                </a:cubicBezTo>
                <a:cubicBezTo>
                  <a:pt x="179903" y="33796"/>
                  <a:pt x="177946" y="35269"/>
                  <a:pt x="176178" y="37121"/>
                </a:cubicBezTo>
                <a:cubicBezTo>
                  <a:pt x="174411" y="38972"/>
                  <a:pt x="172832" y="41140"/>
                  <a:pt x="171444" y="43623"/>
                </a:cubicBezTo>
                <a:cubicBezTo>
                  <a:pt x="170055" y="46106"/>
                  <a:pt x="168887" y="48737"/>
                  <a:pt x="167940" y="51514"/>
                </a:cubicBezTo>
                <a:cubicBezTo>
                  <a:pt x="166993" y="54292"/>
                  <a:pt x="166267" y="57154"/>
                  <a:pt x="165762" y="60100"/>
                </a:cubicBezTo>
                <a:cubicBezTo>
                  <a:pt x="165257" y="63046"/>
                  <a:pt x="165004" y="65887"/>
                  <a:pt x="165004" y="68623"/>
                </a:cubicBezTo>
                <a:cubicBezTo>
                  <a:pt x="165004" y="77587"/>
                  <a:pt x="167719" y="82069"/>
                  <a:pt x="173148" y="82069"/>
                </a:cubicBezTo>
                <a:cubicBezTo>
                  <a:pt x="175421" y="82069"/>
                  <a:pt x="177683" y="81386"/>
                  <a:pt x="179935" y="80018"/>
                </a:cubicBezTo>
                <a:cubicBezTo>
                  <a:pt x="182186" y="78650"/>
                  <a:pt x="184617" y="76367"/>
                  <a:pt x="187226" y="73168"/>
                </a:cubicBezTo>
                <a:cubicBezTo>
                  <a:pt x="188615" y="71485"/>
                  <a:pt x="189814" y="69906"/>
                  <a:pt x="190825" y="68433"/>
                </a:cubicBezTo>
                <a:cubicBezTo>
                  <a:pt x="191835" y="66960"/>
                  <a:pt x="192697" y="65477"/>
                  <a:pt x="193413" y="63983"/>
                </a:cubicBezTo>
                <a:cubicBezTo>
                  <a:pt x="194128" y="62489"/>
                  <a:pt x="194739" y="60900"/>
                  <a:pt x="195244" y="59216"/>
                </a:cubicBezTo>
                <a:cubicBezTo>
                  <a:pt x="195749" y="57533"/>
                  <a:pt x="196212" y="55639"/>
                  <a:pt x="196633" y="53535"/>
                </a:cubicBezTo>
                <a:close/>
                <a:moveTo>
                  <a:pt x="244018" y="48105"/>
                </a:moveTo>
                <a:cubicBezTo>
                  <a:pt x="244607" y="45664"/>
                  <a:pt x="245017" y="43644"/>
                  <a:pt x="245249" y="42045"/>
                </a:cubicBezTo>
                <a:cubicBezTo>
                  <a:pt x="245480" y="40446"/>
                  <a:pt x="245596" y="39099"/>
                  <a:pt x="245596" y="38004"/>
                </a:cubicBezTo>
                <a:cubicBezTo>
                  <a:pt x="245596" y="34932"/>
                  <a:pt x="244354" y="33396"/>
                  <a:pt x="241871" y="33396"/>
                </a:cubicBezTo>
                <a:cubicBezTo>
                  <a:pt x="241072" y="33396"/>
                  <a:pt x="240282" y="33554"/>
                  <a:pt x="239504" y="33869"/>
                </a:cubicBezTo>
                <a:cubicBezTo>
                  <a:pt x="238725" y="34185"/>
                  <a:pt x="237915" y="34659"/>
                  <a:pt x="237073" y="35290"/>
                </a:cubicBezTo>
                <a:cubicBezTo>
                  <a:pt x="236232" y="35921"/>
                  <a:pt x="235306" y="36721"/>
                  <a:pt x="234296" y="37689"/>
                </a:cubicBezTo>
                <a:cubicBezTo>
                  <a:pt x="233286" y="38657"/>
                  <a:pt x="232149" y="39793"/>
                  <a:pt x="230887" y="41098"/>
                </a:cubicBezTo>
                <a:lnTo>
                  <a:pt x="226531" y="36994"/>
                </a:lnTo>
                <a:cubicBezTo>
                  <a:pt x="228635" y="34848"/>
                  <a:pt x="230560" y="33007"/>
                  <a:pt x="232307" y="31470"/>
                </a:cubicBezTo>
                <a:cubicBezTo>
                  <a:pt x="234054" y="29934"/>
                  <a:pt x="235727" y="28672"/>
                  <a:pt x="237326" y="27683"/>
                </a:cubicBezTo>
                <a:cubicBezTo>
                  <a:pt x="238925" y="26694"/>
                  <a:pt x="240503" y="25968"/>
                  <a:pt x="242061" y="25505"/>
                </a:cubicBezTo>
                <a:cubicBezTo>
                  <a:pt x="243618" y="25042"/>
                  <a:pt x="245238" y="24810"/>
                  <a:pt x="246922" y="24810"/>
                </a:cubicBezTo>
                <a:cubicBezTo>
                  <a:pt x="250036" y="24810"/>
                  <a:pt x="252446" y="25831"/>
                  <a:pt x="254150" y="27872"/>
                </a:cubicBezTo>
                <a:cubicBezTo>
                  <a:pt x="255855" y="29913"/>
                  <a:pt x="256707" y="32596"/>
                  <a:pt x="256707" y="35921"/>
                </a:cubicBezTo>
                <a:cubicBezTo>
                  <a:pt x="256707" y="37815"/>
                  <a:pt x="256412" y="39499"/>
                  <a:pt x="255823" y="40972"/>
                </a:cubicBezTo>
                <a:lnTo>
                  <a:pt x="256707" y="41350"/>
                </a:lnTo>
                <a:cubicBezTo>
                  <a:pt x="260958" y="35669"/>
                  <a:pt x="265093" y="31492"/>
                  <a:pt x="269112" y="28819"/>
                </a:cubicBezTo>
                <a:cubicBezTo>
                  <a:pt x="273131" y="26146"/>
                  <a:pt x="277266" y="24810"/>
                  <a:pt x="281517" y="24810"/>
                </a:cubicBezTo>
                <a:cubicBezTo>
                  <a:pt x="283116" y="24810"/>
                  <a:pt x="284621" y="24894"/>
                  <a:pt x="286031" y="25063"/>
                </a:cubicBezTo>
                <a:cubicBezTo>
                  <a:pt x="287441" y="25231"/>
                  <a:pt x="288798" y="25442"/>
                  <a:pt x="290103" y="25694"/>
                </a:cubicBezTo>
                <a:lnTo>
                  <a:pt x="286883" y="40972"/>
                </a:lnTo>
                <a:lnTo>
                  <a:pt x="279560" y="40972"/>
                </a:lnTo>
                <a:cubicBezTo>
                  <a:pt x="279350" y="38446"/>
                  <a:pt x="278813" y="36637"/>
                  <a:pt x="277950" y="35542"/>
                </a:cubicBezTo>
                <a:cubicBezTo>
                  <a:pt x="277087" y="34448"/>
                  <a:pt x="275835" y="33901"/>
                  <a:pt x="274194" y="33901"/>
                </a:cubicBezTo>
                <a:cubicBezTo>
                  <a:pt x="273226" y="33859"/>
                  <a:pt x="272111" y="34154"/>
                  <a:pt x="270848" y="34785"/>
                </a:cubicBezTo>
                <a:cubicBezTo>
                  <a:pt x="269586" y="35416"/>
                  <a:pt x="268249" y="36321"/>
                  <a:pt x="266839" y="37499"/>
                </a:cubicBezTo>
                <a:cubicBezTo>
                  <a:pt x="265429" y="38678"/>
                  <a:pt x="264030" y="40067"/>
                  <a:pt x="262641" y="41666"/>
                </a:cubicBezTo>
                <a:cubicBezTo>
                  <a:pt x="261252" y="43265"/>
                  <a:pt x="259937" y="45012"/>
                  <a:pt x="258696" y="46906"/>
                </a:cubicBezTo>
                <a:cubicBezTo>
                  <a:pt x="257454" y="48800"/>
                  <a:pt x="256370" y="50809"/>
                  <a:pt x="255444" y="52935"/>
                </a:cubicBezTo>
                <a:cubicBezTo>
                  <a:pt x="254518" y="55060"/>
                  <a:pt x="253824" y="57196"/>
                  <a:pt x="253361" y="59343"/>
                </a:cubicBezTo>
                <a:lnTo>
                  <a:pt x="246922" y="89266"/>
                </a:lnTo>
                <a:lnTo>
                  <a:pt x="234548" y="89266"/>
                </a:lnTo>
                <a:lnTo>
                  <a:pt x="244018" y="48105"/>
                </a:lnTo>
                <a:close/>
                <a:moveTo>
                  <a:pt x="351328" y="75820"/>
                </a:moveTo>
                <a:cubicBezTo>
                  <a:pt x="346446" y="80660"/>
                  <a:pt x="341575" y="84300"/>
                  <a:pt x="336714" y="86741"/>
                </a:cubicBezTo>
                <a:cubicBezTo>
                  <a:pt x="331853" y="89182"/>
                  <a:pt x="326623" y="90403"/>
                  <a:pt x="321026" y="90403"/>
                </a:cubicBezTo>
                <a:cubicBezTo>
                  <a:pt x="317743" y="90403"/>
                  <a:pt x="314828" y="89908"/>
                  <a:pt x="312282" y="88919"/>
                </a:cubicBezTo>
                <a:cubicBezTo>
                  <a:pt x="309736" y="87930"/>
                  <a:pt x="307589" y="86489"/>
                  <a:pt x="305843" y="84595"/>
                </a:cubicBezTo>
                <a:cubicBezTo>
                  <a:pt x="304096" y="82701"/>
                  <a:pt x="302771" y="80397"/>
                  <a:pt x="301866" y="77682"/>
                </a:cubicBezTo>
                <a:cubicBezTo>
                  <a:pt x="300961" y="74967"/>
                  <a:pt x="300508" y="71905"/>
                  <a:pt x="300508" y="68496"/>
                </a:cubicBezTo>
                <a:cubicBezTo>
                  <a:pt x="300508" y="66097"/>
                  <a:pt x="300719" y="63604"/>
                  <a:pt x="301140" y="61015"/>
                </a:cubicBezTo>
                <a:cubicBezTo>
                  <a:pt x="301561" y="58427"/>
                  <a:pt x="302213" y="55839"/>
                  <a:pt x="303097" y="53250"/>
                </a:cubicBezTo>
                <a:cubicBezTo>
                  <a:pt x="303981" y="50662"/>
                  <a:pt x="305075" y="48137"/>
                  <a:pt x="306379" y="45675"/>
                </a:cubicBezTo>
                <a:cubicBezTo>
                  <a:pt x="307684" y="43213"/>
                  <a:pt x="309220" y="40908"/>
                  <a:pt x="310988" y="38762"/>
                </a:cubicBezTo>
                <a:cubicBezTo>
                  <a:pt x="314523" y="34385"/>
                  <a:pt x="318785" y="30965"/>
                  <a:pt x="323772" y="28503"/>
                </a:cubicBezTo>
                <a:cubicBezTo>
                  <a:pt x="328759" y="26041"/>
                  <a:pt x="334199" y="24810"/>
                  <a:pt x="340091" y="24810"/>
                </a:cubicBezTo>
                <a:cubicBezTo>
                  <a:pt x="345478" y="24810"/>
                  <a:pt x="349571" y="25989"/>
                  <a:pt x="352370" y="28346"/>
                </a:cubicBezTo>
                <a:cubicBezTo>
                  <a:pt x="355169" y="30702"/>
                  <a:pt x="356568" y="34048"/>
                  <a:pt x="356568" y="38383"/>
                </a:cubicBezTo>
                <a:cubicBezTo>
                  <a:pt x="356568" y="53619"/>
                  <a:pt x="342153" y="61236"/>
                  <a:pt x="313324" y="61236"/>
                </a:cubicBezTo>
                <a:cubicBezTo>
                  <a:pt x="313113" y="62331"/>
                  <a:pt x="312945" y="63520"/>
                  <a:pt x="312819" y="64803"/>
                </a:cubicBezTo>
                <a:cubicBezTo>
                  <a:pt x="312693" y="66087"/>
                  <a:pt x="312629" y="67486"/>
                  <a:pt x="312629" y="69001"/>
                </a:cubicBezTo>
                <a:cubicBezTo>
                  <a:pt x="312629" y="73589"/>
                  <a:pt x="313566" y="76935"/>
                  <a:pt x="315439" y="79039"/>
                </a:cubicBezTo>
                <a:cubicBezTo>
                  <a:pt x="317312" y="81144"/>
                  <a:pt x="320226" y="82196"/>
                  <a:pt x="324182" y="82196"/>
                </a:cubicBezTo>
                <a:cubicBezTo>
                  <a:pt x="326245" y="82196"/>
                  <a:pt x="328202" y="81975"/>
                  <a:pt x="330053" y="81533"/>
                </a:cubicBezTo>
                <a:cubicBezTo>
                  <a:pt x="331905" y="81091"/>
                  <a:pt x="333725" y="80407"/>
                  <a:pt x="335514" y="79481"/>
                </a:cubicBezTo>
                <a:cubicBezTo>
                  <a:pt x="337303" y="78555"/>
                  <a:pt x="339102" y="77366"/>
                  <a:pt x="340912" y="75914"/>
                </a:cubicBezTo>
                <a:cubicBezTo>
                  <a:pt x="342722" y="74462"/>
                  <a:pt x="344615" y="72726"/>
                  <a:pt x="346594" y="70706"/>
                </a:cubicBezTo>
                <a:lnTo>
                  <a:pt x="351328" y="75820"/>
                </a:lnTo>
                <a:moveTo>
                  <a:pt x="314586" y="55113"/>
                </a:moveTo>
                <a:cubicBezTo>
                  <a:pt x="319931" y="55071"/>
                  <a:pt x="324529" y="54650"/>
                  <a:pt x="328380" y="53850"/>
                </a:cubicBezTo>
                <a:cubicBezTo>
                  <a:pt x="332231" y="53051"/>
                  <a:pt x="335388" y="51956"/>
                  <a:pt x="337850" y="50567"/>
                </a:cubicBezTo>
                <a:cubicBezTo>
                  <a:pt x="340312" y="49179"/>
                  <a:pt x="342122" y="47537"/>
                  <a:pt x="343279" y="45643"/>
                </a:cubicBezTo>
                <a:cubicBezTo>
                  <a:pt x="344437" y="43749"/>
                  <a:pt x="345015" y="41666"/>
                  <a:pt x="345015" y="39393"/>
                </a:cubicBezTo>
                <a:cubicBezTo>
                  <a:pt x="345015" y="36784"/>
                  <a:pt x="344363" y="34743"/>
                  <a:pt x="343058" y="33270"/>
                </a:cubicBezTo>
                <a:cubicBezTo>
                  <a:pt x="341754" y="31797"/>
                  <a:pt x="339860" y="31060"/>
                  <a:pt x="337376" y="31060"/>
                </a:cubicBezTo>
                <a:cubicBezTo>
                  <a:pt x="335062" y="31060"/>
                  <a:pt x="332778" y="31628"/>
                  <a:pt x="330527" y="32765"/>
                </a:cubicBezTo>
                <a:cubicBezTo>
                  <a:pt x="328275" y="33901"/>
                  <a:pt x="326150" y="35511"/>
                  <a:pt x="324151" y="37594"/>
                </a:cubicBezTo>
                <a:cubicBezTo>
                  <a:pt x="322152" y="39677"/>
                  <a:pt x="320331" y="42203"/>
                  <a:pt x="318690" y="45170"/>
                </a:cubicBezTo>
                <a:cubicBezTo>
                  <a:pt x="317049" y="48137"/>
                  <a:pt x="315681" y="51451"/>
                  <a:pt x="314586" y="55113"/>
                </a:cubicBezTo>
                <a:close/>
                <a:moveTo>
                  <a:pt x="413883" y="42045"/>
                </a:moveTo>
                <a:cubicBezTo>
                  <a:pt x="413420" y="38257"/>
                  <a:pt x="412168" y="35458"/>
                  <a:pt x="410127" y="33648"/>
                </a:cubicBezTo>
                <a:cubicBezTo>
                  <a:pt x="408086" y="31839"/>
                  <a:pt x="404919" y="30934"/>
                  <a:pt x="400626" y="30934"/>
                </a:cubicBezTo>
                <a:cubicBezTo>
                  <a:pt x="398900" y="30934"/>
                  <a:pt x="397301" y="31165"/>
                  <a:pt x="395828" y="31628"/>
                </a:cubicBezTo>
                <a:cubicBezTo>
                  <a:pt x="394355" y="32091"/>
                  <a:pt x="393092" y="32733"/>
                  <a:pt x="392040" y="33554"/>
                </a:cubicBezTo>
                <a:cubicBezTo>
                  <a:pt x="390988" y="34374"/>
                  <a:pt x="390167" y="35353"/>
                  <a:pt x="389578" y="36489"/>
                </a:cubicBezTo>
                <a:cubicBezTo>
                  <a:pt x="388989" y="37626"/>
                  <a:pt x="388694" y="38867"/>
                  <a:pt x="388694" y="40214"/>
                </a:cubicBezTo>
                <a:cubicBezTo>
                  <a:pt x="388694" y="41435"/>
                  <a:pt x="388842" y="42550"/>
                  <a:pt x="389136" y="43560"/>
                </a:cubicBezTo>
                <a:cubicBezTo>
                  <a:pt x="389431" y="44570"/>
                  <a:pt x="390009" y="45559"/>
                  <a:pt x="390872" y="46527"/>
                </a:cubicBezTo>
                <a:cubicBezTo>
                  <a:pt x="391735" y="47495"/>
                  <a:pt x="392956" y="48505"/>
                  <a:pt x="394534" y="49557"/>
                </a:cubicBezTo>
                <a:cubicBezTo>
                  <a:pt x="396112" y="50610"/>
                  <a:pt x="398185" y="51809"/>
                  <a:pt x="400752" y="53156"/>
                </a:cubicBezTo>
                <a:cubicBezTo>
                  <a:pt x="403446" y="54629"/>
                  <a:pt x="405687" y="56039"/>
                  <a:pt x="407476" y="57386"/>
                </a:cubicBezTo>
                <a:cubicBezTo>
                  <a:pt x="409264" y="58732"/>
                  <a:pt x="410685" y="60100"/>
                  <a:pt x="411737" y="61489"/>
                </a:cubicBezTo>
                <a:cubicBezTo>
                  <a:pt x="412789" y="62878"/>
                  <a:pt x="413526" y="64361"/>
                  <a:pt x="413946" y="65940"/>
                </a:cubicBezTo>
                <a:cubicBezTo>
                  <a:pt x="414367" y="67518"/>
                  <a:pt x="414578" y="69275"/>
                  <a:pt x="414578" y="71211"/>
                </a:cubicBezTo>
                <a:cubicBezTo>
                  <a:pt x="414578" y="74199"/>
                  <a:pt x="413967" y="76882"/>
                  <a:pt x="412747" y="79260"/>
                </a:cubicBezTo>
                <a:cubicBezTo>
                  <a:pt x="411526" y="81638"/>
                  <a:pt x="409822" y="83648"/>
                  <a:pt x="407633" y="85289"/>
                </a:cubicBezTo>
                <a:cubicBezTo>
                  <a:pt x="405445" y="86931"/>
                  <a:pt x="402867" y="88193"/>
                  <a:pt x="399900" y="89077"/>
                </a:cubicBezTo>
                <a:cubicBezTo>
                  <a:pt x="396933" y="89961"/>
                  <a:pt x="393682" y="90403"/>
                  <a:pt x="390146" y="90403"/>
                </a:cubicBezTo>
                <a:cubicBezTo>
                  <a:pt x="386274" y="90403"/>
                  <a:pt x="382465" y="90150"/>
                  <a:pt x="378720" y="89645"/>
                </a:cubicBezTo>
                <a:cubicBezTo>
                  <a:pt x="374974" y="89140"/>
                  <a:pt x="371018" y="88277"/>
                  <a:pt x="366851" y="87057"/>
                </a:cubicBezTo>
                <a:lnTo>
                  <a:pt x="370134" y="72663"/>
                </a:lnTo>
                <a:lnTo>
                  <a:pt x="375626" y="72663"/>
                </a:lnTo>
                <a:cubicBezTo>
                  <a:pt x="375837" y="76577"/>
                  <a:pt x="377068" y="79513"/>
                  <a:pt x="379319" y="81470"/>
                </a:cubicBezTo>
                <a:cubicBezTo>
                  <a:pt x="381571" y="83427"/>
                  <a:pt x="385054" y="84405"/>
                  <a:pt x="389767" y="84405"/>
                </a:cubicBezTo>
                <a:cubicBezTo>
                  <a:pt x="393976" y="84405"/>
                  <a:pt x="397290" y="83500"/>
                  <a:pt x="399710" y="81691"/>
                </a:cubicBezTo>
                <a:cubicBezTo>
                  <a:pt x="402130" y="79881"/>
                  <a:pt x="403340" y="77356"/>
                  <a:pt x="403340" y="74115"/>
                </a:cubicBezTo>
                <a:cubicBezTo>
                  <a:pt x="403340" y="72642"/>
                  <a:pt x="403193" y="71369"/>
                  <a:pt x="402899" y="70296"/>
                </a:cubicBezTo>
                <a:cubicBezTo>
                  <a:pt x="402604" y="69222"/>
                  <a:pt x="402025" y="68202"/>
                  <a:pt x="401162" y="67234"/>
                </a:cubicBezTo>
                <a:cubicBezTo>
                  <a:pt x="400300" y="66266"/>
                  <a:pt x="399121" y="65266"/>
                  <a:pt x="397627" y="64235"/>
                </a:cubicBezTo>
                <a:cubicBezTo>
                  <a:pt x="396133" y="63204"/>
                  <a:pt x="394187" y="62015"/>
                  <a:pt x="391788" y="60668"/>
                </a:cubicBezTo>
                <a:cubicBezTo>
                  <a:pt x="389304" y="59279"/>
                  <a:pt x="387169" y="57912"/>
                  <a:pt x="385380" y="56565"/>
                </a:cubicBezTo>
                <a:cubicBezTo>
                  <a:pt x="383591" y="55218"/>
                  <a:pt x="382118" y="53850"/>
                  <a:pt x="380961" y="52461"/>
                </a:cubicBezTo>
                <a:cubicBezTo>
                  <a:pt x="379803" y="51072"/>
                  <a:pt x="378951" y="49620"/>
                  <a:pt x="378404" y="48105"/>
                </a:cubicBezTo>
                <a:cubicBezTo>
                  <a:pt x="377857" y="46590"/>
                  <a:pt x="377583" y="44970"/>
                  <a:pt x="377583" y="43244"/>
                </a:cubicBezTo>
                <a:cubicBezTo>
                  <a:pt x="377583" y="40593"/>
                  <a:pt x="378141" y="38141"/>
                  <a:pt x="379256" y="35890"/>
                </a:cubicBezTo>
                <a:cubicBezTo>
                  <a:pt x="380372" y="33638"/>
                  <a:pt x="381960" y="31691"/>
                  <a:pt x="384023" y="30050"/>
                </a:cubicBezTo>
                <a:cubicBezTo>
                  <a:pt x="386085" y="28409"/>
                  <a:pt x="388568" y="27125"/>
                  <a:pt x="391472" y="26199"/>
                </a:cubicBezTo>
                <a:cubicBezTo>
                  <a:pt x="394376" y="25273"/>
                  <a:pt x="397638" y="24810"/>
                  <a:pt x="401257" y="24810"/>
                </a:cubicBezTo>
                <a:cubicBezTo>
                  <a:pt x="405340" y="24810"/>
                  <a:pt x="409096" y="25063"/>
                  <a:pt x="412526" y="25568"/>
                </a:cubicBezTo>
                <a:cubicBezTo>
                  <a:pt x="415956" y="26073"/>
                  <a:pt x="419291" y="26809"/>
                  <a:pt x="422532" y="27777"/>
                </a:cubicBezTo>
                <a:lnTo>
                  <a:pt x="419502" y="42045"/>
                </a:lnTo>
                <a:lnTo>
                  <a:pt x="413883" y="42045"/>
                </a:lnTo>
                <a:close/>
                <a:moveTo>
                  <a:pt x="476809" y="42045"/>
                </a:moveTo>
                <a:cubicBezTo>
                  <a:pt x="476346" y="38257"/>
                  <a:pt x="475094" y="35458"/>
                  <a:pt x="473053" y="33648"/>
                </a:cubicBezTo>
                <a:cubicBezTo>
                  <a:pt x="471012" y="31839"/>
                  <a:pt x="467845" y="30934"/>
                  <a:pt x="463552" y="30934"/>
                </a:cubicBezTo>
                <a:cubicBezTo>
                  <a:pt x="461826" y="30934"/>
                  <a:pt x="460227" y="31165"/>
                  <a:pt x="458754" y="31628"/>
                </a:cubicBezTo>
                <a:cubicBezTo>
                  <a:pt x="457281" y="32091"/>
                  <a:pt x="456018" y="32733"/>
                  <a:pt x="454966" y="33554"/>
                </a:cubicBezTo>
                <a:cubicBezTo>
                  <a:pt x="453914" y="34374"/>
                  <a:pt x="453093" y="35353"/>
                  <a:pt x="452504" y="36489"/>
                </a:cubicBezTo>
                <a:cubicBezTo>
                  <a:pt x="451915" y="37626"/>
                  <a:pt x="451620" y="38867"/>
                  <a:pt x="451620" y="40214"/>
                </a:cubicBezTo>
                <a:cubicBezTo>
                  <a:pt x="451620" y="41435"/>
                  <a:pt x="451767" y="42550"/>
                  <a:pt x="452062" y="43560"/>
                </a:cubicBezTo>
                <a:cubicBezTo>
                  <a:pt x="452357" y="44570"/>
                  <a:pt x="452935" y="45559"/>
                  <a:pt x="453798" y="46527"/>
                </a:cubicBezTo>
                <a:cubicBezTo>
                  <a:pt x="454661" y="47495"/>
                  <a:pt x="455881" y="48505"/>
                  <a:pt x="457460" y="49557"/>
                </a:cubicBezTo>
                <a:cubicBezTo>
                  <a:pt x="459038" y="50610"/>
                  <a:pt x="461111" y="51809"/>
                  <a:pt x="463678" y="53156"/>
                </a:cubicBezTo>
                <a:cubicBezTo>
                  <a:pt x="466372" y="54629"/>
                  <a:pt x="468613" y="56039"/>
                  <a:pt x="470401" y="57386"/>
                </a:cubicBezTo>
                <a:cubicBezTo>
                  <a:pt x="472190" y="58732"/>
                  <a:pt x="473610" y="60100"/>
                  <a:pt x="474663" y="61489"/>
                </a:cubicBezTo>
                <a:cubicBezTo>
                  <a:pt x="475715" y="62878"/>
                  <a:pt x="476451" y="64361"/>
                  <a:pt x="476872" y="65940"/>
                </a:cubicBezTo>
                <a:cubicBezTo>
                  <a:pt x="477293" y="67518"/>
                  <a:pt x="477504" y="69275"/>
                  <a:pt x="477504" y="71211"/>
                </a:cubicBezTo>
                <a:cubicBezTo>
                  <a:pt x="477504" y="74199"/>
                  <a:pt x="476893" y="76882"/>
                  <a:pt x="475673" y="79260"/>
                </a:cubicBezTo>
                <a:cubicBezTo>
                  <a:pt x="474452" y="81638"/>
                  <a:pt x="472748" y="83648"/>
                  <a:pt x="470559" y="85289"/>
                </a:cubicBezTo>
                <a:cubicBezTo>
                  <a:pt x="468371" y="86931"/>
                  <a:pt x="465793" y="88193"/>
                  <a:pt x="462826" y="89077"/>
                </a:cubicBezTo>
                <a:cubicBezTo>
                  <a:pt x="459859" y="89961"/>
                  <a:pt x="456607" y="90403"/>
                  <a:pt x="453072" y="90403"/>
                </a:cubicBezTo>
                <a:cubicBezTo>
                  <a:pt x="449200" y="90403"/>
                  <a:pt x="445391" y="90150"/>
                  <a:pt x="441645" y="89645"/>
                </a:cubicBezTo>
                <a:cubicBezTo>
                  <a:pt x="437900" y="89140"/>
                  <a:pt x="433944" y="88277"/>
                  <a:pt x="429777" y="87057"/>
                </a:cubicBezTo>
                <a:lnTo>
                  <a:pt x="433060" y="72663"/>
                </a:lnTo>
                <a:lnTo>
                  <a:pt x="438552" y="72663"/>
                </a:lnTo>
                <a:cubicBezTo>
                  <a:pt x="438763" y="76577"/>
                  <a:pt x="439994" y="79513"/>
                  <a:pt x="442245" y="81470"/>
                </a:cubicBezTo>
                <a:cubicBezTo>
                  <a:pt x="444497" y="83427"/>
                  <a:pt x="447980" y="84405"/>
                  <a:pt x="452693" y="84405"/>
                </a:cubicBezTo>
                <a:cubicBezTo>
                  <a:pt x="456902" y="84405"/>
                  <a:pt x="460216" y="83500"/>
                  <a:pt x="462636" y="81691"/>
                </a:cubicBezTo>
                <a:cubicBezTo>
                  <a:pt x="465056" y="79881"/>
                  <a:pt x="466266" y="77356"/>
                  <a:pt x="466266" y="74115"/>
                </a:cubicBezTo>
                <a:cubicBezTo>
                  <a:pt x="466266" y="72642"/>
                  <a:pt x="466119" y="71369"/>
                  <a:pt x="465824" y="70296"/>
                </a:cubicBezTo>
                <a:cubicBezTo>
                  <a:pt x="465530" y="69222"/>
                  <a:pt x="464951" y="68202"/>
                  <a:pt x="464088" y="67234"/>
                </a:cubicBezTo>
                <a:cubicBezTo>
                  <a:pt x="463226" y="66266"/>
                  <a:pt x="462047" y="65266"/>
                  <a:pt x="460553" y="64235"/>
                </a:cubicBezTo>
                <a:cubicBezTo>
                  <a:pt x="459059" y="63204"/>
                  <a:pt x="457112" y="62015"/>
                  <a:pt x="454713" y="60668"/>
                </a:cubicBezTo>
                <a:cubicBezTo>
                  <a:pt x="452230" y="59279"/>
                  <a:pt x="450094" y="57912"/>
                  <a:pt x="448306" y="56565"/>
                </a:cubicBezTo>
                <a:cubicBezTo>
                  <a:pt x="446517" y="55218"/>
                  <a:pt x="445044" y="53850"/>
                  <a:pt x="443887" y="52461"/>
                </a:cubicBezTo>
                <a:cubicBezTo>
                  <a:pt x="442729" y="51072"/>
                  <a:pt x="441877" y="49620"/>
                  <a:pt x="441330" y="48105"/>
                </a:cubicBezTo>
                <a:cubicBezTo>
                  <a:pt x="440783" y="46590"/>
                  <a:pt x="440509" y="44970"/>
                  <a:pt x="440509" y="43244"/>
                </a:cubicBezTo>
                <a:cubicBezTo>
                  <a:pt x="440509" y="40593"/>
                  <a:pt x="441067" y="38141"/>
                  <a:pt x="442182" y="35890"/>
                </a:cubicBezTo>
                <a:cubicBezTo>
                  <a:pt x="443297" y="33638"/>
                  <a:pt x="444886" y="31691"/>
                  <a:pt x="446948" y="30050"/>
                </a:cubicBezTo>
                <a:cubicBezTo>
                  <a:pt x="449011" y="28409"/>
                  <a:pt x="451494" y="27125"/>
                  <a:pt x="454398" y="26199"/>
                </a:cubicBezTo>
                <a:cubicBezTo>
                  <a:pt x="457302" y="25273"/>
                  <a:pt x="460564" y="24810"/>
                  <a:pt x="464183" y="24810"/>
                </a:cubicBezTo>
                <a:cubicBezTo>
                  <a:pt x="468265" y="24810"/>
                  <a:pt x="472022" y="25063"/>
                  <a:pt x="475452" y="25568"/>
                </a:cubicBezTo>
                <a:cubicBezTo>
                  <a:pt x="478882" y="26073"/>
                  <a:pt x="482217" y="26809"/>
                  <a:pt x="485458" y="27777"/>
                </a:cubicBezTo>
                <a:lnTo>
                  <a:pt x="482428" y="42045"/>
                </a:lnTo>
                <a:lnTo>
                  <a:pt x="476809" y="42045"/>
                </a:lnTo>
                <a:close/>
                <a:moveTo>
                  <a:pt x="528877" y="0"/>
                </a:moveTo>
                <a:lnTo>
                  <a:pt x="525783" y="13573"/>
                </a:lnTo>
                <a:lnTo>
                  <a:pt x="513283" y="13573"/>
                </a:lnTo>
                <a:lnTo>
                  <a:pt x="516250" y="0"/>
                </a:lnTo>
                <a:lnTo>
                  <a:pt x="528877" y="0"/>
                </a:lnTo>
                <a:moveTo>
                  <a:pt x="513662" y="67486"/>
                </a:moveTo>
                <a:cubicBezTo>
                  <a:pt x="513073" y="69969"/>
                  <a:pt x="512663" y="71948"/>
                  <a:pt x="512431" y="73421"/>
                </a:cubicBezTo>
                <a:cubicBezTo>
                  <a:pt x="512200" y="74894"/>
                  <a:pt x="512084" y="76219"/>
                  <a:pt x="512084" y="77398"/>
                </a:cubicBezTo>
                <a:cubicBezTo>
                  <a:pt x="512084" y="78997"/>
                  <a:pt x="512410" y="80155"/>
                  <a:pt x="513062" y="80870"/>
                </a:cubicBezTo>
                <a:cubicBezTo>
                  <a:pt x="513715" y="81585"/>
                  <a:pt x="514693" y="81943"/>
                  <a:pt x="515998" y="81943"/>
                </a:cubicBezTo>
                <a:cubicBezTo>
                  <a:pt x="516756" y="81943"/>
                  <a:pt x="517513" y="81796"/>
                  <a:pt x="518271" y="81501"/>
                </a:cubicBezTo>
                <a:cubicBezTo>
                  <a:pt x="519028" y="81207"/>
                  <a:pt x="519838" y="80744"/>
                  <a:pt x="520701" y="80112"/>
                </a:cubicBezTo>
                <a:cubicBezTo>
                  <a:pt x="521564" y="79481"/>
                  <a:pt x="522511" y="78671"/>
                  <a:pt x="523542" y="77682"/>
                </a:cubicBezTo>
                <a:cubicBezTo>
                  <a:pt x="524573" y="76693"/>
                  <a:pt x="525720" y="75504"/>
                  <a:pt x="526983" y="74115"/>
                </a:cubicBezTo>
                <a:lnTo>
                  <a:pt x="531275" y="78282"/>
                </a:lnTo>
                <a:cubicBezTo>
                  <a:pt x="529087" y="80512"/>
                  <a:pt x="527098" y="82396"/>
                  <a:pt x="525310" y="83932"/>
                </a:cubicBezTo>
                <a:cubicBezTo>
                  <a:pt x="523521" y="85468"/>
                  <a:pt x="521827" y="86720"/>
                  <a:pt x="520228" y="87688"/>
                </a:cubicBezTo>
                <a:cubicBezTo>
                  <a:pt x="518628" y="88656"/>
                  <a:pt x="517061" y="89351"/>
                  <a:pt x="515524" y="89771"/>
                </a:cubicBezTo>
                <a:cubicBezTo>
                  <a:pt x="513988" y="90192"/>
                  <a:pt x="512357" y="90403"/>
                  <a:pt x="510632" y="90403"/>
                </a:cubicBezTo>
                <a:cubicBezTo>
                  <a:pt x="509033" y="90403"/>
                  <a:pt x="507591" y="90108"/>
                  <a:pt x="506307" y="89519"/>
                </a:cubicBezTo>
                <a:cubicBezTo>
                  <a:pt x="505024" y="88930"/>
                  <a:pt x="503919" y="88119"/>
                  <a:pt x="502993" y="87088"/>
                </a:cubicBezTo>
                <a:cubicBezTo>
                  <a:pt x="502067" y="86057"/>
                  <a:pt x="501352" y="84826"/>
                  <a:pt x="500847" y="83395"/>
                </a:cubicBezTo>
                <a:cubicBezTo>
                  <a:pt x="500342" y="81964"/>
                  <a:pt x="500089" y="80386"/>
                  <a:pt x="500089" y="78660"/>
                </a:cubicBezTo>
                <a:cubicBezTo>
                  <a:pt x="500089" y="77272"/>
                  <a:pt x="500257" y="75546"/>
                  <a:pt x="500594" y="73484"/>
                </a:cubicBezTo>
                <a:cubicBezTo>
                  <a:pt x="500931" y="71421"/>
                  <a:pt x="501362" y="69180"/>
                  <a:pt x="501888" y="66760"/>
                </a:cubicBezTo>
                <a:cubicBezTo>
                  <a:pt x="502414" y="64340"/>
                  <a:pt x="502993" y="61805"/>
                  <a:pt x="503624" y="59153"/>
                </a:cubicBezTo>
                <a:cubicBezTo>
                  <a:pt x="504256" y="56502"/>
                  <a:pt x="504876" y="53871"/>
                  <a:pt x="505487" y="51262"/>
                </a:cubicBezTo>
                <a:cubicBezTo>
                  <a:pt x="506097" y="48652"/>
                  <a:pt x="506644" y="46138"/>
                  <a:pt x="507128" y="43718"/>
                </a:cubicBezTo>
                <a:cubicBezTo>
                  <a:pt x="507612" y="41298"/>
                  <a:pt x="507959" y="39099"/>
                  <a:pt x="508170" y="37121"/>
                </a:cubicBezTo>
                <a:cubicBezTo>
                  <a:pt x="508254" y="36784"/>
                  <a:pt x="508296" y="36458"/>
                  <a:pt x="508296" y="36142"/>
                </a:cubicBezTo>
                <a:cubicBezTo>
                  <a:pt x="508296" y="35826"/>
                  <a:pt x="508296" y="35542"/>
                  <a:pt x="508296" y="35290"/>
                </a:cubicBezTo>
                <a:cubicBezTo>
                  <a:pt x="508212" y="33648"/>
                  <a:pt x="507633" y="32449"/>
                  <a:pt x="506560" y="31691"/>
                </a:cubicBezTo>
                <a:cubicBezTo>
                  <a:pt x="505487" y="30934"/>
                  <a:pt x="503582" y="30513"/>
                  <a:pt x="500847" y="30429"/>
                </a:cubicBezTo>
                <a:lnTo>
                  <a:pt x="501604" y="26136"/>
                </a:lnTo>
                <a:lnTo>
                  <a:pt x="519912" y="25442"/>
                </a:lnTo>
                <a:lnTo>
                  <a:pt x="523005" y="25442"/>
                </a:lnTo>
                <a:lnTo>
                  <a:pt x="513662" y="67486"/>
                </a:lnTo>
                <a:close/>
                <a:moveTo>
                  <a:pt x="566409" y="90403"/>
                </a:moveTo>
                <a:cubicBezTo>
                  <a:pt x="562916" y="90403"/>
                  <a:pt x="559780" y="89877"/>
                  <a:pt x="557003" y="88824"/>
                </a:cubicBezTo>
                <a:cubicBezTo>
                  <a:pt x="554225" y="87772"/>
                  <a:pt x="551868" y="86257"/>
                  <a:pt x="549932" y="84279"/>
                </a:cubicBezTo>
                <a:cubicBezTo>
                  <a:pt x="547996" y="82301"/>
                  <a:pt x="546513" y="79913"/>
                  <a:pt x="545481" y="77114"/>
                </a:cubicBezTo>
                <a:cubicBezTo>
                  <a:pt x="544450" y="74315"/>
                  <a:pt x="543935" y="71148"/>
                  <a:pt x="543935" y="67613"/>
                </a:cubicBezTo>
                <a:cubicBezTo>
                  <a:pt x="543935" y="61636"/>
                  <a:pt x="544871" y="56049"/>
                  <a:pt x="546744" y="50852"/>
                </a:cubicBezTo>
                <a:cubicBezTo>
                  <a:pt x="548617" y="45654"/>
                  <a:pt x="551205" y="41129"/>
                  <a:pt x="554509" y="37278"/>
                </a:cubicBezTo>
                <a:cubicBezTo>
                  <a:pt x="557813" y="33428"/>
                  <a:pt x="561716" y="30387"/>
                  <a:pt x="566220" y="28156"/>
                </a:cubicBezTo>
                <a:cubicBezTo>
                  <a:pt x="570723" y="25926"/>
                  <a:pt x="575626" y="24810"/>
                  <a:pt x="580929" y="24810"/>
                </a:cubicBezTo>
                <a:cubicBezTo>
                  <a:pt x="584717" y="24810"/>
                  <a:pt x="588031" y="25420"/>
                  <a:pt x="590872" y="26641"/>
                </a:cubicBezTo>
                <a:cubicBezTo>
                  <a:pt x="593713" y="27862"/>
                  <a:pt x="596080" y="29513"/>
                  <a:pt x="597974" y="31597"/>
                </a:cubicBezTo>
                <a:cubicBezTo>
                  <a:pt x="599868" y="33680"/>
                  <a:pt x="601289" y="36132"/>
                  <a:pt x="602236" y="38951"/>
                </a:cubicBezTo>
                <a:cubicBezTo>
                  <a:pt x="603183" y="41771"/>
                  <a:pt x="603656" y="44780"/>
                  <a:pt x="603656" y="47979"/>
                </a:cubicBezTo>
                <a:cubicBezTo>
                  <a:pt x="603656" y="54376"/>
                  <a:pt x="602709" y="60174"/>
                  <a:pt x="600815" y="65371"/>
                </a:cubicBezTo>
                <a:cubicBezTo>
                  <a:pt x="598921" y="70569"/>
                  <a:pt x="596301" y="75030"/>
                  <a:pt x="592955" y="78755"/>
                </a:cubicBezTo>
                <a:cubicBezTo>
                  <a:pt x="589610" y="82480"/>
                  <a:pt x="585674" y="85352"/>
                  <a:pt x="581150" y="87372"/>
                </a:cubicBezTo>
                <a:cubicBezTo>
                  <a:pt x="576626" y="89393"/>
                  <a:pt x="571712" y="90403"/>
                  <a:pt x="566409" y="90403"/>
                </a:cubicBezTo>
                <a:moveTo>
                  <a:pt x="556371" y="70264"/>
                </a:moveTo>
                <a:cubicBezTo>
                  <a:pt x="556371" y="75104"/>
                  <a:pt x="557371" y="78671"/>
                  <a:pt x="559370" y="80965"/>
                </a:cubicBezTo>
                <a:cubicBezTo>
                  <a:pt x="561369" y="83258"/>
                  <a:pt x="564410" y="84405"/>
                  <a:pt x="568492" y="84405"/>
                </a:cubicBezTo>
                <a:cubicBezTo>
                  <a:pt x="570765" y="84405"/>
                  <a:pt x="572912" y="83848"/>
                  <a:pt x="574932" y="82732"/>
                </a:cubicBezTo>
                <a:cubicBezTo>
                  <a:pt x="576952" y="81617"/>
                  <a:pt x="578804" y="80112"/>
                  <a:pt x="580487" y="78219"/>
                </a:cubicBezTo>
                <a:cubicBezTo>
                  <a:pt x="582171" y="76325"/>
                  <a:pt x="583675" y="74105"/>
                  <a:pt x="585001" y="71558"/>
                </a:cubicBezTo>
                <a:cubicBezTo>
                  <a:pt x="586327" y="69012"/>
                  <a:pt x="587453" y="66287"/>
                  <a:pt x="588379" y="63383"/>
                </a:cubicBezTo>
                <a:cubicBezTo>
                  <a:pt x="589304" y="60479"/>
                  <a:pt x="590009" y="57480"/>
                  <a:pt x="590493" y="54387"/>
                </a:cubicBezTo>
                <a:cubicBezTo>
                  <a:pt x="590977" y="51293"/>
                  <a:pt x="591219" y="48274"/>
                  <a:pt x="591219" y="45328"/>
                </a:cubicBezTo>
                <a:cubicBezTo>
                  <a:pt x="591219" y="40656"/>
                  <a:pt x="590293" y="37110"/>
                  <a:pt x="588442" y="34690"/>
                </a:cubicBezTo>
                <a:cubicBezTo>
                  <a:pt x="586590" y="32270"/>
                  <a:pt x="583686" y="31060"/>
                  <a:pt x="579730" y="31060"/>
                </a:cubicBezTo>
                <a:cubicBezTo>
                  <a:pt x="577373" y="31060"/>
                  <a:pt x="575163" y="31586"/>
                  <a:pt x="573101" y="32638"/>
                </a:cubicBezTo>
                <a:cubicBezTo>
                  <a:pt x="571039" y="33691"/>
                  <a:pt x="569145" y="35143"/>
                  <a:pt x="567419" y="36994"/>
                </a:cubicBezTo>
                <a:cubicBezTo>
                  <a:pt x="565694" y="38846"/>
                  <a:pt x="564147" y="41035"/>
                  <a:pt x="562779" y="43560"/>
                </a:cubicBezTo>
                <a:cubicBezTo>
                  <a:pt x="561411" y="46085"/>
                  <a:pt x="560254" y="48800"/>
                  <a:pt x="559307" y="51704"/>
                </a:cubicBezTo>
                <a:cubicBezTo>
                  <a:pt x="558360" y="54608"/>
                  <a:pt x="557634" y="57638"/>
                  <a:pt x="557129" y="60795"/>
                </a:cubicBezTo>
                <a:cubicBezTo>
                  <a:pt x="556624" y="63951"/>
                  <a:pt x="556371" y="67108"/>
                  <a:pt x="556371" y="70264"/>
                </a:cubicBezTo>
                <a:close/>
                <a:moveTo>
                  <a:pt x="645255" y="41540"/>
                </a:moveTo>
                <a:cubicBezTo>
                  <a:pt x="649338" y="35942"/>
                  <a:pt x="653367" y="31755"/>
                  <a:pt x="657345" y="28977"/>
                </a:cubicBezTo>
                <a:cubicBezTo>
                  <a:pt x="661322" y="26199"/>
                  <a:pt x="665436" y="24810"/>
                  <a:pt x="669687" y="24810"/>
                </a:cubicBezTo>
                <a:cubicBezTo>
                  <a:pt x="674148" y="24810"/>
                  <a:pt x="677483" y="26010"/>
                  <a:pt x="679693" y="28409"/>
                </a:cubicBezTo>
                <a:cubicBezTo>
                  <a:pt x="681902" y="30808"/>
                  <a:pt x="683007" y="34175"/>
                  <a:pt x="683007" y="38510"/>
                </a:cubicBezTo>
                <a:cubicBezTo>
                  <a:pt x="683007" y="39814"/>
                  <a:pt x="682818" y="41624"/>
                  <a:pt x="682439" y="43939"/>
                </a:cubicBezTo>
                <a:cubicBezTo>
                  <a:pt x="682060" y="46254"/>
                  <a:pt x="681576" y="48779"/>
                  <a:pt x="680987" y="51514"/>
                </a:cubicBezTo>
                <a:cubicBezTo>
                  <a:pt x="680398" y="54250"/>
                  <a:pt x="679766" y="57059"/>
                  <a:pt x="679093" y="59942"/>
                </a:cubicBezTo>
                <a:cubicBezTo>
                  <a:pt x="678420" y="62825"/>
                  <a:pt x="677788" y="65487"/>
                  <a:pt x="677199" y="67928"/>
                </a:cubicBezTo>
                <a:cubicBezTo>
                  <a:pt x="676610" y="70369"/>
                  <a:pt x="676126" y="72453"/>
                  <a:pt x="675747" y="74178"/>
                </a:cubicBezTo>
                <a:cubicBezTo>
                  <a:pt x="675368" y="75904"/>
                  <a:pt x="675179" y="76977"/>
                  <a:pt x="675179" y="77398"/>
                </a:cubicBezTo>
                <a:cubicBezTo>
                  <a:pt x="675179" y="78997"/>
                  <a:pt x="675474" y="80155"/>
                  <a:pt x="676063" y="80870"/>
                </a:cubicBezTo>
                <a:cubicBezTo>
                  <a:pt x="676652" y="81585"/>
                  <a:pt x="677599" y="81943"/>
                  <a:pt x="678904" y="81943"/>
                </a:cubicBezTo>
                <a:cubicBezTo>
                  <a:pt x="679703" y="81943"/>
                  <a:pt x="680492" y="81796"/>
                  <a:pt x="681271" y="81501"/>
                </a:cubicBezTo>
                <a:cubicBezTo>
                  <a:pt x="682050" y="81207"/>
                  <a:pt x="682860" y="80744"/>
                  <a:pt x="683702" y="80112"/>
                </a:cubicBezTo>
                <a:cubicBezTo>
                  <a:pt x="684543" y="79481"/>
                  <a:pt x="685469" y="78671"/>
                  <a:pt x="686479" y="77682"/>
                </a:cubicBezTo>
                <a:cubicBezTo>
                  <a:pt x="687489" y="76693"/>
                  <a:pt x="688626" y="75504"/>
                  <a:pt x="689888" y="74115"/>
                </a:cubicBezTo>
                <a:lnTo>
                  <a:pt x="694244" y="78282"/>
                </a:lnTo>
                <a:cubicBezTo>
                  <a:pt x="692182" y="80386"/>
                  <a:pt x="690288" y="82196"/>
                  <a:pt x="688563" y="83711"/>
                </a:cubicBezTo>
                <a:cubicBezTo>
                  <a:pt x="686837" y="85226"/>
                  <a:pt x="685164" y="86478"/>
                  <a:pt x="683544" y="87467"/>
                </a:cubicBezTo>
                <a:cubicBezTo>
                  <a:pt x="681923" y="88456"/>
                  <a:pt x="680314" y="89193"/>
                  <a:pt x="678714" y="89677"/>
                </a:cubicBezTo>
                <a:cubicBezTo>
                  <a:pt x="677115" y="90161"/>
                  <a:pt x="675411" y="90403"/>
                  <a:pt x="673601" y="90403"/>
                </a:cubicBezTo>
                <a:cubicBezTo>
                  <a:pt x="672086" y="90403"/>
                  <a:pt x="670686" y="90108"/>
                  <a:pt x="669403" y="89519"/>
                </a:cubicBezTo>
                <a:cubicBezTo>
                  <a:pt x="668119" y="88930"/>
                  <a:pt x="667014" y="88119"/>
                  <a:pt x="666088" y="87088"/>
                </a:cubicBezTo>
                <a:cubicBezTo>
                  <a:pt x="665162" y="86057"/>
                  <a:pt x="664447" y="84837"/>
                  <a:pt x="663942" y="83427"/>
                </a:cubicBezTo>
                <a:cubicBezTo>
                  <a:pt x="663437" y="82017"/>
                  <a:pt x="663184" y="80470"/>
                  <a:pt x="663184" y="78787"/>
                </a:cubicBezTo>
                <a:cubicBezTo>
                  <a:pt x="663184" y="77103"/>
                  <a:pt x="663363" y="75136"/>
                  <a:pt x="663721" y="72884"/>
                </a:cubicBezTo>
                <a:cubicBezTo>
                  <a:pt x="664079" y="70632"/>
                  <a:pt x="664615" y="68160"/>
                  <a:pt x="665331" y="65466"/>
                </a:cubicBezTo>
                <a:cubicBezTo>
                  <a:pt x="666088" y="62731"/>
                  <a:pt x="666793" y="60111"/>
                  <a:pt x="667446" y="57606"/>
                </a:cubicBezTo>
                <a:cubicBezTo>
                  <a:pt x="668098" y="55102"/>
                  <a:pt x="668666" y="52788"/>
                  <a:pt x="669150" y="50662"/>
                </a:cubicBezTo>
                <a:cubicBezTo>
                  <a:pt x="669634" y="48537"/>
                  <a:pt x="670013" y="46643"/>
                  <a:pt x="670286" y="44980"/>
                </a:cubicBezTo>
                <a:cubicBezTo>
                  <a:pt x="670560" y="43318"/>
                  <a:pt x="670697" y="41940"/>
                  <a:pt x="670697" y="40845"/>
                </a:cubicBezTo>
                <a:cubicBezTo>
                  <a:pt x="670697" y="38236"/>
                  <a:pt x="670202" y="36321"/>
                  <a:pt x="669213" y="35100"/>
                </a:cubicBezTo>
                <a:cubicBezTo>
                  <a:pt x="668224" y="33880"/>
                  <a:pt x="666635" y="33270"/>
                  <a:pt x="664447" y="33270"/>
                </a:cubicBezTo>
                <a:cubicBezTo>
                  <a:pt x="663184" y="33270"/>
                  <a:pt x="661827" y="33596"/>
                  <a:pt x="660375" y="34248"/>
                </a:cubicBezTo>
                <a:cubicBezTo>
                  <a:pt x="658923" y="34901"/>
                  <a:pt x="657460" y="35805"/>
                  <a:pt x="655987" y="36963"/>
                </a:cubicBezTo>
                <a:cubicBezTo>
                  <a:pt x="654514" y="38120"/>
                  <a:pt x="653073" y="39488"/>
                  <a:pt x="651663" y="41066"/>
                </a:cubicBezTo>
                <a:cubicBezTo>
                  <a:pt x="650253" y="42645"/>
                  <a:pt x="648959" y="44328"/>
                  <a:pt x="647780" y="46117"/>
                </a:cubicBezTo>
                <a:cubicBezTo>
                  <a:pt x="646602" y="47905"/>
                  <a:pt x="645560" y="49778"/>
                  <a:pt x="644655" y="51735"/>
                </a:cubicBezTo>
                <a:cubicBezTo>
                  <a:pt x="643751" y="53692"/>
                  <a:pt x="643088" y="55639"/>
                  <a:pt x="642667" y="57575"/>
                </a:cubicBezTo>
                <a:lnTo>
                  <a:pt x="635596" y="89266"/>
                </a:lnTo>
                <a:lnTo>
                  <a:pt x="623223" y="89266"/>
                </a:lnTo>
                <a:lnTo>
                  <a:pt x="632692" y="48105"/>
                </a:lnTo>
                <a:cubicBezTo>
                  <a:pt x="633239" y="45917"/>
                  <a:pt x="633639" y="43960"/>
                  <a:pt x="633892" y="42234"/>
                </a:cubicBezTo>
                <a:cubicBezTo>
                  <a:pt x="634144" y="40509"/>
                  <a:pt x="634271" y="39099"/>
                  <a:pt x="634271" y="38004"/>
                </a:cubicBezTo>
                <a:cubicBezTo>
                  <a:pt x="634271" y="34932"/>
                  <a:pt x="633029" y="33396"/>
                  <a:pt x="630546" y="33396"/>
                </a:cubicBezTo>
                <a:cubicBezTo>
                  <a:pt x="629788" y="33396"/>
                  <a:pt x="629020" y="33554"/>
                  <a:pt x="628242" y="33869"/>
                </a:cubicBezTo>
                <a:cubicBezTo>
                  <a:pt x="627463" y="34185"/>
                  <a:pt x="626642" y="34659"/>
                  <a:pt x="625780" y="35290"/>
                </a:cubicBezTo>
                <a:cubicBezTo>
                  <a:pt x="624917" y="35921"/>
                  <a:pt x="623980" y="36721"/>
                  <a:pt x="622970" y="37689"/>
                </a:cubicBezTo>
                <a:cubicBezTo>
                  <a:pt x="621960" y="38657"/>
                  <a:pt x="620824" y="39793"/>
                  <a:pt x="619561" y="41098"/>
                </a:cubicBezTo>
                <a:lnTo>
                  <a:pt x="615205" y="36994"/>
                </a:lnTo>
                <a:cubicBezTo>
                  <a:pt x="617310" y="34848"/>
                  <a:pt x="619235" y="33007"/>
                  <a:pt x="620982" y="31470"/>
                </a:cubicBezTo>
                <a:cubicBezTo>
                  <a:pt x="622728" y="29934"/>
                  <a:pt x="624391" y="28672"/>
                  <a:pt x="625969" y="27683"/>
                </a:cubicBezTo>
                <a:cubicBezTo>
                  <a:pt x="627547" y="26694"/>
                  <a:pt x="629115" y="25968"/>
                  <a:pt x="630672" y="25505"/>
                </a:cubicBezTo>
                <a:cubicBezTo>
                  <a:pt x="632229" y="25042"/>
                  <a:pt x="633871" y="24810"/>
                  <a:pt x="635596" y="24810"/>
                </a:cubicBezTo>
                <a:cubicBezTo>
                  <a:pt x="638711" y="24810"/>
                  <a:pt x="641120" y="25831"/>
                  <a:pt x="642825" y="27872"/>
                </a:cubicBezTo>
                <a:cubicBezTo>
                  <a:pt x="644529" y="29913"/>
                  <a:pt x="645381" y="32596"/>
                  <a:pt x="645381" y="35921"/>
                </a:cubicBezTo>
                <a:cubicBezTo>
                  <a:pt x="645381" y="36763"/>
                  <a:pt x="645308" y="37647"/>
                  <a:pt x="645161" y="38573"/>
                </a:cubicBezTo>
                <a:cubicBezTo>
                  <a:pt x="645013" y="39499"/>
                  <a:pt x="644750" y="40382"/>
                  <a:pt x="644371" y="41224"/>
                </a:cubicBezTo>
                <a:lnTo>
                  <a:pt x="645255" y="415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Text Augmenteddata">
            <a:extLst xmlns:a="http://schemas.openxmlformats.org/drawingml/2006/main">
              <a:ext uri="{FF2B5EF4-FFF2-40B4-BE49-F238E27FC236}">
                <a16:creationId xmlns:a16="http://schemas.microsoft.com/office/drawing/2014/main" id="{910607C6-B0D4-467B-A724-EAB2112D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79" y="3492321"/>
            <a:ext cx="1099101" cy="147129"/>
          </a:xfrm>
          <a:custGeom xmlns:a="http://schemas.openxmlformats.org/drawingml/2006/main">
            <a:pathLst>
              <a:path w="1099101" h="147129">
                <a:moveTo>
                  <a:pt x="94529" y="107717"/>
                </a:moveTo>
                <a:lnTo>
                  <a:pt x="78444" y="107717"/>
                </a:lnTo>
                <a:cubicBezTo>
                  <a:pt x="78444" y="104312"/>
                  <a:pt x="75242" y="93614"/>
                  <a:pt x="68838" y="75623"/>
                </a:cubicBezTo>
                <a:lnTo>
                  <a:pt x="24852" y="75623"/>
                </a:lnTo>
                <a:cubicBezTo>
                  <a:pt x="18550" y="93360"/>
                  <a:pt x="15399" y="104058"/>
                  <a:pt x="15399" y="107717"/>
                </a:cubicBezTo>
                <a:lnTo>
                  <a:pt x="0" y="107717"/>
                </a:lnTo>
                <a:cubicBezTo>
                  <a:pt x="0" y="105837"/>
                  <a:pt x="6556" y="89586"/>
                  <a:pt x="19668" y="58966"/>
                </a:cubicBezTo>
                <a:cubicBezTo>
                  <a:pt x="32780" y="28346"/>
                  <a:pt x="39336" y="11511"/>
                  <a:pt x="39336" y="8462"/>
                </a:cubicBezTo>
                <a:lnTo>
                  <a:pt x="57022" y="8462"/>
                </a:lnTo>
                <a:cubicBezTo>
                  <a:pt x="57022" y="11460"/>
                  <a:pt x="63273" y="28054"/>
                  <a:pt x="75776" y="58242"/>
                </a:cubicBezTo>
                <a:cubicBezTo>
                  <a:pt x="88278" y="88430"/>
                  <a:pt x="94529" y="104922"/>
                  <a:pt x="94529" y="107717"/>
                </a:cubicBezTo>
                <a:moveTo>
                  <a:pt x="65332" y="65637"/>
                </a:moveTo>
                <a:cubicBezTo>
                  <a:pt x="53388" y="35804"/>
                  <a:pt x="47417" y="19948"/>
                  <a:pt x="47417" y="18067"/>
                </a:cubicBezTo>
                <a:lnTo>
                  <a:pt x="46578" y="18067"/>
                </a:lnTo>
                <a:cubicBezTo>
                  <a:pt x="46578" y="19643"/>
                  <a:pt x="40403" y="35499"/>
                  <a:pt x="28054" y="65637"/>
                </a:cubicBezTo>
                <a:lnTo>
                  <a:pt x="65332" y="65637"/>
                </a:lnTo>
                <a:close/>
                <a:moveTo>
                  <a:pt x="169927" y="107641"/>
                </a:moveTo>
                <a:lnTo>
                  <a:pt x="158111" y="108098"/>
                </a:lnTo>
                <a:cubicBezTo>
                  <a:pt x="157399" y="105252"/>
                  <a:pt x="157044" y="102914"/>
                  <a:pt x="157044" y="101085"/>
                </a:cubicBezTo>
                <a:lnTo>
                  <a:pt x="156281" y="101085"/>
                </a:lnTo>
                <a:cubicBezTo>
                  <a:pt x="149522" y="106777"/>
                  <a:pt x="141314" y="109623"/>
                  <a:pt x="131658" y="109623"/>
                </a:cubicBezTo>
                <a:cubicBezTo>
                  <a:pt x="122866" y="109623"/>
                  <a:pt x="116475" y="107501"/>
                  <a:pt x="112485" y="103257"/>
                </a:cubicBezTo>
                <a:cubicBezTo>
                  <a:pt x="108496" y="99014"/>
                  <a:pt x="106501" y="90463"/>
                  <a:pt x="106501" y="77605"/>
                </a:cubicBezTo>
                <a:cubicBezTo>
                  <a:pt x="106501" y="75775"/>
                  <a:pt x="106552" y="73057"/>
                  <a:pt x="106654" y="69448"/>
                </a:cubicBezTo>
                <a:cubicBezTo>
                  <a:pt x="106755" y="65840"/>
                  <a:pt x="106806" y="63375"/>
                  <a:pt x="106806" y="62054"/>
                </a:cubicBezTo>
                <a:cubicBezTo>
                  <a:pt x="106806" y="54583"/>
                  <a:pt x="106374" y="45791"/>
                  <a:pt x="105510" y="35677"/>
                </a:cubicBezTo>
                <a:lnTo>
                  <a:pt x="119689" y="35143"/>
                </a:lnTo>
                <a:cubicBezTo>
                  <a:pt x="119080" y="44952"/>
                  <a:pt x="118775" y="53338"/>
                  <a:pt x="118775" y="60300"/>
                </a:cubicBezTo>
                <a:cubicBezTo>
                  <a:pt x="118775" y="76309"/>
                  <a:pt x="119804" y="86740"/>
                  <a:pt x="121862" y="91594"/>
                </a:cubicBezTo>
                <a:cubicBezTo>
                  <a:pt x="123920" y="96447"/>
                  <a:pt x="128558" y="98874"/>
                  <a:pt x="135775" y="98874"/>
                </a:cubicBezTo>
                <a:cubicBezTo>
                  <a:pt x="143906" y="98874"/>
                  <a:pt x="150615" y="96841"/>
                  <a:pt x="155900" y="92775"/>
                </a:cubicBezTo>
                <a:cubicBezTo>
                  <a:pt x="155900" y="64518"/>
                  <a:pt x="155646" y="45486"/>
                  <a:pt x="155138" y="35677"/>
                </a:cubicBezTo>
                <a:lnTo>
                  <a:pt x="168860" y="35143"/>
                </a:lnTo>
                <a:cubicBezTo>
                  <a:pt x="168453" y="44698"/>
                  <a:pt x="168250" y="57912"/>
                  <a:pt x="168250" y="74784"/>
                </a:cubicBezTo>
                <a:cubicBezTo>
                  <a:pt x="168250" y="85610"/>
                  <a:pt x="168809" y="96562"/>
                  <a:pt x="169927" y="107641"/>
                </a:cubicBezTo>
                <a:close/>
                <a:moveTo>
                  <a:pt x="261114" y="25690"/>
                </a:moveTo>
                <a:lnTo>
                  <a:pt x="259894" y="36211"/>
                </a:lnTo>
                <a:cubicBezTo>
                  <a:pt x="250441" y="36211"/>
                  <a:pt x="245232" y="37735"/>
                  <a:pt x="244266" y="40785"/>
                </a:cubicBezTo>
                <a:lnTo>
                  <a:pt x="244266" y="41547"/>
                </a:lnTo>
                <a:cubicBezTo>
                  <a:pt x="247519" y="45511"/>
                  <a:pt x="249145" y="50034"/>
                  <a:pt x="249145" y="55116"/>
                </a:cubicBezTo>
                <a:cubicBezTo>
                  <a:pt x="249145" y="63045"/>
                  <a:pt x="246541" y="69588"/>
                  <a:pt x="241331" y="74746"/>
                </a:cubicBezTo>
                <a:cubicBezTo>
                  <a:pt x="236122" y="79905"/>
                  <a:pt x="228080" y="82484"/>
                  <a:pt x="217204" y="82484"/>
                </a:cubicBezTo>
                <a:cubicBezTo>
                  <a:pt x="212376" y="82484"/>
                  <a:pt x="208539" y="81976"/>
                  <a:pt x="205692" y="80959"/>
                </a:cubicBezTo>
                <a:cubicBezTo>
                  <a:pt x="203202" y="82738"/>
                  <a:pt x="201957" y="84949"/>
                  <a:pt x="201957" y="87592"/>
                </a:cubicBezTo>
                <a:cubicBezTo>
                  <a:pt x="201957" y="90844"/>
                  <a:pt x="203431" y="93004"/>
                  <a:pt x="206379" y="94071"/>
                </a:cubicBezTo>
                <a:cubicBezTo>
                  <a:pt x="210139" y="95494"/>
                  <a:pt x="217991" y="96206"/>
                  <a:pt x="229935" y="96206"/>
                </a:cubicBezTo>
                <a:cubicBezTo>
                  <a:pt x="249247" y="96206"/>
                  <a:pt x="258903" y="102609"/>
                  <a:pt x="258903" y="115417"/>
                </a:cubicBezTo>
                <a:cubicBezTo>
                  <a:pt x="258903" y="124565"/>
                  <a:pt x="255142" y="132137"/>
                  <a:pt x="247621" y="138134"/>
                </a:cubicBezTo>
                <a:cubicBezTo>
                  <a:pt x="240099" y="144131"/>
                  <a:pt x="230367" y="147129"/>
                  <a:pt x="218423" y="147129"/>
                </a:cubicBezTo>
                <a:cubicBezTo>
                  <a:pt x="206175" y="147129"/>
                  <a:pt x="197447" y="144906"/>
                  <a:pt x="192237" y="140459"/>
                </a:cubicBezTo>
                <a:cubicBezTo>
                  <a:pt x="187028" y="136012"/>
                  <a:pt x="184424" y="130663"/>
                  <a:pt x="184424" y="124412"/>
                </a:cubicBezTo>
                <a:cubicBezTo>
                  <a:pt x="184424" y="118720"/>
                  <a:pt x="185707" y="114146"/>
                  <a:pt x="188273" y="110690"/>
                </a:cubicBezTo>
                <a:cubicBezTo>
                  <a:pt x="190840" y="107234"/>
                  <a:pt x="194029" y="105100"/>
                  <a:pt x="197840" y="104287"/>
                </a:cubicBezTo>
                <a:lnTo>
                  <a:pt x="197840" y="103601"/>
                </a:lnTo>
                <a:cubicBezTo>
                  <a:pt x="193826" y="101669"/>
                  <a:pt x="191818" y="97959"/>
                  <a:pt x="191818" y="92471"/>
                </a:cubicBezTo>
                <a:cubicBezTo>
                  <a:pt x="191818" y="87490"/>
                  <a:pt x="194359" y="83119"/>
                  <a:pt x="199441" y="79358"/>
                </a:cubicBezTo>
                <a:lnTo>
                  <a:pt x="199441" y="78749"/>
                </a:lnTo>
                <a:cubicBezTo>
                  <a:pt x="196748" y="77427"/>
                  <a:pt x="194181" y="75191"/>
                  <a:pt x="191742" y="72040"/>
                </a:cubicBezTo>
                <a:cubicBezTo>
                  <a:pt x="189302" y="68889"/>
                  <a:pt x="188083" y="64976"/>
                  <a:pt x="188083" y="60300"/>
                </a:cubicBezTo>
                <a:cubicBezTo>
                  <a:pt x="188083" y="52220"/>
                  <a:pt x="190751" y="45638"/>
                  <a:pt x="196087" y="40556"/>
                </a:cubicBezTo>
                <a:cubicBezTo>
                  <a:pt x="201423" y="35474"/>
                  <a:pt x="209148" y="32933"/>
                  <a:pt x="219262" y="32933"/>
                </a:cubicBezTo>
                <a:cubicBezTo>
                  <a:pt x="227546" y="32933"/>
                  <a:pt x="234051" y="34432"/>
                  <a:pt x="238778" y="37430"/>
                </a:cubicBezTo>
                <a:lnTo>
                  <a:pt x="239616" y="37430"/>
                </a:lnTo>
                <a:cubicBezTo>
                  <a:pt x="241242" y="28841"/>
                  <a:pt x="245511" y="24547"/>
                  <a:pt x="252423" y="24547"/>
                </a:cubicBezTo>
                <a:cubicBezTo>
                  <a:pt x="256184" y="24547"/>
                  <a:pt x="259081" y="24928"/>
                  <a:pt x="261114" y="25690"/>
                </a:cubicBezTo>
                <a:moveTo>
                  <a:pt x="247468" y="120600"/>
                </a:moveTo>
                <a:cubicBezTo>
                  <a:pt x="247468" y="115823"/>
                  <a:pt x="245727" y="112456"/>
                  <a:pt x="242246" y="110500"/>
                </a:cubicBezTo>
                <a:cubicBezTo>
                  <a:pt x="238765" y="108543"/>
                  <a:pt x="232222" y="107565"/>
                  <a:pt x="222616" y="107565"/>
                </a:cubicBezTo>
                <a:cubicBezTo>
                  <a:pt x="216111" y="107565"/>
                  <a:pt x="210165" y="107260"/>
                  <a:pt x="204778" y="106650"/>
                </a:cubicBezTo>
                <a:cubicBezTo>
                  <a:pt x="198577" y="109648"/>
                  <a:pt x="195477" y="114044"/>
                  <a:pt x="195477" y="119838"/>
                </a:cubicBezTo>
                <a:cubicBezTo>
                  <a:pt x="195477" y="132239"/>
                  <a:pt x="203609" y="138439"/>
                  <a:pt x="219872" y="138439"/>
                </a:cubicBezTo>
                <a:cubicBezTo>
                  <a:pt x="228359" y="138439"/>
                  <a:pt x="235080" y="136787"/>
                  <a:pt x="240035" y="133484"/>
                </a:cubicBezTo>
                <a:cubicBezTo>
                  <a:pt x="244991" y="130180"/>
                  <a:pt x="247468" y="125886"/>
                  <a:pt x="247468" y="120600"/>
                </a:cubicBezTo>
                <a:moveTo>
                  <a:pt x="236872" y="58242"/>
                </a:moveTo>
                <a:cubicBezTo>
                  <a:pt x="236872" y="52652"/>
                  <a:pt x="235106" y="48370"/>
                  <a:pt x="231574" y="45397"/>
                </a:cubicBezTo>
                <a:cubicBezTo>
                  <a:pt x="228041" y="42424"/>
                  <a:pt x="223556" y="40937"/>
                  <a:pt x="218118" y="40937"/>
                </a:cubicBezTo>
                <a:cubicBezTo>
                  <a:pt x="212985" y="40937"/>
                  <a:pt x="208691" y="42373"/>
                  <a:pt x="205235" y="45244"/>
                </a:cubicBezTo>
                <a:cubicBezTo>
                  <a:pt x="201779" y="48116"/>
                  <a:pt x="200051" y="52194"/>
                  <a:pt x="200051" y="57480"/>
                </a:cubicBezTo>
                <a:cubicBezTo>
                  <a:pt x="200051" y="63019"/>
                  <a:pt x="201817" y="67237"/>
                  <a:pt x="205349" y="70134"/>
                </a:cubicBezTo>
                <a:cubicBezTo>
                  <a:pt x="208882" y="73031"/>
                  <a:pt x="213417" y="74480"/>
                  <a:pt x="218957" y="74480"/>
                </a:cubicBezTo>
                <a:cubicBezTo>
                  <a:pt x="224039" y="74480"/>
                  <a:pt x="228296" y="73069"/>
                  <a:pt x="231726" y="70249"/>
                </a:cubicBezTo>
                <a:cubicBezTo>
                  <a:pt x="235156" y="67428"/>
                  <a:pt x="236872" y="63426"/>
                  <a:pt x="236872" y="58242"/>
                </a:cubicBezTo>
                <a:close/>
                <a:moveTo>
                  <a:pt x="368996" y="63578"/>
                </a:moveTo>
                <a:cubicBezTo>
                  <a:pt x="368996" y="55447"/>
                  <a:pt x="367585" y="50072"/>
                  <a:pt x="364765" y="47455"/>
                </a:cubicBezTo>
                <a:cubicBezTo>
                  <a:pt x="361944" y="44838"/>
                  <a:pt x="357307" y="43529"/>
                  <a:pt x="350852" y="43529"/>
                </a:cubicBezTo>
                <a:cubicBezTo>
                  <a:pt x="345414" y="43529"/>
                  <a:pt x="339798" y="46197"/>
                  <a:pt x="334005" y="51533"/>
                </a:cubicBezTo>
                <a:cubicBezTo>
                  <a:pt x="333801" y="57734"/>
                  <a:pt x="333700" y="63807"/>
                  <a:pt x="333700" y="69753"/>
                </a:cubicBezTo>
                <a:cubicBezTo>
                  <a:pt x="333700" y="78240"/>
                  <a:pt x="333852" y="90895"/>
                  <a:pt x="334157" y="107717"/>
                </a:cubicBezTo>
                <a:lnTo>
                  <a:pt x="320283" y="107717"/>
                </a:lnTo>
                <a:cubicBezTo>
                  <a:pt x="321401" y="93233"/>
                  <a:pt x="321960" y="78520"/>
                  <a:pt x="321960" y="63578"/>
                </a:cubicBezTo>
                <a:cubicBezTo>
                  <a:pt x="321960" y="55447"/>
                  <a:pt x="320550" y="50072"/>
                  <a:pt x="317729" y="47455"/>
                </a:cubicBezTo>
                <a:cubicBezTo>
                  <a:pt x="314908" y="44838"/>
                  <a:pt x="310398" y="43529"/>
                  <a:pt x="304198" y="43529"/>
                </a:cubicBezTo>
                <a:cubicBezTo>
                  <a:pt x="297845" y="43529"/>
                  <a:pt x="291899" y="46197"/>
                  <a:pt x="286359" y="51533"/>
                </a:cubicBezTo>
                <a:cubicBezTo>
                  <a:pt x="286359" y="67644"/>
                  <a:pt x="286461" y="86372"/>
                  <a:pt x="286664" y="107717"/>
                </a:cubicBezTo>
                <a:lnTo>
                  <a:pt x="272790" y="107717"/>
                </a:lnTo>
                <a:cubicBezTo>
                  <a:pt x="273755" y="90438"/>
                  <a:pt x="274238" y="77935"/>
                  <a:pt x="274238" y="70210"/>
                </a:cubicBezTo>
                <a:cubicBezTo>
                  <a:pt x="274238" y="58471"/>
                  <a:pt x="273095" y="46934"/>
                  <a:pt x="270808" y="35601"/>
                </a:cubicBezTo>
                <a:lnTo>
                  <a:pt x="284225" y="33695"/>
                </a:lnTo>
                <a:lnTo>
                  <a:pt x="285597" y="42919"/>
                </a:lnTo>
                <a:lnTo>
                  <a:pt x="286359" y="42919"/>
                </a:lnTo>
                <a:cubicBezTo>
                  <a:pt x="292966" y="36160"/>
                  <a:pt x="300310" y="32780"/>
                  <a:pt x="308390" y="32780"/>
                </a:cubicBezTo>
                <a:cubicBezTo>
                  <a:pt x="320435" y="32780"/>
                  <a:pt x="328186" y="36160"/>
                  <a:pt x="331641" y="42919"/>
                </a:cubicBezTo>
                <a:lnTo>
                  <a:pt x="332480" y="42919"/>
                </a:lnTo>
                <a:cubicBezTo>
                  <a:pt x="340154" y="36160"/>
                  <a:pt x="347727" y="32780"/>
                  <a:pt x="355197" y="32780"/>
                </a:cubicBezTo>
                <a:cubicBezTo>
                  <a:pt x="363736" y="32780"/>
                  <a:pt x="370190" y="34661"/>
                  <a:pt x="374561" y="38421"/>
                </a:cubicBezTo>
                <a:cubicBezTo>
                  <a:pt x="378931" y="42182"/>
                  <a:pt x="381117" y="48814"/>
                  <a:pt x="381117" y="58318"/>
                </a:cubicBezTo>
                <a:cubicBezTo>
                  <a:pt x="381117" y="59284"/>
                  <a:pt x="381066" y="61190"/>
                  <a:pt x="380964" y="64036"/>
                </a:cubicBezTo>
                <a:cubicBezTo>
                  <a:pt x="380863" y="66882"/>
                  <a:pt x="380812" y="68787"/>
                  <a:pt x="380812" y="69753"/>
                </a:cubicBezTo>
                <a:cubicBezTo>
                  <a:pt x="380812" y="78240"/>
                  <a:pt x="380913" y="90895"/>
                  <a:pt x="381117" y="107717"/>
                </a:cubicBezTo>
                <a:lnTo>
                  <a:pt x="367242" y="107717"/>
                </a:lnTo>
                <a:cubicBezTo>
                  <a:pt x="368411" y="94402"/>
                  <a:pt x="368996" y="79689"/>
                  <a:pt x="368996" y="63578"/>
                </a:cubicBezTo>
                <a:close/>
                <a:moveTo>
                  <a:pt x="464358" y="62968"/>
                </a:moveTo>
                <a:cubicBezTo>
                  <a:pt x="464358" y="65103"/>
                  <a:pt x="464256" y="68051"/>
                  <a:pt x="464053" y="71811"/>
                </a:cubicBezTo>
                <a:lnTo>
                  <a:pt x="411681" y="72726"/>
                </a:lnTo>
                <a:cubicBezTo>
                  <a:pt x="412189" y="80146"/>
                  <a:pt x="415061" y="86359"/>
                  <a:pt x="420295" y="91365"/>
                </a:cubicBezTo>
                <a:cubicBezTo>
                  <a:pt x="425530" y="96371"/>
                  <a:pt x="432467" y="98874"/>
                  <a:pt x="441107" y="98874"/>
                </a:cubicBezTo>
                <a:cubicBezTo>
                  <a:pt x="448832" y="98874"/>
                  <a:pt x="456074" y="97934"/>
                  <a:pt x="462833" y="96053"/>
                </a:cubicBezTo>
                <a:lnTo>
                  <a:pt x="461537" y="106802"/>
                </a:lnTo>
                <a:cubicBezTo>
                  <a:pt x="456557" y="108784"/>
                  <a:pt x="449366" y="109775"/>
                  <a:pt x="439964" y="109775"/>
                </a:cubicBezTo>
                <a:cubicBezTo>
                  <a:pt x="426750" y="109775"/>
                  <a:pt x="416674" y="106167"/>
                  <a:pt x="409737" y="98950"/>
                </a:cubicBezTo>
                <a:cubicBezTo>
                  <a:pt x="402800" y="91734"/>
                  <a:pt x="399331" y="82941"/>
                  <a:pt x="399331" y="72574"/>
                </a:cubicBezTo>
                <a:cubicBezTo>
                  <a:pt x="399331" y="61495"/>
                  <a:pt x="402495" y="51953"/>
                  <a:pt x="408822" y="43948"/>
                </a:cubicBezTo>
                <a:cubicBezTo>
                  <a:pt x="415150" y="35944"/>
                  <a:pt x="423650" y="31942"/>
                  <a:pt x="434322" y="31942"/>
                </a:cubicBezTo>
                <a:cubicBezTo>
                  <a:pt x="444131" y="31942"/>
                  <a:pt x="451589" y="34838"/>
                  <a:pt x="456697" y="40632"/>
                </a:cubicBezTo>
                <a:cubicBezTo>
                  <a:pt x="461804" y="46426"/>
                  <a:pt x="464358" y="53871"/>
                  <a:pt x="464358" y="62968"/>
                </a:cubicBezTo>
                <a:moveTo>
                  <a:pt x="451627" y="63121"/>
                </a:moveTo>
                <a:cubicBezTo>
                  <a:pt x="451627" y="48840"/>
                  <a:pt x="445656" y="41699"/>
                  <a:pt x="433712" y="41699"/>
                </a:cubicBezTo>
                <a:cubicBezTo>
                  <a:pt x="421515" y="41699"/>
                  <a:pt x="414324" y="49119"/>
                  <a:pt x="412139" y="63959"/>
                </a:cubicBezTo>
                <a:lnTo>
                  <a:pt x="451627" y="63121"/>
                </a:lnTo>
                <a:close/>
                <a:moveTo>
                  <a:pt x="546150" y="107717"/>
                </a:moveTo>
                <a:lnTo>
                  <a:pt x="532275" y="107717"/>
                </a:lnTo>
                <a:cubicBezTo>
                  <a:pt x="533393" y="94351"/>
                  <a:pt x="533952" y="79765"/>
                  <a:pt x="533952" y="63959"/>
                </a:cubicBezTo>
                <a:cubicBezTo>
                  <a:pt x="533952" y="56133"/>
                  <a:pt x="532364" y="50784"/>
                  <a:pt x="529188" y="47912"/>
                </a:cubicBezTo>
                <a:cubicBezTo>
                  <a:pt x="526011" y="45041"/>
                  <a:pt x="521475" y="43605"/>
                  <a:pt x="515580" y="43605"/>
                </a:cubicBezTo>
                <a:cubicBezTo>
                  <a:pt x="508363" y="43605"/>
                  <a:pt x="501706" y="46223"/>
                  <a:pt x="495607" y="51457"/>
                </a:cubicBezTo>
                <a:cubicBezTo>
                  <a:pt x="495607" y="68787"/>
                  <a:pt x="495709" y="87541"/>
                  <a:pt x="495912" y="107717"/>
                </a:cubicBezTo>
                <a:lnTo>
                  <a:pt x="482038" y="107717"/>
                </a:lnTo>
                <a:cubicBezTo>
                  <a:pt x="482902" y="90438"/>
                  <a:pt x="483334" y="77935"/>
                  <a:pt x="483334" y="70210"/>
                </a:cubicBezTo>
                <a:cubicBezTo>
                  <a:pt x="483334" y="58318"/>
                  <a:pt x="482216" y="46782"/>
                  <a:pt x="479979" y="35601"/>
                </a:cubicBezTo>
                <a:lnTo>
                  <a:pt x="493396" y="33695"/>
                </a:lnTo>
                <a:lnTo>
                  <a:pt x="494845" y="42995"/>
                </a:lnTo>
                <a:lnTo>
                  <a:pt x="495455" y="42995"/>
                </a:lnTo>
                <a:cubicBezTo>
                  <a:pt x="502976" y="36185"/>
                  <a:pt x="511032" y="32780"/>
                  <a:pt x="519620" y="32780"/>
                </a:cubicBezTo>
                <a:cubicBezTo>
                  <a:pt x="528057" y="32780"/>
                  <a:pt x="534588" y="34648"/>
                  <a:pt x="539212" y="38383"/>
                </a:cubicBezTo>
                <a:cubicBezTo>
                  <a:pt x="543837" y="42119"/>
                  <a:pt x="546150" y="48764"/>
                  <a:pt x="546150" y="58318"/>
                </a:cubicBezTo>
                <a:cubicBezTo>
                  <a:pt x="546150" y="59284"/>
                  <a:pt x="546099" y="61190"/>
                  <a:pt x="545997" y="64036"/>
                </a:cubicBezTo>
                <a:cubicBezTo>
                  <a:pt x="545895" y="66882"/>
                  <a:pt x="545845" y="68787"/>
                  <a:pt x="545845" y="69753"/>
                </a:cubicBezTo>
                <a:cubicBezTo>
                  <a:pt x="545845" y="78240"/>
                  <a:pt x="545946" y="90895"/>
                  <a:pt x="546150" y="107717"/>
                </a:cubicBezTo>
                <a:close/>
                <a:moveTo>
                  <a:pt x="608553" y="97197"/>
                </a:moveTo>
                <a:lnTo>
                  <a:pt x="607639" y="107107"/>
                </a:lnTo>
                <a:cubicBezTo>
                  <a:pt x="603624" y="108581"/>
                  <a:pt x="599837" y="109318"/>
                  <a:pt x="596280" y="109318"/>
                </a:cubicBezTo>
                <a:cubicBezTo>
                  <a:pt x="587132" y="109318"/>
                  <a:pt x="580881" y="106993"/>
                  <a:pt x="577527" y="102343"/>
                </a:cubicBezTo>
                <a:cubicBezTo>
                  <a:pt x="574172" y="97692"/>
                  <a:pt x="572495" y="89370"/>
                  <a:pt x="572495" y="77376"/>
                </a:cubicBezTo>
                <a:cubicBezTo>
                  <a:pt x="572495" y="69601"/>
                  <a:pt x="572546" y="59462"/>
                  <a:pt x="572648" y="46959"/>
                </a:cubicBezTo>
                <a:cubicBezTo>
                  <a:pt x="569802" y="46959"/>
                  <a:pt x="565609" y="47112"/>
                  <a:pt x="560069" y="47417"/>
                </a:cubicBezTo>
                <a:lnTo>
                  <a:pt x="560527" y="36363"/>
                </a:lnTo>
                <a:cubicBezTo>
                  <a:pt x="565355" y="36668"/>
                  <a:pt x="569675" y="36820"/>
                  <a:pt x="573486" y="36820"/>
                </a:cubicBezTo>
                <a:cubicBezTo>
                  <a:pt x="573486" y="33771"/>
                  <a:pt x="573740" y="26529"/>
                  <a:pt x="574249" y="15094"/>
                </a:cubicBezTo>
                <a:lnTo>
                  <a:pt x="586217" y="13874"/>
                </a:lnTo>
                <a:cubicBezTo>
                  <a:pt x="585353" y="24547"/>
                  <a:pt x="584921" y="32196"/>
                  <a:pt x="584921" y="36820"/>
                </a:cubicBezTo>
                <a:cubicBezTo>
                  <a:pt x="589902" y="36820"/>
                  <a:pt x="597220" y="36566"/>
                  <a:pt x="606876" y="36058"/>
                </a:cubicBezTo>
                <a:lnTo>
                  <a:pt x="606343" y="47417"/>
                </a:lnTo>
                <a:cubicBezTo>
                  <a:pt x="597195" y="47112"/>
                  <a:pt x="589851" y="46959"/>
                  <a:pt x="584311" y="46959"/>
                </a:cubicBezTo>
                <a:cubicBezTo>
                  <a:pt x="584210" y="54634"/>
                  <a:pt x="584159" y="63273"/>
                  <a:pt x="584159" y="72879"/>
                </a:cubicBezTo>
                <a:cubicBezTo>
                  <a:pt x="584159" y="83348"/>
                  <a:pt x="585264" y="90272"/>
                  <a:pt x="587475" y="93652"/>
                </a:cubicBezTo>
                <a:cubicBezTo>
                  <a:pt x="589686" y="97032"/>
                  <a:pt x="593790" y="98722"/>
                  <a:pt x="599787" y="98722"/>
                </a:cubicBezTo>
                <a:cubicBezTo>
                  <a:pt x="601769" y="98722"/>
                  <a:pt x="604691" y="98213"/>
                  <a:pt x="608553" y="97197"/>
                </a:cubicBezTo>
                <a:close/>
                <a:moveTo>
                  <a:pt x="685135" y="62968"/>
                </a:moveTo>
                <a:cubicBezTo>
                  <a:pt x="685135" y="65103"/>
                  <a:pt x="685033" y="68051"/>
                  <a:pt x="684830" y="71811"/>
                </a:cubicBezTo>
                <a:lnTo>
                  <a:pt x="632458" y="72726"/>
                </a:lnTo>
                <a:cubicBezTo>
                  <a:pt x="632966" y="80146"/>
                  <a:pt x="635837" y="86359"/>
                  <a:pt x="641072" y="91365"/>
                </a:cubicBezTo>
                <a:cubicBezTo>
                  <a:pt x="646307" y="96371"/>
                  <a:pt x="653244" y="98874"/>
                  <a:pt x="661884" y="98874"/>
                </a:cubicBezTo>
                <a:cubicBezTo>
                  <a:pt x="669608" y="98874"/>
                  <a:pt x="676851" y="97934"/>
                  <a:pt x="683610" y="96053"/>
                </a:cubicBezTo>
                <a:lnTo>
                  <a:pt x="682314" y="106802"/>
                </a:lnTo>
                <a:cubicBezTo>
                  <a:pt x="677333" y="108784"/>
                  <a:pt x="670142" y="109775"/>
                  <a:pt x="660740" y="109775"/>
                </a:cubicBezTo>
                <a:cubicBezTo>
                  <a:pt x="647526" y="109775"/>
                  <a:pt x="637451" y="106167"/>
                  <a:pt x="630514" y="98950"/>
                </a:cubicBezTo>
                <a:cubicBezTo>
                  <a:pt x="623576" y="91734"/>
                  <a:pt x="620108" y="82941"/>
                  <a:pt x="620108" y="72574"/>
                </a:cubicBezTo>
                <a:cubicBezTo>
                  <a:pt x="620108" y="61495"/>
                  <a:pt x="623272" y="51953"/>
                  <a:pt x="629599" y="43948"/>
                </a:cubicBezTo>
                <a:cubicBezTo>
                  <a:pt x="635926" y="35944"/>
                  <a:pt x="644426" y="31942"/>
                  <a:pt x="655099" y="31942"/>
                </a:cubicBezTo>
                <a:cubicBezTo>
                  <a:pt x="664907" y="31942"/>
                  <a:pt x="672366" y="34838"/>
                  <a:pt x="677473" y="40632"/>
                </a:cubicBezTo>
                <a:cubicBezTo>
                  <a:pt x="682581" y="46426"/>
                  <a:pt x="685135" y="53871"/>
                  <a:pt x="685135" y="62968"/>
                </a:cubicBezTo>
                <a:moveTo>
                  <a:pt x="672404" y="63121"/>
                </a:moveTo>
                <a:cubicBezTo>
                  <a:pt x="672404" y="48840"/>
                  <a:pt x="666432" y="41699"/>
                  <a:pt x="654489" y="41699"/>
                </a:cubicBezTo>
                <a:cubicBezTo>
                  <a:pt x="642292" y="41699"/>
                  <a:pt x="635100" y="49119"/>
                  <a:pt x="632915" y="63959"/>
                </a:cubicBezTo>
                <a:lnTo>
                  <a:pt x="672404" y="63121"/>
                </a:lnTo>
                <a:close/>
                <a:moveTo>
                  <a:pt x="768069" y="107641"/>
                </a:moveTo>
                <a:lnTo>
                  <a:pt x="756710" y="108022"/>
                </a:lnTo>
                <a:cubicBezTo>
                  <a:pt x="756304" y="105837"/>
                  <a:pt x="756101" y="103524"/>
                  <a:pt x="756101" y="101085"/>
                </a:cubicBezTo>
                <a:lnTo>
                  <a:pt x="755262" y="101085"/>
                </a:lnTo>
                <a:cubicBezTo>
                  <a:pt x="749926" y="106879"/>
                  <a:pt x="741998" y="109775"/>
                  <a:pt x="731477" y="109775"/>
                </a:cubicBezTo>
                <a:cubicBezTo>
                  <a:pt x="721821" y="109775"/>
                  <a:pt x="714134" y="106269"/>
                  <a:pt x="708417" y="99255"/>
                </a:cubicBezTo>
                <a:cubicBezTo>
                  <a:pt x="702699" y="92242"/>
                  <a:pt x="699841" y="83780"/>
                  <a:pt x="699841" y="73870"/>
                </a:cubicBezTo>
                <a:cubicBezTo>
                  <a:pt x="699841" y="62638"/>
                  <a:pt x="703017" y="52956"/>
                  <a:pt x="709370" y="44825"/>
                </a:cubicBezTo>
                <a:cubicBezTo>
                  <a:pt x="715723" y="36693"/>
                  <a:pt x="724667" y="32628"/>
                  <a:pt x="736204" y="32628"/>
                </a:cubicBezTo>
                <a:cubicBezTo>
                  <a:pt x="744437" y="32628"/>
                  <a:pt x="750332" y="34305"/>
                  <a:pt x="753890" y="37659"/>
                </a:cubicBezTo>
                <a:lnTo>
                  <a:pt x="754500" y="37659"/>
                </a:lnTo>
                <a:cubicBezTo>
                  <a:pt x="754500" y="25055"/>
                  <a:pt x="754144" y="12680"/>
                  <a:pt x="753432" y="534"/>
                </a:cubicBezTo>
                <a:lnTo>
                  <a:pt x="767917" y="0"/>
                </a:lnTo>
                <a:cubicBezTo>
                  <a:pt x="766951" y="12909"/>
                  <a:pt x="766468" y="29807"/>
                  <a:pt x="766468" y="50695"/>
                </a:cubicBezTo>
                <a:cubicBezTo>
                  <a:pt x="766468" y="71938"/>
                  <a:pt x="767002" y="90920"/>
                  <a:pt x="768069" y="107641"/>
                </a:cubicBezTo>
                <a:moveTo>
                  <a:pt x="755796" y="92623"/>
                </a:moveTo>
                <a:cubicBezTo>
                  <a:pt x="755796" y="76817"/>
                  <a:pt x="755364" y="61596"/>
                  <a:pt x="754500" y="46959"/>
                </a:cubicBezTo>
                <a:cubicBezTo>
                  <a:pt x="750383" y="43554"/>
                  <a:pt x="745250" y="41852"/>
                  <a:pt x="739101" y="41852"/>
                </a:cubicBezTo>
                <a:cubicBezTo>
                  <a:pt x="730512" y="41852"/>
                  <a:pt x="724083" y="44711"/>
                  <a:pt x="719814" y="50428"/>
                </a:cubicBezTo>
                <a:cubicBezTo>
                  <a:pt x="715545" y="56146"/>
                  <a:pt x="713410" y="63324"/>
                  <a:pt x="713410" y="71964"/>
                </a:cubicBezTo>
                <a:cubicBezTo>
                  <a:pt x="713410" y="79689"/>
                  <a:pt x="715430" y="86194"/>
                  <a:pt x="719471" y="91479"/>
                </a:cubicBezTo>
                <a:cubicBezTo>
                  <a:pt x="723511" y="96765"/>
                  <a:pt x="729114" y="99408"/>
                  <a:pt x="736280" y="99408"/>
                </a:cubicBezTo>
                <a:cubicBezTo>
                  <a:pt x="745276" y="99408"/>
                  <a:pt x="751781" y="97146"/>
                  <a:pt x="755796" y="92623"/>
                </a:cubicBezTo>
                <a:close/>
                <a:moveTo>
                  <a:pt x="888192" y="107641"/>
                </a:moveTo>
                <a:lnTo>
                  <a:pt x="876833" y="108022"/>
                </a:lnTo>
                <a:cubicBezTo>
                  <a:pt x="876427" y="105837"/>
                  <a:pt x="876223" y="103524"/>
                  <a:pt x="876223" y="101085"/>
                </a:cubicBezTo>
                <a:lnTo>
                  <a:pt x="875385" y="101085"/>
                </a:lnTo>
                <a:cubicBezTo>
                  <a:pt x="870048" y="106879"/>
                  <a:pt x="862120" y="109775"/>
                  <a:pt x="851600" y="109775"/>
                </a:cubicBezTo>
                <a:cubicBezTo>
                  <a:pt x="841944" y="109775"/>
                  <a:pt x="834257" y="106269"/>
                  <a:pt x="828540" y="99255"/>
                </a:cubicBezTo>
                <a:cubicBezTo>
                  <a:pt x="822822" y="92242"/>
                  <a:pt x="819963" y="83780"/>
                  <a:pt x="819963" y="73870"/>
                </a:cubicBezTo>
                <a:cubicBezTo>
                  <a:pt x="819963" y="62638"/>
                  <a:pt x="823140" y="52956"/>
                  <a:pt x="829493" y="44825"/>
                </a:cubicBezTo>
                <a:cubicBezTo>
                  <a:pt x="835845" y="36693"/>
                  <a:pt x="844790" y="32628"/>
                  <a:pt x="856327" y="32628"/>
                </a:cubicBezTo>
                <a:cubicBezTo>
                  <a:pt x="864560" y="32628"/>
                  <a:pt x="870455" y="34305"/>
                  <a:pt x="874013" y="37659"/>
                </a:cubicBezTo>
                <a:lnTo>
                  <a:pt x="874622" y="37659"/>
                </a:lnTo>
                <a:cubicBezTo>
                  <a:pt x="874622" y="25055"/>
                  <a:pt x="874267" y="12680"/>
                  <a:pt x="873555" y="534"/>
                </a:cubicBezTo>
                <a:lnTo>
                  <a:pt x="888039" y="0"/>
                </a:lnTo>
                <a:cubicBezTo>
                  <a:pt x="887074" y="12909"/>
                  <a:pt x="886591" y="29807"/>
                  <a:pt x="886591" y="50695"/>
                </a:cubicBezTo>
                <a:cubicBezTo>
                  <a:pt x="886591" y="71938"/>
                  <a:pt x="887125" y="90920"/>
                  <a:pt x="888192" y="107641"/>
                </a:cubicBezTo>
                <a:moveTo>
                  <a:pt x="875918" y="92623"/>
                </a:moveTo>
                <a:cubicBezTo>
                  <a:pt x="875918" y="76817"/>
                  <a:pt x="875486" y="61596"/>
                  <a:pt x="874622" y="46959"/>
                </a:cubicBezTo>
                <a:cubicBezTo>
                  <a:pt x="870506" y="43554"/>
                  <a:pt x="865373" y="41852"/>
                  <a:pt x="859223" y="41852"/>
                </a:cubicBezTo>
                <a:cubicBezTo>
                  <a:pt x="850634" y="41852"/>
                  <a:pt x="844206" y="44711"/>
                  <a:pt x="839936" y="50428"/>
                </a:cubicBezTo>
                <a:cubicBezTo>
                  <a:pt x="835667" y="56146"/>
                  <a:pt x="833533" y="63324"/>
                  <a:pt x="833533" y="71964"/>
                </a:cubicBezTo>
                <a:cubicBezTo>
                  <a:pt x="833533" y="79689"/>
                  <a:pt x="835553" y="86194"/>
                  <a:pt x="839593" y="91479"/>
                </a:cubicBezTo>
                <a:cubicBezTo>
                  <a:pt x="843634" y="96765"/>
                  <a:pt x="849237" y="99408"/>
                  <a:pt x="856403" y="99408"/>
                </a:cubicBezTo>
                <a:cubicBezTo>
                  <a:pt x="865398" y="99408"/>
                  <a:pt x="871903" y="97146"/>
                  <a:pt x="875918" y="92623"/>
                </a:cubicBezTo>
                <a:close/>
                <a:moveTo>
                  <a:pt x="966333" y="107717"/>
                </a:moveTo>
                <a:lnTo>
                  <a:pt x="954364" y="108174"/>
                </a:lnTo>
                <a:cubicBezTo>
                  <a:pt x="953754" y="105684"/>
                  <a:pt x="953449" y="103321"/>
                  <a:pt x="953449" y="101085"/>
                </a:cubicBezTo>
                <a:lnTo>
                  <a:pt x="952687" y="101085"/>
                </a:lnTo>
                <a:cubicBezTo>
                  <a:pt x="946436" y="106777"/>
                  <a:pt x="937923" y="109623"/>
                  <a:pt x="927149" y="109623"/>
                </a:cubicBezTo>
                <a:cubicBezTo>
                  <a:pt x="921304" y="109623"/>
                  <a:pt x="916273" y="107908"/>
                  <a:pt x="912055" y="104477"/>
                </a:cubicBezTo>
                <a:cubicBezTo>
                  <a:pt x="907837" y="101047"/>
                  <a:pt x="905727" y="96155"/>
                  <a:pt x="905727" y="89802"/>
                </a:cubicBezTo>
                <a:cubicBezTo>
                  <a:pt x="905727" y="81976"/>
                  <a:pt x="909031" y="75687"/>
                  <a:pt x="915638" y="70935"/>
                </a:cubicBezTo>
                <a:cubicBezTo>
                  <a:pt x="922245" y="66183"/>
                  <a:pt x="934518" y="63680"/>
                  <a:pt x="952458" y="63426"/>
                </a:cubicBezTo>
                <a:cubicBezTo>
                  <a:pt x="952611" y="62206"/>
                  <a:pt x="952687" y="60808"/>
                  <a:pt x="952687" y="59233"/>
                </a:cubicBezTo>
                <a:cubicBezTo>
                  <a:pt x="952687" y="52982"/>
                  <a:pt x="951022" y="48814"/>
                  <a:pt x="947694" y="46731"/>
                </a:cubicBezTo>
                <a:cubicBezTo>
                  <a:pt x="944365" y="44647"/>
                  <a:pt x="939321" y="43605"/>
                  <a:pt x="932561" y="43605"/>
                </a:cubicBezTo>
                <a:cubicBezTo>
                  <a:pt x="924582" y="43605"/>
                  <a:pt x="916730" y="44596"/>
                  <a:pt x="909005" y="46578"/>
                </a:cubicBezTo>
                <a:lnTo>
                  <a:pt x="910301" y="36058"/>
                </a:lnTo>
                <a:cubicBezTo>
                  <a:pt x="917925" y="33873"/>
                  <a:pt x="926691" y="32780"/>
                  <a:pt x="936602" y="32780"/>
                </a:cubicBezTo>
                <a:cubicBezTo>
                  <a:pt x="945648" y="32780"/>
                  <a:pt x="952636" y="34648"/>
                  <a:pt x="957566" y="38383"/>
                </a:cubicBezTo>
                <a:cubicBezTo>
                  <a:pt x="962496" y="42119"/>
                  <a:pt x="964960" y="48484"/>
                  <a:pt x="964960" y="57480"/>
                </a:cubicBezTo>
                <a:cubicBezTo>
                  <a:pt x="964960" y="59868"/>
                  <a:pt x="964846" y="64201"/>
                  <a:pt x="964617" y="70477"/>
                </a:cubicBezTo>
                <a:cubicBezTo>
                  <a:pt x="964389" y="76754"/>
                  <a:pt x="964274" y="80934"/>
                  <a:pt x="964274" y="83018"/>
                </a:cubicBezTo>
                <a:cubicBezTo>
                  <a:pt x="964274" y="92267"/>
                  <a:pt x="964960" y="100500"/>
                  <a:pt x="966333" y="107717"/>
                </a:cubicBezTo>
                <a:moveTo>
                  <a:pt x="952839" y="92928"/>
                </a:moveTo>
                <a:cubicBezTo>
                  <a:pt x="952585" y="85203"/>
                  <a:pt x="952458" y="78266"/>
                  <a:pt x="952458" y="72116"/>
                </a:cubicBezTo>
                <a:cubicBezTo>
                  <a:pt x="942904" y="72116"/>
                  <a:pt x="935636" y="72828"/>
                  <a:pt x="930656" y="74251"/>
                </a:cubicBezTo>
                <a:cubicBezTo>
                  <a:pt x="922321" y="76792"/>
                  <a:pt x="918153" y="81645"/>
                  <a:pt x="918153" y="88811"/>
                </a:cubicBezTo>
                <a:cubicBezTo>
                  <a:pt x="918153" y="95723"/>
                  <a:pt x="923032" y="99179"/>
                  <a:pt x="932790" y="99179"/>
                </a:cubicBezTo>
                <a:cubicBezTo>
                  <a:pt x="941176" y="99179"/>
                  <a:pt x="947859" y="97095"/>
                  <a:pt x="952839" y="92928"/>
                </a:cubicBezTo>
                <a:close/>
                <a:moveTo>
                  <a:pt x="1027780" y="97197"/>
                </a:moveTo>
                <a:lnTo>
                  <a:pt x="1026865" y="107107"/>
                </a:lnTo>
                <a:cubicBezTo>
                  <a:pt x="1022850" y="108581"/>
                  <a:pt x="1019064" y="109318"/>
                  <a:pt x="1015507" y="109318"/>
                </a:cubicBezTo>
                <a:cubicBezTo>
                  <a:pt x="1006359" y="109318"/>
                  <a:pt x="1000108" y="106993"/>
                  <a:pt x="996753" y="102343"/>
                </a:cubicBezTo>
                <a:cubicBezTo>
                  <a:pt x="993399" y="97692"/>
                  <a:pt x="991722" y="89370"/>
                  <a:pt x="991722" y="77376"/>
                </a:cubicBezTo>
                <a:cubicBezTo>
                  <a:pt x="991722" y="69601"/>
                  <a:pt x="991773" y="59462"/>
                  <a:pt x="991874" y="46959"/>
                </a:cubicBezTo>
                <a:cubicBezTo>
                  <a:pt x="989028" y="46959"/>
                  <a:pt x="984836" y="47112"/>
                  <a:pt x="979296" y="47417"/>
                </a:cubicBezTo>
                <a:lnTo>
                  <a:pt x="979753" y="36363"/>
                </a:lnTo>
                <a:cubicBezTo>
                  <a:pt x="984581" y="36668"/>
                  <a:pt x="988901" y="36820"/>
                  <a:pt x="992713" y="36820"/>
                </a:cubicBezTo>
                <a:cubicBezTo>
                  <a:pt x="992713" y="33771"/>
                  <a:pt x="992967" y="26529"/>
                  <a:pt x="993475" y="15094"/>
                </a:cubicBezTo>
                <a:lnTo>
                  <a:pt x="1005444" y="13874"/>
                </a:lnTo>
                <a:cubicBezTo>
                  <a:pt x="1004580" y="24547"/>
                  <a:pt x="1004148" y="32196"/>
                  <a:pt x="1004148" y="36820"/>
                </a:cubicBezTo>
                <a:cubicBezTo>
                  <a:pt x="1009128" y="36820"/>
                  <a:pt x="1016447" y="36566"/>
                  <a:pt x="1026103" y="36058"/>
                </a:cubicBezTo>
                <a:lnTo>
                  <a:pt x="1025569" y="47417"/>
                </a:lnTo>
                <a:cubicBezTo>
                  <a:pt x="1016421" y="47112"/>
                  <a:pt x="1009078" y="46959"/>
                  <a:pt x="1003538" y="46959"/>
                </a:cubicBezTo>
                <a:cubicBezTo>
                  <a:pt x="1003436" y="54634"/>
                  <a:pt x="1003386" y="63273"/>
                  <a:pt x="1003386" y="72879"/>
                </a:cubicBezTo>
                <a:cubicBezTo>
                  <a:pt x="1003386" y="83348"/>
                  <a:pt x="1004491" y="90272"/>
                  <a:pt x="1006702" y="93652"/>
                </a:cubicBezTo>
                <a:cubicBezTo>
                  <a:pt x="1008912" y="97032"/>
                  <a:pt x="1013016" y="98722"/>
                  <a:pt x="1019013" y="98722"/>
                </a:cubicBezTo>
                <a:cubicBezTo>
                  <a:pt x="1020995" y="98722"/>
                  <a:pt x="1023918" y="98213"/>
                  <a:pt x="1027780" y="97197"/>
                </a:cubicBezTo>
                <a:close/>
                <a:moveTo>
                  <a:pt x="1099101" y="107717"/>
                </a:moveTo>
                <a:lnTo>
                  <a:pt x="1087133" y="108174"/>
                </a:lnTo>
                <a:cubicBezTo>
                  <a:pt x="1086523" y="105684"/>
                  <a:pt x="1086218" y="103321"/>
                  <a:pt x="1086218" y="101085"/>
                </a:cubicBezTo>
                <a:lnTo>
                  <a:pt x="1085455" y="101085"/>
                </a:lnTo>
                <a:cubicBezTo>
                  <a:pt x="1079204" y="106777"/>
                  <a:pt x="1070692" y="109623"/>
                  <a:pt x="1059917" y="109623"/>
                </a:cubicBezTo>
                <a:cubicBezTo>
                  <a:pt x="1054073" y="109623"/>
                  <a:pt x="1049042" y="107908"/>
                  <a:pt x="1044823" y="104477"/>
                </a:cubicBezTo>
                <a:cubicBezTo>
                  <a:pt x="1040605" y="101047"/>
                  <a:pt x="1038496" y="96155"/>
                  <a:pt x="1038496" y="89802"/>
                </a:cubicBezTo>
                <a:cubicBezTo>
                  <a:pt x="1038496" y="81976"/>
                  <a:pt x="1041799" y="75687"/>
                  <a:pt x="1048406" y="70935"/>
                </a:cubicBezTo>
                <a:cubicBezTo>
                  <a:pt x="1055013" y="66183"/>
                  <a:pt x="1067287" y="63680"/>
                  <a:pt x="1085227" y="63426"/>
                </a:cubicBezTo>
                <a:cubicBezTo>
                  <a:pt x="1085379" y="62206"/>
                  <a:pt x="1085455" y="60808"/>
                  <a:pt x="1085455" y="59233"/>
                </a:cubicBezTo>
                <a:cubicBezTo>
                  <a:pt x="1085455" y="52982"/>
                  <a:pt x="1083791" y="48814"/>
                  <a:pt x="1080462" y="46731"/>
                </a:cubicBezTo>
                <a:cubicBezTo>
                  <a:pt x="1077133" y="44647"/>
                  <a:pt x="1072089" y="43605"/>
                  <a:pt x="1065330" y="43605"/>
                </a:cubicBezTo>
                <a:cubicBezTo>
                  <a:pt x="1057351" y="43605"/>
                  <a:pt x="1049499" y="44596"/>
                  <a:pt x="1041774" y="46578"/>
                </a:cubicBezTo>
                <a:lnTo>
                  <a:pt x="1043070" y="36058"/>
                </a:lnTo>
                <a:cubicBezTo>
                  <a:pt x="1050693" y="33873"/>
                  <a:pt x="1059460" y="32780"/>
                  <a:pt x="1069370" y="32780"/>
                </a:cubicBezTo>
                <a:cubicBezTo>
                  <a:pt x="1078417" y="32780"/>
                  <a:pt x="1085405" y="34648"/>
                  <a:pt x="1090334" y="38383"/>
                </a:cubicBezTo>
                <a:cubicBezTo>
                  <a:pt x="1095264" y="42119"/>
                  <a:pt x="1097729" y="48484"/>
                  <a:pt x="1097729" y="57480"/>
                </a:cubicBezTo>
                <a:cubicBezTo>
                  <a:pt x="1097729" y="59868"/>
                  <a:pt x="1097615" y="64201"/>
                  <a:pt x="1097386" y="70477"/>
                </a:cubicBezTo>
                <a:cubicBezTo>
                  <a:pt x="1097157" y="76754"/>
                  <a:pt x="1097043" y="80934"/>
                  <a:pt x="1097043" y="83018"/>
                </a:cubicBezTo>
                <a:cubicBezTo>
                  <a:pt x="1097043" y="92267"/>
                  <a:pt x="1097729" y="100500"/>
                  <a:pt x="1099101" y="107717"/>
                </a:cubicBezTo>
                <a:moveTo>
                  <a:pt x="1085608" y="92928"/>
                </a:moveTo>
                <a:cubicBezTo>
                  <a:pt x="1085354" y="85203"/>
                  <a:pt x="1085227" y="78266"/>
                  <a:pt x="1085227" y="72116"/>
                </a:cubicBezTo>
                <a:cubicBezTo>
                  <a:pt x="1075672" y="72116"/>
                  <a:pt x="1068405" y="72828"/>
                  <a:pt x="1063424" y="74251"/>
                </a:cubicBezTo>
                <a:cubicBezTo>
                  <a:pt x="1055089" y="76792"/>
                  <a:pt x="1050922" y="81645"/>
                  <a:pt x="1050922" y="88811"/>
                </a:cubicBezTo>
                <a:cubicBezTo>
                  <a:pt x="1050922" y="95723"/>
                  <a:pt x="1055801" y="99179"/>
                  <a:pt x="1065559" y="99179"/>
                </a:cubicBezTo>
                <a:cubicBezTo>
                  <a:pt x="1073944" y="99179"/>
                  <a:pt x="1080627" y="97095"/>
                  <a:pt x="1085608" y="92928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77C041-5ABF-46D5-80F6-5D960937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1907" y="3154432"/>
            <a:ext cx="911805" cy="67085"/>
          </a:xfrm>
          <a:custGeom xmlns:a="http://schemas.openxmlformats.org/drawingml/2006/main">
            <a:pathLst>
              <a:path w="911805" h="67085">
                <a:moveTo>
                  <a:pt x="0" y="39261"/>
                </a:moveTo>
                <a:lnTo>
                  <a:pt x="44723" y="39261"/>
                </a:lnTo>
                <a:lnTo>
                  <a:pt x="44723" y="28081"/>
                </a:lnTo>
                <a:lnTo>
                  <a:pt x="0" y="28081"/>
                </a:lnTo>
                <a:lnTo>
                  <a:pt x="0" y="39261"/>
                </a:lnTo>
                <a:close/>
                <a:moveTo>
                  <a:pt x="78266" y="39261"/>
                </a:moveTo>
                <a:lnTo>
                  <a:pt x="122989" y="39261"/>
                </a:lnTo>
                <a:lnTo>
                  <a:pt x="122989" y="28081"/>
                </a:lnTo>
                <a:lnTo>
                  <a:pt x="78266" y="28081"/>
                </a:lnTo>
                <a:lnTo>
                  <a:pt x="78266" y="39261"/>
                </a:lnTo>
                <a:close/>
                <a:moveTo>
                  <a:pt x="156532" y="39261"/>
                </a:moveTo>
                <a:lnTo>
                  <a:pt x="201255" y="39261"/>
                </a:lnTo>
                <a:lnTo>
                  <a:pt x="201255" y="28081"/>
                </a:lnTo>
                <a:lnTo>
                  <a:pt x="156532" y="28081"/>
                </a:lnTo>
                <a:lnTo>
                  <a:pt x="156532" y="39261"/>
                </a:lnTo>
                <a:close/>
                <a:moveTo>
                  <a:pt x="234797" y="39261"/>
                </a:moveTo>
                <a:lnTo>
                  <a:pt x="279521" y="39261"/>
                </a:lnTo>
                <a:lnTo>
                  <a:pt x="279521" y="28081"/>
                </a:lnTo>
                <a:lnTo>
                  <a:pt x="234797" y="28081"/>
                </a:lnTo>
                <a:lnTo>
                  <a:pt x="234797" y="39261"/>
                </a:lnTo>
                <a:close/>
                <a:moveTo>
                  <a:pt x="313063" y="39261"/>
                </a:moveTo>
                <a:lnTo>
                  <a:pt x="357786" y="39261"/>
                </a:lnTo>
                <a:lnTo>
                  <a:pt x="357786" y="28081"/>
                </a:lnTo>
                <a:lnTo>
                  <a:pt x="313063" y="28081"/>
                </a:lnTo>
                <a:lnTo>
                  <a:pt x="313063" y="39261"/>
                </a:lnTo>
                <a:close/>
                <a:moveTo>
                  <a:pt x="391329" y="39261"/>
                </a:moveTo>
                <a:lnTo>
                  <a:pt x="436052" y="39261"/>
                </a:lnTo>
                <a:lnTo>
                  <a:pt x="436052" y="28081"/>
                </a:lnTo>
                <a:lnTo>
                  <a:pt x="391329" y="28081"/>
                </a:lnTo>
                <a:lnTo>
                  <a:pt x="391329" y="39261"/>
                </a:lnTo>
                <a:close/>
                <a:moveTo>
                  <a:pt x="469466" y="39133"/>
                </a:moveTo>
                <a:lnTo>
                  <a:pt x="514189" y="39133"/>
                </a:lnTo>
                <a:lnTo>
                  <a:pt x="514189" y="27952"/>
                </a:lnTo>
                <a:lnTo>
                  <a:pt x="469466" y="27952"/>
                </a:lnTo>
                <a:lnTo>
                  <a:pt x="469466" y="39133"/>
                </a:lnTo>
                <a:close/>
                <a:moveTo>
                  <a:pt x="547732" y="39133"/>
                </a:moveTo>
                <a:lnTo>
                  <a:pt x="592455" y="39133"/>
                </a:lnTo>
                <a:lnTo>
                  <a:pt x="592455" y="27952"/>
                </a:lnTo>
                <a:lnTo>
                  <a:pt x="547732" y="27952"/>
                </a:lnTo>
                <a:lnTo>
                  <a:pt x="547732" y="39133"/>
                </a:lnTo>
                <a:close/>
                <a:moveTo>
                  <a:pt x="625998" y="39133"/>
                </a:moveTo>
                <a:lnTo>
                  <a:pt x="670721" y="39133"/>
                </a:lnTo>
                <a:lnTo>
                  <a:pt x="670721" y="27952"/>
                </a:lnTo>
                <a:lnTo>
                  <a:pt x="625998" y="27952"/>
                </a:lnTo>
                <a:lnTo>
                  <a:pt x="625998" y="39133"/>
                </a:lnTo>
                <a:close/>
                <a:moveTo>
                  <a:pt x="704263" y="39133"/>
                </a:moveTo>
                <a:lnTo>
                  <a:pt x="748987" y="39133"/>
                </a:lnTo>
                <a:lnTo>
                  <a:pt x="748987" y="27952"/>
                </a:lnTo>
                <a:lnTo>
                  <a:pt x="704263" y="27952"/>
                </a:lnTo>
                <a:lnTo>
                  <a:pt x="704263" y="39133"/>
                </a:lnTo>
                <a:close/>
                <a:moveTo>
                  <a:pt x="782529" y="39133"/>
                </a:moveTo>
                <a:lnTo>
                  <a:pt x="827253" y="39133"/>
                </a:lnTo>
                <a:lnTo>
                  <a:pt x="827253" y="27952"/>
                </a:lnTo>
                <a:lnTo>
                  <a:pt x="782529" y="27952"/>
                </a:lnTo>
                <a:lnTo>
                  <a:pt x="782529" y="39133"/>
                </a:lnTo>
                <a:close/>
                <a:moveTo>
                  <a:pt x="844720" y="67085"/>
                </a:moveTo>
                <a:lnTo>
                  <a:pt x="911805" y="33542"/>
                </a:lnTo>
                <a:lnTo>
                  <a:pt x="844720" y="0"/>
                </a:lnTo>
                <a:lnTo>
                  <a:pt x="844720" y="670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C8FF3F-A93A-410B-97FA-12D23E67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789" y="1497434"/>
            <a:ext cx="353720" cy="263461"/>
          </a:xfrm>
          <a:custGeom xmlns:a="http://schemas.openxmlformats.org/drawingml/2006/main">
            <a:pathLst>
              <a:path w="353720" h="263461">
                <a:moveTo>
                  <a:pt x="0" y="0"/>
                </a:moveTo>
                <a:lnTo>
                  <a:pt x="353720" y="0"/>
                </a:lnTo>
                <a:lnTo>
                  <a:pt x="353720" y="263461"/>
                </a:lnTo>
                <a:lnTo>
                  <a:pt x="0" y="2634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A56CC-78B5-4CA4-9724-E7733CCC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5789" y="1497434"/>
            <a:ext cx="353721" cy="263461"/>
          </a:xfrm>
          <a:custGeom xmlns:a="http://schemas.openxmlformats.org/drawingml/2006/main">
            <a:pathLst>
              <a:path w="353721" h="263461" fill="none">
                <a:moveTo>
                  <a:pt x="0" y="0"/>
                </a:moveTo>
                <a:lnTo>
                  <a:pt x="353721" y="0"/>
                </a:lnTo>
                <a:lnTo>
                  <a:pt x="353721" y="263461"/>
                </a:lnTo>
                <a:lnTo>
                  <a:pt x="0" y="26346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1" cap="flat">
            <a:solidFill>
              <a:srgbClr val="000000"/>
            </a:solidFill>
            <a:miter/>
          </a:ln>
        </p:spPr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4135f8dbd5484c"/>
          <a:stretch xmlns:a="http://schemas.openxmlformats.org/drawingml/2006/main"/>
        </p:blipFill>
        <p:spPr>
          <a:xfrm xmlns:a="http://schemas.openxmlformats.org/drawingml/2006/main">
            <a:off x="2285732" y="116366"/>
            <a:ext cx="201255" cy="201255"/>
          </a:xfrm>
          <a:prstGeom xmlns:a="http://schemas.openxmlformats.org/drawingml/2006/main" prst="rect">
            <a:avLst/>
          </a:prstGeom>
        </p:spPr>
      </p:pic>
      <p:sp>
        <p:nvSpPr>
          <p:cNvPr id="36" name="Text ❄">
            <a:extLst xmlns:a="http://schemas.openxmlformats.org/drawingml/2006/main">
              <a:ext uri="{FF2B5EF4-FFF2-40B4-BE49-F238E27FC236}">
                <a16:creationId xmlns:a16="http://schemas.microsoft.com/office/drawing/2014/main" id="{B72AE5DE-1EAD-437C-B17A-6F00D1FF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482" y="118931"/>
            <a:ext cx="200043" cy="200042"/>
          </a:xfrm>
          <a:custGeom xmlns:a="http://schemas.openxmlformats.org/drawingml/2006/main">
            <a:pathLst>
              <a:path w="200043" h="200042">
                <a:moveTo>
                  <a:pt x="0" y="200042"/>
                </a:moveTo>
                <a:lnTo>
                  <a:pt x="0" y="200042"/>
                </a:lnTo>
                <a:moveTo>
                  <a:pt x="200043" y="0"/>
                </a:moveTo>
                <a:lnTo>
                  <a:pt x="200043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0f8ac1c1f34eca"/>
          <a:stretch xmlns:a="http://schemas.openxmlformats.org/drawingml/2006/main"/>
        </p:blipFill>
        <p:spPr>
          <a:xfrm xmlns:a="http://schemas.openxmlformats.org/drawingml/2006/main">
            <a:off x="3582823" y="106608"/>
            <a:ext cx="201255" cy="201255"/>
          </a:xfrm>
          <a:prstGeom xmlns:a="http://schemas.openxmlformats.org/drawingml/2006/main" prst="rect">
            <a:avLst/>
          </a:prstGeom>
        </p:spPr>
      </p:pic>
      <p:sp>
        <p:nvSpPr>
          <p:cNvPr id="38" name="Text 🔥">
            <a:extLst xmlns:a="http://schemas.openxmlformats.org/drawingml/2006/main">
              <a:ext uri="{FF2B5EF4-FFF2-40B4-BE49-F238E27FC236}">
                <a16:creationId xmlns:a16="http://schemas.microsoft.com/office/drawing/2014/main" id="{FD595080-FEB2-4147-B835-9AE7566E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2573" y="109174"/>
            <a:ext cx="200043" cy="200042"/>
          </a:xfrm>
          <a:custGeom xmlns:a="http://schemas.openxmlformats.org/drawingml/2006/main">
            <a:pathLst>
              <a:path w="200043" h="200042">
                <a:moveTo>
                  <a:pt x="0" y="200042"/>
                </a:moveTo>
                <a:lnTo>
                  <a:pt x="0" y="200042"/>
                </a:lnTo>
                <a:moveTo>
                  <a:pt x="200043" y="0"/>
                </a:moveTo>
                <a:lnTo>
                  <a:pt x="200043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frozen">
            <a:extLst xmlns:a="http://schemas.openxmlformats.org/drawingml/2006/main">
              <a:ext uri="{FF2B5EF4-FFF2-40B4-BE49-F238E27FC236}">
                <a16:creationId xmlns:a16="http://schemas.microsoft.com/office/drawing/2014/main" id="{FBA3DBDF-A25C-4FCD-90CB-78E85ECD8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5788" y="155078"/>
            <a:ext cx="478997" cy="128256"/>
          </a:xfrm>
          <a:custGeom xmlns:a="http://schemas.openxmlformats.org/drawingml/2006/main">
            <a:pathLst>
              <a:path w="478997" h="128256">
                <a:moveTo>
                  <a:pt x="58433" y="1478"/>
                </a:moveTo>
                <a:lnTo>
                  <a:pt x="55911" y="12956"/>
                </a:lnTo>
                <a:cubicBezTo>
                  <a:pt x="52433" y="12086"/>
                  <a:pt x="48955" y="11652"/>
                  <a:pt x="45476" y="11652"/>
                </a:cubicBezTo>
                <a:cubicBezTo>
                  <a:pt x="40143" y="11652"/>
                  <a:pt x="36535" y="13753"/>
                  <a:pt x="34651" y="17956"/>
                </a:cubicBezTo>
                <a:cubicBezTo>
                  <a:pt x="32767" y="22159"/>
                  <a:pt x="31825" y="30839"/>
                  <a:pt x="31825" y="43998"/>
                </a:cubicBezTo>
                <a:cubicBezTo>
                  <a:pt x="37564" y="43998"/>
                  <a:pt x="45592" y="43708"/>
                  <a:pt x="55911" y="43129"/>
                </a:cubicBezTo>
                <a:lnTo>
                  <a:pt x="55389" y="56085"/>
                </a:lnTo>
                <a:cubicBezTo>
                  <a:pt x="43679" y="55737"/>
                  <a:pt x="35825" y="55563"/>
                  <a:pt x="31825" y="55563"/>
                </a:cubicBezTo>
                <a:cubicBezTo>
                  <a:pt x="31825" y="81939"/>
                  <a:pt x="32173" y="105039"/>
                  <a:pt x="32868" y="124865"/>
                </a:cubicBezTo>
                <a:lnTo>
                  <a:pt x="17304" y="124865"/>
                </a:lnTo>
                <a:cubicBezTo>
                  <a:pt x="18115" y="105561"/>
                  <a:pt x="18521" y="82461"/>
                  <a:pt x="18521" y="55563"/>
                </a:cubicBezTo>
                <a:cubicBezTo>
                  <a:pt x="14985" y="55563"/>
                  <a:pt x="8811" y="55737"/>
                  <a:pt x="0" y="56085"/>
                </a:cubicBezTo>
                <a:lnTo>
                  <a:pt x="609" y="43303"/>
                </a:lnTo>
                <a:cubicBezTo>
                  <a:pt x="8608" y="43766"/>
                  <a:pt x="14579" y="43998"/>
                  <a:pt x="18521" y="43998"/>
                </a:cubicBezTo>
                <a:cubicBezTo>
                  <a:pt x="18521" y="28637"/>
                  <a:pt x="20666" y="17463"/>
                  <a:pt x="24956" y="10478"/>
                </a:cubicBezTo>
                <a:cubicBezTo>
                  <a:pt x="29245" y="3493"/>
                  <a:pt x="36086" y="0"/>
                  <a:pt x="45476" y="0"/>
                </a:cubicBezTo>
                <a:cubicBezTo>
                  <a:pt x="49592" y="0"/>
                  <a:pt x="53911" y="493"/>
                  <a:pt x="58433" y="1478"/>
                </a:cubicBezTo>
                <a:close/>
                <a:moveTo>
                  <a:pt x="122187" y="42259"/>
                </a:moveTo>
                <a:lnTo>
                  <a:pt x="118274" y="56085"/>
                </a:lnTo>
                <a:cubicBezTo>
                  <a:pt x="113752" y="54288"/>
                  <a:pt x="109549" y="53389"/>
                  <a:pt x="105666" y="53389"/>
                </a:cubicBezTo>
                <a:cubicBezTo>
                  <a:pt x="94767" y="53389"/>
                  <a:pt x="87695" y="58577"/>
                  <a:pt x="84449" y="68954"/>
                </a:cubicBezTo>
                <a:cubicBezTo>
                  <a:pt x="84449" y="95619"/>
                  <a:pt x="84623" y="114256"/>
                  <a:pt x="84971" y="124865"/>
                </a:cubicBezTo>
                <a:lnTo>
                  <a:pt x="69580" y="124865"/>
                </a:lnTo>
                <a:cubicBezTo>
                  <a:pt x="70507" y="106489"/>
                  <a:pt x="70971" y="92228"/>
                  <a:pt x="70971" y="82084"/>
                </a:cubicBezTo>
                <a:cubicBezTo>
                  <a:pt x="70971" y="68345"/>
                  <a:pt x="69609" y="55186"/>
                  <a:pt x="66884" y="42607"/>
                </a:cubicBezTo>
                <a:lnTo>
                  <a:pt x="82101" y="40433"/>
                </a:lnTo>
                <a:cubicBezTo>
                  <a:pt x="83203" y="46810"/>
                  <a:pt x="83753" y="51070"/>
                  <a:pt x="83753" y="53215"/>
                </a:cubicBezTo>
                <a:lnTo>
                  <a:pt x="84449" y="53215"/>
                </a:lnTo>
                <a:cubicBezTo>
                  <a:pt x="90710" y="43998"/>
                  <a:pt x="98014" y="39390"/>
                  <a:pt x="106361" y="39390"/>
                </a:cubicBezTo>
                <a:cubicBezTo>
                  <a:pt x="110767" y="39390"/>
                  <a:pt x="116042" y="40346"/>
                  <a:pt x="122187" y="42259"/>
                </a:cubicBezTo>
                <a:close/>
                <a:moveTo>
                  <a:pt x="212006" y="81040"/>
                </a:moveTo>
                <a:cubicBezTo>
                  <a:pt x="212006" y="95880"/>
                  <a:pt x="207746" y="107460"/>
                  <a:pt x="199224" y="115778"/>
                </a:cubicBezTo>
                <a:cubicBezTo>
                  <a:pt x="190703" y="124097"/>
                  <a:pt x="180674" y="128256"/>
                  <a:pt x="169139" y="128256"/>
                </a:cubicBezTo>
                <a:cubicBezTo>
                  <a:pt x="158356" y="128256"/>
                  <a:pt x="149096" y="124575"/>
                  <a:pt x="141357" y="117213"/>
                </a:cubicBezTo>
                <a:cubicBezTo>
                  <a:pt x="133618" y="109851"/>
                  <a:pt x="129749" y="99474"/>
                  <a:pt x="129749" y="86084"/>
                </a:cubicBezTo>
                <a:cubicBezTo>
                  <a:pt x="129749" y="71128"/>
                  <a:pt x="134024" y="59447"/>
                  <a:pt x="142574" y="51041"/>
                </a:cubicBezTo>
                <a:cubicBezTo>
                  <a:pt x="151125" y="42636"/>
                  <a:pt x="161168" y="38433"/>
                  <a:pt x="172704" y="38433"/>
                </a:cubicBezTo>
                <a:cubicBezTo>
                  <a:pt x="183486" y="38433"/>
                  <a:pt x="192732" y="42158"/>
                  <a:pt x="200442" y="49607"/>
                </a:cubicBezTo>
                <a:cubicBezTo>
                  <a:pt x="208152" y="57056"/>
                  <a:pt x="212006" y="67534"/>
                  <a:pt x="212006" y="81040"/>
                </a:cubicBezTo>
                <a:moveTo>
                  <a:pt x="196964" y="84084"/>
                </a:moveTo>
                <a:cubicBezTo>
                  <a:pt x="196964" y="75041"/>
                  <a:pt x="194688" y="66997"/>
                  <a:pt x="190138" y="59954"/>
                </a:cubicBezTo>
                <a:cubicBezTo>
                  <a:pt x="185587" y="52911"/>
                  <a:pt x="179109" y="49389"/>
                  <a:pt x="170704" y="49389"/>
                </a:cubicBezTo>
                <a:cubicBezTo>
                  <a:pt x="162356" y="49389"/>
                  <a:pt x="155936" y="52723"/>
                  <a:pt x="151444" y="59389"/>
                </a:cubicBezTo>
                <a:cubicBezTo>
                  <a:pt x="146951" y="66055"/>
                  <a:pt x="144705" y="73794"/>
                  <a:pt x="144705" y="82605"/>
                </a:cubicBezTo>
                <a:cubicBezTo>
                  <a:pt x="144705" y="91707"/>
                  <a:pt x="146980" y="99764"/>
                  <a:pt x="151531" y="106778"/>
                </a:cubicBezTo>
                <a:cubicBezTo>
                  <a:pt x="156081" y="113793"/>
                  <a:pt x="162588" y="117300"/>
                  <a:pt x="171052" y="117300"/>
                </a:cubicBezTo>
                <a:cubicBezTo>
                  <a:pt x="179399" y="117300"/>
                  <a:pt x="185805" y="113952"/>
                  <a:pt x="190268" y="107257"/>
                </a:cubicBezTo>
                <a:cubicBezTo>
                  <a:pt x="194732" y="100561"/>
                  <a:pt x="196964" y="92837"/>
                  <a:pt x="196964" y="84084"/>
                </a:cubicBezTo>
                <a:close/>
                <a:moveTo>
                  <a:pt x="292939" y="110865"/>
                </a:moveTo>
                <a:lnTo>
                  <a:pt x="292417" y="124865"/>
                </a:lnTo>
                <a:lnTo>
                  <a:pt x="229028" y="124865"/>
                </a:lnTo>
                <a:lnTo>
                  <a:pt x="229724" y="111387"/>
                </a:lnTo>
                <a:cubicBezTo>
                  <a:pt x="232796" y="108431"/>
                  <a:pt x="240651" y="99272"/>
                  <a:pt x="253288" y="83910"/>
                </a:cubicBezTo>
                <a:cubicBezTo>
                  <a:pt x="267027" y="67157"/>
                  <a:pt x="273896" y="57766"/>
                  <a:pt x="273896" y="55737"/>
                </a:cubicBezTo>
                <a:lnTo>
                  <a:pt x="273809" y="54780"/>
                </a:lnTo>
                <a:cubicBezTo>
                  <a:pt x="255201" y="54780"/>
                  <a:pt x="240448" y="55157"/>
                  <a:pt x="229550" y="55911"/>
                </a:cubicBezTo>
                <a:lnTo>
                  <a:pt x="230072" y="42259"/>
                </a:lnTo>
                <a:lnTo>
                  <a:pt x="290417" y="42259"/>
                </a:lnTo>
                <a:lnTo>
                  <a:pt x="289548" y="55911"/>
                </a:lnTo>
                <a:cubicBezTo>
                  <a:pt x="284736" y="61186"/>
                  <a:pt x="277113" y="70403"/>
                  <a:pt x="266679" y="83562"/>
                </a:cubicBezTo>
                <a:cubicBezTo>
                  <a:pt x="253694" y="99967"/>
                  <a:pt x="247202" y="109300"/>
                  <a:pt x="247202" y="111561"/>
                </a:cubicBezTo>
                <a:lnTo>
                  <a:pt x="247202" y="112257"/>
                </a:lnTo>
                <a:cubicBezTo>
                  <a:pt x="264708" y="112257"/>
                  <a:pt x="279954" y="111793"/>
                  <a:pt x="292939" y="110865"/>
                </a:cubicBezTo>
                <a:close/>
                <a:moveTo>
                  <a:pt x="384315" y="73823"/>
                </a:moveTo>
                <a:cubicBezTo>
                  <a:pt x="384315" y="76258"/>
                  <a:pt x="384199" y="79620"/>
                  <a:pt x="383967" y="83910"/>
                </a:cubicBezTo>
                <a:lnTo>
                  <a:pt x="324230" y="84953"/>
                </a:lnTo>
                <a:cubicBezTo>
                  <a:pt x="324810" y="93417"/>
                  <a:pt x="328085" y="100503"/>
                  <a:pt x="334056" y="106213"/>
                </a:cubicBezTo>
                <a:cubicBezTo>
                  <a:pt x="340027" y="111923"/>
                  <a:pt x="347939" y="114778"/>
                  <a:pt x="357794" y="114778"/>
                </a:cubicBezTo>
                <a:cubicBezTo>
                  <a:pt x="366605" y="114778"/>
                  <a:pt x="374866" y="113706"/>
                  <a:pt x="382576" y="111561"/>
                </a:cubicBezTo>
                <a:lnTo>
                  <a:pt x="381097" y="123821"/>
                </a:lnTo>
                <a:cubicBezTo>
                  <a:pt x="375416" y="126082"/>
                  <a:pt x="367214" y="127212"/>
                  <a:pt x="356490" y="127212"/>
                </a:cubicBezTo>
                <a:cubicBezTo>
                  <a:pt x="341418" y="127212"/>
                  <a:pt x="329925" y="123097"/>
                  <a:pt x="322013" y="114865"/>
                </a:cubicBezTo>
                <a:cubicBezTo>
                  <a:pt x="314100" y="106634"/>
                  <a:pt x="310144" y="96605"/>
                  <a:pt x="310144" y="84779"/>
                </a:cubicBezTo>
                <a:cubicBezTo>
                  <a:pt x="310144" y="72142"/>
                  <a:pt x="313752" y="61258"/>
                  <a:pt x="320969" y="52128"/>
                </a:cubicBezTo>
                <a:cubicBezTo>
                  <a:pt x="328186" y="42998"/>
                  <a:pt x="337882" y="38433"/>
                  <a:pt x="350055" y="38433"/>
                </a:cubicBezTo>
                <a:cubicBezTo>
                  <a:pt x="361243" y="38433"/>
                  <a:pt x="369750" y="41738"/>
                  <a:pt x="375576" y="48346"/>
                </a:cubicBezTo>
                <a:cubicBezTo>
                  <a:pt x="381402" y="54954"/>
                  <a:pt x="384315" y="63447"/>
                  <a:pt x="384315" y="73823"/>
                </a:cubicBezTo>
                <a:moveTo>
                  <a:pt x="369793" y="73997"/>
                </a:moveTo>
                <a:cubicBezTo>
                  <a:pt x="369793" y="57708"/>
                  <a:pt x="362982" y="49563"/>
                  <a:pt x="349359" y="49563"/>
                </a:cubicBezTo>
                <a:cubicBezTo>
                  <a:pt x="335447" y="49563"/>
                  <a:pt x="327244" y="58027"/>
                  <a:pt x="324752" y="74954"/>
                </a:cubicBezTo>
                <a:lnTo>
                  <a:pt x="369793" y="73997"/>
                </a:lnTo>
                <a:close/>
                <a:moveTo>
                  <a:pt x="478997" y="124865"/>
                </a:moveTo>
                <a:lnTo>
                  <a:pt x="463172" y="124865"/>
                </a:lnTo>
                <a:cubicBezTo>
                  <a:pt x="464447" y="109619"/>
                  <a:pt x="465085" y="92982"/>
                  <a:pt x="465085" y="74954"/>
                </a:cubicBezTo>
                <a:cubicBezTo>
                  <a:pt x="465085" y="66026"/>
                  <a:pt x="463273" y="59925"/>
                  <a:pt x="459650" y="56650"/>
                </a:cubicBezTo>
                <a:cubicBezTo>
                  <a:pt x="456027" y="53375"/>
                  <a:pt x="450853" y="51737"/>
                  <a:pt x="444129" y="51737"/>
                </a:cubicBezTo>
                <a:cubicBezTo>
                  <a:pt x="435897" y="51737"/>
                  <a:pt x="428303" y="54723"/>
                  <a:pt x="421347" y="60693"/>
                </a:cubicBezTo>
                <a:cubicBezTo>
                  <a:pt x="421347" y="80461"/>
                  <a:pt x="421463" y="101851"/>
                  <a:pt x="421695" y="124865"/>
                </a:cubicBezTo>
                <a:lnTo>
                  <a:pt x="405869" y="124865"/>
                </a:lnTo>
                <a:cubicBezTo>
                  <a:pt x="406855" y="105155"/>
                  <a:pt x="407348" y="90895"/>
                  <a:pt x="407348" y="82084"/>
                </a:cubicBezTo>
                <a:cubicBezTo>
                  <a:pt x="407348" y="68519"/>
                  <a:pt x="406072" y="55360"/>
                  <a:pt x="403522" y="42607"/>
                </a:cubicBezTo>
                <a:lnTo>
                  <a:pt x="418825" y="40433"/>
                </a:lnTo>
                <a:lnTo>
                  <a:pt x="420478" y="51041"/>
                </a:lnTo>
                <a:lnTo>
                  <a:pt x="421173" y="51041"/>
                </a:lnTo>
                <a:cubicBezTo>
                  <a:pt x="429753" y="43274"/>
                  <a:pt x="438941" y="39390"/>
                  <a:pt x="448737" y="39390"/>
                </a:cubicBezTo>
                <a:cubicBezTo>
                  <a:pt x="458360" y="39390"/>
                  <a:pt x="465809" y="41520"/>
                  <a:pt x="471084" y="45781"/>
                </a:cubicBezTo>
                <a:cubicBezTo>
                  <a:pt x="476359" y="50042"/>
                  <a:pt x="478997" y="57621"/>
                  <a:pt x="478997" y="68519"/>
                </a:cubicBezTo>
                <a:cubicBezTo>
                  <a:pt x="478997" y="69620"/>
                  <a:pt x="478939" y="71794"/>
                  <a:pt x="478823" y="75041"/>
                </a:cubicBezTo>
                <a:cubicBezTo>
                  <a:pt x="478707" y="78287"/>
                  <a:pt x="478649" y="80461"/>
                  <a:pt x="478649" y="81562"/>
                </a:cubicBezTo>
                <a:cubicBezTo>
                  <a:pt x="478649" y="91243"/>
                  <a:pt x="478765" y="105677"/>
                  <a:pt x="478997" y="1248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Text learnable">
            <a:extLst xmlns:a="http://schemas.openxmlformats.org/drawingml/2006/main">
              <a:ext uri="{FF2B5EF4-FFF2-40B4-BE49-F238E27FC236}">
                <a16:creationId xmlns:a16="http://schemas.microsoft.com/office/drawing/2014/main" id="{C74EE053-A6B4-40A8-B777-BA9ACA4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138" y="151851"/>
            <a:ext cx="680279" cy="125560"/>
          </a:xfrm>
          <a:custGeom xmlns:a="http://schemas.openxmlformats.org/drawingml/2006/main">
            <a:pathLst>
              <a:path w="680279" h="125560">
                <a:moveTo>
                  <a:pt x="17651" y="123213"/>
                </a:moveTo>
                <a:lnTo>
                  <a:pt x="956" y="123213"/>
                </a:lnTo>
                <a:cubicBezTo>
                  <a:pt x="2000" y="104083"/>
                  <a:pt x="2522" y="82461"/>
                  <a:pt x="2522" y="58346"/>
                </a:cubicBezTo>
                <a:cubicBezTo>
                  <a:pt x="2522" y="34926"/>
                  <a:pt x="1681" y="15768"/>
                  <a:pt x="0" y="870"/>
                </a:cubicBezTo>
                <a:lnTo>
                  <a:pt x="17651" y="0"/>
                </a:lnTo>
                <a:cubicBezTo>
                  <a:pt x="16550" y="15768"/>
                  <a:pt x="15999" y="35216"/>
                  <a:pt x="15999" y="58346"/>
                </a:cubicBezTo>
                <a:cubicBezTo>
                  <a:pt x="15999" y="82171"/>
                  <a:pt x="16550" y="103793"/>
                  <a:pt x="17651" y="123213"/>
                </a:cubicBezTo>
                <a:close/>
                <a:moveTo>
                  <a:pt x="112702" y="72171"/>
                </a:moveTo>
                <a:cubicBezTo>
                  <a:pt x="112702" y="74606"/>
                  <a:pt x="112587" y="77968"/>
                  <a:pt x="112355" y="82258"/>
                </a:cubicBezTo>
                <a:lnTo>
                  <a:pt x="52618" y="83301"/>
                </a:lnTo>
                <a:cubicBezTo>
                  <a:pt x="53198" y="91765"/>
                  <a:pt x="56473" y="98851"/>
                  <a:pt x="62444" y="104561"/>
                </a:cubicBezTo>
                <a:cubicBezTo>
                  <a:pt x="68414" y="110271"/>
                  <a:pt x="76327" y="113126"/>
                  <a:pt x="86182" y="113126"/>
                </a:cubicBezTo>
                <a:cubicBezTo>
                  <a:pt x="94993" y="113126"/>
                  <a:pt x="103254" y="112054"/>
                  <a:pt x="110963" y="109909"/>
                </a:cubicBezTo>
                <a:lnTo>
                  <a:pt x="109485" y="122169"/>
                </a:lnTo>
                <a:cubicBezTo>
                  <a:pt x="103804" y="124430"/>
                  <a:pt x="95602" y="125560"/>
                  <a:pt x="84877" y="125560"/>
                </a:cubicBezTo>
                <a:cubicBezTo>
                  <a:pt x="69806" y="125560"/>
                  <a:pt x="58313" y="121445"/>
                  <a:pt x="50401" y="113213"/>
                </a:cubicBezTo>
                <a:cubicBezTo>
                  <a:pt x="42488" y="104981"/>
                  <a:pt x="38531" y="94953"/>
                  <a:pt x="38531" y="83127"/>
                </a:cubicBezTo>
                <a:cubicBezTo>
                  <a:pt x="38531" y="70490"/>
                  <a:pt x="42140" y="59606"/>
                  <a:pt x="49357" y="50476"/>
                </a:cubicBezTo>
                <a:cubicBezTo>
                  <a:pt x="56574" y="41346"/>
                  <a:pt x="66269" y="36781"/>
                  <a:pt x="78443" y="36781"/>
                </a:cubicBezTo>
                <a:cubicBezTo>
                  <a:pt x="89631" y="36781"/>
                  <a:pt x="98138" y="40085"/>
                  <a:pt x="103964" y="46694"/>
                </a:cubicBezTo>
                <a:cubicBezTo>
                  <a:pt x="109790" y="53302"/>
                  <a:pt x="112702" y="61795"/>
                  <a:pt x="112702" y="72171"/>
                </a:cubicBezTo>
                <a:moveTo>
                  <a:pt x="98181" y="72345"/>
                </a:moveTo>
                <a:cubicBezTo>
                  <a:pt x="98181" y="56056"/>
                  <a:pt x="91370" y="47911"/>
                  <a:pt x="77747" y="47911"/>
                </a:cubicBezTo>
                <a:cubicBezTo>
                  <a:pt x="63835" y="47911"/>
                  <a:pt x="55632" y="56375"/>
                  <a:pt x="53140" y="73302"/>
                </a:cubicBezTo>
                <a:lnTo>
                  <a:pt x="98181" y="72345"/>
                </a:lnTo>
                <a:close/>
                <a:moveTo>
                  <a:pt x="198877" y="123213"/>
                </a:moveTo>
                <a:lnTo>
                  <a:pt x="185225" y="123734"/>
                </a:lnTo>
                <a:cubicBezTo>
                  <a:pt x="184530" y="120894"/>
                  <a:pt x="184182" y="118198"/>
                  <a:pt x="184182" y="115648"/>
                </a:cubicBezTo>
                <a:lnTo>
                  <a:pt x="183312" y="115648"/>
                </a:lnTo>
                <a:cubicBezTo>
                  <a:pt x="176182" y="122140"/>
                  <a:pt x="166472" y="125386"/>
                  <a:pt x="154183" y="125386"/>
                </a:cubicBezTo>
                <a:cubicBezTo>
                  <a:pt x="147516" y="125386"/>
                  <a:pt x="141778" y="123430"/>
                  <a:pt x="136966" y="119517"/>
                </a:cubicBezTo>
                <a:cubicBezTo>
                  <a:pt x="132155" y="115604"/>
                  <a:pt x="129749" y="110025"/>
                  <a:pt x="129749" y="102779"/>
                </a:cubicBezTo>
                <a:cubicBezTo>
                  <a:pt x="129749" y="93851"/>
                  <a:pt x="133517" y="86678"/>
                  <a:pt x="141053" y="81258"/>
                </a:cubicBezTo>
                <a:cubicBezTo>
                  <a:pt x="148589" y="75838"/>
                  <a:pt x="162588" y="72983"/>
                  <a:pt x="183051" y="72693"/>
                </a:cubicBezTo>
                <a:cubicBezTo>
                  <a:pt x="183225" y="71302"/>
                  <a:pt x="183312" y="69707"/>
                  <a:pt x="183312" y="67910"/>
                </a:cubicBezTo>
                <a:cubicBezTo>
                  <a:pt x="183312" y="60780"/>
                  <a:pt x="181414" y="56027"/>
                  <a:pt x="177617" y="53650"/>
                </a:cubicBezTo>
                <a:cubicBezTo>
                  <a:pt x="173820" y="51273"/>
                  <a:pt x="168066" y="50085"/>
                  <a:pt x="160357" y="50085"/>
                </a:cubicBezTo>
                <a:cubicBezTo>
                  <a:pt x="151255" y="50085"/>
                  <a:pt x="142299" y="51215"/>
                  <a:pt x="133488" y="53476"/>
                </a:cubicBezTo>
                <a:lnTo>
                  <a:pt x="134966" y="41477"/>
                </a:lnTo>
                <a:cubicBezTo>
                  <a:pt x="143662" y="38984"/>
                  <a:pt x="153661" y="37738"/>
                  <a:pt x="164965" y="37738"/>
                </a:cubicBezTo>
                <a:cubicBezTo>
                  <a:pt x="175284" y="37738"/>
                  <a:pt x="183254" y="39868"/>
                  <a:pt x="188877" y="44129"/>
                </a:cubicBezTo>
                <a:cubicBezTo>
                  <a:pt x="194500" y="48389"/>
                  <a:pt x="197312" y="55650"/>
                  <a:pt x="197312" y="65910"/>
                </a:cubicBezTo>
                <a:cubicBezTo>
                  <a:pt x="197312" y="68635"/>
                  <a:pt x="197181" y="73577"/>
                  <a:pt x="196920" y="80736"/>
                </a:cubicBezTo>
                <a:cubicBezTo>
                  <a:pt x="196659" y="87895"/>
                  <a:pt x="196529" y="92663"/>
                  <a:pt x="196529" y="95040"/>
                </a:cubicBezTo>
                <a:cubicBezTo>
                  <a:pt x="196529" y="105590"/>
                  <a:pt x="197312" y="114981"/>
                  <a:pt x="198877" y="123213"/>
                </a:cubicBezTo>
                <a:moveTo>
                  <a:pt x="183486" y="106344"/>
                </a:moveTo>
                <a:cubicBezTo>
                  <a:pt x="183196" y="97532"/>
                  <a:pt x="183051" y="89620"/>
                  <a:pt x="183051" y="82605"/>
                </a:cubicBezTo>
                <a:cubicBezTo>
                  <a:pt x="172153" y="82605"/>
                  <a:pt x="163864" y="83417"/>
                  <a:pt x="158183" y="85040"/>
                </a:cubicBezTo>
                <a:cubicBezTo>
                  <a:pt x="148676" y="87939"/>
                  <a:pt x="143922" y="93475"/>
                  <a:pt x="143922" y="101648"/>
                </a:cubicBezTo>
                <a:cubicBezTo>
                  <a:pt x="143922" y="109532"/>
                  <a:pt x="149487" y="113474"/>
                  <a:pt x="160617" y="113474"/>
                </a:cubicBezTo>
                <a:cubicBezTo>
                  <a:pt x="170182" y="113474"/>
                  <a:pt x="177805" y="111097"/>
                  <a:pt x="183486" y="106344"/>
                </a:cubicBezTo>
                <a:close/>
                <a:moveTo>
                  <a:pt x="274173" y="40607"/>
                </a:moveTo>
                <a:lnTo>
                  <a:pt x="270260" y="54433"/>
                </a:lnTo>
                <a:cubicBezTo>
                  <a:pt x="265738" y="52636"/>
                  <a:pt x="261536" y="51737"/>
                  <a:pt x="257652" y="51737"/>
                </a:cubicBezTo>
                <a:cubicBezTo>
                  <a:pt x="246754" y="51737"/>
                  <a:pt x="239681" y="56925"/>
                  <a:pt x="236435" y="67302"/>
                </a:cubicBezTo>
                <a:cubicBezTo>
                  <a:pt x="236435" y="93967"/>
                  <a:pt x="236609" y="112604"/>
                  <a:pt x="236957" y="123213"/>
                </a:cubicBezTo>
                <a:lnTo>
                  <a:pt x="221566" y="123213"/>
                </a:lnTo>
                <a:cubicBezTo>
                  <a:pt x="222494" y="104837"/>
                  <a:pt x="222957" y="90576"/>
                  <a:pt x="222957" y="80432"/>
                </a:cubicBezTo>
                <a:cubicBezTo>
                  <a:pt x="222957" y="66693"/>
                  <a:pt x="221595" y="53534"/>
                  <a:pt x="218871" y="40955"/>
                </a:cubicBezTo>
                <a:lnTo>
                  <a:pt x="234087" y="38781"/>
                </a:lnTo>
                <a:cubicBezTo>
                  <a:pt x="235189" y="45158"/>
                  <a:pt x="235740" y="49418"/>
                  <a:pt x="235740" y="51563"/>
                </a:cubicBezTo>
                <a:lnTo>
                  <a:pt x="236435" y="51563"/>
                </a:lnTo>
                <a:cubicBezTo>
                  <a:pt x="242696" y="42346"/>
                  <a:pt x="250000" y="37738"/>
                  <a:pt x="258347" y="37738"/>
                </a:cubicBezTo>
                <a:cubicBezTo>
                  <a:pt x="262753" y="37738"/>
                  <a:pt x="268028" y="38694"/>
                  <a:pt x="274173" y="40607"/>
                </a:cubicBezTo>
                <a:close/>
                <a:moveTo>
                  <a:pt x="358271" y="123213"/>
                </a:moveTo>
                <a:lnTo>
                  <a:pt x="342446" y="123213"/>
                </a:lnTo>
                <a:cubicBezTo>
                  <a:pt x="343721" y="107967"/>
                  <a:pt x="344359" y="91330"/>
                  <a:pt x="344359" y="73302"/>
                </a:cubicBezTo>
                <a:cubicBezTo>
                  <a:pt x="344359" y="64374"/>
                  <a:pt x="342547" y="58273"/>
                  <a:pt x="338924" y="54998"/>
                </a:cubicBezTo>
                <a:cubicBezTo>
                  <a:pt x="335301" y="51723"/>
                  <a:pt x="330128" y="50085"/>
                  <a:pt x="323403" y="50085"/>
                </a:cubicBezTo>
                <a:cubicBezTo>
                  <a:pt x="315172" y="50085"/>
                  <a:pt x="307578" y="53070"/>
                  <a:pt x="300622" y="59041"/>
                </a:cubicBezTo>
                <a:cubicBezTo>
                  <a:pt x="300622" y="78809"/>
                  <a:pt x="300737" y="100199"/>
                  <a:pt x="300969" y="123213"/>
                </a:cubicBezTo>
                <a:lnTo>
                  <a:pt x="285144" y="123213"/>
                </a:lnTo>
                <a:cubicBezTo>
                  <a:pt x="286129" y="103503"/>
                  <a:pt x="286622" y="89243"/>
                  <a:pt x="286622" y="80432"/>
                </a:cubicBezTo>
                <a:cubicBezTo>
                  <a:pt x="286622" y="66867"/>
                  <a:pt x="285347" y="53708"/>
                  <a:pt x="282796" y="40955"/>
                </a:cubicBezTo>
                <a:lnTo>
                  <a:pt x="298100" y="38781"/>
                </a:lnTo>
                <a:lnTo>
                  <a:pt x="299752" y="49389"/>
                </a:lnTo>
                <a:lnTo>
                  <a:pt x="300448" y="49389"/>
                </a:lnTo>
                <a:cubicBezTo>
                  <a:pt x="309027" y="41622"/>
                  <a:pt x="318215" y="37738"/>
                  <a:pt x="328012" y="37738"/>
                </a:cubicBezTo>
                <a:cubicBezTo>
                  <a:pt x="337635" y="37738"/>
                  <a:pt x="345084" y="39868"/>
                  <a:pt x="350359" y="44129"/>
                </a:cubicBezTo>
                <a:cubicBezTo>
                  <a:pt x="355634" y="48389"/>
                  <a:pt x="358271" y="55969"/>
                  <a:pt x="358271" y="66867"/>
                </a:cubicBezTo>
                <a:cubicBezTo>
                  <a:pt x="358271" y="67968"/>
                  <a:pt x="358213" y="70142"/>
                  <a:pt x="358098" y="73388"/>
                </a:cubicBezTo>
                <a:cubicBezTo>
                  <a:pt x="357982" y="76635"/>
                  <a:pt x="357924" y="78809"/>
                  <a:pt x="357924" y="79910"/>
                </a:cubicBezTo>
                <a:cubicBezTo>
                  <a:pt x="357924" y="89591"/>
                  <a:pt x="358040" y="104025"/>
                  <a:pt x="358271" y="123213"/>
                </a:cubicBezTo>
                <a:close/>
                <a:moveTo>
                  <a:pt x="446373" y="123213"/>
                </a:moveTo>
                <a:lnTo>
                  <a:pt x="432721" y="123734"/>
                </a:lnTo>
                <a:cubicBezTo>
                  <a:pt x="432025" y="120894"/>
                  <a:pt x="431677" y="118198"/>
                  <a:pt x="431677" y="115648"/>
                </a:cubicBezTo>
                <a:lnTo>
                  <a:pt x="430808" y="115648"/>
                </a:lnTo>
                <a:cubicBezTo>
                  <a:pt x="423678" y="122140"/>
                  <a:pt x="413968" y="125386"/>
                  <a:pt x="401679" y="125386"/>
                </a:cubicBezTo>
                <a:cubicBezTo>
                  <a:pt x="395012" y="125386"/>
                  <a:pt x="389273" y="123430"/>
                  <a:pt x="384462" y="119517"/>
                </a:cubicBezTo>
                <a:cubicBezTo>
                  <a:pt x="379651" y="115604"/>
                  <a:pt x="377245" y="110025"/>
                  <a:pt x="377245" y="102779"/>
                </a:cubicBezTo>
                <a:cubicBezTo>
                  <a:pt x="377245" y="93851"/>
                  <a:pt x="381013" y="86678"/>
                  <a:pt x="388549" y="81258"/>
                </a:cubicBezTo>
                <a:cubicBezTo>
                  <a:pt x="396085" y="75838"/>
                  <a:pt x="410084" y="72983"/>
                  <a:pt x="430547" y="72693"/>
                </a:cubicBezTo>
                <a:cubicBezTo>
                  <a:pt x="430721" y="71302"/>
                  <a:pt x="430808" y="69707"/>
                  <a:pt x="430808" y="67910"/>
                </a:cubicBezTo>
                <a:cubicBezTo>
                  <a:pt x="430808" y="60780"/>
                  <a:pt x="428909" y="56027"/>
                  <a:pt x="425113" y="53650"/>
                </a:cubicBezTo>
                <a:cubicBezTo>
                  <a:pt x="421316" y="51273"/>
                  <a:pt x="415562" y="50085"/>
                  <a:pt x="407852" y="50085"/>
                </a:cubicBezTo>
                <a:cubicBezTo>
                  <a:pt x="398751" y="50085"/>
                  <a:pt x="389795" y="51215"/>
                  <a:pt x="380984" y="53476"/>
                </a:cubicBezTo>
                <a:lnTo>
                  <a:pt x="382462" y="41477"/>
                </a:lnTo>
                <a:cubicBezTo>
                  <a:pt x="391157" y="38984"/>
                  <a:pt x="401157" y="37738"/>
                  <a:pt x="412461" y="37738"/>
                </a:cubicBezTo>
                <a:cubicBezTo>
                  <a:pt x="422779" y="37738"/>
                  <a:pt x="430750" y="39868"/>
                  <a:pt x="436373" y="44129"/>
                </a:cubicBezTo>
                <a:cubicBezTo>
                  <a:pt x="441996" y="48389"/>
                  <a:pt x="444807" y="55650"/>
                  <a:pt x="444807" y="65910"/>
                </a:cubicBezTo>
                <a:cubicBezTo>
                  <a:pt x="444807" y="68635"/>
                  <a:pt x="444677" y="73577"/>
                  <a:pt x="444416" y="80736"/>
                </a:cubicBezTo>
                <a:cubicBezTo>
                  <a:pt x="444155" y="87895"/>
                  <a:pt x="444025" y="92663"/>
                  <a:pt x="444025" y="95040"/>
                </a:cubicBezTo>
                <a:cubicBezTo>
                  <a:pt x="444025" y="105590"/>
                  <a:pt x="444807" y="114981"/>
                  <a:pt x="446373" y="123213"/>
                </a:cubicBezTo>
                <a:moveTo>
                  <a:pt x="430982" y="106344"/>
                </a:moveTo>
                <a:cubicBezTo>
                  <a:pt x="430692" y="97532"/>
                  <a:pt x="430547" y="89620"/>
                  <a:pt x="430547" y="82605"/>
                </a:cubicBezTo>
                <a:cubicBezTo>
                  <a:pt x="419649" y="82605"/>
                  <a:pt x="411359" y="83417"/>
                  <a:pt x="405679" y="85040"/>
                </a:cubicBezTo>
                <a:cubicBezTo>
                  <a:pt x="396172" y="87939"/>
                  <a:pt x="391418" y="93475"/>
                  <a:pt x="391418" y="101648"/>
                </a:cubicBezTo>
                <a:cubicBezTo>
                  <a:pt x="391418" y="109532"/>
                  <a:pt x="396983" y="113474"/>
                  <a:pt x="408113" y="113474"/>
                </a:cubicBezTo>
                <a:cubicBezTo>
                  <a:pt x="417678" y="113474"/>
                  <a:pt x="425301" y="111097"/>
                  <a:pt x="430982" y="106344"/>
                </a:cubicBezTo>
                <a:close/>
                <a:moveTo>
                  <a:pt x="548015" y="78519"/>
                </a:moveTo>
                <a:cubicBezTo>
                  <a:pt x="548015" y="91214"/>
                  <a:pt x="544392" y="102228"/>
                  <a:pt x="537146" y="111561"/>
                </a:cubicBezTo>
                <a:cubicBezTo>
                  <a:pt x="529900" y="120894"/>
                  <a:pt x="519988" y="125560"/>
                  <a:pt x="507408" y="125560"/>
                </a:cubicBezTo>
                <a:cubicBezTo>
                  <a:pt x="496742" y="125560"/>
                  <a:pt x="489496" y="123647"/>
                  <a:pt x="485670" y="119821"/>
                </a:cubicBezTo>
                <a:lnTo>
                  <a:pt x="484974" y="119821"/>
                </a:lnTo>
                <a:lnTo>
                  <a:pt x="482801" y="123213"/>
                </a:lnTo>
                <a:lnTo>
                  <a:pt x="470018" y="123213"/>
                </a:lnTo>
                <a:cubicBezTo>
                  <a:pt x="470772" y="103213"/>
                  <a:pt x="471149" y="81591"/>
                  <a:pt x="471149" y="58346"/>
                </a:cubicBezTo>
                <a:cubicBezTo>
                  <a:pt x="471149" y="37361"/>
                  <a:pt x="470192" y="18202"/>
                  <a:pt x="468279" y="870"/>
                </a:cubicBezTo>
                <a:lnTo>
                  <a:pt x="485496" y="0"/>
                </a:lnTo>
                <a:cubicBezTo>
                  <a:pt x="484916" y="9971"/>
                  <a:pt x="484627" y="25767"/>
                  <a:pt x="484627" y="47389"/>
                </a:cubicBezTo>
                <a:lnTo>
                  <a:pt x="485322" y="47389"/>
                </a:lnTo>
                <a:cubicBezTo>
                  <a:pt x="491003" y="40839"/>
                  <a:pt x="500017" y="37564"/>
                  <a:pt x="512365" y="37564"/>
                </a:cubicBezTo>
                <a:cubicBezTo>
                  <a:pt x="523089" y="37564"/>
                  <a:pt x="531712" y="41564"/>
                  <a:pt x="538233" y="49563"/>
                </a:cubicBezTo>
                <a:cubicBezTo>
                  <a:pt x="544755" y="57563"/>
                  <a:pt x="548015" y="67215"/>
                  <a:pt x="548015" y="78519"/>
                </a:cubicBezTo>
                <a:moveTo>
                  <a:pt x="532538" y="80606"/>
                </a:moveTo>
                <a:cubicBezTo>
                  <a:pt x="532538" y="71852"/>
                  <a:pt x="530248" y="64461"/>
                  <a:pt x="525668" y="58433"/>
                </a:cubicBezTo>
                <a:cubicBezTo>
                  <a:pt x="521089" y="52404"/>
                  <a:pt x="514770" y="49389"/>
                  <a:pt x="506713" y="49389"/>
                </a:cubicBezTo>
                <a:cubicBezTo>
                  <a:pt x="496278" y="49389"/>
                  <a:pt x="488800" y="52549"/>
                  <a:pt x="484279" y="58867"/>
                </a:cubicBezTo>
                <a:cubicBezTo>
                  <a:pt x="484279" y="79504"/>
                  <a:pt x="484743" y="96228"/>
                  <a:pt x="485670" y="109039"/>
                </a:cubicBezTo>
                <a:cubicBezTo>
                  <a:pt x="490365" y="112981"/>
                  <a:pt x="496481" y="114952"/>
                  <a:pt x="504017" y="114952"/>
                </a:cubicBezTo>
                <a:cubicBezTo>
                  <a:pt x="513524" y="114952"/>
                  <a:pt x="520654" y="111619"/>
                  <a:pt x="525408" y="104952"/>
                </a:cubicBezTo>
                <a:cubicBezTo>
                  <a:pt x="530161" y="98286"/>
                  <a:pt x="532538" y="90170"/>
                  <a:pt x="532538" y="80606"/>
                </a:cubicBezTo>
                <a:close/>
                <a:moveTo>
                  <a:pt x="585228" y="123213"/>
                </a:moveTo>
                <a:lnTo>
                  <a:pt x="568533" y="123213"/>
                </a:lnTo>
                <a:cubicBezTo>
                  <a:pt x="569577" y="104083"/>
                  <a:pt x="570099" y="82461"/>
                  <a:pt x="570099" y="58346"/>
                </a:cubicBezTo>
                <a:cubicBezTo>
                  <a:pt x="570099" y="34926"/>
                  <a:pt x="569258" y="15768"/>
                  <a:pt x="567577" y="870"/>
                </a:cubicBezTo>
                <a:lnTo>
                  <a:pt x="585228" y="0"/>
                </a:lnTo>
                <a:cubicBezTo>
                  <a:pt x="584127" y="15768"/>
                  <a:pt x="583576" y="35216"/>
                  <a:pt x="583576" y="58346"/>
                </a:cubicBezTo>
                <a:cubicBezTo>
                  <a:pt x="583576" y="82171"/>
                  <a:pt x="584127" y="103793"/>
                  <a:pt x="585228" y="123213"/>
                </a:cubicBezTo>
                <a:close/>
                <a:moveTo>
                  <a:pt x="680279" y="72171"/>
                </a:moveTo>
                <a:cubicBezTo>
                  <a:pt x="680279" y="74606"/>
                  <a:pt x="680163" y="77968"/>
                  <a:pt x="679931" y="82258"/>
                </a:cubicBezTo>
                <a:lnTo>
                  <a:pt x="620194" y="83301"/>
                </a:lnTo>
                <a:cubicBezTo>
                  <a:pt x="620774" y="91765"/>
                  <a:pt x="624049" y="98851"/>
                  <a:pt x="630020" y="104561"/>
                </a:cubicBezTo>
                <a:cubicBezTo>
                  <a:pt x="635991" y="110271"/>
                  <a:pt x="643904" y="113126"/>
                  <a:pt x="653758" y="113126"/>
                </a:cubicBezTo>
                <a:cubicBezTo>
                  <a:pt x="662570" y="113126"/>
                  <a:pt x="670830" y="112054"/>
                  <a:pt x="678540" y="109909"/>
                </a:cubicBezTo>
                <a:lnTo>
                  <a:pt x="677062" y="122169"/>
                </a:lnTo>
                <a:cubicBezTo>
                  <a:pt x="671381" y="124430"/>
                  <a:pt x="663178" y="125560"/>
                  <a:pt x="652454" y="125560"/>
                </a:cubicBezTo>
                <a:cubicBezTo>
                  <a:pt x="637382" y="125560"/>
                  <a:pt x="625890" y="121445"/>
                  <a:pt x="617977" y="113213"/>
                </a:cubicBezTo>
                <a:cubicBezTo>
                  <a:pt x="610064" y="104981"/>
                  <a:pt x="606108" y="94953"/>
                  <a:pt x="606108" y="83127"/>
                </a:cubicBezTo>
                <a:cubicBezTo>
                  <a:pt x="606108" y="70490"/>
                  <a:pt x="609717" y="59606"/>
                  <a:pt x="616934" y="50476"/>
                </a:cubicBezTo>
                <a:cubicBezTo>
                  <a:pt x="624151" y="41346"/>
                  <a:pt x="633846" y="36781"/>
                  <a:pt x="646020" y="36781"/>
                </a:cubicBezTo>
                <a:cubicBezTo>
                  <a:pt x="657208" y="36781"/>
                  <a:pt x="665714" y="40085"/>
                  <a:pt x="671540" y="46694"/>
                </a:cubicBezTo>
                <a:cubicBezTo>
                  <a:pt x="677366" y="53302"/>
                  <a:pt x="680279" y="61795"/>
                  <a:pt x="680279" y="72171"/>
                </a:cubicBezTo>
                <a:moveTo>
                  <a:pt x="665758" y="72345"/>
                </a:moveTo>
                <a:cubicBezTo>
                  <a:pt x="665758" y="56056"/>
                  <a:pt x="658947" y="47911"/>
                  <a:pt x="645324" y="47911"/>
                </a:cubicBezTo>
                <a:cubicBezTo>
                  <a:pt x="631411" y="47911"/>
                  <a:pt x="623209" y="56375"/>
                  <a:pt x="620716" y="73302"/>
                </a:cubicBezTo>
                <a:lnTo>
                  <a:pt x="665758" y="723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DF0A2-43B4-4D41-A401-1F82E93D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978" y="1620017"/>
            <a:ext cx="232524" cy="67085"/>
          </a:xfrm>
          <a:custGeom xmlns:a="http://schemas.openxmlformats.org/drawingml/2006/main">
            <a:pathLst>
              <a:path w="232524" h="67085">
                <a:moveTo>
                  <a:pt x="0" y="27951"/>
                </a:moveTo>
                <a:lnTo>
                  <a:pt x="0" y="39132"/>
                </a:lnTo>
                <a:lnTo>
                  <a:pt x="165439" y="39133"/>
                </a:lnTo>
                <a:lnTo>
                  <a:pt x="165439" y="67085"/>
                </a:lnTo>
                <a:lnTo>
                  <a:pt x="232524" y="33542"/>
                </a:lnTo>
                <a:lnTo>
                  <a:pt x="165439" y="0"/>
                </a:lnTo>
                <a:lnTo>
                  <a:pt x="165439" y="27952"/>
                </a:lnTo>
                <a:lnTo>
                  <a:pt x="0" y="279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A8F465-E2D3-447A-A9E1-F2DA9027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8048" y="1617577"/>
            <a:ext cx="232524" cy="67085"/>
          </a:xfrm>
          <a:custGeom xmlns:a="http://schemas.openxmlformats.org/drawingml/2006/main">
            <a:pathLst>
              <a:path w="232524" h="67085">
                <a:moveTo>
                  <a:pt x="0" y="27951"/>
                </a:moveTo>
                <a:lnTo>
                  <a:pt x="0" y="39132"/>
                </a:lnTo>
                <a:lnTo>
                  <a:pt x="165439" y="39133"/>
                </a:lnTo>
                <a:lnTo>
                  <a:pt x="165439" y="67085"/>
                </a:lnTo>
                <a:lnTo>
                  <a:pt x="232524" y="33542"/>
                </a:lnTo>
                <a:lnTo>
                  <a:pt x="165439" y="0"/>
                </a:lnTo>
                <a:lnTo>
                  <a:pt x="165439" y="27952"/>
                </a:lnTo>
                <a:lnTo>
                  <a:pt x="0" y="279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6BEC8-80EA-40E1-93E6-BEBF2D7B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653" y="1612698"/>
            <a:ext cx="232524" cy="67085"/>
          </a:xfrm>
          <a:custGeom xmlns:a="http://schemas.openxmlformats.org/drawingml/2006/main">
            <a:pathLst>
              <a:path w="232524" h="67085">
                <a:moveTo>
                  <a:pt x="0" y="27951"/>
                </a:moveTo>
                <a:lnTo>
                  <a:pt x="0" y="39132"/>
                </a:lnTo>
                <a:lnTo>
                  <a:pt x="165439" y="39133"/>
                </a:lnTo>
                <a:lnTo>
                  <a:pt x="165439" y="67085"/>
                </a:lnTo>
                <a:lnTo>
                  <a:pt x="232524" y="33542"/>
                </a:lnTo>
                <a:lnTo>
                  <a:pt x="165439" y="0"/>
                </a:lnTo>
                <a:lnTo>
                  <a:pt x="165439" y="27952"/>
                </a:lnTo>
                <a:lnTo>
                  <a:pt x="0" y="279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3046D3-F089-412B-A3A6-14201D57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576" y="742423"/>
            <a:ext cx="253702" cy="253703"/>
          </a:xfrm>
          <a:custGeom xmlns:a="http://schemas.openxmlformats.org/drawingml/2006/main">
            <a:pathLst>
              <a:path w="253702" h="253703">
                <a:moveTo>
                  <a:pt x="0" y="0"/>
                </a:moveTo>
                <a:lnTo>
                  <a:pt x="253702" y="0"/>
                </a:lnTo>
                <a:lnTo>
                  <a:pt x="253702" y="253703"/>
                </a:lnTo>
                <a:lnTo>
                  <a:pt x="0" y="2537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2F527A-278D-439C-9AE5-2DB4531E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576" y="1852374"/>
            <a:ext cx="253702" cy="253704"/>
          </a:xfrm>
          <a:custGeom xmlns:a="http://schemas.openxmlformats.org/drawingml/2006/main">
            <a:pathLst>
              <a:path w="253702" h="253704">
                <a:moveTo>
                  <a:pt x="0" y="0"/>
                </a:moveTo>
                <a:lnTo>
                  <a:pt x="253702" y="0"/>
                </a:lnTo>
                <a:lnTo>
                  <a:pt x="253702" y="253704"/>
                </a:lnTo>
                <a:lnTo>
                  <a:pt x="0" y="2537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4B85E-3716-4DA2-A546-8E389E59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576" y="2420766"/>
            <a:ext cx="253702" cy="253703"/>
          </a:xfrm>
          <a:custGeom xmlns:a="http://schemas.openxmlformats.org/drawingml/2006/main">
            <a:pathLst>
              <a:path w="253702" h="253703">
                <a:moveTo>
                  <a:pt x="0" y="0"/>
                </a:moveTo>
                <a:lnTo>
                  <a:pt x="253702" y="0"/>
                </a:lnTo>
                <a:lnTo>
                  <a:pt x="253702" y="253703"/>
                </a:lnTo>
                <a:lnTo>
                  <a:pt x="0" y="2537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8F31F6-8ABA-4D2F-9D50-22E0057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576" y="1059552"/>
            <a:ext cx="253702" cy="253702"/>
          </a:xfrm>
          <a:custGeom xmlns:a="http://schemas.openxmlformats.org/drawingml/2006/main">
            <a:pathLst>
              <a:path w="253702" h="253702">
                <a:moveTo>
                  <a:pt x="0" y="0"/>
                </a:moveTo>
                <a:lnTo>
                  <a:pt x="253702" y="0"/>
                </a:lnTo>
                <a:lnTo>
                  <a:pt x="253702" y="253702"/>
                </a:lnTo>
                <a:lnTo>
                  <a:pt x="0" y="2537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AAD8A-278D-4D29-A644-39D3D69C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2576" y="1471818"/>
            <a:ext cx="253702" cy="253704"/>
          </a:xfrm>
          <a:custGeom xmlns:a="http://schemas.openxmlformats.org/drawingml/2006/main">
            <a:pathLst>
              <a:path w="253702" h="253704">
                <a:moveTo>
                  <a:pt x="0" y="0"/>
                </a:moveTo>
                <a:lnTo>
                  <a:pt x="253702" y="0"/>
                </a:lnTo>
                <a:lnTo>
                  <a:pt x="253702" y="253704"/>
                </a:lnTo>
                <a:lnTo>
                  <a:pt x="0" y="2537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…">
            <a:extLst xmlns:a="http://schemas.openxmlformats.org/drawingml/2006/main">
              <a:ext uri="{FF2B5EF4-FFF2-40B4-BE49-F238E27FC236}">
                <a16:creationId xmlns:a16="http://schemas.microsoft.com/office/drawing/2014/main" id="{4C1EF4D9-6E95-4A97-B5A6-A85D9E37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1854" y="2289622"/>
            <a:ext cx="82572" cy="15177"/>
          </a:xfrm>
          <a:custGeom xmlns:a="http://schemas.openxmlformats.org/drawingml/2006/main">
            <a:pathLst>
              <a:path w="82572" h="15177">
                <a:moveTo>
                  <a:pt x="82572" y="7013"/>
                </a:moveTo>
                <a:cubicBezTo>
                  <a:pt x="82572" y="9169"/>
                  <a:pt x="81851" y="11068"/>
                  <a:pt x="80408" y="12712"/>
                </a:cubicBezTo>
                <a:cubicBezTo>
                  <a:pt x="78965" y="14356"/>
                  <a:pt x="76965" y="15177"/>
                  <a:pt x="74408" y="15177"/>
                </a:cubicBezTo>
                <a:cubicBezTo>
                  <a:pt x="72253" y="15177"/>
                  <a:pt x="70582" y="14465"/>
                  <a:pt x="69395" y="13041"/>
                </a:cubicBezTo>
                <a:cubicBezTo>
                  <a:pt x="68207" y="11616"/>
                  <a:pt x="67614" y="9917"/>
                  <a:pt x="67614" y="7945"/>
                </a:cubicBezTo>
                <a:cubicBezTo>
                  <a:pt x="67614" y="5826"/>
                  <a:pt x="68344" y="3972"/>
                  <a:pt x="69806" y="2383"/>
                </a:cubicBezTo>
                <a:cubicBezTo>
                  <a:pt x="71267" y="794"/>
                  <a:pt x="73294" y="0"/>
                  <a:pt x="75887" y="0"/>
                </a:cubicBezTo>
                <a:cubicBezTo>
                  <a:pt x="78043" y="0"/>
                  <a:pt x="79696" y="676"/>
                  <a:pt x="80846" y="2027"/>
                </a:cubicBezTo>
                <a:cubicBezTo>
                  <a:pt x="81997" y="3379"/>
                  <a:pt x="82572" y="5041"/>
                  <a:pt x="82572" y="7013"/>
                </a:cubicBezTo>
                <a:moveTo>
                  <a:pt x="48765" y="7013"/>
                </a:moveTo>
                <a:cubicBezTo>
                  <a:pt x="48765" y="9169"/>
                  <a:pt x="48044" y="11068"/>
                  <a:pt x="46601" y="12712"/>
                </a:cubicBezTo>
                <a:cubicBezTo>
                  <a:pt x="45158" y="14356"/>
                  <a:pt x="43158" y="15177"/>
                  <a:pt x="40601" y="15177"/>
                </a:cubicBezTo>
                <a:cubicBezTo>
                  <a:pt x="38446" y="15177"/>
                  <a:pt x="36775" y="14465"/>
                  <a:pt x="35588" y="13041"/>
                </a:cubicBezTo>
                <a:cubicBezTo>
                  <a:pt x="34400" y="11616"/>
                  <a:pt x="33807" y="9917"/>
                  <a:pt x="33807" y="7945"/>
                </a:cubicBezTo>
                <a:cubicBezTo>
                  <a:pt x="33807" y="5826"/>
                  <a:pt x="34537" y="3972"/>
                  <a:pt x="35999" y="2383"/>
                </a:cubicBezTo>
                <a:cubicBezTo>
                  <a:pt x="37460" y="794"/>
                  <a:pt x="39487" y="0"/>
                  <a:pt x="42081" y="0"/>
                </a:cubicBezTo>
                <a:cubicBezTo>
                  <a:pt x="44236" y="0"/>
                  <a:pt x="45889" y="676"/>
                  <a:pt x="47039" y="2027"/>
                </a:cubicBezTo>
                <a:cubicBezTo>
                  <a:pt x="48190" y="3379"/>
                  <a:pt x="48765" y="5041"/>
                  <a:pt x="48765" y="7013"/>
                </a:cubicBezTo>
                <a:moveTo>
                  <a:pt x="14958" y="7013"/>
                </a:moveTo>
                <a:cubicBezTo>
                  <a:pt x="14958" y="9169"/>
                  <a:pt x="14237" y="11068"/>
                  <a:pt x="12794" y="12712"/>
                </a:cubicBezTo>
                <a:cubicBezTo>
                  <a:pt x="11351" y="14356"/>
                  <a:pt x="9351" y="15177"/>
                  <a:pt x="6794" y="15177"/>
                </a:cubicBezTo>
                <a:cubicBezTo>
                  <a:pt x="4639" y="15177"/>
                  <a:pt x="2968" y="14465"/>
                  <a:pt x="1781" y="13041"/>
                </a:cubicBezTo>
                <a:cubicBezTo>
                  <a:pt x="594" y="11616"/>
                  <a:pt x="0" y="9917"/>
                  <a:pt x="0" y="7945"/>
                </a:cubicBezTo>
                <a:cubicBezTo>
                  <a:pt x="0" y="5826"/>
                  <a:pt x="731" y="3972"/>
                  <a:pt x="2192" y="2383"/>
                </a:cubicBezTo>
                <a:cubicBezTo>
                  <a:pt x="3653" y="794"/>
                  <a:pt x="5680" y="0"/>
                  <a:pt x="8274" y="0"/>
                </a:cubicBezTo>
                <a:cubicBezTo>
                  <a:pt x="10429" y="0"/>
                  <a:pt x="12082" y="676"/>
                  <a:pt x="13232" y="2027"/>
                </a:cubicBezTo>
                <a:cubicBezTo>
                  <a:pt x="14383" y="3379"/>
                  <a:pt x="14958" y="5041"/>
                  <a:pt x="14958" y="70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…">
            <a:extLst xmlns:a="http://schemas.openxmlformats.org/drawingml/2006/main">
              <a:ext uri="{FF2B5EF4-FFF2-40B4-BE49-F238E27FC236}">
                <a16:creationId xmlns:a16="http://schemas.microsoft.com/office/drawing/2014/main" id="{2C94FF87-E00D-4248-AC0D-978D97F2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106" y="1379706"/>
            <a:ext cx="82572" cy="15177"/>
          </a:xfrm>
          <a:custGeom xmlns:a="http://schemas.openxmlformats.org/drawingml/2006/main">
            <a:pathLst>
              <a:path w="82572" h="15177">
                <a:moveTo>
                  <a:pt x="82572" y="7013"/>
                </a:moveTo>
                <a:cubicBezTo>
                  <a:pt x="82572" y="9169"/>
                  <a:pt x="81851" y="11068"/>
                  <a:pt x="80408" y="12712"/>
                </a:cubicBezTo>
                <a:cubicBezTo>
                  <a:pt x="78965" y="14356"/>
                  <a:pt x="76965" y="15177"/>
                  <a:pt x="74408" y="15177"/>
                </a:cubicBezTo>
                <a:cubicBezTo>
                  <a:pt x="72253" y="15177"/>
                  <a:pt x="70582" y="14465"/>
                  <a:pt x="69395" y="13041"/>
                </a:cubicBezTo>
                <a:cubicBezTo>
                  <a:pt x="68207" y="11616"/>
                  <a:pt x="67614" y="9917"/>
                  <a:pt x="67614" y="7945"/>
                </a:cubicBezTo>
                <a:cubicBezTo>
                  <a:pt x="67614" y="5826"/>
                  <a:pt x="68344" y="3972"/>
                  <a:pt x="69806" y="2383"/>
                </a:cubicBezTo>
                <a:cubicBezTo>
                  <a:pt x="71267" y="794"/>
                  <a:pt x="73294" y="0"/>
                  <a:pt x="75887" y="0"/>
                </a:cubicBezTo>
                <a:cubicBezTo>
                  <a:pt x="78043" y="0"/>
                  <a:pt x="79696" y="676"/>
                  <a:pt x="80846" y="2027"/>
                </a:cubicBezTo>
                <a:cubicBezTo>
                  <a:pt x="81997" y="3379"/>
                  <a:pt x="82572" y="5041"/>
                  <a:pt x="82572" y="7013"/>
                </a:cubicBezTo>
                <a:moveTo>
                  <a:pt x="48765" y="7013"/>
                </a:moveTo>
                <a:cubicBezTo>
                  <a:pt x="48765" y="9169"/>
                  <a:pt x="48044" y="11068"/>
                  <a:pt x="46601" y="12712"/>
                </a:cubicBezTo>
                <a:cubicBezTo>
                  <a:pt x="45158" y="14356"/>
                  <a:pt x="43158" y="15177"/>
                  <a:pt x="40601" y="15177"/>
                </a:cubicBezTo>
                <a:cubicBezTo>
                  <a:pt x="38446" y="15177"/>
                  <a:pt x="36775" y="14465"/>
                  <a:pt x="35588" y="13041"/>
                </a:cubicBezTo>
                <a:cubicBezTo>
                  <a:pt x="34400" y="11616"/>
                  <a:pt x="33807" y="9917"/>
                  <a:pt x="33807" y="7945"/>
                </a:cubicBezTo>
                <a:cubicBezTo>
                  <a:pt x="33807" y="5826"/>
                  <a:pt x="34537" y="3972"/>
                  <a:pt x="35999" y="2383"/>
                </a:cubicBezTo>
                <a:cubicBezTo>
                  <a:pt x="37460" y="794"/>
                  <a:pt x="39487" y="0"/>
                  <a:pt x="42081" y="0"/>
                </a:cubicBezTo>
                <a:cubicBezTo>
                  <a:pt x="44236" y="0"/>
                  <a:pt x="45889" y="676"/>
                  <a:pt x="47039" y="2027"/>
                </a:cubicBezTo>
                <a:cubicBezTo>
                  <a:pt x="48190" y="3379"/>
                  <a:pt x="48765" y="5041"/>
                  <a:pt x="48765" y="7013"/>
                </a:cubicBezTo>
                <a:moveTo>
                  <a:pt x="14958" y="7013"/>
                </a:moveTo>
                <a:cubicBezTo>
                  <a:pt x="14958" y="9169"/>
                  <a:pt x="14237" y="11068"/>
                  <a:pt x="12794" y="12712"/>
                </a:cubicBezTo>
                <a:cubicBezTo>
                  <a:pt x="11351" y="14356"/>
                  <a:pt x="9351" y="15177"/>
                  <a:pt x="6794" y="15177"/>
                </a:cubicBezTo>
                <a:cubicBezTo>
                  <a:pt x="4639" y="15177"/>
                  <a:pt x="2968" y="14465"/>
                  <a:pt x="1781" y="13041"/>
                </a:cubicBezTo>
                <a:cubicBezTo>
                  <a:pt x="594" y="11616"/>
                  <a:pt x="0" y="9917"/>
                  <a:pt x="0" y="7945"/>
                </a:cubicBezTo>
                <a:cubicBezTo>
                  <a:pt x="0" y="5826"/>
                  <a:pt x="731" y="3972"/>
                  <a:pt x="2192" y="2383"/>
                </a:cubicBezTo>
                <a:cubicBezTo>
                  <a:pt x="3653" y="794"/>
                  <a:pt x="5680" y="0"/>
                  <a:pt x="8274" y="0"/>
                </a:cubicBezTo>
                <a:cubicBezTo>
                  <a:pt x="10429" y="0"/>
                  <a:pt x="12082" y="676"/>
                  <a:pt x="13232" y="2027"/>
                </a:cubicBezTo>
                <a:cubicBezTo>
                  <a:pt x="14383" y="3379"/>
                  <a:pt x="14958" y="5041"/>
                  <a:pt x="14958" y="70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8992D1-3AEF-4424-91FF-AEBDEC20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574" y="1617577"/>
            <a:ext cx="232524" cy="67085"/>
          </a:xfrm>
          <a:custGeom xmlns:a="http://schemas.openxmlformats.org/drawingml/2006/main">
            <a:pathLst>
              <a:path w="232524" h="67085">
                <a:moveTo>
                  <a:pt x="0" y="27951"/>
                </a:moveTo>
                <a:lnTo>
                  <a:pt x="0" y="39132"/>
                </a:lnTo>
                <a:lnTo>
                  <a:pt x="165439" y="39133"/>
                </a:lnTo>
                <a:lnTo>
                  <a:pt x="165439" y="67085"/>
                </a:lnTo>
                <a:lnTo>
                  <a:pt x="232524" y="33542"/>
                </a:lnTo>
                <a:lnTo>
                  <a:pt x="165439" y="0"/>
                </a:lnTo>
                <a:lnTo>
                  <a:pt x="165439" y="27952"/>
                </a:lnTo>
                <a:lnTo>
                  <a:pt x="0" y="279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…">
            <a:extLst xmlns:a="http://schemas.openxmlformats.org/drawingml/2006/main">
              <a:ext uri="{FF2B5EF4-FFF2-40B4-BE49-F238E27FC236}">
                <a16:creationId xmlns:a16="http://schemas.microsoft.com/office/drawing/2014/main" id="{762F87DD-6AB8-4B88-97E8-71690FAE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951" y="1632669"/>
            <a:ext cx="86846" cy="18794"/>
          </a:xfrm>
          <a:custGeom xmlns:a="http://schemas.openxmlformats.org/drawingml/2006/main">
            <a:pathLst>
              <a:path w="86846" h="18794">
                <a:moveTo>
                  <a:pt x="19123" y="8712"/>
                </a:moveTo>
                <a:cubicBezTo>
                  <a:pt x="19123" y="11379"/>
                  <a:pt x="18200" y="13725"/>
                  <a:pt x="16356" y="15753"/>
                </a:cubicBezTo>
                <a:cubicBezTo>
                  <a:pt x="14511" y="17780"/>
                  <a:pt x="11963" y="18794"/>
                  <a:pt x="8712" y="18794"/>
                </a:cubicBezTo>
                <a:cubicBezTo>
                  <a:pt x="5972" y="18794"/>
                  <a:pt x="3835" y="17917"/>
                  <a:pt x="2301" y="16164"/>
                </a:cubicBezTo>
                <a:cubicBezTo>
                  <a:pt x="767" y="14410"/>
                  <a:pt x="0" y="12310"/>
                  <a:pt x="0" y="9863"/>
                </a:cubicBezTo>
                <a:cubicBezTo>
                  <a:pt x="0" y="7196"/>
                  <a:pt x="922" y="4886"/>
                  <a:pt x="2767" y="2931"/>
                </a:cubicBezTo>
                <a:cubicBezTo>
                  <a:pt x="4612" y="977"/>
                  <a:pt x="7178" y="0"/>
                  <a:pt x="10465" y="0"/>
                </a:cubicBezTo>
                <a:cubicBezTo>
                  <a:pt x="13241" y="0"/>
                  <a:pt x="15378" y="849"/>
                  <a:pt x="16876" y="2548"/>
                </a:cubicBezTo>
                <a:cubicBezTo>
                  <a:pt x="18374" y="4246"/>
                  <a:pt x="19123" y="6301"/>
                  <a:pt x="19123" y="8712"/>
                </a:cubicBezTo>
                <a:moveTo>
                  <a:pt x="52984" y="8712"/>
                </a:moveTo>
                <a:cubicBezTo>
                  <a:pt x="52984" y="11379"/>
                  <a:pt x="52062" y="13725"/>
                  <a:pt x="50217" y="15753"/>
                </a:cubicBezTo>
                <a:cubicBezTo>
                  <a:pt x="48373" y="17780"/>
                  <a:pt x="45825" y="18794"/>
                  <a:pt x="42574" y="18794"/>
                </a:cubicBezTo>
                <a:cubicBezTo>
                  <a:pt x="39834" y="18794"/>
                  <a:pt x="37697" y="17917"/>
                  <a:pt x="36163" y="16164"/>
                </a:cubicBezTo>
                <a:cubicBezTo>
                  <a:pt x="34629" y="14410"/>
                  <a:pt x="33862" y="12310"/>
                  <a:pt x="33862" y="9863"/>
                </a:cubicBezTo>
                <a:cubicBezTo>
                  <a:pt x="33862" y="7196"/>
                  <a:pt x="34784" y="4886"/>
                  <a:pt x="36629" y="2931"/>
                </a:cubicBezTo>
                <a:cubicBezTo>
                  <a:pt x="38473" y="977"/>
                  <a:pt x="41040" y="0"/>
                  <a:pt x="44327" y="0"/>
                </a:cubicBezTo>
                <a:cubicBezTo>
                  <a:pt x="47103" y="0"/>
                  <a:pt x="49240" y="849"/>
                  <a:pt x="50738" y="2548"/>
                </a:cubicBezTo>
                <a:cubicBezTo>
                  <a:pt x="52235" y="4246"/>
                  <a:pt x="52984" y="6301"/>
                  <a:pt x="52984" y="8712"/>
                </a:cubicBezTo>
                <a:moveTo>
                  <a:pt x="86846" y="8712"/>
                </a:moveTo>
                <a:cubicBezTo>
                  <a:pt x="86846" y="11379"/>
                  <a:pt x="85924" y="13725"/>
                  <a:pt x="84079" y="15753"/>
                </a:cubicBezTo>
                <a:cubicBezTo>
                  <a:pt x="82234" y="17780"/>
                  <a:pt x="79686" y="18794"/>
                  <a:pt x="76435" y="18794"/>
                </a:cubicBezTo>
                <a:cubicBezTo>
                  <a:pt x="73696" y="18794"/>
                  <a:pt x="71559" y="17917"/>
                  <a:pt x="70025" y="16164"/>
                </a:cubicBezTo>
                <a:cubicBezTo>
                  <a:pt x="68491" y="14410"/>
                  <a:pt x="67723" y="12310"/>
                  <a:pt x="67723" y="9863"/>
                </a:cubicBezTo>
                <a:cubicBezTo>
                  <a:pt x="67723" y="7196"/>
                  <a:pt x="68646" y="4886"/>
                  <a:pt x="70490" y="2931"/>
                </a:cubicBezTo>
                <a:cubicBezTo>
                  <a:pt x="72335" y="977"/>
                  <a:pt x="74901" y="0"/>
                  <a:pt x="78189" y="0"/>
                </a:cubicBezTo>
                <a:cubicBezTo>
                  <a:pt x="80965" y="0"/>
                  <a:pt x="83102" y="849"/>
                  <a:pt x="84599" y="2548"/>
                </a:cubicBezTo>
                <a:cubicBezTo>
                  <a:pt x="86097" y="4246"/>
                  <a:pt x="86846" y="6301"/>
                  <a:pt x="86846" y="871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32F6D-5A8A-43F3-BE44-1582C298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769" y="737545"/>
            <a:ext cx="253702" cy="253702"/>
          </a:xfrm>
          <a:custGeom xmlns:a="http://schemas.openxmlformats.org/drawingml/2006/main">
            <a:pathLst>
              <a:path w="253702" h="253702">
                <a:moveTo>
                  <a:pt x="0" y="0"/>
                </a:moveTo>
                <a:lnTo>
                  <a:pt x="253702" y="0"/>
                </a:lnTo>
                <a:lnTo>
                  <a:pt x="253702" y="253702"/>
                </a:lnTo>
                <a:lnTo>
                  <a:pt x="0" y="2537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B2281-C908-4ACB-9240-1873BB59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769" y="1847494"/>
            <a:ext cx="253702" cy="253704"/>
          </a:xfrm>
          <a:custGeom xmlns:a="http://schemas.openxmlformats.org/drawingml/2006/main">
            <a:pathLst>
              <a:path w="253702" h="253704">
                <a:moveTo>
                  <a:pt x="0" y="0"/>
                </a:moveTo>
                <a:lnTo>
                  <a:pt x="253702" y="0"/>
                </a:lnTo>
                <a:lnTo>
                  <a:pt x="253702" y="253704"/>
                </a:lnTo>
                <a:lnTo>
                  <a:pt x="0" y="2537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42E83-F57A-4678-868C-273D8DB9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769" y="2415887"/>
            <a:ext cx="253702" cy="251264"/>
          </a:xfrm>
          <a:custGeom xmlns:a="http://schemas.openxmlformats.org/drawingml/2006/main">
            <a:pathLst>
              <a:path w="253702" h="251264">
                <a:moveTo>
                  <a:pt x="0" y="0"/>
                </a:moveTo>
                <a:lnTo>
                  <a:pt x="253702" y="0"/>
                </a:lnTo>
                <a:lnTo>
                  <a:pt x="253702" y="251264"/>
                </a:lnTo>
                <a:lnTo>
                  <a:pt x="0" y="2512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4C7E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9B8B8-00B2-4F1B-9770-7F53E39E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769" y="1054673"/>
            <a:ext cx="253702" cy="253703"/>
          </a:xfrm>
          <a:custGeom xmlns:a="http://schemas.openxmlformats.org/drawingml/2006/main">
            <a:pathLst>
              <a:path w="253702" h="253703">
                <a:moveTo>
                  <a:pt x="0" y="0"/>
                </a:moveTo>
                <a:lnTo>
                  <a:pt x="253702" y="0"/>
                </a:lnTo>
                <a:lnTo>
                  <a:pt x="253702" y="253703"/>
                </a:lnTo>
                <a:lnTo>
                  <a:pt x="0" y="2537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91675C-9960-4359-B822-7619CE99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2769" y="1466940"/>
            <a:ext cx="253702" cy="253703"/>
          </a:xfrm>
          <a:custGeom xmlns:a="http://schemas.openxmlformats.org/drawingml/2006/main">
            <a:pathLst>
              <a:path w="253702" h="253703">
                <a:moveTo>
                  <a:pt x="0" y="0"/>
                </a:moveTo>
                <a:lnTo>
                  <a:pt x="253702" y="0"/>
                </a:lnTo>
                <a:lnTo>
                  <a:pt x="253702" y="253703"/>
                </a:lnTo>
                <a:lnTo>
                  <a:pt x="0" y="2537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…">
            <a:extLst xmlns:a="http://schemas.openxmlformats.org/drawingml/2006/main">
              <a:ext uri="{FF2B5EF4-FFF2-40B4-BE49-F238E27FC236}">
                <a16:creationId xmlns:a16="http://schemas.microsoft.com/office/drawing/2014/main" id="{24EE34EB-568D-46A6-AF14-E7E99A20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657" y="1374827"/>
            <a:ext cx="82572" cy="15177"/>
          </a:xfrm>
          <a:custGeom xmlns:a="http://schemas.openxmlformats.org/drawingml/2006/main">
            <a:pathLst>
              <a:path w="82572" h="15177">
                <a:moveTo>
                  <a:pt x="82572" y="7013"/>
                </a:moveTo>
                <a:cubicBezTo>
                  <a:pt x="82572" y="9169"/>
                  <a:pt x="81851" y="11068"/>
                  <a:pt x="80408" y="12712"/>
                </a:cubicBezTo>
                <a:cubicBezTo>
                  <a:pt x="78965" y="14356"/>
                  <a:pt x="76965" y="15177"/>
                  <a:pt x="74408" y="15177"/>
                </a:cubicBezTo>
                <a:cubicBezTo>
                  <a:pt x="72253" y="15177"/>
                  <a:pt x="70582" y="14465"/>
                  <a:pt x="69395" y="13041"/>
                </a:cubicBezTo>
                <a:cubicBezTo>
                  <a:pt x="68207" y="11616"/>
                  <a:pt x="67614" y="9917"/>
                  <a:pt x="67614" y="7945"/>
                </a:cubicBezTo>
                <a:cubicBezTo>
                  <a:pt x="67614" y="5826"/>
                  <a:pt x="68344" y="3972"/>
                  <a:pt x="69806" y="2383"/>
                </a:cubicBezTo>
                <a:cubicBezTo>
                  <a:pt x="71267" y="794"/>
                  <a:pt x="73294" y="0"/>
                  <a:pt x="75887" y="0"/>
                </a:cubicBezTo>
                <a:cubicBezTo>
                  <a:pt x="78043" y="0"/>
                  <a:pt x="79696" y="676"/>
                  <a:pt x="80846" y="2027"/>
                </a:cubicBezTo>
                <a:cubicBezTo>
                  <a:pt x="81997" y="3379"/>
                  <a:pt x="82572" y="5041"/>
                  <a:pt x="82572" y="7013"/>
                </a:cubicBezTo>
                <a:moveTo>
                  <a:pt x="48765" y="7013"/>
                </a:moveTo>
                <a:cubicBezTo>
                  <a:pt x="48765" y="9169"/>
                  <a:pt x="48044" y="11068"/>
                  <a:pt x="46601" y="12712"/>
                </a:cubicBezTo>
                <a:cubicBezTo>
                  <a:pt x="45158" y="14356"/>
                  <a:pt x="43158" y="15177"/>
                  <a:pt x="40601" y="15177"/>
                </a:cubicBezTo>
                <a:cubicBezTo>
                  <a:pt x="38446" y="15177"/>
                  <a:pt x="36775" y="14465"/>
                  <a:pt x="35588" y="13041"/>
                </a:cubicBezTo>
                <a:cubicBezTo>
                  <a:pt x="34400" y="11616"/>
                  <a:pt x="33807" y="9917"/>
                  <a:pt x="33807" y="7945"/>
                </a:cubicBezTo>
                <a:cubicBezTo>
                  <a:pt x="33807" y="5826"/>
                  <a:pt x="34537" y="3972"/>
                  <a:pt x="35999" y="2383"/>
                </a:cubicBezTo>
                <a:cubicBezTo>
                  <a:pt x="37460" y="794"/>
                  <a:pt x="39487" y="0"/>
                  <a:pt x="42081" y="0"/>
                </a:cubicBezTo>
                <a:cubicBezTo>
                  <a:pt x="44236" y="0"/>
                  <a:pt x="45889" y="676"/>
                  <a:pt x="47039" y="2027"/>
                </a:cubicBezTo>
                <a:cubicBezTo>
                  <a:pt x="48190" y="3379"/>
                  <a:pt x="48765" y="5041"/>
                  <a:pt x="48765" y="7013"/>
                </a:cubicBezTo>
                <a:moveTo>
                  <a:pt x="14958" y="7013"/>
                </a:moveTo>
                <a:cubicBezTo>
                  <a:pt x="14958" y="9169"/>
                  <a:pt x="14237" y="11068"/>
                  <a:pt x="12794" y="12712"/>
                </a:cubicBezTo>
                <a:cubicBezTo>
                  <a:pt x="11351" y="14356"/>
                  <a:pt x="9351" y="15177"/>
                  <a:pt x="6794" y="15177"/>
                </a:cubicBezTo>
                <a:cubicBezTo>
                  <a:pt x="4639" y="15177"/>
                  <a:pt x="2968" y="14465"/>
                  <a:pt x="1781" y="13041"/>
                </a:cubicBezTo>
                <a:cubicBezTo>
                  <a:pt x="594" y="11616"/>
                  <a:pt x="0" y="9917"/>
                  <a:pt x="0" y="7945"/>
                </a:cubicBezTo>
                <a:cubicBezTo>
                  <a:pt x="0" y="5826"/>
                  <a:pt x="731" y="3972"/>
                  <a:pt x="2192" y="2383"/>
                </a:cubicBezTo>
                <a:cubicBezTo>
                  <a:pt x="3653" y="794"/>
                  <a:pt x="5680" y="0"/>
                  <a:pt x="8274" y="0"/>
                </a:cubicBezTo>
                <a:cubicBezTo>
                  <a:pt x="10429" y="0"/>
                  <a:pt x="12082" y="676"/>
                  <a:pt x="13232" y="2027"/>
                </a:cubicBezTo>
                <a:cubicBezTo>
                  <a:pt x="14383" y="3379"/>
                  <a:pt x="14958" y="5041"/>
                  <a:pt x="14958" y="70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BFC62C-1E15-4AEB-AB2E-CCEC0F9C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8087" y="1612698"/>
            <a:ext cx="232524" cy="67085"/>
          </a:xfrm>
          <a:custGeom xmlns:a="http://schemas.openxmlformats.org/drawingml/2006/main">
            <a:pathLst>
              <a:path w="232524" h="67085">
                <a:moveTo>
                  <a:pt x="0" y="27951"/>
                </a:moveTo>
                <a:lnTo>
                  <a:pt x="0" y="39132"/>
                </a:lnTo>
                <a:lnTo>
                  <a:pt x="165439" y="39133"/>
                </a:lnTo>
                <a:lnTo>
                  <a:pt x="165439" y="67085"/>
                </a:lnTo>
                <a:lnTo>
                  <a:pt x="232524" y="33542"/>
                </a:lnTo>
                <a:lnTo>
                  <a:pt x="165439" y="0"/>
                </a:lnTo>
                <a:lnTo>
                  <a:pt x="165439" y="27952"/>
                </a:lnTo>
                <a:lnTo>
                  <a:pt x="0" y="279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…">
            <a:extLst xmlns:a="http://schemas.openxmlformats.org/drawingml/2006/main">
              <a:ext uri="{FF2B5EF4-FFF2-40B4-BE49-F238E27FC236}">
                <a16:creationId xmlns:a16="http://schemas.microsoft.com/office/drawing/2014/main" id="{0F82BCAF-E9DA-41DD-8F02-AC7EEA3F3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3304" y="2277424"/>
            <a:ext cx="82572" cy="15177"/>
          </a:xfrm>
          <a:custGeom xmlns:a="http://schemas.openxmlformats.org/drawingml/2006/main">
            <a:pathLst>
              <a:path w="82572" h="15177">
                <a:moveTo>
                  <a:pt x="82572" y="7013"/>
                </a:moveTo>
                <a:cubicBezTo>
                  <a:pt x="82572" y="9169"/>
                  <a:pt x="81851" y="11068"/>
                  <a:pt x="80408" y="12712"/>
                </a:cubicBezTo>
                <a:cubicBezTo>
                  <a:pt x="78965" y="14356"/>
                  <a:pt x="76965" y="15177"/>
                  <a:pt x="74408" y="15177"/>
                </a:cubicBezTo>
                <a:cubicBezTo>
                  <a:pt x="72253" y="15177"/>
                  <a:pt x="70582" y="14465"/>
                  <a:pt x="69395" y="13041"/>
                </a:cubicBezTo>
                <a:cubicBezTo>
                  <a:pt x="68207" y="11616"/>
                  <a:pt x="67614" y="9917"/>
                  <a:pt x="67614" y="7945"/>
                </a:cubicBezTo>
                <a:cubicBezTo>
                  <a:pt x="67614" y="5826"/>
                  <a:pt x="68344" y="3972"/>
                  <a:pt x="69806" y="2383"/>
                </a:cubicBezTo>
                <a:cubicBezTo>
                  <a:pt x="71267" y="794"/>
                  <a:pt x="73294" y="0"/>
                  <a:pt x="75887" y="0"/>
                </a:cubicBezTo>
                <a:cubicBezTo>
                  <a:pt x="78043" y="0"/>
                  <a:pt x="79696" y="676"/>
                  <a:pt x="80846" y="2027"/>
                </a:cubicBezTo>
                <a:cubicBezTo>
                  <a:pt x="81997" y="3379"/>
                  <a:pt x="82572" y="5041"/>
                  <a:pt x="82572" y="7013"/>
                </a:cubicBezTo>
                <a:moveTo>
                  <a:pt x="48765" y="7013"/>
                </a:moveTo>
                <a:cubicBezTo>
                  <a:pt x="48765" y="9169"/>
                  <a:pt x="48044" y="11068"/>
                  <a:pt x="46601" y="12712"/>
                </a:cubicBezTo>
                <a:cubicBezTo>
                  <a:pt x="45158" y="14356"/>
                  <a:pt x="43158" y="15177"/>
                  <a:pt x="40601" y="15177"/>
                </a:cubicBezTo>
                <a:cubicBezTo>
                  <a:pt x="38446" y="15177"/>
                  <a:pt x="36775" y="14465"/>
                  <a:pt x="35588" y="13041"/>
                </a:cubicBezTo>
                <a:cubicBezTo>
                  <a:pt x="34400" y="11616"/>
                  <a:pt x="33807" y="9917"/>
                  <a:pt x="33807" y="7945"/>
                </a:cubicBezTo>
                <a:cubicBezTo>
                  <a:pt x="33807" y="5826"/>
                  <a:pt x="34537" y="3972"/>
                  <a:pt x="35999" y="2383"/>
                </a:cubicBezTo>
                <a:cubicBezTo>
                  <a:pt x="37460" y="794"/>
                  <a:pt x="39487" y="0"/>
                  <a:pt x="42081" y="0"/>
                </a:cubicBezTo>
                <a:cubicBezTo>
                  <a:pt x="44236" y="0"/>
                  <a:pt x="45889" y="676"/>
                  <a:pt x="47039" y="2027"/>
                </a:cubicBezTo>
                <a:cubicBezTo>
                  <a:pt x="48190" y="3379"/>
                  <a:pt x="48765" y="5041"/>
                  <a:pt x="48765" y="7013"/>
                </a:cubicBezTo>
                <a:moveTo>
                  <a:pt x="14958" y="7013"/>
                </a:moveTo>
                <a:cubicBezTo>
                  <a:pt x="14958" y="9169"/>
                  <a:pt x="14237" y="11068"/>
                  <a:pt x="12794" y="12712"/>
                </a:cubicBezTo>
                <a:cubicBezTo>
                  <a:pt x="11351" y="14356"/>
                  <a:pt x="9351" y="15177"/>
                  <a:pt x="6794" y="15177"/>
                </a:cubicBezTo>
                <a:cubicBezTo>
                  <a:pt x="4639" y="15177"/>
                  <a:pt x="2968" y="14465"/>
                  <a:pt x="1781" y="13041"/>
                </a:cubicBezTo>
                <a:cubicBezTo>
                  <a:pt x="594" y="11616"/>
                  <a:pt x="0" y="9917"/>
                  <a:pt x="0" y="7945"/>
                </a:cubicBezTo>
                <a:cubicBezTo>
                  <a:pt x="0" y="5826"/>
                  <a:pt x="731" y="3972"/>
                  <a:pt x="2192" y="2383"/>
                </a:cubicBezTo>
                <a:cubicBezTo>
                  <a:pt x="3653" y="794"/>
                  <a:pt x="5680" y="0"/>
                  <a:pt x="8274" y="0"/>
                </a:cubicBezTo>
                <a:cubicBezTo>
                  <a:pt x="10429" y="0"/>
                  <a:pt x="12082" y="676"/>
                  <a:pt x="13232" y="2027"/>
                </a:cubicBezTo>
                <a:cubicBezTo>
                  <a:pt x="14383" y="3379"/>
                  <a:pt x="14958" y="5041"/>
                  <a:pt x="14958" y="70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09DB4B-E73A-4421-8BB5-CA0BC81A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692" y="860025"/>
            <a:ext cx="491316" cy="641518"/>
          </a:xfrm>
          <a:custGeom xmlns:a="http://schemas.openxmlformats.org/drawingml/2006/main">
            <a:pathLst>
              <a:path w="491316" h="641518">
                <a:moveTo>
                  <a:pt x="0" y="0"/>
                </a:moveTo>
                <a:lnTo>
                  <a:pt x="0" y="11181"/>
                </a:lnTo>
                <a:lnTo>
                  <a:pt x="452183" y="11181"/>
                </a:lnTo>
                <a:lnTo>
                  <a:pt x="452183" y="574433"/>
                </a:lnTo>
                <a:lnTo>
                  <a:pt x="424231" y="574433"/>
                </a:lnTo>
                <a:lnTo>
                  <a:pt x="457773" y="641518"/>
                </a:lnTo>
                <a:lnTo>
                  <a:pt x="491316" y="574433"/>
                </a:lnTo>
                <a:lnTo>
                  <a:pt x="463364" y="574433"/>
                </a:lnTo>
                <a:lnTo>
                  <a:pt x="46336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92DC01-2CD3-4919-AC1D-C9A37A6B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513" y="419195"/>
            <a:ext cx="1041646" cy="2380906"/>
          </a:xfrm>
          <a:custGeom xmlns:a="http://schemas.openxmlformats.org/drawingml/2006/main">
            <a:pathLst>
              <a:path w="1041646" h="2380906">
                <a:moveTo>
                  <a:pt x="0" y="173610"/>
                </a:moveTo>
                <a:cubicBezTo>
                  <a:pt x="0" y="77728"/>
                  <a:pt x="77728" y="0"/>
                  <a:pt x="173611" y="0"/>
                </a:cubicBezTo>
                <a:lnTo>
                  <a:pt x="868036" y="0"/>
                </a:lnTo>
                <a:cubicBezTo>
                  <a:pt x="963918" y="0"/>
                  <a:pt x="1041646" y="77728"/>
                  <a:pt x="1041646" y="173610"/>
                </a:cubicBezTo>
                <a:lnTo>
                  <a:pt x="1041646" y="2207296"/>
                </a:lnTo>
                <a:cubicBezTo>
                  <a:pt x="1041646" y="2303178"/>
                  <a:pt x="963918" y="2380906"/>
                  <a:pt x="868036" y="2380906"/>
                </a:cubicBezTo>
                <a:lnTo>
                  <a:pt x="173611" y="2380906"/>
                </a:lnTo>
                <a:cubicBezTo>
                  <a:pt x="77728" y="2380906"/>
                  <a:pt x="0" y="2303178"/>
                  <a:pt x="0" y="2207296"/>
                </a:cubicBezTo>
                <a:lnTo>
                  <a:pt x="0" y="173610"/>
                </a:lnTo>
                <a:close/>
              </a:path>
            </a:pathLst>
          </a:custGeom>
          <a:solidFill xmlns:a="http://schemas.openxmlformats.org/drawingml/2006/main">
            <a:srgbClr val="FBE5D6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D0E971-1FDE-4865-9B50-E9D13F01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0513" y="419195"/>
            <a:ext cx="1041646" cy="2380906"/>
          </a:xfrm>
          <a:custGeom xmlns:a="http://schemas.openxmlformats.org/drawingml/2006/main">
            <a:pathLst>
              <a:path w="1041646" h="2380906" fill="none">
                <a:moveTo>
                  <a:pt x="0" y="173610"/>
                </a:moveTo>
                <a:cubicBezTo>
                  <a:pt x="0" y="77728"/>
                  <a:pt x="77728" y="0"/>
                  <a:pt x="173611" y="0"/>
                </a:cubicBezTo>
                <a:lnTo>
                  <a:pt x="868036" y="0"/>
                </a:lnTo>
                <a:cubicBezTo>
                  <a:pt x="963918" y="0"/>
                  <a:pt x="1041646" y="77728"/>
                  <a:pt x="1041646" y="173610"/>
                </a:cubicBezTo>
                <a:lnTo>
                  <a:pt x="1041646" y="2207296"/>
                </a:lnTo>
                <a:cubicBezTo>
                  <a:pt x="1041646" y="2303178"/>
                  <a:pt x="963918" y="2380906"/>
                  <a:pt x="868036" y="2380906"/>
                </a:cubicBezTo>
                <a:lnTo>
                  <a:pt x="173611" y="2380906"/>
                </a:lnTo>
                <a:cubicBezTo>
                  <a:pt x="77728" y="2380906"/>
                  <a:pt x="0" y="2303178"/>
                  <a:pt x="0" y="2207296"/>
                </a:cubicBezTo>
                <a:lnTo>
                  <a:pt x="0" y="1736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1" cap="flat">
            <a:solidFill>
              <a:srgbClr val="00000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0D258-FF5C-44E3-89B1-C611CF9F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9676" y="1582206"/>
            <a:ext cx="418267" cy="67085"/>
          </a:xfrm>
          <a:custGeom xmlns:a="http://schemas.openxmlformats.org/drawingml/2006/main">
            <a:pathLst>
              <a:path w="418267" h="67085">
                <a:moveTo>
                  <a:pt x="0" y="30746"/>
                </a:moveTo>
                <a:lnTo>
                  <a:pt x="0" y="36337"/>
                </a:lnTo>
                <a:lnTo>
                  <a:pt x="351181" y="36338"/>
                </a:lnTo>
                <a:lnTo>
                  <a:pt x="351181" y="67085"/>
                </a:lnTo>
                <a:lnTo>
                  <a:pt x="418267" y="33542"/>
                </a:lnTo>
                <a:lnTo>
                  <a:pt x="351182" y="0"/>
                </a:lnTo>
                <a:lnTo>
                  <a:pt x="351181" y="30747"/>
                </a:lnTo>
                <a:lnTo>
                  <a:pt x="0" y="307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09464cf5a4243"/>
          <a:stretch xmlns:a="http://schemas.openxmlformats.org/drawingml/2006/main"/>
        </p:blipFill>
        <p:spPr>
          <a:xfrm xmlns:a="http://schemas.openxmlformats.org/drawingml/2006/main">
            <a:off x="5808006" y="443793"/>
            <a:ext cx="178893" cy="178893"/>
          </a:xfrm>
          <a:prstGeom xmlns:a="http://schemas.openxmlformats.org/drawingml/2006/main" prst="rect">
            <a:avLst/>
          </a:prstGeom>
        </p:spPr>
      </p:pic>
      <p:sp>
        <p:nvSpPr>
          <p:cNvPr id="66" name="Text 🔥MLP">
            <a:extLst xmlns:a="http://schemas.openxmlformats.org/drawingml/2006/main">
              <a:ext uri="{FF2B5EF4-FFF2-40B4-BE49-F238E27FC236}">
                <a16:creationId xmlns:a16="http://schemas.microsoft.com/office/drawing/2014/main" id="{D35A6035-E0EA-40F2-86F0-CDDEDAE4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783" y="445826"/>
            <a:ext cx="551349" cy="178080"/>
          </a:xfrm>
          <a:custGeom xmlns:a="http://schemas.openxmlformats.org/drawingml/2006/main">
            <a:pathLst>
              <a:path w="551349" h="178080">
                <a:moveTo>
                  <a:pt x="0" y="178080"/>
                </a:moveTo>
                <a:lnTo>
                  <a:pt x="0" y="178080"/>
                </a:lnTo>
                <a:moveTo>
                  <a:pt x="178080" y="0"/>
                </a:moveTo>
                <a:lnTo>
                  <a:pt x="178080" y="0"/>
                </a:lnTo>
                <a:close/>
                <a:moveTo>
                  <a:pt x="355809" y="178080"/>
                </a:moveTo>
                <a:lnTo>
                  <a:pt x="339462" y="178080"/>
                </a:lnTo>
                <a:cubicBezTo>
                  <a:pt x="339462" y="165153"/>
                  <a:pt x="338564" y="146458"/>
                  <a:pt x="336767" y="121995"/>
                </a:cubicBezTo>
                <a:cubicBezTo>
                  <a:pt x="334970" y="97532"/>
                  <a:pt x="334013" y="82866"/>
                  <a:pt x="333897" y="77997"/>
                </a:cubicBezTo>
                <a:lnTo>
                  <a:pt x="333028" y="77997"/>
                </a:lnTo>
                <a:cubicBezTo>
                  <a:pt x="327231" y="96837"/>
                  <a:pt x="319883" y="117285"/>
                  <a:pt x="310985" y="139342"/>
                </a:cubicBezTo>
                <a:cubicBezTo>
                  <a:pt x="302087" y="161400"/>
                  <a:pt x="297638" y="174312"/>
                  <a:pt x="297638" y="178080"/>
                </a:cubicBezTo>
                <a:lnTo>
                  <a:pt x="285899" y="178080"/>
                </a:lnTo>
                <a:cubicBezTo>
                  <a:pt x="285899" y="174022"/>
                  <a:pt x="281754" y="160878"/>
                  <a:pt x="273465" y="138647"/>
                </a:cubicBezTo>
                <a:cubicBezTo>
                  <a:pt x="265175" y="116416"/>
                  <a:pt x="259929" y="101532"/>
                  <a:pt x="257726" y="93996"/>
                </a:cubicBezTo>
                <a:cubicBezTo>
                  <a:pt x="255523" y="86460"/>
                  <a:pt x="254016" y="81127"/>
                  <a:pt x="253205" y="77997"/>
                </a:cubicBezTo>
                <a:lnTo>
                  <a:pt x="252335" y="77997"/>
                </a:lnTo>
                <a:cubicBezTo>
                  <a:pt x="252161" y="85939"/>
                  <a:pt x="251016" y="101967"/>
                  <a:pt x="248900" y="126082"/>
                </a:cubicBezTo>
                <a:cubicBezTo>
                  <a:pt x="246785" y="150197"/>
                  <a:pt x="245727" y="167530"/>
                  <a:pt x="245727" y="178080"/>
                </a:cubicBezTo>
                <a:lnTo>
                  <a:pt x="230771" y="178080"/>
                </a:lnTo>
                <a:cubicBezTo>
                  <a:pt x="230771" y="177500"/>
                  <a:pt x="232742" y="161544"/>
                  <a:pt x="236684" y="130212"/>
                </a:cubicBezTo>
                <a:cubicBezTo>
                  <a:pt x="240625" y="98880"/>
                  <a:pt x="242596" y="77098"/>
                  <a:pt x="242596" y="64867"/>
                </a:cubicBezTo>
                <a:lnTo>
                  <a:pt x="265465" y="64867"/>
                </a:lnTo>
                <a:cubicBezTo>
                  <a:pt x="265465" y="71244"/>
                  <a:pt x="270103" y="87185"/>
                  <a:pt x="279378" y="112691"/>
                </a:cubicBezTo>
                <a:cubicBezTo>
                  <a:pt x="288653" y="138198"/>
                  <a:pt x="293290" y="153646"/>
                  <a:pt x="293290" y="159037"/>
                </a:cubicBezTo>
                <a:lnTo>
                  <a:pt x="294160" y="159037"/>
                </a:lnTo>
                <a:cubicBezTo>
                  <a:pt x="294160" y="153646"/>
                  <a:pt x="299377" y="138154"/>
                  <a:pt x="309811" y="112561"/>
                </a:cubicBezTo>
                <a:cubicBezTo>
                  <a:pt x="320246" y="86968"/>
                  <a:pt x="325463" y="71070"/>
                  <a:pt x="325463" y="64867"/>
                </a:cubicBezTo>
                <a:lnTo>
                  <a:pt x="347810" y="64867"/>
                </a:lnTo>
                <a:cubicBezTo>
                  <a:pt x="347810" y="77098"/>
                  <a:pt x="349143" y="98779"/>
                  <a:pt x="351810" y="129908"/>
                </a:cubicBezTo>
                <a:cubicBezTo>
                  <a:pt x="354476" y="161037"/>
                  <a:pt x="355809" y="177095"/>
                  <a:pt x="355809" y="178080"/>
                </a:cubicBezTo>
                <a:close/>
                <a:moveTo>
                  <a:pt x="455898" y="165298"/>
                </a:moveTo>
                <a:lnTo>
                  <a:pt x="455376" y="178080"/>
                </a:lnTo>
                <a:lnTo>
                  <a:pt x="386944" y="178080"/>
                </a:lnTo>
                <a:cubicBezTo>
                  <a:pt x="387640" y="163762"/>
                  <a:pt x="387988" y="143936"/>
                  <a:pt x="387988" y="118604"/>
                </a:cubicBezTo>
                <a:cubicBezTo>
                  <a:pt x="387988" y="96808"/>
                  <a:pt x="387640" y="78895"/>
                  <a:pt x="386944" y="64867"/>
                </a:cubicBezTo>
                <a:lnTo>
                  <a:pt x="403118" y="64867"/>
                </a:lnTo>
                <a:cubicBezTo>
                  <a:pt x="402422" y="76577"/>
                  <a:pt x="402074" y="94489"/>
                  <a:pt x="402074" y="118604"/>
                </a:cubicBezTo>
                <a:cubicBezTo>
                  <a:pt x="402074" y="138429"/>
                  <a:pt x="401755" y="154313"/>
                  <a:pt x="401118" y="166254"/>
                </a:cubicBezTo>
                <a:cubicBezTo>
                  <a:pt x="418508" y="166254"/>
                  <a:pt x="436768" y="165936"/>
                  <a:pt x="455898" y="165298"/>
                </a:cubicBezTo>
                <a:close/>
                <a:moveTo>
                  <a:pt x="551349" y="92953"/>
                </a:moveTo>
                <a:cubicBezTo>
                  <a:pt x="551349" y="106170"/>
                  <a:pt x="546335" y="116053"/>
                  <a:pt x="536306" y="122604"/>
                </a:cubicBezTo>
                <a:cubicBezTo>
                  <a:pt x="526278" y="129154"/>
                  <a:pt x="512800" y="132430"/>
                  <a:pt x="495873" y="132430"/>
                </a:cubicBezTo>
                <a:cubicBezTo>
                  <a:pt x="493728" y="132430"/>
                  <a:pt x="491873" y="132372"/>
                  <a:pt x="490308" y="132256"/>
                </a:cubicBezTo>
                <a:cubicBezTo>
                  <a:pt x="490308" y="144893"/>
                  <a:pt x="490772" y="160168"/>
                  <a:pt x="491699" y="178080"/>
                </a:cubicBezTo>
                <a:lnTo>
                  <a:pt x="475004" y="178080"/>
                </a:lnTo>
                <a:cubicBezTo>
                  <a:pt x="475874" y="161617"/>
                  <a:pt x="476309" y="141792"/>
                  <a:pt x="476309" y="118604"/>
                </a:cubicBezTo>
                <a:cubicBezTo>
                  <a:pt x="476309" y="98663"/>
                  <a:pt x="475874" y="80750"/>
                  <a:pt x="475004" y="64867"/>
                </a:cubicBezTo>
                <a:lnTo>
                  <a:pt x="487439" y="64867"/>
                </a:lnTo>
                <a:cubicBezTo>
                  <a:pt x="488772" y="64867"/>
                  <a:pt x="492583" y="64780"/>
                  <a:pt x="498873" y="64606"/>
                </a:cubicBezTo>
                <a:cubicBezTo>
                  <a:pt x="505163" y="64432"/>
                  <a:pt x="510510" y="64345"/>
                  <a:pt x="514916" y="64345"/>
                </a:cubicBezTo>
                <a:cubicBezTo>
                  <a:pt x="526046" y="64345"/>
                  <a:pt x="534901" y="66881"/>
                  <a:pt x="541480" y="71954"/>
                </a:cubicBezTo>
                <a:cubicBezTo>
                  <a:pt x="548060" y="77026"/>
                  <a:pt x="551349" y="84026"/>
                  <a:pt x="551349" y="92953"/>
                </a:cubicBezTo>
                <a:moveTo>
                  <a:pt x="536828" y="97996"/>
                </a:moveTo>
                <a:cubicBezTo>
                  <a:pt x="536828" y="83098"/>
                  <a:pt x="526655" y="75649"/>
                  <a:pt x="506308" y="75649"/>
                </a:cubicBezTo>
                <a:cubicBezTo>
                  <a:pt x="501322" y="75649"/>
                  <a:pt x="495728" y="76084"/>
                  <a:pt x="489526" y="76954"/>
                </a:cubicBezTo>
                <a:cubicBezTo>
                  <a:pt x="489931" y="86402"/>
                  <a:pt x="490134" y="101127"/>
                  <a:pt x="490134" y="121126"/>
                </a:cubicBezTo>
                <a:cubicBezTo>
                  <a:pt x="492163" y="121242"/>
                  <a:pt x="494656" y="121300"/>
                  <a:pt x="497612" y="121300"/>
                </a:cubicBezTo>
                <a:cubicBezTo>
                  <a:pt x="523756" y="121300"/>
                  <a:pt x="536828" y="113532"/>
                  <a:pt x="536828" y="97996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10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FCDB3-1FFF-45CB-99A1-D4298B54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482" y="1521828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4"/>
                  <a:pt x="42596" y="0"/>
                  <a:pt x="95139" y="0"/>
                </a:cubicBezTo>
                <a:cubicBezTo>
                  <a:pt x="147682" y="0"/>
                  <a:pt x="190278" y="42594"/>
                  <a:pt x="190278" y="95139"/>
                </a:cubicBezTo>
                <a:cubicBezTo>
                  <a:pt x="190278" y="147682"/>
                  <a:pt x="147682" y="190278"/>
                  <a:pt x="95139" y="190278"/>
                </a:cubicBezTo>
                <a:cubicBezTo>
                  <a:pt x="42596" y="190278"/>
                  <a:pt x="0" y="147682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7030A0">
              <a:alpha val="1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F2EDD6-FEF9-4347-9955-E666C2C9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4885" y="1516231"/>
            <a:ext cx="201472" cy="201472"/>
          </a:xfrm>
          <a:custGeom xmlns:a="http://schemas.openxmlformats.org/drawingml/2006/main">
            <a:pathLst>
              <a:path w="201472" h="201472">
                <a:moveTo>
                  <a:pt x="29492" y="171980"/>
                </a:moveTo>
                <a:lnTo>
                  <a:pt x="44401" y="184282"/>
                </a:lnTo>
                <a:lnTo>
                  <a:pt x="61520" y="193574"/>
                </a:lnTo>
                <a:lnTo>
                  <a:pt x="80305" y="199404"/>
                </a:lnTo>
                <a:lnTo>
                  <a:pt x="90444" y="200952"/>
                </a:lnTo>
                <a:lnTo>
                  <a:pt x="100736" y="201472"/>
                </a:lnTo>
                <a:lnTo>
                  <a:pt x="111028" y="200952"/>
                </a:lnTo>
                <a:lnTo>
                  <a:pt x="121167" y="199404"/>
                </a:lnTo>
                <a:lnTo>
                  <a:pt x="139952" y="193574"/>
                </a:lnTo>
                <a:lnTo>
                  <a:pt x="157070" y="184282"/>
                </a:lnTo>
                <a:lnTo>
                  <a:pt x="171980" y="171980"/>
                </a:lnTo>
                <a:lnTo>
                  <a:pt x="184282" y="157070"/>
                </a:lnTo>
                <a:lnTo>
                  <a:pt x="193574" y="139952"/>
                </a:lnTo>
                <a:lnTo>
                  <a:pt x="199404" y="121167"/>
                </a:lnTo>
                <a:lnTo>
                  <a:pt x="200952" y="111027"/>
                </a:lnTo>
                <a:lnTo>
                  <a:pt x="201472" y="100736"/>
                </a:lnTo>
                <a:lnTo>
                  <a:pt x="200952" y="90444"/>
                </a:lnTo>
                <a:lnTo>
                  <a:pt x="199404" y="80305"/>
                </a:lnTo>
                <a:lnTo>
                  <a:pt x="193574" y="61520"/>
                </a:lnTo>
                <a:lnTo>
                  <a:pt x="184282" y="44401"/>
                </a:lnTo>
                <a:lnTo>
                  <a:pt x="171980" y="29492"/>
                </a:lnTo>
                <a:lnTo>
                  <a:pt x="157070" y="17189"/>
                </a:lnTo>
                <a:lnTo>
                  <a:pt x="139952" y="7898"/>
                </a:lnTo>
                <a:lnTo>
                  <a:pt x="121167" y="2066"/>
                </a:lnTo>
                <a:lnTo>
                  <a:pt x="111028" y="519"/>
                </a:lnTo>
                <a:lnTo>
                  <a:pt x="100736" y="0"/>
                </a:lnTo>
                <a:lnTo>
                  <a:pt x="90444" y="519"/>
                </a:lnTo>
                <a:lnTo>
                  <a:pt x="80305" y="2066"/>
                </a:lnTo>
                <a:lnTo>
                  <a:pt x="61520" y="7898"/>
                </a:lnTo>
                <a:lnTo>
                  <a:pt x="44401" y="17189"/>
                </a:lnTo>
                <a:lnTo>
                  <a:pt x="29492" y="29492"/>
                </a:lnTo>
                <a:lnTo>
                  <a:pt x="17189" y="44401"/>
                </a:lnTo>
                <a:lnTo>
                  <a:pt x="7898" y="61520"/>
                </a:lnTo>
                <a:lnTo>
                  <a:pt x="2067" y="80304"/>
                </a:lnTo>
                <a:lnTo>
                  <a:pt x="519" y="90444"/>
                </a:lnTo>
                <a:lnTo>
                  <a:pt x="0" y="100736"/>
                </a:lnTo>
                <a:lnTo>
                  <a:pt x="519" y="111027"/>
                </a:lnTo>
                <a:lnTo>
                  <a:pt x="2067" y="121167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0"/>
                </a:lnTo>
                <a:close/>
                <a:moveTo>
                  <a:pt x="11658" y="91571"/>
                </a:moveTo>
                <a:lnTo>
                  <a:pt x="12994" y="82816"/>
                </a:lnTo>
                <a:lnTo>
                  <a:pt x="18250" y="65886"/>
                </a:lnTo>
                <a:lnTo>
                  <a:pt x="26502" y="50683"/>
                </a:lnTo>
                <a:lnTo>
                  <a:pt x="37434" y="37434"/>
                </a:lnTo>
                <a:lnTo>
                  <a:pt x="50683" y="26502"/>
                </a:lnTo>
                <a:lnTo>
                  <a:pt x="65886" y="18250"/>
                </a:lnTo>
                <a:lnTo>
                  <a:pt x="82822" y="12992"/>
                </a:lnTo>
                <a:lnTo>
                  <a:pt x="91571" y="11658"/>
                </a:lnTo>
                <a:lnTo>
                  <a:pt x="100736" y="11195"/>
                </a:lnTo>
                <a:lnTo>
                  <a:pt x="109901" y="11658"/>
                </a:lnTo>
                <a:lnTo>
                  <a:pt x="118648" y="12992"/>
                </a:lnTo>
                <a:lnTo>
                  <a:pt x="135586" y="18250"/>
                </a:lnTo>
                <a:lnTo>
                  <a:pt x="150788" y="26502"/>
                </a:lnTo>
                <a:lnTo>
                  <a:pt x="164038" y="37434"/>
                </a:lnTo>
                <a:lnTo>
                  <a:pt x="174970" y="50683"/>
                </a:lnTo>
                <a:lnTo>
                  <a:pt x="183222" y="65886"/>
                </a:lnTo>
                <a:lnTo>
                  <a:pt x="188478" y="82816"/>
                </a:lnTo>
                <a:lnTo>
                  <a:pt x="189814" y="91571"/>
                </a:lnTo>
                <a:lnTo>
                  <a:pt x="190277" y="100736"/>
                </a:lnTo>
                <a:lnTo>
                  <a:pt x="189814" y="109901"/>
                </a:lnTo>
                <a:lnTo>
                  <a:pt x="188478" y="118655"/>
                </a:lnTo>
                <a:lnTo>
                  <a:pt x="183222" y="135586"/>
                </a:lnTo>
                <a:lnTo>
                  <a:pt x="174970" y="150788"/>
                </a:lnTo>
                <a:lnTo>
                  <a:pt x="164038" y="164038"/>
                </a:lnTo>
                <a:lnTo>
                  <a:pt x="150788" y="174970"/>
                </a:lnTo>
                <a:lnTo>
                  <a:pt x="135586" y="183222"/>
                </a:lnTo>
                <a:lnTo>
                  <a:pt x="118655" y="188478"/>
                </a:lnTo>
                <a:lnTo>
                  <a:pt x="109901" y="189814"/>
                </a:lnTo>
                <a:lnTo>
                  <a:pt x="100736" y="190277"/>
                </a:lnTo>
                <a:lnTo>
                  <a:pt x="91571" y="189814"/>
                </a:lnTo>
                <a:lnTo>
                  <a:pt x="82815" y="188477"/>
                </a:lnTo>
                <a:lnTo>
                  <a:pt x="65886" y="183222"/>
                </a:lnTo>
                <a:lnTo>
                  <a:pt x="50683" y="174970"/>
                </a:lnTo>
                <a:lnTo>
                  <a:pt x="37434" y="164038"/>
                </a:lnTo>
                <a:lnTo>
                  <a:pt x="26502" y="150788"/>
                </a:lnTo>
                <a:lnTo>
                  <a:pt x="18250" y="135586"/>
                </a:lnTo>
                <a:lnTo>
                  <a:pt x="12994" y="118655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8" y="91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BB9C1A-2B9C-4943-8C25-92215176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1292" y="1712106"/>
            <a:ext cx="1039165" cy="1509953"/>
          </a:xfrm>
          <a:custGeom xmlns:a="http://schemas.openxmlformats.org/drawingml/2006/main">
            <a:pathLst>
              <a:path w="1039165" h="1509953">
                <a:moveTo>
                  <a:pt x="94926" y="1482001"/>
                </a:moveTo>
                <a:lnTo>
                  <a:pt x="94926" y="1470820"/>
                </a:lnTo>
                <a:lnTo>
                  <a:pt x="67085" y="1470820"/>
                </a:lnTo>
                <a:lnTo>
                  <a:pt x="67085" y="1442868"/>
                </a:lnTo>
                <a:lnTo>
                  <a:pt x="0" y="1476410"/>
                </a:lnTo>
                <a:lnTo>
                  <a:pt x="67085" y="1509953"/>
                </a:lnTo>
                <a:lnTo>
                  <a:pt x="67085" y="1482001"/>
                </a:lnTo>
                <a:lnTo>
                  <a:pt x="94926" y="1482001"/>
                </a:lnTo>
                <a:close/>
                <a:moveTo>
                  <a:pt x="106107" y="1470820"/>
                </a:moveTo>
                <a:lnTo>
                  <a:pt x="106107" y="1482001"/>
                </a:lnTo>
                <a:lnTo>
                  <a:pt x="139650" y="1482001"/>
                </a:lnTo>
                <a:lnTo>
                  <a:pt x="139650" y="1470820"/>
                </a:lnTo>
                <a:lnTo>
                  <a:pt x="106107" y="1470820"/>
                </a:lnTo>
                <a:close/>
                <a:moveTo>
                  <a:pt x="150830" y="1470820"/>
                </a:moveTo>
                <a:lnTo>
                  <a:pt x="150830" y="1482001"/>
                </a:lnTo>
                <a:lnTo>
                  <a:pt x="184373" y="1482001"/>
                </a:lnTo>
                <a:lnTo>
                  <a:pt x="184373" y="1470820"/>
                </a:lnTo>
                <a:lnTo>
                  <a:pt x="150830" y="1470820"/>
                </a:lnTo>
                <a:close/>
                <a:moveTo>
                  <a:pt x="195554" y="1470820"/>
                </a:moveTo>
                <a:lnTo>
                  <a:pt x="195554" y="1482001"/>
                </a:lnTo>
                <a:lnTo>
                  <a:pt x="229096" y="1482001"/>
                </a:lnTo>
                <a:lnTo>
                  <a:pt x="229096" y="1470820"/>
                </a:lnTo>
                <a:lnTo>
                  <a:pt x="195554" y="1470820"/>
                </a:lnTo>
                <a:close/>
                <a:moveTo>
                  <a:pt x="240277" y="1470820"/>
                </a:moveTo>
                <a:lnTo>
                  <a:pt x="240277" y="1482001"/>
                </a:lnTo>
                <a:lnTo>
                  <a:pt x="273820" y="1482001"/>
                </a:lnTo>
                <a:lnTo>
                  <a:pt x="273820" y="1470820"/>
                </a:lnTo>
                <a:lnTo>
                  <a:pt x="240277" y="1470820"/>
                </a:lnTo>
                <a:close/>
                <a:moveTo>
                  <a:pt x="318543" y="1470820"/>
                </a:moveTo>
                <a:lnTo>
                  <a:pt x="285000" y="1470820"/>
                </a:lnTo>
                <a:lnTo>
                  <a:pt x="285000" y="1482001"/>
                </a:lnTo>
                <a:lnTo>
                  <a:pt x="318543" y="1482001"/>
                </a:lnTo>
                <a:lnTo>
                  <a:pt x="318543" y="1470820"/>
                </a:lnTo>
                <a:close/>
                <a:moveTo>
                  <a:pt x="329724" y="1470820"/>
                </a:moveTo>
                <a:lnTo>
                  <a:pt x="329724" y="1482001"/>
                </a:lnTo>
                <a:lnTo>
                  <a:pt x="363266" y="1482001"/>
                </a:lnTo>
                <a:lnTo>
                  <a:pt x="363266" y="1470820"/>
                </a:lnTo>
                <a:lnTo>
                  <a:pt x="329724" y="1470820"/>
                </a:lnTo>
                <a:close/>
                <a:moveTo>
                  <a:pt x="374447" y="1470820"/>
                </a:moveTo>
                <a:lnTo>
                  <a:pt x="374447" y="1482001"/>
                </a:lnTo>
                <a:lnTo>
                  <a:pt x="407989" y="1482001"/>
                </a:lnTo>
                <a:lnTo>
                  <a:pt x="407989" y="1470820"/>
                </a:lnTo>
                <a:lnTo>
                  <a:pt x="374447" y="1470820"/>
                </a:lnTo>
                <a:close/>
                <a:moveTo>
                  <a:pt x="419170" y="1470820"/>
                </a:moveTo>
                <a:lnTo>
                  <a:pt x="419170" y="1482001"/>
                </a:lnTo>
                <a:lnTo>
                  <a:pt x="452713" y="1482001"/>
                </a:lnTo>
                <a:lnTo>
                  <a:pt x="452713" y="1470820"/>
                </a:lnTo>
                <a:lnTo>
                  <a:pt x="419170" y="1470820"/>
                </a:lnTo>
                <a:close/>
                <a:moveTo>
                  <a:pt x="463894" y="1470820"/>
                </a:moveTo>
                <a:lnTo>
                  <a:pt x="463894" y="1482001"/>
                </a:lnTo>
                <a:lnTo>
                  <a:pt x="497436" y="1482001"/>
                </a:lnTo>
                <a:lnTo>
                  <a:pt x="497436" y="1470820"/>
                </a:lnTo>
                <a:lnTo>
                  <a:pt x="463894" y="1470820"/>
                </a:lnTo>
                <a:close/>
                <a:moveTo>
                  <a:pt x="508617" y="1470820"/>
                </a:moveTo>
                <a:lnTo>
                  <a:pt x="508617" y="1482001"/>
                </a:lnTo>
                <a:lnTo>
                  <a:pt x="542159" y="1482001"/>
                </a:lnTo>
                <a:lnTo>
                  <a:pt x="542159" y="1470820"/>
                </a:lnTo>
                <a:lnTo>
                  <a:pt x="508617" y="1470820"/>
                </a:lnTo>
                <a:close/>
                <a:moveTo>
                  <a:pt x="553340" y="1470820"/>
                </a:moveTo>
                <a:lnTo>
                  <a:pt x="553340" y="1482001"/>
                </a:lnTo>
                <a:lnTo>
                  <a:pt x="586883" y="1482001"/>
                </a:lnTo>
                <a:lnTo>
                  <a:pt x="586883" y="1470820"/>
                </a:lnTo>
                <a:lnTo>
                  <a:pt x="553340" y="1470820"/>
                </a:lnTo>
                <a:close/>
                <a:moveTo>
                  <a:pt x="631606" y="1470820"/>
                </a:moveTo>
                <a:lnTo>
                  <a:pt x="598064" y="1470820"/>
                </a:lnTo>
                <a:lnTo>
                  <a:pt x="598064" y="1482001"/>
                </a:lnTo>
                <a:lnTo>
                  <a:pt x="631606" y="1482001"/>
                </a:lnTo>
                <a:lnTo>
                  <a:pt x="631606" y="1470820"/>
                </a:lnTo>
                <a:close/>
                <a:moveTo>
                  <a:pt x="642787" y="1470820"/>
                </a:moveTo>
                <a:lnTo>
                  <a:pt x="642787" y="1482001"/>
                </a:lnTo>
                <a:lnTo>
                  <a:pt x="676329" y="1482001"/>
                </a:lnTo>
                <a:lnTo>
                  <a:pt x="676329" y="1470820"/>
                </a:lnTo>
                <a:lnTo>
                  <a:pt x="642787" y="1470820"/>
                </a:lnTo>
                <a:close/>
                <a:moveTo>
                  <a:pt x="687510" y="1470820"/>
                </a:moveTo>
                <a:lnTo>
                  <a:pt x="687510" y="1482001"/>
                </a:lnTo>
                <a:lnTo>
                  <a:pt x="721053" y="1482001"/>
                </a:lnTo>
                <a:lnTo>
                  <a:pt x="721053" y="1470820"/>
                </a:lnTo>
                <a:lnTo>
                  <a:pt x="687510" y="1470820"/>
                </a:lnTo>
                <a:close/>
                <a:moveTo>
                  <a:pt x="732233" y="1470820"/>
                </a:moveTo>
                <a:lnTo>
                  <a:pt x="732233" y="1482001"/>
                </a:lnTo>
                <a:lnTo>
                  <a:pt x="765776" y="1482001"/>
                </a:lnTo>
                <a:lnTo>
                  <a:pt x="765776" y="1470820"/>
                </a:lnTo>
                <a:lnTo>
                  <a:pt x="732233" y="1470820"/>
                </a:lnTo>
                <a:close/>
                <a:moveTo>
                  <a:pt x="776957" y="1470820"/>
                </a:moveTo>
                <a:lnTo>
                  <a:pt x="776957" y="1482001"/>
                </a:lnTo>
                <a:lnTo>
                  <a:pt x="810499" y="1482001"/>
                </a:lnTo>
                <a:lnTo>
                  <a:pt x="810499" y="1470820"/>
                </a:lnTo>
                <a:lnTo>
                  <a:pt x="776957" y="1470820"/>
                </a:lnTo>
                <a:close/>
                <a:moveTo>
                  <a:pt x="821680" y="1470820"/>
                </a:moveTo>
                <a:lnTo>
                  <a:pt x="821680" y="1482001"/>
                </a:lnTo>
                <a:lnTo>
                  <a:pt x="855222" y="1482001"/>
                </a:lnTo>
                <a:lnTo>
                  <a:pt x="855222" y="1470820"/>
                </a:lnTo>
                <a:lnTo>
                  <a:pt x="821680" y="1470820"/>
                </a:lnTo>
                <a:close/>
                <a:moveTo>
                  <a:pt x="1027984" y="33542"/>
                </a:moveTo>
                <a:lnTo>
                  <a:pt x="1039165" y="33542"/>
                </a:lnTo>
                <a:lnTo>
                  <a:pt x="1039165" y="0"/>
                </a:lnTo>
                <a:lnTo>
                  <a:pt x="1027984" y="0"/>
                </a:lnTo>
                <a:lnTo>
                  <a:pt x="1027984" y="33542"/>
                </a:lnTo>
                <a:close/>
                <a:moveTo>
                  <a:pt x="1027984" y="838562"/>
                </a:moveTo>
                <a:lnTo>
                  <a:pt x="1039165" y="838562"/>
                </a:lnTo>
                <a:lnTo>
                  <a:pt x="1039165" y="805019"/>
                </a:lnTo>
                <a:lnTo>
                  <a:pt x="1027984" y="805019"/>
                </a:lnTo>
                <a:lnTo>
                  <a:pt x="1027984" y="838562"/>
                </a:lnTo>
                <a:close/>
                <a:moveTo>
                  <a:pt x="1027984" y="883285"/>
                </a:moveTo>
                <a:lnTo>
                  <a:pt x="1039165" y="883285"/>
                </a:lnTo>
                <a:lnTo>
                  <a:pt x="1039165" y="849743"/>
                </a:lnTo>
                <a:lnTo>
                  <a:pt x="1027984" y="849743"/>
                </a:lnTo>
                <a:lnTo>
                  <a:pt x="1027984" y="883285"/>
                </a:lnTo>
                <a:close/>
                <a:moveTo>
                  <a:pt x="1027984" y="928008"/>
                </a:moveTo>
                <a:lnTo>
                  <a:pt x="1039165" y="928008"/>
                </a:lnTo>
                <a:lnTo>
                  <a:pt x="1039165" y="894466"/>
                </a:lnTo>
                <a:lnTo>
                  <a:pt x="1027984" y="894466"/>
                </a:lnTo>
                <a:lnTo>
                  <a:pt x="1027984" y="928008"/>
                </a:lnTo>
                <a:close/>
                <a:moveTo>
                  <a:pt x="1027984" y="972732"/>
                </a:moveTo>
                <a:lnTo>
                  <a:pt x="1039165" y="972732"/>
                </a:lnTo>
                <a:lnTo>
                  <a:pt x="1039165" y="939189"/>
                </a:lnTo>
                <a:lnTo>
                  <a:pt x="1027984" y="939189"/>
                </a:lnTo>
                <a:lnTo>
                  <a:pt x="1027984" y="972732"/>
                </a:lnTo>
                <a:close/>
                <a:moveTo>
                  <a:pt x="1027984" y="1017455"/>
                </a:moveTo>
                <a:lnTo>
                  <a:pt x="1039165" y="1017455"/>
                </a:lnTo>
                <a:lnTo>
                  <a:pt x="1039165" y="983913"/>
                </a:lnTo>
                <a:lnTo>
                  <a:pt x="1027984" y="983913"/>
                </a:lnTo>
                <a:lnTo>
                  <a:pt x="1027984" y="1017455"/>
                </a:lnTo>
                <a:close/>
                <a:moveTo>
                  <a:pt x="1027984" y="1062178"/>
                </a:moveTo>
                <a:lnTo>
                  <a:pt x="1039165" y="1062178"/>
                </a:lnTo>
                <a:lnTo>
                  <a:pt x="1039165" y="1028636"/>
                </a:lnTo>
                <a:lnTo>
                  <a:pt x="1027984" y="1028636"/>
                </a:lnTo>
                <a:lnTo>
                  <a:pt x="1027984" y="1062178"/>
                </a:lnTo>
                <a:close/>
                <a:moveTo>
                  <a:pt x="1027984" y="1106902"/>
                </a:moveTo>
                <a:lnTo>
                  <a:pt x="1039165" y="1106902"/>
                </a:lnTo>
                <a:lnTo>
                  <a:pt x="1039165" y="1073359"/>
                </a:lnTo>
                <a:lnTo>
                  <a:pt x="1027984" y="1073359"/>
                </a:lnTo>
                <a:lnTo>
                  <a:pt x="1027984" y="1106902"/>
                </a:lnTo>
                <a:close/>
                <a:moveTo>
                  <a:pt x="1027984" y="1151625"/>
                </a:moveTo>
                <a:lnTo>
                  <a:pt x="1039165" y="1151625"/>
                </a:lnTo>
                <a:lnTo>
                  <a:pt x="1039165" y="1118082"/>
                </a:lnTo>
                <a:lnTo>
                  <a:pt x="1027984" y="1118082"/>
                </a:lnTo>
                <a:lnTo>
                  <a:pt x="1027984" y="1151625"/>
                </a:lnTo>
                <a:close/>
                <a:moveTo>
                  <a:pt x="1027984" y="1207529"/>
                </a:moveTo>
                <a:lnTo>
                  <a:pt x="1027984" y="1241072"/>
                </a:lnTo>
                <a:lnTo>
                  <a:pt x="1039165" y="1241072"/>
                </a:lnTo>
                <a:lnTo>
                  <a:pt x="1039165" y="1207529"/>
                </a:lnTo>
                <a:lnTo>
                  <a:pt x="1027984" y="1207529"/>
                </a:lnTo>
                <a:close/>
                <a:moveTo>
                  <a:pt x="1027984" y="1285795"/>
                </a:moveTo>
                <a:lnTo>
                  <a:pt x="1039165" y="1285795"/>
                </a:lnTo>
                <a:lnTo>
                  <a:pt x="1039165" y="1252252"/>
                </a:lnTo>
                <a:lnTo>
                  <a:pt x="1027984" y="1252252"/>
                </a:lnTo>
                <a:lnTo>
                  <a:pt x="1027984" y="1285795"/>
                </a:lnTo>
                <a:close/>
                <a:moveTo>
                  <a:pt x="1027984" y="1330518"/>
                </a:moveTo>
                <a:lnTo>
                  <a:pt x="1039165" y="1330518"/>
                </a:lnTo>
                <a:lnTo>
                  <a:pt x="1039165" y="1296976"/>
                </a:lnTo>
                <a:lnTo>
                  <a:pt x="1027984" y="1296976"/>
                </a:lnTo>
                <a:lnTo>
                  <a:pt x="1027984" y="1330518"/>
                </a:lnTo>
                <a:close/>
                <a:moveTo>
                  <a:pt x="1027984" y="1375241"/>
                </a:moveTo>
                <a:lnTo>
                  <a:pt x="1039165" y="1375241"/>
                </a:lnTo>
                <a:lnTo>
                  <a:pt x="1039165" y="1341699"/>
                </a:lnTo>
                <a:lnTo>
                  <a:pt x="1027984" y="1341699"/>
                </a:lnTo>
                <a:lnTo>
                  <a:pt x="1027984" y="1375241"/>
                </a:lnTo>
                <a:close/>
                <a:moveTo>
                  <a:pt x="1027984" y="1419965"/>
                </a:moveTo>
                <a:lnTo>
                  <a:pt x="1039165" y="1419965"/>
                </a:lnTo>
                <a:lnTo>
                  <a:pt x="1039165" y="1386422"/>
                </a:lnTo>
                <a:lnTo>
                  <a:pt x="1027984" y="1386422"/>
                </a:lnTo>
                <a:lnTo>
                  <a:pt x="1027984" y="1419965"/>
                </a:lnTo>
                <a:close/>
                <a:moveTo>
                  <a:pt x="1027984" y="1464688"/>
                </a:moveTo>
                <a:lnTo>
                  <a:pt x="1039165" y="1464688"/>
                </a:lnTo>
                <a:lnTo>
                  <a:pt x="1039165" y="1431146"/>
                </a:lnTo>
                <a:lnTo>
                  <a:pt x="1027984" y="1431146"/>
                </a:lnTo>
                <a:lnTo>
                  <a:pt x="1027984" y="1464688"/>
                </a:lnTo>
                <a:close/>
                <a:moveTo>
                  <a:pt x="899946" y="1470820"/>
                </a:moveTo>
                <a:lnTo>
                  <a:pt x="866403" y="1470820"/>
                </a:lnTo>
                <a:lnTo>
                  <a:pt x="866403" y="1482001"/>
                </a:lnTo>
                <a:lnTo>
                  <a:pt x="899946" y="1482001"/>
                </a:lnTo>
                <a:lnTo>
                  <a:pt x="899946" y="1470820"/>
                </a:lnTo>
                <a:close/>
                <a:moveTo>
                  <a:pt x="911127" y="1470820"/>
                </a:moveTo>
                <a:lnTo>
                  <a:pt x="911127" y="1482001"/>
                </a:lnTo>
                <a:lnTo>
                  <a:pt x="944669" y="1482001"/>
                </a:lnTo>
                <a:lnTo>
                  <a:pt x="944669" y="1470820"/>
                </a:lnTo>
                <a:lnTo>
                  <a:pt x="911127" y="1470820"/>
                </a:lnTo>
                <a:close/>
                <a:moveTo>
                  <a:pt x="955850" y="1470820"/>
                </a:moveTo>
                <a:lnTo>
                  <a:pt x="955850" y="1482001"/>
                </a:lnTo>
                <a:lnTo>
                  <a:pt x="989392" y="1482001"/>
                </a:lnTo>
                <a:lnTo>
                  <a:pt x="989392" y="1470820"/>
                </a:lnTo>
                <a:lnTo>
                  <a:pt x="955850" y="1470820"/>
                </a:lnTo>
                <a:close/>
                <a:moveTo>
                  <a:pt x="1028526" y="1475869"/>
                </a:moveTo>
                <a:lnTo>
                  <a:pt x="1033575" y="1470820"/>
                </a:lnTo>
                <a:lnTo>
                  <a:pt x="1000573" y="1470820"/>
                </a:lnTo>
                <a:lnTo>
                  <a:pt x="1000573" y="1482001"/>
                </a:lnTo>
                <a:lnTo>
                  <a:pt x="1039165" y="1482001"/>
                </a:lnTo>
                <a:lnTo>
                  <a:pt x="1039165" y="1475869"/>
                </a:lnTo>
                <a:lnTo>
                  <a:pt x="1028526" y="1475869"/>
                </a:lnTo>
                <a:close/>
                <a:moveTo>
                  <a:pt x="1027984" y="78266"/>
                </a:moveTo>
                <a:lnTo>
                  <a:pt x="1039165" y="78266"/>
                </a:lnTo>
                <a:lnTo>
                  <a:pt x="1039165" y="44723"/>
                </a:lnTo>
                <a:lnTo>
                  <a:pt x="1027984" y="44723"/>
                </a:lnTo>
                <a:lnTo>
                  <a:pt x="1027984" y="78266"/>
                </a:lnTo>
                <a:close/>
                <a:moveTo>
                  <a:pt x="1027984" y="122989"/>
                </a:moveTo>
                <a:lnTo>
                  <a:pt x="1039165" y="122989"/>
                </a:lnTo>
                <a:lnTo>
                  <a:pt x="1039165" y="89447"/>
                </a:lnTo>
                <a:lnTo>
                  <a:pt x="1027984" y="89447"/>
                </a:lnTo>
                <a:lnTo>
                  <a:pt x="1027984" y="122989"/>
                </a:lnTo>
                <a:close/>
                <a:moveTo>
                  <a:pt x="1027984" y="167712"/>
                </a:moveTo>
                <a:lnTo>
                  <a:pt x="1039165" y="167712"/>
                </a:lnTo>
                <a:lnTo>
                  <a:pt x="1039165" y="134170"/>
                </a:lnTo>
                <a:lnTo>
                  <a:pt x="1027984" y="134170"/>
                </a:lnTo>
                <a:lnTo>
                  <a:pt x="1027984" y="167712"/>
                </a:lnTo>
                <a:close/>
                <a:moveTo>
                  <a:pt x="1027984" y="178893"/>
                </a:moveTo>
                <a:lnTo>
                  <a:pt x="1027984" y="212436"/>
                </a:lnTo>
                <a:lnTo>
                  <a:pt x="1039165" y="212436"/>
                </a:lnTo>
                <a:lnTo>
                  <a:pt x="1039165" y="178893"/>
                </a:lnTo>
                <a:lnTo>
                  <a:pt x="1027984" y="178893"/>
                </a:lnTo>
                <a:close/>
                <a:moveTo>
                  <a:pt x="1027984" y="257159"/>
                </a:moveTo>
                <a:lnTo>
                  <a:pt x="1039165" y="257159"/>
                </a:lnTo>
                <a:lnTo>
                  <a:pt x="1039165" y="223617"/>
                </a:lnTo>
                <a:lnTo>
                  <a:pt x="1027984" y="223617"/>
                </a:lnTo>
                <a:lnTo>
                  <a:pt x="1027984" y="257159"/>
                </a:lnTo>
                <a:close/>
                <a:moveTo>
                  <a:pt x="1027984" y="301882"/>
                </a:moveTo>
                <a:lnTo>
                  <a:pt x="1039165" y="301882"/>
                </a:lnTo>
                <a:lnTo>
                  <a:pt x="1039165" y="268340"/>
                </a:lnTo>
                <a:lnTo>
                  <a:pt x="1027984" y="268340"/>
                </a:lnTo>
                <a:lnTo>
                  <a:pt x="1027984" y="301882"/>
                </a:lnTo>
                <a:close/>
                <a:moveTo>
                  <a:pt x="1027984" y="346606"/>
                </a:moveTo>
                <a:lnTo>
                  <a:pt x="1039165" y="346606"/>
                </a:lnTo>
                <a:lnTo>
                  <a:pt x="1039165" y="313063"/>
                </a:lnTo>
                <a:lnTo>
                  <a:pt x="1027984" y="313063"/>
                </a:lnTo>
                <a:lnTo>
                  <a:pt x="1027984" y="346606"/>
                </a:lnTo>
                <a:close/>
                <a:moveTo>
                  <a:pt x="1027984" y="391329"/>
                </a:moveTo>
                <a:lnTo>
                  <a:pt x="1039165" y="391329"/>
                </a:lnTo>
                <a:lnTo>
                  <a:pt x="1039165" y="357786"/>
                </a:lnTo>
                <a:lnTo>
                  <a:pt x="1027984" y="357786"/>
                </a:lnTo>
                <a:lnTo>
                  <a:pt x="1027984" y="391329"/>
                </a:lnTo>
                <a:close/>
                <a:moveTo>
                  <a:pt x="1027984" y="436052"/>
                </a:moveTo>
                <a:lnTo>
                  <a:pt x="1039165" y="436052"/>
                </a:lnTo>
                <a:lnTo>
                  <a:pt x="1039165" y="402510"/>
                </a:lnTo>
                <a:lnTo>
                  <a:pt x="1027984" y="402510"/>
                </a:lnTo>
                <a:lnTo>
                  <a:pt x="1027984" y="436052"/>
                </a:lnTo>
                <a:close/>
                <a:moveTo>
                  <a:pt x="1027984" y="480776"/>
                </a:moveTo>
                <a:lnTo>
                  <a:pt x="1039165" y="480776"/>
                </a:lnTo>
                <a:lnTo>
                  <a:pt x="1039165" y="447233"/>
                </a:lnTo>
                <a:lnTo>
                  <a:pt x="1027984" y="447233"/>
                </a:lnTo>
                <a:lnTo>
                  <a:pt x="1027984" y="480776"/>
                </a:lnTo>
                <a:close/>
                <a:moveTo>
                  <a:pt x="1027984" y="525499"/>
                </a:moveTo>
                <a:lnTo>
                  <a:pt x="1039165" y="525499"/>
                </a:lnTo>
                <a:lnTo>
                  <a:pt x="1039165" y="491956"/>
                </a:lnTo>
                <a:lnTo>
                  <a:pt x="1027984" y="491956"/>
                </a:lnTo>
                <a:lnTo>
                  <a:pt x="1027984" y="525499"/>
                </a:lnTo>
                <a:close/>
                <a:moveTo>
                  <a:pt x="1027984" y="570222"/>
                </a:moveTo>
                <a:lnTo>
                  <a:pt x="1039165" y="570222"/>
                </a:lnTo>
                <a:lnTo>
                  <a:pt x="1039165" y="536680"/>
                </a:lnTo>
                <a:lnTo>
                  <a:pt x="1027984" y="536680"/>
                </a:lnTo>
                <a:lnTo>
                  <a:pt x="1027984" y="570222"/>
                </a:lnTo>
                <a:close/>
                <a:moveTo>
                  <a:pt x="1027984" y="614945"/>
                </a:moveTo>
                <a:lnTo>
                  <a:pt x="1039165" y="614945"/>
                </a:lnTo>
                <a:lnTo>
                  <a:pt x="1039165" y="581403"/>
                </a:lnTo>
                <a:lnTo>
                  <a:pt x="1027984" y="581403"/>
                </a:lnTo>
                <a:lnTo>
                  <a:pt x="1027984" y="614945"/>
                </a:lnTo>
                <a:close/>
                <a:moveTo>
                  <a:pt x="1027984" y="659669"/>
                </a:moveTo>
                <a:lnTo>
                  <a:pt x="1039165" y="659669"/>
                </a:lnTo>
                <a:lnTo>
                  <a:pt x="1039165" y="626126"/>
                </a:lnTo>
                <a:lnTo>
                  <a:pt x="1027984" y="626126"/>
                </a:lnTo>
                <a:lnTo>
                  <a:pt x="1027984" y="659669"/>
                </a:lnTo>
                <a:close/>
                <a:moveTo>
                  <a:pt x="1027984" y="704392"/>
                </a:moveTo>
                <a:lnTo>
                  <a:pt x="1039165" y="704392"/>
                </a:lnTo>
                <a:lnTo>
                  <a:pt x="1039165" y="670850"/>
                </a:lnTo>
                <a:lnTo>
                  <a:pt x="1027984" y="670850"/>
                </a:lnTo>
                <a:lnTo>
                  <a:pt x="1027984" y="704392"/>
                </a:lnTo>
                <a:close/>
                <a:moveTo>
                  <a:pt x="1027984" y="749115"/>
                </a:moveTo>
                <a:lnTo>
                  <a:pt x="1039165" y="749115"/>
                </a:lnTo>
                <a:lnTo>
                  <a:pt x="1039165" y="715573"/>
                </a:lnTo>
                <a:lnTo>
                  <a:pt x="1027984" y="715573"/>
                </a:lnTo>
                <a:lnTo>
                  <a:pt x="1027984" y="749115"/>
                </a:lnTo>
                <a:close/>
                <a:moveTo>
                  <a:pt x="1027984" y="793839"/>
                </a:moveTo>
                <a:lnTo>
                  <a:pt x="1039165" y="793839"/>
                </a:lnTo>
                <a:lnTo>
                  <a:pt x="1039165" y="760296"/>
                </a:lnTo>
                <a:lnTo>
                  <a:pt x="1027984" y="760296"/>
                </a:lnTo>
                <a:lnTo>
                  <a:pt x="1027984" y="793839"/>
                </a:lnTo>
                <a:close/>
                <a:moveTo>
                  <a:pt x="1027984" y="1196348"/>
                </a:moveTo>
                <a:lnTo>
                  <a:pt x="1039165" y="1196348"/>
                </a:lnTo>
                <a:lnTo>
                  <a:pt x="1039165" y="1162806"/>
                </a:lnTo>
                <a:lnTo>
                  <a:pt x="1027984" y="1162806"/>
                </a:lnTo>
                <a:lnTo>
                  <a:pt x="1027984" y="11963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234057-3E32-40A3-8C2B-F7DFA7E5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078" y="694854"/>
            <a:ext cx="241506" cy="1993033"/>
          </a:xfrm>
          <a:custGeom xmlns:a="http://schemas.openxmlformats.org/drawingml/2006/main">
            <a:pathLst>
              <a:path w="241506" h="1993033">
                <a:moveTo>
                  <a:pt x="0" y="40251"/>
                </a:moveTo>
                <a:cubicBezTo>
                  <a:pt x="0" y="18020"/>
                  <a:pt x="18021" y="0"/>
                  <a:pt x="40251" y="0"/>
                </a:cubicBezTo>
                <a:lnTo>
                  <a:pt x="201255" y="0"/>
                </a:lnTo>
                <a:cubicBezTo>
                  <a:pt x="223485" y="0"/>
                  <a:pt x="241506" y="18020"/>
                  <a:pt x="241506" y="40251"/>
                </a:cubicBezTo>
                <a:lnTo>
                  <a:pt x="241506" y="1952782"/>
                </a:lnTo>
                <a:cubicBezTo>
                  <a:pt x="241506" y="1975012"/>
                  <a:pt x="223485" y="1993033"/>
                  <a:pt x="201255" y="1993033"/>
                </a:cubicBezTo>
                <a:lnTo>
                  <a:pt x="40251" y="1993033"/>
                </a:lnTo>
                <a:cubicBezTo>
                  <a:pt x="18021" y="1993033"/>
                  <a:pt x="0" y="1975012"/>
                  <a:pt x="0" y="1952782"/>
                </a:cubicBezTo>
                <a:lnTo>
                  <a:pt x="0" y="40251"/>
                </a:lnTo>
                <a:close/>
              </a:path>
            </a:pathLst>
          </a:custGeom>
          <a:solidFill xmlns:a="http://schemas.openxmlformats.org/drawingml/2006/main">
            <a:srgbClr val="BDD7EE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7CCE05-E37E-49B2-9BA5-2421A781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2078" y="694854"/>
            <a:ext cx="241506" cy="1993033"/>
          </a:xfrm>
          <a:custGeom xmlns:a="http://schemas.openxmlformats.org/drawingml/2006/main">
            <a:pathLst>
              <a:path w="241506" h="1993033" fill="none">
                <a:moveTo>
                  <a:pt x="0" y="40251"/>
                </a:moveTo>
                <a:cubicBezTo>
                  <a:pt x="0" y="18021"/>
                  <a:pt x="18021" y="0"/>
                  <a:pt x="40251" y="0"/>
                </a:cubicBezTo>
                <a:lnTo>
                  <a:pt x="201255" y="0"/>
                </a:lnTo>
                <a:cubicBezTo>
                  <a:pt x="223485" y="0"/>
                  <a:pt x="241506" y="18021"/>
                  <a:pt x="241506" y="40251"/>
                </a:cubicBezTo>
                <a:lnTo>
                  <a:pt x="241506" y="1952782"/>
                </a:lnTo>
                <a:cubicBezTo>
                  <a:pt x="241506" y="1975013"/>
                  <a:pt x="223485" y="1993033"/>
                  <a:pt x="201255" y="1993033"/>
                </a:cubicBezTo>
                <a:lnTo>
                  <a:pt x="40251" y="1993033"/>
                </a:lnTo>
                <a:cubicBezTo>
                  <a:pt x="18021" y="1993033"/>
                  <a:pt x="0" y="1975013"/>
                  <a:pt x="0" y="1952782"/>
                </a:cubicBezTo>
                <a:lnTo>
                  <a:pt x="0" y="4025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1" cap="flat">
            <a:solidFill>
              <a:srgbClr val="2F528F"/>
            </a:solidFill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59DBB2-D3AA-49A3-B2CA-6604B8FDE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593" y="1351066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6"/>
                  <a:pt x="42596" y="0"/>
                  <a:pt x="95139" y="0"/>
                </a:cubicBezTo>
                <a:cubicBezTo>
                  <a:pt x="147683" y="0"/>
                  <a:pt x="190278" y="42596"/>
                  <a:pt x="190278" y="95139"/>
                </a:cubicBezTo>
                <a:cubicBezTo>
                  <a:pt x="190278" y="147683"/>
                  <a:pt x="147683" y="190278"/>
                  <a:pt x="95139" y="190278"/>
                </a:cubicBezTo>
                <a:cubicBezTo>
                  <a:pt x="42596" y="190278"/>
                  <a:pt x="0" y="147683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BEB1EB-AF34-40F1-AD7F-15485BDD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996" y="1345468"/>
            <a:ext cx="201473" cy="201473"/>
          </a:xfrm>
          <a:custGeom xmlns:a="http://schemas.openxmlformats.org/drawingml/2006/main">
            <a:pathLst>
              <a:path w="201473" h="201473">
                <a:moveTo>
                  <a:pt x="29492" y="171980"/>
                </a:moveTo>
                <a:lnTo>
                  <a:pt x="44402" y="184282"/>
                </a:lnTo>
                <a:lnTo>
                  <a:pt x="61521" y="193575"/>
                </a:lnTo>
                <a:lnTo>
                  <a:pt x="80305" y="199406"/>
                </a:lnTo>
                <a:lnTo>
                  <a:pt x="90445" y="200953"/>
                </a:lnTo>
                <a:lnTo>
                  <a:pt x="100736" y="201473"/>
                </a:lnTo>
                <a:lnTo>
                  <a:pt x="111028" y="200953"/>
                </a:lnTo>
                <a:lnTo>
                  <a:pt x="121168" y="199406"/>
                </a:lnTo>
                <a:lnTo>
                  <a:pt x="139952" y="193575"/>
                </a:lnTo>
                <a:lnTo>
                  <a:pt x="157070" y="184282"/>
                </a:lnTo>
                <a:lnTo>
                  <a:pt x="171980" y="171980"/>
                </a:lnTo>
                <a:lnTo>
                  <a:pt x="184282" y="157070"/>
                </a:lnTo>
                <a:lnTo>
                  <a:pt x="193575" y="139952"/>
                </a:lnTo>
                <a:lnTo>
                  <a:pt x="199406" y="121168"/>
                </a:lnTo>
                <a:lnTo>
                  <a:pt x="200953" y="111028"/>
                </a:lnTo>
                <a:lnTo>
                  <a:pt x="201473" y="100736"/>
                </a:lnTo>
                <a:lnTo>
                  <a:pt x="200953" y="90445"/>
                </a:lnTo>
                <a:lnTo>
                  <a:pt x="199406" y="80305"/>
                </a:lnTo>
                <a:lnTo>
                  <a:pt x="193575" y="61521"/>
                </a:lnTo>
                <a:lnTo>
                  <a:pt x="184282" y="44402"/>
                </a:lnTo>
                <a:lnTo>
                  <a:pt x="171980" y="29492"/>
                </a:lnTo>
                <a:lnTo>
                  <a:pt x="157070" y="17191"/>
                </a:lnTo>
                <a:lnTo>
                  <a:pt x="139952" y="7898"/>
                </a:lnTo>
                <a:lnTo>
                  <a:pt x="121168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5" y="520"/>
                </a:lnTo>
                <a:lnTo>
                  <a:pt x="80305" y="2067"/>
                </a:lnTo>
                <a:lnTo>
                  <a:pt x="61521" y="7898"/>
                </a:lnTo>
                <a:lnTo>
                  <a:pt x="44402" y="17191"/>
                </a:lnTo>
                <a:lnTo>
                  <a:pt x="29492" y="29492"/>
                </a:lnTo>
                <a:lnTo>
                  <a:pt x="17189" y="44402"/>
                </a:lnTo>
                <a:lnTo>
                  <a:pt x="7898" y="61521"/>
                </a:lnTo>
                <a:lnTo>
                  <a:pt x="2067" y="80305"/>
                </a:lnTo>
                <a:lnTo>
                  <a:pt x="520" y="90445"/>
                </a:lnTo>
                <a:lnTo>
                  <a:pt x="0" y="100736"/>
                </a:lnTo>
                <a:lnTo>
                  <a:pt x="520" y="111028"/>
                </a:lnTo>
                <a:lnTo>
                  <a:pt x="2067" y="121168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0"/>
                </a:lnTo>
                <a:close/>
                <a:moveTo>
                  <a:pt x="11657" y="91572"/>
                </a:moveTo>
                <a:lnTo>
                  <a:pt x="12994" y="82817"/>
                </a:lnTo>
                <a:lnTo>
                  <a:pt x="18248" y="65891"/>
                </a:lnTo>
                <a:lnTo>
                  <a:pt x="26502" y="50683"/>
                </a:lnTo>
                <a:lnTo>
                  <a:pt x="37434" y="37434"/>
                </a:lnTo>
                <a:lnTo>
                  <a:pt x="50683" y="26502"/>
                </a:lnTo>
                <a:lnTo>
                  <a:pt x="65886" y="18251"/>
                </a:lnTo>
                <a:lnTo>
                  <a:pt x="82817" y="12994"/>
                </a:lnTo>
                <a:lnTo>
                  <a:pt x="91583" y="11657"/>
                </a:lnTo>
                <a:lnTo>
                  <a:pt x="100736" y="11195"/>
                </a:lnTo>
                <a:lnTo>
                  <a:pt x="109890" y="11657"/>
                </a:lnTo>
                <a:lnTo>
                  <a:pt x="118656" y="12994"/>
                </a:lnTo>
                <a:lnTo>
                  <a:pt x="135586" y="18251"/>
                </a:lnTo>
                <a:lnTo>
                  <a:pt x="150788" y="26502"/>
                </a:lnTo>
                <a:lnTo>
                  <a:pt x="164039" y="37434"/>
                </a:lnTo>
                <a:lnTo>
                  <a:pt x="174973" y="50687"/>
                </a:lnTo>
                <a:lnTo>
                  <a:pt x="183222" y="65886"/>
                </a:lnTo>
                <a:lnTo>
                  <a:pt x="188480" y="82824"/>
                </a:lnTo>
                <a:lnTo>
                  <a:pt x="189814" y="91572"/>
                </a:lnTo>
                <a:lnTo>
                  <a:pt x="190278" y="100736"/>
                </a:lnTo>
                <a:lnTo>
                  <a:pt x="189814" y="109901"/>
                </a:lnTo>
                <a:lnTo>
                  <a:pt x="188480" y="118649"/>
                </a:lnTo>
                <a:lnTo>
                  <a:pt x="183222" y="135586"/>
                </a:lnTo>
                <a:lnTo>
                  <a:pt x="174973" y="150785"/>
                </a:lnTo>
                <a:lnTo>
                  <a:pt x="164039" y="164039"/>
                </a:lnTo>
                <a:lnTo>
                  <a:pt x="150785" y="174973"/>
                </a:lnTo>
                <a:lnTo>
                  <a:pt x="135586" y="183222"/>
                </a:lnTo>
                <a:lnTo>
                  <a:pt x="118649" y="188480"/>
                </a:lnTo>
                <a:lnTo>
                  <a:pt x="109901" y="189814"/>
                </a:lnTo>
                <a:lnTo>
                  <a:pt x="100736" y="190278"/>
                </a:lnTo>
                <a:lnTo>
                  <a:pt x="91572" y="189814"/>
                </a:lnTo>
                <a:lnTo>
                  <a:pt x="82824" y="188480"/>
                </a:lnTo>
                <a:lnTo>
                  <a:pt x="65886" y="183222"/>
                </a:lnTo>
                <a:lnTo>
                  <a:pt x="50687" y="174973"/>
                </a:lnTo>
                <a:lnTo>
                  <a:pt x="37434" y="164039"/>
                </a:lnTo>
                <a:lnTo>
                  <a:pt x="26502" y="150788"/>
                </a:lnTo>
                <a:lnTo>
                  <a:pt x="18248" y="135581"/>
                </a:lnTo>
                <a:lnTo>
                  <a:pt x="12994" y="118656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7" y="91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BAE00C-F8E5-43F6-A585-F92F9DD0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593" y="1668195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6"/>
                  <a:pt x="42596" y="0"/>
                  <a:pt x="95139" y="0"/>
                </a:cubicBezTo>
                <a:cubicBezTo>
                  <a:pt x="147683" y="0"/>
                  <a:pt x="190278" y="42596"/>
                  <a:pt x="190278" y="95139"/>
                </a:cubicBezTo>
                <a:cubicBezTo>
                  <a:pt x="190278" y="147682"/>
                  <a:pt x="147683" y="190278"/>
                  <a:pt x="95139" y="190278"/>
                </a:cubicBezTo>
                <a:cubicBezTo>
                  <a:pt x="42596" y="190278"/>
                  <a:pt x="0" y="147682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F541DD-E303-4439-A22B-D51E4D72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996" y="1662598"/>
            <a:ext cx="201473" cy="201472"/>
          </a:xfrm>
          <a:custGeom xmlns:a="http://schemas.openxmlformats.org/drawingml/2006/main">
            <a:pathLst>
              <a:path w="201473" h="201472">
                <a:moveTo>
                  <a:pt x="29492" y="171980"/>
                </a:moveTo>
                <a:lnTo>
                  <a:pt x="44402" y="184281"/>
                </a:lnTo>
                <a:lnTo>
                  <a:pt x="61521" y="193574"/>
                </a:lnTo>
                <a:lnTo>
                  <a:pt x="80305" y="199404"/>
                </a:lnTo>
                <a:lnTo>
                  <a:pt x="90445" y="200952"/>
                </a:lnTo>
                <a:lnTo>
                  <a:pt x="100736" y="201472"/>
                </a:lnTo>
                <a:lnTo>
                  <a:pt x="111028" y="200952"/>
                </a:lnTo>
                <a:lnTo>
                  <a:pt x="121168" y="199404"/>
                </a:lnTo>
                <a:lnTo>
                  <a:pt x="139952" y="193574"/>
                </a:lnTo>
                <a:lnTo>
                  <a:pt x="157070" y="184281"/>
                </a:lnTo>
                <a:lnTo>
                  <a:pt x="171980" y="171980"/>
                </a:lnTo>
                <a:lnTo>
                  <a:pt x="184282" y="157070"/>
                </a:lnTo>
                <a:lnTo>
                  <a:pt x="193575" y="139952"/>
                </a:lnTo>
                <a:lnTo>
                  <a:pt x="199406" y="121167"/>
                </a:lnTo>
                <a:lnTo>
                  <a:pt x="200953" y="111028"/>
                </a:lnTo>
                <a:lnTo>
                  <a:pt x="201473" y="100736"/>
                </a:lnTo>
                <a:lnTo>
                  <a:pt x="200953" y="90444"/>
                </a:lnTo>
                <a:lnTo>
                  <a:pt x="199406" y="80305"/>
                </a:lnTo>
                <a:lnTo>
                  <a:pt x="193575" y="61520"/>
                </a:lnTo>
                <a:lnTo>
                  <a:pt x="184282" y="44401"/>
                </a:lnTo>
                <a:lnTo>
                  <a:pt x="171980" y="29492"/>
                </a:lnTo>
                <a:lnTo>
                  <a:pt x="157070" y="17191"/>
                </a:lnTo>
                <a:lnTo>
                  <a:pt x="139952" y="7898"/>
                </a:lnTo>
                <a:lnTo>
                  <a:pt x="121168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5" y="520"/>
                </a:lnTo>
                <a:lnTo>
                  <a:pt x="80305" y="2067"/>
                </a:lnTo>
                <a:lnTo>
                  <a:pt x="61521" y="7898"/>
                </a:lnTo>
                <a:lnTo>
                  <a:pt x="44402" y="17191"/>
                </a:lnTo>
                <a:lnTo>
                  <a:pt x="29492" y="29492"/>
                </a:lnTo>
                <a:lnTo>
                  <a:pt x="17189" y="44401"/>
                </a:lnTo>
                <a:lnTo>
                  <a:pt x="7898" y="61520"/>
                </a:lnTo>
                <a:lnTo>
                  <a:pt x="2067" y="80305"/>
                </a:lnTo>
                <a:lnTo>
                  <a:pt x="520" y="90444"/>
                </a:lnTo>
                <a:lnTo>
                  <a:pt x="0" y="100736"/>
                </a:lnTo>
                <a:lnTo>
                  <a:pt x="520" y="111028"/>
                </a:lnTo>
                <a:lnTo>
                  <a:pt x="2067" y="121167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0"/>
                </a:lnTo>
                <a:close/>
                <a:moveTo>
                  <a:pt x="11658" y="91571"/>
                </a:moveTo>
                <a:lnTo>
                  <a:pt x="12994" y="82817"/>
                </a:lnTo>
                <a:lnTo>
                  <a:pt x="18248" y="65891"/>
                </a:lnTo>
                <a:lnTo>
                  <a:pt x="26502" y="50683"/>
                </a:lnTo>
                <a:lnTo>
                  <a:pt x="37434" y="37434"/>
                </a:lnTo>
                <a:lnTo>
                  <a:pt x="50683" y="26502"/>
                </a:lnTo>
                <a:lnTo>
                  <a:pt x="65886" y="18251"/>
                </a:lnTo>
                <a:lnTo>
                  <a:pt x="82817" y="12994"/>
                </a:lnTo>
                <a:lnTo>
                  <a:pt x="91583" y="11657"/>
                </a:lnTo>
                <a:lnTo>
                  <a:pt x="100736" y="11195"/>
                </a:lnTo>
                <a:lnTo>
                  <a:pt x="109890" y="11657"/>
                </a:lnTo>
                <a:lnTo>
                  <a:pt x="118656" y="12994"/>
                </a:lnTo>
                <a:lnTo>
                  <a:pt x="135586" y="18251"/>
                </a:lnTo>
                <a:lnTo>
                  <a:pt x="150788" y="26502"/>
                </a:lnTo>
                <a:lnTo>
                  <a:pt x="164039" y="37434"/>
                </a:lnTo>
                <a:lnTo>
                  <a:pt x="174973" y="50687"/>
                </a:lnTo>
                <a:lnTo>
                  <a:pt x="183222" y="65886"/>
                </a:lnTo>
                <a:lnTo>
                  <a:pt x="188480" y="82824"/>
                </a:lnTo>
                <a:lnTo>
                  <a:pt x="189814" y="91571"/>
                </a:lnTo>
                <a:lnTo>
                  <a:pt x="190278" y="100736"/>
                </a:lnTo>
                <a:lnTo>
                  <a:pt x="189814" y="109901"/>
                </a:lnTo>
                <a:lnTo>
                  <a:pt x="188480" y="118648"/>
                </a:lnTo>
                <a:lnTo>
                  <a:pt x="183222" y="135586"/>
                </a:lnTo>
                <a:lnTo>
                  <a:pt x="174973" y="150785"/>
                </a:lnTo>
                <a:lnTo>
                  <a:pt x="164039" y="164037"/>
                </a:lnTo>
                <a:lnTo>
                  <a:pt x="150788" y="174970"/>
                </a:lnTo>
                <a:lnTo>
                  <a:pt x="135586" y="183221"/>
                </a:lnTo>
                <a:lnTo>
                  <a:pt x="118656" y="188477"/>
                </a:lnTo>
                <a:lnTo>
                  <a:pt x="109890" y="189815"/>
                </a:lnTo>
                <a:lnTo>
                  <a:pt x="100736" y="190277"/>
                </a:lnTo>
                <a:lnTo>
                  <a:pt x="91583" y="189815"/>
                </a:lnTo>
                <a:lnTo>
                  <a:pt x="82817" y="188477"/>
                </a:lnTo>
                <a:lnTo>
                  <a:pt x="65886" y="183221"/>
                </a:lnTo>
                <a:lnTo>
                  <a:pt x="50683" y="174970"/>
                </a:lnTo>
                <a:lnTo>
                  <a:pt x="37434" y="164037"/>
                </a:lnTo>
                <a:lnTo>
                  <a:pt x="26502" y="150788"/>
                </a:lnTo>
                <a:lnTo>
                  <a:pt x="18248" y="135581"/>
                </a:lnTo>
                <a:lnTo>
                  <a:pt x="12994" y="118655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8" y="91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65602-3DFE-4FA0-94BE-D5E33205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593" y="2448820"/>
            <a:ext cx="190278" cy="187837"/>
          </a:xfrm>
          <a:custGeom xmlns:a="http://schemas.openxmlformats.org/drawingml/2006/main">
            <a:pathLst>
              <a:path w="190278" h="187837">
                <a:moveTo>
                  <a:pt x="0" y="93919"/>
                </a:moveTo>
                <a:cubicBezTo>
                  <a:pt x="0" y="42049"/>
                  <a:pt x="42596" y="0"/>
                  <a:pt x="95139" y="0"/>
                </a:cubicBezTo>
                <a:cubicBezTo>
                  <a:pt x="147683" y="0"/>
                  <a:pt x="190278" y="42049"/>
                  <a:pt x="190278" y="93919"/>
                </a:cubicBezTo>
                <a:cubicBezTo>
                  <a:pt x="190278" y="145789"/>
                  <a:pt x="147683" y="187837"/>
                  <a:pt x="95139" y="187837"/>
                </a:cubicBezTo>
                <a:cubicBezTo>
                  <a:pt x="42596" y="187837"/>
                  <a:pt x="0" y="145789"/>
                  <a:pt x="0" y="9391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D94CA7-02AF-444E-A315-139DFCD1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996" y="2443222"/>
            <a:ext cx="201473" cy="199033"/>
          </a:xfrm>
          <a:custGeom xmlns:a="http://schemas.openxmlformats.org/drawingml/2006/main">
            <a:pathLst>
              <a:path w="201473" h="199033">
                <a:moveTo>
                  <a:pt x="29517" y="169924"/>
                </a:moveTo>
                <a:lnTo>
                  <a:pt x="44429" y="182070"/>
                </a:lnTo>
                <a:lnTo>
                  <a:pt x="61545" y="191240"/>
                </a:lnTo>
                <a:lnTo>
                  <a:pt x="80320" y="196994"/>
                </a:lnTo>
                <a:lnTo>
                  <a:pt x="90452" y="198520"/>
                </a:lnTo>
                <a:lnTo>
                  <a:pt x="100736" y="199033"/>
                </a:lnTo>
                <a:lnTo>
                  <a:pt x="111020" y="198520"/>
                </a:lnTo>
                <a:lnTo>
                  <a:pt x="121152" y="196994"/>
                </a:lnTo>
                <a:lnTo>
                  <a:pt x="139928" y="191240"/>
                </a:lnTo>
                <a:lnTo>
                  <a:pt x="157043" y="182070"/>
                </a:lnTo>
                <a:lnTo>
                  <a:pt x="171956" y="169924"/>
                </a:lnTo>
                <a:lnTo>
                  <a:pt x="184264" y="155197"/>
                </a:lnTo>
                <a:lnTo>
                  <a:pt x="193565" y="138281"/>
                </a:lnTo>
                <a:lnTo>
                  <a:pt x="199402" y="119718"/>
                </a:lnTo>
                <a:lnTo>
                  <a:pt x="200952" y="109691"/>
                </a:lnTo>
                <a:lnTo>
                  <a:pt x="201473" y="99517"/>
                </a:lnTo>
                <a:lnTo>
                  <a:pt x="200952" y="89343"/>
                </a:lnTo>
                <a:lnTo>
                  <a:pt x="199402" y="79316"/>
                </a:lnTo>
                <a:lnTo>
                  <a:pt x="193565" y="60752"/>
                </a:lnTo>
                <a:lnTo>
                  <a:pt x="184264" y="43837"/>
                </a:lnTo>
                <a:lnTo>
                  <a:pt x="171956" y="29109"/>
                </a:lnTo>
                <a:lnTo>
                  <a:pt x="157043" y="16964"/>
                </a:lnTo>
                <a:lnTo>
                  <a:pt x="139928" y="7793"/>
                </a:lnTo>
                <a:lnTo>
                  <a:pt x="121152" y="2039"/>
                </a:lnTo>
                <a:lnTo>
                  <a:pt x="111020" y="513"/>
                </a:lnTo>
                <a:lnTo>
                  <a:pt x="100736" y="0"/>
                </a:lnTo>
                <a:lnTo>
                  <a:pt x="90452" y="513"/>
                </a:lnTo>
                <a:lnTo>
                  <a:pt x="80320" y="2039"/>
                </a:lnTo>
                <a:lnTo>
                  <a:pt x="61545" y="7793"/>
                </a:lnTo>
                <a:lnTo>
                  <a:pt x="44429" y="16964"/>
                </a:lnTo>
                <a:lnTo>
                  <a:pt x="29517" y="29109"/>
                </a:lnTo>
                <a:lnTo>
                  <a:pt x="17208" y="43837"/>
                </a:lnTo>
                <a:lnTo>
                  <a:pt x="7907" y="60752"/>
                </a:lnTo>
                <a:lnTo>
                  <a:pt x="2071" y="79316"/>
                </a:lnTo>
                <a:lnTo>
                  <a:pt x="520" y="89343"/>
                </a:lnTo>
                <a:lnTo>
                  <a:pt x="0" y="99517"/>
                </a:lnTo>
                <a:lnTo>
                  <a:pt x="520" y="109691"/>
                </a:lnTo>
                <a:lnTo>
                  <a:pt x="2071" y="119718"/>
                </a:lnTo>
                <a:lnTo>
                  <a:pt x="7907" y="138281"/>
                </a:lnTo>
                <a:lnTo>
                  <a:pt x="17208" y="155197"/>
                </a:lnTo>
                <a:lnTo>
                  <a:pt x="29517" y="169924"/>
                </a:lnTo>
                <a:close/>
                <a:moveTo>
                  <a:pt x="11657" y="90487"/>
                </a:moveTo>
                <a:lnTo>
                  <a:pt x="12989" y="81866"/>
                </a:lnTo>
                <a:lnTo>
                  <a:pt x="18240" y="65167"/>
                </a:lnTo>
                <a:lnTo>
                  <a:pt x="26482" y="50176"/>
                </a:lnTo>
                <a:lnTo>
                  <a:pt x="37407" y="37103"/>
                </a:lnTo>
                <a:lnTo>
                  <a:pt x="50655" y="26313"/>
                </a:lnTo>
                <a:lnTo>
                  <a:pt x="65866" y="18162"/>
                </a:lnTo>
                <a:lnTo>
                  <a:pt x="82808" y="12971"/>
                </a:lnTo>
                <a:lnTo>
                  <a:pt x="91561" y="11652"/>
                </a:lnTo>
                <a:lnTo>
                  <a:pt x="100736" y="11195"/>
                </a:lnTo>
                <a:lnTo>
                  <a:pt x="109910" y="11652"/>
                </a:lnTo>
                <a:lnTo>
                  <a:pt x="118663" y="12971"/>
                </a:lnTo>
                <a:lnTo>
                  <a:pt x="135606" y="18162"/>
                </a:lnTo>
                <a:lnTo>
                  <a:pt x="150818" y="26313"/>
                </a:lnTo>
                <a:lnTo>
                  <a:pt x="164062" y="37101"/>
                </a:lnTo>
                <a:lnTo>
                  <a:pt x="174991" y="50176"/>
                </a:lnTo>
                <a:lnTo>
                  <a:pt x="183233" y="65167"/>
                </a:lnTo>
                <a:lnTo>
                  <a:pt x="188481" y="81859"/>
                </a:lnTo>
                <a:lnTo>
                  <a:pt x="189814" y="90477"/>
                </a:lnTo>
                <a:lnTo>
                  <a:pt x="190277" y="99517"/>
                </a:lnTo>
                <a:lnTo>
                  <a:pt x="189814" y="108556"/>
                </a:lnTo>
                <a:lnTo>
                  <a:pt x="188481" y="117175"/>
                </a:lnTo>
                <a:lnTo>
                  <a:pt x="183233" y="133866"/>
                </a:lnTo>
                <a:lnTo>
                  <a:pt x="174991" y="148858"/>
                </a:lnTo>
                <a:lnTo>
                  <a:pt x="164062" y="161933"/>
                </a:lnTo>
                <a:lnTo>
                  <a:pt x="150814" y="172723"/>
                </a:lnTo>
                <a:lnTo>
                  <a:pt x="135608" y="180870"/>
                </a:lnTo>
                <a:lnTo>
                  <a:pt x="118668" y="186061"/>
                </a:lnTo>
                <a:lnTo>
                  <a:pt x="109906" y="187381"/>
                </a:lnTo>
                <a:lnTo>
                  <a:pt x="100736" y="187838"/>
                </a:lnTo>
                <a:lnTo>
                  <a:pt x="91566" y="187381"/>
                </a:lnTo>
                <a:lnTo>
                  <a:pt x="82804" y="186061"/>
                </a:lnTo>
                <a:lnTo>
                  <a:pt x="65864" y="180870"/>
                </a:lnTo>
                <a:lnTo>
                  <a:pt x="50659" y="172723"/>
                </a:lnTo>
                <a:lnTo>
                  <a:pt x="37407" y="161930"/>
                </a:lnTo>
                <a:lnTo>
                  <a:pt x="26482" y="148858"/>
                </a:lnTo>
                <a:lnTo>
                  <a:pt x="18240" y="133866"/>
                </a:lnTo>
                <a:lnTo>
                  <a:pt x="12989" y="117168"/>
                </a:lnTo>
                <a:lnTo>
                  <a:pt x="11657" y="108546"/>
                </a:lnTo>
                <a:lnTo>
                  <a:pt x="11195" y="99517"/>
                </a:lnTo>
                <a:lnTo>
                  <a:pt x="11657" y="904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369762-0FCD-4269-A7B9-7D3B24A7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593" y="1033937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6"/>
                  <a:pt x="42596" y="0"/>
                  <a:pt x="95139" y="0"/>
                </a:cubicBezTo>
                <a:cubicBezTo>
                  <a:pt x="147683" y="0"/>
                  <a:pt x="190278" y="42596"/>
                  <a:pt x="190278" y="95139"/>
                </a:cubicBezTo>
                <a:cubicBezTo>
                  <a:pt x="190278" y="147683"/>
                  <a:pt x="147683" y="190278"/>
                  <a:pt x="95139" y="190278"/>
                </a:cubicBezTo>
                <a:cubicBezTo>
                  <a:pt x="42596" y="190278"/>
                  <a:pt x="0" y="147683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248361-5905-4290-9A1B-BF456C9E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996" y="1028340"/>
            <a:ext cx="201473" cy="201472"/>
          </a:xfrm>
          <a:custGeom xmlns:a="http://schemas.openxmlformats.org/drawingml/2006/main">
            <a:pathLst>
              <a:path w="201473" h="201472">
                <a:moveTo>
                  <a:pt x="29492" y="171980"/>
                </a:moveTo>
                <a:lnTo>
                  <a:pt x="44402" y="184282"/>
                </a:lnTo>
                <a:lnTo>
                  <a:pt x="61521" y="193574"/>
                </a:lnTo>
                <a:lnTo>
                  <a:pt x="80305" y="199406"/>
                </a:lnTo>
                <a:lnTo>
                  <a:pt x="90445" y="200953"/>
                </a:lnTo>
                <a:lnTo>
                  <a:pt x="100736" y="201472"/>
                </a:lnTo>
                <a:lnTo>
                  <a:pt x="111028" y="200953"/>
                </a:lnTo>
                <a:lnTo>
                  <a:pt x="121168" y="199406"/>
                </a:lnTo>
                <a:lnTo>
                  <a:pt x="139952" y="193574"/>
                </a:lnTo>
                <a:lnTo>
                  <a:pt x="157070" y="184282"/>
                </a:lnTo>
                <a:lnTo>
                  <a:pt x="171980" y="171980"/>
                </a:lnTo>
                <a:lnTo>
                  <a:pt x="184282" y="157070"/>
                </a:lnTo>
                <a:lnTo>
                  <a:pt x="193575" y="139952"/>
                </a:lnTo>
                <a:lnTo>
                  <a:pt x="199406" y="121168"/>
                </a:lnTo>
                <a:lnTo>
                  <a:pt x="200953" y="111028"/>
                </a:lnTo>
                <a:lnTo>
                  <a:pt x="201473" y="100736"/>
                </a:lnTo>
                <a:lnTo>
                  <a:pt x="200953" y="90445"/>
                </a:lnTo>
                <a:lnTo>
                  <a:pt x="199406" y="80305"/>
                </a:lnTo>
                <a:lnTo>
                  <a:pt x="193575" y="61520"/>
                </a:lnTo>
                <a:lnTo>
                  <a:pt x="184282" y="44401"/>
                </a:lnTo>
                <a:lnTo>
                  <a:pt x="171980" y="29492"/>
                </a:lnTo>
                <a:lnTo>
                  <a:pt x="157070" y="17189"/>
                </a:lnTo>
                <a:lnTo>
                  <a:pt x="139952" y="7898"/>
                </a:lnTo>
                <a:lnTo>
                  <a:pt x="121168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5" y="520"/>
                </a:lnTo>
                <a:lnTo>
                  <a:pt x="80305" y="2067"/>
                </a:lnTo>
                <a:lnTo>
                  <a:pt x="61521" y="7898"/>
                </a:lnTo>
                <a:lnTo>
                  <a:pt x="44402" y="17189"/>
                </a:lnTo>
                <a:lnTo>
                  <a:pt x="29492" y="29492"/>
                </a:lnTo>
                <a:lnTo>
                  <a:pt x="17189" y="44401"/>
                </a:lnTo>
                <a:lnTo>
                  <a:pt x="7898" y="61520"/>
                </a:lnTo>
                <a:lnTo>
                  <a:pt x="2067" y="80305"/>
                </a:lnTo>
                <a:lnTo>
                  <a:pt x="520" y="90445"/>
                </a:lnTo>
                <a:lnTo>
                  <a:pt x="0" y="100736"/>
                </a:lnTo>
                <a:lnTo>
                  <a:pt x="520" y="111028"/>
                </a:lnTo>
                <a:lnTo>
                  <a:pt x="2067" y="121168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0"/>
                </a:lnTo>
                <a:close/>
                <a:moveTo>
                  <a:pt x="11658" y="91571"/>
                </a:moveTo>
                <a:lnTo>
                  <a:pt x="12994" y="82817"/>
                </a:lnTo>
                <a:lnTo>
                  <a:pt x="18248" y="65891"/>
                </a:lnTo>
                <a:lnTo>
                  <a:pt x="26502" y="50683"/>
                </a:lnTo>
                <a:lnTo>
                  <a:pt x="37437" y="37431"/>
                </a:lnTo>
                <a:lnTo>
                  <a:pt x="50683" y="26502"/>
                </a:lnTo>
                <a:lnTo>
                  <a:pt x="65886" y="18250"/>
                </a:lnTo>
                <a:lnTo>
                  <a:pt x="82817" y="12994"/>
                </a:lnTo>
                <a:lnTo>
                  <a:pt x="91573" y="11657"/>
                </a:lnTo>
                <a:lnTo>
                  <a:pt x="100736" y="11195"/>
                </a:lnTo>
                <a:lnTo>
                  <a:pt x="109901" y="11658"/>
                </a:lnTo>
                <a:lnTo>
                  <a:pt x="118656" y="12994"/>
                </a:lnTo>
                <a:lnTo>
                  <a:pt x="135586" y="18250"/>
                </a:lnTo>
                <a:lnTo>
                  <a:pt x="150788" y="26502"/>
                </a:lnTo>
                <a:lnTo>
                  <a:pt x="164036" y="37431"/>
                </a:lnTo>
                <a:lnTo>
                  <a:pt x="174973" y="50687"/>
                </a:lnTo>
                <a:lnTo>
                  <a:pt x="183222" y="65886"/>
                </a:lnTo>
                <a:lnTo>
                  <a:pt x="188480" y="82824"/>
                </a:lnTo>
                <a:lnTo>
                  <a:pt x="189814" y="91571"/>
                </a:lnTo>
                <a:lnTo>
                  <a:pt x="190278" y="100736"/>
                </a:lnTo>
                <a:lnTo>
                  <a:pt x="189814" y="109901"/>
                </a:lnTo>
                <a:lnTo>
                  <a:pt x="188480" y="118649"/>
                </a:lnTo>
                <a:lnTo>
                  <a:pt x="183222" y="135586"/>
                </a:lnTo>
                <a:lnTo>
                  <a:pt x="174973" y="150785"/>
                </a:lnTo>
                <a:lnTo>
                  <a:pt x="164036" y="164041"/>
                </a:lnTo>
                <a:lnTo>
                  <a:pt x="150788" y="174970"/>
                </a:lnTo>
                <a:lnTo>
                  <a:pt x="135586" y="183222"/>
                </a:lnTo>
                <a:lnTo>
                  <a:pt x="118649" y="188480"/>
                </a:lnTo>
                <a:lnTo>
                  <a:pt x="109901" y="189814"/>
                </a:lnTo>
                <a:lnTo>
                  <a:pt x="100736" y="190277"/>
                </a:lnTo>
                <a:lnTo>
                  <a:pt x="91572" y="189814"/>
                </a:lnTo>
                <a:lnTo>
                  <a:pt x="82824" y="188480"/>
                </a:lnTo>
                <a:lnTo>
                  <a:pt x="65886" y="183222"/>
                </a:lnTo>
                <a:lnTo>
                  <a:pt x="50683" y="174970"/>
                </a:lnTo>
                <a:lnTo>
                  <a:pt x="37437" y="164041"/>
                </a:lnTo>
                <a:lnTo>
                  <a:pt x="26502" y="150788"/>
                </a:lnTo>
                <a:lnTo>
                  <a:pt x="18248" y="135581"/>
                </a:lnTo>
                <a:lnTo>
                  <a:pt x="12994" y="118656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8" y="91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D7FDF3-7FF4-4CDB-93D6-BF884969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1593" y="1985325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4"/>
                  <a:pt x="42596" y="0"/>
                  <a:pt x="95139" y="0"/>
                </a:cubicBezTo>
                <a:cubicBezTo>
                  <a:pt x="147683" y="0"/>
                  <a:pt x="190278" y="42594"/>
                  <a:pt x="190278" y="95139"/>
                </a:cubicBezTo>
                <a:cubicBezTo>
                  <a:pt x="190278" y="147682"/>
                  <a:pt x="147683" y="190278"/>
                  <a:pt x="95139" y="190278"/>
                </a:cubicBezTo>
                <a:cubicBezTo>
                  <a:pt x="42596" y="190278"/>
                  <a:pt x="0" y="147682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B69D28-6307-4E68-8638-5316F986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5996" y="1979726"/>
            <a:ext cx="201473" cy="201473"/>
          </a:xfrm>
          <a:custGeom xmlns:a="http://schemas.openxmlformats.org/drawingml/2006/main">
            <a:pathLst>
              <a:path w="201473" h="201473">
                <a:moveTo>
                  <a:pt x="29492" y="171981"/>
                </a:moveTo>
                <a:lnTo>
                  <a:pt x="44402" y="184282"/>
                </a:lnTo>
                <a:lnTo>
                  <a:pt x="61521" y="193575"/>
                </a:lnTo>
                <a:lnTo>
                  <a:pt x="80305" y="199406"/>
                </a:lnTo>
                <a:lnTo>
                  <a:pt x="90445" y="200953"/>
                </a:lnTo>
                <a:lnTo>
                  <a:pt x="100736" y="201473"/>
                </a:lnTo>
                <a:lnTo>
                  <a:pt x="111028" y="200953"/>
                </a:lnTo>
                <a:lnTo>
                  <a:pt x="121168" y="199406"/>
                </a:lnTo>
                <a:lnTo>
                  <a:pt x="139952" y="193575"/>
                </a:lnTo>
                <a:lnTo>
                  <a:pt x="157070" y="184282"/>
                </a:lnTo>
                <a:lnTo>
                  <a:pt x="171980" y="171981"/>
                </a:lnTo>
                <a:lnTo>
                  <a:pt x="184282" y="157070"/>
                </a:lnTo>
                <a:lnTo>
                  <a:pt x="193575" y="139952"/>
                </a:lnTo>
                <a:lnTo>
                  <a:pt x="199406" y="121168"/>
                </a:lnTo>
                <a:lnTo>
                  <a:pt x="200953" y="111028"/>
                </a:lnTo>
                <a:lnTo>
                  <a:pt x="201473" y="100737"/>
                </a:lnTo>
                <a:lnTo>
                  <a:pt x="200953" y="90445"/>
                </a:lnTo>
                <a:lnTo>
                  <a:pt x="199406" y="80305"/>
                </a:lnTo>
                <a:lnTo>
                  <a:pt x="193575" y="61521"/>
                </a:lnTo>
                <a:lnTo>
                  <a:pt x="184282" y="44402"/>
                </a:lnTo>
                <a:lnTo>
                  <a:pt x="171980" y="29493"/>
                </a:lnTo>
                <a:lnTo>
                  <a:pt x="157070" y="17191"/>
                </a:lnTo>
                <a:lnTo>
                  <a:pt x="139952" y="7898"/>
                </a:lnTo>
                <a:lnTo>
                  <a:pt x="121168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5" y="520"/>
                </a:lnTo>
                <a:lnTo>
                  <a:pt x="80305" y="2067"/>
                </a:lnTo>
                <a:lnTo>
                  <a:pt x="61521" y="7898"/>
                </a:lnTo>
                <a:lnTo>
                  <a:pt x="44402" y="17191"/>
                </a:lnTo>
                <a:lnTo>
                  <a:pt x="29492" y="29493"/>
                </a:lnTo>
                <a:lnTo>
                  <a:pt x="17189" y="44402"/>
                </a:lnTo>
                <a:lnTo>
                  <a:pt x="7898" y="61521"/>
                </a:lnTo>
                <a:lnTo>
                  <a:pt x="2067" y="80305"/>
                </a:lnTo>
                <a:lnTo>
                  <a:pt x="520" y="90445"/>
                </a:lnTo>
                <a:lnTo>
                  <a:pt x="0" y="100737"/>
                </a:lnTo>
                <a:lnTo>
                  <a:pt x="520" y="111028"/>
                </a:lnTo>
                <a:lnTo>
                  <a:pt x="2067" y="121168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1"/>
                </a:lnTo>
                <a:close/>
                <a:moveTo>
                  <a:pt x="11658" y="91572"/>
                </a:moveTo>
                <a:lnTo>
                  <a:pt x="12994" y="82817"/>
                </a:lnTo>
                <a:lnTo>
                  <a:pt x="18248" y="65892"/>
                </a:lnTo>
                <a:lnTo>
                  <a:pt x="26502" y="50684"/>
                </a:lnTo>
                <a:lnTo>
                  <a:pt x="37434" y="37434"/>
                </a:lnTo>
                <a:lnTo>
                  <a:pt x="50687" y="26500"/>
                </a:lnTo>
                <a:lnTo>
                  <a:pt x="65886" y="18251"/>
                </a:lnTo>
                <a:lnTo>
                  <a:pt x="82824" y="12993"/>
                </a:lnTo>
                <a:lnTo>
                  <a:pt x="91572" y="11659"/>
                </a:lnTo>
                <a:lnTo>
                  <a:pt x="100736" y="11195"/>
                </a:lnTo>
                <a:lnTo>
                  <a:pt x="109901" y="11659"/>
                </a:lnTo>
                <a:lnTo>
                  <a:pt x="118649" y="12993"/>
                </a:lnTo>
                <a:lnTo>
                  <a:pt x="135586" y="18251"/>
                </a:lnTo>
                <a:lnTo>
                  <a:pt x="150785" y="26500"/>
                </a:lnTo>
                <a:lnTo>
                  <a:pt x="164039" y="37434"/>
                </a:lnTo>
                <a:lnTo>
                  <a:pt x="174973" y="50688"/>
                </a:lnTo>
                <a:lnTo>
                  <a:pt x="183222" y="65887"/>
                </a:lnTo>
                <a:lnTo>
                  <a:pt x="188480" y="82824"/>
                </a:lnTo>
                <a:lnTo>
                  <a:pt x="189814" y="91572"/>
                </a:lnTo>
                <a:lnTo>
                  <a:pt x="190278" y="100736"/>
                </a:lnTo>
                <a:lnTo>
                  <a:pt x="189814" y="109900"/>
                </a:lnTo>
                <a:lnTo>
                  <a:pt x="188480" y="118649"/>
                </a:lnTo>
                <a:lnTo>
                  <a:pt x="183222" y="135587"/>
                </a:lnTo>
                <a:lnTo>
                  <a:pt x="174973" y="150786"/>
                </a:lnTo>
                <a:lnTo>
                  <a:pt x="164039" y="164039"/>
                </a:lnTo>
                <a:lnTo>
                  <a:pt x="150788" y="174971"/>
                </a:lnTo>
                <a:lnTo>
                  <a:pt x="135586" y="183222"/>
                </a:lnTo>
                <a:lnTo>
                  <a:pt x="118656" y="188479"/>
                </a:lnTo>
                <a:lnTo>
                  <a:pt x="109890" y="189816"/>
                </a:lnTo>
                <a:lnTo>
                  <a:pt x="100736" y="190278"/>
                </a:lnTo>
                <a:lnTo>
                  <a:pt x="91583" y="189816"/>
                </a:lnTo>
                <a:lnTo>
                  <a:pt x="82817" y="188479"/>
                </a:lnTo>
                <a:lnTo>
                  <a:pt x="65886" y="183222"/>
                </a:lnTo>
                <a:lnTo>
                  <a:pt x="50683" y="174971"/>
                </a:lnTo>
                <a:lnTo>
                  <a:pt x="37434" y="164039"/>
                </a:lnTo>
                <a:lnTo>
                  <a:pt x="26502" y="150789"/>
                </a:lnTo>
                <a:lnTo>
                  <a:pt x="18248" y="135582"/>
                </a:lnTo>
                <a:lnTo>
                  <a:pt x="12994" y="118656"/>
                </a:lnTo>
                <a:lnTo>
                  <a:pt x="11657" y="109900"/>
                </a:lnTo>
                <a:lnTo>
                  <a:pt x="11195" y="100736"/>
                </a:lnTo>
                <a:lnTo>
                  <a:pt x="11658" y="91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962fa33ba94e27"/>
          <a:stretch xmlns:a="http://schemas.openxmlformats.org/drawingml/2006/main"/>
        </p:blipFill>
        <p:spPr>
          <a:xfrm xmlns:a="http://schemas.openxmlformats.org/drawingml/2006/main">
            <a:off x="2020275" y="762821"/>
            <a:ext cx="201255" cy="201255"/>
          </a:xfrm>
          <a:prstGeom xmlns:a="http://schemas.openxmlformats.org/drawingml/2006/main" prst="rect">
            <a:avLst/>
          </a:prstGeom>
        </p:spPr>
      </p:pic>
      <p:sp>
        <p:nvSpPr>
          <p:cNvPr id="83" name="Text ❄">
            <a:extLst xmlns:a="http://schemas.openxmlformats.org/drawingml/2006/main">
              <a:ext uri="{FF2B5EF4-FFF2-40B4-BE49-F238E27FC236}">
                <a16:creationId xmlns:a16="http://schemas.microsoft.com/office/drawing/2014/main" id="{A27203AD-5191-4FCE-8540-801E69F5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024" y="765386"/>
            <a:ext cx="200043" cy="200042"/>
          </a:xfrm>
          <a:custGeom xmlns:a="http://schemas.openxmlformats.org/drawingml/2006/main">
            <a:pathLst>
              <a:path w="200043" h="200042">
                <a:moveTo>
                  <a:pt x="0" y="200042"/>
                </a:moveTo>
                <a:lnTo>
                  <a:pt x="0" y="200042"/>
                </a:lnTo>
                <a:moveTo>
                  <a:pt x="200043" y="0"/>
                </a:moveTo>
                <a:lnTo>
                  <a:pt x="200043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5FF107-C5D6-492D-B194-1EA03AAE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873" y="689975"/>
            <a:ext cx="243945" cy="1993033"/>
          </a:xfrm>
          <a:custGeom xmlns:a="http://schemas.openxmlformats.org/drawingml/2006/main">
            <a:pathLst>
              <a:path w="243945" h="1993033">
                <a:moveTo>
                  <a:pt x="0" y="40658"/>
                </a:moveTo>
                <a:cubicBezTo>
                  <a:pt x="0" y="18204"/>
                  <a:pt x="18204" y="0"/>
                  <a:pt x="40658" y="0"/>
                </a:cubicBezTo>
                <a:lnTo>
                  <a:pt x="203286" y="0"/>
                </a:lnTo>
                <a:cubicBezTo>
                  <a:pt x="225742" y="0"/>
                  <a:pt x="243945" y="18204"/>
                  <a:pt x="243945" y="40658"/>
                </a:cubicBezTo>
                <a:lnTo>
                  <a:pt x="243945" y="1952375"/>
                </a:lnTo>
                <a:cubicBezTo>
                  <a:pt x="243945" y="1974830"/>
                  <a:pt x="225742" y="1993033"/>
                  <a:pt x="203286" y="1993033"/>
                </a:cubicBezTo>
                <a:lnTo>
                  <a:pt x="40658" y="1993033"/>
                </a:lnTo>
                <a:cubicBezTo>
                  <a:pt x="18204" y="1993033"/>
                  <a:pt x="0" y="1974830"/>
                  <a:pt x="0" y="1952375"/>
                </a:cubicBezTo>
                <a:lnTo>
                  <a:pt x="0" y="40658"/>
                </a:lnTo>
                <a:close/>
              </a:path>
            </a:pathLst>
          </a:custGeom>
          <a:solidFill xmlns:a="http://schemas.openxmlformats.org/drawingml/2006/main">
            <a:srgbClr val="BDD7EE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799ECD-CF34-48A8-95F1-9F79017B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873" y="689975"/>
            <a:ext cx="243945" cy="1993033"/>
          </a:xfrm>
          <a:custGeom xmlns:a="http://schemas.openxmlformats.org/drawingml/2006/main">
            <a:pathLst>
              <a:path w="243945" h="1993033" fill="none">
                <a:moveTo>
                  <a:pt x="0" y="40658"/>
                </a:moveTo>
                <a:cubicBezTo>
                  <a:pt x="0" y="18203"/>
                  <a:pt x="18204" y="0"/>
                  <a:pt x="40659" y="0"/>
                </a:cubicBezTo>
                <a:lnTo>
                  <a:pt x="203287" y="0"/>
                </a:lnTo>
                <a:cubicBezTo>
                  <a:pt x="225742" y="0"/>
                  <a:pt x="243945" y="18203"/>
                  <a:pt x="243945" y="40658"/>
                </a:cubicBezTo>
                <a:lnTo>
                  <a:pt x="243945" y="1952375"/>
                </a:lnTo>
                <a:cubicBezTo>
                  <a:pt x="243945" y="1974830"/>
                  <a:pt x="225742" y="1993033"/>
                  <a:pt x="203287" y="1993033"/>
                </a:cubicBezTo>
                <a:lnTo>
                  <a:pt x="40659" y="1993033"/>
                </a:lnTo>
                <a:cubicBezTo>
                  <a:pt x="18204" y="1993033"/>
                  <a:pt x="0" y="1974830"/>
                  <a:pt x="0" y="1952375"/>
                </a:cubicBezTo>
                <a:lnTo>
                  <a:pt x="0" y="406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1" cap="flat">
            <a:solidFill>
              <a:srgbClr val="2F528F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D9D5D-F697-45CB-A572-39B8D241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388" y="1343748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6"/>
                  <a:pt x="42596" y="0"/>
                  <a:pt x="95139" y="0"/>
                </a:cubicBezTo>
                <a:cubicBezTo>
                  <a:pt x="147683" y="0"/>
                  <a:pt x="190278" y="42596"/>
                  <a:pt x="190278" y="95139"/>
                </a:cubicBezTo>
                <a:cubicBezTo>
                  <a:pt x="190278" y="147683"/>
                  <a:pt x="147683" y="190278"/>
                  <a:pt x="95139" y="190278"/>
                </a:cubicBezTo>
                <a:cubicBezTo>
                  <a:pt x="42596" y="190278"/>
                  <a:pt x="0" y="147683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E36191-B406-4976-80E1-FAE7FC34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791" y="1338151"/>
            <a:ext cx="201473" cy="201473"/>
          </a:xfrm>
          <a:custGeom xmlns:a="http://schemas.openxmlformats.org/drawingml/2006/main">
            <a:pathLst>
              <a:path w="201473" h="201473">
                <a:moveTo>
                  <a:pt x="29492" y="171981"/>
                </a:moveTo>
                <a:lnTo>
                  <a:pt x="44401" y="184282"/>
                </a:lnTo>
                <a:lnTo>
                  <a:pt x="61520" y="193575"/>
                </a:lnTo>
                <a:lnTo>
                  <a:pt x="80305" y="199406"/>
                </a:lnTo>
                <a:lnTo>
                  <a:pt x="90445" y="200953"/>
                </a:lnTo>
                <a:lnTo>
                  <a:pt x="100736" y="201473"/>
                </a:lnTo>
                <a:lnTo>
                  <a:pt x="111028" y="200953"/>
                </a:lnTo>
                <a:lnTo>
                  <a:pt x="121168" y="199406"/>
                </a:lnTo>
                <a:lnTo>
                  <a:pt x="139952" y="193575"/>
                </a:lnTo>
                <a:lnTo>
                  <a:pt x="157070" y="184282"/>
                </a:lnTo>
                <a:lnTo>
                  <a:pt x="171980" y="171981"/>
                </a:lnTo>
                <a:lnTo>
                  <a:pt x="184282" y="157070"/>
                </a:lnTo>
                <a:lnTo>
                  <a:pt x="193575" y="139952"/>
                </a:lnTo>
                <a:lnTo>
                  <a:pt x="199406" y="121168"/>
                </a:lnTo>
                <a:lnTo>
                  <a:pt x="200953" y="111028"/>
                </a:lnTo>
                <a:lnTo>
                  <a:pt x="201473" y="100736"/>
                </a:lnTo>
                <a:lnTo>
                  <a:pt x="200953" y="90445"/>
                </a:lnTo>
                <a:lnTo>
                  <a:pt x="199406" y="80305"/>
                </a:lnTo>
                <a:lnTo>
                  <a:pt x="193575" y="61521"/>
                </a:lnTo>
                <a:lnTo>
                  <a:pt x="184282" y="44402"/>
                </a:lnTo>
                <a:lnTo>
                  <a:pt x="171980" y="29492"/>
                </a:lnTo>
                <a:lnTo>
                  <a:pt x="157070" y="17191"/>
                </a:lnTo>
                <a:lnTo>
                  <a:pt x="139952" y="7898"/>
                </a:lnTo>
                <a:lnTo>
                  <a:pt x="121168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5" y="520"/>
                </a:lnTo>
                <a:lnTo>
                  <a:pt x="80305" y="2067"/>
                </a:lnTo>
                <a:lnTo>
                  <a:pt x="61520" y="7898"/>
                </a:lnTo>
                <a:lnTo>
                  <a:pt x="44401" y="17191"/>
                </a:lnTo>
                <a:lnTo>
                  <a:pt x="29492" y="29492"/>
                </a:lnTo>
                <a:lnTo>
                  <a:pt x="17189" y="44402"/>
                </a:lnTo>
                <a:lnTo>
                  <a:pt x="7898" y="61521"/>
                </a:lnTo>
                <a:lnTo>
                  <a:pt x="2067" y="80305"/>
                </a:lnTo>
                <a:lnTo>
                  <a:pt x="520" y="90445"/>
                </a:lnTo>
                <a:lnTo>
                  <a:pt x="0" y="100736"/>
                </a:lnTo>
                <a:lnTo>
                  <a:pt x="520" y="111028"/>
                </a:lnTo>
                <a:lnTo>
                  <a:pt x="2067" y="121168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1"/>
                </a:lnTo>
                <a:close/>
                <a:moveTo>
                  <a:pt x="11658" y="91572"/>
                </a:moveTo>
                <a:lnTo>
                  <a:pt x="12994" y="82817"/>
                </a:lnTo>
                <a:lnTo>
                  <a:pt x="18249" y="65889"/>
                </a:lnTo>
                <a:lnTo>
                  <a:pt x="26502" y="50683"/>
                </a:lnTo>
                <a:lnTo>
                  <a:pt x="37434" y="37434"/>
                </a:lnTo>
                <a:lnTo>
                  <a:pt x="50683" y="26502"/>
                </a:lnTo>
                <a:lnTo>
                  <a:pt x="65886" y="18251"/>
                </a:lnTo>
                <a:lnTo>
                  <a:pt x="82817" y="12994"/>
                </a:lnTo>
                <a:lnTo>
                  <a:pt x="91583" y="11657"/>
                </a:lnTo>
                <a:lnTo>
                  <a:pt x="100736" y="11195"/>
                </a:lnTo>
                <a:lnTo>
                  <a:pt x="109890" y="11657"/>
                </a:lnTo>
                <a:lnTo>
                  <a:pt x="118656" y="12994"/>
                </a:lnTo>
                <a:lnTo>
                  <a:pt x="135586" y="18251"/>
                </a:lnTo>
                <a:lnTo>
                  <a:pt x="150788" y="26502"/>
                </a:lnTo>
                <a:lnTo>
                  <a:pt x="164039" y="37434"/>
                </a:lnTo>
                <a:lnTo>
                  <a:pt x="174973" y="50687"/>
                </a:lnTo>
                <a:lnTo>
                  <a:pt x="183221" y="65884"/>
                </a:lnTo>
                <a:lnTo>
                  <a:pt x="188480" y="82824"/>
                </a:lnTo>
                <a:lnTo>
                  <a:pt x="189814" y="91572"/>
                </a:lnTo>
                <a:lnTo>
                  <a:pt x="190278" y="100736"/>
                </a:lnTo>
                <a:lnTo>
                  <a:pt x="189814" y="109901"/>
                </a:lnTo>
                <a:lnTo>
                  <a:pt x="188480" y="118649"/>
                </a:lnTo>
                <a:lnTo>
                  <a:pt x="183222" y="135586"/>
                </a:lnTo>
                <a:lnTo>
                  <a:pt x="174971" y="150788"/>
                </a:lnTo>
                <a:lnTo>
                  <a:pt x="164039" y="164038"/>
                </a:lnTo>
                <a:lnTo>
                  <a:pt x="150785" y="174973"/>
                </a:lnTo>
                <a:lnTo>
                  <a:pt x="135586" y="183222"/>
                </a:lnTo>
                <a:lnTo>
                  <a:pt x="118649" y="188480"/>
                </a:lnTo>
                <a:lnTo>
                  <a:pt x="109901" y="189814"/>
                </a:lnTo>
                <a:lnTo>
                  <a:pt x="100736" y="190278"/>
                </a:lnTo>
                <a:lnTo>
                  <a:pt x="91572" y="189814"/>
                </a:lnTo>
                <a:lnTo>
                  <a:pt x="82824" y="188480"/>
                </a:lnTo>
                <a:lnTo>
                  <a:pt x="65886" y="183222"/>
                </a:lnTo>
                <a:lnTo>
                  <a:pt x="50687" y="174973"/>
                </a:lnTo>
                <a:lnTo>
                  <a:pt x="37434" y="164038"/>
                </a:lnTo>
                <a:lnTo>
                  <a:pt x="26504" y="150792"/>
                </a:lnTo>
                <a:lnTo>
                  <a:pt x="18248" y="135581"/>
                </a:lnTo>
                <a:lnTo>
                  <a:pt x="12994" y="118656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8" y="91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51EFB6-0902-45EE-A41D-3D8D8D2C6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388" y="1660877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4"/>
                  <a:pt x="42596" y="0"/>
                  <a:pt x="95139" y="0"/>
                </a:cubicBezTo>
                <a:cubicBezTo>
                  <a:pt x="147683" y="0"/>
                  <a:pt x="190278" y="42594"/>
                  <a:pt x="190278" y="95139"/>
                </a:cubicBezTo>
                <a:cubicBezTo>
                  <a:pt x="190278" y="147682"/>
                  <a:pt x="147683" y="190278"/>
                  <a:pt x="95139" y="190278"/>
                </a:cubicBezTo>
                <a:cubicBezTo>
                  <a:pt x="42596" y="190278"/>
                  <a:pt x="0" y="147682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B1CE55-4821-4366-AF1D-27ED05EB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791" y="1655279"/>
            <a:ext cx="201473" cy="201473"/>
          </a:xfrm>
          <a:custGeom xmlns:a="http://schemas.openxmlformats.org/drawingml/2006/main">
            <a:pathLst>
              <a:path w="201473" h="201473">
                <a:moveTo>
                  <a:pt x="29492" y="171981"/>
                </a:moveTo>
                <a:lnTo>
                  <a:pt x="44401" y="184282"/>
                </a:lnTo>
                <a:lnTo>
                  <a:pt x="61520" y="193575"/>
                </a:lnTo>
                <a:lnTo>
                  <a:pt x="80305" y="199406"/>
                </a:lnTo>
                <a:lnTo>
                  <a:pt x="90445" y="200953"/>
                </a:lnTo>
                <a:lnTo>
                  <a:pt x="100736" y="201473"/>
                </a:lnTo>
                <a:lnTo>
                  <a:pt x="111028" y="200953"/>
                </a:lnTo>
                <a:lnTo>
                  <a:pt x="121168" y="199406"/>
                </a:lnTo>
                <a:lnTo>
                  <a:pt x="139952" y="193575"/>
                </a:lnTo>
                <a:lnTo>
                  <a:pt x="157070" y="184282"/>
                </a:lnTo>
                <a:lnTo>
                  <a:pt x="171980" y="171981"/>
                </a:lnTo>
                <a:lnTo>
                  <a:pt x="184282" y="157070"/>
                </a:lnTo>
                <a:lnTo>
                  <a:pt x="193575" y="139952"/>
                </a:lnTo>
                <a:lnTo>
                  <a:pt x="199406" y="121168"/>
                </a:lnTo>
                <a:lnTo>
                  <a:pt x="200953" y="111028"/>
                </a:lnTo>
                <a:lnTo>
                  <a:pt x="201473" y="100737"/>
                </a:lnTo>
                <a:lnTo>
                  <a:pt x="200953" y="90445"/>
                </a:lnTo>
                <a:lnTo>
                  <a:pt x="199406" y="80305"/>
                </a:lnTo>
                <a:lnTo>
                  <a:pt x="193575" y="61521"/>
                </a:lnTo>
                <a:lnTo>
                  <a:pt x="184282" y="44402"/>
                </a:lnTo>
                <a:lnTo>
                  <a:pt x="171980" y="29493"/>
                </a:lnTo>
                <a:lnTo>
                  <a:pt x="157070" y="17191"/>
                </a:lnTo>
                <a:lnTo>
                  <a:pt x="139952" y="7898"/>
                </a:lnTo>
                <a:lnTo>
                  <a:pt x="121168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5" y="520"/>
                </a:lnTo>
                <a:lnTo>
                  <a:pt x="80305" y="2067"/>
                </a:lnTo>
                <a:lnTo>
                  <a:pt x="61520" y="7898"/>
                </a:lnTo>
                <a:lnTo>
                  <a:pt x="44401" y="17191"/>
                </a:lnTo>
                <a:lnTo>
                  <a:pt x="29492" y="29493"/>
                </a:lnTo>
                <a:lnTo>
                  <a:pt x="17189" y="44402"/>
                </a:lnTo>
                <a:lnTo>
                  <a:pt x="7898" y="61521"/>
                </a:lnTo>
                <a:lnTo>
                  <a:pt x="2067" y="80305"/>
                </a:lnTo>
                <a:lnTo>
                  <a:pt x="520" y="90445"/>
                </a:lnTo>
                <a:lnTo>
                  <a:pt x="0" y="100737"/>
                </a:lnTo>
                <a:lnTo>
                  <a:pt x="520" y="111028"/>
                </a:lnTo>
                <a:lnTo>
                  <a:pt x="2067" y="121168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1"/>
                </a:lnTo>
                <a:close/>
                <a:moveTo>
                  <a:pt x="11658" y="91572"/>
                </a:moveTo>
                <a:lnTo>
                  <a:pt x="12994" y="82817"/>
                </a:lnTo>
                <a:lnTo>
                  <a:pt x="18248" y="65892"/>
                </a:lnTo>
                <a:lnTo>
                  <a:pt x="26502" y="50684"/>
                </a:lnTo>
                <a:lnTo>
                  <a:pt x="37434" y="37434"/>
                </a:lnTo>
                <a:lnTo>
                  <a:pt x="50687" y="26500"/>
                </a:lnTo>
                <a:lnTo>
                  <a:pt x="65886" y="18251"/>
                </a:lnTo>
                <a:lnTo>
                  <a:pt x="82824" y="12993"/>
                </a:lnTo>
                <a:lnTo>
                  <a:pt x="91572" y="11659"/>
                </a:lnTo>
                <a:lnTo>
                  <a:pt x="100736" y="11195"/>
                </a:lnTo>
                <a:lnTo>
                  <a:pt x="109901" y="11659"/>
                </a:lnTo>
                <a:lnTo>
                  <a:pt x="118649" y="12993"/>
                </a:lnTo>
                <a:lnTo>
                  <a:pt x="135586" y="18251"/>
                </a:lnTo>
                <a:lnTo>
                  <a:pt x="150785" y="26500"/>
                </a:lnTo>
                <a:lnTo>
                  <a:pt x="164039" y="37434"/>
                </a:lnTo>
                <a:lnTo>
                  <a:pt x="174973" y="50688"/>
                </a:lnTo>
                <a:lnTo>
                  <a:pt x="183222" y="65887"/>
                </a:lnTo>
                <a:lnTo>
                  <a:pt x="188480" y="82824"/>
                </a:lnTo>
                <a:lnTo>
                  <a:pt x="189814" y="91572"/>
                </a:lnTo>
                <a:lnTo>
                  <a:pt x="190278" y="100737"/>
                </a:lnTo>
                <a:lnTo>
                  <a:pt x="189814" y="109900"/>
                </a:lnTo>
                <a:lnTo>
                  <a:pt x="188480" y="118649"/>
                </a:lnTo>
                <a:lnTo>
                  <a:pt x="183222" y="135587"/>
                </a:lnTo>
                <a:lnTo>
                  <a:pt x="174973" y="150786"/>
                </a:lnTo>
                <a:lnTo>
                  <a:pt x="164039" y="164039"/>
                </a:lnTo>
                <a:lnTo>
                  <a:pt x="150788" y="174971"/>
                </a:lnTo>
                <a:lnTo>
                  <a:pt x="135581" y="183225"/>
                </a:lnTo>
                <a:lnTo>
                  <a:pt x="118656" y="188479"/>
                </a:lnTo>
                <a:lnTo>
                  <a:pt x="109901" y="189815"/>
                </a:lnTo>
                <a:lnTo>
                  <a:pt x="100736" y="190278"/>
                </a:lnTo>
                <a:lnTo>
                  <a:pt x="91573" y="189815"/>
                </a:lnTo>
                <a:lnTo>
                  <a:pt x="82817" y="188479"/>
                </a:lnTo>
                <a:lnTo>
                  <a:pt x="65891" y="183225"/>
                </a:lnTo>
                <a:lnTo>
                  <a:pt x="50683" y="174971"/>
                </a:lnTo>
                <a:lnTo>
                  <a:pt x="37434" y="164039"/>
                </a:lnTo>
                <a:lnTo>
                  <a:pt x="26502" y="150789"/>
                </a:lnTo>
                <a:lnTo>
                  <a:pt x="18248" y="135582"/>
                </a:lnTo>
                <a:lnTo>
                  <a:pt x="12994" y="118656"/>
                </a:lnTo>
                <a:lnTo>
                  <a:pt x="11657" y="109900"/>
                </a:lnTo>
                <a:lnTo>
                  <a:pt x="11195" y="100737"/>
                </a:lnTo>
                <a:lnTo>
                  <a:pt x="11658" y="91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61153-8429-4159-8AF0-762D304A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388" y="2429304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6"/>
                  <a:pt x="42596" y="0"/>
                  <a:pt x="95139" y="0"/>
                </a:cubicBezTo>
                <a:cubicBezTo>
                  <a:pt x="147683" y="0"/>
                  <a:pt x="190278" y="42596"/>
                  <a:pt x="190278" y="95139"/>
                </a:cubicBezTo>
                <a:cubicBezTo>
                  <a:pt x="190278" y="147683"/>
                  <a:pt x="147683" y="190278"/>
                  <a:pt x="95139" y="190278"/>
                </a:cubicBezTo>
                <a:cubicBezTo>
                  <a:pt x="42596" y="190278"/>
                  <a:pt x="0" y="147683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F38C28-46D9-4AF8-A180-6E20B6F4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791" y="2423707"/>
            <a:ext cx="201473" cy="201472"/>
          </a:xfrm>
          <a:custGeom xmlns:a="http://schemas.openxmlformats.org/drawingml/2006/main">
            <a:pathLst>
              <a:path w="201473" h="201472">
                <a:moveTo>
                  <a:pt x="29492" y="171980"/>
                </a:moveTo>
                <a:lnTo>
                  <a:pt x="44401" y="184282"/>
                </a:lnTo>
                <a:lnTo>
                  <a:pt x="61520" y="193574"/>
                </a:lnTo>
                <a:lnTo>
                  <a:pt x="80305" y="199405"/>
                </a:lnTo>
                <a:lnTo>
                  <a:pt x="90445" y="200953"/>
                </a:lnTo>
                <a:lnTo>
                  <a:pt x="100736" y="201472"/>
                </a:lnTo>
                <a:lnTo>
                  <a:pt x="111028" y="200953"/>
                </a:lnTo>
                <a:lnTo>
                  <a:pt x="121168" y="199405"/>
                </a:lnTo>
                <a:lnTo>
                  <a:pt x="139952" y="193574"/>
                </a:lnTo>
                <a:lnTo>
                  <a:pt x="157070" y="184282"/>
                </a:lnTo>
                <a:lnTo>
                  <a:pt x="171980" y="171980"/>
                </a:lnTo>
                <a:lnTo>
                  <a:pt x="184282" y="157070"/>
                </a:lnTo>
                <a:lnTo>
                  <a:pt x="193575" y="139952"/>
                </a:lnTo>
                <a:lnTo>
                  <a:pt x="199406" y="121168"/>
                </a:lnTo>
                <a:lnTo>
                  <a:pt x="200953" y="111028"/>
                </a:lnTo>
                <a:lnTo>
                  <a:pt x="201473" y="100736"/>
                </a:lnTo>
                <a:lnTo>
                  <a:pt x="200953" y="90445"/>
                </a:lnTo>
                <a:lnTo>
                  <a:pt x="199406" y="80305"/>
                </a:lnTo>
                <a:lnTo>
                  <a:pt x="193575" y="61520"/>
                </a:lnTo>
                <a:lnTo>
                  <a:pt x="184282" y="44401"/>
                </a:lnTo>
                <a:lnTo>
                  <a:pt x="171980" y="29492"/>
                </a:lnTo>
                <a:lnTo>
                  <a:pt x="157070" y="17189"/>
                </a:lnTo>
                <a:lnTo>
                  <a:pt x="139952" y="7898"/>
                </a:lnTo>
                <a:lnTo>
                  <a:pt x="121168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5" y="520"/>
                </a:lnTo>
                <a:lnTo>
                  <a:pt x="80305" y="2067"/>
                </a:lnTo>
                <a:lnTo>
                  <a:pt x="61520" y="7898"/>
                </a:lnTo>
                <a:lnTo>
                  <a:pt x="44401" y="17189"/>
                </a:lnTo>
                <a:lnTo>
                  <a:pt x="29492" y="29492"/>
                </a:lnTo>
                <a:lnTo>
                  <a:pt x="17189" y="44401"/>
                </a:lnTo>
                <a:lnTo>
                  <a:pt x="7898" y="61520"/>
                </a:lnTo>
                <a:lnTo>
                  <a:pt x="2067" y="80305"/>
                </a:lnTo>
                <a:lnTo>
                  <a:pt x="520" y="90445"/>
                </a:lnTo>
                <a:lnTo>
                  <a:pt x="0" y="100736"/>
                </a:lnTo>
                <a:lnTo>
                  <a:pt x="520" y="111028"/>
                </a:lnTo>
                <a:lnTo>
                  <a:pt x="2067" y="121168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0"/>
                </a:lnTo>
                <a:close/>
                <a:moveTo>
                  <a:pt x="11658" y="91571"/>
                </a:moveTo>
                <a:lnTo>
                  <a:pt x="12994" y="82817"/>
                </a:lnTo>
                <a:lnTo>
                  <a:pt x="18248" y="65891"/>
                </a:lnTo>
                <a:lnTo>
                  <a:pt x="26502" y="50683"/>
                </a:lnTo>
                <a:lnTo>
                  <a:pt x="37437" y="37431"/>
                </a:lnTo>
                <a:lnTo>
                  <a:pt x="50683" y="26502"/>
                </a:lnTo>
                <a:lnTo>
                  <a:pt x="65886" y="18250"/>
                </a:lnTo>
                <a:lnTo>
                  <a:pt x="82817" y="12994"/>
                </a:lnTo>
                <a:lnTo>
                  <a:pt x="91573" y="11657"/>
                </a:lnTo>
                <a:lnTo>
                  <a:pt x="100736" y="11195"/>
                </a:lnTo>
                <a:lnTo>
                  <a:pt x="109901" y="11658"/>
                </a:lnTo>
                <a:lnTo>
                  <a:pt x="118656" y="12994"/>
                </a:lnTo>
                <a:lnTo>
                  <a:pt x="135586" y="18250"/>
                </a:lnTo>
                <a:lnTo>
                  <a:pt x="150788" y="26502"/>
                </a:lnTo>
                <a:lnTo>
                  <a:pt x="164036" y="37431"/>
                </a:lnTo>
                <a:lnTo>
                  <a:pt x="174973" y="50687"/>
                </a:lnTo>
                <a:lnTo>
                  <a:pt x="183222" y="65886"/>
                </a:lnTo>
                <a:lnTo>
                  <a:pt x="188480" y="82824"/>
                </a:lnTo>
                <a:lnTo>
                  <a:pt x="189814" y="91571"/>
                </a:lnTo>
                <a:lnTo>
                  <a:pt x="190278" y="100736"/>
                </a:lnTo>
                <a:lnTo>
                  <a:pt x="189814" y="109901"/>
                </a:lnTo>
                <a:lnTo>
                  <a:pt x="188480" y="118649"/>
                </a:lnTo>
                <a:lnTo>
                  <a:pt x="183222" y="135586"/>
                </a:lnTo>
                <a:lnTo>
                  <a:pt x="174973" y="150785"/>
                </a:lnTo>
                <a:lnTo>
                  <a:pt x="164036" y="164041"/>
                </a:lnTo>
                <a:lnTo>
                  <a:pt x="150788" y="174970"/>
                </a:lnTo>
                <a:lnTo>
                  <a:pt x="135586" y="183222"/>
                </a:lnTo>
                <a:lnTo>
                  <a:pt x="118649" y="188480"/>
                </a:lnTo>
                <a:lnTo>
                  <a:pt x="109901" y="189814"/>
                </a:lnTo>
                <a:lnTo>
                  <a:pt x="100736" y="190277"/>
                </a:lnTo>
                <a:lnTo>
                  <a:pt x="91572" y="189814"/>
                </a:lnTo>
                <a:lnTo>
                  <a:pt x="82824" y="188480"/>
                </a:lnTo>
                <a:lnTo>
                  <a:pt x="65886" y="183222"/>
                </a:lnTo>
                <a:lnTo>
                  <a:pt x="50683" y="174970"/>
                </a:lnTo>
                <a:lnTo>
                  <a:pt x="37437" y="164041"/>
                </a:lnTo>
                <a:lnTo>
                  <a:pt x="26502" y="150788"/>
                </a:lnTo>
                <a:lnTo>
                  <a:pt x="18248" y="135581"/>
                </a:lnTo>
                <a:lnTo>
                  <a:pt x="12994" y="118656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8" y="91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7F2209-F2C0-4074-B40C-16EA49A6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388" y="1029058"/>
            <a:ext cx="190278" cy="187838"/>
          </a:xfrm>
          <a:custGeom xmlns:a="http://schemas.openxmlformats.org/drawingml/2006/main">
            <a:pathLst>
              <a:path w="190278" h="187838">
                <a:moveTo>
                  <a:pt x="0" y="93919"/>
                </a:moveTo>
                <a:cubicBezTo>
                  <a:pt x="0" y="42049"/>
                  <a:pt x="42596" y="0"/>
                  <a:pt x="95139" y="0"/>
                </a:cubicBezTo>
                <a:cubicBezTo>
                  <a:pt x="147683" y="0"/>
                  <a:pt x="190278" y="42049"/>
                  <a:pt x="190278" y="93919"/>
                </a:cubicBezTo>
                <a:cubicBezTo>
                  <a:pt x="190278" y="145789"/>
                  <a:pt x="147683" y="187838"/>
                  <a:pt x="95139" y="187838"/>
                </a:cubicBezTo>
                <a:cubicBezTo>
                  <a:pt x="42596" y="187838"/>
                  <a:pt x="0" y="145789"/>
                  <a:pt x="0" y="9391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E757F-2E52-4714-A818-F39C1B6A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791" y="1023461"/>
            <a:ext cx="201473" cy="199033"/>
          </a:xfrm>
          <a:custGeom xmlns:a="http://schemas.openxmlformats.org/drawingml/2006/main">
            <a:pathLst>
              <a:path w="201473" h="199033">
                <a:moveTo>
                  <a:pt x="29517" y="169924"/>
                </a:moveTo>
                <a:lnTo>
                  <a:pt x="44429" y="182070"/>
                </a:lnTo>
                <a:lnTo>
                  <a:pt x="61545" y="191240"/>
                </a:lnTo>
                <a:lnTo>
                  <a:pt x="80320" y="196994"/>
                </a:lnTo>
                <a:lnTo>
                  <a:pt x="90452" y="198520"/>
                </a:lnTo>
                <a:lnTo>
                  <a:pt x="100736" y="199033"/>
                </a:lnTo>
                <a:lnTo>
                  <a:pt x="111020" y="198520"/>
                </a:lnTo>
                <a:lnTo>
                  <a:pt x="121152" y="196994"/>
                </a:lnTo>
                <a:lnTo>
                  <a:pt x="139928" y="191240"/>
                </a:lnTo>
                <a:lnTo>
                  <a:pt x="157043" y="182070"/>
                </a:lnTo>
                <a:lnTo>
                  <a:pt x="171956" y="169924"/>
                </a:lnTo>
                <a:lnTo>
                  <a:pt x="184264" y="155197"/>
                </a:lnTo>
                <a:lnTo>
                  <a:pt x="193565" y="138281"/>
                </a:lnTo>
                <a:lnTo>
                  <a:pt x="199402" y="119718"/>
                </a:lnTo>
                <a:lnTo>
                  <a:pt x="200952" y="109691"/>
                </a:lnTo>
                <a:lnTo>
                  <a:pt x="201473" y="99516"/>
                </a:lnTo>
                <a:lnTo>
                  <a:pt x="200952" y="89343"/>
                </a:lnTo>
                <a:lnTo>
                  <a:pt x="199402" y="79316"/>
                </a:lnTo>
                <a:lnTo>
                  <a:pt x="193565" y="60752"/>
                </a:lnTo>
                <a:lnTo>
                  <a:pt x="184264" y="43837"/>
                </a:lnTo>
                <a:lnTo>
                  <a:pt x="171956" y="29109"/>
                </a:lnTo>
                <a:lnTo>
                  <a:pt x="157043" y="16964"/>
                </a:lnTo>
                <a:lnTo>
                  <a:pt x="139928" y="7793"/>
                </a:lnTo>
                <a:lnTo>
                  <a:pt x="121152" y="2039"/>
                </a:lnTo>
                <a:lnTo>
                  <a:pt x="111020" y="513"/>
                </a:lnTo>
                <a:lnTo>
                  <a:pt x="100736" y="0"/>
                </a:lnTo>
                <a:lnTo>
                  <a:pt x="90452" y="513"/>
                </a:lnTo>
                <a:lnTo>
                  <a:pt x="80320" y="2039"/>
                </a:lnTo>
                <a:lnTo>
                  <a:pt x="61545" y="7793"/>
                </a:lnTo>
                <a:lnTo>
                  <a:pt x="44429" y="16964"/>
                </a:lnTo>
                <a:lnTo>
                  <a:pt x="29517" y="29109"/>
                </a:lnTo>
                <a:lnTo>
                  <a:pt x="17208" y="43837"/>
                </a:lnTo>
                <a:lnTo>
                  <a:pt x="7907" y="60752"/>
                </a:lnTo>
                <a:lnTo>
                  <a:pt x="2071" y="79316"/>
                </a:lnTo>
                <a:lnTo>
                  <a:pt x="520" y="89343"/>
                </a:lnTo>
                <a:lnTo>
                  <a:pt x="0" y="99516"/>
                </a:lnTo>
                <a:lnTo>
                  <a:pt x="520" y="109691"/>
                </a:lnTo>
                <a:lnTo>
                  <a:pt x="2071" y="119718"/>
                </a:lnTo>
                <a:lnTo>
                  <a:pt x="7907" y="138281"/>
                </a:lnTo>
                <a:lnTo>
                  <a:pt x="17208" y="155197"/>
                </a:lnTo>
                <a:lnTo>
                  <a:pt x="29517" y="169924"/>
                </a:lnTo>
                <a:close/>
                <a:moveTo>
                  <a:pt x="11657" y="90487"/>
                </a:moveTo>
                <a:lnTo>
                  <a:pt x="12989" y="81865"/>
                </a:lnTo>
                <a:lnTo>
                  <a:pt x="18240" y="65167"/>
                </a:lnTo>
                <a:lnTo>
                  <a:pt x="26482" y="50176"/>
                </a:lnTo>
                <a:lnTo>
                  <a:pt x="37410" y="37101"/>
                </a:lnTo>
                <a:lnTo>
                  <a:pt x="50659" y="26310"/>
                </a:lnTo>
                <a:lnTo>
                  <a:pt x="65864" y="18163"/>
                </a:lnTo>
                <a:lnTo>
                  <a:pt x="82808" y="12971"/>
                </a:lnTo>
                <a:lnTo>
                  <a:pt x="91561" y="11652"/>
                </a:lnTo>
                <a:lnTo>
                  <a:pt x="100736" y="11195"/>
                </a:lnTo>
                <a:lnTo>
                  <a:pt x="109910" y="11652"/>
                </a:lnTo>
                <a:lnTo>
                  <a:pt x="118663" y="12971"/>
                </a:lnTo>
                <a:lnTo>
                  <a:pt x="135607" y="18162"/>
                </a:lnTo>
                <a:lnTo>
                  <a:pt x="150814" y="26310"/>
                </a:lnTo>
                <a:lnTo>
                  <a:pt x="164062" y="37101"/>
                </a:lnTo>
                <a:lnTo>
                  <a:pt x="174991" y="50176"/>
                </a:lnTo>
                <a:lnTo>
                  <a:pt x="183233" y="65167"/>
                </a:lnTo>
                <a:lnTo>
                  <a:pt x="188481" y="81858"/>
                </a:lnTo>
                <a:lnTo>
                  <a:pt x="189814" y="90477"/>
                </a:lnTo>
                <a:lnTo>
                  <a:pt x="190277" y="99517"/>
                </a:lnTo>
                <a:lnTo>
                  <a:pt x="189814" y="108556"/>
                </a:lnTo>
                <a:lnTo>
                  <a:pt x="188481" y="117176"/>
                </a:lnTo>
                <a:lnTo>
                  <a:pt x="183233" y="133866"/>
                </a:lnTo>
                <a:lnTo>
                  <a:pt x="174991" y="148858"/>
                </a:lnTo>
                <a:lnTo>
                  <a:pt x="164062" y="161933"/>
                </a:lnTo>
                <a:lnTo>
                  <a:pt x="150818" y="172720"/>
                </a:lnTo>
                <a:lnTo>
                  <a:pt x="135606" y="180871"/>
                </a:lnTo>
                <a:lnTo>
                  <a:pt x="118663" y="186062"/>
                </a:lnTo>
                <a:lnTo>
                  <a:pt x="109910" y="187381"/>
                </a:lnTo>
                <a:lnTo>
                  <a:pt x="100736" y="187839"/>
                </a:lnTo>
                <a:lnTo>
                  <a:pt x="91561" y="187381"/>
                </a:lnTo>
                <a:lnTo>
                  <a:pt x="82808" y="186062"/>
                </a:lnTo>
                <a:lnTo>
                  <a:pt x="65864" y="180870"/>
                </a:lnTo>
                <a:lnTo>
                  <a:pt x="50655" y="172720"/>
                </a:lnTo>
                <a:lnTo>
                  <a:pt x="37410" y="161933"/>
                </a:lnTo>
                <a:lnTo>
                  <a:pt x="26482" y="148858"/>
                </a:lnTo>
                <a:lnTo>
                  <a:pt x="18240" y="133866"/>
                </a:lnTo>
                <a:lnTo>
                  <a:pt x="12990" y="117169"/>
                </a:lnTo>
                <a:lnTo>
                  <a:pt x="11657" y="108546"/>
                </a:lnTo>
                <a:lnTo>
                  <a:pt x="11195" y="99517"/>
                </a:lnTo>
                <a:lnTo>
                  <a:pt x="11657" y="904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B06928-0457-42B7-82D8-C1C3BA9F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6388" y="1978006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4"/>
                  <a:pt x="42596" y="0"/>
                  <a:pt x="95139" y="0"/>
                </a:cubicBezTo>
                <a:cubicBezTo>
                  <a:pt x="147683" y="0"/>
                  <a:pt x="190278" y="42594"/>
                  <a:pt x="190278" y="95139"/>
                </a:cubicBezTo>
                <a:cubicBezTo>
                  <a:pt x="190278" y="147682"/>
                  <a:pt x="147683" y="190278"/>
                  <a:pt x="95139" y="190278"/>
                </a:cubicBezTo>
                <a:cubicBezTo>
                  <a:pt x="42596" y="190278"/>
                  <a:pt x="0" y="147682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4D341-3063-4919-B19C-9AC6B6A7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791" y="1972409"/>
            <a:ext cx="201473" cy="201472"/>
          </a:xfrm>
          <a:custGeom xmlns:a="http://schemas.openxmlformats.org/drawingml/2006/main">
            <a:pathLst>
              <a:path w="201473" h="201472">
                <a:moveTo>
                  <a:pt x="29492" y="171980"/>
                </a:moveTo>
                <a:lnTo>
                  <a:pt x="44401" y="184282"/>
                </a:lnTo>
                <a:lnTo>
                  <a:pt x="61520" y="193574"/>
                </a:lnTo>
                <a:lnTo>
                  <a:pt x="80305" y="199404"/>
                </a:lnTo>
                <a:lnTo>
                  <a:pt x="90445" y="200952"/>
                </a:lnTo>
                <a:lnTo>
                  <a:pt x="100736" y="201472"/>
                </a:lnTo>
                <a:lnTo>
                  <a:pt x="111028" y="200952"/>
                </a:lnTo>
                <a:lnTo>
                  <a:pt x="121168" y="199404"/>
                </a:lnTo>
                <a:lnTo>
                  <a:pt x="139952" y="193574"/>
                </a:lnTo>
                <a:lnTo>
                  <a:pt x="157070" y="184282"/>
                </a:lnTo>
                <a:lnTo>
                  <a:pt x="171980" y="171980"/>
                </a:lnTo>
                <a:lnTo>
                  <a:pt x="184282" y="157070"/>
                </a:lnTo>
                <a:lnTo>
                  <a:pt x="193575" y="139952"/>
                </a:lnTo>
                <a:lnTo>
                  <a:pt x="199406" y="121167"/>
                </a:lnTo>
                <a:lnTo>
                  <a:pt x="200953" y="111027"/>
                </a:lnTo>
                <a:lnTo>
                  <a:pt x="201473" y="100736"/>
                </a:lnTo>
                <a:lnTo>
                  <a:pt x="200953" y="90444"/>
                </a:lnTo>
                <a:lnTo>
                  <a:pt x="199406" y="80305"/>
                </a:lnTo>
                <a:lnTo>
                  <a:pt x="193575" y="61520"/>
                </a:lnTo>
                <a:lnTo>
                  <a:pt x="184282" y="44401"/>
                </a:lnTo>
                <a:lnTo>
                  <a:pt x="171980" y="29492"/>
                </a:lnTo>
                <a:lnTo>
                  <a:pt x="157070" y="17189"/>
                </a:lnTo>
                <a:lnTo>
                  <a:pt x="139952" y="7898"/>
                </a:lnTo>
                <a:lnTo>
                  <a:pt x="121168" y="2066"/>
                </a:lnTo>
                <a:lnTo>
                  <a:pt x="111028" y="519"/>
                </a:lnTo>
                <a:lnTo>
                  <a:pt x="100736" y="0"/>
                </a:lnTo>
                <a:lnTo>
                  <a:pt x="90445" y="519"/>
                </a:lnTo>
                <a:lnTo>
                  <a:pt x="80305" y="2066"/>
                </a:lnTo>
                <a:lnTo>
                  <a:pt x="61520" y="7898"/>
                </a:lnTo>
                <a:lnTo>
                  <a:pt x="44401" y="17189"/>
                </a:lnTo>
                <a:lnTo>
                  <a:pt x="29492" y="29492"/>
                </a:lnTo>
                <a:lnTo>
                  <a:pt x="17189" y="44401"/>
                </a:lnTo>
                <a:lnTo>
                  <a:pt x="7898" y="61520"/>
                </a:lnTo>
                <a:lnTo>
                  <a:pt x="2067" y="80304"/>
                </a:lnTo>
                <a:lnTo>
                  <a:pt x="520" y="90444"/>
                </a:lnTo>
                <a:lnTo>
                  <a:pt x="0" y="100736"/>
                </a:lnTo>
                <a:lnTo>
                  <a:pt x="520" y="111027"/>
                </a:lnTo>
                <a:lnTo>
                  <a:pt x="2067" y="121167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0"/>
                </a:lnTo>
                <a:close/>
                <a:moveTo>
                  <a:pt x="11658" y="91571"/>
                </a:moveTo>
                <a:lnTo>
                  <a:pt x="12994" y="82816"/>
                </a:lnTo>
                <a:lnTo>
                  <a:pt x="18248" y="65891"/>
                </a:lnTo>
                <a:lnTo>
                  <a:pt x="26502" y="50683"/>
                </a:lnTo>
                <a:lnTo>
                  <a:pt x="37437" y="37431"/>
                </a:lnTo>
                <a:lnTo>
                  <a:pt x="50683" y="26502"/>
                </a:lnTo>
                <a:lnTo>
                  <a:pt x="65886" y="18250"/>
                </a:lnTo>
                <a:lnTo>
                  <a:pt x="82824" y="12992"/>
                </a:lnTo>
                <a:lnTo>
                  <a:pt x="91572" y="11657"/>
                </a:lnTo>
                <a:lnTo>
                  <a:pt x="100736" y="11195"/>
                </a:lnTo>
                <a:lnTo>
                  <a:pt x="109901" y="11658"/>
                </a:lnTo>
                <a:lnTo>
                  <a:pt x="118649" y="12992"/>
                </a:lnTo>
                <a:lnTo>
                  <a:pt x="135586" y="18250"/>
                </a:lnTo>
                <a:lnTo>
                  <a:pt x="150788" y="26502"/>
                </a:lnTo>
                <a:lnTo>
                  <a:pt x="164036" y="37431"/>
                </a:lnTo>
                <a:lnTo>
                  <a:pt x="174973" y="50687"/>
                </a:lnTo>
                <a:lnTo>
                  <a:pt x="183222" y="65886"/>
                </a:lnTo>
                <a:lnTo>
                  <a:pt x="188480" y="82823"/>
                </a:lnTo>
                <a:lnTo>
                  <a:pt x="189814" y="91571"/>
                </a:lnTo>
                <a:lnTo>
                  <a:pt x="190278" y="100736"/>
                </a:lnTo>
                <a:lnTo>
                  <a:pt x="189814" y="109901"/>
                </a:lnTo>
                <a:lnTo>
                  <a:pt x="188480" y="118648"/>
                </a:lnTo>
                <a:lnTo>
                  <a:pt x="183222" y="135586"/>
                </a:lnTo>
                <a:lnTo>
                  <a:pt x="174973" y="150785"/>
                </a:lnTo>
                <a:lnTo>
                  <a:pt x="164036" y="164041"/>
                </a:lnTo>
                <a:lnTo>
                  <a:pt x="150788" y="174970"/>
                </a:lnTo>
                <a:lnTo>
                  <a:pt x="135586" y="183222"/>
                </a:lnTo>
                <a:lnTo>
                  <a:pt x="118656" y="188478"/>
                </a:lnTo>
                <a:lnTo>
                  <a:pt x="109901" y="189814"/>
                </a:lnTo>
                <a:lnTo>
                  <a:pt x="100736" y="190277"/>
                </a:lnTo>
                <a:lnTo>
                  <a:pt x="91573" y="189814"/>
                </a:lnTo>
                <a:lnTo>
                  <a:pt x="82817" y="188478"/>
                </a:lnTo>
                <a:lnTo>
                  <a:pt x="65886" y="183222"/>
                </a:lnTo>
                <a:lnTo>
                  <a:pt x="50683" y="174970"/>
                </a:lnTo>
                <a:lnTo>
                  <a:pt x="37437" y="164041"/>
                </a:lnTo>
                <a:lnTo>
                  <a:pt x="26502" y="150788"/>
                </a:lnTo>
                <a:lnTo>
                  <a:pt x="18248" y="135581"/>
                </a:lnTo>
                <a:lnTo>
                  <a:pt x="12994" y="118655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8" y="91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9FDC1E-0DB4-47A1-BC12-C2BEF6E0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06" y="687535"/>
            <a:ext cx="248824" cy="2000352"/>
          </a:xfrm>
          <a:custGeom xmlns:a="http://schemas.openxmlformats.org/drawingml/2006/main">
            <a:pathLst>
              <a:path w="248824" h="2000352">
                <a:moveTo>
                  <a:pt x="0" y="41471"/>
                </a:moveTo>
                <a:cubicBezTo>
                  <a:pt x="0" y="18567"/>
                  <a:pt x="18567" y="0"/>
                  <a:pt x="41471" y="0"/>
                </a:cubicBezTo>
                <a:lnTo>
                  <a:pt x="207354" y="0"/>
                </a:lnTo>
                <a:cubicBezTo>
                  <a:pt x="230257" y="0"/>
                  <a:pt x="248824" y="18567"/>
                  <a:pt x="248824" y="41471"/>
                </a:cubicBezTo>
                <a:lnTo>
                  <a:pt x="248824" y="1958881"/>
                </a:lnTo>
                <a:cubicBezTo>
                  <a:pt x="248824" y="1981785"/>
                  <a:pt x="230257" y="2000352"/>
                  <a:pt x="207354" y="2000352"/>
                </a:cubicBezTo>
                <a:lnTo>
                  <a:pt x="41471" y="2000352"/>
                </a:lnTo>
                <a:cubicBezTo>
                  <a:pt x="18567" y="2000352"/>
                  <a:pt x="0" y="1981785"/>
                  <a:pt x="0" y="1958881"/>
                </a:cubicBezTo>
                <a:lnTo>
                  <a:pt x="0" y="41471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147FF3-695A-45E6-8DC2-A39FFC36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06" y="687535"/>
            <a:ext cx="248824" cy="2000352"/>
          </a:xfrm>
          <a:custGeom xmlns:a="http://schemas.openxmlformats.org/drawingml/2006/main">
            <a:pathLst>
              <a:path w="248824" h="2000352" fill="none">
                <a:moveTo>
                  <a:pt x="0" y="41471"/>
                </a:moveTo>
                <a:cubicBezTo>
                  <a:pt x="0" y="18567"/>
                  <a:pt x="18567" y="0"/>
                  <a:pt x="41471" y="0"/>
                </a:cubicBezTo>
                <a:lnTo>
                  <a:pt x="207354" y="0"/>
                </a:lnTo>
                <a:cubicBezTo>
                  <a:pt x="230257" y="0"/>
                  <a:pt x="248824" y="18567"/>
                  <a:pt x="248824" y="41471"/>
                </a:cubicBezTo>
                <a:lnTo>
                  <a:pt x="248824" y="1958882"/>
                </a:lnTo>
                <a:cubicBezTo>
                  <a:pt x="248824" y="1981785"/>
                  <a:pt x="230257" y="2000352"/>
                  <a:pt x="207354" y="2000352"/>
                </a:cubicBezTo>
                <a:lnTo>
                  <a:pt x="41471" y="2000352"/>
                </a:lnTo>
                <a:cubicBezTo>
                  <a:pt x="18567" y="2000352"/>
                  <a:pt x="0" y="1981785"/>
                  <a:pt x="0" y="1958882"/>
                </a:cubicBezTo>
                <a:lnTo>
                  <a:pt x="0" y="4147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1" cap="flat">
            <a:solidFill>
              <a:srgbClr val="2F528F"/>
            </a:solidFill>
            <a:miter/>
          </a:ln>
        </p:spPr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c49ad08b6406f"/>
          <a:stretch xmlns:a="http://schemas.openxmlformats.org/drawingml/2006/main"/>
        </p:blipFill>
        <p:spPr>
          <a:xfrm xmlns:a="http://schemas.openxmlformats.org/drawingml/2006/main">
            <a:off x="2934277" y="757942"/>
            <a:ext cx="201255" cy="201255"/>
          </a:xfrm>
          <a:prstGeom xmlns:a="http://schemas.openxmlformats.org/drawingml/2006/main" prst="rect">
            <a:avLst/>
          </a:prstGeom>
        </p:spPr>
      </p:pic>
      <p:sp>
        <p:nvSpPr>
          <p:cNvPr id="99" name="Text ❄">
            <a:extLst xmlns:a="http://schemas.openxmlformats.org/drawingml/2006/main">
              <a:ext uri="{FF2B5EF4-FFF2-40B4-BE49-F238E27FC236}">
                <a16:creationId xmlns:a16="http://schemas.microsoft.com/office/drawing/2014/main" id="{5193F374-5881-414D-BEEB-C5706B57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027" y="760508"/>
            <a:ext cx="200043" cy="200042"/>
          </a:xfrm>
          <a:custGeom xmlns:a="http://schemas.openxmlformats.org/drawingml/2006/main">
            <a:pathLst>
              <a:path w="200043" h="200042">
                <a:moveTo>
                  <a:pt x="0" y="200042"/>
                </a:moveTo>
                <a:lnTo>
                  <a:pt x="0" y="200042"/>
                </a:lnTo>
                <a:moveTo>
                  <a:pt x="200043" y="0"/>
                </a:moveTo>
                <a:lnTo>
                  <a:pt x="200043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61D06D-57C6-4543-8D2C-F0F9B91B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021" y="1343748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6"/>
                  <a:pt x="42596" y="0"/>
                  <a:pt x="95139" y="0"/>
                </a:cubicBezTo>
                <a:cubicBezTo>
                  <a:pt x="147682" y="0"/>
                  <a:pt x="190278" y="42596"/>
                  <a:pt x="190278" y="95139"/>
                </a:cubicBezTo>
                <a:cubicBezTo>
                  <a:pt x="190278" y="147683"/>
                  <a:pt x="147682" y="190278"/>
                  <a:pt x="95139" y="190278"/>
                </a:cubicBezTo>
                <a:cubicBezTo>
                  <a:pt x="42596" y="190278"/>
                  <a:pt x="0" y="147683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CB266-1C21-4C99-BDDA-C52A1E8A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424" y="1338151"/>
            <a:ext cx="201472" cy="201473"/>
          </a:xfrm>
          <a:custGeom xmlns:a="http://schemas.openxmlformats.org/drawingml/2006/main">
            <a:pathLst>
              <a:path w="201472" h="201473">
                <a:moveTo>
                  <a:pt x="29492" y="171981"/>
                </a:moveTo>
                <a:lnTo>
                  <a:pt x="44401" y="184282"/>
                </a:lnTo>
                <a:lnTo>
                  <a:pt x="61520" y="193575"/>
                </a:lnTo>
                <a:lnTo>
                  <a:pt x="80305" y="199406"/>
                </a:lnTo>
                <a:lnTo>
                  <a:pt x="90444" y="200953"/>
                </a:lnTo>
                <a:lnTo>
                  <a:pt x="100736" y="201473"/>
                </a:lnTo>
                <a:lnTo>
                  <a:pt x="111028" y="200953"/>
                </a:lnTo>
                <a:lnTo>
                  <a:pt x="121167" y="199406"/>
                </a:lnTo>
                <a:lnTo>
                  <a:pt x="139952" y="193575"/>
                </a:lnTo>
                <a:lnTo>
                  <a:pt x="157070" y="184282"/>
                </a:lnTo>
                <a:lnTo>
                  <a:pt x="171980" y="171981"/>
                </a:lnTo>
                <a:lnTo>
                  <a:pt x="184282" y="157070"/>
                </a:lnTo>
                <a:lnTo>
                  <a:pt x="193574" y="139952"/>
                </a:lnTo>
                <a:lnTo>
                  <a:pt x="199406" y="121168"/>
                </a:lnTo>
                <a:lnTo>
                  <a:pt x="200953" y="111028"/>
                </a:lnTo>
                <a:lnTo>
                  <a:pt x="201472" y="100736"/>
                </a:lnTo>
                <a:lnTo>
                  <a:pt x="200953" y="90445"/>
                </a:lnTo>
                <a:lnTo>
                  <a:pt x="199406" y="80305"/>
                </a:lnTo>
                <a:lnTo>
                  <a:pt x="193574" y="61521"/>
                </a:lnTo>
                <a:lnTo>
                  <a:pt x="184282" y="44402"/>
                </a:lnTo>
                <a:lnTo>
                  <a:pt x="171980" y="29492"/>
                </a:lnTo>
                <a:lnTo>
                  <a:pt x="157070" y="17191"/>
                </a:lnTo>
                <a:lnTo>
                  <a:pt x="139952" y="7898"/>
                </a:lnTo>
                <a:lnTo>
                  <a:pt x="121167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4" y="520"/>
                </a:lnTo>
                <a:lnTo>
                  <a:pt x="80305" y="2067"/>
                </a:lnTo>
                <a:lnTo>
                  <a:pt x="61520" y="7898"/>
                </a:lnTo>
                <a:lnTo>
                  <a:pt x="44401" y="17191"/>
                </a:lnTo>
                <a:lnTo>
                  <a:pt x="29492" y="29492"/>
                </a:lnTo>
                <a:lnTo>
                  <a:pt x="17189" y="44402"/>
                </a:lnTo>
                <a:lnTo>
                  <a:pt x="7898" y="61521"/>
                </a:lnTo>
                <a:lnTo>
                  <a:pt x="2067" y="80305"/>
                </a:lnTo>
                <a:lnTo>
                  <a:pt x="520" y="90445"/>
                </a:lnTo>
                <a:lnTo>
                  <a:pt x="0" y="100736"/>
                </a:lnTo>
                <a:lnTo>
                  <a:pt x="520" y="111028"/>
                </a:lnTo>
                <a:lnTo>
                  <a:pt x="2067" y="121168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1"/>
                </a:lnTo>
                <a:close/>
                <a:moveTo>
                  <a:pt x="11658" y="91572"/>
                </a:moveTo>
                <a:lnTo>
                  <a:pt x="12994" y="82817"/>
                </a:lnTo>
                <a:lnTo>
                  <a:pt x="18250" y="65885"/>
                </a:lnTo>
                <a:lnTo>
                  <a:pt x="26502" y="50683"/>
                </a:lnTo>
                <a:lnTo>
                  <a:pt x="37431" y="37437"/>
                </a:lnTo>
                <a:lnTo>
                  <a:pt x="50683" y="26502"/>
                </a:lnTo>
                <a:lnTo>
                  <a:pt x="65886" y="18251"/>
                </a:lnTo>
                <a:lnTo>
                  <a:pt x="82817" y="12994"/>
                </a:lnTo>
                <a:lnTo>
                  <a:pt x="91582" y="11657"/>
                </a:lnTo>
                <a:lnTo>
                  <a:pt x="100736" y="11195"/>
                </a:lnTo>
                <a:lnTo>
                  <a:pt x="109890" y="11657"/>
                </a:lnTo>
                <a:lnTo>
                  <a:pt x="118657" y="12995"/>
                </a:lnTo>
                <a:lnTo>
                  <a:pt x="135586" y="18251"/>
                </a:lnTo>
                <a:lnTo>
                  <a:pt x="150788" y="26502"/>
                </a:lnTo>
                <a:lnTo>
                  <a:pt x="164041" y="37437"/>
                </a:lnTo>
                <a:lnTo>
                  <a:pt x="174970" y="50683"/>
                </a:lnTo>
                <a:lnTo>
                  <a:pt x="183221" y="65885"/>
                </a:lnTo>
                <a:lnTo>
                  <a:pt x="188478" y="82817"/>
                </a:lnTo>
                <a:lnTo>
                  <a:pt x="189814" y="91572"/>
                </a:lnTo>
                <a:lnTo>
                  <a:pt x="190277" y="100736"/>
                </a:lnTo>
                <a:lnTo>
                  <a:pt x="189814" y="109901"/>
                </a:lnTo>
                <a:lnTo>
                  <a:pt x="188478" y="118656"/>
                </a:lnTo>
                <a:lnTo>
                  <a:pt x="183222" y="135586"/>
                </a:lnTo>
                <a:lnTo>
                  <a:pt x="174968" y="150792"/>
                </a:lnTo>
                <a:lnTo>
                  <a:pt x="164041" y="164036"/>
                </a:lnTo>
                <a:lnTo>
                  <a:pt x="150785" y="174973"/>
                </a:lnTo>
                <a:lnTo>
                  <a:pt x="135586" y="183222"/>
                </a:lnTo>
                <a:lnTo>
                  <a:pt x="118650" y="188479"/>
                </a:lnTo>
                <a:lnTo>
                  <a:pt x="109901" y="189814"/>
                </a:lnTo>
                <a:lnTo>
                  <a:pt x="100736" y="190278"/>
                </a:lnTo>
                <a:lnTo>
                  <a:pt x="91571" y="189814"/>
                </a:lnTo>
                <a:lnTo>
                  <a:pt x="82824" y="188480"/>
                </a:lnTo>
                <a:lnTo>
                  <a:pt x="65886" y="183222"/>
                </a:lnTo>
                <a:lnTo>
                  <a:pt x="50687" y="174973"/>
                </a:lnTo>
                <a:lnTo>
                  <a:pt x="37431" y="164036"/>
                </a:lnTo>
                <a:lnTo>
                  <a:pt x="26504" y="150792"/>
                </a:lnTo>
                <a:lnTo>
                  <a:pt x="18250" y="135586"/>
                </a:lnTo>
                <a:lnTo>
                  <a:pt x="12994" y="118656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8" y="91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2B28D8-9D4A-4EFA-A06C-8A358CD7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021" y="1660877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4"/>
                  <a:pt x="42596" y="0"/>
                  <a:pt x="95139" y="0"/>
                </a:cubicBezTo>
                <a:cubicBezTo>
                  <a:pt x="147682" y="0"/>
                  <a:pt x="190278" y="42594"/>
                  <a:pt x="190278" y="95139"/>
                </a:cubicBezTo>
                <a:cubicBezTo>
                  <a:pt x="190278" y="147682"/>
                  <a:pt x="147682" y="190278"/>
                  <a:pt x="95139" y="190278"/>
                </a:cubicBezTo>
                <a:cubicBezTo>
                  <a:pt x="42596" y="190278"/>
                  <a:pt x="0" y="147682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B14FB8-BC01-4467-80B1-2187BF23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424" y="1655279"/>
            <a:ext cx="201472" cy="201473"/>
          </a:xfrm>
          <a:custGeom xmlns:a="http://schemas.openxmlformats.org/drawingml/2006/main">
            <a:pathLst>
              <a:path w="201472" h="201473">
                <a:moveTo>
                  <a:pt x="29492" y="171981"/>
                </a:moveTo>
                <a:lnTo>
                  <a:pt x="44401" y="184282"/>
                </a:lnTo>
                <a:lnTo>
                  <a:pt x="61520" y="193575"/>
                </a:lnTo>
                <a:lnTo>
                  <a:pt x="80305" y="199406"/>
                </a:lnTo>
                <a:lnTo>
                  <a:pt x="90444" y="200953"/>
                </a:lnTo>
                <a:lnTo>
                  <a:pt x="100736" y="201473"/>
                </a:lnTo>
                <a:lnTo>
                  <a:pt x="111028" y="200953"/>
                </a:lnTo>
                <a:lnTo>
                  <a:pt x="121167" y="199406"/>
                </a:lnTo>
                <a:lnTo>
                  <a:pt x="139952" y="193575"/>
                </a:lnTo>
                <a:lnTo>
                  <a:pt x="157070" y="184282"/>
                </a:lnTo>
                <a:lnTo>
                  <a:pt x="171980" y="171981"/>
                </a:lnTo>
                <a:lnTo>
                  <a:pt x="184282" y="157070"/>
                </a:lnTo>
                <a:lnTo>
                  <a:pt x="193574" y="139952"/>
                </a:lnTo>
                <a:lnTo>
                  <a:pt x="199406" y="121168"/>
                </a:lnTo>
                <a:lnTo>
                  <a:pt x="200953" y="111028"/>
                </a:lnTo>
                <a:lnTo>
                  <a:pt x="201472" y="100737"/>
                </a:lnTo>
                <a:lnTo>
                  <a:pt x="200953" y="90445"/>
                </a:lnTo>
                <a:lnTo>
                  <a:pt x="199406" y="80305"/>
                </a:lnTo>
                <a:lnTo>
                  <a:pt x="193574" y="61521"/>
                </a:lnTo>
                <a:lnTo>
                  <a:pt x="184282" y="44402"/>
                </a:lnTo>
                <a:lnTo>
                  <a:pt x="171980" y="29493"/>
                </a:lnTo>
                <a:lnTo>
                  <a:pt x="157070" y="17191"/>
                </a:lnTo>
                <a:lnTo>
                  <a:pt x="139952" y="7898"/>
                </a:lnTo>
                <a:lnTo>
                  <a:pt x="121167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4" y="520"/>
                </a:lnTo>
                <a:lnTo>
                  <a:pt x="80305" y="2067"/>
                </a:lnTo>
                <a:lnTo>
                  <a:pt x="61520" y="7898"/>
                </a:lnTo>
                <a:lnTo>
                  <a:pt x="44401" y="17191"/>
                </a:lnTo>
                <a:lnTo>
                  <a:pt x="29492" y="29493"/>
                </a:lnTo>
                <a:lnTo>
                  <a:pt x="17189" y="44402"/>
                </a:lnTo>
                <a:lnTo>
                  <a:pt x="7898" y="61521"/>
                </a:lnTo>
                <a:lnTo>
                  <a:pt x="2067" y="80305"/>
                </a:lnTo>
                <a:lnTo>
                  <a:pt x="520" y="90445"/>
                </a:lnTo>
                <a:lnTo>
                  <a:pt x="0" y="100737"/>
                </a:lnTo>
                <a:lnTo>
                  <a:pt x="520" y="111028"/>
                </a:lnTo>
                <a:lnTo>
                  <a:pt x="2067" y="121168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1"/>
                </a:lnTo>
                <a:close/>
                <a:moveTo>
                  <a:pt x="11658" y="91572"/>
                </a:moveTo>
                <a:lnTo>
                  <a:pt x="12994" y="82817"/>
                </a:lnTo>
                <a:lnTo>
                  <a:pt x="18250" y="65887"/>
                </a:lnTo>
                <a:lnTo>
                  <a:pt x="26502" y="50684"/>
                </a:lnTo>
                <a:lnTo>
                  <a:pt x="37431" y="37437"/>
                </a:lnTo>
                <a:lnTo>
                  <a:pt x="50687" y="26500"/>
                </a:lnTo>
                <a:lnTo>
                  <a:pt x="65886" y="18251"/>
                </a:lnTo>
                <a:lnTo>
                  <a:pt x="82824" y="12993"/>
                </a:lnTo>
                <a:lnTo>
                  <a:pt x="91571" y="11659"/>
                </a:lnTo>
                <a:lnTo>
                  <a:pt x="100736" y="11195"/>
                </a:lnTo>
                <a:lnTo>
                  <a:pt x="109901" y="11659"/>
                </a:lnTo>
                <a:lnTo>
                  <a:pt x="118650" y="12994"/>
                </a:lnTo>
                <a:lnTo>
                  <a:pt x="135586" y="18251"/>
                </a:lnTo>
                <a:lnTo>
                  <a:pt x="150785" y="26500"/>
                </a:lnTo>
                <a:lnTo>
                  <a:pt x="164041" y="37437"/>
                </a:lnTo>
                <a:lnTo>
                  <a:pt x="174970" y="50684"/>
                </a:lnTo>
                <a:lnTo>
                  <a:pt x="183222" y="65887"/>
                </a:lnTo>
                <a:lnTo>
                  <a:pt x="188478" y="82817"/>
                </a:lnTo>
                <a:lnTo>
                  <a:pt x="189814" y="91572"/>
                </a:lnTo>
                <a:lnTo>
                  <a:pt x="190277" y="100737"/>
                </a:lnTo>
                <a:lnTo>
                  <a:pt x="189814" y="109900"/>
                </a:lnTo>
                <a:lnTo>
                  <a:pt x="188478" y="118656"/>
                </a:lnTo>
                <a:lnTo>
                  <a:pt x="183222" y="135587"/>
                </a:lnTo>
                <a:lnTo>
                  <a:pt x="174970" y="150789"/>
                </a:lnTo>
                <a:lnTo>
                  <a:pt x="164041" y="164036"/>
                </a:lnTo>
                <a:lnTo>
                  <a:pt x="150788" y="174971"/>
                </a:lnTo>
                <a:lnTo>
                  <a:pt x="135581" y="183225"/>
                </a:lnTo>
                <a:lnTo>
                  <a:pt x="118657" y="188478"/>
                </a:lnTo>
                <a:lnTo>
                  <a:pt x="109901" y="189815"/>
                </a:lnTo>
                <a:lnTo>
                  <a:pt x="100736" y="190278"/>
                </a:lnTo>
                <a:lnTo>
                  <a:pt x="91571" y="189815"/>
                </a:lnTo>
                <a:lnTo>
                  <a:pt x="82817" y="188479"/>
                </a:lnTo>
                <a:lnTo>
                  <a:pt x="65891" y="183225"/>
                </a:lnTo>
                <a:lnTo>
                  <a:pt x="50683" y="174971"/>
                </a:lnTo>
                <a:lnTo>
                  <a:pt x="37431" y="164036"/>
                </a:lnTo>
                <a:lnTo>
                  <a:pt x="26502" y="150789"/>
                </a:lnTo>
                <a:lnTo>
                  <a:pt x="18250" y="135587"/>
                </a:lnTo>
                <a:lnTo>
                  <a:pt x="12994" y="118656"/>
                </a:lnTo>
                <a:lnTo>
                  <a:pt x="11657" y="109900"/>
                </a:lnTo>
                <a:lnTo>
                  <a:pt x="11195" y="100737"/>
                </a:lnTo>
                <a:lnTo>
                  <a:pt x="11658" y="91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392DE5-4B23-471A-896A-8A80E276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021" y="2429304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6"/>
                  <a:pt x="42596" y="0"/>
                  <a:pt x="95139" y="0"/>
                </a:cubicBezTo>
                <a:cubicBezTo>
                  <a:pt x="147682" y="0"/>
                  <a:pt x="190278" y="42596"/>
                  <a:pt x="190278" y="95139"/>
                </a:cubicBezTo>
                <a:cubicBezTo>
                  <a:pt x="190278" y="147683"/>
                  <a:pt x="147682" y="190278"/>
                  <a:pt x="95139" y="190278"/>
                </a:cubicBezTo>
                <a:cubicBezTo>
                  <a:pt x="42596" y="190278"/>
                  <a:pt x="0" y="147683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73C565-F6EE-4929-BA70-BEE6A9FD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424" y="2423707"/>
            <a:ext cx="201472" cy="201472"/>
          </a:xfrm>
          <a:custGeom xmlns:a="http://schemas.openxmlformats.org/drawingml/2006/main">
            <a:pathLst>
              <a:path w="201472" h="201472">
                <a:moveTo>
                  <a:pt x="29492" y="171980"/>
                </a:moveTo>
                <a:lnTo>
                  <a:pt x="44401" y="184282"/>
                </a:lnTo>
                <a:lnTo>
                  <a:pt x="61520" y="193574"/>
                </a:lnTo>
                <a:lnTo>
                  <a:pt x="80305" y="199405"/>
                </a:lnTo>
                <a:lnTo>
                  <a:pt x="90444" y="200953"/>
                </a:lnTo>
                <a:lnTo>
                  <a:pt x="100736" y="201472"/>
                </a:lnTo>
                <a:lnTo>
                  <a:pt x="111028" y="200953"/>
                </a:lnTo>
                <a:lnTo>
                  <a:pt x="121167" y="199405"/>
                </a:lnTo>
                <a:lnTo>
                  <a:pt x="139952" y="193574"/>
                </a:lnTo>
                <a:lnTo>
                  <a:pt x="157070" y="184282"/>
                </a:lnTo>
                <a:lnTo>
                  <a:pt x="171980" y="171980"/>
                </a:lnTo>
                <a:lnTo>
                  <a:pt x="184282" y="157070"/>
                </a:lnTo>
                <a:lnTo>
                  <a:pt x="193574" y="139952"/>
                </a:lnTo>
                <a:lnTo>
                  <a:pt x="199406" y="121168"/>
                </a:lnTo>
                <a:lnTo>
                  <a:pt x="200953" y="111028"/>
                </a:lnTo>
                <a:lnTo>
                  <a:pt x="201472" y="100736"/>
                </a:lnTo>
                <a:lnTo>
                  <a:pt x="200953" y="90445"/>
                </a:lnTo>
                <a:lnTo>
                  <a:pt x="199406" y="80305"/>
                </a:lnTo>
                <a:lnTo>
                  <a:pt x="193574" y="61520"/>
                </a:lnTo>
                <a:lnTo>
                  <a:pt x="184282" y="44401"/>
                </a:lnTo>
                <a:lnTo>
                  <a:pt x="171980" y="29492"/>
                </a:lnTo>
                <a:lnTo>
                  <a:pt x="157070" y="17189"/>
                </a:lnTo>
                <a:lnTo>
                  <a:pt x="139952" y="7898"/>
                </a:lnTo>
                <a:lnTo>
                  <a:pt x="121167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4" y="520"/>
                </a:lnTo>
                <a:lnTo>
                  <a:pt x="80305" y="2067"/>
                </a:lnTo>
                <a:lnTo>
                  <a:pt x="61520" y="7898"/>
                </a:lnTo>
                <a:lnTo>
                  <a:pt x="44401" y="17189"/>
                </a:lnTo>
                <a:lnTo>
                  <a:pt x="29492" y="29492"/>
                </a:lnTo>
                <a:lnTo>
                  <a:pt x="17189" y="44401"/>
                </a:lnTo>
                <a:lnTo>
                  <a:pt x="7898" y="61520"/>
                </a:lnTo>
                <a:lnTo>
                  <a:pt x="2067" y="80305"/>
                </a:lnTo>
                <a:lnTo>
                  <a:pt x="520" y="90445"/>
                </a:lnTo>
                <a:lnTo>
                  <a:pt x="0" y="100736"/>
                </a:lnTo>
                <a:lnTo>
                  <a:pt x="520" y="111028"/>
                </a:lnTo>
                <a:lnTo>
                  <a:pt x="2067" y="121168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0"/>
                </a:lnTo>
                <a:close/>
                <a:moveTo>
                  <a:pt x="11658" y="91571"/>
                </a:moveTo>
                <a:lnTo>
                  <a:pt x="12994" y="82817"/>
                </a:lnTo>
                <a:lnTo>
                  <a:pt x="18250" y="65886"/>
                </a:lnTo>
                <a:lnTo>
                  <a:pt x="26502" y="50683"/>
                </a:lnTo>
                <a:lnTo>
                  <a:pt x="37434" y="37434"/>
                </a:lnTo>
                <a:lnTo>
                  <a:pt x="50683" y="26502"/>
                </a:lnTo>
                <a:lnTo>
                  <a:pt x="65886" y="18250"/>
                </a:lnTo>
                <a:lnTo>
                  <a:pt x="82817" y="12994"/>
                </a:lnTo>
                <a:lnTo>
                  <a:pt x="91571" y="11658"/>
                </a:lnTo>
                <a:lnTo>
                  <a:pt x="100736" y="11195"/>
                </a:lnTo>
                <a:lnTo>
                  <a:pt x="109901" y="11658"/>
                </a:lnTo>
                <a:lnTo>
                  <a:pt x="118657" y="12995"/>
                </a:lnTo>
                <a:lnTo>
                  <a:pt x="135586" y="18250"/>
                </a:lnTo>
                <a:lnTo>
                  <a:pt x="150788" y="26502"/>
                </a:lnTo>
                <a:lnTo>
                  <a:pt x="164038" y="37434"/>
                </a:lnTo>
                <a:lnTo>
                  <a:pt x="174970" y="50683"/>
                </a:lnTo>
                <a:lnTo>
                  <a:pt x="183222" y="65886"/>
                </a:lnTo>
                <a:lnTo>
                  <a:pt x="188478" y="82817"/>
                </a:lnTo>
                <a:lnTo>
                  <a:pt x="189814" y="91571"/>
                </a:lnTo>
                <a:lnTo>
                  <a:pt x="190277" y="100736"/>
                </a:lnTo>
                <a:lnTo>
                  <a:pt x="189814" y="109901"/>
                </a:lnTo>
                <a:lnTo>
                  <a:pt x="188478" y="118656"/>
                </a:lnTo>
                <a:lnTo>
                  <a:pt x="183222" y="135586"/>
                </a:lnTo>
                <a:lnTo>
                  <a:pt x="174970" y="150788"/>
                </a:lnTo>
                <a:lnTo>
                  <a:pt x="164038" y="164038"/>
                </a:lnTo>
                <a:lnTo>
                  <a:pt x="150788" y="174970"/>
                </a:lnTo>
                <a:lnTo>
                  <a:pt x="135586" y="183222"/>
                </a:lnTo>
                <a:lnTo>
                  <a:pt x="118650" y="188479"/>
                </a:lnTo>
                <a:lnTo>
                  <a:pt x="109901" y="189814"/>
                </a:lnTo>
                <a:lnTo>
                  <a:pt x="100736" y="190277"/>
                </a:lnTo>
                <a:lnTo>
                  <a:pt x="91571" y="189814"/>
                </a:lnTo>
                <a:lnTo>
                  <a:pt x="82824" y="188480"/>
                </a:lnTo>
                <a:lnTo>
                  <a:pt x="65886" y="183222"/>
                </a:lnTo>
                <a:lnTo>
                  <a:pt x="50683" y="174970"/>
                </a:lnTo>
                <a:lnTo>
                  <a:pt x="37434" y="164038"/>
                </a:lnTo>
                <a:lnTo>
                  <a:pt x="26502" y="150788"/>
                </a:lnTo>
                <a:lnTo>
                  <a:pt x="18250" y="135586"/>
                </a:lnTo>
                <a:lnTo>
                  <a:pt x="12994" y="118656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8" y="91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E344B6-95AD-4529-A1C4-445E1DAA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021" y="1026619"/>
            <a:ext cx="190278" cy="190276"/>
          </a:xfrm>
          <a:custGeom xmlns:a="http://schemas.openxmlformats.org/drawingml/2006/main">
            <a:pathLst>
              <a:path w="190278" h="190276">
                <a:moveTo>
                  <a:pt x="0" y="95138"/>
                </a:moveTo>
                <a:cubicBezTo>
                  <a:pt x="0" y="42594"/>
                  <a:pt x="42596" y="0"/>
                  <a:pt x="95139" y="0"/>
                </a:cubicBezTo>
                <a:cubicBezTo>
                  <a:pt x="147682" y="0"/>
                  <a:pt x="190278" y="42594"/>
                  <a:pt x="190278" y="95138"/>
                </a:cubicBezTo>
                <a:cubicBezTo>
                  <a:pt x="190278" y="147682"/>
                  <a:pt x="147682" y="190276"/>
                  <a:pt x="95139" y="190276"/>
                </a:cubicBezTo>
                <a:cubicBezTo>
                  <a:pt x="42596" y="190276"/>
                  <a:pt x="0" y="147682"/>
                  <a:pt x="0" y="9513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88F0F9-F269-469B-886F-47AA76D4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424" y="1021021"/>
            <a:ext cx="201472" cy="201473"/>
          </a:xfrm>
          <a:custGeom xmlns:a="http://schemas.openxmlformats.org/drawingml/2006/main">
            <a:pathLst>
              <a:path w="201472" h="201473">
                <a:moveTo>
                  <a:pt x="29492" y="171981"/>
                </a:moveTo>
                <a:lnTo>
                  <a:pt x="44401" y="184282"/>
                </a:lnTo>
                <a:lnTo>
                  <a:pt x="61520" y="193575"/>
                </a:lnTo>
                <a:lnTo>
                  <a:pt x="80305" y="199406"/>
                </a:lnTo>
                <a:lnTo>
                  <a:pt x="90444" y="200953"/>
                </a:lnTo>
                <a:lnTo>
                  <a:pt x="100736" y="201473"/>
                </a:lnTo>
                <a:lnTo>
                  <a:pt x="111028" y="200953"/>
                </a:lnTo>
                <a:lnTo>
                  <a:pt x="121167" y="199406"/>
                </a:lnTo>
                <a:lnTo>
                  <a:pt x="139952" y="193575"/>
                </a:lnTo>
                <a:lnTo>
                  <a:pt x="157070" y="184282"/>
                </a:lnTo>
                <a:lnTo>
                  <a:pt x="171980" y="171981"/>
                </a:lnTo>
                <a:lnTo>
                  <a:pt x="184282" y="157070"/>
                </a:lnTo>
                <a:lnTo>
                  <a:pt x="193574" y="139952"/>
                </a:lnTo>
                <a:lnTo>
                  <a:pt x="199406" y="121168"/>
                </a:lnTo>
                <a:lnTo>
                  <a:pt x="200953" y="111028"/>
                </a:lnTo>
                <a:lnTo>
                  <a:pt x="201472" y="100736"/>
                </a:lnTo>
                <a:lnTo>
                  <a:pt x="200953" y="90445"/>
                </a:lnTo>
                <a:lnTo>
                  <a:pt x="199406" y="80305"/>
                </a:lnTo>
                <a:lnTo>
                  <a:pt x="193574" y="61521"/>
                </a:lnTo>
                <a:lnTo>
                  <a:pt x="184282" y="44402"/>
                </a:lnTo>
                <a:lnTo>
                  <a:pt x="171980" y="29492"/>
                </a:lnTo>
                <a:lnTo>
                  <a:pt x="157070" y="17191"/>
                </a:lnTo>
                <a:lnTo>
                  <a:pt x="139952" y="7898"/>
                </a:lnTo>
                <a:lnTo>
                  <a:pt x="121167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4" y="520"/>
                </a:lnTo>
                <a:lnTo>
                  <a:pt x="80305" y="2067"/>
                </a:lnTo>
                <a:lnTo>
                  <a:pt x="61520" y="7898"/>
                </a:lnTo>
                <a:lnTo>
                  <a:pt x="44401" y="17191"/>
                </a:lnTo>
                <a:lnTo>
                  <a:pt x="29492" y="29492"/>
                </a:lnTo>
                <a:lnTo>
                  <a:pt x="17189" y="44402"/>
                </a:lnTo>
                <a:lnTo>
                  <a:pt x="7898" y="61521"/>
                </a:lnTo>
                <a:lnTo>
                  <a:pt x="2067" y="80305"/>
                </a:lnTo>
                <a:lnTo>
                  <a:pt x="520" y="90445"/>
                </a:lnTo>
                <a:lnTo>
                  <a:pt x="0" y="100736"/>
                </a:lnTo>
                <a:lnTo>
                  <a:pt x="520" y="111028"/>
                </a:lnTo>
                <a:lnTo>
                  <a:pt x="2067" y="121168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1"/>
                </a:lnTo>
                <a:close/>
                <a:moveTo>
                  <a:pt x="11658" y="91572"/>
                </a:moveTo>
                <a:lnTo>
                  <a:pt x="12994" y="82817"/>
                </a:lnTo>
                <a:lnTo>
                  <a:pt x="18250" y="65885"/>
                </a:lnTo>
                <a:lnTo>
                  <a:pt x="26504" y="50681"/>
                </a:lnTo>
                <a:lnTo>
                  <a:pt x="37431" y="37437"/>
                </a:lnTo>
                <a:lnTo>
                  <a:pt x="50683" y="26502"/>
                </a:lnTo>
                <a:lnTo>
                  <a:pt x="65886" y="18251"/>
                </a:lnTo>
                <a:lnTo>
                  <a:pt x="82824" y="12993"/>
                </a:lnTo>
                <a:lnTo>
                  <a:pt x="91582" y="11657"/>
                </a:lnTo>
                <a:lnTo>
                  <a:pt x="100736" y="11195"/>
                </a:lnTo>
                <a:lnTo>
                  <a:pt x="109890" y="11657"/>
                </a:lnTo>
                <a:lnTo>
                  <a:pt x="118650" y="12994"/>
                </a:lnTo>
                <a:lnTo>
                  <a:pt x="135586" y="18251"/>
                </a:lnTo>
                <a:lnTo>
                  <a:pt x="150788" y="26502"/>
                </a:lnTo>
                <a:lnTo>
                  <a:pt x="164041" y="37437"/>
                </a:lnTo>
                <a:lnTo>
                  <a:pt x="174968" y="50681"/>
                </a:lnTo>
                <a:lnTo>
                  <a:pt x="183221" y="65885"/>
                </a:lnTo>
                <a:lnTo>
                  <a:pt x="188478" y="82817"/>
                </a:lnTo>
                <a:lnTo>
                  <a:pt x="189814" y="91572"/>
                </a:lnTo>
                <a:lnTo>
                  <a:pt x="190277" y="100736"/>
                </a:lnTo>
                <a:lnTo>
                  <a:pt x="189814" y="109901"/>
                </a:lnTo>
                <a:lnTo>
                  <a:pt x="188478" y="118656"/>
                </a:lnTo>
                <a:lnTo>
                  <a:pt x="183221" y="135588"/>
                </a:lnTo>
                <a:lnTo>
                  <a:pt x="174968" y="150792"/>
                </a:lnTo>
                <a:lnTo>
                  <a:pt x="164041" y="164036"/>
                </a:lnTo>
                <a:lnTo>
                  <a:pt x="150788" y="174971"/>
                </a:lnTo>
                <a:lnTo>
                  <a:pt x="135586" y="183222"/>
                </a:lnTo>
                <a:lnTo>
                  <a:pt x="118650" y="188479"/>
                </a:lnTo>
                <a:lnTo>
                  <a:pt x="109901" y="189814"/>
                </a:lnTo>
                <a:lnTo>
                  <a:pt x="100736" y="190278"/>
                </a:lnTo>
                <a:lnTo>
                  <a:pt x="91571" y="189814"/>
                </a:lnTo>
                <a:lnTo>
                  <a:pt x="82824" y="188480"/>
                </a:lnTo>
                <a:lnTo>
                  <a:pt x="65886" y="183222"/>
                </a:lnTo>
                <a:lnTo>
                  <a:pt x="50683" y="174971"/>
                </a:lnTo>
                <a:lnTo>
                  <a:pt x="37431" y="164036"/>
                </a:lnTo>
                <a:lnTo>
                  <a:pt x="26504" y="150792"/>
                </a:lnTo>
                <a:lnTo>
                  <a:pt x="18250" y="135588"/>
                </a:lnTo>
                <a:lnTo>
                  <a:pt x="12994" y="118656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8" y="91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E2B55-4F30-40B4-932C-BC44F181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021" y="1978006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4"/>
                  <a:pt x="42596" y="0"/>
                  <a:pt x="95139" y="0"/>
                </a:cubicBezTo>
                <a:cubicBezTo>
                  <a:pt x="147682" y="0"/>
                  <a:pt x="190278" y="42594"/>
                  <a:pt x="190278" y="95139"/>
                </a:cubicBezTo>
                <a:cubicBezTo>
                  <a:pt x="190278" y="147682"/>
                  <a:pt x="147682" y="190278"/>
                  <a:pt x="95139" y="190278"/>
                </a:cubicBezTo>
                <a:cubicBezTo>
                  <a:pt x="42596" y="190278"/>
                  <a:pt x="0" y="147682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DB08C-9C87-4E8A-BA73-2AEB0A23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3424" y="1972409"/>
            <a:ext cx="201472" cy="201472"/>
          </a:xfrm>
          <a:custGeom xmlns:a="http://schemas.openxmlformats.org/drawingml/2006/main">
            <a:pathLst>
              <a:path w="201472" h="201472">
                <a:moveTo>
                  <a:pt x="29492" y="171980"/>
                </a:moveTo>
                <a:lnTo>
                  <a:pt x="44401" y="184282"/>
                </a:lnTo>
                <a:lnTo>
                  <a:pt x="61520" y="193574"/>
                </a:lnTo>
                <a:lnTo>
                  <a:pt x="80305" y="199404"/>
                </a:lnTo>
                <a:lnTo>
                  <a:pt x="90444" y="200952"/>
                </a:lnTo>
                <a:lnTo>
                  <a:pt x="100736" y="201472"/>
                </a:lnTo>
                <a:lnTo>
                  <a:pt x="111028" y="200952"/>
                </a:lnTo>
                <a:lnTo>
                  <a:pt x="121167" y="199404"/>
                </a:lnTo>
                <a:lnTo>
                  <a:pt x="139952" y="193574"/>
                </a:lnTo>
                <a:lnTo>
                  <a:pt x="157070" y="184282"/>
                </a:lnTo>
                <a:lnTo>
                  <a:pt x="171980" y="171980"/>
                </a:lnTo>
                <a:lnTo>
                  <a:pt x="184282" y="157070"/>
                </a:lnTo>
                <a:lnTo>
                  <a:pt x="193574" y="139952"/>
                </a:lnTo>
                <a:lnTo>
                  <a:pt x="199406" y="121167"/>
                </a:lnTo>
                <a:lnTo>
                  <a:pt x="200953" y="111027"/>
                </a:lnTo>
                <a:lnTo>
                  <a:pt x="201472" y="100736"/>
                </a:lnTo>
                <a:lnTo>
                  <a:pt x="200953" y="90444"/>
                </a:lnTo>
                <a:lnTo>
                  <a:pt x="199406" y="80305"/>
                </a:lnTo>
                <a:lnTo>
                  <a:pt x="193574" y="61520"/>
                </a:lnTo>
                <a:lnTo>
                  <a:pt x="184282" y="44401"/>
                </a:lnTo>
                <a:lnTo>
                  <a:pt x="171980" y="29492"/>
                </a:lnTo>
                <a:lnTo>
                  <a:pt x="157070" y="17189"/>
                </a:lnTo>
                <a:lnTo>
                  <a:pt x="139952" y="7898"/>
                </a:lnTo>
                <a:lnTo>
                  <a:pt x="121167" y="2066"/>
                </a:lnTo>
                <a:lnTo>
                  <a:pt x="111028" y="519"/>
                </a:lnTo>
                <a:lnTo>
                  <a:pt x="100736" y="0"/>
                </a:lnTo>
                <a:lnTo>
                  <a:pt x="90444" y="519"/>
                </a:lnTo>
                <a:lnTo>
                  <a:pt x="80305" y="2066"/>
                </a:lnTo>
                <a:lnTo>
                  <a:pt x="61520" y="7898"/>
                </a:lnTo>
                <a:lnTo>
                  <a:pt x="44401" y="17189"/>
                </a:lnTo>
                <a:lnTo>
                  <a:pt x="29492" y="29492"/>
                </a:lnTo>
                <a:lnTo>
                  <a:pt x="17189" y="44401"/>
                </a:lnTo>
                <a:lnTo>
                  <a:pt x="7898" y="61520"/>
                </a:lnTo>
                <a:lnTo>
                  <a:pt x="2067" y="80304"/>
                </a:lnTo>
                <a:lnTo>
                  <a:pt x="520" y="90444"/>
                </a:lnTo>
                <a:lnTo>
                  <a:pt x="0" y="100736"/>
                </a:lnTo>
                <a:lnTo>
                  <a:pt x="520" y="111027"/>
                </a:lnTo>
                <a:lnTo>
                  <a:pt x="2067" y="121167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0"/>
                </a:lnTo>
                <a:close/>
                <a:moveTo>
                  <a:pt x="11658" y="91571"/>
                </a:moveTo>
                <a:lnTo>
                  <a:pt x="12994" y="82816"/>
                </a:lnTo>
                <a:lnTo>
                  <a:pt x="18250" y="65886"/>
                </a:lnTo>
                <a:lnTo>
                  <a:pt x="26502" y="50683"/>
                </a:lnTo>
                <a:lnTo>
                  <a:pt x="37434" y="37434"/>
                </a:lnTo>
                <a:lnTo>
                  <a:pt x="50683" y="26502"/>
                </a:lnTo>
                <a:lnTo>
                  <a:pt x="65886" y="18250"/>
                </a:lnTo>
                <a:lnTo>
                  <a:pt x="82824" y="12992"/>
                </a:lnTo>
                <a:lnTo>
                  <a:pt x="91571" y="11658"/>
                </a:lnTo>
                <a:lnTo>
                  <a:pt x="100736" y="11195"/>
                </a:lnTo>
                <a:lnTo>
                  <a:pt x="109901" y="11658"/>
                </a:lnTo>
                <a:lnTo>
                  <a:pt x="118650" y="12992"/>
                </a:lnTo>
                <a:lnTo>
                  <a:pt x="135586" y="18250"/>
                </a:lnTo>
                <a:lnTo>
                  <a:pt x="150788" y="26502"/>
                </a:lnTo>
                <a:lnTo>
                  <a:pt x="164038" y="37434"/>
                </a:lnTo>
                <a:lnTo>
                  <a:pt x="174970" y="50683"/>
                </a:lnTo>
                <a:lnTo>
                  <a:pt x="183222" y="65886"/>
                </a:lnTo>
                <a:lnTo>
                  <a:pt x="188478" y="82816"/>
                </a:lnTo>
                <a:lnTo>
                  <a:pt x="189814" y="91571"/>
                </a:lnTo>
                <a:lnTo>
                  <a:pt x="190277" y="100736"/>
                </a:lnTo>
                <a:lnTo>
                  <a:pt x="189814" y="109901"/>
                </a:lnTo>
                <a:lnTo>
                  <a:pt x="188478" y="118655"/>
                </a:lnTo>
                <a:lnTo>
                  <a:pt x="183222" y="135586"/>
                </a:lnTo>
                <a:lnTo>
                  <a:pt x="174970" y="150788"/>
                </a:lnTo>
                <a:lnTo>
                  <a:pt x="164038" y="164038"/>
                </a:lnTo>
                <a:lnTo>
                  <a:pt x="150788" y="174970"/>
                </a:lnTo>
                <a:lnTo>
                  <a:pt x="135586" y="183222"/>
                </a:lnTo>
                <a:lnTo>
                  <a:pt x="118657" y="188477"/>
                </a:lnTo>
                <a:lnTo>
                  <a:pt x="109901" y="189814"/>
                </a:lnTo>
                <a:lnTo>
                  <a:pt x="100736" y="190277"/>
                </a:lnTo>
                <a:lnTo>
                  <a:pt x="91571" y="189814"/>
                </a:lnTo>
                <a:lnTo>
                  <a:pt x="82817" y="188478"/>
                </a:lnTo>
                <a:lnTo>
                  <a:pt x="65886" y="183222"/>
                </a:lnTo>
                <a:lnTo>
                  <a:pt x="50683" y="174970"/>
                </a:lnTo>
                <a:lnTo>
                  <a:pt x="37434" y="164038"/>
                </a:lnTo>
                <a:lnTo>
                  <a:pt x="26502" y="150788"/>
                </a:lnTo>
                <a:lnTo>
                  <a:pt x="18250" y="135586"/>
                </a:lnTo>
                <a:lnTo>
                  <a:pt x="12994" y="118655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8" y="91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1b06aa8f849e9"/>
          <a:stretch xmlns:a="http://schemas.openxmlformats.org/drawingml/2006/main"/>
        </p:blipFill>
        <p:spPr>
          <a:xfrm xmlns:a="http://schemas.openxmlformats.org/drawingml/2006/main">
            <a:off x="4034813" y="740865"/>
            <a:ext cx="201255" cy="201255"/>
          </a:xfrm>
          <a:prstGeom xmlns:a="http://schemas.openxmlformats.org/drawingml/2006/main" prst="rect">
            <a:avLst/>
          </a:prstGeom>
        </p:spPr>
      </p:pic>
      <p:sp>
        <p:nvSpPr>
          <p:cNvPr id="111" name="Text 🔥">
            <a:extLst xmlns:a="http://schemas.openxmlformats.org/drawingml/2006/main">
              <a:ext uri="{FF2B5EF4-FFF2-40B4-BE49-F238E27FC236}">
                <a16:creationId xmlns:a16="http://schemas.microsoft.com/office/drawing/2014/main" id="{AC72D6C3-E474-495A-AE62-D3802284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563" y="743431"/>
            <a:ext cx="200043" cy="200042"/>
          </a:xfrm>
          <a:custGeom xmlns:a="http://schemas.openxmlformats.org/drawingml/2006/main">
            <a:pathLst>
              <a:path w="200043" h="200042">
                <a:moveTo>
                  <a:pt x="0" y="200042"/>
                </a:moveTo>
                <a:lnTo>
                  <a:pt x="0" y="200042"/>
                </a:lnTo>
                <a:moveTo>
                  <a:pt x="200043" y="0"/>
                </a:moveTo>
                <a:lnTo>
                  <a:pt x="200043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A625C-A019-4E18-A700-F7E432A7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1275" y="789992"/>
            <a:ext cx="239066" cy="1885698"/>
          </a:xfrm>
          <a:custGeom xmlns:a="http://schemas.openxmlformats.org/drawingml/2006/main">
            <a:pathLst>
              <a:path w="239066" h="1885698">
                <a:moveTo>
                  <a:pt x="0" y="39845"/>
                </a:moveTo>
                <a:cubicBezTo>
                  <a:pt x="0" y="17839"/>
                  <a:pt x="17839" y="0"/>
                  <a:pt x="39844" y="0"/>
                </a:cubicBezTo>
                <a:lnTo>
                  <a:pt x="199222" y="0"/>
                </a:lnTo>
                <a:cubicBezTo>
                  <a:pt x="221227" y="0"/>
                  <a:pt x="239066" y="17839"/>
                  <a:pt x="239066" y="39845"/>
                </a:cubicBezTo>
                <a:lnTo>
                  <a:pt x="239066" y="1845854"/>
                </a:lnTo>
                <a:cubicBezTo>
                  <a:pt x="239066" y="1867859"/>
                  <a:pt x="221227" y="1885698"/>
                  <a:pt x="199222" y="1885698"/>
                </a:cubicBezTo>
                <a:lnTo>
                  <a:pt x="39844" y="1885698"/>
                </a:lnTo>
                <a:cubicBezTo>
                  <a:pt x="17839" y="1885698"/>
                  <a:pt x="0" y="1867859"/>
                  <a:pt x="0" y="1845854"/>
                </a:cubicBezTo>
                <a:lnTo>
                  <a:pt x="0" y="39845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87C7A-C2A3-4B28-82D2-E13B6F823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1275" y="789992"/>
            <a:ext cx="239066" cy="1885697"/>
          </a:xfrm>
          <a:custGeom xmlns:a="http://schemas.openxmlformats.org/drawingml/2006/main">
            <a:pathLst>
              <a:path w="239066" h="1885697" fill="none">
                <a:moveTo>
                  <a:pt x="0" y="39844"/>
                </a:moveTo>
                <a:cubicBezTo>
                  <a:pt x="0" y="17839"/>
                  <a:pt x="17839" y="0"/>
                  <a:pt x="39844" y="0"/>
                </a:cubicBezTo>
                <a:lnTo>
                  <a:pt x="199222" y="0"/>
                </a:lnTo>
                <a:cubicBezTo>
                  <a:pt x="221227" y="0"/>
                  <a:pt x="239066" y="17839"/>
                  <a:pt x="239066" y="39844"/>
                </a:cubicBezTo>
                <a:lnTo>
                  <a:pt x="239066" y="1845853"/>
                </a:lnTo>
                <a:cubicBezTo>
                  <a:pt x="239066" y="1867858"/>
                  <a:pt x="221227" y="1885697"/>
                  <a:pt x="199222" y="1885697"/>
                </a:cubicBezTo>
                <a:lnTo>
                  <a:pt x="39844" y="1885697"/>
                </a:lnTo>
                <a:cubicBezTo>
                  <a:pt x="17839" y="1885697"/>
                  <a:pt x="0" y="1867858"/>
                  <a:pt x="0" y="1845853"/>
                </a:cubicBezTo>
                <a:lnTo>
                  <a:pt x="0" y="398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1" cap="flat">
            <a:solidFill>
              <a:srgbClr val="2F528F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68EFD7-9C5C-4BE8-A2ED-86C6D4D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790" y="1199820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4"/>
                  <a:pt x="42596" y="0"/>
                  <a:pt x="95139" y="0"/>
                </a:cubicBezTo>
                <a:cubicBezTo>
                  <a:pt x="147682" y="0"/>
                  <a:pt x="190278" y="42594"/>
                  <a:pt x="190278" y="95139"/>
                </a:cubicBezTo>
                <a:cubicBezTo>
                  <a:pt x="190278" y="147682"/>
                  <a:pt x="147682" y="190278"/>
                  <a:pt x="95139" y="190278"/>
                </a:cubicBezTo>
                <a:cubicBezTo>
                  <a:pt x="42596" y="190278"/>
                  <a:pt x="0" y="147682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7C7E4-56FC-432A-BA1D-8A1515AD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193" y="1194223"/>
            <a:ext cx="201472" cy="201472"/>
          </a:xfrm>
          <a:custGeom xmlns:a="http://schemas.openxmlformats.org/drawingml/2006/main">
            <a:pathLst>
              <a:path w="201472" h="201472">
                <a:moveTo>
                  <a:pt x="29492" y="171980"/>
                </a:moveTo>
                <a:lnTo>
                  <a:pt x="44401" y="184282"/>
                </a:lnTo>
                <a:lnTo>
                  <a:pt x="61520" y="193574"/>
                </a:lnTo>
                <a:lnTo>
                  <a:pt x="80305" y="199404"/>
                </a:lnTo>
                <a:lnTo>
                  <a:pt x="90444" y="200952"/>
                </a:lnTo>
                <a:lnTo>
                  <a:pt x="100736" y="201472"/>
                </a:lnTo>
                <a:lnTo>
                  <a:pt x="111028" y="200952"/>
                </a:lnTo>
                <a:lnTo>
                  <a:pt x="121167" y="199404"/>
                </a:lnTo>
                <a:lnTo>
                  <a:pt x="139952" y="193574"/>
                </a:lnTo>
                <a:lnTo>
                  <a:pt x="157070" y="184282"/>
                </a:lnTo>
                <a:lnTo>
                  <a:pt x="171980" y="171980"/>
                </a:lnTo>
                <a:lnTo>
                  <a:pt x="184282" y="157070"/>
                </a:lnTo>
                <a:lnTo>
                  <a:pt x="193574" y="139952"/>
                </a:lnTo>
                <a:lnTo>
                  <a:pt x="199404" y="121167"/>
                </a:lnTo>
                <a:lnTo>
                  <a:pt x="200952" y="111027"/>
                </a:lnTo>
                <a:lnTo>
                  <a:pt x="201472" y="100736"/>
                </a:lnTo>
                <a:lnTo>
                  <a:pt x="200952" y="90444"/>
                </a:lnTo>
                <a:lnTo>
                  <a:pt x="199404" y="80305"/>
                </a:lnTo>
                <a:lnTo>
                  <a:pt x="193574" y="61520"/>
                </a:lnTo>
                <a:lnTo>
                  <a:pt x="184282" y="44401"/>
                </a:lnTo>
                <a:lnTo>
                  <a:pt x="171980" y="29492"/>
                </a:lnTo>
                <a:lnTo>
                  <a:pt x="157070" y="17189"/>
                </a:lnTo>
                <a:lnTo>
                  <a:pt x="139952" y="7898"/>
                </a:lnTo>
                <a:lnTo>
                  <a:pt x="121167" y="2066"/>
                </a:lnTo>
                <a:lnTo>
                  <a:pt x="111028" y="519"/>
                </a:lnTo>
                <a:lnTo>
                  <a:pt x="100736" y="0"/>
                </a:lnTo>
                <a:lnTo>
                  <a:pt x="90444" y="519"/>
                </a:lnTo>
                <a:lnTo>
                  <a:pt x="80305" y="2066"/>
                </a:lnTo>
                <a:lnTo>
                  <a:pt x="61520" y="7898"/>
                </a:lnTo>
                <a:lnTo>
                  <a:pt x="44401" y="17189"/>
                </a:lnTo>
                <a:lnTo>
                  <a:pt x="29492" y="29492"/>
                </a:lnTo>
                <a:lnTo>
                  <a:pt x="17189" y="44401"/>
                </a:lnTo>
                <a:lnTo>
                  <a:pt x="7898" y="61520"/>
                </a:lnTo>
                <a:lnTo>
                  <a:pt x="2067" y="80304"/>
                </a:lnTo>
                <a:lnTo>
                  <a:pt x="519" y="90444"/>
                </a:lnTo>
                <a:lnTo>
                  <a:pt x="0" y="100736"/>
                </a:lnTo>
                <a:lnTo>
                  <a:pt x="519" y="111027"/>
                </a:lnTo>
                <a:lnTo>
                  <a:pt x="2067" y="121167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0"/>
                </a:lnTo>
                <a:close/>
                <a:moveTo>
                  <a:pt x="11658" y="91571"/>
                </a:moveTo>
                <a:lnTo>
                  <a:pt x="12994" y="82816"/>
                </a:lnTo>
                <a:lnTo>
                  <a:pt x="18250" y="65886"/>
                </a:lnTo>
                <a:lnTo>
                  <a:pt x="26502" y="50683"/>
                </a:lnTo>
                <a:lnTo>
                  <a:pt x="37434" y="37434"/>
                </a:lnTo>
                <a:lnTo>
                  <a:pt x="50683" y="26502"/>
                </a:lnTo>
                <a:lnTo>
                  <a:pt x="65886" y="18250"/>
                </a:lnTo>
                <a:lnTo>
                  <a:pt x="82822" y="12992"/>
                </a:lnTo>
                <a:lnTo>
                  <a:pt x="91571" y="11658"/>
                </a:lnTo>
                <a:lnTo>
                  <a:pt x="100736" y="11195"/>
                </a:lnTo>
                <a:lnTo>
                  <a:pt x="109901" y="11658"/>
                </a:lnTo>
                <a:lnTo>
                  <a:pt x="118648" y="12992"/>
                </a:lnTo>
                <a:lnTo>
                  <a:pt x="135586" y="18250"/>
                </a:lnTo>
                <a:lnTo>
                  <a:pt x="150788" y="26502"/>
                </a:lnTo>
                <a:lnTo>
                  <a:pt x="164038" y="37434"/>
                </a:lnTo>
                <a:lnTo>
                  <a:pt x="174970" y="50683"/>
                </a:lnTo>
                <a:lnTo>
                  <a:pt x="183222" y="65886"/>
                </a:lnTo>
                <a:lnTo>
                  <a:pt x="188478" y="82816"/>
                </a:lnTo>
                <a:lnTo>
                  <a:pt x="189814" y="91571"/>
                </a:lnTo>
                <a:lnTo>
                  <a:pt x="190277" y="100736"/>
                </a:lnTo>
                <a:lnTo>
                  <a:pt x="189814" y="109901"/>
                </a:lnTo>
                <a:lnTo>
                  <a:pt x="188478" y="118655"/>
                </a:lnTo>
                <a:lnTo>
                  <a:pt x="183222" y="135586"/>
                </a:lnTo>
                <a:lnTo>
                  <a:pt x="174970" y="150788"/>
                </a:lnTo>
                <a:lnTo>
                  <a:pt x="164038" y="164038"/>
                </a:lnTo>
                <a:lnTo>
                  <a:pt x="150788" y="174970"/>
                </a:lnTo>
                <a:lnTo>
                  <a:pt x="135586" y="183222"/>
                </a:lnTo>
                <a:lnTo>
                  <a:pt x="118655" y="188478"/>
                </a:lnTo>
                <a:lnTo>
                  <a:pt x="109901" y="189814"/>
                </a:lnTo>
                <a:lnTo>
                  <a:pt x="100736" y="190277"/>
                </a:lnTo>
                <a:lnTo>
                  <a:pt x="91571" y="189814"/>
                </a:lnTo>
                <a:lnTo>
                  <a:pt x="82815" y="188477"/>
                </a:lnTo>
                <a:lnTo>
                  <a:pt x="65886" y="183222"/>
                </a:lnTo>
                <a:lnTo>
                  <a:pt x="50683" y="174970"/>
                </a:lnTo>
                <a:lnTo>
                  <a:pt x="37434" y="164038"/>
                </a:lnTo>
                <a:lnTo>
                  <a:pt x="26502" y="150788"/>
                </a:lnTo>
                <a:lnTo>
                  <a:pt x="18250" y="135586"/>
                </a:lnTo>
                <a:lnTo>
                  <a:pt x="12994" y="118655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8" y="91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EA31D3-4D27-45DC-8F7C-072A742E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790" y="1529147"/>
            <a:ext cx="190278" cy="187838"/>
          </a:xfrm>
          <a:custGeom xmlns:a="http://schemas.openxmlformats.org/drawingml/2006/main">
            <a:pathLst>
              <a:path w="190278" h="187838">
                <a:moveTo>
                  <a:pt x="0" y="93919"/>
                </a:moveTo>
                <a:cubicBezTo>
                  <a:pt x="0" y="42049"/>
                  <a:pt x="42596" y="0"/>
                  <a:pt x="95139" y="0"/>
                </a:cubicBezTo>
                <a:cubicBezTo>
                  <a:pt x="147682" y="0"/>
                  <a:pt x="190278" y="42049"/>
                  <a:pt x="190278" y="93919"/>
                </a:cubicBezTo>
                <a:cubicBezTo>
                  <a:pt x="190278" y="145789"/>
                  <a:pt x="147682" y="187838"/>
                  <a:pt x="95139" y="187838"/>
                </a:cubicBezTo>
                <a:cubicBezTo>
                  <a:pt x="42596" y="187838"/>
                  <a:pt x="0" y="145789"/>
                  <a:pt x="0" y="9391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99802-ED56-4776-BFA2-A174718D8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192" y="1523549"/>
            <a:ext cx="201473" cy="199033"/>
          </a:xfrm>
          <a:custGeom xmlns:a="http://schemas.openxmlformats.org/drawingml/2006/main">
            <a:pathLst>
              <a:path w="201473" h="199033">
                <a:moveTo>
                  <a:pt x="29517" y="169924"/>
                </a:moveTo>
                <a:lnTo>
                  <a:pt x="44430" y="182070"/>
                </a:lnTo>
                <a:lnTo>
                  <a:pt x="61545" y="191240"/>
                </a:lnTo>
                <a:lnTo>
                  <a:pt x="80321" y="196994"/>
                </a:lnTo>
                <a:lnTo>
                  <a:pt x="90453" y="198520"/>
                </a:lnTo>
                <a:lnTo>
                  <a:pt x="100737" y="199033"/>
                </a:lnTo>
                <a:lnTo>
                  <a:pt x="111021" y="198520"/>
                </a:lnTo>
                <a:lnTo>
                  <a:pt x="121153" y="196994"/>
                </a:lnTo>
                <a:lnTo>
                  <a:pt x="139929" y="191240"/>
                </a:lnTo>
                <a:lnTo>
                  <a:pt x="157044" y="182070"/>
                </a:lnTo>
                <a:lnTo>
                  <a:pt x="171957" y="169924"/>
                </a:lnTo>
                <a:lnTo>
                  <a:pt x="184264" y="155197"/>
                </a:lnTo>
                <a:lnTo>
                  <a:pt x="193566" y="138281"/>
                </a:lnTo>
                <a:lnTo>
                  <a:pt x="199403" y="119718"/>
                </a:lnTo>
                <a:lnTo>
                  <a:pt x="200953" y="109691"/>
                </a:lnTo>
                <a:lnTo>
                  <a:pt x="201473" y="99517"/>
                </a:lnTo>
                <a:lnTo>
                  <a:pt x="200953" y="89343"/>
                </a:lnTo>
                <a:lnTo>
                  <a:pt x="199403" y="79316"/>
                </a:lnTo>
                <a:lnTo>
                  <a:pt x="193566" y="60752"/>
                </a:lnTo>
                <a:lnTo>
                  <a:pt x="184264" y="43837"/>
                </a:lnTo>
                <a:lnTo>
                  <a:pt x="171957" y="29110"/>
                </a:lnTo>
                <a:lnTo>
                  <a:pt x="157044" y="16964"/>
                </a:lnTo>
                <a:lnTo>
                  <a:pt x="139929" y="7793"/>
                </a:lnTo>
                <a:lnTo>
                  <a:pt x="121153" y="2039"/>
                </a:lnTo>
                <a:lnTo>
                  <a:pt x="111021" y="513"/>
                </a:lnTo>
                <a:lnTo>
                  <a:pt x="100737" y="0"/>
                </a:lnTo>
                <a:lnTo>
                  <a:pt x="90453" y="513"/>
                </a:lnTo>
                <a:lnTo>
                  <a:pt x="80321" y="2039"/>
                </a:lnTo>
                <a:lnTo>
                  <a:pt x="61545" y="7793"/>
                </a:lnTo>
                <a:lnTo>
                  <a:pt x="44430" y="16964"/>
                </a:lnTo>
                <a:lnTo>
                  <a:pt x="29517" y="29110"/>
                </a:lnTo>
                <a:lnTo>
                  <a:pt x="17210" y="43837"/>
                </a:lnTo>
                <a:lnTo>
                  <a:pt x="7908" y="60752"/>
                </a:lnTo>
                <a:lnTo>
                  <a:pt x="2071" y="79316"/>
                </a:lnTo>
                <a:lnTo>
                  <a:pt x="521" y="89343"/>
                </a:lnTo>
                <a:lnTo>
                  <a:pt x="0" y="99517"/>
                </a:lnTo>
                <a:lnTo>
                  <a:pt x="521" y="109691"/>
                </a:lnTo>
                <a:lnTo>
                  <a:pt x="2071" y="119718"/>
                </a:lnTo>
                <a:lnTo>
                  <a:pt x="7908" y="138281"/>
                </a:lnTo>
                <a:lnTo>
                  <a:pt x="17210" y="155197"/>
                </a:lnTo>
                <a:lnTo>
                  <a:pt x="29517" y="169924"/>
                </a:lnTo>
                <a:close/>
                <a:moveTo>
                  <a:pt x="11658" y="90487"/>
                </a:moveTo>
                <a:lnTo>
                  <a:pt x="12991" y="81866"/>
                </a:lnTo>
                <a:lnTo>
                  <a:pt x="18243" y="65163"/>
                </a:lnTo>
                <a:lnTo>
                  <a:pt x="26485" y="50174"/>
                </a:lnTo>
                <a:lnTo>
                  <a:pt x="37411" y="37101"/>
                </a:lnTo>
                <a:lnTo>
                  <a:pt x="50655" y="26313"/>
                </a:lnTo>
                <a:lnTo>
                  <a:pt x="65865" y="18163"/>
                </a:lnTo>
                <a:lnTo>
                  <a:pt x="82809" y="12971"/>
                </a:lnTo>
                <a:lnTo>
                  <a:pt x="91573" y="11652"/>
                </a:lnTo>
                <a:lnTo>
                  <a:pt x="100737" y="11195"/>
                </a:lnTo>
                <a:lnTo>
                  <a:pt x="109901" y="11652"/>
                </a:lnTo>
                <a:lnTo>
                  <a:pt x="118665" y="12971"/>
                </a:lnTo>
                <a:lnTo>
                  <a:pt x="135609" y="18163"/>
                </a:lnTo>
                <a:lnTo>
                  <a:pt x="150816" y="26312"/>
                </a:lnTo>
                <a:lnTo>
                  <a:pt x="164063" y="37101"/>
                </a:lnTo>
                <a:lnTo>
                  <a:pt x="174989" y="50174"/>
                </a:lnTo>
                <a:lnTo>
                  <a:pt x="183231" y="65163"/>
                </a:lnTo>
                <a:lnTo>
                  <a:pt x="188483" y="81866"/>
                </a:lnTo>
                <a:lnTo>
                  <a:pt x="189816" y="90487"/>
                </a:lnTo>
                <a:lnTo>
                  <a:pt x="190277" y="99517"/>
                </a:lnTo>
                <a:lnTo>
                  <a:pt x="189816" y="108546"/>
                </a:lnTo>
                <a:lnTo>
                  <a:pt x="188483" y="117168"/>
                </a:lnTo>
                <a:lnTo>
                  <a:pt x="183231" y="133871"/>
                </a:lnTo>
                <a:lnTo>
                  <a:pt x="174991" y="148858"/>
                </a:lnTo>
                <a:lnTo>
                  <a:pt x="164063" y="161933"/>
                </a:lnTo>
                <a:lnTo>
                  <a:pt x="150812" y="172725"/>
                </a:lnTo>
                <a:lnTo>
                  <a:pt x="135609" y="180870"/>
                </a:lnTo>
                <a:lnTo>
                  <a:pt x="118671" y="186061"/>
                </a:lnTo>
                <a:lnTo>
                  <a:pt x="109912" y="187381"/>
                </a:lnTo>
                <a:lnTo>
                  <a:pt x="100737" y="187839"/>
                </a:lnTo>
                <a:lnTo>
                  <a:pt x="91562" y="187381"/>
                </a:lnTo>
                <a:lnTo>
                  <a:pt x="82803" y="186061"/>
                </a:lnTo>
                <a:lnTo>
                  <a:pt x="65865" y="180870"/>
                </a:lnTo>
                <a:lnTo>
                  <a:pt x="50659" y="172723"/>
                </a:lnTo>
                <a:lnTo>
                  <a:pt x="37411" y="161933"/>
                </a:lnTo>
                <a:lnTo>
                  <a:pt x="26483" y="148858"/>
                </a:lnTo>
                <a:lnTo>
                  <a:pt x="18243" y="133871"/>
                </a:lnTo>
                <a:lnTo>
                  <a:pt x="12991" y="117168"/>
                </a:lnTo>
                <a:lnTo>
                  <a:pt x="11658" y="108546"/>
                </a:lnTo>
                <a:lnTo>
                  <a:pt x="11195" y="99517"/>
                </a:lnTo>
                <a:lnTo>
                  <a:pt x="11658" y="904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64AE9-82AC-4B87-9F48-246517E2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790" y="882692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4"/>
                  <a:pt x="42596" y="0"/>
                  <a:pt x="95139" y="0"/>
                </a:cubicBezTo>
                <a:cubicBezTo>
                  <a:pt x="147682" y="0"/>
                  <a:pt x="190278" y="42594"/>
                  <a:pt x="190278" y="95139"/>
                </a:cubicBezTo>
                <a:cubicBezTo>
                  <a:pt x="190278" y="147682"/>
                  <a:pt x="147682" y="190278"/>
                  <a:pt x="95139" y="190278"/>
                </a:cubicBezTo>
                <a:cubicBezTo>
                  <a:pt x="42596" y="190278"/>
                  <a:pt x="0" y="147682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0DDA50-3460-44DC-89A0-14F0C518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193" y="877094"/>
            <a:ext cx="201472" cy="201473"/>
          </a:xfrm>
          <a:custGeom xmlns:a="http://schemas.openxmlformats.org/drawingml/2006/main">
            <a:pathLst>
              <a:path w="201472" h="201473">
                <a:moveTo>
                  <a:pt x="29492" y="171981"/>
                </a:moveTo>
                <a:lnTo>
                  <a:pt x="44401" y="184283"/>
                </a:lnTo>
                <a:lnTo>
                  <a:pt x="61520" y="193575"/>
                </a:lnTo>
                <a:lnTo>
                  <a:pt x="80305" y="199406"/>
                </a:lnTo>
                <a:lnTo>
                  <a:pt x="90444" y="200953"/>
                </a:lnTo>
                <a:lnTo>
                  <a:pt x="100736" y="201473"/>
                </a:lnTo>
                <a:lnTo>
                  <a:pt x="111028" y="200953"/>
                </a:lnTo>
                <a:lnTo>
                  <a:pt x="121167" y="199406"/>
                </a:lnTo>
                <a:lnTo>
                  <a:pt x="139952" y="193575"/>
                </a:lnTo>
                <a:lnTo>
                  <a:pt x="157070" y="184283"/>
                </a:lnTo>
                <a:lnTo>
                  <a:pt x="171980" y="171981"/>
                </a:lnTo>
                <a:lnTo>
                  <a:pt x="184282" y="157072"/>
                </a:lnTo>
                <a:lnTo>
                  <a:pt x="193574" y="139952"/>
                </a:lnTo>
                <a:lnTo>
                  <a:pt x="199404" y="121168"/>
                </a:lnTo>
                <a:lnTo>
                  <a:pt x="200952" y="111028"/>
                </a:lnTo>
                <a:lnTo>
                  <a:pt x="201472" y="100737"/>
                </a:lnTo>
                <a:lnTo>
                  <a:pt x="200952" y="90445"/>
                </a:lnTo>
                <a:lnTo>
                  <a:pt x="199404" y="80305"/>
                </a:lnTo>
                <a:lnTo>
                  <a:pt x="193574" y="61521"/>
                </a:lnTo>
                <a:lnTo>
                  <a:pt x="184282" y="44402"/>
                </a:lnTo>
                <a:lnTo>
                  <a:pt x="171980" y="29493"/>
                </a:lnTo>
                <a:lnTo>
                  <a:pt x="157070" y="17191"/>
                </a:lnTo>
                <a:lnTo>
                  <a:pt x="139952" y="7898"/>
                </a:lnTo>
                <a:lnTo>
                  <a:pt x="121167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4" y="520"/>
                </a:lnTo>
                <a:lnTo>
                  <a:pt x="80305" y="2067"/>
                </a:lnTo>
                <a:lnTo>
                  <a:pt x="61520" y="7898"/>
                </a:lnTo>
                <a:lnTo>
                  <a:pt x="44401" y="17191"/>
                </a:lnTo>
                <a:lnTo>
                  <a:pt x="29492" y="29493"/>
                </a:lnTo>
                <a:lnTo>
                  <a:pt x="17189" y="44402"/>
                </a:lnTo>
                <a:lnTo>
                  <a:pt x="7898" y="61521"/>
                </a:lnTo>
                <a:lnTo>
                  <a:pt x="2067" y="80305"/>
                </a:lnTo>
                <a:lnTo>
                  <a:pt x="519" y="90445"/>
                </a:lnTo>
                <a:lnTo>
                  <a:pt x="0" y="100737"/>
                </a:lnTo>
                <a:lnTo>
                  <a:pt x="519" y="111028"/>
                </a:lnTo>
                <a:lnTo>
                  <a:pt x="2067" y="121168"/>
                </a:lnTo>
                <a:lnTo>
                  <a:pt x="7898" y="139952"/>
                </a:lnTo>
                <a:lnTo>
                  <a:pt x="17189" y="157072"/>
                </a:lnTo>
                <a:lnTo>
                  <a:pt x="29492" y="171981"/>
                </a:lnTo>
                <a:close/>
                <a:moveTo>
                  <a:pt x="11658" y="91572"/>
                </a:moveTo>
                <a:lnTo>
                  <a:pt x="12994" y="82817"/>
                </a:lnTo>
                <a:lnTo>
                  <a:pt x="18250" y="65887"/>
                </a:lnTo>
                <a:lnTo>
                  <a:pt x="26502" y="50684"/>
                </a:lnTo>
                <a:lnTo>
                  <a:pt x="37431" y="37437"/>
                </a:lnTo>
                <a:lnTo>
                  <a:pt x="50687" y="26500"/>
                </a:lnTo>
                <a:lnTo>
                  <a:pt x="65886" y="18251"/>
                </a:lnTo>
                <a:lnTo>
                  <a:pt x="82822" y="12994"/>
                </a:lnTo>
                <a:lnTo>
                  <a:pt x="91571" y="11659"/>
                </a:lnTo>
                <a:lnTo>
                  <a:pt x="100736" y="11195"/>
                </a:lnTo>
                <a:lnTo>
                  <a:pt x="109901" y="11659"/>
                </a:lnTo>
                <a:lnTo>
                  <a:pt x="118648" y="12993"/>
                </a:lnTo>
                <a:lnTo>
                  <a:pt x="135586" y="18251"/>
                </a:lnTo>
                <a:lnTo>
                  <a:pt x="150785" y="26500"/>
                </a:lnTo>
                <a:lnTo>
                  <a:pt x="164041" y="37437"/>
                </a:lnTo>
                <a:lnTo>
                  <a:pt x="174970" y="50684"/>
                </a:lnTo>
                <a:lnTo>
                  <a:pt x="183222" y="65887"/>
                </a:lnTo>
                <a:lnTo>
                  <a:pt x="188478" y="82817"/>
                </a:lnTo>
                <a:lnTo>
                  <a:pt x="189814" y="91572"/>
                </a:lnTo>
                <a:lnTo>
                  <a:pt x="190277" y="100737"/>
                </a:lnTo>
                <a:lnTo>
                  <a:pt x="189814" y="109900"/>
                </a:lnTo>
                <a:lnTo>
                  <a:pt x="188478" y="118656"/>
                </a:lnTo>
                <a:lnTo>
                  <a:pt x="183222" y="135587"/>
                </a:lnTo>
                <a:lnTo>
                  <a:pt x="174970" y="150789"/>
                </a:lnTo>
                <a:lnTo>
                  <a:pt x="164041" y="164036"/>
                </a:lnTo>
                <a:lnTo>
                  <a:pt x="150788" y="174971"/>
                </a:lnTo>
                <a:lnTo>
                  <a:pt x="135581" y="183225"/>
                </a:lnTo>
                <a:lnTo>
                  <a:pt x="118655" y="188479"/>
                </a:lnTo>
                <a:lnTo>
                  <a:pt x="109901" y="189815"/>
                </a:lnTo>
                <a:lnTo>
                  <a:pt x="100736" y="190278"/>
                </a:lnTo>
                <a:lnTo>
                  <a:pt x="91571" y="189815"/>
                </a:lnTo>
                <a:lnTo>
                  <a:pt x="82815" y="188478"/>
                </a:lnTo>
                <a:lnTo>
                  <a:pt x="65891" y="183225"/>
                </a:lnTo>
                <a:lnTo>
                  <a:pt x="50683" y="174971"/>
                </a:lnTo>
                <a:lnTo>
                  <a:pt x="37431" y="164036"/>
                </a:lnTo>
                <a:lnTo>
                  <a:pt x="26502" y="150789"/>
                </a:lnTo>
                <a:lnTo>
                  <a:pt x="18250" y="135587"/>
                </a:lnTo>
                <a:lnTo>
                  <a:pt x="12994" y="118656"/>
                </a:lnTo>
                <a:lnTo>
                  <a:pt x="11657" y="109900"/>
                </a:lnTo>
                <a:lnTo>
                  <a:pt x="11195" y="100737"/>
                </a:lnTo>
                <a:lnTo>
                  <a:pt x="11658" y="91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E116B-8041-4167-B72F-418990C64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0790" y="1834077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6"/>
                  <a:pt x="42596" y="0"/>
                  <a:pt x="95139" y="0"/>
                </a:cubicBezTo>
                <a:cubicBezTo>
                  <a:pt x="147682" y="0"/>
                  <a:pt x="190278" y="42596"/>
                  <a:pt x="190278" y="95139"/>
                </a:cubicBezTo>
                <a:cubicBezTo>
                  <a:pt x="190278" y="147683"/>
                  <a:pt x="147682" y="190278"/>
                  <a:pt x="95139" y="190278"/>
                </a:cubicBezTo>
                <a:cubicBezTo>
                  <a:pt x="42596" y="190278"/>
                  <a:pt x="0" y="147683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2981C8-092F-4FC0-9249-F30C07B5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5193" y="1828480"/>
            <a:ext cx="201472" cy="201473"/>
          </a:xfrm>
          <a:custGeom xmlns:a="http://schemas.openxmlformats.org/drawingml/2006/main">
            <a:pathLst>
              <a:path w="201472" h="201473">
                <a:moveTo>
                  <a:pt x="29492" y="171980"/>
                </a:moveTo>
                <a:lnTo>
                  <a:pt x="44401" y="184282"/>
                </a:lnTo>
                <a:lnTo>
                  <a:pt x="61520" y="193575"/>
                </a:lnTo>
                <a:lnTo>
                  <a:pt x="80305" y="199406"/>
                </a:lnTo>
                <a:lnTo>
                  <a:pt x="90444" y="200953"/>
                </a:lnTo>
                <a:lnTo>
                  <a:pt x="100736" y="201473"/>
                </a:lnTo>
                <a:lnTo>
                  <a:pt x="111028" y="200953"/>
                </a:lnTo>
                <a:lnTo>
                  <a:pt x="121167" y="199406"/>
                </a:lnTo>
                <a:lnTo>
                  <a:pt x="139952" y="193575"/>
                </a:lnTo>
                <a:lnTo>
                  <a:pt x="157070" y="184282"/>
                </a:lnTo>
                <a:lnTo>
                  <a:pt x="171980" y="171980"/>
                </a:lnTo>
                <a:lnTo>
                  <a:pt x="184282" y="157070"/>
                </a:lnTo>
                <a:lnTo>
                  <a:pt x="193574" y="139952"/>
                </a:lnTo>
                <a:lnTo>
                  <a:pt x="199404" y="121168"/>
                </a:lnTo>
                <a:lnTo>
                  <a:pt x="200952" y="111028"/>
                </a:lnTo>
                <a:lnTo>
                  <a:pt x="201472" y="100736"/>
                </a:lnTo>
                <a:lnTo>
                  <a:pt x="200952" y="90445"/>
                </a:lnTo>
                <a:lnTo>
                  <a:pt x="199404" y="80305"/>
                </a:lnTo>
                <a:lnTo>
                  <a:pt x="193574" y="61521"/>
                </a:lnTo>
                <a:lnTo>
                  <a:pt x="184282" y="44402"/>
                </a:lnTo>
                <a:lnTo>
                  <a:pt x="171980" y="29492"/>
                </a:lnTo>
                <a:lnTo>
                  <a:pt x="157070" y="17191"/>
                </a:lnTo>
                <a:lnTo>
                  <a:pt x="139952" y="7898"/>
                </a:lnTo>
                <a:lnTo>
                  <a:pt x="121167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4" y="520"/>
                </a:lnTo>
                <a:lnTo>
                  <a:pt x="80305" y="2067"/>
                </a:lnTo>
                <a:lnTo>
                  <a:pt x="61520" y="7898"/>
                </a:lnTo>
                <a:lnTo>
                  <a:pt x="44401" y="17191"/>
                </a:lnTo>
                <a:lnTo>
                  <a:pt x="29492" y="29492"/>
                </a:lnTo>
                <a:lnTo>
                  <a:pt x="17189" y="44402"/>
                </a:lnTo>
                <a:lnTo>
                  <a:pt x="7898" y="61521"/>
                </a:lnTo>
                <a:lnTo>
                  <a:pt x="2067" y="80305"/>
                </a:lnTo>
                <a:lnTo>
                  <a:pt x="519" y="90445"/>
                </a:lnTo>
                <a:lnTo>
                  <a:pt x="0" y="100736"/>
                </a:lnTo>
                <a:lnTo>
                  <a:pt x="519" y="111028"/>
                </a:lnTo>
                <a:lnTo>
                  <a:pt x="2067" y="121168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0"/>
                </a:lnTo>
                <a:close/>
                <a:moveTo>
                  <a:pt x="11657" y="91572"/>
                </a:moveTo>
                <a:lnTo>
                  <a:pt x="12994" y="82817"/>
                </a:lnTo>
                <a:lnTo>
                  <a:pt x="18250" y="65886"/>
                </a:lnTo>
                <a:lnTo>
                  <a:pt x="26502" y="50683"/>
                </a:lnTo>
                <a:lnTo>
                  <a:pt x="37431" y="37437"/>
                </a:lnTo>
                <a:lnTo>
                  <a:pt x="50683" y="26502"/>
                </a:lnTo>
                <a:lnTo>
                  <a:pt x="65886" y="18251"/>
                </a:lnTo>
                <a:lnTo>
                  <a:pt x="82815" y="12995"/>
                </a:lnTo>
                <a:lnTo>
                  <a:pt x="91582" y="11657"/>
                </a:lnTo>
                <a:lnTo>
                  <a:pt x="100736" y="11195"/>
                </a:lnTo>
                <a:lnTo>
                  <a:pt x="109890" y="11657"/>
                </a:lnTo>
                <a:lnTo>
                  <a:pt x="118655" y="12994"/>
                </a:lnTo>
                <a:lnTo>
                  <a:pt x="135586" y="18251"/>
                </a:lnTo>
                <a:lnTo>
                  <a:pt x="150788" y="26502"/>
                </a:lnTo>
                <a:lnTo>
                  <a:pt x="164041" y="37437"/>
                </a:lnTo>
                <a:lnTo>
                  <a:pt x="174970" y="50683"/>
                </a:lnTo>
                <a:lnTo>
                  <a:pt x="183222" y="65886"/>
                </a:lnTo>
                <a:lnTo>
                  <a:pt x="188478" y="82817"/>
                </a:lnTo>
                <a:lnTo>
                  <a:pt x="189814" y="91572"/>
                </a:lnTo>
                <a:lnTo>
                  <a:pt x="190277" y="100736"/>
                </a:lnTo>
                <a:lnTo>
                  <a:pt x="189814" y="109901"/>
                </a:lnTo>
                <a:lnTo>
                  <a:pt x="188478" y="118656"/>
                </a:lnTo>
                <a:lnTo>
                  <a:pt x="183222" y="135586"/>
                </a:lnTo>
                <a:lnTo>
                  <a:pt x="174970" y="150788"/>
                </a:lnTo>
                <a:lnTo>
                  <a:pt x="164041" y="164036"/>
                </a:lnTo>
                <a:lnTo>
                  <a:pt x="150785" y="174973"/>
                </a:lnTo>
                <a:lnTo>
                  <a:pt x="135586" y="183222"/>
                </a:lnTo>
                <a:lnTo>
                  <a:pt x="118648" y="188480"/>
                </a:lnTo>
                <a:lnTo>
                  <a:pt x="109901" y="189814"/>
                </a:lnTo>
                <a:lnTo>
                  <a:pt x="100736" y="190278"/>
                </a:lnTo>
                <a:lnTo>
                  <a:pt x="91571" y="189814"/>
                </a:lnTo>
                <a:lnTo>
                  <a:pt x="82822" y="188479"/>
                </a:lnTo>
                <a:lnTo>
                  <a:pt x="65886" y="183222"/>
                </a:lnTo>
                <a:lnTo>
                  <a:pt x="50687" y="174973"/>
                </a:lnTo>
                <a:lnTo>
                  <a:pt x="37431" y="164036"/>
                </a:lnTo>
                <a:lnTo>
                  <a:pt x="26502" y="150788"/>
                </a:lnTo>
                <a:lnTo>
                  <a:pt x="18250" y="135586"/>
                </a:lnTo>
                <a:lnTo>
                  <a:pt x="12994" y="118656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7" y="91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F46922-A011-4FBB-821C-167BFF8C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121" y="789992"/>
            <a:ext cx="239066" cy="1878379"/>
          </a:xfrm>
          <a:custGeom xmlns:a="http://schemas.openxmlformats.org/drawingml/2006/main">
            <a:pathLst>
              <a:path w="239066" h="1878379">
                <a:moveTo>
                  <a:pt x="0" y="39846"/>
                </a:moveTo>
                <a:cubicBezTo>
                  <a:pt x="0" y="17840"/>
                  <a:pt x="17839" y="0"/>
                  <a:pt x="39846" y="0"/>
                </a:cubicBezTo>
                <a:lnTo>
                  <a:pt x="199221" y="0"/>
                </a:lnTo>
                <a:cubicBezTo>
                  <a:pt x="221227" y="0"/>
                  <a:pt x="239066" y="17840"/>
                  <a:pt x="239066" y="39846"/>
                </a:cubicBezTo>
                <a:lnTo>
                  <a:pt x="239066" y="1838533"/>
                </a:lnTo>
                <a:cubicBezTo>
                  <a:pt x="239066" y="1860540"/>
                  <a:pt x="221227" y="1878379"/>
                  <a:pt x="199221" y="1878379"/>
                </a:cubicBezTo>
                <a:lnTo>
                  <a:pt x="39846" y="1878379"/>
                </a:lnTo>
                <a:cubicBezTo>
                  <a:pt x="17839" y="1878379"/>
                  <a:pt x="0" y="1860540"/>
                  <a:pt x="0" y="1838533"/>
                </a:cubicBezTo>
                <a:lnTo>
                  <a:pt x="0" y="39846"/>
                </a:lnTo>
                <a:close/>
              </a:path>
            </a:pathLst>
          </a:custGeom>
          <a:solidFill xmlns:a="http://schemas.openxmlformats.org/drawingml/2006/main">
            <a:srgbClr val="F8CBA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B18ECE-7E08-4FF0-B1D3-E88B2F5E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121" y="789992"/>
            <a:ext cx="239066" cy="1878379"/>
          </a:xfrm>
          <a:custGeom xmlns:a="http://schemas.openxmlformats.org/drawingml/2006/main">
            <a:pathLst>
              <a:path w="239066" h="1878379" fill="none">
                <a:moveTo>
                  <a:pt x="0" y="39846"/>
                </a:moveTo>
                <a:cubicBezTo>
                  <a:pt x="0" y="17840"/>
                  <a:pt x="17840" y="0"/>
                  <a:pt x="39846" y="0"/>
                </a:cubicBezTo>
                <a:lnTo>
                  <a:pt x="199221" y="0"/>
                </a:lnTo>
                <a:cubicBezTo>
                  <a:pt x="221227" y="0"/>
                  <a:pt x="239066" y="17840"/>
                  <a:pt x="239066" y="39846"/>
                </a:cubicBezTo>
                <a:lnTo>
                  <a:pt x="239066" y="1838533"/>
                </a:lnTo>
                <a:cubicBezTo>
                  <a:pt x="239066" y="1860540"/>
                  <a:pt x="221227" y="1878379"/>
                  <a:pt x="199221" y="1878379"/>
                </a:cubicBezTo>
                <a:lnTo>
                  <a:pt x="39846" y="1878379"/>
                </a:lnTo>
                <a:cubicBezTo>
                  <a:pt x="17840" y="1878379"/>
                  <a:pt x="0" y="1860540"/>
                  <a:pt x="0" y="1838533"/>
                </a:cubicBezTo>
                <a:lnTo>
                  <a:pt x="0" y="398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1" cap="flat">
            <a:solidFill>
              <a:srgbClr val="2F528F"/>
            </a:solidFill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139FA-76C1-4AA2-B4F0-8CF78B0B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636" y="1199820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4"/>
                  <a:pt x="42596" y="0"/>
                  <a:pt x="95139" y="0"/>
                </a:cubicBezTo>
                <a:cubicBezTo>
                  <a:pt x="147682" y="0"/>
                  <a:pt x="190278" y="42594"/>
                  <a:pt x="190278" y="95139"/>
                </a:cubicBezTo>
                <a:cubicBezTo>
                  <a:pt x="190278" y="147682"/>
                  <a:pt x="147682" y="190278"/>
                  <a:pt x="95139" y="190278"/>
                </a:cubicBezTo>
                <a:cubicBezTo>
                  <a:pt x="42596" y="190278"/>
                  <a:pt x="0" y="147682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B49835-ED64-44B6-BE67-9B138E51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039" y="1194223"/>
            <a:ext cx="201472" cy="201472"/>
          </a:xfrm>
          <a:custGeom xmlns:a="http://schemas.openxmlformats.org/drawingml/2006/main">
            <a:pathLst>
              <a:path w="201472" h="201472">
                <a:moveTo>
                  <a:pt x="29492" y="171980"/>
                </a:moveTo>
                <a:lnTo>
                  <a:pt x="44401" y="184282"/>
                </a:lnTo>
                <a:lnTo>
                  <a:pt x="61520" y="193574"/>
                </a:lnTo>
                <a:lnTo>
                  <a:pt x="80305" y="199404"/>
                </a:lnTo>
                <a:lnTo>
                  <a:pt x="90444" y="200952"/>
                </a:lnTo>
                <a:lnTo>
                  <a:pt x="100736" y="201472"/>
                </a:lnTo>
                <a:lnTo>
                  <a:pt x="111028" y="200952"/>
                </a:lnTo>
                <a:lnTo>
                  <a:pt x="121167" y="199404"/>
                </a:lnTo>
                <a:lnTo>
                  <a:pt x="139952" y="193574"/>
                </a:lnTo>
                <a:lnTo>
                  <a:pt x="157070" y="184282"/>
                </a:lnTo>
                <a:lnTo>
                  <a:pt x="171980" y="171980"/>
                </a:lnTo>
                <a:lnTo>
                  <a:pt x="184282" y="157070"/>
                </a:lnTo>
                <a:lnTo>
                  <a:pt x="193574" y="139952"/>
                </a:lnTo>
                <a:lnTo>
                  <a:pt x="199404" y="121167"/>
                </a:lnTo>
                <a:lnTo>
                  <a:pt x="200952" y="111027"/>
                </a:lnTo>
                <a:lnTo>
                  <a:pt x="201472" y="100736"/>
                </a:lnTo>
                <a:lnTo>
                  <a:pt x="200952" y="90444"/>
                </a:lnTo>
                <a:lnTo>
                  <a:pt x="199404" y="80305"/>
                </a:lnTo>
                <a:lnTo>
                  <a:pt x="193574" y="61520"/>
                </a:lnTo>
                <a:lnTo>
                  <a:pt x="184282" y="44401"/>
                </a:lnTo>
                <a:lnTo>
                  <a:pt x="171980" y="29492"/>
                </a:lnTo>
                <a:lnTo>
                  <a:pt x="157070" y="17189"/>
                </a:lnTo>
                <a:lnTo>
                  <a:pt x="139952" y="7898"/>
                </a:lnTo>
                <a:lnTo>
                  <a:pt x="121167" y="2066"/>
                </a:lnTo>
                <a:lnTo>
                  <a:pt x="111028" y="519"/>
                </a:lnTo>
                <a:lnTo>
                  <a:pt x="100736" y="0"/>
                </a:lnTo>
                <a:lnTo>
                  <a:pt x="90444" y="519"/>
                </a:lnTo>
                <a:lnTo>
                  <a:pt x="80305" y="2066"/>
                </a:lnTo>
                <a:lnTo>
                  <a:pt x="61520" y="7898"/>
                </a:lnTo>
                <a:lnTo>
                  <a:pt x="44401" y="17189"/>
                </a:lnTo>
                <a:lnTo>
                  <a:pt x="29492" y="29492"/>
                </a:lnTo>
                <a:lnTo>
                  <a:pt x="17189" y="44401"/>
                </a:lnTo>
                <a:lnTo>
                  <a:pt x="7898" y="61520"/>
                </a:lnTo>
                <a:lnTo>
                  <a:pt x="2067" y="80304"/>
                </a:lnTo>
                <a:lnTo>
                  <a:pt x="519" y="90444"/>
                </a:lnTo>
                <a:lnTo>
                  <a:pt x="0" y="100736"/>
                </a:lnTo>
                <a:lnTo>
                  <a:pt x="519" y="111027"/>
                </a:lnTo>
                <a:lnTo>
                  <a:pt x="2067" y="121167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0"/>
                </a:lnTo>
                <a:close/>
                <a:moveTo>
                  <a:pt x="11658" y="91571"/>
                </a:moveTo>
                <a:lnTo>
                  <a:pt x="12994" y="82816"/>
                </a:lnTo>
                <a:lnTo>
                  <a:pt x="18250" y="65886"/>
                </a:lnTo>
                <a:lnTo>
                  <a:pt x="26502" y="50683"/>
                </a:lnTo>
                <a:lnTo>
                  <a:pt x="37434" y="37434"/>
                </a:lnTo>
                <a:lnTo>
                  <a:pt x="50683" y="26502"/>
                </a:lnTo>
                <a:lnTo>
                  <a:pt x="65886" y="18250"/>
                </a:lnTo>
                <a:lnTo>
                  <a:pt x="82822" y="12992"/>
                </a:lnTo>
                <a:lnTo>
                  <a:pt x="91571" y="11658"/>
                </a:lnTo>
                <a:lnTo>
                  <a:pt x="100736" y="11195"/>
                </a:lnTo>
                <a:lnTo>
                  <a:pt x="109901" y="11658"/>
                </a:lnTo>
                <a:lnTo>
                  <a:pt x="118648" y="12992"/>
                </a:lnTo>
                <a:lnTo>
                  <a:pt x="135586" y="18250"/>
                </a:lnTo>
                <a:lnTo>
                  <a:pt x="150788" y="26502"/>
                </a:lnTo>
                <a:lnTo>
                  <a:pt x="164038" y="37434"/>
                </a:lnTo>
                <a:lnTo>
                  <a:pt x="174970" y="50683"/>
                </a:lnTo>
                <a:lnTo>
                  <a:pt x="183222" y="65886"/>
                </a:lnTo>
                <a:lnTo>
                  <a:pt x="188478" y="82816"/>
                </a:lnTo>
                <a:lnTo>
                  <a:pt x="189814" y="91571"/>
                </a:lnTo>
                <a:lnTo>
                  <a:pt x="190277" y="100736"/>
                </a:lnTo>
                <a:lnTo>
                  <a:pt x="189814" y="109901"/>
                </a:lnTo>
                <a:lnTo>
                  <a:pt x="188478" y="118655"/>
                </a:lnTo>
                <a:lnTo>
                  <a:pt x="183222" y="135586"/>
                </a:lnTo>
                <a:lnTo>
                  <a:pt x="174970" y="150788"/>
                </a:lnTo>
                <a:lnTo>
                  <a:pt x="164038" y="164038"/>
                </a:lnTo>
                <a:lnTo>
                  <a:pt x="150788" y="174970"/>
                </a:lnTo>
                <a:lnTo>
                  <a:pt x="135586" y="183222"/>
                </a:lnTo>
                <a:lnTo>
                  <a:pt x="118655" y="188478"/>
                </a:lnTo>
                <a:lnTo>
                  <a:pt x="109901" y="189814"/>
                </a:lnTo>
                <a:lnTo>
                  <a:pt x="100736" y="190277"/>
                </a:lnTo>
                <a:lnTo>
                  <a:pt x="91571" y="189814"/>
                </a:lnTo>
                <a:lnTo>
                  <a:pt x="82815" y="188477"/>
                </a:lnTo>
                <a:lnTo>
                  <a:pt x="65886" y="183222"/>
                </a:lnTo>
                <a:lnTo>
                  <a:pt x="50683" y="174970"/>
                </a:lnTo>
                <a:lnTo>
                  <a:pt x="37434" y="164038"/>
                </a:lnTo>
                <a:lnTo>
                  <a:pt x="26502" y="150788"/>
                </a:lnTo>
                <a:lnTo>
                  <a:pt x="18250" y="135586"/>
                </a:lnTo>
                <a:lnTo>
                  <a:pt x="12994" y="118655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8" y="91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DF9D25-2BFA-4962-850A-D080AA05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636" y="1529147"/>
            <a:ext cx="190278" cy="187838"/>
          </a:xfrm>
          <a:custGeom xmlns:a="http://schemas.openxmlformats.org/drawingml/2006/main">
            <a:pathLst>
              <a:path w="190278" h="187838">
                <a:moveTo>
                  <a:pt x="0" y="93919"/>
                </a:moveTo>
                <a:cubicBezTo>
                  <a:pt x="0" y="42049"/>
                  <a:pt x="42596" y="0"/>
                  <a:pt x="95139" y="0"/>
                </a:cubicBezTo>
                <a:cubicBezTo>
                  <a:pt x="147682" y="0"/>
                  <a:pt x="190278" y="42049"/>
                  <a:pt x="190278" y="93919"/>
                </a:cubicBezTo>
                <a:cubicBezTo>
                  <a:pt x="190278" y="145789"/>
                  <a:pt x="147682" y="187838"/>
                  <a:pt x="95139" y="187838"/>
                </a:cubicBezTo>
                <a:cubicBezTo>
                  <a:pt x="42596" y="187838"/>
                  <a:pt x="0" y="145789"/>
                  <a:pt x="0" y="9391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37357-2B88-469C-A764-B8D15C07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038" y="1523549"/>
            <a:ext cx="201473" cy="199033"/>
          </a:xfrm>
          <a:custGeom xmlns:a="http://schemas.openxmlformats.org/drawingml/2006/main">
            <a:pathLst>
              <a:path w="201473" h="199033">
                <a:moveTo>
                  <a:pt x="29517" y="169924"/>
                </a:moveTo>
                <a:lnTo>
                  <a:pt x="44430" y="182070"/>
                </a:lnTo>
                <a:lnTo>
                  <a:pt x="61545" y="191240"/>
                </a:lnTo>
                <a:lnTo>
                  <a:pt x="80321" y="196994"/>
                </a:lnTo>
                <a:lnTo>
                  <a:pt x="90453" y="198520"/>
                </a:lnTo>
                <a:lnTo>
                  <a:pt x="100737" y="199033"/>
                </a:lnTo>
                <a:lnTo>
                  <a:pt x="111021" y="198520"/>
                </a:lnTo>
                <a:lnTo>
                  <a:pt x="121153" y="196994"/>
                </a:lnTo>
                <a:lnTo>
                  <a:pt x="139929" y="191240"/>
                </a:lnTo>
                <a:lnTo>
                  <a:pt x="157044" y="182070"/>
                </a:lnTo>
                <a:lnTo>
                  <a:pt x="171957" y="169924"/>
                </a:lnTo>
                <a:lnTo>
                  <a:pt x="184264" y="155197"/>
                </a:lnTo>
                <a:lnTo>
                  <a:pt x="193566" y="138281"/>
                </a:lnTo>
                <a:lnTo>
                  <a:pt x="199403" y="119718"/>
                </a:lnTo>
                <a:lnTo>
                  <a:pt x="200953" y="109691"/>
                </a:lnTo>
                <a:lnTo>
                  <a:pt x="201473" y="99517"/>
                </a:lnTo>
                <a:lnTo>
                  <a:pt x="200953" y="89343"/>
                </a:lnTo>
                <a:lnTo>
                  <a:pt x="199403" y="79316"/>
                </a:lnTo>
                <a:lnTo>
                  <a:pt x="193566" y="60752"/>
                </a:lnTo>
                <a:lnTo>
                  <a:pt x="184264" y="43837"/>
                </a:lnTo>
                <a:lnTo>
                  <a:pt x="171957" y="29110"/>
                </a:lnTo>
                <a:lnTo>
                  <a:pt x="157044" y="16964"/>
                </a:lnTo>
                <a:lnTo>
                  <a:pt x="139929" y="7793"/>
                </a:lnTo>
                <a:lnTo>
                  <a:pt x="121153" y="2039"/>
                </a:lnTo>
                <a:lnTo>
                  <a:pt x="111021" y="513"/>
                </a:lnTo>
                <a:lnTo>
                  <a:pt x="100737" y="0"/>
                </a:lnTo>
                <a:lnTo>
                  <a:pt x="90453" y="513"/>
                </a:lnTo>
                <a:lnTo>
                  <a:pt x="80321" y="2039"/>
                </a:lnTo>
                <a:lnTo>
                  <a:pt x="61545" y="7793"/>
                </a:lnTo>
                <a:lnTo>
                  <a:pt x="44430" y="16964"/>
                </a:lnTo>
                <a:lnTo>
                  <a:pt x="29517" y="29110"/>
                </a:lnTo>
                <a:lnTo>
                  <a:pt x="17210" y="43837"/>
                </a:lnTo>
                <a:lnTo>
                  <a:pt x="7908" y="60752"/>
                </a:lnTo>
                <a:lnTo>
                  <a:pt x="2071" y="79316"/>
                </a:lnTo>
                <a:lnTo>
                  <a:pt x="521" y="89343"/>
                </a:lnTo>
                <a:lnTo>
                  <a:pt x="0" y="99517"/>
                </a:lnTo>
                <a:lnTo>
                  <a:pt x="521" y="109691"/>
                </a:lnTo>
                <a:lnTo>
                  <a:pt x="2071" y="119718"/>
                </a:lnTo>
                <a:lnTo>
                  <a:pt x="7908" y="138281"/>
                </a:lnTo>
                <a:lnTo>
                  <a:pt x="17210" y="155197"/>
                </a:lnTo>
                <a:lnTo>
                  <a:pt x="29517" y="169924"/>
                </a:lnTo>
                <a:close/>
                <a:moveTo>
                  <a:pt x="11658" y="90487"/>
                </a:moveTo>
                <a:lnTo>
                  <a:pt x="12991" y="81866"/>
                </a:lnTo>
                <a:lnTo>
                  <a:pt x="18243" y="65163"/>
                </a:lnTo>
                <a:lnTo>
                  <a:pt x="26485" y="50174"/>
                </a:lnTo>
                <a:lnTo>
                  <a:pt x="37411" y="37101"/>
                </a:lnTo>
                <a:lnTo>
                  <a:pt x="50655" y="26313"/>
                </a:lnTo>
                <a:lnTo>
                  <a:pt x="65865" y="18163"/>
                </a:lnTo>
                <a:lnTo>
                  <a:pt x="82809" y="12971"/>
                </a:lnTo>
                <a:lnTo>
                  <a:pt x="91573" y="11652"/>
                </a:lnTo>
                <a:lnTo>
                  <a:pt x="100737" y="11195"/>
                </a:lnTo>
                <a:lnTo>
                  <a:pt x="109901" y="11652"/>
                </a:lnTo>
                <a:lnTo>
                  <a:pt x="118665" y="12971"/>
                </a:lnTo>
                <a:lnTo>
                  <a:pt x="135609" y="18163"/>
                </a:lnTo>
                <a:lnTo>
                  <a:pt x="150816" y="26312"/>
                </a:lnTo>
                <a:lnTo>
                  <a:pt x="164063" y="37101"/>
                </a:lnTo>
                <a:lnTo>
                  <a:pt x="174989" y="50174"/>
                </a:lnTo>
                <a:lnTo>
                  <a:pt x="183231" y="65163"/>
                </a:lnTo>
                <a:lnTo>
                  <a:pt x="188483" y="81866"/>
                </a:lnTo>
                <a:lnTo>
                  <a:pt x="189816" y="90487"/>
                </a:lnTo>
                <a:lnTo>
                  <a:pt x="190277" y="99517"/>
                </a:lnTo>
                <a:lnTo>
                  <a:pt x="189816" y="108546"/>
                </a:lnTo>
                <a:lnTo>
                  <a:pt x="188483" y="117168"/>
                </a:lnTo>
                <a:lnTo>
                  <a:pt x="183231" y="133871"/>
                </a:lnTo>
                <a:lnTo>
                  <a:pt x="174991" y="148858"/>
                </a:lnTo>
                <a:lnTo>
                  <a:pt x="164063" y="161933"/>
                </a:lnTo>
                <a:lnTo>
                  <a:pt x="150812" y="172725"/>
                </a:lnTo>
                <a:lnTo>
                  <a:pt x="135609" y="180870"/>
                </a:lnTo>
                <a:lnTo>
                  <a:pt x="118671" y="186061"/>
                </a:lnTo>
                <a:lnTo>
                  <a:pt x="109912" y="187381"/>
                </a:lnTo>
                <a:lnTo>
                  <a:pt x="100737" y="187839"/>
                </a:lnTo>
                <a:lnTo>
                  <a:pt x="91562" y="187381"/>
                </a:lnTo>
                <a:lnTo>
                  <a:pt x="82803" y="186061"/>
                </a:lnTo>
                <a:lnTo>
                  <a:pt x="65865" y="180870"/>
                </a:lnTo>
                <a:lnTo>
                  <a:pt x="50659" y="172723"/>
                </a:lnTo>
                <a:lnTo>
                  <a:pt x="37411" y="161933"/>
                </a:lnTo>
                <a:lnTo>
                  <a:pt x="26483" y="148858"/>
                </a:lnTo>
                <a:lnTo>
                  <a:pt x="18243" y="133871"/>
                </a:lnTo>
                <a:lnTo>
                  <a:pt x="12991" y="117168"/>
                </a:lnTo>
                <a:lnTo>
                  <a:pt x="11658" y="108546"/>
                </a:lnTo>
                <a:lnTo>
                  <a:pt x="11195" y="99517"/>
                </a:lnTo>
                <a:lnTo>
                  <a:pt x="11658" y="9048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EC2E6B-9E57-409D-BBE4-0D279445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636" y="882692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4"/>
                  <a:pt x="42596" y="0"/>
                  <a:pt x="95139" y="0"/>
                </a:cubicBezTo>
                <a:cubicBezTo>
                  <a:pt x="147682" y="0"/>
                  <a:pt x="190278" y="42594"/>
                  <a:pt x="190278" y="95139"/>
                </a:cubicBezTo>
                <a:cubicBezTo>
                  <a:pt x="190278" y="147682"/>
                  <a:pt x="147682" y="190278"/>
                  <a:pt x="95139" y="190278"/>
                </a:cubicBezTo>
                <a:cubicBezTo>
                  <a:pt x="42596" y="190278"/>
                  <a:pt x="0" y="147682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BE5CF-17AC-4F56-A70A-24438AA56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039" y="877094"/>
            <a:ext cx="201472" cy="201473"/>
          </a:xfrm>
          <a:custGeom xmlns:a="http://schemas.openxmlformats.org/drawingml/2006/main">
            <a:pathLst>
              <a:path w="201472" h="201473">
                <a:moveTo>
                  <a:pt x="29492" y="171981"/>
                </a:moveTo>
                <a:lnTo>
                  <a:pt x="44401" y="184283"/>
                </a:lnTo>
                <a:lnTo>
                  <a:pt x="61520" y="193575"/>
                </a:lnTo>
                <a:lnTo>
                  <a:pt x="80305" y="199406"/>
                </a:lnTo>
                <a:lnTo>
                  <a:pt x="90444" y="200953"/>
                </a:lnTo>
                <a:lnTo>
                  <a:pt x="100736" y="201473"/>
                </a:lnTo>
                <a:lnTo>
                  <a:pt x="111028" y="200953"/>
                </a:lnTo>
                <a:lnTo>
                  <a:pt x="121167" y="199406"/>
                </a:lnTo>
                <a:lnTo>
                  <a:pt x="139952" y="193575"/>
                </a:lnTo>
                <a:lnTo>
                  <a:pt x="157070" y="184283"/>
                </a:lnTo>
                <a:lnTo>
                  <a:pt x="171980" y="171981"/>
                </a:lnTo>
                <a:lnTo>
                  <a:pt x="184282" y="157072"/>
                </a:lnTo>
                <a:lnTo>
                  <a:pt x="193574" y="139952"/>
                </a:lnTo>
                <a:lnTo>
                  <a:pt x="199404" y="121168"/>
                </a:lnTo>
                <a:lnTo>
                  <a:pt x="200952" y="111028"/>
                </a:lnTo>
                <a:lnTo>
                  <a:pt x="201472" y="100737"/>
                </a:lnTo>
                <a:lnTo>
                  <a:pt x="200952" y="90445"/>
                </a:lnTo>
                <a:lnTo>
                  <a:pt x="199404" y="80305"/>
                </a:lnTo>
                <a:lnTo>
                  <a:pt x="193574" y="61521"/>
                </a:lnTo>
                <a:lnTo>
                  <a:pt x="184282" y="44402"/>
                </a:lnTo>
                <a:lnTo>
                  <a:pt x="171980" y="29493"/>
                </a:lnTo>
                <a:lnTo>
                  <a:pt x="157070" y="17191"/>
                </a:lnTo>
                <a:lnTo>
                  <a:pt x="139952" y="7898"/>
                </a:lnTo>
                <a:lnTo>
                  <a:pt x="121167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4" y="520"/>
                </a:lnTo>
                <a:lnTo>
                  <a:pt x="80305" y="2067"/>
                </a:lnTo>
                <a:lnTo>
                  <a:pt x="61520" y="7898"/>
                </a:lnTo>
                <a:lnTo>
                  <a:pt x="44401" y="17191"/>
                </a:lnTo>
                <a:lnTo>
                  <a:pt x="29492" y="29493"/>
                </a:lnTo>
                <a:lnTo>
                  <a:pt x="17189" y="44402"/>
                </a:lnTo>
                <a:lnTo>
                  <a:pt x="7898" y="61521"/>
                </a:lnTo>
                <a:lnTo>
                  <a:pt x="2067" y="80305"/>
                </a:lnTo>
                <a:lnTo>
                  <a:pt x="519" y="90445"/>
                </a:lnTo>
                <a:lnTo>
                  <a:pt x="0" y="100737"/>
                </a:lnTo>
                <a:lnTo>
                  <a:pt x="519" y="111028"/>
                </a:lnTo>
                <a:lnTo>
                  <a:pt x="2067" y="121168"/>
                </a:lnTo>
                <a:lnTo>
                  <a:pt x="7898" y="139952"/>
                </a:lnTo>
                <a:lnTo>
                  <a:pt x="17189" y="157072"/>
                </a:lnTo>
                <a:lnTo>
                  <a:pt x="29492" y="171981"/>
                </a:lnTo>
                <a:close/>
                <a:moveTo>
                  <a:pt x="11658" y="91572"/>
                </a:moveTo>
                <a:lnTo>
                  <a:pt x="12994" y="82817"/>
                </a:lnTo>
                <a:lnTo>
                  <a:pt x="18250" y="65887"/>
                </a:lnTo>
                <a:lnTo>
                  <a:pt x="26502" y="50684"/>
                </a:lnTo>
                <a:lnTo>
                  <a:pt x="37431" y="37437"/>
                </a:lnTo>
                <a:lnTo>
                  <a:pt x="50687" y="26500"/>
                </a:lnTo>
                <a:lnTo>
                  <a:pt x="65886" y="18251"/>
                </a:lnTo>
                <a:lnTo>
                  <a:pt x="82822" y="12994"/>
                </a:lnTo>
                <a:lnTo>
                  <a:pt x="91571" y="11659"/>
                </a:lnTo>
                <a:lnTo>
                  <a:pt x="100736" y="11195"/>
                </a:lnTo>
                <a:lnTo>
                  <a:pt x="109901" y="11659"/>
                </a:lnTo>
                <a:lnTo>
                  <a:pt x="118648" y="12993"/>
                </a:lnTo>
                <a:lnTo>
                  <a:pt x="135586" y="18251"/>
                </a:lnTo>
                <a:lnTo>
                  <a:pt x="150785" y="26500"/>
                </a:lnTo>
                <a:lnTo>
                  <a:pt x="164041" y="37437"/>
                </a:lnTo>
                <a:lnTo>
                  <a:pt x="174970" y="50684"/>
                </a:lnTo>
                <a:lnTo>
                  <a:pt x="183222" y="65887"/>
                </a:lnTo>
                <a:lnTo>
                  <a:pt x="188478" y="82817"/>
                </a:lnTo>
                <a:lnTo>
                  <a:pt x="189814" y="91572"/>
                </a:lnTo>
                <a:lnTo>
                  <a:pt x="190277" y="100737"/>
                </a:lnTo>
                <a:lnTo>
                  <a:pt x="189814" y="109900"/>
                </a:lnTo>
                <a:lnTo>
                  <a:pt x="188478" y="118656"/>
                </a:lnTo>
                <a:lnTo>
                  <a:pt x="183222" y="135587"/>
                </a:lnTo>
                <a:lnTo>
                  <a:pt x="174970" y="150789"/>
                </a:lnTo>
                <a:lnTo>
                  <a:pt x="164041" y="164036"/>
                </a:lnTo>
                <a:lnTo>
                  <a:pt x="150788" y="174971"/>
                </a:lnTo>
                <a:lnTo>
                  <a:pt x="135581" y="183225"/>
                </a:lnTo>
                <a:lnTo>
                  <a:pt x="118655" y="188479"/>
                </a:lnTo>
                <a:lnTo>
                  <a:pt x="109901" y="189815"/>
                </a:lnTo>
                <a:lnTo>
                  <a:pt x="100736" y="190278"/>
                </a:lnTo>
                <a:lnTo>
                  <a:pt x="91571" y="189815"/>
                </a:lnTo>
                <a:lnTo>
                  <a:pt x="82815" y="188478"/>
                </a:lnTo>
                <a:lnTo>
                  <a:pt x="65891" y="183225"/>
                </a:lnTo>
                <a:lnTo>
                  <a:pt x="50683" y="174971"/>
                </a:lnTo>
                <a:lnTo>
                  <a:pt x="37431" y="164036"/>
                </a:lnTo>
                <a:lnTo>
                  <a:pt x="26502" y="150789"/>
                </a:lnTo>
                <a:lnTo>
                  <a:pt x="18250" y="135587"/>
                </a:lnTo>
                <a:lnTo>
                  <a:pt x="12994" y="118656"/>
                </a:lnTo>
                <a:lnTo>
                  <a:pt x="11657" y="109900"/>
                </a:lnTo>
                <a:lnTo>
                  <a:pt x="11195" y="100737"/>
                </a:lnTo>
                <a:lnTo>
                  <a:pt x="11658" y="91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B64FB1-62E2-414A-BCAD-60432721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636" y="1834077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6"/>
                  <a:pt x="42596" y="0"/>
                  <a:pt x="95139" y="0"/>
                </a:cubicBezTo>
                <a:cubicBezTo>
                  <a:pt x="147682" y="0"/>
                  <a:pt x="190278" y="42596"/>
                  <a:pt x="190278" y="95139"/>
                </a:cubicBezTo>
                <a:cubicBezTo>
                  <a:pt x="190278" y="147683"/>
                  <a:pt x="147682" y="190278"/>
                  <a:pt x="95139" y="190278"/>
                </a:cubicBezTo>
                <a:cubicBezTo>
                  <a:pt x="42596" y="190278"/>
                  <a:pt x="0" y="147683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D0174-0318-4FAA-BD93-2D168471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039" y="1828480"/>
            <a:ext cx="201472" cy="201473"/>
          </a:xfrm>
          <a:custGeom xmlns:a="http://schemas.openxmlformats.org/drawingml/2006/main">
            <a:pathLst>
              <a:path w="201472" h="201473">
                <a:moveTo>
                  <a:pt x="29492" y="171980"/>
                </a:moveTo>
                <a:lnTo>
                  <a:pt x="44401" y="184282"/>
                </a:lnTo>
                <a:lnTo>
                  <a:pt x="61520" y="193575"/>
                </a:lnTo>
                <a:lnTo>
                  <a:pt x="80305" y="199406"/>
                </a:lnTo>
                <a:lnTo>
                  <a:pt x="90444" y="200953"/>
                </a:lnTo>
                <a:lnTo>
                  <a:pt x="100736" y="201473"/>
                </a:lnTo>
                <a:lnTo>
                  <a:pt x="111028" y="200953"/>
                </a:lnTo>
                <a:lnTo>
                  <a:pt x="121167" y="199406"/>
                </a:lnTo>
                <a:lnTo>
                  <a:pt x="139952" y="193575"/>
                </a:lnTo>
                <a:lnTo>
                  <a:pt x="157070" y="184282"/>
                </a:lnTo>
                <a:lnTo>
                  <a:pt x="171980" y="171980"/>
                </a:lnTo>
                <a:lnTo>
                  <a:pt x="184282" y="157070"/>
                </a:lnTo>
                <a:lnTo>
                  <a:pt x="193574" y="139952"/>
                </a:lnTo>
                <a:lnTo>
                  <a:pt x="199404" y="121168"/>
                </a:lnTo>
                <a:lnTo>
                  <a:pt x="200952" y="111028"/>
                </a:lnTo>
                <a:lnTo>
                  <a:pt x="201472" y="100736"/>
                </a:lnTo>
                <a:lnTo>
                  <a:pt x="200952" y="90445"/>
                </a:lnTo>
                <a:lnTo>
                  <a:pt x="199404" y="80305"/>
                </a:lnTo>
                <a:lnTo>
                  <a:pt x="193574" y="61521"/>
                </a:lnTo>
                <a:lnTo>
                  <a:pt x="184282" y="44402"/>
                </a:lnTo>
                <a:lnTo>
                  <a:pt x="171980" y="29492"/>
                </a:lnTo>
                <a:lnTo>
                  <a:pt x="157070" y="17191"/>
                </a:lnTo>
                <a:lnTo>
                  <a:pt x="139952" y="7898"/>
                </a:lnTo>
                <a:lnTo>
                  <a:pt x="121167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4" y="520"/>
                </a:lnTo>
                <a:lnTo>
                  <a:pt x="80305" y="2067"/>
                </a:lnTo>
                <a:lnTo>
                  <a:pt x="61520" y="7898"/>
                </a:lnTo>
                <a:lnTo>
                  <a:pt x="44401" y="17191"/>
                </a:lnTo>
                <a:lnTo>
                  <a:pt x="29492" y="29492"/>
                </a:lnTo>
                <a:lnTo>
                  <a:pt x="17189" y="44402"/>
                </a:lnTo>
                <a:lnTo>
                  <a:pt x="7898" y="61521"/>
                </a:lnTo>
                <a:lnTo>
                  <a:pt x="2067" y="80305"/>
                </a:lnTo>
                <a:lnTo>
                  <a:pt x="519" y="90445"/>
                </a:lnTo>
                <a:lnTo>
                  <a:pt x="0" y="100736"/>
                </a:lnTo>
                <a:lnTo>
                  <a:pt x="519" y="111028"/>
                </a:lnTo>
                <a:lnTo>
                  <a:pt x="2067" y="121168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0"/>
                </a:lnTo>
                <a:close/>
                <a:moveTo>
                  <a:pt x="11657" y="91572"/>
                </a:moveTo>
                <a:lnTo>
                  <a:pt x="12994" y="82817"/>
                </a:lnTo>
                <a:lnTo>
                  <a:pt x="18250" y="65886"/>
                </a:lnTo>
                <a:lnTo>
                  <a:pt x="26502" y="50683"/>
                </a:lnTo>
                <a:lnTo>
                  <a:pt x="37431" y="37437"/>
                </a:lnTo>
                <a:lnTo>
                  <a:pt x="50683" y="26502"/>
                </a:lnTo>
                <a:lnTo>
                  <a:pt x="65886" y="18251"/>
                </a:lnTo>
                <a:lnTo>
                  <a:pt x="82815" y="12995"/>
                </a:lnTo>
                <a:lnTo>
                  <a:pt x="91582" y="11657"/>
                </a:lnTo>
                <a:lnTo>
                  <a:pt x="100736" y="11195"/>
                </a:lnTo>
                <a:lnTo>
                  <a:pt x="109890" y="11657"/>
                </a:lnTo>
                <a:lnTo>
                  <a:pt x="118655" y="12994"/>
                </a:lnTo>
                <a:lnTo>
                  <a:pt x="135586" y="18251"/>
                </a:lnTo>
                <a:lnTo>
                  <a:pt x="150788" y="26502"/>
                </a:lnTo>
                <a:lnTo>
                  <a:pt x="164041" y="37437"/>
                </a:lnTo>
                <a:lnTo>
                  <a:pt x="174970" y="50683"/>
                </a:lnTo>
                <a:lnTo>
                  <a:pt x="183222" y="65886"/>
                </a:lnTo>
                <a:lnTo>
                  <a:pt x="188478" y="82817"/>
                </a:lnTo>
                <a:lnTo>
                  <a:pt x="189814" y="91572"/>
                </a:lnTo>
                <a:lnTo>
                  <a:pt x="190277" y="100736"/>
                </a:lnTo>
                <a:lnTo>
                  <a:pt x="189814" y="109901"/>
                </a:lnTo>
                <a:lnTo>
                  <a:pt x="188478" y="118656"/>
                </a:lnTo>
                <a:lnTo>
                  <a:pt x="183222" y="135586"/>
                </a:lnTo>
                <a:lnTo>
                  <a:pt x="174970" y="150788"/>
                </a:lnTo>
                <a:lnTo>
                  <a:pt x="164041" y="164036"/>
                </a:lnTo>
                <a:lnTo>
                  <a:pt x="150785" y="174973"/>
                </a:lnTo>
                <a:lnTo>
                  <a:pt x="135586" y="183222"/>
                </a:lnTo>
                <a:lnTo>
                  <a:pt x="118648" y="188480"/>
                </a:lnTo>
                <a:lnTo>
                  <a:pt x="109901" y="189814"/>
                </a:lnTo>
                <a:lnTo>
                  <a:pt x="100736" y="190278"/>
                </a:lnTo>
                <a:lnTo>
                  <a:pt x="91571" y="189814"/>
                </a:lnTo>
                <a:lnTo>
                  <a:pt x="82822" y="188479"/>
                </a:lnTo>
                <a:lnTo>
                  <a:pt x="65886" y="183222"/>
                </a:lnTo>
                <a:lnTo>
                  <a:pt x="50687" y="174973"/>
                </a:lnTo>
                <a:lnTo>
                  <a:pt x="37431" y="164036"/>
                </a:lnTo>
                <a:lnTo>
                  <a:pt x="26502" y="150788"/>
                </a:lnTo>
                <a:lnTo>
                  <a:pt x="18250" y="135586"/>
                </a:lnTo>
                <a:lnTo>
                  <a:pt x="12994" y="118656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7" y="915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2EEB46-F09C-493F-B979-506C13AB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3168" y="1582206"/>
            <a:ext cx="310277" cy="67085"/>
          </a:xfrm>
          <a:custGeom xmlns:a="http://schemas.openxmlformats.org/drawingml/2006/main">
            <a:pathLst>
              <a:path w="310277" h="67085">
                <a:moveTo>
                  <a:pt x="0" y="30746"/>
                </a:moveTo>
                <a:lnTo>
                  <a:pt x="0" y="36337"/>
                </a:lnTo>
                <a:lnTo>
                  <a:pt x="243191" y="36338"/>
                </a:lnTo>
                <a:lnTo>
                  <a:pt x="243191" y="67085"/>
                </a:lnTo>
                <a:lnTo>
                  <a:pt x="310277" y="33542"/>
                </a:lnTo>
                <a:lnTo>
                  <a:pt x="243192" y="0"/>
                </a:lnTo>
                <a:lnTo>
                  <a:pt x="243191" y="30747"/>
                </a:lnTo>
                <a:lnTo>
                  <a:pt x="0" y="3074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EF349D-D298-4EF1-9A1B-B4F343609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3752" y="1582380"/>
            <a:ext cx="247413" cy="67085"/>
          </a:xfrm>
          <a:custGeom xmlns:a="http://schemas.openxmlformats.org/drawingml/2006/main">
            <a:pathLst>
              <a:path w="247413" h="67085">
                <a:moveTo>
                  <a:pt x="180416" y="67085"/>
                </a:moveTo>
                <a:lnTo>
                  <a:pt x="247413" y="33367"/>
                </a:lnTo>
                <a:lnTo>
                  <a:pt x="180241" y="0"/>
                </a:lnTo>
                <a:lnTo>
                  <a:pt x="180321" y="30747"/>
                </a:lnTo>
                <a:lnTo>
                  <a:pt x="0" y="31218"/>
                </a:lnTo>
                <a:lnTo>
                  <a:pt x="15" y="36808"/>
                </a:lnTo>
                <a:lnTo>
                  <a:pt x="180336" y="36338"/>
                </a:lnTo>
                <a:lnTo>
                  <a:pt x="180416" y="670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6bcd7634f41cd"/>
          <a:stretch xmlns:a="http://schemas.openxmlformats.org/drawingml/2006/main"/>
        </p:blipFill>
        <p:spPr>
          <a:xfrm xmlns:a="http://schemas.openxmlformats.org/drawingml/2006/main">
            <a:off x="1800823" y="2881823"/>
            <a:ext cx="609863" cy="609863"/>
          </a:xfrm>
          <a:prstGeom xmlns:a="http://schemas.openxmlformats.org/drawingml/2006/main" prst="rect">
            <a:avLst/>
          </a:prstGeom>
        </p:spPr>
      </p:pic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C64BA4-B1E2-484F-BFBB-DDB83BBB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62" y="2917195"/>
            <a:ext cx="805019" cy="541559"/>
          </a:xfrm>
          <a:custGeom xmlns:a="http://schemas.openxmlformats.org/drawingml/2006/main">
            <a:pathLst>
              <a:path w="805019" h="541559">
                <a:moveTo>
                  <a:pt x="0" y="270779"/>
                </a:moveTo>
                <a:lnTo>
                  <a:pt x="402510" y="0"/>
                </a:lnTo>
                <a:lnTo>
                  <a:pt x="805019" y="270779"/>
                </a:lnTo>
                <a:lnTo>
                  <a:pt x="402510" y="541559"/>
                </a:lnTo>
                <a:lnTo>
                  <a:pt x="0" y="270779"/>
                </a:lnTo>
                <a:close/>
              </a:path>
            </a:pathLst>
          </a:custGeom>
          <a:solidFill xmlns:a="http://schemas.openxmlformats.org/drawingml/2006/main">
            <a:srgbClr val="C5E0B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E82C20-BC3C-4D44-9743-63EE7863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62" y="2917195"/>
            <a:ext cx="805020" cy="541559"/>
          </a:xfrm>
          <a:custGeom xmlns:a="http://schemas.openxmlformats.org/drawingml/2006/main">
            <a:pathLst>
              <a:path w="805020" h="541559" fill="none">
                <a:moveTo>
                  <a:pt x="0" y="270779"/>
                </a:moveTo>
                <a:lnTo>
                  <a:pt x="402510" y="0"/>
                </a:lnTo>
                <a:lnTo>
                  <a:pt x="805020" y="270779"/>
                </a:lnTo>
                <a:lnTo>
                  <a:pt x="402510" y="541559"/>
                </a:lnTo>
                <a:lnTo>
                  <a:pt x="0" y="27077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81" cap="flat">
            <a:solidFill>
              <a:srgbClr val="172C51"/>
            </a:solidFill>
            <a:miter/>
          </a:ln>
        </p:spPr>
      </p:sp>
      <p:sp>
        <p:nvSpPr>
          <p:cNvPr id="137" name="Text length">
            <a:extLst xmlns:a="http://schemas.openxmlformats.org/drawingml/2006/main">
              <a:ext uri="{FF2B5EF4-FFF2-40B4-BE49-F238E27FC236}">
                <a16:creationId xmlns:a16="http://schemas.microsoft.com/office/drawing/2014/main" id="{407B427D-ABD3-4566-AF26-FBCB5EE1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7430" y="3065666"/>
            <a:ext cx="348232" cy="126701"/>
          </a:xfrm>
          <a:custGeom xmlns:a="http://schemas.openxmlformats.org/drawingml/2006/main">
            <a:pathLst>
              <a:path w="348232" h="126701">
                <a:moveTo>
                  <a:pt x="13299" y="92831"/>
                </a:moveTo>
                <a:lnTo>
                  <a:pt x="721" y="92831"/>
                </a:lnTo>
                <a:cubicBezTo>
                  <a:pt x="1507" y="78419"/>
                  <a:pt x="1900" y="62128"/>
                  <a:pt x="1900" y="43959"/>
                </a:cubicBezTo>
                <a:cubicBezTo>
                  <a:pt x="1900" y="26314"/>
                  <a:pt x="1267" y="11880"/>
                  <a:pt x="0" y="655"/>
                </a:cubicBezTo>
                <a:lnTo>
                  <a:pt x="13299" y="0"/>
                </a:lnTo>
                <a:cubicBezTo>
                  <a:pt x="12469" y="11880"/>
                  <a:pt x="12054" y="26533"/>
                  <a:pt x="12054" y="43959"/>
                </a:cubicBezTo>
                <a:cubicBezTo>
                  <a:pt x="12054" y="61909"/>
                  <a:pt x="12469" y="78200"/>
                  <a:pt x="13299" y="92831"/>
                </a:cubicBezTo>
                <a:close/>
                <a:moveTo>
                  <a:pt x="85127" y="54376"/>
                </a:moveTo>
                <a:cubicBezTo>
                  <a:pt x="85127" y="56210"/>
                  <a:pt x="85040" y="58743"/>
                  <a:pt x="84865" y="61975"/>
                </a:cubicBezTo>
                <a:lnTo>
                  <a:pt x="39858" y="62761"/>
                </a:lnTo>
                <a:cubicBezTo>
                  <a:pt x="40295" y="69138"/>
                  <a:pt x="42762" y="74477"/>
                  <a:pt x="47261" y="78779"/>
                </a:cubicBezTo>
                <a:cubicBezTo>
                  <a:pt x="51760" y="83081"/>
                  <a:pt x="57721" y="85232"/>
                  <a:pt x="65146" y="85232"/>
                </a:cubicBezTo>
                <a:cubicBezTo>
                  <a:pt x="71785" y="85232"/>
                  <a:pt x="78008" y="84424"/>
                  <a:pt x="83817" y="82808"/>
                </a:cubicBezTo>
                <a:lnTo>
                  <a:pt x="82703" y="92045"/>
                </a:lnTo>
                <a:cubicBezTo>
                  <a:pt x="78423" y="93749"/>
                  <a:pt x="72243" y="94600"/>
                  <a:pt x="64163" y="94600"/>
                </a:cubicBezTo>
                <a:cubicBezTo>
                  <a:pt x="52808" y="94600"/>
                  <a:pt x="44149" y="91499"/>
                  <a:pt x="38188" y="85297"/>
                </a:cubicBezTo>
                <a:cubicBezTo>
                  <a:pt x="32226" y="79096"/>
                  <a:pt x="29245" y="71540"/>
                  <a:pt x="29245" y="62630"/>
                </a:cubicBezTo>
                <a:cubicBezTo>
                  <a:pt x="29245" y="53109"/>
                  <a:pt x="31964" y="44909"/>
                  <a:pt x="37401" y="38030"/>
                </a:cubicBezTo>
                <a:cubicBezTo>
                  <a:pt x="42839" y="31151"/>
                  <a:pt x="50144" y="27712"/>
                  <a:pt x="59315" y="27712"/>
                </a:cubicBezTo>
                <a:cubicBezTo>
                  <a:pt x="67745" y="27712"/>
                  <a:pt x="74154" y="30201"/>
                  <a:pt x="78543" y="35180"/>
                </a:cubicBezTo>
                <a:cubicBezTo>
                  <a:pt x="82933" y="40159"/>
                  <a:pt x="85127" y="46558"/>
                  <a:pt x="85127" y="54376"/>
                </a:cubicBezTo>
                <a:moveTo>
                  <a:pt x="74187" y="54507"/>
                </a:moveTo>
                <a:cubicBezTo>
                  <a:pt x="74187" y="42234"/>
                  <a:pt x="69055" y="36097"/>
                  <a:pt x="58791" y="36097"/>
                </a:cubicBezTo>
                <a:cubicBezTo>
                  <a:pt x="48309" y="36097"/>
                  <a:pt x="42129" y="42474"/>
                  <a:pt x="40251" y="55227"/>
                </a:cubicBezTo>
                <a:lnTo>
                  <a:pt x="74187" y="54507"/>
                </a:lnTo>
                <a:close/>
                <a:moveTo>
                  <a:pt x="155350" y="92831"/>
                </a:moveTo>
                <a:lnTo>
                  <a:pt x="143427" y="92831"/>
                </a:lnTo>
                <a:cubicBezTo>
                  <a:pt x="144387" y="81345"/>
                  <a:pt x="144868" y="68810"/>
                  <a:pt x="144868" y="55227"/>
                </a:cubicBezTo>
                <a:cubicBezTo>
                  <a:pt x="144868" y="48501"/>
                  <a:pt x="143503" y="43904"/>
                  <a:pt x="140773" y="41437"/>
                </a:cubicBezTo>
                <a:cubicBezTo>
                  <a:pt x="138044" y="38969"/>
                  <a:pt x="134146" y="37735"/>
                  <a:pt x="129079" y="37735"/>
                </a:cubicBezTo>
                <a:cubicBezTo>
                  <a:pt x="122877" y="37735"/>
                  <a:pt x="117156" y="39985"/>
                  <a:pt x="111915" y="44483"/>
                </a:cubicBezTo>
                <a:cubicBezTo>
                  <a:pt x="111915" y="59376"/>
                  <a:pt x="112002" y="75492"/>
                  <a:pt x="112177" y="92831"/>
                </a:cubicBezTo>
                <a:lnTo>
                  <a:pt x="100254" y="92831"/>
                </a:lnTo>
                <a:cubicBezTo>
                  <a:pt x="100996" y="77982"/>
                  <a:pt x="101367" y="67238"/>
                  <a:pt x="101367" y="60599"/>
                </a:cubicBezTo>
                <a:cubicBezTo>
                  <a:pt x="101367" y="50379"/>
                  <a:pt x="100407" y="40465"/>
                  <a:pt x="98485" y="30856"/>
                </a:cubicBezTo>
                <a:lnTo>
                  <a:pt x="110015" y="29219"/>
                </a:lnTo>
                <a:lnTo>
                  <a:pt x="111260" y="37211"/>
                </a:lnTo>
                <a:lnTo>
                  <a:pt x="111784" y="37211"/>
                </a:lnTo>
                <a:cubicBezTo>
                  <a:pt x="118248" y="31359"/>
                  <a:pt x="125170" y="28432"/>
                  <a:pt x="132551" y="28432"/>
                </a:cubicBezTo>
                <a:cubicBezTo>
                  <a:pt x="139802" y="28432"/>
                  <a:pt x="145414" y="30038"/>
                  <a:pt x="149388" y="33248"/>
                </a:cubicBezTo>
                <a:cubicBezTo>
                  <a:pt x="153363" y="36458"/>
                  <a:pt x="155350" y="42168"/>
                  <a:pt x="155350" y="50379"/>
                </a:cubicBezTo>
                <a:cubicBezTo>
                  <a:pt x="155350" y="51209"/>
                  <a:pt x="155306" y="52847"/>
                  <a:pt x="155219" y="55293"/>
                </a:cubicBezTo>
                <a:cubicBezTo>
                  <a:pt x="155132" y="57738"/>
                  <a:pt x="155088" y="59376"/>
                  <a:pt x="155088" y="60206"/>
                </a:cubicBezTo>
                <a:cubicBezTo>
                  <a:pt x="155088" y="67500"/>
                  <a:pt x="155175" y="78375"/>
                  <a:pt x="155350" y="92831"/>
                </a:cubicBezTo>
                <a:close/>
                <a:moveTo>
                  <a:pt x="234055" y="22340"/>
                </a:moveTo>
                <a:lnTo>
                  <a:pt x="233007" y="31381"/>
                </a:lnTo>
                <a:cubicBezTo>
                  <a:pt x="224883" y="31381"/>
                  <a:pt x="220407" y="32691"/>
                  <a:pt x="219577" y="35311"/>
                </a:cubicBezTo>
                <a:lnTo>
                  <a:pt x="219577" y="35966"/>
                </a:lnTo>
                <a:cubicBezTo>
                  <a:pt x="222372" y="39373"/>
                  <a:pt x="223770" y="43260"/>
                  <a:pt x="223770" y="47628"/>
                </a:cubicBezTo>
                <a:cubicBezTo>
                  <a:pt x="223770" y="54441"/>
                  <a:pt x="221531" y="60064"/>
                  <a:pt x="217055" y="64497"/>
                </a:cubicBezTo>
                <a:cubicBezTo>
                  <a:pt x="212578" y="68930"/>
                  <a:pt x="205666" y="71147"/>
                  <a:pt x="196320" y="71147"/>
                </a:cubicBezTo>
                <a:cubicBezTo>
                  <a:pt x="192171" y="71147"/>
                  <a:pt x="188873" y="70710"/>
                  <a:pt x="186427" y="69836"/>
                </a:cubicBezTo>
                <a:cubicBezTo>
                  <a:pt x="184287" y="71365"/>
                  <a:pt x="183217" y="73265"/>
                  <a:pt x="183217" y="75536"/>
                </a:cubicBezTo>
                <a:cubicBezTo>
                  <a:pt x="183217" y="78331"/>
                  <a:pt x="184484" y="80187"/>
                  <a:pt x="187017" y="81105"/>
                </a:cubicBezTo>
                <a:cubicBezTo>
                  <a:pt x="190249" y="82328"/>
                  <a:pt x="196997" y="82939"/>
                  <a:pt x="207260" y="82939"/>
                </a:cubicBezTo>
                <a:cubicBezTo>
                  <a:pt x="223857" y="82939"/>
                  <a:pt x="232155" y="88442"/>
                  <a:pt x="232155" y="99448"/>
                </a:cubicBezTo>
                <a:cubicBezTo>
                  <a:pt x="232155" y="107310"/>
                  <a:pt x="228923" y="113817"/>
                  <a:pt x="222459" y="118971"/>
                </a:cubicBezTo>
                <a:cubicBezTo>
                  <a:pt x="215995" y="124125"/>
                  <a:pt x="207632" y="126701"/>
                  <a:pt x="197368" y="126701"/>
                </a:cubicBezTo>
                <a:cubicBezTo>
                  <a:pt x="186842" y="126701"/>
                  <a:pt x="179341" y="124791"/>
                  <a:pt x="174864" y="120969"/>
                </a:cubicBezTo>
                <a:cubicBezTo>
                  <a:pt x="170388" y="117148"/>
                  <a:pt x="168149" y="112551"/>
                  <a:pt x="168149" y="107179"/>
                </a:cubicBezTo>
                <a:cubicBezTo>
                  <a:pt x="168149" y="102287"/>
                  <a:pt x="169252" y="98356"/>
                  <a:pt x="171458" y="95386"/>
                </a:cubicBezTo>
                <a:cubicBezTo>
                  <a:pt x="173663" y="92417"/>
                  <a:pt x="176404" y="90582"/>
                  <a:pt x="179680" y="89883"/>
                </a:cubicBezTo>
                <a:lnTo>
                  <a:pt x="179680" y="89294"/>
                </a:lnTo>
                <a:cubicBezTo>
                  <a:pt x="176229" y="87634"/>
                  <a:pt x="174504" y="84446"/>
                  <a:pt x="174504" y="79729"/>
                </a:cubicBezTo>
                <a:cubicBezTo>
                  <a:pt x="174504" y="75449"/>
                  <a:pt x="176688" y="71693"/>
                  <a:pt x="181055" y="68461"/>
                </a:cubicBezTo>
                <a:lnTo>
                  <a:pt x="181055" y="67937"/>
                </a:lnTo>
                <a:cubicBezTo>
                  <a:pt x="178741" y="66801"/>
                  <a:pt x="176535" y="64879"/>
                  <a:pt x="174439" y="62172"/>
                </a:cubicBezTo>
                <a:cubicBezTo>
                  <a:pt x="172342" y="59464"/>
                  <a:pt x="171294" y="56101"/>
                  <a:pt x="171294" y="52083"/>
                </a:cubicBezTo>
                <a:cubicBezTo>
                  <a:pt x="171294" y="45138"/>
                  <a:pt x="173587" y="39482"/>
                  <a:pt x="178173" y="35115"/>
                </a:cubicBezTo>
                <a:cubicBezTo>
                  <a:pt x="182759" y="30747"/>
                  <a:pt x="189397" y="28564"/>
                  <a:pt x="198089" y="28564"/>
                </a:cubicBezTo>
                <a:cubicBezTo>
                  <a:pt x="205208" y="28564"/>
                  <a:pt x="210798" y="29852"/>
                  <a:pt x="214860" y="32429"/>
                </a:cubicBezTo>
                <a:lnTo>
                  <a:pt x="215580" y="32429"/>
                </a:lnTo>
                <a:cubicBezTo>
                  <a:pt x="216978" y="25048"/>
                  <a:pt x="220647" y="21357"/>
                  <a:pt x="226587" y="21357"/>
                </a:cubicBezTo>
                <a:cubicBezTo>
                  <a:pt x="229819" y="21357"/>
                  <a:pt x="232308" y="21685"/>
                  <a:pt x="234055" y="22340"/>
                </a:cubicBezTo>
                <a:moveTo>
                  <a:pt x="222328" y="103903"/>
                </a:moveTo>
                <a:cubicBezTo>
                  <a:pt x="222328" y="99798"/>
                  <a:pt x="220832" y="96904"/>
                  <a:pt x="217841" y="95223"/>
                </a:cubicBezTo>
                <a:cubicBezTo>
                  <a:pt x="214849" y="93541"/>
                  <a:pt x="209226" y="92700"/>
                  <a:pt x="200971" y="92700"/>
                </a:cubicBezTo>
                <a:cubicBezTo>
                  <a:pt x="195381" y="92700"/>
                  <a:pt x="190271" y="92438"/>
                  <a:pt x="185641" y="91914"/>
                </a:cubicBezTo>
                <a:cubicBezTo>
                  <a:pt x="180313" y="94491"/>
                  <a:pt x="177649" y="98269"/>
                  <a:pt x="177649" y="103248"/>
                </a:cubicBezTo>
                <a:cubicBezTo>
                  <a:pt x="177649" y="113905"/>
                  <a:pt x="184637" y="119233"/>
                  <a:pt x="198613" y="119233"/>
                </a:cubicBezTo>
                <a:cubicBezTo>
                  <a:pt x="205906" y="119233"/>
                  <a:pt x="211682" y="117814"/>
                  <a:pt x="215941" y="114975"/>
                </a:cubicBezTo>
                <a:cubicBezTo>
                  <a:pt x="220199" y="112136"/>
                  <a:pt x="222328" y="108445"/>
                  <a:pt x="222328" y="103903"/>
                </a:cubicBezTo>
                <a:moveTo>
                  <a:pt x="213222" y="50314"/>
                </a:moveTo>
                <a:cubicBezTo>
                  <a:pt x="213222" y="45509"/>
                  <a:pt x="211704" y="41830"/>
                  <a:pt x="208669" y="39275"/>
                </a:cubicBezTo>
                <a:cubicBezTo>
                  <a:pt x="205633" y="36720"/>
                  <a:pt x="201779" y="35442"/>
                  <a:pt x="197106" y="35442"/>
                </a:cubicBezTo>
                <a:cubicBezTo>
                  <a:pt x="192695" y="35442"/>
                  <a:pt x="189004" y="36676"/>
                  <a:pt x="186034" y="39144"/>
                </a:cubicBezTo>
                <a:cubicBezTo>
                  <a:pt x="183064" y="41611"/>
                  <a:pt x="181579" y="45116"/>
                  <a:pt x="181579" y="49659"/>
                </a:cubicBezTo>
                <a:cubicBezTo>
                  <a:pt x="181579" y="54419"/>
                  <a:pt x="183097" y="58044"/>
                  <a:pt x="186133" y="60534"/>
                </a:cubicBezTo>
                <a:cubicBezTo>
                  <a:pt x="189168" y="63023"/>
                  <a:pt x="193066" y="64268"/>
                  <a:pt x="197827" y="64268"/>
                </a:cubicBezTo>
                <a:cubicBezTo>
                  <a:pt x="202194" y="64268"/>
                  <a:pt x="205852" y="63056"/>
                  <a:pt x="208800" y="60632"/>
                </a:cubicBezTo>
                <a:cubicBezTo>
                  <a:pt x="211748" y="58208"/>
                  <a:pt x="213222" y="54769"/>
                  <a:pt x="213222" y="50314"/>
                </a:cubicBezTo>
                <a:close/>
                <a:moveTo>
                  <a:pt x="281121" y="83791"/>
                </a:moveTo>
                <a:lnTo>
                  <a:pt x="280335" y="92307"/>
                </a:lnTo>
                <a:cubicBezTo>
                  <a:pt x="276884" y="93574"/>
                  <a:pt x="273631" y="94207"/>
                  <a:pt x="270573" y="94207"/>
                </a:cubicBezTo>
                <a:cubicBezTo>
                  <a:pt x="262712" y="94207"/>
                  <a:pt x="257340" y="92209"/>
                  <a:pt x="254457" y="88213"/>
                </a:cubicBezTo>
                <a:cubicBezTo>
                  <a:pt x="251575" y="84217"/>
                  <a:pt x="250133" y="77065"/>
                  <a:pt x="250133" y="66757"/>
                </a:cubicBezTo>
                <a:cubicBezTo>
                  <a:pt x="250133" y="60075"/>
                  <a:pt x="250177" y="51362"/>
                  <a:pt x="250264" y="40618"/>
                </a:cubicBezTo>
                <a:cubicBezTo>
                  <a:pt x="247819" y="40618"/>
                  <a:pt x="244215" y="40749"/>
                  <a:pt x="239455" y="41011"/>
                </a:cubicBezTo>
                <a:lnTo>
                  <a:pt x="239848" y="31512"/>
                </a:lnTo>
                <a:cubicBezTo>
                  <a:pt x="243997" y="31774"/>
                  <a:pt x="247709" y="31905"/>
                  <a:pt x="250985" y="31905"/>
                </a:cubicBezTo>
                <a:cubicBezTo>
                  <a:pt x="250985" y="29284"/>
                  <a:pt x="251203" y="23060"/>
                  <a:pt x="251640" y="13234"/>
                </a:cubicBezTo>
                <a:lnTo>
                  <a:pt x="261926" y="12185"/>
                </a:lnTo>
                <a:cubicBezTo>
                  <a:pt x="261183" y="21357"/>
                  <a:pt x="260812" y="27930"/>
                  <a:pt x="260812" y="31905"/>
                </a:cubicBezTo>
                <a:cubicBezTo>
                  <a:pt x="265092" y="31905"/>
                  <a:pt x="271381" y="31686"/>
                  <a:pt x="279680" y="31250"/>
                </a:cubicBezTo>
                <a:lnTo>
                  <a:pt x="279221" y="41011"/>
                </a:lnTo>
                <a:cubicBezTo>
                  <a:pt x="271360" y="40749"/>
                  <a:pt x="265048" y="40618"/>
                  <a:pt x="260288" y="40618"/>
                </a:cubicBezTo>
                <a:cubicBezTo>
                  <a:pt x="260201" y="47213"/>
                  <a:pt x="260157" y="54638"/>
                  <a:pt x="260157" y="62892"/>
                </a:cubicBezTo>
                <a:cubicBezTo>
                  <a:pt x="260157" y="71889"/>
                  <a:pt x="261107" y="77840"/>
                  <a:pt x="263007" y="80744"/>
                </a:cubicBezTo>
                <a:cubicBezTo>
                  <a:pt x="264907" y="83649"/>
                  <a:pt x="268433" y="85101"/>
                  <a:pt x="273587" y="85101"/>
                </a:cubicBezTo>
                <a:cubicBezTo>
                  <a:pt x="275290" y="85101"/>
                  <a:pt x="277802" y="84664"/>
                  <a:pt x="281121" y="83791"/>
                </a:cubicBezTo>
                <a:close/>
                <a:moveTo>
                  <a:pt x="348232" y="92831"/>
                </a:moveTo>
                <a:lnTo>
                  <a:pt x="336309" y="92831"/>
                </a:lnTo>
                <a:cubicBezTo>
                  <a:pt x="337270" y="81345"/>
                  <a:pt x="337750" y="68985"/>
                  <a:pt x="337750" y="55751"/>
                </a:cubicBezTo>
                <a:cubicBezTo>
                  <a:pt x="337750" y="48676"/>
                  <a:pt x="336429" y="43904"/>
                  <a:pt x="333787" y="41437"/>
                </a:cubicBezTo>
                <a:cubicBezTo>
                  <a:pt x="331144" y="38969"/>
                  <a:pt x="327487" y="37735"/>
                  <a:pt x="322813" y="37735"/>
                </a:cubicBezTo>
                <a:cubicBezTo>
                  <a:pt x="316262" y="37735"/>
                  <a:pt x="310126" y="39985"/>
                  <a:pt x="304404" y="44483"/>
                </a:cubicBezTo>
                <a:cubicBezTo>
                  <a:pt x="304404" y="68330"/>
                  <a:pt x="304579" y="84446"/>
                  <a:pt x="304928" y="92831"/>
                </a:cubicBezTo>
                <a:lnTo>
                  <a:pt x="293398" y="92831"/>
                </a:lnTo>
                <a:cubicBezTo>
                  <a:pt x="293791" y="81301"/>
                  <a:pt x="293988" y="65010"/>
                  <a:pt x="293988" y="43959"/>
                </a:cubicBezTo>
                <a:cubicBezTo>
                  <a:pt x="293988" y="25528"/>
                  <a:pt x="293355" y="11093"/>
                  <a:pt x="292088" y="655"/>
                </a:cubicBezTo>
                <a:lnTo>
                  <a:pt x="304535" y="0"/>
                </a:lnTo>
                <a:cubicBezTo>
                  <a:pt x="304186" y="13321"/>
                  <a:pt x="304011" y="25681"/>
                  <a:pt x="304011" y="37080"/>
                </a:cubicBezTo>
                <a:lnTo>
                  <a:pt x="304404" y="37080"/>
                </a:lnTo>
                <a:cubicBezTo>
                  <a:pt x="310956" y="31315"/>
                  <a:pt x="318140" y="28432"/>
                  <a:pt x="325958" y="28432"/>
                </a:cubicBezTo>
                <a:cubicBezTo>
                  <a:pt x="332946" y="28432"/>
                  <a:pt x="338405" y="30059"/>
                  <a:pt x="342336" y="33313"/>
                </a:cubicBezTo>
                <a:cubicBezTo>
                  <a:pt x="346267" y="36567"/>
                  <a:pt x="348232" y="42277"/>
                  <a:pt x="348232" y="50445"/>
                </a:cubicBezTo>
                <a:cubicBezTo>
                  <a:pt x="348232" y="51275"/>
                  <a:pt x="348189" y="52901"/>
                  <a:pt x="348101" y="55325"/>
                </a:cubicBezTo>
                <a:cubicBezTo>
                  <a:pt x="348014" y="57749"/>
                  <a:pt x="347970" y="59879"/>
                  <a:pt x="347970" y="61713"/>
                </a:cubicBezTo>
                <a:cubicBezTo>
                  <a:pt x="347970" y="68002"/>
                  <a:pt x="348058" y="78375"/>
                  <a:pt x="348232" y="928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label">
            <a:extLst xmlns:a="http://schemas.openxmlformats.org/drawingml/2006/main">
              <a:ext uri="{FF2B5EF4-FFF2-40B4-BE49-F238E27FC236}">
                <a16:creationId xmlns:a16="http://schemas.microsoft.com/office/drawing/2014/main" id="{87F81773-4697-4EA5-8AF0-1171AF86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949" y="3226670"/>
            <a:ext cx="252229" cy="94600"/>
          </a:xfrm>
          <a:custGeom xmlns:a="http://schemas.openxmlformats.org/drawingml/2006/main">
            <a:pathLst>
              <a:path w="252229" h="94600">
                <a:moveTo>
                  <a:pt x="13299" y="92831"/>
                </a:moveTo>
                <a:lnTo>
                  <a:pt x="721" y="92831"/>
                </a:lnTo>
                <a:cubicBezTo>
                  <a:pt x="1507" y="78419"/>
                  <a:pt x="1900" y="62128"/>
                  <a:pt x="1900" y="43959"/>
                </a:cubicBezTo>
                <a:cubicBezTo>
                  <a:pt x="1900" y="26314"/>
                  <a:pt x="1267" y="11880"/>
                  <a:pt x="0" y="655"/>
                </a:cubicBezTo>
                <a:lnTo>
                  <a:pt x="13299" y="0"/>
                </a:lnTo>
                <a:cubicBezTo>
                  <a:pt x="12469" y="11880"/>
                  <a:pt x="12054" y="26533"/>
                  <a:pt x="12054" y="43959"/>
                </a:cubicBezTo>
                <a:cubicBezTo>
                  <a:pt x="12054" y="61909"/>
                  <a:pt x="12469" y="78200"/>
                  <a:pt x="13299" y="92831"/>
                </a:cubicBezTo>
                <a:close/>
                <a:moveTo>
                  <a:pt x="80607" y="92831"/>
                </a:moveTo>
                <a:lnTo>
                  <a:pt x="70321" y="93225"/>
                </a:lnTo>
                <a:cubicBezTo>
                  <a:pt x="69797" y="91084"/>
                  <a:pt x="69535" y="89054"/>
                  <a:pt x="69535" y="87132"/>
                </a:cubicBezTo>
                <a:lnTo>
                  <a:pt x="68880" y="87132"/>
                </a:lnTo>
                <a:cubicBezTo>
                  <a:pt x="63508" y="92023"/>
                  <a:pt x="56193" y="94469"/>
                  <a:pt x="46933" y="94469"/>
                </a:cubicBezTo>
                <a:cubicBezTo>
                  <a:pt x="41911" y="94469"/>
                  <a:pt x="37587" y="92995"/>
                  <a:pt x="33962" y="90047"/>
                </a:cubicBezTo>
                <a:cubicBezTo>
                  <a:pt x="30337" y="87099"/>
                  <a:pt x="28524" y="82895"/>
                  <a:pt x="28524" y="77436"/>
                </a:cubicBezTo>
                <a:cubicBezTo>
                  <a:pt x="28524" y="70710"/>
                  <a:pt x="31363" y="65305"/>
                  <a:pt x="37041" y="61222"/>
                </a:cubicBezTo>
                <a:cubicBezTo>
                  <a:pt x="42719" y="57138"/>
                  <a:pt x="53266" y="54987"/>
                  <a:pt x="68684" y="54769"/>
                </a:cubicBezTo>
                <a:cubicBezTo>
                  <a:pt x="68815" y="53720"/>
                  <a:pt x="68880" y="52519"/>
                  <a:pt x="68880" y="51165"/>
                </a:cubicBezTo>
                <a:cubicBezTo>
                  <a:pt x="68880" y="45793"/>
                  <a:pt x="67450" y="42212"/>
                  <a:pt x="64589" y="40421"/>
                </a:cubicBezTo>
                <a:cubicBezTo>
                  <a:pt x="61728" y="38631"/>
                  <a:pt x="57394" y="37735"/>
                  <a:pt x="51585" y="37735"/>
                </a:cubicBezTo>
                <a:cubicBezTo>
                  <a:pt x="44728" y="37735"/>
                  <a:pt x="37980" y="38587"/>
                  <a:pt x="31341" y="40290"/>
                </a:cubicBezTo>
                <a:lnTo>
                  <a:pt x="32455" y="31250"/>
                </a:lnTo>
                <a:cubicBezTo>
                  <a:pt x="39006" y="29372"/>
                  <a:pt x="46540" y="28432"/>
                  <a:pt x="55057" y="28432"/>
                </a:cubicBezTo>
                <a:cubicBezTo>
                  <a:pt x="62831" y="28432"/>
                  <a:pt x="68837" y="30038"/>
                  <a:pt x="73073" y="33248"/>
                </a:cubicBezTo>
                <a:cubicBezTo>
                  <a:pt x="77309" y="36458"/>
                  <a:pt x="79428" y="41928"/>
                  <a:pt x="79428" y="49659"/>
                </a:cubicBezTo>
                <a:cubicBezTo>
                  <a:pt x="79428" y="51711"/>
                  <a:pt x="79329" y="55435"/>
                  <a:pt x="79133" y="60829"/>
                </a:cubicBezTo>
                <a:cubicBezTo>
                  <a:pt x="78936" y="66222"/>
                  <a:pt x="78838" y="69815"/>
                  <a:pt x="78838" y="71605"/>
                </a:cubicBezTo>
                <a:cubicBezTo>
                  <a:pt x="78838" y="79554"/>
                  <a:pt x="79428" y="86630"/>
                  <a:pt x="80607" y="92831"/>
                </a:cubicBezTo>
                <a:moveTo>
                  <a:pt x="69011" y="80122"/>
                </a:moveTo>
                <a:cubicBezTo>
                  <a:pt x="68793" y="73483"/>
                  <a:pt x="68684" y="67522"/>
                  <a:pt x="68684" y="62237"/>
                </a:cubicBezTo>
                <a:cubicBezTo>
                  <a:pt x="60473" y="62237"/>
                  <a:pt x="54227" y="62848"/>
                  <a:pt x="49947" y="64071"/>
                </a:cubicBezTo>
                <a:cubicBezTo>
                  <a:pt x="42784" y="66255"/>
                  <a:pt x="39203" y="70426"/>
                  <a:pt x="39203" y="76584"/>
                </a:cubicBezTo>
                <a:cubicBezTo>
                  <a:pt x="39203" y="82524"/>
                  <a:pt x="43396" y="85494"/>
                  <a:pt x="51781" y="85494"/>
                </a:cubicBezTo>
                <a:cubicBezTo>
                  <a:pt x="58988" y="85494"/>
                  <a:pt x="64731" y="83703"/>
                  <a:pt x="69011" y="80122"/>
                </a:cubicBezTo>
                <a:close/>
                <a:moveTo>
                  <a:pt x="156463" y="59158"/>
                </a:moveTo>
                <a:cubicBezTo>
                  <a:pt x="156463" y="68723"/>
                  <a:pt x="153733" y="77021"/>
                  <a:pt x="148274" y="84053"/>
                </a:cubicBezTo>
                <a:cubicBezTo>
                  <a:pt x="142814" y="91084"/>
                  <a:pt x="135346" y="94600"/>
                  <a:pt x="125868" y="94600"/>
                </a:cubicBezTo>
                <a:cubicBezTo>
                  <a:pt x="117832" y="94600"/>
                  <a:pt x="112373" y="93159"/>
                  <a:pt x="109490" y="90276"/>
                </a:cubicBezTo>
                <a:lnTo>
                  <a:pt x="108966" y="90276"/>
                </a:lnTo>
                <a:lnTo>
                  <a:pt x="107328" y="92831"/>
                </a:lnTo>
                <a:lnTo>
                  <a:pt x="97698" y="92831"/>
                </a:lnTo>
                <a:cubicBezTo>
                  <a:pt x="98266" y="77764"/>
                  <a:pt x="98549" y="61473"/>
                  <a:pt x="98549" y="43959"/>
                </a:cubicBezTo>
                <a:cubicBezTo>
                  <a:pt x="98549" y="28149"/>
                  <a:pt x="97829" y="13714"/>
                  <a:pt x="96388" y="655"/>
                </a:cubicBezTo>
                <a:lnTo>
                  <a:pt x="109359" y="0"/>
                </a:lnTo>
                <a:cubicBezTo>
                  <a:pt x="108922" y="7512"/>
                  <a:pt x="108704" y="19414"/>
                  <a:pt x="108704" y="35704"/>
                </a:cubicBezTo>
                <a:lnTo>
                  <a:pt x="109228" y="35704"/>
                </a:lnTo>
                <a:cubicBezTo>
                  <a:pt x="113508" y="30769"/>
                  <a:pt x="120300" y="28301"/>
                  <a:pt x="129602" y="28301"/>
                </a:cubicBezTo>
                <a:cubicBezTo>
                  <a:pt x="137682" y="28301"/>
                  <a:pt x="144179" y="31315"/>
                  <a:pt x="149092" y="37342"/>
                </a:cubicBezTo>
                <a:cubicBezTo>
                  <a:pt x="154006" y="43369"/>
                  <a:pt x="156463" y="50641"/>
                  <a:pt x="156463" y="59158"/>
                </a:cubicBezTo>
                <a:moveTo>
                  <a:pt x="144801" y="60730"/>
                </a:moveTo>
                <a:cubicBezTo>
                  <a:pt x="144801" y="54135"/>
                  <a:pt x="143076" y="48567"/>
                  <a:pt x="139626" y="44025"/>
                </a:cubicBezTo>
                <a:cubicBezTo>
                  <a:pt x="136176" y="39482"/>
                  <a:pt x="131415" y="37211"/>
                  <a:pt x="125344" y="37211"/>
                </a:cubicBezTo>
                <a:cubicBezTo>
                  <a:pt x="117483" y="37211"/>
                  <a:pt x="111849" y="39591"/>
                  <a:pt x="108442" y="44352"/>
                </a:cubicBezTo>
                <a:cubicBezTo>
                  <a:pt x="108442" y="59900"/>
                  <a:pt x="108791" y="72501"/>
                  <a:pt x="109490" y="82153"/>
                </a:cubicBezTo>
                <a:cubicBezTo>
                  <a:pt x="113028" y="85123"/>
                  <a:pt x="117635" y="86608"/>
                  <a:pt x="123313" y="86608"/>
                </a:cubicBezTo>
                <a:cubicBezTo>
                  <a:pt x="130476" y="86608"/>
                  <a:pt x="135848" y="84096"/>
                  <a:pt x="139429" y="79074"/>
                </a:cubicBezTo>
                <a:cubicBezTo>
                  <a:pt x="143011" y="74051"/>
                  <a:pt x="144801" y="67937"/>
                  <a:pt x="144801" y="60730"/>
                </a:cubicBezTo>
                <a:close/>
                <a:moveTo>
                  <a:pt x="224852" y="54376"/>
                </a:moveTo>
                <a:cubicBezTo>
                  <a:pt x="224852" y="56210"/>
                  <a:pt x="224764" y="58743"/>
                  <a:pt x="224590" y="61975"/>
                </a:cubicBezTo>
                <a:lnTo>
                  <a:pt x="179582" y="62761"/>
                </a:lnTo>
                <a:cubicBezTo>
                  <a:pt x="180019" y="69138"/>
                  <a:pt x="182487" y="74477"/>
                  <a:pt x="186985" y="78779"/>
                </a:cubicBezTo>
                <a:cubicBezTo>
                  <a:pt x="191484" y="83081"/>
                  <a:pt x="197446" y="85232"/>
                  <a:pt x="204870" y="85232"/>
                </a:cubicBezTo>
                <a:cubicBezTo>
                  <a:pt x="211509" y="85232"/>
                  <a:pt x="217733" y="84424"/>
                  <a:pt x="223541" y="82808"/>
                </a:cubicBezTo>
                <a:lnTo>
                  <a:pt x="222428" y="92045"/>
                </a:lnTo>
                <a:cubicBezTo>
                  <a:pt x="218148" y="93749"/>
                  <a:pt x="211968" y="94600"/>
                  <a:pt x="203888" y="94600"/>
                </a:cubicBezTo>
                <a:cubicBezTo>
                  <a:pt x="192532" y="94600"/>
                  <a:pt x="183874" y="91499"/>
                  <a:pt x="177912" y="85297"/>
                </a:cubicBezTo>
                <a:cubicBezTo>
                  <a:pt x="171950" y="79096"/>
                  <a:pt x="168969" y="71540"/>
                  <a:pt x="168969" y="62630"/>
                </a:cubicBezTo>
                <a:cubicBezTo>
                  <a:pt x="168969" y="53109"/>
                  <a:pt x="171688" y="44909"/>
                  <a:pt x="177126" y="38030"/>
                </a:cubicBezTo>
                <a:cubicBezTo>
                  <a:pt x="182563" y="31151"/>
                  <a:pt x="189868" y="27712"/>
                  <a:pt x="199040" y="27712"/>
                </a:cubicBezTo>
                <a:cubicBezTo>
                  <a:pt x="207469" y="27712"/>
                  <a:pt x="213878" y="30201"/>
                  <a:pt x="218268" y="35180"/>
                </a:cubicBezTo>
                <a:cubicBezTo>
                  <a:pt x="222657" y="40159"/>
                  <a:pt x="224852" y="46558"/>
                  <a:pt x="224852" y="54376"/>
                </a:cubicBezTo>
                <a:moveTo>
                  <a:pt x="213911" y="54507"/>
                </a:moveTo>
                <a:cubicBezTo>
                  <a:pt x="213911" y="42234"/>
                  <a:pt x="208779" y="36097"/>
                  <a:pt x="198516" y="36097"/>
                </a:cubicBezTo>
                <a:cubicBezTo>
                  <a:pt x="188034" y="36097"/>
                  <a:pt x="181854" y="42474"/>
                  <a:pt x="179976" y="55227"/>
                </a:cubicBezTo>
                <a:lnTo>
                  <a:pt x="213911" y="54507"/>
                </a:lnTo>
                <a:close/>
                <a:moveTo>
                  <a:pt x="252229" y="92831"/>
                </a:moveTo>
                <a:lnTo>
                  <a:pt x="239651" y="92831"/>
                </a:lnTo>
                <a:cubicBezTo>
                  <a:pt x="240437" y="78419"/>
                  <a:pt x="240830" y="62128"/>
                  <a:pt x="240830" y="43959"/>
                </a:cubicBezTo>
                <a:cubicBezTo>
                  <a:pt x="240830" y="26314"/>
                  <a:pt x="240196" y="11880"/>
                  <a:pt x="238930" y="655"/>
                </a:cubicBezTo>
                <a:lnTo>
                  <a:pt x="252229" y="0"/>
                </a:lnTo>
                <a:cubicBezTo>
                  <a:pt x="251399" y="11880"/>
                  <a:pt x="250984" y="26533"/>
                  <a:pt x="250984" y="43959"/>
                </a:cubicBezTo>
                <a:cubicBezTo>
                  <a:pt x="250984" y="61909"/>
                  <a:pt x="251399" y="78200"/>
                  <a:pt x="252229" y="928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[CLS]">
            <a:extLst xmlns:a="http://schemas.openxmlformats.org/drawingml/2006/main">
              <a:ext uri="{FF2B5EF4-FFF2-40B4-BE49-F238E27FC236}">
                <a16:creationId xmlns:a16="http://schemas.microsoft.com/office/drawing/2014/main" id="{CA7701C3-17B3-48A8-9BAC-7257068E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991" y="1565842"/>
            <a:ext cx="287278" cy="131549"/>
          </a:xfrm>
          <a:custGeom xmlns:a="http://schemas.openxmlformats.org/drawingml/2006/main">
            <a:pathLst>
              <a:path w="287278" h="131549">
                <a:moveTo>
                  <a:pt x="31512" y="120150"/>
                </a:moveTo>
                <a:lnTo>
                  <a:pt x="30856" y="131549"/>
                </a:lnTo>
                <a:lnTo>
                  <a:pt x="0" y="130829"/>
                </a:lnTo>
                <a:cubicBezTo>
                  <a:pt x="524" y="100999"/>
                  <a:pt x="786" y="80340"/>
                  <a:pt x="786" y="68854"/>
                </a:cubicBezTo>
                <a:cubicBezTo>
                  <a:pt x="786" y="59944"/>
                  <a:pt x="524" y="37299"/>
                  <a:pt x="0" y="917"/>
                </a:cubicBezTo>
                <a:lnTo>
                  <a:pt x="31512" y="66"/>
                </a:lnTo>
                <a:lnTo>
                  <a:pt x="30856" y="11334"/>
                </a:lnTo>
                <a:cubicBezTo>
                  <a:pt x="21248" y="11072"/>
                  <a:pt x="14697" y="10941"/>
                  <a:pt x="11203" y="10941"/>
                </a:cubicBezTo>
                <a:cubicBezTo>
                  <a:pt x="10853" y="41120"/>
                  <a:pt x="10679" y="60425"/>
                  <a:pt x="10679" y="68854"/>
                </a:cubicBezTo>
                <a:cubicBezTo>
                  <a:pt x="10679" y="74925"/>
                  <a:pt x="10853" y="92438"/>
                  <a:pt x="11203" y="121395"/>
                </a:cubicBezTo>
                <a:cubicBezTo>
                  <a:pt x="14435" y="121308"/>
                  <a:pt x="21204" y="120893"/>
                  <a:pt x="31512" y="120150"/>
                </a:cubicBezTo>
                <a:close/>
                <a:moveTo>
                  <a:pt x="109891" y="89294"/>
                </a:moveTo>
                <a:lnTo>
                  <a:pt x="109039" y="99055"/>
                </a:lnTo>
                <a:cubicBezTo>
                  <a:pt x="103667" y="100671"/>
                  <a:pt x="97815" y="101479"/>
                  <a:pt x="91482" y="101479"/>
                </a:cubicBezTo>
                <a:cubicBezTo>
                  <a:pt x="76458" y="101479"/>
                  <a:pt x="65168" y="97363"/>
                  <a:pt x="57612" y="89130"/>
                </a:cubicBezTo>
                <a:cubicBezTo>
                  <a:pt x="50056" y="80897"/>
                  <a:pt x="46278" y="70841"/>
                  <a:pt x="46278" y="58961"/>
                </a:cubicBezTo>
                <a:cubicBezTo>
                  <a:pt x="46278" y="46514"/>
                  <a:pt x="50493" y="35781"/>
                  <a:pt x="58922" y="26762"/>
                </a:cubicBezTo>
                <a:cubicBezTo>
                  <a:pt x="67352" y="17743"/>
                  <a:pt x="78685" y="13234"/>
                  <a:pt x="92923" y="13234"/>
                </a:cubicBezTo>
                <a:cubicBezTo>
                  <a:pt x="96854" y="13234"/>
                  <a:pt x="101003" y="13823"/>
                  <a:pt x="105371" y="15002"/>
                </a:cubicBezTo>
                <a:lnTo>
                  <a:pt x="103536" y="25419"/>
                </a:lnTo>
                <a:cubicBezTo>
                  <a:pt x="98514" y="23847"/>
                  <a:pt x="94037" y="23060"/>
                  <a:pt x="90106" y="23060"/>
                </a:cubicBezTo>
                <a:cubicBezTo>
                  <a:pt x="79537" y="23060"/>
                  <a:pt x="71523" y="26336"/>
                  <a:pt x="66063" y="32887"/>
                </a:cubicBezTo>
                <a:cubicBezTo>
                  <a:pt x="60604" y="39439"/>
                  <a:pt x="57874" y="47453"/>
                  <a:pt x="57874" y="56930"/>
                </a:cubicBezTo>
                <a:cubicBezTo>
                  <a:pt x="57874" y="66583"/>
                  <a:pt x="61019" y="74859"/>
                  <a:pt x="67308" y="81760"/>
                </a:cubicBezTo>
                <a:cubicBezTo>
                  <a:pt x="73597" y="88660"/>
                  <a:pt x="82288" y="92111"/>
                  <a:pt x="93382" y="92111"/>
                </a:cubicBezTo>
                <a:cubicBezTo>
                  <a:pt x="97618" y="92111"/>
                  <a:pt x="103121" y="91172"/>
                  <a:pt x="109891" y="89294"/>
                </a:cubicBezTo>
                <a:close/>
                <a:moveTo>
                  <a:pt x="178149" y="90080"/>
                </a:moveTo>
                <a:lnTo>
                  <a:pt x="177756" y="99710"/>
                </a:lnTo>
                <a:lnTo>
                  <a:pt x="126198" y="99710"/>
                </a:lnTo>
                <a:cubicBezTo>
                  <a:pt x="126722" y="88923"/>
                  <a:pt x="126984" y="73986"/>
                  <a:pt x="126984" y="54900"/>
                </a:cubicBezTo>
                <a:cubicBezTo>
                  <a:pt x="126984" y="38478"/>
                  <a:pt x="126722" y="24982"/>
                  <a:pt x="126198" y="14413"/>
                </a:cubicBezTo>
                <a:lnTo>
                  <a:pt x="138383" y="14413"/>
                </a:lnTo>
                <a:cubicBezTo>
                  <a:pt x="137859" y="23235"/>
                  <a:pt x="137597" y="36731"/>
                  <a:pt x="137597" y="54900"/>
                </a:cubicBezTo>
                <a:cubicBezTo>
                  <a:pt x="137597" y="69836"/>
                  <a:pt x="137357" y="81803"/>
                  <a:pt x="136876" y="90801"/>
                </a:cubicBezTo>
                <a:cubicBezTo>
                  <a:pt x="149979" y="90801"/>
                  <a:pt x="163736" y="90560"/>
                  <a:pt x="178149" y="90080"/>
                </a:cubicBezTo>
                <a:close/>
                <a:moveTo>
                  <a:pt x="241623" y="77632"/>
                </a:moveTo>
                <a:cubicBezTo>
                  <a:pt x="241623" y="93792"/>
                  <a:pt x="230377" y="101872"/>
                  <a:pt x="207884" y="101872"/>
                </a:cubicBezTo>
                <a:cubicBezTo>
                  <a:pt x="199673" y="101872"/>
                  <a:pt x="192379" y="100933"/>
                  <a:pt x="186003" y="99055"/>
                </a:cubicBezTo>
                <a:lnTo>
                  <a:pt x="188296" y="88770"/>
                </a:lnTo>
                <a:cubicBezTo>
                  <a:pt x="195633" y="91303"/>
                  <a:pt x="202599" y="92569"/>
                  <a:pt x="209194" y="92569"/>
                </a:cubicBezTo>
                <a:cubicBezTo>
                  <a:pt x="224044" y="92569"/>
                  <a:pt x="231468" y="88377"/>
                  <a:pt x="231468" y="79991"/>
                </a:cubicBezTo>
                <a:cubicBezTo>
                  <a:pt x="231468" y="75754"/>
                  <a:pt x="229547" y="72129"/>
                  <a:pt x="225703" y="69116"/>
                </a:cubicBezTo>
                <a:cubicBezTo>
                  <a:pt x="223127" y="67107"/>
                  <a:pt x="218060" y="64421"/>
                  <a:pt x="210504" y="61058"/>
                </a:cubicBezTo>
                <a:cubicBezTo>
                  <a:pt x="202556" y="57520"/>
                  <a:pt x="196987" y="54266"/>
                  <a:pt x="193799" y="51296"/>
                </a:cubicBezTo>
                <a:cubicBezTo>
                  <a:pt x="189387" y="47191"/>
                  <a:pt x="187182" y="42037"/>
                  <a:pt x="187182" y="35835"/>
                </a:cubicBezTo>
                <a:cubicBezTo>
                  <a:pt x="187182" y="29372"/>
                  <a:pt x="189431" y="24109"/>
                  <a:pt x="193930" y="20047"/>
                </a:cubicBezTo>
                <a:cubicBezTo>
                  <a:pt x="198952" y="15505"/>
                  <a:pt x="206050" y="13234"/>
                  <a:pt x="215221" y="13234"/>
                </a:cubicBezTo>
                <a:cubicBezTo>
                  <a:pt x="225616" y="13234"/>
                  <a:pt x="232735" y="13911"/>
                  <a:pt x="236578" y="15264"/>
                </a:cubicBezTo>
                <a:lnTo>
                  <a:pt x="235006" y="25681"/>
                </a:lnTo>
                <a:cubicBezTo>
                  <a:pt x="228368" y="23585"/>
                  <a:pt x="221314" y="22536"/>
                  <a:pt x="213846" y="22536"/>
                </a:cubicBezTo>
                <a:cubicBezTo>
                  <a:pt x="202621" y="22536"/>
                  <a:pt x="197009" y="26292"/>
                  <a:pt x="197009" y="33805"/>
                </a:cubicBezTo>
                <a:cubicBezTo>
                  <a:pt x="197009" y="37430"/>
                  <a:pt x="198625" y="40465"/>
                  <a:pt x="201857" y="42911"/>
                </a:cubicBezTo>
                <a:cubicBezTo>
                  <a:pt x="203953" y="44439"/>
                  <a:pt x="208583" y="46754"/>
                  <a:pt x="215745" y="49855"/>
                </a:cubicBezTo>
                <a:cubicBezTo>
                  <a:pt x="223913" y="53393"/>
                  <a:pt x="229809" y="56756"/>
                  <a:pt x="233434" y="59944"/>
                </a:cubicBezTo>
                <a:cubicBezTo>
                  <a:pt x="238893" y="64748"/>
                  <a:pt x="241623" y="70644"/>
                  <a:pt x="241623" y="77632"/>
                </a:cubicBezTo>
                <a:close/>
                <a:moveTo>
                  <a:pt x="287278" y="130632"/>
                </a:moveTo>
                <a:lnTo>
                  <a:pt x="255766" y="131484"/>
                </a:lnTo>
                <a:lnTo>
                  <a:pt x="256421" y="120216"/>
                </a:lnTo>
                <a:cubicBezTo>
                  <a:pt x="266030" y="120478"/>
                  <a:pt x="272581" y="120609"/>
                  <a:pt x="276075" y="120609"/>
                </a:cubicBezTo>
                <a:cubicBezTo>
                  <a:pt x="276425" y="90429"/>
                  <a:pt x="276599" y="71125"/>
                  <a:pt x="276599" y="62696"/>
                </a:cubicBezTo>
                <a:cubicBezTo>
                  <a:pt x="276599" y="56625"/>
                  <a:pt x="276425" y="39111"/>
                  <a:pt x="276075" y="10154"/>
                </a:cubicBezTo>
                <a:cubicBezTo>
                  <a:pt x="272843" y="10242"/>
                  <a:pt x="266074" y="10657"/>
                  <a:pt x="255766" y="11399"/>
                </a:cubicBezTo>
                <a:lnTo>
                  <a:pt x="256421" y="0"/>
                </a:lnTo>
                <a:lnTo>
                  <a:pt x="287278" y="721"/>
                </a:lnTo>
                <a:cubicBezTo>
                  <a:pt x="286754" y="30551"/>
                  <a:pt x="286492" y="51209"/>
                  <a:pt x="286492" y="62696"/>
                </a:cubicBezTo>
                <a:cubicBezTo>
                  <a:pt x="286492" y="71605"/>
                  <a:pt x="286754" y="94251"/>
                  <a:pt x="287278" y="1306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P">
            <a:extLst xmlns:a="http://schemas.openxmlformats.org/drawingml/2006/main">
              <a:ext uri="{FF2B5EF4-FFF2-40B4-BE49-F238E27FC236}">
                <a16:creationId xmlns:a16="http://schemas.microsoft.com/office/drawing/2014/main" id="{3764E6DD-5939-4F9C-8C5B-D8850EE3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726" y="2130726"/>
            <a:ext cx="99713" cy="66932"/>
          </a:xfrm>
          <a:custGeom xmlns:a="http://schemas.openxmlformats.org/drawingml/2006/main">
            <a:pathLst>
              <a:path w="99713" h="66932">
                <a:moveTo>
                  <a:pt x="25081" y="0"/>
                </a:moveTo>
                <a:cubicBezTo>
                  <a:pt x="36668" y="0"/>
                  <a:pt x="45333" y="4396"/>
                  <a:pt x="51076" y="13188"/>
                </a:cubicBezTo>
                <a:cubicBezTo>
                  <a:pt x="56819" y="21980"/>
                  <a:pt x="59690" y="33797"/>
                  <a:pt x="59690" y="48637"/>
                </a:cubicBezTo>
                <a:cubicBezTo>
                  <a:pt x="59690" y="50517"/>
                  <a:pt x="59640" y="52143"/>
                  <a:pt x="59538" y="53515"/>
                </a:cubicBezTo>
                <a:cubicBezTo>
                  <a:pt x="70617" y="53515"/>
                  <a:pt x="84009" y="53109"/>
                  <a:pt x="99713" y="52296"/>
                </a:cubicBezTo>
                <a:lnTo>
                  <a:pt x="99713" y="66932"/>
                </a:lnTo>
                <a:cubicBezTo>
                  <a:pt x="85279" y="66170"/>
                  <a:pt x="67898" y="65789"/>
                  <a:pt x="47569" y="65789"/>
                </a:cubicBezTo>
                <a:cubicBezTo>
                  <a:pt x="30087" y="65789"/>
                  <a:pt x="14383" y="66170"/>
                  <a:pt x="457" y="66932"/>
                </a:cubicBezTo>
                <a:lnTo>
                  <a:pt x="457" y="56031"/>
                </a:lnTo>
                <a:cubicBezTo>
                  <a:pt x="457" y="54862"/>
                  <a:pt x="381" y="51521"/>
                  <a:pt x="229" y="46007"/>
                </a:cubicBezTo>
                <a:cubicBezTo>
                  <a:pt x="76" y="40492"/>
                  <a:pt x="0" y="35804"/>
                  <a:pt x="0" y="31942"/>
                </a:cubicBezTo>
                <a:cubicBezTo>
                  <a:pt x="0" y="22184"/>
                  <a:pt x="2223" y="14421"/>
                  <a:pt x="6670" y="8652"/>
                </a:cubicBezTo>
                <a:cubicBezTo>
                  <a:pt x="11117" y="2884"/>
                  <a:pt x="17254" y="0"/>
                  <a:pt x="25081" y="0"/>
                </a:cubicBezTo>
                <a:moveTo>
                  <a:pt x="29502" y="12731"/>
                </a:moveTo>
                <a:cubicBezTo>
                  <a:pt x="16441" y="12731"/>
                  <a:pt x="9910" y="21650"/>
                  <a:pt x="9910" y="39489"/>
                </a:cubicBezTo>
                <a:cubicBezTo>
                  <a:pt x="9910" y="43859"/>
                  <a:pt x="10291" y="48764"/>
                  <a:pt x="11054" y="54202"/>
                </a:cubicBezTo>
                <a:cubicBezTo>
                  <a:pt x="19338" y="53846"/>
                  <a:pt x="32247" y="53668"/>
                  <a:pt x="49780" y="53668"/>
                </a:cubicBezTo>
                <a:cubicBezTo>
                  <a:pt x="49882" y="51889"/>
                  <a:pt x="49933" y="49704"/>
                  <a:pt x="49933" y="47112"/>
                </a:cubicBezTo>
                <a:cubicBezTo>
                  <a:pt x="49933" y="24191"/>
                  <a:pt x="43122" y="12731"/>
                  <a:pt x="29502" y="12731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r">
            <a:extLst xmlns:a="http://schemas.openxmlformats.org/drawingml/2006/main">
              <a:ext uri="{FF2B5EF4-FFF2-40B4-BE49-F238E27FC236}">
                <a16:creationId xmlns:a16="http://schemas.microsoft.com/office/drawing/2014/main" id="{D6C61ABA-BA68-43F0-AA71-B66A4A56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01" y="2069234"/>
            <a:ext cx="74937" cy="48484"/>
          </a:xfrm>
          <a:custGeom xmlns:a="http://schemas.openxmlformats.org/drawingml/2006/main">
            <a:pathLst>
              <a:path w="74937" h="48484">
                <a:moveTo>
                  <a:pt x="2516" y="0"/>
                </a:moveTo>
                <a:lnTo>
                  <a:pt x="14637" y="3430"/>
                </a:lnTo>
                <a:cubicBezTo>
                  <a:pt x="13061" y="7395"/>
                  <a:pt x="12273" y="11079"/>
                  <a:pt x="12273" y="14484"/>
                </a:cubicBezTo>
                <a:cubicBezTo>
                  <a:pt x="12273" y="24039"/>
                  <a:pt x="16822" y="30239"/>
                  <a:pt x="25919" y="33085"/>
                </a:cubicBezTo>
                <a:cubicBezTo>
                  <a:pt x="49297" y="33085"/>
                  <a:pt x="65637" y="32933"/>
                  <a:pt x="74937" y="32628"/>
                </a:cubicBezTo>
                <a:lnTo>
                  <a:pt x="74937" y="46121"/>
                </a:lnTo>
                <a:cubicBezTo>
                  <a:pt x="58826" y="45308"/>
                  <a:pt x="46324" y="44901"/>
                  <a:pt x="37430" y="44901"/>
                </a:cubicBezTo>
                <a:cubicBezTo>
                  <a:pt x="25386" y="44901"/>
                  <a:pt x="13849" y="46095"/>
                  <a:pt x="2821" y="48484"/>
                </a:cubicBezTo>
                <a:lnTo>
                  <a:pt x="915" y="35143"/>
                </a:lnTo>
                <a:cubicBezTo>
                  <a:pt x="6505" y="34178"/>
                  <a:pt x="10241" y="33695"/>
                  <a:pt x="12121" y="33695"/>
                </a:cubicBezTo>
                <a:lnTo>
                  <a:pt x="12121" y="33085"/>
                </a:lnTo>
                <a:cubicBezTo>
                  <a:pt x="4040" y="27596"/>
                  <a:pt x="0" y="21193"/>
                  <a:pt x="0" y="13874"/>
                </a:cubicBezTo>
                <a:cubicBezTo>
                  <a:pt x="0" y="10012"/>
                  <a:pt x="839" y="5387"/>
                  <a:pt x="2516" y="0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o">
            <a:extLst xmlns:a="http://schemas.openxmlformats.org/drawingml/2006/main">
              <a:ext uri="{FF2B5EF4-FFF2-40B4-BE49-F238E27FC236}">
                <a16:creationId xmlns:a16="http://schemas.microsoft.com/office/drawing/2014/main" id="{2AEEE238-4CF5-47AE-9D4E-6E498726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63" y="1989785"/>
            <a:ext cx="78749" cy="72116"/>
          </a:xfrm>
          <a:custGeom xmlns:a="http://schemas.openxmlformats.org/drawingml/2006/main">
            <a:pathLst>
              <a:path w="78749" h="72116">
                <a:moveTo>
                  <a:pt x="37354" y="0"/>
                </a:moveTo>
                <a:cubicBezTo>
                  <a:pt x="50365" y="0"/>
                  <a:pt x="60516" y="3735"/>
                  <a:pt x="67809" y="11206"/>
                </a:cubicBezTo>
                <a:cubicBezTo>
                  <a:pt x="75102" y="18677"/>
                  <a:pt x="78749" y="27469"/>
                  <a:pt x="78749" y="37583"/>
                </a:cubicBezTo>
                <a:cubicBezTo>
                  <a:pt x="78749" y="47036"/>
                  <a:pt x="75521" y="55154"/>
                  <a:pt x="69067" y="61939"/>
                </a:cubicBezTo>
                <a:cubicBezTo>
                  <a:pt x="62613" y="68724"/>
                  <a:pt x="53515" y="72116"/>
                  <a:pt x="41776" y="72116"/>
                </a:cubicBezTo>
                <a:cubicBezTo>
                  <a:pt x="28664" y="72116"/>
                  <a:pt x="18423" y="68368"/>
                  <a:pt x="11054" y="60872"/>
                </a:cubicBezTo>
                <a:cubicBezTo>
                  <a:pt x="3685" y="53376"/>
                  <a:pt x="0" y="44571"/>
                  <a:pt x="0" y="34457"/>
                </a:cubicBezTo>
                <a:cubicBezTo>
                  <a:pt x="0" y="25004"/>
                  <a:pt x="3265" y="16898"/>
                  <a:pt x="9796" y="10139"/>
                </a:cubicBezTo>
                <a:cubicBezTo>
                  <a:pt x="16327" y="3380"/>
                  <a:pt x="25513" y="0"/>
                  <a:pt x="37354" y="0"/>
                </a:cubicBezTo>
                <a:moveTo>
                  <a:pt x="40022" y="13188"/>
                </a:moveTo>
                <a:cubicBezTo>
                  <a:pt x="32094" y="13188"/>
                  <a:pt x="25043" y="15183"/>
                  <a:pt x="18868" y="19173"/>
                </a:cubicBezTo>
                <a:cubicBezTo>
                  <a:pt x="12693" y="23162"/>
                  <a:pt x="9605" y="28841"/>
                  <a:pt x="9605" y="36211"/>
                </a:cubicBezTo>
                <a:cubicBezTo>
                  <a:pt x="9605" y="43529"/>
                  <a:pt x="12528" y="49158"/>
                  <a:pt x="18372" y="53096"/>
                </a:cubicBezTo>
                <a:cubicBezTo>
                  <a:pt x="24217" y="57035"/>
                  <a:pt x="31001" y="59004"/>
                  <a:pt x="38726" y="59004"/>
                </a:cubicBezTo>
                <a:cubicBezTo>
                  <a:pt x="46705" y="59004"/>
                  <a:pt x="53770" y="57010"/>
                  <a:pt x="59919" y="53020"/>
                </a:cubicBezTo>
                <a:cubicBezTo>
                  <a:pt x="66069" y="49030"/>
                  <a:pt x="69143" y="43326"/>
                  <a:pt x="69143" y="35906"/>
                </a:cubicBezTo>
                <a:cubicBezTo>
                  <a:pt x="69143" y="28587"/>
                  <a:pt x="66208" y="22972"/>
                  <a:pt x="60338" y="19058"/>
                </a:cubicBezTo>
                <a:cubicBezTo>
                  <a:pt x="54468" y="15145"/>
                  <a:pt x="47696" y="13188"/>
                  <a:pt x="40022" y="13188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m">
            <a:extLst xmlns:a="http://schemas.openxmlformats.org/drawingml/2006/main">
              <a:ext uri="{FF2B5EF4-FFF2-40B4-BE49-F238E27FC236}">
                <a16:creationId xmlns:a16="http://schemas.microsoft.com/office/drawing/2014/main" id="{D2EFB568-B514-4BD4-A438-553947B6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01" y="1863462"/>
            <a:ext cx="74937" cy="110309"/>
          </a:xfrm>
          <a:custGeom xmlns:a="http://schemas.openxmlformats.org/drawingml/2006/main">
            <a:pathLst>
              <a:path w="74937" h="110309">
                <a:moveTo>
                  <a:pt x="30798" y="12121"/>
                </a:moveTo>
                <a:cubicBezTo>
                  <a:pt x="22667" y="12121"/>
                  <a:pt x="17292" y="13531"/>
                  <a:pt x="14675" y="16352"/>
                </a:cubicBezTo>
                <a:cubicBezTo>
                  <a:pt x="12058" y="19173"/>
                  <a:pt x="10749" y="23810"/>
                  <a:pt x="10749" y="30264"/>
                </a:cubicBezTo>
                <a:cubicBezTo>
                  <a:pt x="10749" y="35702"/>
                  <a:pt x="13417" y="41318"/>
                  <a:pt x="18753" y="47112"/>
                </a:cubicBezTo>
                <a:cubicBezTo>
                  <a:pt x="24954" y="47315"/>
                  <a:pt x="31027" y="47417"/>
                  <a:pt x="36973" y="47417"/>
                </a:cubicBezTo>
                <a:cubicBezTo>
                  <a:pt x="45460" y="47417"/>
                  <a:pt x="58115" y="47264"/>
                  <a:pt x="74937" y="46959"/>
                </a:cubicBezTo>
                <a:lnTo>
                  <a:pt x="74937" y="60834"/>
                </a:lnTo>
                <a:cubicBezTo>
                  <a:pt x="60453" y="59716"/>
                  <a:pt x="45740" y="59157"/>
                  <a:pt x="30798" y="59157"/>
                </a:cubicBezTo>
                <a:cubicBezTo>
                  <a:pt x="22667" y="59157"/>
                  <a:pt x="17292" y="60567"/>
                  <a:pt x="14675" y="63388"/>
                </a:cubicBezTo>
                <a:cubicBezTo>
                  <a:pt x="12058" y="66208"/>
                  <a:pt x="10749" y="70719"/>
                  <a:pt x="10749" y="76919"/>
                </a:cubicBezTo>
                <a:cubicBezTo>
                  <a:pt x="10749" y="83272"/>
                  <a:pt x="13417" y="89218"/>
                  <a:pt x="18753" y="94757"/>
                </a:cubicBezTo>
                <a:cubicBezTo>
                  <a:pt x="34864" y="94757"/>
                  <a:pt x="53592" y="94656"/>
                  <a:pt x="74937" y="94453"/>
                </a:cubicBezTo>
                <a:lnTo>
                  <a:pt x="74937" y="108327"/>
                </a:lnTo>
                <a:cubicBezTo>
                  <a:pt x="57657" y="107361"/>
                  <a:pt x="45155" y="106879"/>
                  <a:pt x="37430" y="106879"/>
                </a:cubicBezTo>
                <a:cubicBezTo>
                  <a:pt x="25690" y="106879"/>
                  <a:pt x="14154" y="108022"/>
                  <a:pt x="2821" y="110309"/>
                </a:cubicBezTo>
                <a:lnTo>
                  <a:pt x="915" y="96892"/>
                </a:lnTo>
                <a:lnTo>
                  <a:pt x="10139" y="95520"/>
                </a:lnTo>
                <a:lnTo>
                  <a:pt x="10139" y="94757"/>
                </a:lnTo>
                <a:cubicBezTo>
                  <a:pt x="3380" y="88151"/>
                  <a:pt x="0" y="80807"/>
                  <a:pt x="0" y="72726"/>
                </a:cubicBezTo>
                <a:cubicBezTo>
                  <a:pt x="0" y="60681"/>
                  <a:pt x="3380" y="52931"/>
                  <a:pt x="10139" y="49475"/>
                </a:cubicBezTo>
                <a:lnTo>
                  <a:pt x="10139" y="48637"/>
                </a:lnTo>
                <a:cubicBezTo>
                  <a:pt x="3380" y="40962"/>
                  <a:pt x="0" y="33390"/>
                  <a:pt x="0" y="25919"/>
                </a:cubicBezTo>
                <a:cubicBezTo>
                  <a:pt x="0" y="17381"/>
                  <a:pt x="1880" y="10927"/>
                  <a:pt x="5641" y="6556"/>
                </a:cubicBezTo>
                <a:cubicBezTo>
                  <a:pt x="9402" y="2185"/>
                  <a:pt x="16034" y="0"/>
                  <a:pt x="25538" y="0"/>
                </a:cubicBezTo>
                <a:cubicBezTo>
                  <a:pt x="26504" y="0"/>
                  <a:pt x="28409" y="51"/>
                  <a:pt x="31255" y="152"/>
                </a:cubicBezTo>
                <a:cubicBezTo>
                  <a:pt x="34102" y="254"/>
                  <a:pt x="36007" y="305"/>
                  <a:pt x="36973" y="305"/>
                </a:cubicBezTo>
                <a:cubicBezTo>
                  <a:pt x="45460" y="305"/>
                  <a:pt x="58115" y="203"/>
                  <a:pt x="74937" y="0"/>
                </a:cubicBezTo>
                <a:lnTo>
                  <a:pt x="74937" y="13874"/>
                </a:lnTo>
                <a:cubicBezTo>
                  <a:pt x="61622" y="12705"/>
                  <a:pt x="46909" y="12121"/>
                  <a:pt x="30798" y="12121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p">
            <a:extLst xmlns:a="http://schemas.openxmlformats.org/drawingml/2006/main">
              <a:ext uri="{FF2B5EF4-FFF2-40B4-BE49-F238E27FC236}">
                <a16:creationId xmlns:a16="http://schemas.microsoft.com/office/drawing/2014/main" id="{B2C2D5A8-4084-4DFE-BD76-FF7340C1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349" y="1773541"/>
            <a:ext cx="109928" cy="70744"/>
          </a:xfrm>
          <a:custGeom xmlns:a="http://schemas.openxmlformats.org/drawingml/2006/main">
            <a:pathLst>
              <a:path w="109928" h="70744">
                <a:moveTo>
                  <a:pt x="35906" y="0"/>
                </a:moveTo>
                <a:cubicBezTo>
                  <a:pt x="46883" y="0"/>
                  <a:pt x="56501" y="3138"/>
                  <a:pt x="64760" y="9415"/>
                </a:cubicBezTo>
                <a:cubicBezTo>
                  <a:pt x="73018" y="15691"/>
                  <a:pt x="77148" y="24420"/>
                  <a:pt x="77148" y="35601"/>
                </a:cubicBezTo>
                <a:cubicBezTo>
                  <a:pt x="77148" y="44952"/>
                  <a:pt x="75471" y="51101"/>
                  <a:pt x="72116" y="54049"/>
                </a:cubicBezTo>
                <a:lnTo>
                  <a:pt x="72116" y="54811"/>
                </a:lnTo>
                <a:cubicBezTo>
                  <a:pt x="86245" y="54811"/>
                  <a:pt x="98849" y="54659"/>
                  <a:pt x="109928" y="54354"/>
                </a:cubicBezTo>
                <a:lnTo>
                  <a:pt x="109928" y="68686"/>
                </a:lnTo>
                <a:cubicBezTo>
                  <a:pt x="96409" y="67517"/>
                  <a:pt x="79714" y="66932"/>
                  <a:pt x="59843" y="66932"/>
                </a:cubicBezTo>
                <a:cubicBezTo>
                  <a:pt x="35347" y="66932"/>
                  <a:pt x="16390" y="68203"/>
                  <a:pt x="2973" y="70744"/>
                </a:cubicBezTo>
                <a:lnTo>
                  <a:pt x="1067" y="57327"/>
                </a:lnTo>
                <a:lnTo>
                  <a:pt x="8614" y="56184"/>
                </a:lnTo>
                <a:lnTo>
                  <a:pt x="8614" y="55421"/>
                </a:lnTo>
                <a:cubicBezTo>
                  <a:pt x="2871" y="50492"/>
                  <a:pt x="0" y="42513"/>
                  <a:pt x="0" y="31484"/>
                </a:cubicBezTo>
                <a:cubicBezTo>
                  <a:pt x="0" y="21777"/>
                  <a:pt x="3545" y="14103"/>
                  <a:pt x="10634" y="8462"/>
                </a:cubicBezTo>
                <a:cubicBezTo>
                  <a:pt x="17724" y="2821"/>
                  <a:pt x="26148" y="0"/>
                  <a:pt x="35906" y="0"/>
                </a:cubicBezTo>
                <a:moveTo>
                  <a:pt x="37735" y="13569"/>
                </a:moveTo>
                <a:cubicBezTo>
                  <a:pt x="30214" y="13569"/>
                  <a:pt x="23772" y="15552"/>
                  <a:pt x="18410" y="19516"/>
                </a:cubicBezTo>
                <a:cubicBezTo>
                  <a:pt x="13049" y="23480"/>
                  <a:pt x="10368" y="29045"/>
                  <a:pt x="10368" y="36211"/>
                </a:cubicBezTo>
                <a:cubicBezTo>
                  <a:pt x="10368" y="45359"/>
                  <a:pt x="13137" y="51915"/>
                  <a:pt x="18677" y="55879"/>
                </a:cubicBezTo>
                <a:cubicBezTo>
                  <a:pt x="35753" y="55066"/>
                  <a:pt x="50415" y="54659"/>
                  <a:pt x="62663" y="54659"/>
                </a:cubicBezTo>
                <a:cubicBezTo>
                  <a:pt x="66119" y="50542"/>
                  <a:pt x="67847" y="45181"/>
                  <a:pt x="67847" y="38574"/>
                </a:cubicBezTo>
                <a:cubicBezTo>
                  <a:pt x="67847" y="30188"/>
                  <a:pt x="64900" y="23924"/>
                  <a:pt x="59004" y="19782"/>
                </a:cubicBezTo>
                <a:cubicBezTo>
                  <a:pt x="53109" y="15640"/>
                  <a:pt x="46019" y="13569"/>
                  <a:pt x="37735" y="13569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t">
            <a:extLst xmlns:a="http://schemas.openxmlformats.org/drawingml/2006/main">
              <a:ext uri="{FF2B5EF4-FFF2-40B4-BE49-F238E27FC236}">
                <a16:creationId xmlns:a16="http://schemas.microsoft.com/office/drawing/2014/main" id="{99116961-8A32-44DF-9912-6DA3C7FE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96" y="1714259"/>
            <a:ext cx="95444" cy="48484"/>
          </a:xfrm>
          <a:custGeom xmlns:a="http://schemas.openxmlformats.org/drawingml/2006/main">
            <a:pathLst>
              <a:path w="95444" h="48484">
                <a:moveTo>
                  <a:pt x="83323" y="0"/>
                </a:moveTo>
                <a:lnTo>
                  <a:pt x="93233" y="915"/>
                </a:lnTo>
                <a:cubicBezTo>
                  <a:pt x="94707" y="4930"/>
                  <a:pt x="95444" y="8716"/>
                  <a:pt x="95444" y="12273"/>
                </a:cubicBezTo>
                <a:cubicBezTo>
                  <a:pt x="95444" y="21421"/>
                  <a:pt x="93118" y="27673"/>
                  <a:pt x="88468" y="31027"/>
                </a:cubicBezTo>
                <a:cubicBezTo>
                  <a:pt x="83818" y="34381"/>
                  <a:pt x="75496" y="36058"/>
                  <a:pt x="63502" y="36058"/>
                </a:cubicBezTo>
                <a:cubicBezTo>
                  <a:pt x="55726" y="36058"/>
                  <a:pt x="45587" y="36007"/>
                  <a:pt x="33085" y="35906"/>
                </a:cubicBezTo>
                <a:cubicBezTo>
                  <a:pt x="33085" y="38752"/>
                  <a:pt x="33238" y="42945"/>
                  <a:pt x="33542" y="48484"/>
                </a:cubicBezTo>
                <a:lnTo>
                  <a:pt x="22489" y="48027"/>
                </a:lnTo>
                <a:cubicBezTo>
                  <a:pt x="22794" y="43199"/>
                  <a:pt x="22946" y="38879"/>
                  <a:pt x="22946" y="35067"/>
                </a:cubicBezTo>
                <a:cubicBezTo>
                  <a:pt x="19897" y="35067"/>
                  <a:pt x="12655" y="34813"/>
                  <a:pt x="1220" y="34305"/>
                </a:cubicBezTo>
                <a:lnTo>
                  <a:pt x="0" y="22336"/>
                </a:lnTo>
                <a:cubicBezTo>
                  <a:pt x="10673" y="23200"/>
                  <a:pt x="18321" y="23632"/>
                  <a:pt x="22946" y="23632"/>
                </a:cubicBezTo>
                <a:cubicBezTo>
                  <a:pt x="22946" y="18652"/>
                  <a:pt x="22692" y="11333"/>
                  <a:pt x="22184" y="1677"/>
                </a:cubicBezTo>
                <a:lnTo>
                  <a:pt x="33542" y="2211"/>
                </a:lnTo>
                <a:cubicBezTo>
                  <a:pt x="33238" y="11359"/>
                  <a:pt x="33085" y="18702"/>
                  <a:pt x="33085" y="24242"/>
                </a:cubicBezTo>
                <a:cubicBezTo>
                  <a:pt x="40759" y="24344"/>
                  <a:pt x="49399" y="24395"/>
                  <a:pt x="59004" y="24395"/>
                </a:cubicBezTo>
                <a:cubicBezTo>
                  <a:pt x="69474" y="24395"/>
                  <a:pt x="76398" y="23289"/>
                  <a:pt x="79778" y="21078"/>
                </a:cubicBezTo>
                <a:cubicBezTo>
                  <a:pt x="83157" y="18868"/>
                  <a:pt x="84847" y="14764"/>
                  <a:pt x="84847" y="8767"/>
                </a:cubicBezTo>
                <a:cubicBezTo>
                  <a:pt x="84847" y="6785"/>
                  <a:pt x="84339" y="3862"/>
                  <a:pt x="83323" y="0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t">
            <a:extLst xmlns:a="http://schemas.openxmlformats.org/drawingml/2006/main">
              <a:ext uri="{FF2B5EF4-FFF2-40B4-BE49-F238E27FC236}">
                <a16:creationId xmlns:a16="http://schemas.microsoft.com/office/drawing/2014/main" id="{F87D23C3-81A4-404B-ABB8-927BBB80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96" y="1624799"/>
            <a:ext cx="95444" cy="48484"/>
          </a:xfrm>
          <a:custGeom xmlns:a="http://schemas.openxmlformats.org/drawingml/2006/main">
            <a:pathLst>
              <a:path w="95444" h="48484">
                <a:moveTo>
                  <a:pt x="83323" y="0"/>
                </a:moveTo>
                <a:lnTo>
                  <a:pt x="93233" y="915"/>
                </a:lnTo>
                <a:cubicBezTo>
                  <a:pt x="94707" y="4930"/>
                  <a:pt x="95444" y="8716"/>
                  <a:pt x="95444" y="12273"/>
                </a:cubicBezTo>
                <a:cubicBezTo>
                  <a:pt x="95444" y="21421"/>
                  <a:pt x="93118" y="27673"/>
                  <a:pt x="88468" y="31027"/>
                </a:cubicBezTo>
                <a:cubicBezTo>
                  <a:pt x="83818" y="34381"/>
                  <a:pt x="75496" y="36058"/>
                  <a:pt x="63502" y="36058"/>
                </a:cubicBezTo>
                <a:cubicBezTo>
                  <a:pt x="55726" y="36058"/>
                  <a:pt x="45587" y="36007"/>
                  <a:pt x="33085" y="35906"/>
                </a:cubicBezTo>
                <a:cubicBezTo>
                  <a:pt x="33085" y="38752"/>
                  <a:pt x="33238" y="42945"/>
                  <a:pt x="33542" y="48484"/>
                </a:cubicBezTo>
                <a:lnTo>
                  <a:pt x="22489" y="48027"/>
                </a:lnTo>
                <a:cubicBezTo>
                  <a:pt x="22794" y="43199"/>
                  <a:pt x="22946" y="38879"/>
                  <a:pt x="22946" y="35067"/>
                </a:cubicBezTo>
                <a:cubicBezTo>
                  <a:pt x="19897" y="35067"/>
                  <a:pt x="12655" y="34813"/>
                  <a:pt x="1220" y="34305"/>
                </a:cubicBezTo>
                <a:lnTo>
                  <a:pt x="0" y="22336"/>
                </a:lnTo>
                <a:cubicBezTo>
                  <a:pt x="10673" y="23200"/>
                  <a:pt x="18321" y="23632"/>
                  <a:pt x="22946" y="23632"/>
                </a:cubicBezTo>
                <a:cubicBezTo>
                  <a:pt x="22946" y="18652"/>
                  <a:pt x="22692" y="11333"/>
                  <a:pt x="22184" y="1677"/>
                </a:cubicBezTo>
                <a:lnTo>
                  <a:pt x="33542" y="2211"/>
                </a:lnTo>
                <a:cubicBezTo>
                  <a:pt x="33238" y="11359"/>
                  <a:pt x="33085" y="18702"/>
                  <a:pt x="33085" y="24242"/>
                </a:cubicBezTo>
                <a:cubicBezTo>
                  <a:pt x="40759" y="24344"/>
                  <a:pt x="49399" y="24395"/>
                  <a:pt x="59004" y="24395"/>
                </a:cubicBezTo>
                <a:cubicBezTo>
                  <a:pt x="69474" y="24395"/>
                  <a:pt x="76398" y="23289"/>
                  <a:pt x="79778" y="21078"/>
                </a:cubicBezTo>
                <a:cubicBezTo>
                  <a:pt x="83157" y="18868"/>
                  <a:pt x="84847" y="14764"/>
                  <a:pt x="84847" y="8767"/>
                </a:cubicBezTo>
                <a:cubicBezTo>
                  <a:pt x="84847" y="6785"/>
                  <a:pt x="84339" y="3862"/>
                  <a:pt x="83323" y="0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u">
            <a:extLst xmlns:a="http://schemas.openxmlformats.org/drawingml/2006/main">
              <a:ext uri="{FF2B5EF4-FFF2-40B4-BE49-F238E27FC236}">
                <a16:creationId xmlns:a16="http://schemas.microsoft.com/office/drawing/2014/main" id="{070F71CD-DE54-48D9-AF0B-010DF69B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64" y="1546418"/>
            <a:ext cx="74480" cy="64417"/>
          </a:xfrm>
          <a:custGeom xmlns:a="http://schemas.openxmlformats.org/drawingml/2006/main">
            <a:pathLst>
              <a:path w="74480" h="64417">
                <a:moveTo>
                  <a:pt x="72497" y="0"/>
                </a:moveTo>
                <a:lnTo>
                  <a:pt x="72955" y="11816"/>
                </a:lnTo>
                <a:cubicBezTo>
                  <a:pt x="70109" y="12528"/>
                  <a:pt x="67771" y="12883"/>
                  <a:pt x="65941" y="12883"/>
                </a:cubicBezTo>
                <a:lnTo>
                  <a:pt x="65941" y="13646"/>
                </a:lnTo>
                <a:cubicBezTo>
                  <a:pt x="71634" y="20405"/>
                  <a:pt x="74480" y="28613"/>
                  <a:pt x="74480" y="38269"/>
                </a:cubicBezTo>
                <a:cubicBezTo>
                  <a:pt x="74480" y="47061"/>
                  <a:pt x="72358" y="53452"/>
                  <a:pt x="68114" y="57441"/>
                </a:cubicBezTo>
                <a:cubicBezTo>
                  <a:pt x="63870" y="61431"/>
                  <a:pt x="55320" y="63426"/>
                  <a:pt x="42462" y="63426"/>
                </a:cubicBezTo>
                <a:cubicBezTo>
                  <a:pt x="40632" y="63426"/>
                  <a:pt x="37913" y="63375"/>
                  <a:pt x="34305" y="63273"/>
                </a:cubicBezTo>
                <a:cubicBezTo>
                  <a:pt x="30696" y="63172"/>
                  <a:pt x="28232" y="63121"/>
                  <a:pt x="26910" y="63121"/>
                </a:cubicBezTo>
                <a:cubicBezTo>
                  <a:pt x="19439" y="63121"/>
                  <a:pt x="10647" y="63553"/>
                  <a:pt x="534" y="64417"/>
                </a:cubicBezTo>
                <a:lnTo>
                  <a:pt x="0" y="50237"/>
                </a:lnTo>
                <a:cubicBezTo>
                  <a:pt x="9809" y="50847"/>
                  <a:pt x="18194" y="51152"/>
                  <a:pt x="25157" y="51152"/>
                </a:cubicBezTo>
                <a:cubicBezTo>
                  <a:pt x="41166" y="51152"/>
                  <a:pt x="51597" y="50123"/>
                  <a:pt x="56450" y="48065"/>
                </a:cubicBezTo>
                <a:cubicBezTo>
                  <a:pt x="61304" y="46007"/>
                  <a:pt x="63731" y="41369"/>
                  <a:pt x="63731" y="34152"/>
                </a:cubicBezTo>
                <a:cubicBezTo>
                  <a:pt x="63731" y="26021"/>
                  <a:pt x="61698" y="19312"/>
                  <a:pt x="57632" y="14027"/>
                </a:cubicBezTo>
                <a:cubicBezTo>
                  <a:pt x="29375" y="14027"/>
                  <a:pt x="10342" y="14281"/>
                  <a:pt x="534" y="14789"/>
                </a:cubicBezTo>
                <a:lnTo>
                  <a:pt x="0" y="1067"/>
                </a:lnTo>
                <a:cubicBezTo>
                  <a:pt x="9555" y="1474"/>
                  <a:pt x="22768" y="1677"/>
                  <a:pt x="39641" y="1677"/>
                </a:cubicBezTo>
                <a:cubicBezTo>
                  <a:pt x="50466" y="1677"/>
                  <a:pt x="61418" y="1118"/>
                  <a:pt x="72497" y="0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n">
            <a:extLst xmlns:a="http://schemas.openxmlformats.org/drawingml/2006/main">
              <a:ext uri="{FF2B5EF4-FFF2-40B4-BE49-F238E27FC236}">
                <a16:creationId xmlns:a16="http://schemas.microsoft.com/office/drawing/2014/main" id="{7D685FB5-3B98-4CEC-B618-7765CB85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01" y="1462274"/>
            <a:ext cx="74937" cy="66170"/>
          </a:xfrm>
          <a:custGeom xmlns:a="http://schemas.openxmlformats.org/drawingml/2006/main">
            <a:pathLst>
              <a:path w="74937" h="66170">
                <a:moveTo>
                  <a:pt x="74937" y="0"/>
                </a:moveTo>
                <a:lnTo>
                  <a:pt x="74937" y="13874"/>
                </a:lnTo>
                <a:cubicBezTo>
                  <a:pt x="61571" y="12756"/>
                  <a:pt x="46985" y="12197"/>
                  <a:pt x="31179" y="12197"/>
                </a:cubicBezTo>
                <a:cubicBezTo>
                  <a:pt x="23353" y="12197"/>
                  <a:pt x="18004" y="13785"/>
                  <a:pt x="15132" y="16962"/>
                </a:cubicBezTo>
                <a:cubicBezTo>
                  <a:pt x="12261" y="20138"/>
                  <a:pt x="10825" y="24674"/>
                  <a:pt x="10825" y="30569"/>
                </a:cubicBezTo>
                <a:cubicBezTo>
                  <a:pt x="10825" y="37786"/>
                  <a:pt x="13442" y="44444"/>
                  <a:pt x="18677" y="50542"/>
                </a:cubicBezTo>
                <a:cubicBezTo>
                  <a:pt x="36007" y="50542"/>
                  <a:pt x="54761" y="50441"/>
                  <a:pt x="74937" y="50237"/>
                </a:cubicBezTo>
                <a:lnTo>
                  <a:pt x="74937" y="64112"/>
                </a:lnTo>
                <a:cubicBezTo>
                  <a:pt x="57657" y="63248"/>
                  <a:pt x="45155" y="62816"/>
                  <a:pt x="37430" y="62816"/>
                </a:cubicBezTo>
                <a:cubicBezTo>
                  <a:pt x="25538" y="62816"/>
                  <a:pt x="14001" y="63934"/>
                  <a:pt x="2821" y="66170"/>
                </a:cubicBezTo>
                <a:lnTo>
                  <a:pt x="915" y="52753"/>
                </a:lnTo>
                <a:lnTo>
                  <a:pt x="10215" y="51305"/>
                </a:lnTo>
                <a:lnTo>
                  <a:pt x="10215" y="50695"/>
                </a:lnTo>
                <a:cubicBezTo>
                  <a:pt x="3405" y="43173"/>
                  <a:pt x="0" y="35118"/>
                  <a:pt x="0" y="26529"/>
                </a:cubicBezTo>
                <a:cubicBezTo>
                  <a:pt x="0" y="18093"/>
                  <a:pt x="1868" y="11562"/>
                  <a:pt x="5603" y="6937"/>
                </a:cubicBezTo>
                <a:cubicBezTo>
                  <a:pt x="9339" y="2312"/>
                  <a:pt x="15983" y="0"/>
                  <a:pt x="25538" y="0"/>
                </a:cubicBezTo>
                <a:cubicBezTo>
                  <a:pt x="26504" y="0"/>
                  <a:pt x="28409" y="51"/>
                  <a:pt x="31255" y="152"/>
                </a:cubicBezTo>
                <a:cubicBezTo>
                  <a:pt x="34102" y="254"/>
                  <a:pt x="36007" y="305"/>
                  <a:pt x="36973" y="305"/>
                </a:cubicBezTo>
                <a:cubicBezTo>
                  <a:pt x="45460" y="305"/>
                  <a:pt x="58115" y="203"/>
                  <a:pt x="74937" y="0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i">
            <a:extLst xmlns:a="http://schemas.openxmlformats.org/drawingml/2006/main">
              <a:ext uri="{FF2B5EF4-FFF2-40B4-BE49-F238E27FC236}">
                <a16:creationId xmlns:a16="http://schemas.microsoft.com/office/drawing/2014/main" id="{64D6C4D0-E44C-4439-B0A1-F87576D6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38" y="1424599"/>
            <a:ext cx="103601" cy="18601"/>
          </a:xfrm>
          <a:custGeom xmlns:a="http://schemas.openxmlformats.org/drawingml/2006/main">
            <a:pathLst>
              <a:path w="103601" h="18601">
                <a:moveTo>
                  <a:pt x="103601" y="3202"/>
                </a:moveTo>
                <a:lnTo>
                  <a:pt x="103601" y="17000"/>
                </a:lnTo>
                <a:cubicBezTo>
                  <a:pt x="93436" y="16288"/>
                  <a:pt x="81823" y="15933"/>
                  <a:pt x="68762" y="15933"/>
                </a:cubicBezTo>
                <a:cubicBezTo>
                  <a:pt x="54075" y="15933"/>
                  <a:pt x="41750" y="16822"/>
                  <a:pt x="31789" y="18601"/>
                </a:cubicBezTo>
                <a:lnTo>
                  <a:pt x="29731" y="3354"/>
                </a:lnTo>
                <a:cubicBezTo>
                  <a:pt x="40353" y="3964"/>
                  <a:pt x="53363" y="4269"/>
                  <a:pt x="68762" y="4269"/>
                </a:cubicBezTo>
                <a:cubicBezTo>
                  <a:pt x="80959" y="4269"/>
                  <a:pt x="92572" y="3913"/>
                  <a:pt x="103601" y="3202"/>
                </a:cubicBezTo>
                <a:moveTo>
                  <a:pt x="8309" y="0"/>
                </a:moveTo>
                <a:cubicBezTo>
                  <a:pt x="10901" y="0"/>
                  <a:pt x="13150" y="839"/>
                  <a:pt x="15056" y="2516"/>
                </a:cubicBezTo>
                <a:cubicBezTo>
                  <a:pt x="16962" y="4193"/>
                  <a:pt x="17915" y="6556"/>
                  <a:pt x="17915" y="9605"/>
                </a:cubicBezTo>
                <a:cubicBezTo>
                  <a:pt x="17915" y="12197"/>
                  <a:pt x="17089" y="14217"/>
                  <a:pt x="15437" y="15666"/>
                </a:cubicBezTo>
                <a:cubicBezTo>
                  <a:pt x="13785" y="17114"/>
                  <a:pt x="11791" y="17838"/>
                  <a:pt x="9453" y="17838"/>
                </a:cubicBezTo>
                <a:cubicBezTo>
                  <a:pt x="6912" y="17838"/>
                  <a:pt x="4701" y="16975"/>
                  <a:pt x="2821" y="15247"/>
                </a:cubicBezTo>
                <a:cubicBezTo>
                  <a:pt x="940" y="13519"/>
                  <a:pt x="0" y="11130"/>
                  <a:pt x="0" y="8081"/>
                </a:cubicBezTo>
                <a:cubicBezTo>
                  <a:pt x="0" y="5590"/>
                  <a:pt x="826" y="3621"/>
                  <a:pt x="2478" y="2173"/>
                </a:cubicBezTo>
                <a:cubicBezTo>
                  <a:pt x="4129" y="724"/>
                  <a:pt x="6073" y="0"/>
                  <a:pt x="8309" y="0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n">
            <a:extLst xmlns:a="http://schemas.openxmlformats.org/drawingml/2006/main">
              <a:ext uri="{FF2B5EF4-FFF2-40B4-BE49-F238E27FC236}">
                <a16:creationId xmlns:a16="http://schemas.microsoft.com/office/drawing/2014/main" id="{A3E17B8F-E7EE-417C-B3D2-31831E21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01" y="1343463"/>
            <a:ext cx="74937" cy="66170"/>
          </a:xfrm>
          <a:custGeom xmlns:a="http://schemas.openxmlformats.org/drawingml/2006/main">
            <a:pathLst>
              <a:path w="74937" h="66170">
                <a:moveTo>
                  <a:pt x="74937" y="0"/>
                </a:moveTo>
                <a:lnTo>
                  <a:pt x="74937" y="13874"/>
                </a:lnTo>
                <a:cubicBezTo>
                  <a:pt x="61571" y="12756"/>
                  <a:pt x="46985" y="12197"/>
                  <a:pt x="31179" y="12197"/>
                </a:cubicBezTo>
                <a:cubicBezTo>
                  <a:pt x="23353" y="12197"/>
                  <a:pt x="18004" y="13785"/>
                  <a:pt x="15132" y="16962"/>
                </a:cubicBezTo>
                <a:cubicBezTo>
                  <a:pt x="12261" y="20138"/>
                  <a:pt x="10825" y="24674"/>
                  <a:pt x="10825" y="30569"/>
                </a:cubicBezTo>
                <a:cubicBezTo>
                  <a:pt x="10825" y="37786"/>
                  <a:pt x="13442" y="44444"/>
                  <a:pt x="18677" y="50542"/>
                </a:cubicBezTo>
                <a:cubicBezTo>
                  <a:pt x="36007" y="50542"/>
                  <a:pt x="54761" y="50441"/>
                  <a:pt x="74937" y="50237"/>
                </a:cubicBezTo>
                <a:lnTo>
                  <a:pt x="74937" y="64112"/>
                </a:lnTo>
                <a:cubicBezTo>
                  <a:pt x="57657" y="63248"/>
                  <a:pt x="45155" y="62816"/>
                  <a:pt x="37430" y="62816"/>
                </a:cubicBezTo>
                <a:cubicBezTo>
                  <a:pt x="25538" y="62816"/>
                  <a:pt x="14001" y="63934"/>
                  <a:pt x="2821" y="66170"/>
                </a:cubicBezTo>
                <a:lnTo>
                  <a:pt x="915" y="52753"/>
                </a:lnTo>
                <a:lnTo>
                  <a:pt x="10215" y="51305"/>
                </a:lnTo>
                <a:lnTo>
                  <a:pt x="10215" y="50695"/>
                </a:lnTo>
                <a:cubicBezTo>
                  <a:pt x="3405" y="43173"/>
                  <a:pt x="0" y="35118"/>
                  <a:pt x="0" y="26529"/>
                </a:cubicBezTo>
                <a:cubicBezTo>
                  <a:pt x="0" y="18093"/>
                  <a:pt x="1868" y="11562"/>
                  <a:pt x="5603" y="6937"/>
                </a:cubicBezTo>
                <a:cubicBezTo>
                  <a:pt x="9339" y="2312"/>
                  <a:pt x="15983" y="0"/>
                  <a:pt x="25538" y="0"/>
                </a:cubicBezTo>
                <a:cubicBezTo>
                  <a:pt x="26504" y="0"/>
                  <a:pt x="28409" y="51"/>
                  <a:pt x="31255" y="152"/>
                </a:cubicBezTo>
                <a:cubicBezTo>
                  <a:pt x="34102" y="254"/>
                  <a:pt x="36007" y="305"/>
                  <a:pt x="36973" y="305"/>
                </a:cubicBezTo>
                <a:cubicBezTo>
                  <a:pt x="45460" y="305"/>
                  <a:pt x="58115" y="203"/>
                  <a:pt x="74937" y="0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g">
            <a:extLst xmlns:a="http://schemas.openxmlformats.org/drawingml/2006/main">
              <a:ext uri="{FF2B5EF4-FFF2-40B4-BE49-F238E27FC236}">
                <a16:creationId xmlns:a16="http://schemas.microsoft.com/office/drawing/2014/main" id="{5434E31F-6014-4372-87C2-5AADC23B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268" y="1251129"/>
            <a:ext cx="122582" cy="76690"/>
          </a:xfrm>
          <a:custGeom xmlns:a="http://schemas.openxmlformats.org/drawingml/2006/main">
            <a:pathLst>
              <a:path w="122582" h="76690">
                <a:moveTo>
                  <a:pt x="1144" y="0"/>
                </a:moveTo>
                <a:lnTo>
                  <a:pt x="11664" y="1220"/>
                </a:lnTo>
                <a:cubicBezTo>
                  <a:pt x="11664" y="10673"/>
                  <a:pt x="13188" y="15882"/>
                  <a:pt x="16238" y="16847"/>
                </a:cubicBezTo>
                <a:lnTo>
                  <a:pt x="17000" y="16847"/>
                </a:lnTo>
                <a:cubicBezTo>
                  <a:pt x="20964" y="13595"/>
                  <a:pt x="25487" y="11969"/>
                  <a:pt x="30569" y="11969"/>
                </a:cubicBezTo>
                <a:cubicBezTo>
                  <a:pt x="38498" y="11969"/>
                  <a:pt x="45041" y="14573"/>
                  <a:pt x="50199" y="19782"/>
                </a:cubicBezTo>
                <a:cubicBezTo>
                  <a:pt x="55358" y="24992"/>
                  <a:pt x="57937" y="33034"/>
                  <a:pt x="57937" y="43910"/>
                </a:cubicBezTo>
                <a:cubicBezTo>
                  <a:pt x="57937" y="48738"/>
                  <a:pt x="57429" y="52575"/>
                  <a:pt x="56412" y="55421"/>
                </a:cubicBezTo>
                <a:cubicBezTo>
                  <a:pt x="58191" y="57912"/>
                  <a:pt x="60402" y="59157"/>
                  <a:pt x="63045" y="59157"/>
                </a:cubicBezTo>
                <a:cubicBezTo>
                  <a:pt x="66297" y="59157"/>
                  <a:pt x="68457" y="57683"/>
                  <a:pt x="69524" y="54735"/>
                </a:cubicBezTo>
                <a:cubicBezTo>
                  <a:pt x="70947" y="50974"/>
                  <a:pt x="71659" y="43122"/>
                  <a:pt x="71659" y="31179"/>
                </a:cubicBezTo>
                <a:cubicBezTo>
                  <a:pt x="71659" y="11867"/>
                  <a:pt x="78062" y="2211"/>
                  <a:pt x="90870" y="2211"/>
                </a:cubicBezTo>
                <a:cubicBezTo>
                  <a:pt x="100018" y="2211"/>
                  <a:pt x="107590" y="5972"/>
                  <a:pt x="113587" y="13493"/>
                </a:cubicBezTo>
                <a:cubicBezTo>
                  <a:pt x="119584" y="21015"/>
                  <a:pt x="122582" y="30747"/>
                  <a:pt x="122582" y="42690"/>
                </a:cubicBezTo>
                <a:cubicBezTo>
                  <a:pt x="122582" y="54939"/>
                  <a:pt x="120359" y="63667"/>
                  <a:pt x="115912" y="68876"/>
                </a:cubicBezTo>
                <a:cubicBezTo>
                  <a:pt x="111465" y="74086"/>
                  <a:pt x="106116" y="76690"/>
                  <a:pt x="99865" y="76690"/>
                </a:cubicBezTo>
                <a:cubicBezTo>
                  <a:pt x="94173" y="76690"/>
                  <a:pt x="89599" y="75407"/>
                  <a:pt x="86143" y="72841"/>
                </a:cubicBezTo>
                <a:cubicBezTo>
                  <a:pt x="82687" y="70274"/>
                  <a:pt x="80553" y="67085"/>
                  <a:pt x="79740" y="63273"/>
                </a:cubicBezTo>
                <a:lnTo>
                  <a:pt x="79054" y="63273"/>
                </a:lnTo>
                <a:cubicBezTo>
                  <a:pt x="77122" y="67288"/>
                  <a:pt x="73412" y="69296"/>
                  <a:pt x="67924" y="69296"/>
                </a:cubicBezTo>
                <a:cubicBezTo>
                  <a:pt x="62943" y="69296"/>
                  <a:pt x="58572" y="66755"/>
                  <a:pt x="54811" y="61672"/>
                </a:cubicBezTo>
                <a:lnTo>
                  <a:pt x="54202" y="61672"/>
                </a:lnTo>
                <a:cubicBezTo>
                  <a:pt x="52880" y="64366"/>
                  <a:pt x="50644" y="66932"/>
                  <a:pt x="47493" y="69372"/>
                </a:cubicBezTo>
                <a:cubicBezTo>
                  <a:pt x="44342" y="71811"/>
                  <a:pt x="40429" y="73031"/>
                  <a:pt x="35753" y="73031"/>
                </a:cubicBezTo>
                <a:cubicBezTo>
                  <a:pt x="27673" y="73031"/>
                  <a:pt x="21091" y="70363"/>
                  <a:pt x="16009" y="65027"/>
                </a:cubicBezTo>
                <a:cubicBezTo>
                  <a:pt x="10927" y="59690"/>
                  <a:pt x="8386" y="51965"/>
                  <a:pt x="8386" y="41852"/>
                </a:cubicBezTo>
                <a:cubicBezTo>
                  <a:pt x="8386" y="33568"/>
                  <a:pt x="9885" y="27063"/>
                  <a:pt x="12883" y="22336"/>
                </a:cubicBezTo>
                <a:lnTo>
                  <a:pt x="12883" y="21498"/>
                </a:lnTo>
                <a:cubicBezTo>
                  <a:pt x="4294" y="19871"/>
                  <a:pt x="0" y="15602"/>
                  <a:pt x="0" y="8691"/>
                </a:cubicBezTo>
                <a:cubicBezTo>
                  <a:pt x="0" y="4930"/>
                  <a:pt x="381" y="2033"/>
                  <a:pt x="1144" y="0"/>
                </a:cubicBezTo>
                <a:moveTo>
                  <a:pt x="96053" y="13646"/>
                </a:moveTo>
                <a:cubicBezTo>
                  <a:pt x="91276" y="13646"/>
                  <a:pt x="87909" y="15386"/>
                  <a:pt x="85953" y="18868"/>
                </a:cubicBezTo>
                <a:cubicBezTo>
                  <a:pt x="83996" y="22349"/>
                  <a:pt x="83018" y="28892"/>
                  <a:pt x="83018" y="38498"/>
                </a:cubicBezTo>
                <a:cubicBezTo>
                  <a:pt x="83018" y="45003"/>
                  <a:pt x="82713" y="50949"/>
                  <a:pt x="82103" y="56336"/>
                </a:cubicBezTo>
                <a:cubicBezTo>
                  <a:pt x="85101" y="62536"/>
                  <a:pt x="89497" y="65637"/>
                  <a:pt x="95291" y="65637"/>
                </a:cubicBezTo>
                <a:cubicBezTo>
                  <a:pt x="107692" y="65637"/>
                  <a:pt x="113892" y="57505"/>
                  <a:pt x="113892" y="41242"/>
                </a:cubicBezTo>
                <a:cubicBezTo>
                  <a:pt x="113892" y="32755"/>
                  <a:pt x="112240" y="26034"/>
                  <a:pt x="108937" y="21078"/>
                </a:cubicBezTo>
                <a:cubicBezTo>
                  <a:pt x="105633" y="16123"/>
                  <a:pt x="101339" y="13646"/>
                  <a:pt x="96053" y="13646"/>
                </a:cubicBezTo>
                <a:moveTo>
                  <a:pt x="33695" y="24242"/>
                </a:moveTo>
                <a:cubicBezTo>
                  <a:pt x="28105" y="24242"/>
                  <a:pt x="23823" y="26008"/>
                  <a:pt x="20850" y="29540"/>
                </a:cubicBezTo>
                <a:cubicBezTo>
                  <a:pt x="17877" y="33072"/>
                  <a:pt x="16390" y="37557"/>
                  <a:pt x="16390" y="42995"/>
                </a:cubicBezTo>
                <a:cubicBezTo>
                  <a:pt x="16390" y="48128"/>
                  <a:pt x="17826" y="52423"/>
                  <a:pt x="20697" y="55879"/>
                </a:cubicBezTo>
                <a:cubicBezTo>
                  <a:pt x="23569" y="59335"/>
                  <a:pt x="27647" y="61063"/>
                  <a:pt x="32933" y="61063"/>
                </a:cubicBezTo>
                <a:cubicBezTo>
                  <a:pt x="38472" y="61063"/>
                  <a:pt x="42690" y="59296"/>
                  <a:pt x="45587" y="55764"/>
                </a:cubicBezTo>
                <a:cubicBezTo>
                  <a:pt x="48484" y="52232"/>
                  <a:pt x="49933" y="47696"/>
                  <a:pt x="49933" y="42157"/>
                </a:cubicBezTo>
                <a:cubicBezTo>
                  <a:pt x="49933" y="37075"/>
                  <a:pt x="48522" y="32818"/>
                  <a:pt x="45702" y="29388"/>
                </a:cubicBezTo>
                <a:cubicBezTo>
                  <a:pt x="42881" y="25957"/>
                  <a:pt x="38879" y="24242"/>
                  <a:pt x="33695" y="24242"/>
                </a:cubicBezTo>
                <a:close/>
              </a:path>
            </a:pathLst>
          </a:custGeom>
          <a:solidFill xmlns:a="http://schemas.openxmlformats.org/drawingml/2006/main">
            <a:srgbClr val="7030A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5f622a9c445ff"/>
          <a:stretch xmlns:a="http://schemas.openxmlformats.org/drawingml/2006/main"/>
        </p:blipFill>
        <p:spPr>
          <a:xfrm xmlns:a="http://schemas.openxmlformats.org/drawingml/2006/main">
            <a:off x="446520" y="2934068"/>
            <a:ext cx="500088" cy="500088"/>
          </a:xfrm>
          <a:prstGeom xmlns:a="http://schemas.openxmlformats.org/drawingml/2006/main" prst="rect">
            <a:avLst/>
          </a:prstGeom>
        </p:spPr>
      </p:pic>
      <p:sp>
        <p:nvSpPr>
          <p:cNvPr id="153" name="Text Originaldata">
            <a:extLst xmlns:a="http://schemas.openxmlformats.org/drawingml/2006/main">
              <a:ext uri="{FF2B5EF4-FFF2-40B4-BE49-F238E27FC236}">
                <a16:creationId xmlns:a16="http://schemas.microsoft.com/office/drawing/2014/main" id="{B29AD7B7-D48E-4C73-8AC3-69D04E9DE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59" y="3492016"/>
            <a:ext cx="827183" cy="147434"/>
          </a:xfrm>
          <a:custGeom xmlns:a="http://schemas.openxmlformats.org/drawingml/2006/main">
            <a:pathLst>
              <a:path w="827183" h="147434">
                <a:moveTo>
                  <a:pt x="93233" y="56870"/>
                </a:moveTo>
                <a:cubicBezTo>
                  <a:pt x="93233" y="73285"/>
                  <a:pt x="88430" y="86410"/>
                  <a:pt x="78825" y="96244"/>
                </a:cubicBezTo>
                <a:cubicBezTo>
                  <a:pt x="69219" y="106078"/>
                  <a:pt x="58115" y="110995"/>
                  <a:pt x="45511" y="110995"/>
                </a:cubicBezTo>
                <a:cubicBezTo>
                  <a:pt x="33415" y="110995"/>
                  <a:pt x="22806" y="106485"/>
                  <a:pt x="13684" y="97464"/>
                </a:cubicBezTo>
                <a:cubicBezTo>
                  <a:pt x="4561" y="88443"/>
                  <a:pt x="0" y="76258"/>
                  <a:pt x="0" y="60910"/>
                </a:cubicBezTo>
                <a:cubicBezTo>
                  <a:pt x="0" y="44291"/>
                  <a:pt x="4803" y="31116"/>
                  <a:pt x="14408" y="21383"/>
                </a:cubicBezTo>
                <a:cubicBezTo>
                  <a:pt x="24013" y="11651"/>
                  <a:pt x="35118" y="6785"/>
                  <a:pt x="47722" y="6785"/>
                </a:cubicBezTo>
                <a:cubicBezTo>
                  <a:pt x="59817" y="6785"/>
                  <a:pt x="70426" y="11295"/>
                  <a:pt x="79549" y="20316"/>
                </a:cubicBezTo>
                <a:cubicBezTo>
                  <a:pt x="88672" y="29337"/>
                  <a:pt x="93233" y="41522"/>
                  <a:pt x="93233" y="56870"/>
                </a:cubicBezTo>
                <a:moveTo>
                  <a:pt x="79663" y="58623"/>
                </a:moveTo>
                <a:cubicBezTo>
                  <a:pt x="79663" y="45511"/>
                  <a:pt x="76220" y="35359"/>
                  <a:pt x="69334" y="28168"/>
                </a:cubicBezTo>
                <a:cubicBezTo>
                  <a:pt x="62447" y="20977"/>
                  <a:pt x="54507" y="17381"/>
                  <a:pt x="45511" y="17381"/>
                </a:cubicBezTo>
                <a:cubicBezTo>
                  <a:pt x="37176" y="17381"/>
                  <a:pt x="29756" y="21167"/>
                  <a:pt x="23251" y="28740"/>
                </a:cubicBezTo>
                <a:cubicBezTo>
                  <a:pt x="16746" y="36312"/>
                  <a:pt x="13493" y="46426"/>
                  <a:pt x="13493" y="59080"/>
                </a:cubicBezTo>
                <a:cubicBezTo>
                  <a:pt x="13493" y="72243"/>
                  <a:pt x="16962" y="82420"/>
                  <a:pt x="23899" y="89612"/>
                </a:cubicBezTo>
                <a:cubicBezTo>
                  <a:pt x="30836" y="96803"/>
                  <a:pt x="38777" y="100399"/>
                  <a:pt x="47722" y="100399"/>
                </a:cubicBezTo>
                <a:cubicBezTo>
                  <a:pt x="56057" y="100399"/>
                  <a:pt x="63464" y="96562"/>
                  <a:pt x="69944" y="88888"/>
                </a:cubicBezTo>
                <a:cubicBezTo>
                  <a:pt x="76423" y="81213"/>
                  <a:pt x="79663" y="71125"/>
                  <a:pt x="79663" y="58623"/>
                </a:cubicBezTo>
                <a:close/>
                <a:moveTo>
                  <a:pt x="157567" y="35601"/>
                </a:moveTo>
                <a:lnTo>
                  <a:pt x="154136" y="47722"/>
                </a:lnTo>
                <a:cubicBezTo>
                  <a:pt x="150172" y="46146"/>
                  <a:pt x="146488" y="45359"/>
                  <a:pt x="143083" y="45359"/>
                </a:cubicBezTo>
                <a:cubicBezTo>
                  <a:pt x="133528" y="45359"/>
                  <a:pt x="127328" y="49907"/>
                  <a:pt x="124482" y="59004"/>
                </a:cubicBezTo>
                <a:cubicBezTo>
                  <a:pt x="124482" y="82382"/>
                  <a:pt x="124634" y="98722"/>
                  <a:pt x="124939" y="108022"/>
                </a:cubicBezTo>
                <a:lnTo>
                  <a:pt x="111446" y="108022"/>
                </a:lnTo>
                <a:cubicBezTo>
                  <a:pt x="112259" y="91911"/>
                  <a:pt x="112666" y="79409"/>
                  <a:pt x="112666" y="70515"/>
                </a:cubicBezTo>
                <a:cubicBezTo>
                  <a:pt x="112666" y="58471"/>
                  <a:pt x="111471" y="46934"/>
                  <a:pt x="109083" y="35906"/>
                </a:cubicBezTo>
                <a:lnTo>
                  <a:pt x="122423" y="34000"/>
                </a:lnTo>
                <a:cubicBezTo>
                  <a:pt x="123389" y="39590"/>
                  <a:pt x="123872" y="43326"/>
                  <a:pt x="123872" y="45206"/>
                </a:cubicBezTo>
                <a:lnTo>
                  <a:pt x="124482" y="45206"/>
                </a:lnTo>
                <a:cubicBezTo>
                  <a:pt x="129970" y="37125"/>
                  <a:pt x="136374" y="33085"/>
                  <a:pt x="143692" y="33085"/>
                </a:cubicBezTo>
                <a:cubicBezTo>
                  <a:pt x="147555" y="33085"/>
                  <a:pt x="152180" y="33924"/>
                  <a:pt x="157567" y="35601"/>
                </a:cubicBezTo>
                <a:close/>
                <a:moveTo>
                  <a:pt x="181244" y="108022"/>
                </a:moveTo>
                <a:lnTo>
                  <a:pt x="167446" y="108022"/>
                </a:lnTo>
                <a:cubicBezTo>
                  <a:pt x="168158" y="97858"/>
                  <a:pt x="168513" y="86245"/>
                  <a:pt x="168513" y="73184"/>
                </a:cubicBezTo>
                <a:cubicBezTo>
                  <a:pt x="168513" y="58496"/>
                  <a:pt x="167624" y="46172"/>
                  <a:pt x="165845" y="36211"/>
                </a:cubicBezTo>
                <a:lnTo>
                  <a:pt x="181092" y="34152"/>
                </a:lnTo>
                <a:cubicBezTo>
                  <a:pt x="180482" y="44774"/>
                  <a:pt x="180177" y="57785"/>
                  <a:pt x="180177" y="73184"/>
                </a:cubicBezTo>
                <a:cubicBezTo>
                  <a:pt x="180177" y="85381"/>
                  <a:pt x="180533" y="96994"/>
                  <a:pt x="181244" y="108022"/>
                </a:cubicBezTo>
                <a:moveTo>
                  <a:pt x="184446" y="12731"/>
                </a:moveTo>
                <a:cubicBezTo>
                  <a:pt x="184446" y="15323"/>
                  <a:pt x="183608" y="17572"/>
                  <a:pt x="181930" y="19478"/>
                </a:cubicBezTo>
                <a:cubicBezTo>
                  <a:pt x="180253" y="21383"/>
                  <a:pt x="177890" y="22336"/>
                  <a:pt x="174841" y="22336"/>
                </a:cubicBezTo>
                <a:cubicBezTo>
                  <a:pt x="172249" y="22336"/>
                  <a:pt x="170229" y="21510"/>
                  <a:pt x="168780" y="19859"/>
                </a:cubicBezTo>
                <a:cubicBezTo>
                  <a:pt x="167332" y="18207"/>
                  <a:pt x="166608" y="16212"/>
                  <a:pt x="166608" y="13874"/>
                </a:cubicBezTo>
                <a:cubicBezTo>
                  <a:pt x="166608" y="11333"/>
                  <a:pt x="167472" y="9123"/>
                  <a:pt x="169199" y="7242"/>
                </a:cubicBezTo>
                <a:cubicBezTo>
                  <a:pt x="170927" y="5362"/>
                  <a:pt x="173316" y="4422"/>
                  <a:pt x="176365" y="4422"/>
                </a:cubicBezTo>
                <a:cubicBezTo>
                  <a:pt x="178856" y="4422"/>
                  <a:pt x="180825" y="5247"/>
                  <a:pt x="182273" y="6899"/>
                </a:cubicBezTo>
                <a:cubicBezTo>
                  <a:pt x="183722" y="8551"/>
                  <a:pt x="184446" y="10495"/>
                  <a:pt x="184446" y="12731"/>
                </a:cubicBezTo>
                <a:close/>
                <a:moveTo>
                  <a:pt x="272703" y="25995"/>
                </a:moveTo>
                <a:lnTo>
                  <a:pt x="271483" y="36516"/>
                </a:lnTo>
                <a:cubicBezTo>
                  <a:pt x="262031" y="36516"/>
                  <a:pt x="256821" y="38040"/>
                  <a:pt x="255856" y="41090"/>
                </a:cubicBezTo>
                <a:lnTo>
                  <a:pt x="255856" y="41852"/>
                </a:lnTo>
                <a:cubicBezTo>
                  <a:pt x="259108" y="45816"/>
                  <a:pt x="260735" y="50339"/>
                  <a:pt x="260735" y="55421"/>
                </a:cubicBezTo>
                <a:cubicBezTo>
                  <a:pt x="260735" y="63350"/>
                  <a:pt x="258130" y="69893"/>
                  <a:pt x="252921" y="75051"/>
                </a:cubicBezTo>
                <a:cubicBezTo>
                  <a:pt x="247711" y="80210"/>
                  <a:pt x="239669" y="82789"/>
                  <a:pt x="228793" y="82789"/>
                </a:cubicBezTo>
                <a:cubicBezTo>
                  <a:pt x="223965" y="82789"/>
                  <a:pt x="220128" y="82281"/>
                  <a:pt x="217282" y="81264"/>
                </a:cubicBezTo>
                <a:cubicBezTo>
                  <a:pt x="214792" y="83043"/>
                  <a:pt x="213546" y="85254"/>
                  <a:pt x="213546" y="87897"/>
                </a:cubicBezTo>
                <a:cubicBezTo>
                  <a:pt x="213546" y="91149"/>
                  <a:pt x="215020" y="93309"/>
                  <a:pt x="217968" y="94376"/>
                </a:cubicBezTo>
                <a:cubicBezTo>
                  <a:pt x="221729" y="95799"/>
                  <a:pt x="229581" y="96511"/>
                  <a:pt x="241524" y="96511"/>
                </a:cubicBezTo>
                <a:cubicBezTo>
                  <a:pt x="260836" y="96511"/>
                  <a:pt x="270492" y="102914"/>
                  <a:pt x="270492" y="115722"/>
                </a:cubicBezTo>
                <a:cubicBezTo>
                  <a:pt x="270492" y="124869"/>
                  <a:pt x="266732" y="132442"/>
                  <a:pt x="259210" y="138439"/>
                </a:cubicBezTo>
                <a:cubicBezTo>
                  <a:pt x="251688" y="144436"/>
                  <a:pt x="241956" y="147434"/>
                  <a:pt x="230013" y="147434"/>
                </a:cubicBezTo>
                <a:cubicBezTo>
                  <a:pt x="217765" y="147434"/>
                  <a:pt x="209036" y="145211"/>
                  <a:pt x="203827" y="140764"/>
                </a:cubicBezTo>
                <a:cubicBezTo>
                  <a:pt x="198617" y="136317"/>
                  <a:pt x="196013" y="130968"/>
                  <a:pt x="196013" y="124717"/>
                </a:cubicBezTo>
                <a:cubicBezTo>
                  <a:pt x="196013" y="119025"/>
                  <a:pt x="197296" y="114451"/>
                  <a:pt x="199863" y="110995"/>
                </a:cubicBezTo>
                <a:cubicBezTo>
                  <a:pt x="202429" y="107539"/>
                  <a:pt x="205618" y="105405"/>
                  <a:pt x="209430" y="104592"/>
                </a:cubicBezTo>
                <a:lnTo>
                  <a:pt x="209430" y="103905"/>
                </a:lnTo>
                <a:cubicBezTo>
                  <a:pt x="205415" y="101974"/>
                  <a:pt x="203407" y="98264"/>
                  <a:pt x="203407" y="92775"/>
                </a:cubicBezTo>
                <a:cubicBezTo>
                  <a:pt x="203407" y="87795"/>
                  <a:pt x="205949" y="83424"/>
                  <a:pt x="211031" y="79663"/>
                </a:cubicBezTo>
                <a:lnTo>
                  <a:pt x="211031" y="79054"/>
                </a:lnTo>
                <a:cubicBezTo>
                  <a:pt x="208337" y="77732"/>
                  <a:pt x="205771" y="75496"/>
                  <a:pt x="203331" y="72345"/>
                </a:cubicBezTo>
                <a:cubicBezTo>
                  <a:pt x="200892" y="69194"/>
                  <a:pt x="199672" y="65281"/>
                  <a:pt x="199672" y="60605"/>
                </a:cubicBezTo>
                <a:cubicBezTo>
                  <a:pt x="199672" y="52524"/>
                  <a:pt x="202340" y="45943"/>
                  <a:pt x="207677" y="40861"/>
                </a:cubicBezTo>
                <a:cubicBezTo>
                  <a:pt x="213013" y="35779"/>
                  <a:pt x="220738" y="33238"/>
                  <a:pt x="230851" y="33238"/>
                </a:cubicBezTo>
                <a:cubicBezTo>
                  <a:pt x="239135" y="33238"/>
                  <a:pt x="245640" y="34737"/>
                  <a:pt x="250367" y="37735"/>
                </a:cubicBezTo>
                <a:lnTo>
                  <a:pt x="251205" y="37735"/>
                </a:lnTo>
                <a:cubicBezTo>
                  <a:pt x="252832" y="29146"/>
                  <a:pt x="257101" y="24852"/>
                  <a:pt x="264013" y="24852"/>
                </a:cubicBezTo>
                <a:cubicBezTo>
                  <a:pt x="267773" y="24852"/>
                  <a:pt x="270670" y="25233"/>
                  <a:pt x="272703" y="25995"/>
                </a:cubicBezTo>
                <a:moveTo>
                  <a:pt x="259057" y="120905"/>
                </a:moveTo>
                <a:cubicBezTo>
                  <a:pt x="259057" y="116128"/>
                  <a:pt x="257317" y="112761"/>
                  <a:pt x="253836" y="110805"/>
                </a:cubicBezTo>
                <a:cubicBezTo>
                  <a:pt x="250354" y="108848"/>
                  <a:pt x="243811" y="107870"/>
                  <a:pt x="234206" y="107870"/>
                </a:cubicBezTo>
                <a:cubicBezTo>
                  <a:pt x="227700" y="107870"/>
                  <a:pt x="221754" y="107565"/>
                  <a:pt x="216367" y="106955"/>
                </a:cubicBezTo>
                <a:cubicBezTo>
                  <a:pt x="210167" y="109953"/>
                  <a:pt x="207067" y="114349"/>
                  <a:pt x="207067" y="120143"/>
                </a:cubicBezTo>
                <a:cubicBezTo>
                  <a:pt x="207067" y="132544"/>
                  <a:pt x="215198" y="138744"/>
                  <a:pt x="231461" y="138744"/>
                </a:cubicBezTo>
                <a:cubicBezTo>
                  <a:pt x="239948" y="138744"/>
                  <a:pt x="246670" y="137092"/>
                  <a:pt x="251625" y="133789"/>
                </a:cubicBezTo>
                <a:cubicBezTo>
                  <a:pt x="256580" y="130485"/>
                  <a:pt x="259057" y="126191"/>
                  <a:pt x="259057" y="120905"/>
                </a:cubicBezTo>
                <a:moveTo>
                  <a:pt x="248461" y="58547"/>
                </a:moveTo>
                <a:cubicBezTo>
                  <a:pt x="248461" y="52956"/>
                  <a:pt x="246695" y="48675"/>
                  <a:pt x="243163" y="45702"/>
                </a:cubicBezTo>
                <a:cubicBezTo>
                  <a:pt x="239631" y="42729"/>
                  <a:pt x="235146" y="41242"/>
                  <a:pt x="229708" y="41242"/>
                </a:cubicBezTo>
                <a:cubicBezTo>
                  <a:pt x="224575" y="41242"/>
                  <a:pt x="220280" y="42678"/>
                  <a:pt x="216824" y="45549"/>
                </a:cubicBezTo>
                <a:cubicBezTo>
                  <a:pt x="213369" y="48421"/>
                  <a:pt x="211641" y="52499"/>
                  <a:pt x="211641" y="57785"/>
                </a:cubicBezTo>
                <a:cubicBezTo>
                  <a:pt x="211641" y="63324"/>
                  <a:pt x="213407" y="67542"/>
                  <a:pt x="216939" y="70439"/>
                </a:cubicBezTo>
                <a:cubicBezTo>
                  <a:pt x="220471" y="73336"/>
                  <a:pt x="225007" y="74784"/>
                  <a:pt x="230546" y="74784"/>
                </a:cubicBezTo>
                <a:cubicBezTo>
                  <a:pt x="235629" y="74784"/>
                  <a:pt x="239885" y="73374"/>
                  <a:pt x="243315" y="70554"/>
                </a:cubicBezTo>
                <a:cubicBezTo>
                  <a:pt x="246746" y="67733"/>
                  <a:pt x="248461" y="63731"/>
                  <a:pt x="248461" y="58547"/>
                </a:cubicBezTo>
                <a:close/>
                <a:moveTo>
                  <a:pt x="298713" y="108022"/>
                </a:moveTo>
                <a:lnTo>
                  <a:pt x="284915" y="108022"/>
                </a:lnTo>
                <a:cubicBezTo>
                  <a:pt x="285626" y="97858"/>
                  <a:pt x="285982" y="86245"/>
                  <a:pt x="285982" y="73184"/>
                </a:cubicBezTo>
                <a:cubicBezTo>
                  <a:pt x="285982" y="58496"/>
                  <a:pt x="285092" y="46172"/>
                  <a:pt x="283314" y="36211"/>
                </a:cubicBezTo>
                <a:lnTo>
                  <a:pt x="298560" y="34152"/>
                </a:lnTo>
                <a:cubicBezTo>
                  <a:pt x="297950" y="44774"/>
                  <a:pt x="297646" y="57785"/>
                  <a:pt x="297646" y="73184"/>
                </a:cubicBezTo>
                <a:cubicBezTo>
                  <a:pt x="297646" y="85381"/>
                  <a:pt x="298001" y="96994"/>
                  <a:pt x="298713" y="108022"/>
                </a:cubicBezTo>
                <a:moveTo>
                  <a:pt x="301915" y="12731"/>
                </a:moveTo>
                <a:cubicBezTo>
                  <a:pt x="301915" y="15323"/>
                  <a:pt x="301076" y="17572"/>
                  <a:pt x="299399" y="19478"/>
                </a:cubicBezTo>
                <a:cubicBezTo>
                  <a:pt x="297722" y="21383"/>
                  <a:pt x="295359" y="22336"/>
                  <a:pt x="292309" y="22336"/>
                </a:cubicBezTo>
                <a:cubicBezTo>
                  <a:pt x="289717" y="22336"/>
                  <a:pt x="287697" y="21510"/>
                  <a:pt x="286249" y="19859"/>
                </a:cubicBezTo>
                <a:cubicBezTo>
                  <a:pt x="284800" y="18207"/>
                  <a:pt x="284076" y="16212"/>
                  <a:pt x="284076" y="13874"/>
                </a:cubicBezTo>
                <a:cubicBezTo>
                  <a:pt x="284076" y="11333"/>
                  <a:pt x="284940" y="9123"/>
                  <a:pt x="286668" y="7242"/>
                </a:cubicBezTo>
                <a:cubicBezTo>
                  <a:pt x="288396" y="5362"/>
                  <a:pt x="290785" y="4422"/>
                  <a:pt x="293834" y="4422"/>
                </a:cubicBezTo>
                <a:cubicBezTo>
                  <a:pt x="296324" y="4422"/>
                  <a:pt x="298293" y="5247"/>
                  <a:pt x="299742" y="6899"/>
                </a:cubicBezTo>
                <a:cubicBezTo>
                  <a:pt x="301190" y="8551"/>
                  <a:pt x="301915" y="10495"/>
                  <a:pt x="301915" y="12731"/>
                </a:cubicBezTo>
                <a:close/>
                <a:moveTo>
                  <a:pt x="383082" y="108022"/>
                </a:moveTo>
                <a:lnTo>
                  <a:pt x="369208" y="108022"/>
                </a:lnTo>
                <a:cubicBezTo>
                  <a:pt x="370326" y="94656"/>
                  <a:pt x="370885" y="80070"/>
                  <a:pt x="370885" y="64264"/>
                </a:cubicBezTo>
                <a:cubicBezTo>
                  <a:pt x="370885" y="56438"/>
                  <a:pt x="369296" y="51089"/>
                  <a:pt x="366120" y="48217"/>
                </a:cubicBezTo>
                <a:cubicBezTo>
                  <a:pt x="362944" y="45346"/>
                  <a:pt x="358408" y="43910"/>
                  <a:pt x="352513" y="43910"/>
                </a:cubicBezTo>
                <a:cubicBezTo>
                  <a:pt x="345296" y="43910"/>
                  <a:pt x="338638" y="46527"/>
                  <a:pt x="332540" y="51762"/>
                </a:cubicBezTo>
                <a:cubicBezTo>
                  <a:pt x="332540" y="69092"/>
                  <a:pt x="332641" y="87846"/>
                  <a:pt x="332844" y="108022"/>
                </a:cubicBezTo>
                <a:lnTo>
                  <a:pt x="318970" y="108022"/>
                </a:lnTo>
                <a:cubicBezTo>
                  <a:pt x="319834" y="90743"/>
                  <a:pt x="320266" y="78240"/>
                  <a:pt x="320266" y="70515"/>
                </a:cubicBezTo>
                <a:cubicBezTo>
                  <a:pt x="320266" y="58623"/>
                  <a:pt x="319148" y="47087"/>
                  <a:pt x="316912" y="35906"/>
                </a:cubicBezTo>
                <a:lnTo>
                  <a:pt x="330329" y="34000"/>
                </a:lnTo>
                <a:lnTo>
                  <a:pt x="331777" y="43300"/>
                </a:lnTo>
                <a:lnTo>
                  <a:pt x="332387" y="43300"/>
                </a:lnTo>
                <a:cubicBezTo>
                  <a:pt x="339909" y="36490"/>
                  <a:pt x="347964" y="33085"/>
                  <a:pt x="356553" y="33085"/>
                </a:cubicBezTo>
                <a:cubicBezTo>
                  <a:pt x="364989" y="33085"/>
                  <a:pt x="371520" y="34953"/>
                  <a:pt x="376145" y="38688"/>
                </a:cubicBezTo>
                <a:cubicBezTo>
                  <a:pt x="380770" y="42424"/>
                  <a:pt x="383082" y="49069"/>
                  <a:pt x="383082" y="58623"/>
                </a:cubicBezTo>
                <a:cubicBezTo>
                  <a:pt x="383082" y="59589"/>
                  <a:pt x="383031" y="61495"/>
                  <a:pt x="382929" y="64341"/>
                </a:cubicBezTo>
                <a:cubicBezTo>
                  <a:pt x="382828" y="67187"/>
                  <a:pt x="382777" y="69092"/>
                  <a:pt x="382777" y="70058"/>
                </a:cubicBezTo>
                <a:cubicBezTo>
                  <a:pt x="382777" y="78545"/>
                  <a:pt x="382879" y="91200"/>
                  <a:pt x="383082" y="108022"/>
                </a:cubicBezTo>
                <a:close/>
                <a:moveTo>
                  <a:pt x="461039" y="108022"/>
                </a:moveTo>
                <a:lnTo>
                  <a:pt x="449070" y="108479"/>
                </a:lnTo>
                <a:cubicBezTo>
                  <a:pt x="448461" y="105989"/>
                  <a:pt x="448156" y="103626"/>
                  <a:pt x="448156" y="101390"/>
                </a:cubicBezTo>
                <a:lnTo>
                  <a:pt x="447393" y="101390"/>
                </a:lnTo>
                <a:cubicBezTo>
                  <a:pt x="441142" y="107082"/>
                  <a:pt x="432630" y="109928"/>
                  <a:pt x="421855" y="109928"/>
                </a:cubicBezTo>
                <a:cubicBezTo>
                  <a:pt x="416011" y="109928"/>
                  <a:pt x="410979" y="108213"/>
                  <a:pt x="406761" y="104782"/>
                </a:cubicBezTo>
                <a:cubicBezTo>
                  <a:pt x="402543" y="101352"/>
                  <a:pt x="400434" y="96460"/>
                  <a:pt x="400434" y="90107"/>
                </a:cubicBezTo>
                <a:cubicBezTo>
                  <a:pt x="400434" y="82281"/>
                  <a:pt x="403737" y="75991"/>
                  <a:pt x="410344" y="71240"/>
                </a:cubicBezTo>
                <a:cubicBezTo>
                  <a:pt x="416951" y="66488"/>
                  <a:pt x="429225" y="63985"/>
                  <a:pt x="447165" y="63731"/>
                </a:cubicBezTo>
                <a:cubicBezTo>
                  <a:pt x="447317" y="62511"/>
                  <a:pt x="447393" y="61113"/>
                  <a:pt x="447393" y="59538"/>
                </a:cubicBezTo>
                <a:cubicBezTo>
                  <a:pt x="447393" y="53287"/>
                  <a:pt x="445729" y="49119"/>
                  <a:pt x="442400" y="47036"/>
                </a:cubicBezTo>
                <a:cubicBezTo>
                  <a:pt x="439071" y="44952"/>
                  <a:pt x="434027" y="43910"/>
                  <a:pt x="427268" y="43910"/>
                </a:cubicBezTo>
                <a:cubicBezTo>
                  <a:pt x="419289" y="43910"/>
                  <a:pt x="411437" y="44901"/>
                  <a:pt x="403712" y="46883"/>
                </a:cubicBezTo>
                <a:lnTo>
                  <a:pt x="405008" y="36363"/>
                </a:lnTo>
                <a:cubicBezTo>
                  <a:pt x="412631" y="34178"/>
                  <a:pt x="421398" y="33085"/>
                  <a:pt x="431308" y="33085"/>
                </a:cubicBezTo>
                <a:cubicBezTo>
                  <a:pt x="440355" y="33085"/>
                  <a:pt x="447343" y="34953"/>
                  <a:pt x="452272" y="38688"/>
                </a:cubicBezTo>
                <a:cubicBezTo>
                  <a:pt x="457202" y="42424"/>
                  <a:pt x="459667" y="48789"/>
                  <a:pt x="459667" y="57785"/>
                </a:cubicBezTo>
                <a:cubicBezTo>
                  <a:pt x="459667" y="60173"/>
                  <a:pt x="459553" y="64506"/>
                  <a:pt x="459324" y="70782"/>
                </a:cubicBezTo>
                <a:cubicBezTo>
                  <a:pt x="459095" y="77059"/>
                  <a:pt x="458981" y="81239"/>
                  <a:pt x="458981" y="83323"/>
                </a:cubicBezTo>
                <a:cubicBezTo>
                  <a:pt x="458981" y="92572"/>
                  <a:pt x="459667" y="100805"/>
                  <a:pt x="461039" y="108022"/>
                </a:cubicBezTo>
                <a:moveTo>
                  <a:pt x="447546" y="93233"/>
                </a:moveTo>
                <a:cubicBezTo>
                  <a:pt x="447292" y="85508"/>
                  <a:pt x="447165" y="78571"/>
                  <a:pt x="447165" y="72421"/>
                </a:cubicBezTo>
                <a:cubicBezTo>
                  <a:pt x="437610" y="72421"/>
                  <a:pt x="430343" y="73133"/>
                  <a:pt x="425362" y="74556"/>
                </a:cubicBezTo>
                <a:cubicBezTo>
                  <a:pt x="417027" y="77097"/>
                  <a:pt x="412860" y="81950"/>
                  <a:pt x="412860" y="89116"/>
                </a:cubicBezTo>
                <a:cubicBezTo>
                  <a:pt x="412860" y="96028"/>
                  <a:pt x="417739" y="99484"/>
                  <a:pt x="427497" y="99484"/>
                </a:cubicBezTo>
                <a:cubicBezTo>
                  <a:pt x="435882" y="99484"/>
                  <a:pt x="442565" y="97400"/>
                  <a:pt x="447546" y="93233"/>
                </a:cubicBezTo>
                <a:close/>
                <a:moveTo>
                  <a:pt x="495346" y="108022"/>
                </a:moveTo>
                <a:lnTo>
                  <a:pt x="480709" y="108022"/>
                </a:lnTo>
                <a:cubicBezTo>
                  <a:pt x="481624" y="91251"/>
                  <a:pt x="482081" y="72294"/>
                  <a:pt x="482081" y="51152"/>
                </a:cubicBezTo>
                <a:cubicBezTo>
                  <a:pt x="482081" y="30620"/>
                  <a:pt x="481344" y="13824"/>
                  <a:pt x="479871" y="762"/>
                </a:cubicBezTo>
                <a:lnTo>
                  <a:pt x="495346" y="0"/>
                </a:lnTo>
                <a:cubicBezTo>
                  <a:pt x="494380" y="13824"/>
                  <a:pt x="493897" y="30874"/>
                  <a:pt x="493897" y="51152"/>
                </a:cubicBezTo>
                <a:cubicBezTo>
                  <a:pt x="493897" y="72040"/>
                  <a:pt x="494380" y="90997"/>
                  <a:pt x="495346" y="108022"/>
                </a:cubicBezTo>
                <a:close/>
                <a:moveTo>
                  <a:pt x="616196" y="107946"/>
                </a:moveTo>
                <a:lnTo>
                  <a:pt x="604837" y="108327"/>
                </a:lnTo>
                <a:cubicBezTo>
                  <a:pt x="604431" y="106142"/>
                  <a:pt x="604227" y="103829"/>
                  <a:pt x="604227" y="101390"/>
                </a:cubicBezTo>
                <a:lnTo>
                  <a:pt x="603389" y="101390"/>
                </a:lnTo>
                <a:cubicBezTo>
                  <a:pt x="598053" y="107183"/>
                  <a:pt x="590124" y="110080"/>
                  <a:pt x="579604" y="110080"/>
                </a:cubicBezTo>
                <a:cubicBezTo>
                  <a:pt x="569948" y="110080"/>
                  <a:pt x="562261" y="106574"/>
                  <a:pt x="556544" y="99560"/>
                </a:cubicBezTo>
                <a:cubicBezTo>
                  <a:pt x="550826" y="92547"/>
                  <a:pt x="547967" y="84085"/>
                  <a:pt x="547967" y="74175"/>
                </a:cubicBezTo>
                <a:cubicBezTo>
                  <a:pt x="547967" y="62943"/>
                  <a:pt x="551144" y="53261"/>
                  <a:pt x="557497" y="45130"/>
                </a:cubicBezTo>
                <a:cubicBezTo>
                  <a:pt x="563849" y="36998"/>
                  <a:pt x="572794" y="32933"/>
                  <a:pt x="584331" y="32933"/>
                </a:cubicBezTo>
                <a:cubicBezTo>
                  <a:pt x="592564" y="32933"/>
                  <a:pt x="598459" y="34610"/>
                  <a:pt x="602017" y="37964"/>
                </a:cubicBezTo>
                <a:lnTo>
                  <a:pt x="602626" y="37964"/>
                </a:lnTo>
                <a:cubicBezTo>
                  <a:pt x="602626" y="25360"/>
                  <a:pt x="602271" y="12985"/>
                  <a:pt x="601559" y="839"/>
                </a:cubicBezTo>
                <a:lnTo>
                  <a:pt x="616043" y="305"/>
                </a:lnTo>
                <a:cubicBezTo>
                  <a:pt x="615078" y="13214"/>
                  <a:pt x="614595" y="30112"/>
                  <a:pt x="614595" y="51000"/>
                </a:cubicBezTo>
                <a:cubicBezTo>
                  <a:pt x="614595" y="72243"/>
                  <a:pt x="615129" y="91225"/>
                  <a:pt x="616196" y="107946"/>
                </a:cubicBezTo>
                <a:moveTo>
                  <a:pt x="603922" y="92928"/>
                </a:moveTo>
                <a:cubicBezTo>
                  <a:pt x="603922" y="77122"/>
                  <a:pt x="603490" y="61901"/>
                  <a:pt x="602626" y="47264"/>
                </a:cubicBezTo>
                <a:cubicBezTo>
                  <a:pt x="598510" y="43859"/>
                  <a:pt x="593377" y="42157"/>
                  <a:pt x="587227" y="42157"/>
                </a:cubicBezTo>
                <a:cubicBezTo>
                  <a:pt x="578639" y="42157"/>
                  <a:pt x="572210" y="45016"/>
                  <a:pt x="567941" y="50733"/>
                </a:cubicBezTo>
                <a:cubicBezTo>
                  <a:pt x="563671" y="56450"/>
                  <a:pt x="561537" y="63629"/>
                  <a:pt x="561537" y="72269"/>
                </a:cubicBezTo>
                <a:cubicBezTo>
                  <a:pt x="561537" y="79994"/>
                  <a:pt x="563557" y="86499"/>
                  <a:pt x="567597" y="91784"/>
                </a:cubicBezTo>
                <a:cubicBezTo>
                  <a:pt x="571638" y="97070"/>
                  <a:pt x="577241" y="99713"/>
                  <a:pt x="584407" y="99713"/>
                </a:cubicBezTo>
                <a:cubicBezTo>
                  <a:pt x="593402" y="99713"/>
                  <a:pt x="599908" y="97451"/>
                  <a:pt x="603922" y="92928"/>
                </a:cubicBezTo>
                <a:close/>
                <a:moveTo>
                  <a:pt x="694415" y="108022"/>
                </a:moveTo>
                <a:lnTo>
                  <a:pt x="682446" y="108479"/>
                </a:lnTo>
                <a:cubicBezTo>
                  <a:pt x="681836" y="105989"/>
                  <a:pt x="681531" y="103626"/>
                  <a:pt x="681531" y="101390"/>
                </a:cubicBezTo>
                <a:lnTo>
                  <a:pt x="680769" y="101390"/>
                </a:lnTo>
                <a:cubicBezTo>
                  <a:pt x="674518" y="107082"/>
                  <a:pt x="666005" y="109928"/>
                  <a:pt x="655231" y="109928"/>
                </a:cubicBezTo>
                <a:cubicBezTo>
                  <a:pt x="649386" y="109928"/>
                  <a:pt x="644355" y="108213"/>
                  <a:pt x="640137" y="104782"/>
                </a:cubicBezTo>
                <a:cubicBezTo>
                  <a:pt x="635919" y="101352"/>
                  <a:pt x="633810" y="96460"/>
                  <a:pt x="633810" y="90107"/>
                </a:cubicBezTo>
                <a:cubicBezTo>
                  <a:pt x="633810" y="82281"/>
                  <a:pt x="637113" y="75991"/>
                  <a:pt x="643720" y="71240"/>
                </a:cubicBezTo>
                <a:cubicBezTo>
                  <a:pt x="650327" y="66488"/>
                  <a:pt x="662600" y="63985"/>
                  <a:pt x="680540" y="63731"/>
                </a:cubicBezTo>
                <a:cubicBezTo>
                  <a:pt x="680693" y="62511"/>
                  <a:pt x="680769" y="61113"/>
                  <a:pt x="680769" y="59538"/>
                </a:cubicBezTo>
                <a:cubicBezTo>
                  <a:pt x="680769" y="53287"/>
                  <a:pt x="679105" y="49119"/>
                  <a:pt x="675776" y="47036"/>
                </a:cubicBezTo>
                <a:cubicBezTo>
                  <a:pt x="672447" y="44952"/>
                  <a:pt x="667403" y="43910"/>
                  <a:pt x="660643" y="43910"/>
                </a:cubicBezTo>
                <a:cubicBezTo>
                  <a:pt x="652664" y="43910"/>
                  <a:pt x="644812" y="44901"/>
                  <a:pt x="637088" y="46883"/>
                </a:cubicBezTo>
                <a:lnTo>
                  <a:pt x="638383" y="36363"/>
                </a:lnTo>
                <a:cubicBezTo>
                  <a:pt x="646007" y="34178"/>
                  <a:pt x="654774" y="33085"/>
                  <a:pt x="664684" y="33085"/>
                </a:cubicBezTo>
                <a:cubicBezTo>
                  <a:pt x="673730" y="33085"/>
                  <a:pt x="680718" y="34953"/>
                  <a:pt x="685648" y="38688"/>
                </a:cubicBezTo>
                <a:cubicBezTo>
                  <a:pt x="690578" y="42424"/>
                  <a:pt x="693042" y="48789"/>
                  <a:pt x="693042" y="57785"/>
                </a:cubicBezTo>
                <a:cubicBezTo>
                  <a:pt x="693042" y="60173"/>
                  <a:pt x="692928" y="64506"/>
                  <a:pt x="692699" y="70782"/>
                </a:cubicBezTo>
                <a:cubicBezTo>
                  <a:pt x="692471" y="77059"/>
                  <a:pt x="692356" y="81239"/>
                  <a:pt x="692356" y="83323"/>
                </a:cubicBezTo>
                <a:cubicBezTo>
                  <a:pt x="692356" y="92572"/>
                  <a:pt x="693042" y="100805"/>
                  <a:pt x="694415" y="108022"/>
                </a:cubicBezTo>
                <a:moveTo>
                  <a:pt x="680921" y="93233"/>
                </a:moveTo>
                <a:cubicBezTo>
                  <a:pt x="680667" y="85508"/>
                  <a:pt x="680540" y="78571"/>
                  <a:pt x="680540" y="72421"/>
                </a:cubicBezTo>
                <a:cubicBezTo>
                  <a:pt x="670986" y="72421"/>
                  <a:pt x="663718" y="73133"/>
                  <a:pt x="658738" y="74556"/>
                </a:cubicBezTo>
                <a:cubicBezTo>
                  <a:pt x="650403" y="77097"/>
                  <a:pt x="646235" y="81950"/>
                  <a:pt x="646235" y="89116"/>
                </a:cubicBezTo>
                <a:cubicBezTo>
                  <a:pt x="646235" y="96028"/>
                  <a:pt x="651114" y="99484"/>
                  <a:pt x="660872" y="99484"/>
                </a:cubicBezTo>
                <a:cubicBezTo>
                  <a:pt x="669258" y="99484"/>
                  <a:pt x="675941" y="97400"/>
                  <a:pt x="680921" y="93233"/>
                </a:cubicBezTo>
                <a:close/>
                <a:moveTo>
                  <a:pt x="755784" y="97502"/>
                </a:moveTo>
                <a:lnTo>
                  <a:pt x="754869" y="107412"/>
                </a:lnTo>
                <a:cubicBezTo>
                  <a:pt x="750854" y="108886"/>
                  <a:pt x="747068" y="109623"/>
                  <a:pt x="743511" y="109623"/>
                </a:cubicBezTo>
                <a:cubicBezTo>
                  <a:pt x="734363" y="109623"/>
                  <a:pt x="728112" y="107298"/>
                  <a:pt x="724757" y="102648"/>
                </a:cubicBezTo>
                <a:cubicBezTo>
                  <a:pt x="721403" y="97997"/>
                  <a:pt x="719726" y="89675"/>
                  <a:pt x="719726" y="77681"/>
                </a:cubicBezTo>
                <a:cubicBezTo>
                  <a:pt x="719726" y="69906"/>
                  <a:pt x="719777" y="59767"/>
                  <a:pt x="719878" y="47264"/>
                </a:cubicBezTo>
                <a:cubicBezTo>
                  <a:pt x="717032" y="47264"/>
                  <a:pt x="712840" y="47417"/>
                  <a:pt x="707300" y="47722"/>
                </a:cubicBezTo>
                <a:lnTo>
                  <a:pt x="707757" y="36668"/>
                </a:lnTo>
                <a:cubicBezTo>
                  <a:pt x="712585" y="36973"/>
                  <a:pt x="716905" y="37125"/>
                  <a:pt x="720717" y="37125"/>
                </a:cubicBezTo>
                <a:cubicBezTo>
                  <a:pt x="720717" y="34076"/>
                  <a:pt x="720971" y="26834"/>
                  <a:pt x="721479" y="15399"/>
                </a:cubicBezTo>
                <a:lnTo>
                  <a:pt x="733448" y="14179"/>
                </a:lnTo>
                <a:cubicBezTo>
                  <a:pt x="732584" y="24852"/>
                  <a:pt x="732152" y="32501"/>
                  <a:pt x="732152" y="37125"/>
                </a:cubicBezTo>
                <a:cubicBezTo>
                  <a:pt x="737132" y="37125"/>
                  <a:pt x="744451" y="36871"/>
                  <a:pt x="754107" y="36363"/>
                </a:cubicBezTo>
                <a:lnTo>
                  <a:pt x="753573" y="47722"/>
                </a:lnTo>
                <a:cubicBezTo>
                  <a:pt x="744425" y="47417"/>
                  <a:pt x="737082" y="47264"/>
                  <a:pt x="731542" y="47264"/>
                </a:cubicBezTo>
                <a:cubicBezTo>
                  <a:pt x="731440" y="54939"/>
                  <a:pt x="731390" y="63578"/>
                  <a:pt x="731390" y="73184"/>
                </a:cubicBezTo>
                <a:cubicBezTo>
                  <a:pt x="731390" y="83653"/>
                  <a:pt x="732495" y="90577"/>
                  <a:pt x="734706" y="93957"/>
                </a:cubicBezTo>
                <a:cubicBezTo>
                  <a:pt x="736916" y="97337"/>
                  <a:pt x="741020" y="99027"/>
                  <a:pt x="747017" y="99027"/>
                </a:cubicBezTo>
                <a:cubicBezTo>
                  <a:pt x="748999" y="99027"/>
                  <a:pt x="751922" y="98518"/>
                  <a:pt x="755784" y="97502"/>
                </a:cubicBezTo>
                <a:close/>
                <a:moveTo>
                  <a:pt x="827183" y="108022"/>
                </a:moveTo>
                <a:lnTo>
                  <a:pt x="815215" y="108479"/>
                </a:lnTo>
                <a:cubicBezTo>
                  <a:pt x="814605" y="105989"/>
                  <a:pt x="814300" y="103626"/>
                  <a:pt x="814300" y="101390"/>
                </a:cubicBezTo>
                <a:lnTo>
                  <a:pt x="813538" y="101390"/>
                </a:lnTo>
                <a:cubicBezTo>
                  <a:pt x="807287" y="107082"/>
                  <a:pt x="798774" y="109928"/>
                  <a:pt x="788000" y="109928"/>
                </a:cubicBezTo>
                <a:cubicBezTo>
                  <a:pt x="782155" y="109928"/>
                  <a:pt x="777124" y="108213"/>
                  <a:pt x="772906" y="104782"/>
                </a:cubicBezTo>
                <a:cubicBezTo>
                  <a:pt x="768687" y="101352"/>
                  <a:pt x="766578" y="96460"/>
                  <a:pt x="766578" y="90107"/>
                </a:cubicBezTo>
                <a:cubicBezTo>
                  <a:pt x="766578" y="82281"/>
                  <a:pt x="769882" y="75991"/>
                  <a:pt x="776489" y="71240"/>
                </a:cubicBezTo>
                <a:cubicBezTo>
                  <a:pt x="783095" y="66488"/>
                  <a:pt x="795369" y="63985"/>
                  <a:pt x="813309" y="63731"/>
                </a:cubicBezTo>
                <a:cubicBezTo>
                  <a:pt x="813461" y="62511"/>
                  <a:pt x="813538" y="61113"/>
                  <a:pt x="813538" y="59538"/>
                </a:cubicBezTo>
                <a:cubicBezTo>
                  <a:pt x="813538" y="53287"/>
                  <a:pt x="811873" y="49119"/>
                  <a:pt x="808544" y="47036"/>
                </a:cubicBezTo>
                <a:cubicBezTo>
                  <a:pt x="805216" y="44952"/>
                  <a:pt x="800172" y="43910"/>
                  <a:pt x="793412" y="43910"/>
                </a:cubicBezTo>
                <a:cubicBezTo>
                  <a:pt x="785433" y="43910"/>
                  <a:pt x="777581" y="44901"/>
                  <a:pt x="769856" y="46883"/>
                </a:cubicBezTo>
                <a:lnTo>
                  <a:pt x="771152" y="36363"/>
                </a:lnTo>
                <a:cubicBezTo>
                  <a:pt x="778776" y="34178"/>
                  <a:pt x="787542" y="33085"/>
                  <a:pt x="797453" y="33085"/>
                </a:cubicBezTo>
                <a:cubicBezTo>
                  <a:pt x="806499" y="33085"/>
                  <a:pt x="813487" y="34953"/>
                  <a:pt x="818417" y="38688"/>
                </a:cubicBezTo>
                <a:cubicBezTo>
                  <a:pt x="823346" y="42424"/>
                  <a:pt x="825811" y="48789"/>
                  <a:pt x="825811" y="57785"/>
                </a:cubicBezTo>
                <a:cubicBezTo>
                  <a:pt x="825811" y="60173"/>
                  <a:pt x="825697" y="64506"/>
                  <a:pt x="825468" y="70782"/>
                </a:cubicBezTo>
                <a:cubicBezTo>
                  <a:pt x="825239" y="77059"/>
                  <a:pt x="825125" y="81239"/>
                  <a:pt x="825125" y="83323"/>
                </a:cubicBezTo>
                <a:cubicBezTo>
                  <a:pt x="825125" y="92572"/>
                  <a:pt x="825811" y="100805"/>
                  <a:pt x="827183" y="108022"/>
                </a:cubicBezTo>
                <a:moveTo>
                  <a:pt x="813690" y="93233"/>
                </a:moveTo>
                <a:cubicBezTo>
                  <a:pt x="813436" y="85508"/>
                  <a:pt x="813309" y="78571"/>
                  <a:pt x="813309" y="72421"/>
                </a:cubicBezTo>
                <a:cubicBezTo>
                  <a:pt x="803754" y="72421"/>
                  <a:pt x="796487" y="73133"/>
                  <a:pt x="791506" y="74556"/>
                </a:cubicBezTo>
                <a:cubicBezTo>
                  <a:pt x="783172" y="77097"/>
                  <a:pt x="779004" y="81950"/>
                  <a:pt x="779004" y="89116"/>
                </a:cubicBezTo>
                <a:cubicBezTo>
                  <a:pt x="779004" y="96028"/>
                  <a:pt x="783883" y="99484"/>
                  <a:pt x="793641" y="99484"/>
                </a:cubicBezTo>
                <a:cubicBezTo>
                  <a:pt x="802027" y="99484"/>
                  <a:pt x="808710" y="97400"/>
                  <a:pt x="813690" y="932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0D02AF-B892-47C0-8372-E4724E69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21" y="3166629"/>
            <a:ext cx="941077" cy="67085"/>
          </a:xfrm>
          <a:custGeom xmlns:a="http://schemas.openxmlformats.org/drawingml/2006/main">
            <a:pathLst>
              <a:path w="941077" h="67085">
                <a:moveTo>
                  <a:pt x="0" y="39261"/>
                </a:moveTo>
                <a:lnTo>
                  <a:pt x="44723" y="39261"/>
                </a:lnTo>
                <a:lnTo>
                  <a:pt x="44723" y="28081"/>
                </a:lnTo>
                <a:lnTo>
                  <a:pt x="0" y="28081"/>
                </a:lnTo>
                <a:lnTo>
                  <a:pt x="0" y="39261"/>
                </a:lnTo>
                <a:close/>
                <a:moveTo>
                  <a:pt x="78266" y="39261"/>
                </a:moveTo>
                <a:lnTo>
                  <a:pt x="122989" y="39261"/>
                </a:lnTo>
                <a:lnTo>
                  <a:pt x="122989" y="28081"/>
                </a:lnTo>
                <a:lnTo>
                  <a:pt x="78266" y="28081"/>
                </a:lnTo>
                <a:lnTo>
                  <a:pt x="78266" y="39261"/>
                </a:lnTo>
                <a:close/>
                <a:moveTo>
                  <a:pt x="156532" y="39261"/>
                </a:moveTo>
                <a:lnTo>
                  <a:pt x="201255" y="39261"/>
                </a:lnTo>
                <a:lnTo>
                  <a:pt x="201255" y="28081"/>
                </a:lnTo>
                <a:lnTo>
                  <a:pt x="156532" y="28081"/>
                </a:lnTo>
                <a:lnTo>
                  <a:pt x="156532" y="39261"/>
                </a:lnTo>
                <a:close/>
                <a:moveTo>
                  <a:pt x="234797" y="39261"/>
                </a:moveTo>
                <a:lnTo>
                  <a:pt x="279521" y="39261"/>
                </a:lnTo>
                <a:lnTo>
                  <a:pt x="279521" y="28081"/>
                </a:lnTo>
                <a:lnTo>
                  <a:pt x="234797" y="28081"/>
                </a:lnTo>
                <a:lnTo>
                  <a:pt x="234797" y="39261"/>
                </a:lnTo>
                <a:close/>
                <a:moveTo>
                  <a:pt x="313063" y="39261"/>
                </a:moveTo>
                <a:lnTo>
                  <a:pt x="357786" y="39261"/>
                </a:lnTo>
                <a:lnTo>
                  <a:pt x="357786" y="28081"/>
                </a:lnTo>
                <a:lnTo>
                  <a:pt x="313063" y="28081"/>
                </a:lnTo>
                <a:lnTo>
                  <a:pt x="313063" y="39261"/>
                </a:lnTo>
                <a:close/>
                <a:moveTo>
                  <a:pt x="391328" y="39261"/>
                </a:moveTo>
                <a:lnTo>
                  <a:pt x="436052" y="39261"/>
                </a:lnTo>
                <a:lnTo>
                  <a:pt x="436052" y="28081"/>
                </a:lnTo>
                <a:lnTo>
                  <a:pt x="391328" y="28081"/>
                </a:lnTo>
                <a:lnTo>
                  <a:pt x="391328" y="39261"/>
                </a:lnTo>
                <a:close/>
                <a:moveTo>
                  <a:pt x="547732" y="39133"/>
                </a:moveTo>
                <a:lnTo>
                  <a:pt x="592456" y="39133"/>
                </a:lnTo>
                <a:lnTo>
                  <a:pt x="592456" y="27952"/>
                </a:lnTo>
                <a:lnTo>
                  <a:pt x="547732" y="27952"/>
                </a:lnTo>
                <a:lnTo>
                  <a:pt x="547732" y="39133"/>
                </a:lnTo>
                <a:close/>
                <a:moveTo>
                  <a:pt x="625998" y="39133"/>
                </a:moveTo>
                <a:lnTo>
                  <a:pt x="670722" y="39133"/>
                </a:lnTo>
                <a:lnTo>
                  <a:pt x="670722" y="27952"/>
                </a:lnTo>
                <a:lnTo>
                  <a:pt x="625998" y="27952"/>
                </a:lnTo>
                <a:lnTo>
                  <a:pt x="625998" y="39133"/>
                </a:lnTo>
                <a:close/>
                <a:moveTo>
                  <a:pt x="704264" y="39133"/>
                </a:moveTo>
                <a:lnTo>
                  <a:pt x="748987" y="39133"/>
                </a:lnTo>
                <a:lnTo>
                  <a:pt x="748987" y="27952"/>
                </a:lnTo>
                <a:lnTo>
                  <a:pt x="704264" y="27952"/>
                </a:lnTo>
                <a:lnTo>
                  <a:pt x="704264" y="39133"/>
                </a:lnTo>
                <a:close/>
                <a:moveTo>
                  <a:pt x="782530" y="39133"/>
                </a:moveTo>
                <a:lnTo>
                  <a:pt x="827253" y="39133"/>
                </a:lnTo>
                <a:lnTo>
                  <a:pt x="827253" y="27952"/>
                </a:lnTo>
                <a:lnTo>
                  <a:pt x="782530" y="27952"/>
                </a:lnTo>
                <a:lnTo>
                  <a:pt x="782530" y="39133"/>
                </a:lnTo>
                <a:close/>
                <a:moveTo>
                  <a:pt x="873992" y="39133"/>
                </a:moveTo>
                <a:lnTo>
                  <a:pt x="873992" y="67085"/>
                </a:lnTo>
                <a:lnTo>
                  <a:pt x="941077" y="33542"/>
                </a:lnTo>
                <a:lnTo>
                  <a:pt x="873992" y="0"/>
                </a:lnTo>
                <a:lnTo>
                  <a:pt x="873992" y="27952"/>
                </a:lnTo>
                <a:lnTo>
                  <a:pt x="860796" y="27952"/>
                </a:lnTo>
                <a:lnTo>
                  <a:pt x="860796" y="39133"/>
                </a:lnTo>
                <a:lnTo>
                  <a:pt x="873992" y="39133"/>
                </a:lnTo>
                <a:close/>
                <a:moveTo>
                  <a:pt x="514190" y="27952"/>
                </a:moveTo>
                <a:lnTo>
                  <a:pt x="464948" y="27952"/>
                </a:lnTo>
                <a:lnTo>
                  <a:pt x="464948" y="33671"/>
                </a:lnTo>
                <a:lnTo>
                  <a:pt x="469594" y="29025"/>
                </a:lnTo>
                <a:lnTo>
                  <a:pt x="469594" y="39261"/>
                </a:lnTo>
                <a:lnTo>
                  <a:pt x="476129" y="39261"/>
                </a:lnTo>
                <a:lnTo>
                  <a:pt x="476129" y="39133"/>
                </a:lnTo>
                <a:lnTo>
                  <a:pt x="514190" y="39133"/>
                </a:lnTo>
                <a:lnTo>
                  <a:pt x="514190" y="279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resampling">
            <a:extLst xmlns:a="http://schemas.openxmlformats.org/drawingml/2006/main">
              <a:ext uri="{FF2B5EF4-FFF2-40B4-BE49-F238E27FC236}">
                <a16:creationId xmlns:a16="http://schemas.microsoft.com/office/drawing/2014/main" id="{C93F4E7C-8199-4E25-97A8-B7FB1AAA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66" y="3016324"/>
            <a:ext cx="722782" cy="147434"/>
          </a:xfrm>
          <a:custGeom xmlns:a="http://schemas.openxmlformats.org/drawingml/2006/main">
            <a:pathLst>
              <a:path w="722782" h="147434">
                <a:moveTo>
                  <a:pt x="48484" y="35601"/>
                </a:moveTo>
                <a:lnTo>
                  <a:pt x="45054" y="47722"/>
                </a:lnTo>
                <a:cubicBezTo>
                  <a:pt x="41090" y="46146"/>
                  <a:pt x="37405" y="45359"/>
                  <a:pt x="34000" y="45359"/>
                </a:cubicBezTo>
                <a:cubicBezTo>
                  <a:pt x="24445" y="45359"/>
                  <a:pt x="18245" y="49907"/>
                  <a:pt x="15399" y="59004"/>
                </a:cubicBezTo>
                <a:cubicBezTo>
                  <a:pt x="15399" y="82382"/>
                  <a:pt x="15552" y="98722"/>
                  <a:pt x="15856" y="108022"/>
                </a:cubicBezTo>
                <a:lnTo>
                  <a:pt x="2363" y="108022"/>
                </a:lnTo>
                <a:cubicBezTo>
                  <a:pt x="3176" y="91911"/>
                  <a:pt x="3583" y="79409"/>
                  <a:pt x="3583" y="70515"/>
                </a:cubicBezTo>
                <a:cubicBezTo>
                  <a:pt x="3583" y="58471"/>
                  <a:pt x="2389" y="46934"/>
                  <a:pt x="0" y="35906"/>
                </a:cubicBezTo>
                <a:lnTo>
                  <a:pt x="13341" y="34000"/>
                </a:lnTo>
                <a:cubicBezTo>
                  <a:pt x="14306" y="39590"/>
                  <a:pt x="14789" y="43326"/>
                  <a:pt x="14789" y="45206"/>
                </a:cubicBezTo>
                <a:lnTo>
                  <a:pt x="15399" y="45206"/>
                </a:lnTo>
                <a:cubicBezTo>
                  <a:pt x="20888" y="37125"/>
                  <a:pt x="27291" y="33085"/>
                  <a:pt x="34610" y="33085"/>
                </a:cubicBezTo>
                <a:cubicBezTo>
                  <a:pt x="38472" y="33085"/>
                  <a:pt x="43097" y="33924"/>
                  <a:pt x="48484" y="35601"/>
                </a:cubicBezTo>
                <a:close/>
                <a:moveTo>
                  <a:pt x="120859" y="63273"/>
                </a:moveTo>
                <a:cubicBezTo>
                  <a:pt x="120859" y="65408"/>
                  <a:pt x="120757" y="68356"/>
                  <a:pt x="120554" y="72116"/>
                </a:cubicBezTo>
                <a:lnTo>
                  <a:pt x="68182" y="73031"/>
                </a:lnTo>
                <a:cubicBezTo>
                  <a:pt x="68690" y="80451"/>
                  <a:pt x="71561" y="86664"/>
                  <a:pt x="76796" y="91670"/>
                </a:cubicBezTo>
                <a:cubicBezTo>
                  <a:pt x="82031" y="96676"/>
                  <a:pt x="88968" y="99179"/>
                  <a:pt x="97608" y="99179"/>
                </a:cubicBezTo>
                <a:cubicBezTo>
                  <a:pt x="105333" y="99179"/>
                  <a:pt x="112575" y="98239"/>
                  <a:pt x="119334" y="96358"/>
                </a:cubicBezTo>
                <a:lnTo>
                  <a:pt x="118038" y="107107"/>
                </a:lnTo>
                <a:cubicBezTo>
                  <a:pt x="113058" y="109089"/>
                  <a:pt x="105866" y="110080"/>
                  <a:pt x="96464" y="110080"/>
                </a:cubicBezTo>
                <a:cubicBezTo>
                  <a:pt x="83251" y="110080"/>
                  <a:pt x="73175" y="106472"/>
                  <a:pt x="66238" y="99255"/>
                </a:cubicBezTo>
                <a:cubicBezTo>
                  <a:pt x="59301" y="92039"/>
                  <a:pt x="55832" y="83246"/>
                  <a:pt x="55832" y="72879"/>
                </a:cubicBezTo>
                <a:cubicBezTo>
                  <a:pt x="55832" y="61799"/>
                  <a:pt x="58996" y="52258"/>
                  <a:pt x="65323" y="44253"/>
                </a:cubicBezTo>
                <a:cubicBezTo>
                  <a:pt x="71650" y="36249"/>
                  <a:pt x="80150" y="32247"/>
                  <a:pt x="90823" y="32247"/>
                </a:cubicBezTo>
                <a:cubicBezTo>
                  <a:pt x="100632" y="32247"/>
                  <a:pt x="108090" y="35143"/>
                  <a:pt x="113197" y="40937"/>
                </a:cubicBezTo>
                <a:cubicBezTo>
                  <a:pt x="118305" y="46731"/>
                  <a:pt x="120859" y="54176"/>
                  <a:pt x="120859" y="63273"/>
                </a:cubicBezTo>
                <a:moveTo>
                  <a:pt x="108128" y="63426"/>
                </a:moveTo>
                <a:cubicBezTo>
                  <a:pt x="108128" y="49145"/>
                  <a:pt x="102156" y="42004"/>
                  <a:pt x="90213" y="42004"/>
                </a:cubicBezTo>
                <a:cubicBezTo>
                  <a:pt x="78016" y="42004"/>
                  <a:pt x="70825" y="49424"/>
                  <a:pt x="68639" y="64264"/>
                </a:cubicBezTo>
                <a:lnTo>
                  <a:pt x="108128" y="63426"/>
                </a:lnTo>
                <a:close/>
                <a:moveTo>
                  <a:pt x="186395" y="87363"/>
                </a:moveTo>
                <a:cubicBezTo>
                  <a:pt x="186395" y="102203"/>
                  <a:pt x="176917" y="109623"/>
                  <a:pt x="157960" y="109623"/>
                </a:cubicBezTo>
                <a:cubicBezTo>
                  <a:pt x="149575" y="109623"/>
                  <a:pt x="141748" y="108784"/>
                  <a:pt x="134480" y="107107"/>
                </a:cubicBezTo>
                <a:lnTo>
                  <a:pt x="136844" y="95901"/>
                </a:lnTo>
                <a:cubicBezTo>
                  <a:pt x="143451" y="98442"/>
                  <a:pt x="150616" y="99713"/>
                  <a:pt x="158341" y="99713"/>
                </a:cubicBezTo>
                <a:cubicBezTo>
                  <a:pt x="169421" y="99713"/>
                  <a:pt x="174960" y="96562"/>
                  <a:pt x="174960" y="90260"/>
                </a:cubicBezTo>
                <a:cubicBezTo>
                  <a:pt x="174960" y="87210"/>
                  <a:pt x="173728" y="84784"/>
                  <a:pt x="171263" y="82980"/>
                </a:cubicBezTo>
                <a:cubicBezTo>
                  <a:pt x="168798" y="81175"/>
                  <a:pt x="164720" y="79155"/>
                  <a:pt x="159027" y="76919"/>
                </a:cubicBezTo>
                <a:cubicBezTo>
                  <a:pt x="151811" y="74073"/>
                  <a:pt x="146576" y="71329"/>
                  <a:pt x="143323" y="68686"/>
                </a:cubicBezTo>
                <a:cubicBezTo>
                  <a:pt x="138546" y="64773"/>
                  <a:pt x="136158" y="60046"/>
                  <a:pt x="136158" y="54507"/>
                </a:cubicBezTo>
                <a:cubicBezTo>
                  <a:pt x="136158" y="48713"/>
                  <a:pt x="138343" y="43745"/>
                  <a:pt x="142714" y="39603"/>
                </a:cubicBezTo>
                <a:cubicBezTo>
                  <a:pt x="147084" y="35461"/>
                  <a:pt x="153742" y="33390"/>
                  <a:pt x="162687" y="33390"/>
                </a:cubicBezTo>
                <a:cubicBezTo>
                  <a:pt x="171428" y="33390"/>
                  <a:pt x="178441" y="34127"/>
                  <a:pt x="183727" y="35601"/>
                </a:cubicBezTo>
                <a:lnTo>
                  <a:pt x="181364" y="46578"/>
                </a:lnTo>
                <a:cubicBezTo>
                  <a:pt x="175875" y="44393"/>
                  <a:pt x="169522" y="43300"/>
                  <a:pt x="162305" y="43300"/>
                </a:cubicBezTo>
                <a:cubicBezTo>
                  <a:pt x="152548" y="43300"/>
                  <a:pt x="147669" y="46121"/>
                  <a:pt x="147669" y="51762"/>
                </a:cubicBezTo>
                <a:cubicBezTo>
                  <a:pt x="147669" y="54608"/>
                  <a:pt x="148761" y="56908"/>
                  <a:pt x="150947" y="58661"/>
                </a:cubicBezTo>
                <a:cubicBezTo>
                  <a:pt x="153132" y="60415"/>
                  <a:pt x="157401" y="62536"/>
                  <a:pt x="163754" y="65027"/>
                </a:cubicBezTo>
                <a:cubicBezTo>
                  <a:pt x="170615" y="67720"/>
                  <a:pt x="175697" y="70363"/>
                  <a:pt x="179000" y="72955"/>
                </a:cubicBezTo>
                <a:cubicBezTo>
                  <a:pt x="183930" y="76970"/>
                  <a:pt x="186395" y="81772"/>
                  <a:pt x="186395" y="87363"/>
                </a:cubicBezTo>
                <a:close/>
                <a:moveTo>
                  <a:pt x="260982" y="108022"/>
                </a:moveTo>
                <a:lnTo>
                  <a:pt x="249014" y="108479"/>
                </a:lnTo>
                <a:cubicBezTo>
                  <a:pt x="248404" y="105989"/>
                  <a:pt x="248099" y="103626"/>
                  <a:pt x="248099" y="101390"/>
                </a:cubicBezTo>
                <a:lnTo>
                  <a:pt x="247337" y="101390"/>
                </a:lnTo>
                <a:cubicBezTo>
                  <a:pt x="241086" y="107082"/>
                  <a:pt x="232573" y="109928"/>
                  <a:pt x="221799" y="109928"/>
                </a:cubicBezTo>
                <a:cubicBezTo>
                  <a:pt x="215954" y="109928"/>
                  <a:pt x="210923" y="108213"/>
                  <a:pt x="206704" y="104782"/>
                </a:cubicBezTo>
                <a:cubicBezTo>
                  <a:pt x="202486" y="101352"/>
                  <a:pt x="200377" y="96460"/>
                  <a:pt x="200377" y="90107"/>
                </a:cubicBezTo>
                <a:cubicBezTo>
                  <a:pt x="200377" y="82281"/>
                  <a:pt x="203681" y="75991"/>
                  <a:pt x="210287" y="71240"/>
                </a:cubicBezTo>
                <a:cubicBezTo>
                  <a:pt x="216894" y="66488"/>
                  <a:pt x="229168" y="63985"/>
                  <a:pt x="247108" y="63731"/>
                </a:cubicBezTo>
                <a:cubicBezTo>
                  <a:pt x="247260" y="62511"/>
                  <a:pt x="247337" y="61113"/>
                  <a:pt x="247337" y="59538"/>
                </a:cubicBezTo>
                <a:cubicBezTo>
                  <a:pt x="247337" y="53287"/>
                  <a:pt x="245672" y="49119"/>
                  <a:pt x="242343" y="47036"/>
                </a:cubicBezTo>
                <a:cubicBezTo>
                  <a:pt x="239015" y="44952"/>
                  <a:pt x="233970" y="43910"/>
                  <a:pt x="227211" y="43910"/>
                </a:cubicBezTo>
                <a:cubicBezTo>
                  <a:pt x="219232" y="43910"/>
                  <a:pt x="211380" y="44901"/>
                  <a:pt x="203655" y="46883"/>
                </a:cubicBezTo>
                <a:lnTo>
                  <a:pt x="204951" y="36363"/>
                </a:lnTo>
                <a:cubicBezTo>
                  <a:pt x="212574" y="34178"/>
                  <a:pt x="221341" y="33085"/>
                  <a:pt x="231251" y="33085"/>
                </a:cubicBezTo>
                <a:cubicBezTo>
                  <a:pt x="240298" y="33085"/>
                  <a:pt x="247286" y="34953"/>
                  <a:pt x="252216" y="38688"/>
                </a:cubicBezTo>
                <a:cubicBezTo>
                  <a:pt x="257145" y="42424"/>
                  <a:pt x="259610" y="48789"/>
                  <a:pt x="259610" y="57785"/>
                </a:cubicBezTo>
                <a:cubicBezTo>
                  <a:pt x="259610" y="60173"/>
                  <a:pt x="259496" y="64506"/>
                  <a:pt x="259267" y="70782"/>
                </a:cubicBezTo>
                <a:cubicBezTo>
                  <a:pt x="259038" y="77059"/>
                  <a:pt x="258924" y="81239"/>
                  <a:pt x="258924" y="83323"/>
                </a:cubicBezTo>
                <a:cubicBezTo>
                  <a:pt x="258924" y="92572"/>
                  <a:pt x="259610" y="100805"/>
                  <a:pt x="260982" y="108022"/>
                </a:cubicBezTo>
                <a:moveTo>
                  <a:pt x="247489" y="93233"/>
                </a:moveTo>
                <a:cubicBezTo>
                  <a:pt x="247235" y="85508"/>
                  <a:pt x="247108" y="78571"/>
                  <a:pt x="247108" y="72421"/>
                </a:cubicBezTo>
                <a:cubicBezTo>
                  <a:pt x="237553" y="72421"/>
                  <a:pt x="230286" y="73133"/>
                  <a:pt x="225305" y="74556"/>
                </a:cubicBezTo>
                <a:cubicBezTo>
                  <a:pt x="216970" y="77097"/>
                  <a:pt x="212803" y="81950"/>
                  <a:pt x="212803" y="89116"/>
                </a:cubicBezTo>
                <a:cubicBezTo>
                  <a:pt x="212803" y="96028"/>
                  <a:pt x="217682" y="99484"/>
                  <a:pt x="227440" y="99484"/>
                </a:cubicBezTo>
                <a:cubicBezTo>
                  <a:pt x="235825" y="99484"/>
                  <a:pt x="242509" y="97400"/>
                  <a:pt x="247489" y="93233"/>
                </a:cubicBezTo>
                <a:close/>
                <a:moveTo>
                  <a:pt x="376309" y="63883"/>
                </a:moveTo>
                <a:cubicBezTo>
                  <a:pt x="376309" y="55752"/>
                  <a:pt x="374899" y="50377"/>
                  <a:pt x="372078" y="47760"/>
                </a:cubicBezTo>
                <a:cubicBezTo>
                  <a:pt x="369258" y="45143"/>
                  <a:pt x="364620" y="43834"/>
                  <a:pt x="358166" y="43834"/>
                </a:cubicBezTo>
                <a:cubicBezTo>
                  <a:pt x="352728" y="43834"/>
                  <a:pt x="347112" y="46502"/>
                  <a:pt x="341318" y="51838"/>
                </a:cubicBezTo>
                <a:cubicBezTo>
                  <a:pt x="341115" y="58039"/>
                  <a:pt x="341013" y="64112"/>
                  <a:pt x="341013" y="70058"/>
                </a:cubicBezTo>
                <a:cubicBezTo>
                  <a:pt x="341013" y="78545"/>
                  <a:pt x="341166" y="91200"/>
                  <a:pt x="341471" y="108022"/>
                </a:cubicBezTo>
                <a:lnTo>
                  <a:pt x="327596" y="108022"/>
                </a:lnTo>
                <a:cubicBezTo>
                  <a:pt x="328714" y="93538"/>
                  <a:pt x="329273" y="78825"/>
                  <a:pt x="329273" y="63883"/>
                </a:cubicBezTo>
                <a:cubicBezTo>
                  <a:pt x="329273" y="55752"/>
                  <a:pt x="327863" y="50377"/>
                  <a:pt x="325042" y="47760"/>
                </a:cubicBezTo>
                <a:cubicBezTo>
                  <a:pt x="322222" y="45143"/>
                  <a:pt x="317711" y="43834"/>
                  <a:pt x="311511" y="43834"/>
                </a:cubicBezTo>
                <a:cubicBezTo>
                  <a:pt x="305158" y="43834"/>
                  <a:pt x="299212" y="46502"/>
                  <a:pt x="293673" y="51838"/>
                </a:cubicBezTo>
                <a:cubicBezTo>
                  <a:pt x="293673" y="67949"/>
                  <a:pt x="293774" y="86677"/>
                  <a:pt x="293978" y="108022"/>
                </a:cubicBezTo>
                <a:lnTo>
                  <a:pt x="280103" y="108022"/>
                </a:lnTo>
                <a:cubicBezTo>
                  <a:pt x="281069" y="90743"/>
                  <a:pt x="281552" y="78240"/>
                  <a:pt x="281552" y="70515"/>
                </a:cubicBezTo>
                <a:cubicBezTo>
                  <a:pt x="281552" y="58776"/>
                  <a:pt x="280408" y="47239"/>
                  <a:pt x="278121" y="35906"/>
                </a:cubicBezTo>
                <a:lnTo>
                  <a:pt x="291538" y="34000"/>
                </a:lnTo>
                <a:lnTo>
                  <a:pt x="292910" y="43224"/>
                </a:lnTo>
                <a:lnTo>
                  <a:pt x="293673" y="43224"/>
                </a:lnTo>
                <a:cubicBezTo>
                  <a:pt x="300279" y="36465"/>
                  <a:pt x="307623" y="33085"/>
                  <a:pt x="315704" y="33085"/>
                </a:cubicBezTo>
                <a:cubicBezTo>
                  <a:pt x="327749" y="33085"/>
                  <a:pt x="335499" y="36465"/>
                  <a:pt x="338955" y="43224"/>
                </a:cubicBezTo>
                <a:lnTo>
                  <a:pt x="339793" y="43224"/>
                </a:lnTo>
                <a:cubicBezTo>
                  <a:pt x="347468" y="36465"/>
                  <a:pt x="355040" y="33085"/>
                  <a:pt x="362511" y="33085"/>
                </a:cubicBezTo>
                <a:cubicBezTo>
                  <a:pt x="371049" y="33085"/>
                  <a:pt x="377503" y="34965"/>
                  <a:pt x="381874" y="38726"/>
                </a:cubicBezTo>
                <a:cubicBezTo>
                  <a:pt x="386245" y="42487"/>
                  <a:pt x="388430" y="49119"/>
                  <a:pt x="388430" y="58623"/>
                </a:cubicBezTo>
                <a:cubicBezTo>
                  <a:pt x="388430" y="59589"/>
                  <a:pt x="388379" y="61495"/>
                  <a:pt x="388278" y="64341"/>
                </a:cubicBezTo>
                <a:cubicBezTo>
                  <a:pt x="388176" y="67187"/>
                  <a:pt x="388125" y="69092"/>
                  <a:pt x="388125" y="70058"/>
                </a:cubicBezTo>
                <a:cubicBezTo>
                  <a:pt x="388125" y="78545"/>
                  <a:pt x="388227" y="91200"/>
                  <a:pt x="388430" y="108022"/>
                </a:cubicBezTo>
                <a:lnTo>
                  <a:pt x="374556" y="108022"/>
                </a:lnTo>
                <a:cubicBezTo>
                  <a:pt x="375725" y="94707"/>
                  <a:pt x="376309" y="79994"/>
                  <a:pt x="376309" y="63883"/>
                </a:cubicBezTo>
                <a:close/>
                <a:moveTo>
                  <a:pt x="478366" y="68838"/>
                </a:moveTo>
                <a:cubicBezTo>
                  <a:pt x="478366" y="79816"/>
                  <a:pt x="475228" y="89434"/>
                  <a:pt x="468952" y="97692"/>
                </a:cubicBezTo>
                <a:cubicBezTo>
                  <a:pt x="462675" y="105951"/>
                  <a:pt x="453946" y="110080"/>
                  <a:pt x="442766" y="110080"/>
                </a:cubicBezTo>
                <a:cubicBezTo>
                  <a:pt x="433414" y="110080"/>
                  <a:pt x="427265" y="108403"/>
                  <a:pt x="424317" y="105049"/>
                </a:cubicBezTo>
                <a:lnTo>
                  <a:pt x="423555" y="105049"/>
                </a:lnTo>
                <a:cubicBezTo>
                  <a:pt x="423555" y="119177"/>
                  <a:pt x="423707" y="131781"/>
                  <a:pt x="424012" y="142860"/>
                </a:cubicBezTo>
                <a:lnTo>
                  <a:pt x="409680" y="142860"/>
                </a:lnTo>
                <a:cubicBezTo>
                  <a:pt x="410849" y="129342"/>
                  <a:pt x="411434" y="112647"/>
                  <a:pt x="411434" y="92775"/>
                </a:cubicBezTo>
                <a:cubicBezTo>
                  <a:pt x="411434" y="68279"/>
                  <a:pt x="410163" y="49323"/>
                  <a:pt x="407622" y="35906"/>
                </a:cubicBezTo>
                <a:lnTo>
                  <a:pt x="421039" y="34000"/>
                </a:lnTo>
                <a:lnTo>
                  <a:pt x="422183" y="41547"/>
                </a:lnTo>
                <a:lnTo>
                  <a:pt x="422945" y="41547"/>
                </a:lnTo>
                <a:cubicBezTo>
                  <a:pt x="427875" y="35804"/>
                  <a:pt x="435854" y="32933"/>
                  <a:pt x="446882" y="32933"/>
                </a:cubicBezTo>
                <a:cubicBezTo>
                  <a:pt x="456589" y="32933"/>
                  <a:pt x="464263" y="36477"/>
                  <a:pt x="469904" y="43567"/>
                </a:cubicBezTo>
                <a:cubicBezTo>
                  <a:pt x="475546" y="50657"/>
                  <a:pt x="478366" y="59080"/>
                  <a:pt x="478366" y="68838"/>
                </a:cubicBezTo>
                <a:moveTo>
                  <a:pt x="464797" y="70668"/>
                </a:moveTo>
                <a:cubicBezTo>
                  <a:pt x="464797" y="63146"/>
                  <a:pt x="462815" y="56705"/>
                  <a:pt x="458851" y="51343"/>
                </a:cubicBezTo>
                <a:cubicBezTo>
                  <a:pt x="454887" y="45981"/>
                  <a:pt x="449322" y="43300"/>
                  <a:pt x="442156" y="43300"/>
                </a:cubicBezTo>
                <a:cubicBezTo>
                  <a:pt x="433008" y="43300"/>
                  <a:pt x="426452" y="46070"/>
                  <a:pt x="422488" y="51610"/>
                </a:cubicBezTo>
                <a:cubicBezTo>
                  <a:pt x="423301" y="68686"/>
                  <a:pt x="423707" y="83348"/>
                  <a:pt x="423707" y="95596"/>
                </a:cubicBezTo>
                <a:cubicBezTo>
                  <a:pt x="427824" y="99052"/>
                  <a:pt x="433186" y="100780"/>
                  <a:pt x="439792" y="100780"/>
                </a:cubicBezTo>
                <a:cubicBezTo>
                  <a:pt x="448178" y="100780"/>
                  <a:pt x="454442" y="97832"/>
                  <a:pt x="458584" y="91937"/>
                </a:cubicBezTo>
                <a:cubicBezTo>
                  <a:pt x="462726" y="86042"/>
                  <a:pt x="464797" y="78952"/>
                  <a:pt x="464797" y="70668"/>
                </a:cubicBezTo>
                <a:close/>
                <a:moveTo>
                  <a:pt x="510601" y="108022"/>
                </a:moveTo>
                <a:lnTo>
                  <a:pt x="495964" y="108022"/>
                </a:lnTo>
                <a:cubicBezTo>
                  <a:pt x="496879" y="91251"/>
                  <a:pt x="497337" y="72294"/>
                  <a:pt x="497337" y="51152"/>
                </a:cubicBezTo>
                <a:cubicBezTo>
                  <a:pt x="497337" y="30620"/>
                  <a:pt x="496600" y="13824"/>
                  <a:pt x="495126" y="762"/>
                </a:cubicBezTo>
                <a:lnTo>
                  <a:pt x="510601" y="0"/>
                </a:lnTo>
                <a:cubicBezTo>
                  <a:pt x="509635" y="13824"/>
                  <a:pt x="509153" y="30874"/>
                  <a:pt x="509153" y="51152"/>
                </a:cubicBezTo>
                <a:cubicBezTo>
                  <a:pt x="509153" y="72040"/>
                  <a:pt x="509635" y="90997"/>
                  <a:pt x="510601" y="108022"/>
                </a:cubicBezTo>
                <a:close/>
                <a:moveTo>
                  <a:pt x="546079" y="108022"/>
                </a:moveTo>
                <a:lnTo>
                  <a:pt x="532281" y="108022"/>
                </a:lnTo>
                <a:cubicBezTo>
                  <a:pt x="532992" y="97858"/>
                  <a:pt x="533348" y="86245"/>
                  <a:pt x="533348" y="73184"/>
                </a:cubicBezTo>
                <a:cubicBezTo>
                  <a:pt x="533348" y="58496"/>
                  <a:pt x="532459" y="46172"/>
                  <a:pt x="530680" y="36211"/>
                </a:cubicBezTo>
                <a:lnTo>
                  <a:pt x="545926" y="34152"/>
                </a:lnTo>
                <a:cubicBezTo>
                  <a:pt x="545317" y="44774"/>
                  <a:pt x="545012" y="57785"/>
                  <a:pt x="545012" y="73184"/>
                </a:cubicBezTo>
                <a:cubicBezTo>
                  <a:pt x="545012" y="85381"/>
                  <a:pt x="545367" y="96994"/>
                  <a:pt x="546079" y="108022"/>
                </a:cubicBezTo>
                <a:moveTo>
                  <a:pt x="549281" y="12731"/>
                </a:moveTo>
                <a:cubicBezTo>
                  <a:pt x="549281" y="15323"/>
                  <a:pt x="548442" y="17572"/>
                  <a:pt x="546765" y="19478"/>
                </a:cubicBezTo>
                <a:cubicBezTo>
                  <a:pt x="545088" y="21383"/>
                  <a:pt x="542725" y="22336"/>
                  <a:pt x="539675" y="22336"/>
                </a:cubicBezTo>
                <a:cubicBezTo>
                  <a:pt x="537083" y="22336"/>
                  <a:pt x="535063" y="21510"/>
                  <a:pt x="533615" y="19859"/>
                </a:cubicBezTo>
                <a:cubicBezTo>
                  <a:pt x="532166" y="18207"/>
                  <a:pt x="531442" y="16212"/>
                  <a:pt x="531442" y="13874"/>
                </a:cubicBezTo>
                <a:cubicBezTo>
                  <a:pt x="531442" y="11333"/>
                  <a:pt x="532306" y="9123"/>
                  <a:pt x="534034" y="7242"/>
                </a:cubicBezTo>
                <a:cubicBezTo>
                  <a:pt x="535762" y="5362"/>
                  <a:pt x="538151" y="4422"/>
                  <a:pt x="541200" y="4422"/>
                </a:cubicBezTo>
                <a:cubicBezTo>
                  <a:pt x="543690" y="4422"/>
                  <a:pt x="545660" y="5247"/>
                  <a:pt x="547108" y="6899"/>
                </a:cubicBezTo>
                <a:cubicBezTo>
                  <a:pt x="548556" y="8551"/>
                  <a:pt x="549281" y="10495"/>
                  <a:pt x="549281" y="12731"/>
                </a:cubicBezTo>
                <a:close/>
                <a:moveTo>
                  <a:pt x="630432" y="108022"/>
                </a:moveTo>
                <a:lnTo>
                  <a:pt x="616558" y="108022"/>
                </a:lnTo>
                <a:cubicBezTo>
                  <a:pt x="617676" y="94656"/>
                  <a:pt x="618235" y="80070"/>
                  <a:pt x="618235" y="64264"/>
                </a:cubicBezTo>
                <a:cubicBezTo>
                  <a:pt x="618235" y="56438"/>
                  <a:pt x="616647" y="51089"/>
                  <a:pt x="613471" y="48217"/>
                </a:cubicBezTo>
                <a:cubicBezTo>
                  <a:pt x="610294" y="45346"/>
                  <a:pt x="605758" y="43910"/>
                  <a:pt x="599863" y="43910"/>
                </a:cubicBezTo>
                <a:cubicBezTo>
                  <a:pt x="592646" y="43910"/>
                  <a:pt x="585989" y="46527"/>
                  <a:pt x="579890" y="51762"/>
                </a:cubicBezTo>
                <a:cubicBezTo>
                  <a:pt x="579890" y="69092"/>
                  <a:pt x="579992" y="87846"/>
                  <a:pt x="580195" y="108022"/>
                </a:cubicBezTo>
                <a:lnTo>
                  <a:pt x="566321" y="108022"/>
                </a:lnTo>
                <a:cubicBezTo>
                  <a:pt x="567185" y="90743"/>
                  <a:pt x="567617" y="78240"/>
                  <a:pt x="567617" y="70515"/>
                </a:cubicBezTo>
                <a:cubicBezTo>
                  <a:pt x="567617" y="58623"/>
                  <a:pt x="566498" y="47087"/>
                  <a:pt x="564262" y="35906"/>
                </a:cubicBezTo>
                <a:lnTo>
                  <a:pt x="577679" y="34000"/>
                </a:lnTo>
                <a:lnTo>
                  <a:pt x="579128" y="43300"/>
                </a:lnTo>
                <a:lnTo>
                  <a:pt x="579738" y="43300"/>
                </a:lnTo>
                <a:cubicBezTo>
                  <a:pt x="587259" y="36490"/>
                  <a:pt x="595315" y="33085"/>
                  <a:pt x="603903" y="33085"/>
                </a:cubicBezTo>
                <a:cubicBezTo>
                  <a:pt x="612340" y="33085"/>
                  <a:pt x="618870" y="34953"/>
                  <a:pt x="623495" y="38688"/>
                </a:cubicBezTo>
                <a:cubicBezTo>
                  <a:pt x="628120" y="42424"/>
                  <a:pt x="630432" y="49069"/>
                  <a:pt x="630432" y="58623"/>
                </a:cubicBezTo>
                <a:cubicBezTo>
                  <a:pt x="630432" y="59589"/>
                  <a:pt x="630382" y="61495"/>
                  <a:pt x="630280" y="64341"/>
                </a:cubicBezTo>
                <a:cubicBezTo>
                  <a:pt x="630178" y="67187"/>
                  <a:pt x="630128" y="69092"/>
                  <a:pt x="630128" y="70058"/>
                </a:cubicBezTo>
                <a:cubicBezTo>
                  <a:pt x="630128" y="78545"/>
                  <a:pt x="630229" y="91200"/>
                  <a:pt x="630432" y="108022"/>
                </a:cubicBezTo>
                <a:close/>
                <a:moveTo>
                  <a:pt x="722782" y="25995"/>
                </a:moveTo>
                <a:lnTo>
                  <a:pt x="721562" y="36516"/>
                </a:lnTo>
                <a:cubicBezTo>
                  <a:pt x="712109" y="36516"/>
                  <a:pt x="706900" y="38040"/>
                  <a:pt x="705935" y="41090"/>
                </a:cubicBezTo>
                <a:lnTo>
                  <a:pt x="705935" y="41852"/>
                </a:lnTo>
                <a:cubicBezTo>
                  <a:pt x="709187" y="45816"/>
                  <a:pt x="710814" y="50339"/>
                  <a:pt x="710814" y="55421"/>
                </a:cubicBezTo>
                <a:cubicBezTo>
                  <a:pt x="710814" y="63350"/>
                  <a:pt x="708209" y="69893"/>
                  <a:pt x="703000" y="75051"/>
                </a:cubicBezTo>
                <a:cubicBezTo>
                  <a:pt x="697790" y="80210"/>
                  <a:pt x="689748" y="82789"/>
                  <a:pt x="678872" y="82789"/>
                </a:cubicBezTo>
                <a:cubicBezTo>
                  <a:pt x="674044" y="82789"/>
                  <a:pt x="670207" y="82281"/>
                  <a:pt x="667361" y="81264"/>
                </a:cubicBezTo>
                <a:cubicBezTo>
                  <a:pt x="664870" y="83043"/>
                  <a:pt x="663625" y="85254"/>
                  <a:pt x="663625" y="87897"/>
                </a:cubicBezTo>
                <a:cubicBezTo>
                  <a:pt x="663625" y="91149"/>
                  <a:pt x="665099" y="93309"/>
                  <a:pt x="668047" y="94376"/>
                </a:cubicBezTo>
                <a:cubicBezTo>
                  <a:pt x="671808" y="95799"/>
                  <a:pt x="679660" y="96511"/>
                  <a:pt x="691603" y="96511"/>
                </a:cubicBezTo>
                <a:cubicBezTo>
                  <a:pt x="710915" y="96511"/>
                  <a:pt x="720571" y="102914"/>
                  <a:pt x="720571" y="115722"/>
                </a:cubicBezTo>
                <a:cubicBezTo>
                  <a:pt x="720571" y="124869"/>
                  <a:pt x="716811" y="132442"/>
                  <a:pt x="709289" y="138439"/>
                </a:cubicBezTo>
                <a:cubicBezTo>
                  <a:pt x="701767" y="144436"/>
                  <a:pt x="692035" y="147434"/>
                  <a:pt x="680092" y="147434"/>
                </a:cubicBezTo>
                <a:cubicBezTo>
                  <a:pt x="667844" y="147434"/>
                  <a:pt x="659115" y="145211"/>
                  <a:pt x="653906" y="140764"/>
                </a:cubicBezTo>
                <a:cubicBezTo>
                  <a:pt x="648696" y="136317"/>
                  <a:pt x="646092" y="130968"/>
                  <a:pt x="646092" y="124717"/>
                </a:cubicBezTo>
                <a:cubicBezTo>
                  <a:pt x="646092" y="119025"/>
                  <a:pt x="647375" y="114451"/>
                  <a:pt x="649942" y="110995"/>
                </a:cubicBezTo>
                <a:cubicBezTo>
                  <a:pt x="652508" y="107539"/>
                  <a:pt x="655697" y="105405"/>
                  <a:pt x="659509" y="104592"/>
                </a:cubicBezTo>
                <a:lnTo>
                  <a:pt x="659509" y="103905"/>
                </a:lnTo>
                <a:cubicBezTo>
                  <a:pt x="655494" y="101974"/>
                  <a:pt x="653486" y="98264"/>
                  <a:pt x="653486" y="92775"/>
                </a:cubicBezTo>
                <a:cubicBezTo>
                  <a:pt x="653486" y="87795"/>
                  <a:pt x="656027" y="83424"/>
                  <a:pt x="661110" y="79663"/>
                </a:cubicBezTo>
                <a:lnTo>
                  <a:pt x="661110" y="79054"/>
                </a:lnTo>
                <a:cubicBezTo>
                  <a:pt x="658416" y="77732"/>
                  <a:pt x="655850" y="75496"/>
                  <a:pt x="653410" y="72345"/>
                </a:cubicBezTo>
                <a:cubicBezTo>
                  <a:pt x="650971" y="69194"/>
                  <a:pt x="649751" y="65281"/>
                  <a:pt x="649751" y="60605"/>
                </a:cubicBezTo>
                <a:cubicBezTo>
                  <a:pt x="649751" y="52524"/>
                  <a:pt x="652419" y="45943"/>
                  <a:pt x="657755" y="40861"/>
                </a:cubicBezTo>
                <a:cubicBezTo>
                  <a:pt x="663092" y="35779"/>
                  <a:pt x="670817" y="33238"/>
                  <a:pt x="680930" y="33238"/>
                </a:cubicBezTo>
                <a:cubicBezTo>
                  <a:pt x="689214" y="33238"/>
                  <a:pt x="695719" y="34737"/>
                  <a:pt x="700446" y="37735"/>
                </a:cubicBezTo>
                <a:lnTo>
                  <a:pt x="701284" y="37735"/>
                </a:lnTo>
                <a:cubicBezTo>
                  <a:pt x="702911" y="29146"/>
                  <a:pt x="707180" y="24852"/>
                  <a:pt x="714092" y="24852"/>
                </a:cubicBezTo>
                <a:cubicBezTo>
                  <a:pt x="717852" y="24852"/>
                  <a:pt x="720749" y="25233"/>
                  <a:pt x="722782" y="25995"/>
                </a:cubicBezTo>
                <a:moveTo>
                  <a:pt x="709136" y="120905"/>
                </a:moveTo>
                <a:cubicBezTo>
                  <a:pt x="709136" y="116128"/>
                  <a:pt x="707396" y="112761"/>
                  <a:pt x="703914" y="110805"/>
                </a:cubicBezTo>
                <a:cubicBezTo>
                  <a:pt x="700433" y="108848"/>
                  <a:pt x="693890" y="107870"/>
                  <a:pt x="684284" y="107870"/>
                </a:cubicBezTo>
                <a:cubicBezTo>
                  <a:pt x="677779" y="107870"/>
                  <a:pt x="671833" y="107565"/>
                  <a:pt x="666446" y="106955"/>
                </a:cubicBezTo>
                <a:cubicBezTo>
                  <a:pt x="660246" y="109953"/>
                  <a:pt x="657146" y="114349"/>
                  <a:pt x="657146" y="120143"/>
                </a:cubicBezTo>
                <a:cubicBezTo>
                  <a:pt x="657146" y="132544"/>
                  <a:pt x="665277" y="138744"/>
                  <a:pt x="681540" y="138744"/>
                </a:cubicBezTo>
                <a:cubicBezTo>
                  <a:pt x="690027" y="138744"/>
                  <a:pt x="696749" y="137092"/>
                  <a:pt x="701704" y="133789"/>
                </a:cubicBezTo>
                <a:cubicBezTo>
                  <a:pt x="706659" y="130485"/>
                  <a:pt x="709136" y="126191"/>
                  <a:pt x="709136" y="120905"/>
                </a:cubicBezTo>
                <a:moveTo>
                  <a:pt x="698540" y="58547"/>
                </a:moveTo>
                <a:cubicBezTo>
                  <a:pt x="698540" y="52956"/>
                  <a:pt x="696774" y="48675"/>
                  <a:pt x="693242" y="45702"/>
                </a:cubicBezTo>
                <a:cubicBezTo>
                  <a:pt x="689710" y="42729"/>
                  <a:pt x="685225" y="41242"/>
                  <a:pt x="679787" y="41242"/>
                </a:cubicBezTo>
                <a:cubicBezTo>
                  <a:pt x="674654" y="41242"/>
                  <a:pt x="670359" y="42678"/>
                  <a:pt x="666903" y="45549"/>
                </a:cubicBezTo>
                <a:cubicBezTo>
                  <a:pt x="663447" y="48421"/>
                  <a:pt x="661720" y="52499"/>
                  <a:pt x="661720" y="57785"/>
                </a:cubicBezTo>
                <a:cubicBezTo>
                  <a:pt x="661720" y="63324"/>
                  <a:pt x="663486" y="67542"/>
                  <a:pt x="667018" y="70439"/>
                </a:cubicBezTo>
                <a:cubicBezTo>
                  <a:pt x="670550" y="73336"/>
                  <a:pt x="675086" y="74784"/>
                  <a:pt x="680625" y="74784"/>
                </a:cubicBezTo>
                <a:cubicBezTo>
                  <a:pt x="685707" y="74784"/>
                  <a:pt x="689964" y="73374"/>
                  <a:pt x="693394" y="70554"/>
                </a:cubicBezTo>
                <a:cubicBezTo>
                  <a:pt x="696825" y="67733"/>
                  <a:pt x="698540" y="63731"/>
                  <a:pt x="698540" y="585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perturbation">
            <a:extLst xmlns:a="http://schemas.openxmlformats.org/drawingml/2006/main">
              <a:ext uri="{FF2B5EF4-FFF2-40B4-BE49-F238E27FC236}">
                <a16:creationId xmlns:a16="http://schemas.microsoft.com/office/drawing/2014/main" id="{CBC83172-EA7A-449A-AAC2-64102791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001" y="3204161"/>
            <a:ext cx="824938" cy="142860"/>
          </a:xfrm>
          <a:custGeom xmlns:a="http://schemas.openxmlformats.org/drawingml/2006/main">
            <a:pathLst>
              <a:path w="824938" h="142860">
                <a:moveTo>
                  <a:pt x="70744" y="68838"/>
                </a:moveTo>
                <a:cubicBezTo>
                  <a:pt x="70744" y="79816"/>
                  <a:pt x="67606" y="89434"/>
                  <a:pt x="61329" y="97692"/>
                </a:cubicBezTo>
                <a:cubicBezTo>
                  <a:pt x="55053" y="105951"/>
                  <a:pt x="46324" y="110080"/>
                  <a:pt x="35143" y="110080"/>
                </a:cubicBezTo>
                <a:cubicBezTo>
                  <a:pt x="25792" y="110080"/>
                  <a:pt x="19643" y="108403"/>
                  <a:pt x="16695" y="105049"/>
                </a:cubicBezTo>
                <a:lnTo>
                  <a:pt x="15933" y="105049"/>
                </a:lnTo>
                <a:cubicBezTo>
                  <a:pt x="15933" y="119177"/>
                  <a:pt x="16085" y="131781"/>
                  <a:pt x="16390" y="142860"/>
                </a:cubicBezTo>
                <a:lnTo>
                  <a:pt x="2058" y="142860"/>
                </a:lnTo>
                <a:cubicBezTo>
                  <a:pt x="3227" y="129342"/>
                  <a:pt x="3812" y="112647"/>
                  <a:pt x="3812" y="92775"/>
                </a:cubicBezTo>
                <a:cubicBezTo>
                  <a:pt x="3812" y="68279"/>
                  <a:pt x="2541" y="49323"/>
                  <a:pt x="0" y="35906"/>
                </a:cubicBezTo>
                <a:lnTo>
                  <a:pt x="13417" y="34000"/>
                </a:lnTo>
                <a:lnTo>
                  <a:pt x="14560" y="41547"/>
                </a:lnTo>
                <a:lnTo>
                  <a:pt x="15323" y="41547"/>
                </a:lnTo>
                <a:cubicBezTo>
                  <a:pt x="20253" y="35804"/>
                  <a:pt x="28232" y="32933"/>
                  <a:pt x="39260" y="32933"/>
                </a:cubicBezTo>
                <a:cubicBezTo>
                  <a:pt x="48967" y="32933"/>
                  <a:pt x="56641" y="36477"/>
                  <a:pt x="62282" y="43567"/>
                </a:cubicBezTo>
                <a:cubicBezTo>
                  <a:pt x="67924" y="50657"/>
                  <a:pt x="70744" y="59080"/>
                  <a:pt x="70744" y="68838"/>
                </a:cubicBezTo>
                <a:moveTo>
                  <a:pt x="57175" y="70668"/>
                </a:moveTo>
                <a:cubicBezTo>
                  <a:pt x="57175" y="63146"/>
                  <a:pt x="55193" y="56705"/>
                  <a:pt x="51229" y="51343"/>
                </a:cubicBezTo>
                <a:cubicBezTo>
                  <a:pt x="47264" y="45981"/>
                  <a:pt x="41699" y="43300"/>
                  <a:pt x="34534" y="43300"/>
                </a:cubicBezTo>
                <a:cubicBezTo>
                  <a:pt x="25386" y="43300"/>
                  <a:pt x="18830" y="46070"/>
                  <a:pt x="14865" y="51610"/>
                </a:cubicBezTo>
                <a:cubicBezTo>
                  <a:pt x="15679" y="68686"/>
                  <a:pt x="16085" y="83348"/>
                  <a:pt x="16085" y="95596"/>
                </a:cubicBezTo>
                <a:cubicBezTo>
                  <a:pt x="20202" y="99052"/>
                  <a:pt x="25563" y="100780"/>
                  <a:pt x="32170" y="100780"/>
                </a:cubicBezTo>
                <a:cubicBezTo>
                  <a:pt x="40556" y="100780"/>
                  <a:pt x="46820" y="97832"/>
                  <a:pt x="50962" y="91937"/>
                </a:cubicBezTo>
                <a:cubicBezTo>
                  <a:pt x="55104" y="86042"/>
                  <a:pt x="57175" y="78952"/>
                  <a:pt x="57175" y="70668"/>
                </a:cubicBezTo>
                <a:close/>
                <a:moveTo>
                  <a:pt x="150761" y="63273"/>
                </a:moveTo>
                <a:cubicBezTo>
                  <a:pt x="150761" y="65408"/>
                  <a:pt x="150660" y="68356"/>
                  <a:pt x="150456" y="72116"/>
                </a:cubicBezTo>
                <a:lnTo>
                  <a:pt x="98084" y="73031"/>
                </a:lnTo>
                <a:cubicBezTo>
                  <a:pt x="98593" y="80451"/>
                  <a:pt x="101464" y="86664"/>
                  <a:pt x="106699" y="91670"/>
                </a:cubicBezTo>
                <a:cubicBezTo>
                  <a:pt x="111933" y="96676"/>
                  <a:pt x="118870" y="99179"/>
                  <a:pt x="127510" y="99179"/>
                </a:cubicBezTo>
                <a:cubicBezTo>
                  <a:pt x="135235" y="99179"/>
                  <a:pt x="142477" y="98239"/>
                  <a:pt x="149237" y="96358"/>
                </a:cubicBezTo>
                <a:lnTo>
                  <a:pt x="147941" y="107107"/>
                </a:lnTo>
                <a:cubicBezTo>
                  <a:pt x="142960" y="109089"/>
                  <a:pt x="135769" y="110080"/>
                  <a:pt x="126367" y="110080"/>
                </a:cubicBezTo>
                <a:cubicBezTo>
                  <a:pt x="113153" y="110080"/>
                  <a:pt x="103078" y="106472"/>
                  <a:pt x="96140" y="99255"/>
                </a:cubicBezTo>
                <a:cubicBezTo>
                  <a:pt x="89203" y="92039"/>
                  <a:pt x="85735" y="83246"/>
                  <a:pt x="85735" y="72879"/>
                </a:cubicBezTo>
                <a:cubicBezTo>
                  <a:pt x="85735" y="61799"/>
                  <a:pt x="88898" y="52258"/>
                  <a:pt x="95226" y="44253"/>
                </a:cubicBezTo>
                <a:cubicBezTo>
                  <a:pt x="101553" y="36249"/>
                  <a:pt x="110053" y="32247"/>
                  <a:pt x="120725" y="32247"/>
                </a:cubicBezTo>
                <a:cubicBezTo>
                  <a:pt x="130534" y="32247"/>
                  <a:pt x="137992" y="35143"/>
                  <a:pt x="143100" y="40937"/>
                </a:cubicBezTo>
                <a:cubicBezTo>
                  <a:pt x="148207" y="46731"/>
                  <a:pt x="150761" y="54176"/>
                  <a:pt x="150761" y="63273"/>
                </a:cubicBezTo>
                <a:moveTo>
                  <a:pt x="138030" y="63426"/>
                </a:moveTo>
                <a:cubicBezTo>
                  <a:pt x="138030" y="49145"/>
                  <a:pt x="132059" y="42004"/>
                  <a:pt x="120116" y="42004"/>
                </a:cubicBezTo>
                <a:cubicBezTo>
                  <a:pt x="107918" y="42004"/>
                  <a:pt x="100727" y="49424"/>
                  <a:pt x="98542" y="64264"/>
                </a:cubicBezTo>
                <a:lnTo>
                  <a:pt x="138030" y="63426"/>
                </a:lnTo>
                <a:close/>
                <a:moveTo>
                  <a:pt x="213919" y="35601"/>
                </a:moveTo>
                <a:lnTo>
                  <a:pt x="210488" y="47722"/>
                </a:lnTo>
                <a:cubicBezTo>
                  <a:pt x="206524" y="46146"/>
                  <a:pt x="202840" y="45359"/>
                  <a:pt x="199434" y="45359"/>
                </a:cubicBezTo>
                <a:cubicBezTo>
                  <a:pt x="189880" y="45359"/>
                  <a:pt x="183680" y="49907"/>
                  <a:pt x="180834" y="59004"/>
                </a:cubicBezTo>
                <a:cubicBezTo>
                  <a:pt x="180834" y="82382"/>
                  <a:pt x="180986" y="98722"/>
                  <a:pt x="181291" y="108022"/>
                </a:cubicBezTo>
                <a:lnTo>
                  <a:pt x="167798" y="108022"/>
                </a:lnTo>
                <a:cubicBezTo>
                  <a:pt x="168611" y="91911"/>
                  <a:pt x="169018" y="79409"/>
                  <a:pt x="169018" y="70515"/>
                </a:cubicBezTo>
                <a:cubicBezTo>
                  <a:pt x="169018" y="58471"/>
                  <a:pt x="167823" y="46934"/>
                  <a:pt x="165435" y="35906"/>
                </a:cubicBezTo>
                <a:lnTo>
                  <a:pt x="178775" y="34000"/>
                </a:lnTo>
                <a:cubicBezTo>
                  <a:pt x="179741" y="39590"/>
                  <a:pt x="180224" y="43326"/>
                  <a:pt x="180224" y="45206"/>
                </a:cubicBezTo>
                <a:lnTo>
                  <a:pt x="180834" y="45206"/>
                </a:lnTo>
                <a:cubicBezTo>
                  <a:pt x="186322" y="37125"/>
                  <a:pt x="192726" y="33085"/>
                  <a:pt x="200044" y="33085"/>
                </a:cubicBezTo>
                <a:cubicBezTo>
                  <a:pt x="203907" y="33085"/>
                  <a:pt x="208532" y="33924"/>
                  <a:pt x="213919" y="35601"/>
                </a:cubicBezTo>
                <a:close/>
                <a:moveTo>
                  <a:pt x="265542" y="97502"/>
                </a:moveTo>
                <a:lnTo>
                  <a:pt x="264628" y="107412"/>
                </a:lnTo>
                <a:cubicBezTo>
                  <a:pt x="260613" y="108886"/>
                  <a:pt x="256826" y="109623"/>
                  <a:pt x="253269" y="109623"/>
                </a:cubicBezTo>
                <a:cubicBezTo>
                  <a:pt x="244121" y="109623"/>
                  <a:pt x="237870" y="107298"/>
                  <a:pt x="234516" y="102648"/>
                </a:cubicBezTo>
                <a:cubicBezTo>
                  <a:pt x="231161" y="97997"/>
                  <a:pt x="229484" y="89675"/>
                  <a:pt x="229484" y="77681"/>
                </a:cubicBezTo>
                <a:cubicBezTo>
                  <a:pt x="229484" y="69906"/>
                  <a:pt x="229535" y="59767"/>
                  <a:pt x="229637" y="47264"/>
                </a:cubicBezTo>
                <a:cubicBezTo>
                  <a:pt x="226791" y="47264"/>
                  <a:pt x="222598" y="47417"/>
                  <a:pt x="217058" y="47722"/>
                </a:cubicBezTo>
                <a:lnTo>
                  <a:pt x="217516" y="36668"/>
                </a:lnTo>
                <a:cubicBezTo>
                  <a:pt x="222344" y="36973"/>
                  <a:pt x="226664" y="37125"/>
                  <a:pt x="230475" y="37125"/>
                </a:cubicBezTo>
                <a:cubicBezTo>
                  <a:pt x="230475" y="34076"/>
                  <a:pt x="230729" y="26834"/>
                  <a:pt x="231238" y="15399"/>
                </a:cubicBezTo>
                <a:lnTo>
                  <a:pt x="243206" y="14179"/>
                </a:lnTo>
                <a:cubicBezTo>
                  <a:pt x="242342" y="24852"/>
                  <a:pt x="241910" y="32501"/>
                  <a:pt x="241910" y="37125"/>
                </a:cubicBezTo>
                <a:cubicBezTo>
                  <a:pt x="246891" y="37125"/>
                  <a:pt x="254209" y="36871"/>
                  <a:pt x="263865" y="36363"/>
                </a:cubicBezTo>
                <a:lnTo>
                  <a:pt x="263332" y="47722"/>
                </a:lnTo>
                <a:cubicBezTo>
                  <a:pt x="254184" y="47417"/>
                  <a:pt x="246840" y="47264"/>
                  <a:pt x="241300" y="47264"/>
                </a:cubicBezTo>
                <a:cubicBezTo>
                  <a:pt x="241199" y="54939"/>
                  <a:pt x="241148" y="63578"/>
                  <a:pt x="241148" y="73184"/>
                </a:cubicBezTo>
                <a:cubicBezTo>
                  <a:pt x="241148" y="83653"/>
                  <a:pt x="242253" y="90577"/>
                  <a:pt x="244464" y="93957"/>
                </a:cubicBezTo>
                <a:cubicBezTo>
                  <a:pt x="246675" y="97337"/>
                  <a:pt x="250779" y="99027"/>
                  <a:pt x="256776" y="99027"/>
                </a:cubicBezTo>
                <a:cubicBezTo>
                  <a:pt x="258758" y="99027"/>
                  <a:pt x="261680" y="98518"/>
                  <a:pt x="265542" y="97502"/>
                </a:cubicBezTo>
                <a:close/>
                <a:moveTo>
                  <a:pt x="343924" y="107946"/>
                </a:moveTo>
                <a:lnTo>
                  <a:pt x="332108" y="108403"/>
                </a:lnTo>
                <a:cubicBezTo>
                  <a:pt x="331396" y="105557"/>
                  <a:pt x="331040" y="103219"/>
                  <a:pt x="331040" y="101390"/>
                </a:cubicBezTo>
                <a:lnTo>
                  <a:pt x="330278" y="101390"/>
                </a:lnTo>
                <a:cubicBezTo>
                  <a:pt x="323519" y="107082"/>
                  <a:pt x="315311" y="109928"/>
                  <a:pt x="305655" y="109928"/>
                </a:cubicBezTo>
                <a:cubicBezTo>
                  <a:pt x="296863" y="109928"/>
                  <a:pt x="290472" y="107806"/>
                  <a:pt x="286482" y="103562"/>
                </a:cubicBezTo>
                <a:cubicBezTo>
                  <a:pt x="282493" y="99319"/>
                  <a:pt x="280498" y="90768"/>
                  <a:pt x="280498" y="77910"/>
                </a:cubicBezTo>
                <a:cubicBezTo>
                  <a:pt x="280498" y="76080"/>
                  <a:pt x="280549" y="73361"/>
                  <a:pt x="280651" y="69753"/>
                </a:cubicBezTo>
                <a:cubicBezTo>
                  <a:pt x="280752" y="66145"/>
                  <a:pt x="280803" y="63680"/>
                  <a:pt x="280803" y="62359"/>
                </a:cubicBezTo>
                <a:cubicBezTo>
                  <a:pt x="280803" y="54888"/>
                  <a:pt x="280371" y="46095"/>
                  <a:pt x="279507" y="35982"/>
                </a:cubicBezTo>
                <a:lnTo>
                  <a:pt x="293686" y="35448"/>
                </a:lnTo>
                <a:cubicBezTo>
                  <a:pt x="293076" y="45257"/>
                  <a:pt x="292772" y="53643"/>
                  <a:pt x="292772" y="60605"/>
                </a:cubicBezTo>
                <a:cubicBezTo>
                  <a:pt x="292772" y="76614"/>
                  <a:pt x="293801" y="87045"/>
                  <a:pt x="295859" y="91899"/>
                </a:cubicBezTo>
                <a:cubicBezTo>
                  <a:pt x="297917" y="96752"/>
                  <a:pt x="302555" y="99179"/>
                  <a:pt x="309771" y="99179"/>
                </a:cubicBezTo>
                <a:cubicBezTo>
                  <a:pt x="317903" y="99179"/>
                  <a:pt x="324611" y="97146"/>
                  <a:pt x="329897" y="93080"/>
                </a:cubicBezTo>
                <a:cubicBezTo>
                  <a:pt x="329897" y="64823"/>
                  <a:pt x="329643" y="45791"/>
                  <a:pt x="329135" y="35982"/>
                </a:cubicBezTo>
                <a:lnTo>
                  <a:pt x="342857" y="35448"/>
                </a:lnTo>
                <a:cubicBezTo>
                  <a:pt x="342450" y="45003"/>
                  <a:pt x="342247" y="58217"/>
                  <a:pt x="342247" y="75089"/>
                </a:cubicBezTo>
                <a:cubicBezTo>
                  <a:pt x="342247" y="85914"/>
                  <a:pt x="342806" y="96867"/>
                  <a:pt x="343924" y="107946"/>
                </a:cubicBezTo>
                <a:close/>
                <a:moveTo>
                  <a:pt x="409543" y="35601"/>
                </a:moveTo>
                <a:lnTo>
                  <a:pt x="406113" y="47722"/>
                </a:lnTo>
                <a:cubicBezTo>
                  <a:pt x="402149" y="46146"/>
                  <a:pt x="398464" y="45359"/>
                  <a:pt x="395059" y="45359"/>
                </a:cubicBezTo>
                <a:cubicBezTo>
                  <a:pt x="385504" y="45359"/>
                  <a:pt x="379304" y="49907"/>
                  <a:pt x="376458" y="59004"/>
                </a:cubicBezTo>
                <a:cubicBezTo>
                  <a:pt x="376458" y="82382"/>
                  <a:pt x="376611" y="98722"/>
                  <a:pt x="376916" y="108022"/>
                </a:cubicBezTo>
                <a:lnTo>
                  <a:pt x="363422" y="108022"/>
                </a:lnTo>
                <a:cubicBezTo>
                  <a:pt x="364235" y="91911"/>
                  <a:pt x="364642" y="79409"/>
                  <a:pt x="364642" y="70515"/>
                </a:cubicBezTo>
                <a:cubicBezTo>
                  <a:pt x="364642" y="58471"/>
                  <a:pt x="363448" y="46934"/>
                  <a:pt x="361059" y="35906"/>
                </a:cubicBezTo>
                <a:lnTo>
                  <a:pt x="374400" y="34000"/>
                </a:lnTo>
                <a:cubicBezTo>
                  <a:pt x="375365" y="39590"/>
                  <a:pt x="375848" y="43326"/>
                  <a:pt x="375848" y="45206"/>
                </a:cubicBezTo>
                <a:lnTo>
                  <a:pt x="376458" y="45206"/>
                </a:lnTo>
                <a:cubicBezTo>
                  <a:pt x="381947" y="37125"/>
                  <a:pt x="388350" y="33085"/>
                  <a:pt x="395669" y="33085"/>
                </a:cubicBezTo>
                <a:cubicBezTo>
                  <a:pt x="399531" y="33085"/>
                  <a:pt x="404156" y="33924"/>
                  <a:pt x="409543" y="35601"/>
                </a:cubicBezTo>
                <a:close/>
                <a:moveTo>
                  <a:pt x="488535" y="68838"/>
                </a:moveTo>
                <a:cubicBezTo>
                  <a:pt x="488535" y="79968"/>
                  <a:pt x="485358" y="89624"/>
                  <a:pt x="479006" y="97807"/>
                </a:cubicBezTo>
                <a:cubicBezTo>
                  <a:pt x="472653" y="105989"/>
                  <a:pt x="463962" y="110080"/>
                  <a:pt x="452934" y="110080"/>
                </a:cubicBezTo>
                <a:cubicBezTo>
                  <a:pt x="443583" y="110080"/>
                  <a:pt x="437230" y="108403"/>
                  <a:pt x="433876" y="105049"/>
                </a:cubicBezTo>
                <a:lnTo>
                  <a:pt x="433266" y="105049"/>
                </a:lnTo>
                <a:lnTo>
                  <a:pt x="431360" y="108022"/>
                </a:lnTo>
                <a:lnTo>
                  <a:pt x="420154" y="108022"/>
                </a:lnTo>
                <a:cubicBezTo>
                  <a:pt x="420814" y="90488"/>
                  <a:pt x="421145" y="71532"/>
                  <a:pt x="421145" y="51152"/>
                </a:cubicBezTo>
                <a:cubicBezTo>
                  <a:pt x="421145" y="32755"/>
                  <a:pt x="420306" y="15958"/>
                  <a:pt x="418629" y="762"/>
                </a:cubicBezTo>
                <a:lnTo>
                  <a:pt x="433723" y="0"/>
                </a:lnTo>
                <a:cubicBezTo>
                  <a:pt x="433215" y="8741"/>
                  <a:pt x="432961" y="22590"/>
                  <a:pt x="432961" y="41547"/>
                </a:cubicBezTo>
                <a:lnTo>
                  <a:pt x="433571" y="41547"/>
                </a:lnTo>
                <a:cubicBezTo>
                  <a:pt x="438551" y="35804"/>
                  <a:pt x="446454" y="32933"/>
                  <a:pt x="457279" y="32933"/>
                </a:cubicBezTo>
                <a:cubicBezTo>
                  <a:pt x="466681" y="32933"/>
                  <a:pt x="474241" y="36439"/>
                  <a:pt x="479958" y="43453"/>
                </a:cubicBezTo>
                <a:cubicBezTo>
                  <a:pt x="485676" y="50466"/>
                  <a:pt x="488535" y="58928"/>
                  <a:pt x="488535" y="68838"/>
                </a:cubicBezTo>
                <a:moveTo>
                  <a:pt x="474965" y="70668"/>
                </a:moveTo>
                <a:cubicBezTo>
                  <a:pt x="474965" y="62994"/>
                  <a:pt x="472958" y="56514"/>
                  <a:pt x="468943" y="51229"/>
                </a:cubicBezTo>
                <a:cubicBezTo>
                  <a:pt x="464928" y="45943"/>
                  <a:pt x="459388" y="43300"/>
                  <a:pt x="452324" y="43300"/>
                </a:cubicBezTo>
                <a:cubicBezTo>
                  <a:pt x="443176" y="43300"/>
                  <a:pt x="436620" y="46070"/>
                  <a:pt x="432656" y="51610"/>
                </a:cubicBezTo>
                <a:cubicBezTo>
                  <a:pt x="432656" y="69702"/>
                  <a:pt x="433063" y="84364"/>
                  <a:pt x="433876" y="95596"/>
                </a:cubicBezTo>
                <a:cubicBezTo>
                  <a:pt x="437992" y="99052"/>
                  <a:pt x="443354" y="100780"/>
                  <a:pt x="449961" y="100780"/>
                </a:cubicBezTo>
                <a:cubicBezTo>
                  <a:pt x="458296" y="100780"/>
                  <a:pt x="464547" y="97858"/>
                  <a:pt x="468714" y="92013"/>
                </a:cubicBezTo>
                <a:cubicBezTo>
                  <a:pt x="472882" y="86169"/>
                  <a:pt x="474965" y="79054"/>
                  <a:pt x="474965" y="70668"/>
                </a:cubicBezTo>
                <a:close/>
                <a:moveTo>
                  <a:pt x="563292" y="108022"/>
                </a:moveTo>
                <a:lnTo>
                  <a:pt x="551323" y="108479"/>
                </a:lnTo>
                <a:cubicBezTo>
                  <a:pt x="550713" y="105989"/>
                  <a:pt x="550408" y="103626"/>
                  <a:pt x="550408" y="101390"/>
                </a:cubicBezTo>
                <a:lnTo>
                  <a:pt x="549646" y="101390"/>
                </a:lnTo>
                <a:cubicBezTo>
                  <a:pt x="543395" y="107082"/>
                  <a:pt x="534882" y="109928"/>
                  <a:pt x="524108" y="109928"/>
                </a:cubicBezTo>
                <a:cubicBezTo>
                  <a:pt x="518263" y="109928"/>
                  <a:pt x="513232" y="108213"/>
                  <a:pt x="509014" y="104782"/>
                </a:cubicBezTo>
                <a:cubicBezTo>
                  <a:pt x="504796" y="101352"/>
                  <a:pt x="502687" y="96460"/>
                  <a:pt x="502687" y="90107"/>
                </a:cubicBezTo>
                <a:cubicBezTo>
                  <a:pt x="502687" y="82281"/>
                  <a:pt x="505990" y="75991"/>
                  <a:pt x="512597" y="71240"/>
                </a:cubicBezTo>
                <a:cubicBezTo>
                  <a:pt x="519204" y="66488"/>
                  <a:pt x="531477" y="63985"/>
                  <a:pt x="549417" y="63731"/>
                </a:cubicBezTo>
                <a:cubicBezTo>
                  <a:pt x="549570" y="62511"/>
                  <a:pt x="549646" y="61113"/>
                  <a:pt x="549646" y="59538"/>
                </a:cubicBezTo>
                <a:cubicBezTo>
                  <a:pt x="549646" y="53287"/>
                  <a:pt x="547982" y="49119"/>
                  <a:pt x="544653" y="47036"/>
                </a:cubicBezTo>
                <a:cubicBezTo>
                  <a:pt x="541324" y="44952"/>
                  <a:pt x="536280" y="43910"/>
                  <a:pt x="529521" y="43910"/>
                </a:cubicBezTo>
                <a:cubicBezTo>
                  <a:pt x="521542" y="43910"/>
                  <a:pt x="513690" y="44901"/>
                  <a:pt x="505965" y="46883"/>
                </a:cubicBezTo>
                <a:lnTo>
                  <a:pt x="507261" y="36363"/>
                </a:lnTo>
                <a:cubicBezTo>
                  <a:pt x="514884" y="34178"/>
                  <a:pt x="523651" y="33085"/>
                  <a:pt x="533561" y="33085"/>
                </a:cubicBezTo>
                <a:cubicBezTo>
                  <a:pt x="542607" y="33085"/>
                  <a:pt x="549595" y="34953"/>
                  <a:pt x="554525" y="38688"/>
                </a:cubicBezTo>
                <a:cubicBezTo>
                  <a:pt x="559455" y="42424"/>
                  <a:pt x="561920" y="48789"/>
                  <a:pt x="561920" y="57785"/>
                </a:cubicBezTo>
                <a:cubicBezTo>
                  <a:pt x="561920" y="60173"/>
                  <a:pt x="561805" y="64506"/>
                  <a:pt x="561576" y="70782"/>
                </a:cubicBezTo>
                <a:cubicBezTo>
                  <a:pt x="561348" y="77059"/>
                  <a:pt x="561233" y="81239"/>
                  <a:pt x="561233" y="83323"/>
                </a:cubicBezTo>
                <a:cubicBezTo>
                  <a:pt x="561233" y="92572"/>
                  <a:pt x="561920" y="100805"/>
                  <a:pt x="563292" y="108022"/>
                </a:cubicBezTo>
                <a:moveTo>
                  <a:pt x="549799" y="93233"/>
                </a:moveTo>
                <a:cubicBezTo>
                  <a:pt x="549544" y="85508"/>
                  <a:pt x="549417" y="78571"/>
                  <a:pt x="549417" y="72421"/>
                </a:cubicBezTo>
                <a:cubicBezTo>
                  <a:pt x="539863" y="72421"/>
                  <a:pt x="532595" y="73133"/>
                  <a:pt x="527615" y="74556"/>
                </a:cubicBezTo>
                <a:cubicBezTo>
                  <a:pt x="519280" y="77097"/>
                  <a:pt x="515113" y="81950"/>
                  <a:pt x="515113" y="89116"/>
                </a:cubicBezTo>
                <a:cubicBezTo>
                  <a:pt x="515113" y="96028"/>
                  <a:pt x="519991" y="99484"/>
                  <a:pt x="529749" y="99484"/>
                </a:cubicBezTo>
                <a:cubicBezTo>
                  <a:pt x="538135" y="99484"/>
                  <a:pt x="544818" y="97400"/>
                  <a:pt x="549799" y="93233"/>
                </a:cubicBezTo>
                <a:close/>
                <a:moveTo>
                  <a:pt x="624630" y="97502"/>
                </a:moveTo>
                <a:lnTo>
                  <a:pt x="623715" y="107412"/>
                </a:lnTo>
                <a:cubicBezTo>
                  <a:pt x="619700" y="108886"/>
                  <a:pt x="615914" y="109623"/>
                  <a:pt x="612356" y="109623"/>
                </a:cubicBezTo>
                <a:cubicBezTo>
                  <a:pt x="603208" y="109623"/>
                  <a:pt x="596957" y="107298"/>
                  <a:pt x="593603" y="102648"/>
                </a:cubicBezTo>
                <a:cubicBezTo>
                  <a:pt x="590249" y="97997"/>
                  <a:pt x="588572" y="89675"/>
                  <a:pt x="588572" y="77681"/>
                </a:cubicBezTo>
                <a:cubicBezTo>
                  <a:pt x="588572" y="69906"/>
                  <a:pt x="588623" y="59767"/>
                  <a:pt x="588724" y="47264"/>
                </a:cubicBezTo>
                <a:cubicBezTo>
                  <a:pt x="585878" y="47264"/>
                  <a:pt x="581685" y="47417"/>
                  <a:pt x="576146" y="47722"/>
                </a:cubicBezTo>
                <a:lnTo>
                  <a:pt x="576603" y="36668"/>
                </a:lnTo>
                <a:cubicBezTo>
                  <a:pt x="581431" y="36973"/>
                  <a:pt x="585751" y="37125"/>
                  <a:pt x="589563" y="37125"/>
                </a:cubicBezTo>
                <a:cubicBezTo>
                  <a:pt x="589563" y="34076"/>
                  <a:pt x="589817" y="26834"/>
                  <a:pt x="590325" y="15399"/>
                </a:cubicBezTo>
                <a:lnTo>
                  <a:pt x="602294" y="14179"/>
                </a:lnTo>
                <a:cubicBezTo>
                  <a:pt x="601430" y="24852"/>
                  <a:pt x="600998" y="32501"/>
                  <a:pt x="600998" y="37125"/>
                </a:cubicBezTo>
                <a:cubicBezTo>
                  <a:pt x="605978" y="37125"/>
                  <a:pt x="613297" y="36871"/>
                  <a:pt x="622953" y="36363"/>
                </a:cubicBezTo>
                <a:lnTo>
                  <a:pt x="622419" y="47722"/>
                </a:lnTo>
                <a:cubicBezTo>
                  <a:pt x="613271" y="47417"/>
                  <a:pt x="605927" y="47264"/>
                  <a:pt x="600388" y="47264"/>
                </a:cubicBezTo>
                <a:cubicBezTo>
                  <a:pt x="600286" y="54939"/>
                  <a:pt x="600235" y="63578"/>
                  <a:pt x="600235" y="73184"/>
                </a:cubicBezTo>
                <a:cubicBezTo>
                  <a:pt x="600235" y="83653"/>
                  <a:pt x="601341" y="90577"/>
                  <a:pt x="603551" y="93957"/>
                </a:cubicBezTo>
                <a:cubicBezTo>
                  <a:pt x="605762" y="97337"/>
                  <a:pt x="609866" y="99027"/>
                  <a:pt x="615863" y="99027"/>
                </a:cubicBezTo>
                <a:cubicBezTo>
                  <a:pt x="617845" y="99027"/>
                  <a:pt x="620767" y="98518"/>
                  <a:pt x="624630" y="97502"/>
                </a:cubicBezTo>
                <a:close/>
                <a:moveTo>
                  <a:pt x="652545" y="108022"/>
                </a:moveTo>
                <a:lnTo>
                  <a:pt x="638747" y="108022"/>
                </a:lnTo>
                <a:cubicBezTo>
                  <a:pt x="639458" y="97858"/>
                  <a:pt x="639814" y="86245"/>
                  <a:pt x="639814" y="73184"/>
                </a:cubicBezTo>
                <a:cubicBezTo>
                  <a:pt x="639814" y="58496"/>
                  <a:pt x="638925" y="46172"/>
                  <a:pt x="637146" y="36211"/>
                </a:cubicBezTo>
                <a:lnTo>
                  <a:pt x="652393" y="34152"/>
                </a:lnTo>
                <a:cubicBezTo>
                  <a:pt x="651783" y="44774"/>
                  <a:pt x="651478" y="57785"/>
                  <a:pt x="651478" y="73184"/>
                </a:cubicBezTo>
                <a:cubicBezTo>
                  <a:pt x="651478" y="85381"/>
                  <a:pt x="651834" y="96994"/>
                  <a:pt x="652545" y="108022"/>
                </a:cubicBezTo>
                <a:moveTo>
                  <a:pt x="655747" y="12731"/>
                </a:moveTo>
                <a:cubicBezTo>
                  <a:pt x="655747" y="15323"/>
                  <a:pt x="654908" y="17572"/>
                  <a:pt x="653231" y="19478"/>
                </a:cubicBezTo>
                <a:cubicBezTo>
                  <a:pt x="651554" y="21383"/>
                  <a:pt x="649191" y="22336"/>
                  <a:pt x="646142" y="22336"/>
                </a:cubicBezTo>
                <a:cubicBezTo>
                  <a:pt x="643550" y="22336"/>
                  <a:pt x="641529" y="21510"/>
                  <a:pt x="640081" y="19859"/>
                </a:cubicBezTo>
                <a:cubicBezTo>
                  <a:pt x="638633" y="18207"/>
                  <a:pt x="637908" y="16212"/>
                  <a:pt x="637908" y="13874"/>
                </a:cubicBezTo>
                <a:cubicBezTo>
                  <a:pt x="637908" y="11333"/>
                  <a:pt x="638772" y="9123"/>
                  <a:pt x="640500" y="7242"/>
                </a:cubicBezTo>
                <a:cubicBezTo>
                  <a:pt x="642228" y="5362"/>
                  <a:pt x="644617" y="4422"/>
                  <a:pt x="647666" y="4422"/>
                </a:cubicBezTo>
                <a:cubicBezTo>
                  <a:pt x="650156" y="4422"/>
                  <a:pt x="652126" y="5247"/>
                  <a:pt x="653574" y="6899"/>
                </a:cubicBezTo>
                <a:cubicBezTo>
                  <a:pt x="655023" y="8551"/>
                  <a:pt x="655747" y="10495"/>
                  <a:pt x="655747" y="12731"/>
                </a:cubicBezTo>
                <a:close/>
                <a:moveTo>
                  <a:pt x="741915" y="69601"/>
                </a:moveTo>
                <a:cubicBezTo>
                  <a:pt x="741915" y="82611"/>
                  <a:pt x="738179" y="92763"/>
                  <a:pt x="730708" y="100056"/>
                </a:cubicBezTo>
                <a:cubicBezTo>
                  <a:pt x="723238" y="107349"/>
                  <a:pt x="714445" y="110995"/>
                  <a:pt x="704332" y="110995"/>
                </a:cubicBezTo>
                <a:cubicBezTo>
                  <a:pt x="694879" y="110995"/>
                  <a:pt x="686760" y="107768"/>
                  <a:pt x="679975" y="101314"/>
                </a:cubicBezTo>
                <a:cubicBezTo>
                  <a:pt x="673191" y="94859"/>
                  <a:pt x="669798" y="85762"/>
                  <a:pt x="669798" y="74022"/>
                </a:cubicBezTo>
                <a:cubicBezTo>
                  <a:pt x="669798" y="60910"/>
                  <a:pt x="673546" y="50669"/>
                  <a:pt x="681043" y="43300"/>
                </a:cubicBezTo>
                <a:cubicBezTo>
                  <a:pt x="688539" y="35931"/>
                  <a:pt x="697344" y="32247"/>
                  <a:pt x="707457" y="32247"/>
                </a:cubicBezTo>
                <a:cubicBezTo>
                  <a:pt x="716910" y="32247"/>
                  <a:pt x="725016" y="35512"/>
                  <a:pt x="731776" y="42042"/>
                </a:cubicBezTo>
                <a:cubicBezTo>
                  <a:pt x="738535" y="48573"/>
                  <a:pt x="741915" y="57759"/>
                  <a:pt x="741915" y="69601"/>
                </a:cubicBezTo>
                <a:moveTo>
                  <a:pt x="728726" y="72269"/>
                </a:moveTo>
                <a:cubicBezTo>
                  <a:pt x="728726" y="64341"/>
                  <a:pt x="726732" y="57289"/>
                  <a:pt x="722742" y="51114"/>
                </a:cubicBezTo>
                <a:cubicBezTo>
                  <a:pt x="718752" y="44939"/>
                  <a:pt x="713073" y="41852"/>
                  <a:pt x="705704" y="41852"/>
                </a:cubicBezTo>
                <a:cubicBezTo>
                  <a:pt x="698386" y="41852"/>
                  <a:pt x="692757" y="44774"/>
                  <a:pt x="688818" y="50619"/>
                </a:cubicBezTo>
                <a:cubicBezTo>
                  <a:pt x="684880" y="56463"/>
                  <a:pt x="682910" y="63248"/>
                  <a:pt x="682910" y="70973"/>
                </a:cubicBezTo>
                <a:cubicBezTo>
                  <a:pt x="682910" y="78952"/>
                  <a:pt x="684905" y="86016"/>
                  <a:pt x="688895" y="92166"/>
                </a:cubicBezTo>
                <a:cubicBezTo>
                  <a:pt x="692884" y="98315"/>
                  <a:pt x="698589" y="101390"/>
                  <a:pt x="706009" y="101390"/>
                </a:cubicBezTo>
                <a:cubicBezTo>
                  <a:pt x="713327" y="101390"/>
                  <a:pt x="718943" y="98455"/>
                  <a:pt x="722856" y="92585"/>
                </a:cubicBezTo>
                <a:cubicBezTo>
                  <a:pt x="726770" y="86715"/>
                  <a:pt x="728726" y="79943"/>
                  <a:pt x="728726" y="72269"/>
                </a:cubicBezTo>
                <a:close/>
                <a:moveTo>
                  <a:pt x="824938" y="108022"/>
                </a:moveTo>
                <a:lnTo>
                  <a:pt x="811063" y="108022"/>
                </a:lnTo>
                <a:cubicBezTo>
                  <a:pt x="812181" y="94656"/>
                  <a:pt x="812740" y="80070"/>
                  <a:pt x="812740" y="64264"/>
                </a:cubicBezTo>
                <a:cubicBezTo>
                  <a:pt x="812740" y="56438"/>
                  <a:pt x="811152" y="51089"/>
                  <a:pt x="807976" y="48217"/>
                </a:cubicBezTo>
                <a:cubicBezTo>
                  <a:pt x="804799" y="45346"/>
                  <a:pt x="800264" y="43910"/>
                  <a:pt x="794368" y="43910"/>
                </a:cubicBezTo>
                <a:cubicBezTo>
                  <a:pt x="787152" y="43910"/>
                  <a:pt x="780494" y="46527"/>
                  <a:pt x="774395" y="51762"/>
                </a:cubicBezTo>
                <a:cubicBezTo>
                  <a:pt x="774395" y="69092"/>
                  <a:pt x="774497" y="87846"/>
                  <a:pt x="774700" y="108022"/>
                </a:cubicBezTo>
                <a:lnTo>
                  <a:pt x="760826" y="108022"/>
                </a:lnTo>
                <a:cubicBezTo>
                  <a:pt x="761690" y="90743"/>
                  <a:pt x="762122" y="78240"/>
                  <a:pt x="762122" y="70515"/>
                </a:cubicBezTo>
                <a:cubicBezTo>
                  <a:pt x="762122" y="58623"/>
                  <a:pt x="761004" y="47087"/>
                  <a:pt x="758768" y="35906"/>
                </a:cubicBezTo>
                <a:lnTo>
                  <a:pt x="772185" y="34000"/>
                </a:lnTo>
                <a:lnTo>
                  <a:pt x="773633" y="43300"/>
                </a:lnTo>
                <a:lnTo>
                  <a:pt x="774243" y="43300"/>
                </a:lnTo>
                <a:cubicBezTo>
                  <a:pt x="781764" y="36490"/>
                  <a:pt x="789820" y="33085"/>
                  <a:pt x="798409" y="33085"/>
                </a:cubicBezTo>
                <a:cubicBezTo>
                  <a:pt x="806845" y="33085"/>
                  <a:pt x="813376" y="34953"/>
                  <a:pt x="818000" y="38688"/>
                </a:cubicBezTo>
                <a:cubicBezTo>
                  <a:pt x="822625" y="42424"/>
                  <a:pt x="824938" y="49069"/>
                  <a:pt x="824938" y="58623"/>
                </a:cubicBezTo>
                <a:cubicBezTo>
                  <a:pt x="824938" y="59589"/>
                  <a:pt x="824887" y="61495"/>
                  <a:pt x="824785" y="64341"/>
                </a:cubicBezTo>
                <a:cubicBezTo>
                  <a:pt x="824684" y="67187"/>
                  <a:pt x="824633" y="69092"/>
                  <a:pt x="824633" y="70058"/>
                </a:cubicBezTo>
                <a:cubicBezTo>
                  <a:pt x="824633" y="78545"/>
                  <a:pt x="824734" y="91200"/>
                  <a:pt x="824938" y="10802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D0F116-B702-488F-A124-FEAE62C7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6627" y="2631483"/>
            <a:ext cx="592220" cy="256067"/>
          </a:xfrm>
          <a:custGeom xmlns:a="http://schemas.openxmlformats.org/drawingml/2006/main">
            <a:pathLst>
              <a:path w="592220" h="256067">
                <a:moveTo>
                  <a:pt x="74824" y="0"/>
                </a:moveTo>
                <a:lnTo>
                  <a:pt x="0" y="5175"/>
                </a:lnTo>
                <a:lnTo>
                  <a:pt x="49035" y="61929"/>
                </a:lnTo>
                <a:lnTo>
                  <a:pt x="59780" y="36126"/>
                </a:lnTo>
                <a:lnTo>
                  <a:pt x="587922" y="256067"/>
                </a:lnTo>
                <a:lnTo>
                  <a:pt x="589355" y="252627"/>
                </a:lnTo>
                <a:lnTo>
                  <a:pt x="61213" y="32685"/>
                </a:lnTo>
                <a:lnTo>
                  <a:pt x="62646" y="29244"/>
                </a:lnTo>
                <a:lnTo>
                  <a:pt x="590788" y="249186"/>
                </a:lnTo>
                <a:lnTo>
                  <a:pt x="592220" y="245745"/>
                </a:lnTo>
                <a:lnTo>
                  <a:pt x="64079" y="25804"/>
                </a:lnTo>
                <a:lnTo>
                  <a:pt x="7482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…">
            <a:extLst xmlns:a="http://schemas.openxmlformats.org/drawingml/2006/main">
              <a:ext uri="{FF2B5EF4-FFF2-40B4-BE49-F238E27FC236}">
                <a16:creationId xmlns:a16="http://schemas.microsoft.com/office/drawing/2014/main" id="{C8319CEF-4699-4E3E-929C-1FD636BA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574" y="2309136"/>
            <a:ext cx="82572" cy="15177"/>
          </a:xfrm>
          <a:custGeom xmlns:a="http://schemas.openxmlformats.org/drawingml/2006/main">
            <a:pathLst>
              <a:path w="82572" h="15177">
                <a:moveTo>
                  <a:pt x="82572" y="7013"/>
                </a:moveTo>
                <a:cubicBezTo>
                  <a:pt x="82572" y="9169"/>
                  <a:pt x="81851" y="11068"/>
                  <a:pt x="80408" y="12712"/>
                </a:cubicBezTo>
                <a:cubicBezTo>
                  <a:pt x="78965" y="14356"/>
                  <a:pt x="76965" y="15177"/>
                  <a:pt x="74408" y="15177"/>
                </a:cubicBezTo>
                <a:cubicBezTo>
                  <a:pt x="72253" y="15177"/>
                  <a:pt x="70582" y="14465"/>
                  <a:pt x="69395" y="13041"/>
                </a:cubicBezTo>
                <a:cubicBezTo>
                  <a:pt x="68207" y="11616"/>
                  <a:pt x="67614" y="9917"/>
                  <a:pt x="67614" y="7945"/>
                </a:cubicBezTo>
                <a:cubicBezTo>
                  <a:pt x="67614" y="5826"/>
                  <a:pt x="68344" y="3972"/>
                  <a:pt x="69806" y="2383"/>
                </a:cubicBezTo>
                <a:cubicBezTo>
                  <a:pt x="71267" y="794"/>
                  <a:pt x="73294" y="0"/>
                  <a:pt x="75887" y="0"/>
                </a:cubicBezTo>
                <a:cubicBezTo>
                  <a:pt x="78043" y="0"/>
                  <a:pt x="79696" y="676"/>
                  <a:pt x="80846" y="2027"/>
                </a:cubicBezTo>
                <a:cubicBezTo>
                  <a:pt x="81997" y="3379"/>
                  <a:pt x="82572" y="5041"/>
                  <a:pt x="82572" y="7013"/>
                </a:cubicBezTo>
                <a:moveTo>
                  <a:pt x="48765" y="7013"/>
                </a:moveTo>
                <a:cubicBezTo>
                  <a:pt x="48765" y="9169"/>
                  <a:pt x="48044" y="11068"/>
                  <a:pt x="46601" y="12712"/>
                </a:cubicBezTo>
                <a:cubicBezTo>
                  <a:pt x="45158" y="14356"/>
                  <a:pt x="43158" y="15177"/>
                  <a:pt x="40601" y="15177"/>
                </a:cubicBezTo>
                <a:cubicBezTo>
                  <a:pt x="38446" y="15177"/>
                  <a:pt x="36775" y="14465"/>
                  <a:pt x="35588" y="13041"/>
                </a:cubicBezTo>
                <a:cubicBezTo>
                  <a:pt x="34400" y="11616"/>
                  <a:pt x="33807" y="9917"/>
                  <a:pt x="33807" y="7945"/>
                </a:cubicBezTo>
                <a:cubicBezTo>
                  <a:pt x="33807" y="5826"/>
                  <a:pt x="34537" y="3972"/>
                  <a:pt x="35999" y="2383"/>
                </a:cubicBezTo>
                <a:cubicBezTo>
                  <a:pt x="37460" y="794"/>
                  <a:pt x="39487" y="0"/>
                  <a:pt x="42081" y="0"/>
                </a:cubicBezTo>
                <a:cubicBezTo>
                  <a:pt x="44236" y="0"/>
                  <a:pt x="45889" y="676"/>
                  <a:pt x="47039" y="2027"/>
                </a:cubicBezTo>
                <a:cubicBezTo>
                  <a:pt x="48190" y="3379"/>
                  <a:pt x="48765" y="5041"/>
                  <a:pt x="48765" y="7013"/>
                </a:cubicBezTo>
                <a:moveTo>
                  <a:pt x="14958" y="7013"/>
                </a:moveTo>
                <a:cubicBezTo>
                  <a:pt x="14958" y="9169"/>
                  <a:pt x="14237" y="11068"/>
                  <a:pt x="12794" y="12712"/>
                </a:cubicBezTo>
                <a:cubicBezTo>
                  <a:pt x="11351" y="14356"/>
                  <a:pt x="9351" y="15177"/>
                  <a:pt x="6794" y="15177"/>
                </a:cubicBezTo>
                <a:cubicBezTo>
                  <a:pt x="4639" y="15177"/>
                  <a:pt x="2968" y="14465"/>
                  <a:pt x="1781" y="13041"/>
                </a:cubicBezTo>
                <a:cubicBezTo>
                  <a:pt x="594" y="11616"/>
                  <a:pt x="0" y="9917"/>
                  <a:pt x="0" y="7945"/>
                </a:cubicBezTo>
                <a:cubicBezTo>
                  <a:pt x="0" y="5826"/>
                  <a:pt x="731" y="3972"/>
                  <a:pt x="2192" y="2383"/>
                </a:cubicBezTo>
                <a:cubicBezTo>
                  <a:pt x="3653" y="794"/>
                  <a:pt x="5680" y="0"/>
                  <a:pt x="8274" y="0"/>
                </a:cubicBezTo>
                <a:cubicBezTo>
                  <a:pt x="10429" y="0"/>
                  <a:pt x="12082" y="676"/>
                  <a:pt x="13232" y="2027"/>
                </a:cubicBezTo>
                <a:cubicBezTo>
                  <a:pt x="14383" y="3379"/>
                  <a:pt x="14958" y="5041"/>
                  <a:pt x="14958" y="70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…">
            <a:extLst xmlns:a="http://schemas.openxmlformats.org/drawingml/2006/main">
              <a:ext uri="{FF2B5EF4-FFF2-40B4-BE49-F238E27FC236}">
                <a16:creationId xmlns:a16="http://schemas.microsoft.com/office/drawing/2014/main" id="{FBA9E3FD-B27F-40C2-B65F-890DE073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977" y="2287182"/>
            <a:ext cx="82572" cy="15177"/>
          </a:xfrm>
          <a:custGeom xmlns:a="http://schemas.openxmlformats.org/drawingml/2006/main">
            <a:pathLst>
              <a:path w="82572" h="15177">
                <a:moveTo>
                  <a:pt x="82572" y="7013"/>
                </a:moveTo>
                <a:cubicBezTo>
                  <a:pt x="82572" y="9169"/>
                  <a:pt x="81851" y="11068"/>
                  <a:pt x="80408" y="12712"/>
                </a:cubicBezTo>
                <a:cubicBezTo>
                  <a:pt x="78965" y="14356"/>
                  <a:pt x="76965" y="15177"/>
                  <a:pt x="74408" y="15177"/>
                </a:cubicBezTo>
                <a:cubicBezTo>
                  <a:pt x="72253" y="15177"/>
                  <a:pt x="70582" y="14465"/>
                  <a:pt x="69395" y="13041"/>
                </a:cubicBezTo>
                <a:cubicBezTo>
                  <a:pt x="68207" y="11616"/>
                  <a:pt x="67614" y="9917"/>
                  <a:pt x="67614" y="7945"/>
                </a:cubicBezTo>
                <a:cubicBezTo>
                  <a:pt x="67614" y="5826"/>
                  <a:pt x="68344" y="3972"/>
                  <a:pt x="69806" y="2383"/>
                </a:cubicBezTo>
                <a:cubicBezTo>
                  <a:pt x="71267" y="794"/>
                  <a:pt x="73294" y="0"/>
                  <a:pt x="75887" y="0"/>
                </a:cubicBezTo>
                <a:cubicBezTo>
                  <a:pt x="78043" y="0"/>
                  <a:pt x="79696" y="676"/>
                  <a:pt x="80846" y="2027"/>
                </a:cubicBezTo>
                <a:cubicBezTo>
                  <a:pt x="81997" y="3379"/>
                  <a:pt x="82572" y="5041"/>
                  <a:pt x="82572" y="7013"/>
                </a:cubicBezTo>
                <a:moveTo>
                  <a:pt x="48765" y="7013"/>
                </a:moveTo>
                <a:cubicBezTo>
                  <a:pt x="48765" y="9169"/>
                  <a:pt x="48044" y="11068"/>
                  <a:pt x="46601" y="12712"/>
                </a:cubicBezTo>
                <a:cubicBezTo>
                  <a:pt x="45158" y="14356"/>
                  <a:pt x="43158" y="15177"/>
                  <a:pt x="40601" y="15177"/>
                </a:cubicBezTo>
                <a:cubicBezTo>
                  <a:pt x="38446" y="15177"/>
                  <a:pt x="36775" y="14465"/>
                  <a:pt x="35588" y="13041"/>
                </a:cubicBezTo>
                <a:cubicBezTo>
                  <a:pt x="34400" y="11616"/>
                  <a:pt x="33807" y="9917"/>
                  <a:pt x="33807" y="7945"/>
                </a:cubicBezTo>
                <a:cubicBezTo>
                  <a:pt x="33807" y="5826"/>
                  <a:pt x="34537" y="3972"/>
                  <a:pt x="35999" y="2383"/>
                </a:cubicBezTo>
                <a:cubicBezTo>
                  <a:pt x="37460" y="794"/>
                  <a:pt x="39487" y="0"/>
                  <a:pt x="42081" y="0"/>
                </a:cubicBezTo>
                <a:cubicBezTo>
                  <a:pt x="44236" y="0"/>
                  <a:pt x="45889" y="676"/>
                  <a:pt x="47039" y="2027"/>
                </a:cubicBezTo>
                <a:cubicBezTo>
                  <a:pt x="48190" y="3379"/>
                  <a:pt x="48765" y="5041"/>
                  <a:pt x="48765" y="7013"/>
                </a:cubicBezTo>
                <a:moveTo>
                  <a:pt x="14958" y="7013"/>
                </a:moveTo>
                <a:cubicBezTo>
                  <a:pt x="14958" y="9169"/>
                  <a:pt x="14237" y="11068"/>
                  <a:pt x="12794" y="12712"/>
                </a:cubicBezTo>
                <a:cubicBezTo>
                  <a:pt x="11351" y="14356"/>
                  <a:pt x="9351" y="15177"/>
                  <a:pt x="6794" y="15177"/>
                </a:cubicBezTo>
                <a:cubicBezTo>
                  <a:pt x="4639" y="15177"/>
                  <a:pt x="2968" y="14465"/>
                  <a:pt x="1781" y="13041"/>
                </a:cubicBezTo>
                <a:cubicBezTo>
                  <a:pt x="594" y="11616"/>
                  <a:pt x="0" y="9917"/>
                  <a:pt x="0" y="7945"/>
                </a:cubicBezTo>
                <a:cubicBezTo>
                  <a:pt x="0" y="5826"/>
                  <a:pt x="731" y="3972"/>
                  <a:pt x="2192" y="2383"/>
                </a:cubicBezTo>
                <a:cubicBezTo>
                  <a:pt x="3653" y="794"/>
                  <a:pt x="5680" y="0"/>
                  <a:pt x="8274" y="0"/>
                </a:cubicBezTo>
                <a:cubicBezTo>
                  <a:pt x="10429" y="0"/>
                  <a:pt x="12082" y="676"/>
                  <a:pt x="13232" y="2027"/>
                </a:cubicBezTo>
                <a:cubicBezTo>
                  <a:pt x="14383" y="3379"/>
                  <a:pt x="14958" y="5041"/>
                  <a:pt x="14958" y="70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…">
            <a:extLst xmlns:a="http://schemas.openxmlformats.org/drawingml/2006/main">
              <a:ext uri="{FF2B5EF4-FFF2-40B4-BE49-F238E27FC236}">
                <a16:creationId xmlns:a16="http://schemas.microsoft.com/office/drawing/2014/main" id="{E4471CFE-76A1-42E1-B2EE-6ABE4547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4920" y="2289622"/>
            <a:ext cx="82572" cy="15177"/>
          </a:xfrm>
          <a:custGeom xmlns:a="http://schemas.openxmlformats.org/drawingml/2006/main">
            <a:pathLst>
              <a:path w="82572" h="15177">
                <a:moveTo>
                  <a:pt x="82572" y="7013"/>
                </a:moveTo>
                <a:cubicBezTo>
                  <a:pt x="82572" y="9169"/>
                  <a:pt x="81851" y="11068"/>
                  <a:pt x="80408" y="12712"/>
                </a:cubicBezTo>
                <a:cubicBezTo>
                  <a:pt x="78965" y="14356"/>
                  <a:pt x="76965" y="15177"/>
                  <a:pt x="74408" y="15177"/>
                </a:cubicBezTo>
                <a:cubicBezTo>
                  <a:pt x="72253" y="15177"/>
                  <a:pt x="70582" y="14465"/>
                  <a:pt x="69395" y="13041"/>
                </a:cubicBezTo>
                <a:cubicBezTo>
                  <a:pt x="68207" y="11616"/>
                  <a:pt x="67614" y="9917"/>
                  <a:pt x="67614" y="7945"/>
                </a:cubicBezTo>
                <a:cubicBezTo>
                  <a:pt x="67614" y="5826"/>
                  <a:pt x="68344" y="3972"/>
                  <a:pt x="69806" y="2383"/>
                </a:cubicBezTo>
                <a:cubicBezTo>
                  <a:pt x="71267" y="794"/>
                  <a:pt x="73294" y="0"/>
                  <a:pt x="75887" y="0"/>
                </a:cubicBezTo>
                <a:cubicBezTo>
                  <a:pt x="78043" y="0"/>
                  <a:pt x="79696" y="676"/>
                  <a:pt x="80846" y="2027"/>
                </a:cubicBezTo>
                <a:cubicBezTo>
                  <a:pt x="81997" y="3379"/>
                  <a:pt x="82572" y="5041"/>
                  <a:pt x="82572" y="7013"/>
                </a:cubicBezTo>
                <a:moveTo>
                  <a:pt x="48765" y="7013"/>
                </a:moveTo>
                <a:cubicBezTo>
                  <a:pt x="48765" y="9169"/>
                  <a:pt x="48044" y="11068"/>
                  <a:pt x="46601" y="12712"/>
                </a:cubicBezTo>
                <a:cubicBezTo>
                  <a:pt x="45158" y="14356"/>
                  <a:pt x="43158" y="15177"/>
                  <a:pt x="40601" y="15177"/>
                </a:cubicBezTo>
                <a:cubicBezTo>
                  <a:pt x="38446" y="15177"/>
                  <a:pt x="36775" y="14465"/>
                  <a:pt x="35588" y="13041"/>
                </a:cubicBezTo>
                <a:cubicBezTo>
                  <a:pt x="34400" y="11616"/>
                  <a:pt x="33807" y="9917"/>
                  <a:pt x="33807" y="7945"/>
                </a:cubicBezTo>
                <a:cubicBezTo>
                  <a:pt x="33807" y="5826"/>
                  <a:pt x="34537" y="3972"/>
                  <a:pt x="35999" y="2383"/>
                </a:cubicBezTo>
                <a:cubicBezTo>
                  <a:pt x="37460" y="794"/>
                  <a:pt x="39487" y="0"/>
                  <a:pt x="42081" y="0"/>
                </a:cubicBezTo>
                <a:cubicBezTo>
                  <a:pt x="44236" y="0"/>
                  <a:pt x="45889" y="676"/>
                  <a:pt x="47039" y="2027"/>
                </a:cubicBezTo>
                <a:cubicBezTo>
                  <a:pt x="48190" y="3379"/>
                  <a:pt x="48765" y="5041"/>
                  <a:pt x="48765" y="7013"/>
                </a:cubicBezTo>
                <a:moveTo>
                  <a:pt x="14958" y="7013"/>
                </a:moveTo>
                <a:cubicBezTo>
                  <a:pt x="14958" y="9169"/>
                  <a:pt x="14237" y="11068"/>
                  <a:pt x="12794" y="12712"/>
                </a:cubicBezTo>
                <a:cubicBezTo>
                  <a:pt x="11351" y="14356"/>
                  <a:pt x="9351" y="15177"/>
                  <a:pt x="6794" y="15177"/>
                </a:cubicBezTo>
                <a:cubicBezTo>
                  <a:pt x="4639" y="15177"/>
                  <a:pt x="2968" y="14465"/>
                  <a:pt x="1781" y="13041"/>
                </a:cubicBezTo>
                <a:cubicBezTo>
                  <a:pt x="594" y="11616"/>
                  <a:pt x="0" y="9917"/>
                  <a:pt x="0" y="7945"/>
                </a:cubicBezTo>
                <a:cubicBezTo>
                  <a:pt x="0" y="5826"/>
                  <a:pt x="731" y="3972"/>
                  <a:pt x="2192" y="2383"/>
                </a:cubicBezTo>
                <a:cubicBezTo>
                  <a:pt x="3653" y="794"/>
                  <a:pt x="5680" y="0"/>
                  <a:pt x="8274" y="0"/>
                </a:cubicBezTo>
                <a:cubicBezTo>
                  <a:pt x="10429" y="0"/>
                  <a:pt x="12082" y="676"/>
                  <a:pt x="13232" y="2027"/>
                </a:cubicBezTo>
                <a:cubicBezTo>
                  <a:pt x="14383" y="3379"/>
                  <a:pt x="14958" y="5041"/>
                  <a:pt x="14958" y="70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…">
            <a:extLst xmlns:a="http://schemas.openxmlformats.org/drawingml/2006/main">
              <a:ext uri="{FF2B5EF4-FFF2-40B4-BE49-F238E27FC236}">
                <a16:creationId xmlns:a16="http://schemas.microsoft.com/office/drawing/2014/main" id="{E9AA9375-7C4F-41C0-B501-6777277D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3326" y="2321333"/>
            <a:ext cx="82572" cy="15177"/>
          </a:xfrm>
          <a:custGeom xmlns:a="http://schemas.openxmlformats.org/drawingml/2006/main">
            <a:pathLst>
              <a:path w="82572" h="15177">
                <a:moveTo>
                  <a:pt x="82572" y="7013"/>
                </a:moveTo>
                <a:cubicBezTo>
                  <a:pt x="82572" y="9169"/>
                  <a:pt x="81851" y="11068"/>
                  <a:pt x="80408" y="12712"/>
                </a:cubicBezTo>
                <a:cubicBezTo>
                  <a:pt x="78965" y="14356"/>
                  <a:pt x="76965" y="15177"/>
                  <a:pt x="74408" y="15177"/>
                </a:cubicBezTo>
                <a:cubicBezTo>
                  <a:pt x="72253" y="15177"/>
                  <a:pt x="70582" y="14465"/>
                  <a:pt x="69395" y="13041"/>
                </a:cubicBezTo>
                <a:cubicBezTo>
                  <a:pt x="68207" y="11616"/>
                  <a:pt x="67614" y="9917"/>
                  <a:pt x="67614" y="7945"/>
                </a:cubicBezTo>
                <a:cubicBezTo>
                  <a:pt x="67614" y="5826"/>
                  <a:pt x="68344" y="3972"/>
                  <a:pt x="69806" y="2383"/>
                </a:cubicBezTo>
                <a:cubicBezTo>
                  <a:pt x="71267" y="794"/>
                  <a:pt x="73294" y="0"/>
                  <a:pt x="75887" y="0"/>
                </a:cubicBezTo>
                <a:cubicBezTo>
                  <a:pt x="78043" y="0"/>
                  <a:pt x="79696" y="676"/>
                  <a:pt x="80846" y="2027"/>
                </a:cubicBezTo>
                <a:cubicBezTo>
                  <a:pt x="81997" y="3379"/>
                  <a:pt x="82572" y="5041"/>
                  <a:pt x="82572" y="7013"/>
                </a:cubicBezTo>
                <a:moveTo>
                  <a:pt x="48765" y="7013"/>
                </a:moveTo>
                <a:cubicBezTo>
                  <a:pt x="48765" y="9169"/>
                  <a:pt x="48044" y="11068"/>
                  <a:pt x="46601" y="12712"/>
                </a:cubicBezTo>
                <a:cubicBezTo>
                  <a:pt x="45158" y="14356"/>
                  <a:pt x="43158" y="15177"/>
                  <a:pt x="40601" y="15177"/>
                </a:cubicBezTo>
                <a:cubicBezTo>
                  <a:pt x="38446" y="15177"/>
                  <a:pt x="36775" y="14465"/>
                  <a:pt x="35588" y="13041"/>
                </a:cubicBezTo>
                <a:cubicBezTo>
                  <a:pt x="34400" y="11616"/>
                  <a:pt x="33807" y="9917"/>
                  <a:pt x="33807" y="7945"/>
                </a:cubicBezTo>
                <a:cubicBezTo>
                  <a:pt x="33807" y="5826"/>
                  <a:pt x="34537" y="3972"/>
                  <a:pt x="35999" y="2383"/>
                </a:cubicBezTo>
                <a:cubicBezTo>
                  <a:pt x="37460" y="794"/>
                  <a:pt x="39487" y="0"/>
                  <a:pt x="42081" y="0"/>
                </a:cubicBezTo>
                <a:cubicBezTo>
                  <a:pt x="44236" y="0"/>
                  <a:pt x="45889" y="676"/>
                  <a:pt x="47039" y="2027"/>
                </a:cubicBezTo>
                <a:cubicBezTo>
                  <a:pt x="48190" y="3379"/>
                  <a:pt x="48765" y="5041"/>
                  <a:pt x="48765" y="7013"/>
                </a:cubicBezTo>
                <a:moveTo>
                  <a:pt x="14958" y="7013"/>
                </a:moveTo>
                <a:cubicBezTo>
                  <a:pt x="14958" y="9169"/>
                  <a:pt x="14237" y="11068"/>
                  <a:pt x="12794" y="12712"/>
                </a:cubicBezTo>
                <a:cubicBezTo>
                  <a:pt x="11351" y="14356"/>
                  <a:pt x="9351" y="15177"/>
                  <a:pt x="6794" y="15177"/>
                </a:cubicBezTo>
                <a:cubicBezTo>
                  <a:pt x="4639" y="15177"/>
                  <a:pt x="2968" y="14465"/>
                  <a:pt x="1781" y="13041"/>
                </a:cubicBezTo>
                <a:cubicBezTo>
                  <a:pt x="594" y="11616"/>
                  <a:pt x="0" y="9917"/>
                  <a:pt x="0" y="7945"/>
                </a:cubicBezTo>
                <a:cubicBezTo>
                  <a:pt x="0" y="5826"/>
                  <a:pt x="731" y="3972"/>
                  <a:pt x="2192" y="2383"/>
                </a:cubicBezTo>
                <a:cubicBezTo>
                  <a:pt x="3653" y="794"/>
                  <a:pt x="5680" y="0"/>
                  <a:pt x="8274" y="0"/>
                </a:cubicBezTo>
                <a:cubicBezTo>
                  <a:pt x="10429" y="0"/>
                  <a:pt x="12082" y="676"/>
                  <a:pt x="13232" y="2027"/>
                </a:cubicBezTo>
                <a:cubicBezTo>
                  <a:pt x="14383" y="3379"/>
                  <a:pt x="14958" y="5041"/>
                  <a:pt x="14958" y="70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38D4C-B977-45FC-BE06-19051854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427" y="2431744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6"/>
                  <a:pt x="42596" y="0"/>
                  <a:pt x="95139" y="0"/>
                </a:cubicBezTo>
                <a:cubicBezTo>
                  <a:pt x="147683" y="0"/>
                  <a:pt x="190278" y="42596"/>
                  <a:pt x="190278" y="95139"/>
                </a:cubicBezTo>
                <a:cubicBezTo>
                  <a:pt x="190278" y="147683"/>
                  <a:pt x="147683" y="190278"/>
                  <a:pt x="95139" y="190278"/>
                </a:cubicBezTo>
                <a:cubicBezTo>
                  <a:pt x="42596" y="190278"/>
                  <a:pt x="0" y="147683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CFD52-A9A5-4343-A79E-21464448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9830" y="2426147"/>
            <a:ext cx="201473" cy="201472"/>
          </a:xfrm>
          <a:custGeom xmlns:a="http://schemas.openxmlformats.org/drawingml/2006/main">
            <a:pathLst>
              <a:path w="201473" h="201472">
                <a:moveTo>
                  <a:pt x="29492" y="171980"/>
                </a:moveTo>
                <a:lnTo>
                  <a:pt x="44402" y="184282"/>
                </a:lnTo>
                <a:lnTo>
                  <a:pt x="61521" y="193574"/>
                </a:lnTo>
                <a:lnTo>
                  <a:pt x="80305" y="199405"/>
                </a:lnTo>
                <a:lnTo>
                  <a:pt x="90445" y="200953"/>
                </a:lnTo>
                <a:lnTo>
                  <a:pt x="100736" y="201472"/>
                </a:lnTo>
                <a:lnTo>
                  <a:pt x="111028" y="200953"/>
                </a:lnTo>
                <a:lnTo>
                  <a:pt x="121168" y="199405"/>
                </a:lnTo>
                <a:lnTo>
                  <a:pt x="139952" y="193574"/>
                </a:lnTo>
                <a:lnTo>
                  <a:pt x="157070" y="184282"/>
                </a:lnTo>
                <a:lnTo>
                  <a:pt x="171981" y="171980"/>
                </a:lnTo>
                <a:lnTo>
                  <a:pt x="184282" y="157070"/>
                </a:lnTo>
                <a:lnTo>
                  <a:pt x="193575" y="139952"/>
                </a:lnTo>
                <a:lnTo>
                  <a:pt x="199406" y="121167"/>
                </a:lnTo>
                <a:lnTo>
                  <a:pt x="200953" y="111028"/>
                </a:lnTo>
                <a:lnTo>
                  <a:pt x="201473" y="100736"/>
                </a:lnTo>
                <a:lnTo>
                  <a:pt x="200953" y="90444"/>
                </a:lnTo>
                <a:lnTo>
                  <a:pt x="199406" y="80305"/>
                </a:lnTo>
                <a:lnTo>
                  <a:pt x="193575" y="61520"/>
                </a:lnTo>
                <a:lnTo>
                  <a:pt x="184282" y="44401"/>
                </a:lnTo>
                <a:lnTo>
                  <a:pt x="171981" y="29492"/>
                </a:lnTo>
                <a:lnTo>
                  <a:pt x="157070" y="17189"/>
                </a:lnTo>
                <a:lnTo>
                  <a:pt x="139952" y="7898"/>
                </a:lnTo>
                <a:lnTo>
                  <a:pt x="121168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5" y="520"/>
                </a:lnTo>
                <a:lnTo>
                  <a:pt x="80305" y="2067"/>
                </a:lnTo>
                <a:lnTo>
                  <a:pt x="61521" y="7898"/>
                </a:lnTo>
                <a:lnTo>
                  <a:pt x="44402" y="17189"/>
                </a:lnTo>
                <a:lnTo>
                  <a:pt x="29492" y="29492"/>
                </a:lnTo>
                <a:lnTo>
                  <a:pt x="17191" y="44401"/>
                </a:lnTo>
                <a:lnTo>
                  <a:pt x="7898" y="61520"/>
                </a:lnTo>
                <a:lnTo>
                  <a:pt x="2067" y="80305"/>
                </a:lnTo>
                <a:lnTo>
                  <a:pt x="520" y="90444"/>
                </a:lnTo>
                <a:lnTo>
                  <a:pt x="0" y="100736"/>
                </a:lnTo>
                <a:lnTo>
                  <a:pt x="520" y="111028"/>
                </a:lnTo>
                <a:lnTo>
                  <a:pt x="2067" y="121167"/>
                </a:lnTo>
                <a:lnTo>
                  <a:pt x="7898" y="139952"/>
                </a:lnTo>
                <a:lnTo>
                  <a:pt x="17191" y="157070"/>
                </a:lnTo>
                <a:lnTo>
                  <a:pt x="29492" y="171980"/>
                </a:lnTo>
                <a:close/>
                <a:moveTo>
                  <a:pt x="11657" y="91582"/>
                </a:moveTo>
                <a:lnTo>
                  <a:pt x="12994" y="82817"/>
                </a:lnTo>
                <a:lnTo>
                  <a:pt x="18251" y="65886"/>
                </a:lnTo>
                <a:lnTo>
                  <a:pt x="26502" y="50683"/>
                </a:lnTo>
                <a:lnTo>
                  <a:pt x="37437" y="37431"/>
                </a:lnTo>
                <a:lnTo>
                  <a:pt x="50683" y="26502"/>
                </a:lnTo>
                <a:lnTo>
                  <a:pt x="65886" y="18250"/>
                </a:lnTo>
                <a:lnTo>
                  <a:pt x="82817" y="12994"/>
                </a:lnTo>
                <a:lnTo>
                  <a:pt x="91572" y="11658"/>
                </a:lnTo>
                <a:lnTo>
                  <a:pt x="100736" y="11195"/>
                </a:lnTo>
                <a:lnTo>
                  <a:pt x="109901" y="11658"/>
                </a:lnTo>
                <a:lnTo>
                  <a:pt x="118656" y="12994"/>
                </a:lnTo>
                <a:lnTo>
                  <a:pt x="135586" y="18250"/>
                </a:lnTo>
                <a:lnTo>
                  <a:pt x="150788" y="26502"/>
                </a:lnTo>
                <a:lnTo>
                  <a:pt x="164036" y="37431"/>
                </a:lnTo>
                <a:lnTo>
                  <a:pt x="174973" y="50687"/>
                </a:lnTo>
                <a:lnTo>
                  <a:pt x="183222" y="65886"/>
                </a:lnTo>
                <a:lnTo>
                  <a:pt x="188480" y="82824"/>
                </a:lnTo>
                <a:lnTo>
                  <a:pt x="189814" y="91571"/>
                </a:lnTo>
                <a:lnTo>
                  <a:pt x="190278" y="100736"/>
                </a:lnTo>
                <a:lnTo>
                  <a:pt x="189814" y="109901"/>
                </a:lnTo>
                <a:lnTo>
                  <a:pt x="188480" y="118649"/>
                </a:lnTo>
                <a:lnTo>
                  <a:pt x="183222" y="135586"/>
                </a:lnTo>
                <a:lnTo>
                  <a:pt x="174973" y="150785"/>
                </a:lnTo>
                <a:lnTo>
                  <a:pt x="164036" y="164041"/>
                </a:lnTo>
                <a:lnTo>
                  <a:pt x="150788" y="174970"/>
                </a:lnTo>
                <a:lnTo>
                  <a:pt x="135586" y="183222"/>
                </a:lnTo>
                <a:lnTo>
                  <a:pt x="118649" y="188480"/>
                </a:lnTo>
                <a:lnTo>
                  <a:pt x="109901" y="189814"/>
                </a:lnTo>
                <a:lnTo>
                  <a:pt x="100736" y="190277"/>
                </a:lnTo>
                <a:lnTo>
                  <a:pt x="91572" y="189814"/>
                </a:lnTo>
                <a:lnTo>
                  <a:pt x="82824" y="188480"/>
                </a:lnTo>
                <a:lnTo>
                  <a:pt x="65886" y="183222"/>
                </a:lnTo>
                <a:lnTo>
                  <a:pt x="50683" y="174970"/>
                </a:lnTo>
                <a:lnTo>
                  <a:pt x="37437" y="164041"/>
                </a:lnTo>
                <a:lnTo>
                  <a:pt x="26502" y="150788"/>
                </a:lnTo>
                <a:lnTo>
                  <a:pt x="18251" y="135586"/>
                </a:lnTo>
                <a:lnTo>
                  <a:pt x="12994" y="118656"/>
                </a:lnTo>
                <a:lnTo>
                  <a:pt x="11657" y="109890"/>
                </a:lnTo>
                <a:lnTo>
                  <a:pt x="11195" y="100736"/>
                </a:lnTo>
                <a:lnTo>
                  <a:pt x="11657" y="915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5AFDD-F294-4886-BE24-1911FB9F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0636" y="2431744"/>
            <a:ext cx="190278" cy="190278"/>
          </a:xfrm>
          <a:custGeom xmlns:a="http://schemas.openxmlformats.org/drawingml/2006/main">
            <a:pathLst>
              <a:path w="190278" h="190278">
                <a:moveTo>
                  <a:pt x="0" y="95139"/>
                </a:moveTo>
                <a:cubicBezTo>
                  <a:pt x="0" y="42596"/>
                  <a:pt x="42596" y="0"/>
                  <a:pt x="95139" y="0"/>
                </a:cubicBezTo>
                <a:cubicBezTo>
                  <a:pt x="147682" y="0"/>
                  <a:pt x="190278" y="42596"/>
                  <a:pt x="190278" y="95139"/>
                </a:cubicBezTo>
                <a:cubicBezTo>
                  <a:pt x="190278" y="147683"/>
                  <a:pt x="147682" y="190278"/>
                  <a:pt x="95139" y="190278"/>
                </a:cubicBezTo>
                <a:cubicBezTo>
                  <a:pt x="42596" y="190278"/>
                  <a:pt x="0" y="147683"/>
                  <a:pt x="0" y="9513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5E07D3-8C4F-4330-972D-3FE050C2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039" y="2426147"/>
            <a:ext cx="201472" cy="201472"/>
          </a:xfrm>
          <a:custGeom xmlns:a="http://schemas.openxmlformats.org/drawingml/2006/main">
            <a:pathLst>
              <a:path w="201472" h="201472">
                <a:moveTo>
                  <a:pt x="29492" y="171980"/>
                </a:moveTo>
                <a:lnTo>
                  <a:pt x="44401" y="184282"/>
                </a:lnTo>
                <a:lnTo>
                  <a:pt x="61520" y="193574"/>
                </a:lnTo>
                <a:lnTo>
                  <a:pt x="80305" y="199405"/>
                </a:lnTo>
                <a:lnTo>
                  <a:pt x="90444" y="200953"/>
                </a:lnTo>
                <a:lnTo>
                  <a:pt x="100736" y="201472"/>
                </a:lnTo>
                <a:lnTo>
                  <a:pt x="111028" y="200953"/>
                </a:lnTo>
                <a:lnTo>
                  <a:pt x="121167" y="199405"/>
                </a:lnTo>
                <a:lnTo>
                  <a:pt x="139952" y="193574"/>
                </a:lnTo>
                <a:lnTo>
                  <a:pt x="157070" y="184282"/>
                </a:lnTo>
                <a:lnTo>
                  <a:pt x="171980" y="171980"/>
                </a:lnTo>
                <a:lnTo>
                  <a:pt x="184282" y="157070"/>
                </a:lnTo>
                <a:lnTo>
                  <a:pt x="193574" y="139952"/>
                </a:lnTo>
                <a:lnTo>
                  <a:pt x="199404" y="121167"/>
                </a:lnTo>
                <a:lnTo>
                  <a:pt x="200952" y="111028"/>
                </a:lnTo>
                <a:lnTo>
                  <a:pt x="201472" y="100736"/>
                </a:lnTo>
                <a:lnTo>
                  <a:pt x="200952" y="90444"/>
                </a:lnTo>
                <a:lnTo>
                  <a:pt x="199404" y="80305"/>
                </a:lnTo>
                <a:lnTo>
                  <a:pt x="193574" y="61520"/>
                </a:lnTo>
                <a:lnTo>
                  <a:pt x="184282" y="44401"/>
                </a:lnTo>
                <a:lnTo>
                  <a:pt x="171980" y="29492"/>
                </a:lnTo>
                <a:lnTo>
                  <a:pt x="157070" y="17189"/>
                </a:lnTo>
                <a:lnTo>
                  <a:pt x="139952" y="7898"/>
                </a:lnTo>
                <a:lnTo>
                  <a:pt x="121167" y="2067"/>
                </a:lnTo>
                <a:lnTo>
                  <a:pt x="111028" y="520"/>
                </a:lnTo>
                <a:lnTo>
                  <a:pt x="100736" y="0"/>
                </a:lnTo>
                <a:lnTo>
                  <a:pt x="90444" y="520"/>
                </a:lnTo>
                <a:lnTo>
                  <a:pt x="80305" y="2067"/>
                </a:lnTo>
                <a:lnTo>
                  <a:pt x="61520" y="7898"/>
                </a:lnTo>
                <a:lnTo>
                  <a:pt x="44401" y="17189"/>
                </a:lnTo>
                <a:lnTo>
                  <a:pt x="29492" y="29492"/>
                </a:lnTo>
                <a:lnTo>
                  <a:pt x="17189" y="44401"/>
                </a:lnTo>
                <a:lnTo>
                  <a:pt x="7898" y="61520"/>
                </a:lnTo>
                <a:lnTo>
                  <a:pt x="2067" y="80305"/>
                </a:lnTo>
                <a:lnTo>
                  <a:pt x="519" y="90444"/>
                </a:lnTo>
                <a:lnTo>
                  <a:pt x="0" y="100736"/>
                </a:lnTo>
                <a:lnTo>
                  <a:pt x="519" y="111028"/>
                </a:lnTo>
                <a:lnTo>
                  <a:pt x="2067" y="121167"/>
                </a:lnTo>
                <a:lnTo>
                  <a:pt x="7898" y="139952"/>
                </a:lnTo>
                <a:lnTo>
                  <a:pt x="17189" y="157070"/>
                </a:lnTo>
                <a:lnTo>
                  <a:pt x="29492" y="171980"/>
                </a:lnTo>
                <a:close/>
                <a:moveTo>
                  <a:pt x="11658" y="91571"/>
                </a:moveTo>
                <a:lnTo>
                  <a:pt x="12994" y="82817"/>
                </a:lnTo>
                <a:lnTo>
                  <a:pt x="18250" y="65886"/>
                </a:lnTo>
                <a:lnTo>
                  <a:pt x="26502" y="50683"/>
                </a:lnTo>
                <a:lnTo>
                  <a:pt x="37434" y="37434"/>
                </a:lnTo>
                <a:lnTo>
                  <a:pt x="50683" y="26502"/>
                </a:lnTo>
                <a:lnTo>
                  <a:pt x="65886" y="18250"/>
                </a:lnTo>
                <a:lnTo>
                  <a:pt x="82815" y="12995"/>
                </a:lnTo>
                <a:lnTo>
                  <a:pt x="91571" y="11658"/>
                </a:lnTo>
                <a:lnTo>
                  <a:pt x="100736" y="11195"/>
                </a:lnTo>
                <a:lnTo>
                  <a:pt x="109901" y="11658"/>
                </a:lnTo>
                <a:lnTo>
                  <a:pt x="118655" y="12994"/>
                </a:lnTo>
                <a:lnTo>
                  <a:pt x="135586" y="18250"/>
                </a:lnTo>
                <a:lnTo>
                  <a:pt x="150788" y="26502"/>
                </a:lnTo>
                <a:lnTo>
                  <a:pt x="164038" y="37434"/>
                </a:lnTo>
                <a:lnTo>
                  <a:pt x="174970" y="50683"/>
                </a:lnTo>
                <a:lnTo>
                  <a:pt x="183222" y="65886"/>
                </a:lnTo>
                <a:lnTo>
                  <a:pt x="188478" y="82817"/>
                </a:lnTo>
                <a:lnTo>
                  <a:pt x="189814" y="91571"/>
                </a:lnTo>
                <a:lnTo>
                  <a:pt x="190277" y="100736"/>
                </a:lnTo>
                <a:lnTo>
                  <a:pt x="189814" y="109901"/>
                </a:lnTo>
                <a:lnTo>
                  <a:pt x="188478" y="118656"/>
                </a:lnTo>
                <a:lnTo>
                  <a:pt x="183222" y="135586"/>
                </a:lnTo>
                <a:lnTo>
                  <a:pt x="174970" y="150788"/>
                </a:lnTo>
                <a:lnTo>
                  <a:pt x="164038" y="164038"/>
                </a:lnTo>
                <a:lnTo>
                  <a:pt x="150788" y="174970"/>
                </a:lnTo>
                <a:lnTo>
                  <a:pt x="135586" y="183222"/>
                </a:lnTo>
                <a:lnTo>
                  <a:pt x="118648" y="188480"/>
                </a:lnTo>
                <a:lnTo>
                  <a:pt x="109901" y="189814"/>
                </a:lnTo>
                <a:lnTo>
                  <a:pt x="100736" y="190277"/>
                </a:lnTo>
                <a:lnTo>
                  <a:pt x="91571" y="189814"/>
                </a:lnTo>
                <a:lnTo>
                  <a:pt x="82822" y="188479"/>
                </a:lnTo>
                <a:lnTo>
                  <a:pt x="65886" y="183222"/>
                </a:lnTo>
                <a:lnTo>
                  <a:pt x="50683" y="174970"/>
                </a:lnTo>
                <a:lnTo>
                  <a:pt x="37434" y="164038"/>
                </a:lnTo>
                <a:lnTo>
                  <a:pt x="26502" y="150788"/>
                </a:lnTo>
                <a:lnTo>
                  <a:pt x="18250" y="135586"/>
                </a:lnTo>
                <a:lnTo>
                  <a:pt x="12994" y="118656"/>
                </a:lnTo>
                <a:lnTo>
                  <a:pt x="11658" y="109901"/>
                </a:lnTo>
                <a:lnTo>
                  <a:pt x="11195" y="100736"/>
                </a:lnTo>
                <a:lnTo>
                  <a:pt x="11658" y="91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…">
            <a:extLst xmlns:a="http://schemas.openxmlformats.org/drawingml/2006/main">
              <a:ext uri="{FF2B5EF4-FFF2-40B4-BE49-F238E27FC236}">
                <a16:creationId xmlns:a16="http://schemas.microsoft.com/office/drawing/2014/main" id="{58510C5C-E091-46BD-9C2C-B84E2AF9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4114" y="2309136"/>
            <a:ext cx="82572" cy="15177"/>
          </a:xfrm>
          <a:custGeom xmlns:a="http://schemas.openxmlformats.org/drawingml/2006/main">
            <a:pathLst>
              <a:path w="82572" h="15177">
                <a:moveTo>
                  <a:pt x="82572" y="7013"/>
                </a:moveTo>
                <a:cubicBezTo>
                  <a:pt x="82572" y="9169"/>
                  <a:pt x="81851" y="11068"/>
                  <a:pt x="80408" y="12712"/>
                </a:cubicBezTo>
                <a:cubicBezTo>
                  <a:pt x="78965" y="14356"/>
                  <a:pt x="76965" y="15177"/>
                  <a:pt x="74408" y="15177"/>
                </a:cubicBezTo>
                <a:cubicBezTo>
                  <a:pt x="72253" y="15177"/>
                  <a:pt x="70582" y="14465"/>
                  <a:pt x="69395" y="13041"/>
                </a:cubicBezTo>
                <a:cubicBezTo>
                  <a:pt x="68207" y="11616"/>
                  <a:pt x="67614" y="9917"/>
                  <a:pt x="67614" y="7945"/>
                </a:cubicBezTo>
                <a:cubicBezTo>
                  <a:pt x="67614" y="5826"/>
                  <a:pt x="68344" y="3972"/>
                  <a:pt x="69806" y="2383"/>
                </a:cubicBezTo>
                <a:cubicBezTo>
                  <a:pt x="71267" y="794"/>
                  <a:pt x="73294" y="0"/>
                  <a:pt x="75887" y="0"/>
                </a:cubicBezTo>
                <a:cubicBezTo>
                  <a:pt x="78043" y="0"/>
                  <a:pt x="79696" y="676"/>
                  <a:pt x="80846" y="2027"/>
                </a:cubicBezTo>
                <a:cubicBezTo>
                  <a:pt x="81997" y="3379"/>
                  <a:pt x="82572" y="5041"/>
                  <a:pt x="82572" y="7013"/>
                </a:cubicBezTo>
                <a:moveTo>
                  <a:pt x="48765" y="7013"/>
                </a:moveTo>
                <a:cubicBezTo>
                  <a:pt x="48765" y="9169"/>
                  <a:pt x="48044" y="11068"/>
                  <a:pt x="46601" y="12712"/>
                </a:cubicBezTo>
                <a:cubicBezTo>
                  <a:pt x="45158" y="14356"/>
                  <a:pt x="43158" y="15177"/>
                  <a:pt x="40601" y="15177"/>
                </a:cubicBezTo>
                <a:cubicBezTo>
                  <a:pt x="38446" y="15177"/>
                  <a:pt x="36775" y="14465"/>
                  <a:pt x="35588" y="13041"/>
                </a:cubicBezTo>
                <a:cubicBezTo>
                  <a:pt x="34400" y="11616"/>
                  <a:pt x="33807" y="9917"/>
                  <a:pt x="33807" y="7945"/>
                </a:cubicBezTo>
                <a:cubicBezTo>
                  <a:pt x="33807" y="5826"/>
                  <a:pt x="34537" y="3972"/>
                  <a:pt x="35999" y="2383"/>
                </a:cubicBezTo>
                <a:cubicBezTo>
                  <a:pt x="37460" y="794"/>
                  <a:pt x="39487" y="0"/>
                  <a:pt x="42081" y="0"/>
                </a:cubicBezTo>
                <a:cubicBezTo>
                  <a:pt x="44236" y="0"/>
                  <a:pt x="45889" y="676"/>
                  <a:pt x="47039" y="2027"/>
                </a:cubicBezTo>
                <a:cubicBezTo>
                  <a:pt x="48190" y="3379"/>
                  <a:pt x="48765" y="5041"/>
                  <a:pt x="48765" y="7013"/>
                </a:cubicBezTo>
                <a:moveTo>
                  <a:pt x="14958" y="7013"/>
                </a:moveTo>
                <a:cubicBezTo>
                  <a:pt x="14958" y="9169"/>
                  <a:pt x="14237" y="11068"/>
                  <a:pt x="12794" y="12712"/>
                </a:cubicBezTo>
                <a:cubicBezTo>
                  <a:pt x="11351" y="14356"/>
                  <a:pt x="9351" y="15177"/>
                  <a:pt x="6794" y="15177"/>
                </a:cubicBezTo>
                <a:cubicBezTo>
                  <a:pt x="4639" y="15177"/>
                  <a:pt x="2968" y="14465"/>
                  <a:pt x="1781" y="13041"/>
                </a:cubicBezTo>
                <a:cubicBezTo>
                  <a:pt x="594" y="11616"/>
                  <a:pt x="0" y="9917"/>
                  <a:pt x="0" y="7945"/>
                </a:cubicBezTo>
                <a:cubicBezTo>
                  <a:pt x="0" y="5826"/>
                  <a:pt x="731" y="3972"/>
                  <a:pt x="2192" y="2383"/>
                </a:cubicBezTo>
                <a:cubicBezTo>
                  <a:pt x="3653" y="794"/>
                  <a:pt x="5680" y="0"/>
                  <a:pt x="8274" y="0"/>
                </a:cubicBezTo>
                <a:cubicBezTo>
                  <a:pt x="10429" y="0"/>
                  <a:pt x="12082" y="676"/>
                  <a:pt x="13232" y="2027"/>
                </a:cubicBezTo>
                <a:cubicBezTo>
                  <a:pt x="14383" y="3379"/>
                  <a:pt x="14958" y="5041"/>
                  <a:pt x="14958" y="701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3514329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2026-09-08T03:29:15.8780000Z</dcterms:created>
  <dcterms:modified xsi:type="dcterms:W3CDTF">2026-09-08T03:29:15.8780000Z</dcterms:modified>
</coreProperties>
</file>