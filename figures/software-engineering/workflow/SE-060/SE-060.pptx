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eaa50ff70245f6" /><Relationship Type="http://schemas.openxmlformats.org/officeDocument/2006/relationships/extended-properties" Target="/docProps/app.xml" Id="R7cfce7b5c2fb48e0" /><Relationship Type="http://schemas.openxmlformats.org/officeDocument/2006/relationships/officeDocument" Target="/ppt/presentation.xml" Id="R50d88d3badd543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cd32e585614c4e"/>
  </p:sldMasterIdLst>
  <p:notesMasterIdLst>
    <p:notesMasterId xmlns:r="http://schemas.openxmlformats.org/officeDocument/2006/relationships" r:id="R33e16194a8424b1a"/>
  </p:notesMasterIdLst>
  <p:sldIdLst>
    <p:sldId xmlns:r="http://schemas.openxmlformats.org/officeDocument/2006/relationships" id="256" r:id="R5cce7f3d50994cc1"/>
  </p:sldIdLst>
  <p:sldSz cx="14344650" cy="33718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cf6e0e92b14277" /><Relationship Type="http://schemas.openxmlformats.org/officeDocument/2006/relationships/slideMaster" Target="/ppt/slideMasters/slideMaster1.xml" Id="R64cd32e585614c4e" /><Relationship Type="http://schemas.openxmlformats.org/officeDocument/2006/relationships/notesMaster" Target="/ppt/notesMasters/notesMaster1.xml" Id="R33e16194a8424b1a" /><Relationship Type="http://schemas.openxmlformats.org/officeDocument/2006/relationships/presProps" Target="/ppt/presProps.xml" Id="R58b5372851bd4701" /><Relationship Type="http://schemas.openxmlformats.org/officeDocument/2006/relationships/tableStyles" Target="/ppt/tableStyles.xml" Id="R7c6f4e72cd0540d9" /><Relationship Type="http://schemas.openxmlformats.org/officeDocument/2006/relationships/slide" Target="/ppt/slides/slide1.xml" Id="R5cce7f3d50994c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0c78f82f414f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4b5689197545a0" /><Relationship Type="http://schemas.openxmlformats.org/officeDocument/2006/relationships/notesMaster" Target="/ppt/notesMasters/notesMaster1.xml" Id="R4ee89e4148d54d66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素材ID：SE-060</ns1:t>
            </ns1:r>
          </ns1:p>
          <ns1:p>
            <ns1:r>
              <ns1:t>论文：Towards Understanding and Characterizing Vulnerabilities in Intelligent Connected Vehicles through Real-World Exploits</ns1:t>
            </ns1:r>
          </ns1:p>
          <ns1:p>
            <ns1:r>
              <ns1:t>会议：ICSE 2026</ns1:t>
            </ns1:r>
          </ns1:p>
          <ns1:p>
            <ns1:r>
              <ns1:t>奖项：ACM SIGSOFT Distinguished Paper Award</ns1:t>
            </ns1:r>
          </ns1:p>
          <ns1:p>
            <ns1:r>
              <ns1:t>图号：Figure 2，PDF第4页</ns1:t>
            </ns1:r>
          </ns1:p>
          <ns1:p>
            <ns1:r>
              <ns1:t>类型：研究流程</ns1:t>
            </ns1:r>
          </ns1:p>
          <ns1:p>
            <ns1:r>
              <ns1:t>借鉴点：两路报告先汇聚，经专家实车验证和讨论形成漏洞集；右侧对照既有论文的分类体系，输出位置、类型和风险的数量化覆盖。</ns1:t>
            </ns1:r>
          </ns1:p>
          <ns1:p>
            <ns1:r>
              <ns1:t>论文URL：https://sen-chen.github.io/pdf/C61-ICSE2026-Towards%20Understanding%20and%20Characterizing%20Vulnerabilities%20in%20Intelligent%20Connected%20Vehicles%20through%20Real-World%20Exploits.pdf</ns1:t>
            </ns1:r>
          </ns1:p>
          <ns1:p>
            <ns1:r>
              <ns1:t>官方获奖URL：https://conf.researchr.org/info/icse-2026/awards#acm-sigsoft-distinguished-paper-awards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b833b85c5742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7cba9556fa41a0" /><Relationship Type="http://schemas.openxmlformats.org/officeDocument/2006/relationships/slideLayout" Target="/ppt/slideLayouts/slideLayout1.xml" Id="Rfdf091a1bb7049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f091a1bb7049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c9affa94043de" /><Relationship Type="http://schemas.openxmlformats.org/officeDocument/2006/relationships/image" Target="/ppt/media/image.png" Id="Ra8d6cbaabd9b451b" /><Relationship Type="http://schemas.openxmlformats.org/officeDocument/2006/relationships/image" Target="/ppt/media/image2.png" Id="R495ade7c9c0146b1" /><Relationship Type="http://schemas.openxmlformats.org/officeDocument/2006/relationships/image" Target="/ppt/media/image3.png" Id="R9fd2b16880cc4170" /><Relationship Type="http://schemas.openxmlformats.org/officeDocument/2006/relationships/image" Target="/ppt/media/image4.png" Id="R2af2442f7fe346af" /><Relationship Type="http://schemas.openxmlformats.org/officeDocument/2006/relationships/image" Target="/ppt/media/image5.png" Id="R03a33b7b1b7c43bc" /><Relationship Type="http://schemas.openxmlformats.org/officeDocument/2006/relationships/image" Target="/ppt/media/image6.png" Id="R00363a81795a4af4" /><Relationship Type="http://schemas.openxmlformats.org/officeDocument/2006/relationships/image" Target="/ppt/media/image7.png" Id="Rcc7e595ba6204cb3" /><Relationship Type="http://schemas.openxmlformats.org/officeDocument/2006/relationships/image" Target="/ppt/media/image8.png" Id="R235aa5e9f879400e" /><Relationship Type="http://schemas.openxmlformats.org/officeDocument/2006/relationships/image" Target="/ppt/media/image9.png" Id="Rc2bcf1fc5350489a" /><Relationship Type="http://schemas.openxmlformats.org/officeDocument/2006/relationships/image" Target="/ppt/media/image10.png" Id="R290231241fa44476" /><Relationship Type="http://schemas.openxmlformats.org/officeDocument/2006/relationships/image" Target="/ppt/media/image11.png" Id="R01b5219d61314ce9" /><Relationship Type="http://schemas.openxmlformats.org/officeDocument/2006/relationships/image" Target="/ppt/media/image12.png" Id="Rf222603f074f4295" /><Relationship Type="http://schemas.openxmlformats.org/officeDocument/2006/relationships/notesSlide" Target="/ppt/notesSlides/notesSlide1.xml" Id="Redc2ff1445a348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243FF3-E07C-419F-A771-BBA1DACB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344650" cy="3327709"/>
          </a:xfrm>
          <a:custGeom xmlns:a="http://schemas.openxmlformats.org/drawingml/2006/main">
            <a:pathLst>
              <a:path w="14344650" h="3327709">
                <a:moveTo>
                  <a:pt x="14344650" y="3327709"/>
                </a:moveTo>
                <a:lnTo>
                  <a:pt x="0" y="3327709"/>
                </a:lnTo>
                <a:lnTo>
                  <a:pt x="0" y="0"/>
                </a:lnTo>
                <a:lnTo>
                  <a:pt x="14344650" y="0"/>
                </a:lnTo>
                <a:lnTo>
                  <a:pt x="14344650" y="332770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3B333A-14E4-47D4-B8C4-3C43A717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9285" y="769778"/>
            <a:ext cx="1138464" cy="372530"/>
          </a:xfrm>
          <a:custGeom xmlns:a="http://schemas.openxmlformats.org/drawingml/2006/main">
            <a:pathLst>
              <a:path w="1138464" h="372530">
                <a:moveTo>
                  <a:pt x="0" y="0"/>
                </a:moveTo>
                <a:lnTo>
                  <a:pt x="1138464" y="0"/>
                </a:lnTo>
                <a:lnTo>
                  <a:pt x="1138464" y="372530"/>
                </a:lnTo>
                <a:lnTo>
                  <a:pt x="0" y="37253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3F2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B61902-7D12-406C-AEA0-89E1A00D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2996" y="763088"/>
            <a:ext cx="1151297" cy="385376"/>
          </a:xfrm>
          <a:custGeom xmlns:a="http://schemas.openxmlformats.org/drawingml/2006/main">
            <a:pathLst>
              <a:path w="1151297" h="385376">
                <a:moveTo>
                  <a:pt x="0" y="385376"/>
                </a:moveTo>
                <a:lnTo>
                  <a:pt x="1151297" y="385376"/>
                </a:lnTo>
                <a:lnTo>
                  <a:pt x="1151297" y="0"/>
                </a:lnTo>
                <a:lnTo>
                  <a:pt x="0" y="0"/>
                </a:lnTo>
                <a:lnTo>
                  <a:pt x="0" y="385376"/>
                </a:lnTo>
                <a:close/>
                <a:moveTo>
                  <a:pt x="1137915" y="371995"/>
                </a:moveTo>
                <a:lnTo>
                  <a:pt x="13381" y="371995"/>
                </a:lnTo>
                <a:lnTo>
                  <a:pt x="13381" y="13381"/>
                </a:lnTo>
                <a:lnTo>
                  <a:pt x="1137915" y="13381"/>
                </a:lnTo>
                <a:lnTo>
                  <a:pt x="1137915" y="3719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Text Kernel">
            <a:extLst xmlns:a="http://schemas.openxmlformats.org/drawingml/2006/main">
              <a:ext uri="{FF2B5EF4-FFF2-40B4-BE49-F238E27FC236}">
                <a16:creationId xmlns:a16="http://schemas.microsoft.com/office/drawing/2014/main" id="{EE331F58-9620-402C-92AB-472D6C2A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385" y="888441"/>
            <a:ext cx="431389" cy="113687"/>
          </a:xfrm>
          <a:custGeom xmlns:a="http://schemas.openxmlformats.org/drawingml/2006/main">
            <a:pathLst>
              <a:path w="431389" h="113687">
                <a:moveTo>
                  <a:pt x="396185" y="11518"/>
                </a:moveTo>
                <a:lnTo>
                  <a:pt x="396445" y="11416"/>
                </a:lnTo>
                <a:lnTo>
                  <a:pt x="396701" y="11318"/>
                </a:lnTo>
                <a:lnTo>
                  <a:pt x="396952" y="11224"/>
                </a:lnTo>
                <a:lnTo>
                  <a:pt x="397200" y="11135"/>
                </a:lnTo>
                <a:lnTo>
                  <a:pt x="397445" y="11050"/>
                </a:lnTo>
                <a:lnTo>
                  <a:pt x="397685" y="10969"/>
                </a:lnTo>
                <a:lnTo>
                  <a:pt x="397922" y="10893"/>
                </a:lnTo>
                <a:lnTo>
                  <a:pt x="398154" y="10821"/>
                </a:lnTo>
                <a:lnTo>
                  <a:pt x="398383" y="10754"/>
                </a:lnTo>
                <a:lnTo>
                  <a:pt x="398608" y="10691"/>
                </a:lnTo>
                <a:lnTo>
                  <a:pt x="398830" y="10632"/>
                </a:lnTo>
                <a:lnTo>
                  <a:pt x="399047" y="10577"/>
                </a:lnTo>
                <a:lnTo>
                  <a:pt x="399261" y="10527"/>
                </a:lnTo>
                <a:lnTo>
                  <a:pt x="399471" y="10481"/>
                </a:lnTo>
                <a:lnTo>
                  <a:pt x="399677" y="10440"/>
                </a:lnTo>
                <a:lnTo>
                  <a:pt x="399879" y="10403"/>
                </a:lnTo>
                <a:lnTo>
                  <a:pt x="400078" y="10370"/>
                </a:lnTo>
                <a:lnTo>
                  <a:pt x="400272" y="10342"/>
                </a:lnTo>
                <a:lnTo>
                  <a:pt x="400463" y="10318"/>
                </a:lnTo>
                <a:lnTo>
                  <a:pt x="400650" y="10299"/>
                </a:lnTo>
                <a:lnTo>
                  <a:pt x="400833" y="10283"/>
                </a:lnTo>
                <a:lnTo>
                  <a:pt x="401013" y="10272"/>
                </a:lnTo>
                <a:lnTo>
                  <a:pt x="401188" y="10266"/>
                </a:lnTo>
                <a:lnTo>
                  <a:pt x="401360" y="10264"/>
                </a:lnTo>
                <a:lnTo>
                  <a:pt x="401516" y="10265"/>
                </a:lnTo>
                <a:lnTo>
                  <a:pt x="401669" y="10271"/>
                </a:lnTo>
                <a:lnTo>
                  <a:pt x="401820" y="10280"/>
                </a:lnTo>
                <a:lnTo>
                  <a:pt x="401969" y="10292"/>
                </a:lnTo>
                <a:lnTo>
                  <a:pt x="402115" y="10308"/>
                </a:lnTo>
                <a:lnTo>
                  <a:pt x="402259" y="10327"/>
                </a:lnTo>
                <a:lnTo>
                  <a:pt x="402401" y="10350"/>
                </a:lnTo>
                <a:lnTo>
                  <a:pt x="402541" y="10377"/>
                </a:lnTo>
                <a:lnTo>
                  <a:pt x="402678" y="10407"/>
                </a:lnTo>
                <a:lnTo>
                  <a:pt x="402813" y="10441"/>
                </a:lnTo>
                <a:lnTo>
                  <a:pt x="402945" y="10478"/>
                </a:lnTo>
                <a:lnTo>
                  <a:pt x="403075" y="10519"/>
                </a:lnTo>
                <a:lnTo>
                  <a:pt x="403203" y="10563"/>
                </a:lnTo>
                <a:lnTo>
                  <a:pt x="403329" y="10611"/>
                </a:lnTo>
                <a:lnTo>
                  <a:pt x="403452" y="10662"/>
                </a:lnTo>
                <a:lnTo>
                  <a:pt x="403573" y="10717"/>
                </a:lnTo>
                <a:lnTo>
                  <a:pt x="403692" y="10775"/>
                </a:lnTo>
                <a:lnTo>
                  <a:pt x="403808" y="10837"/>
                </a:lnTo>
                <a:lnTo>
                  <a:pt x="403922" y="10903"/>
                </a:lnTo>
                <a:lnTo>
                  <a:pt x="404034" y="10972"/>
                </a:lnTo>
                <a:lnTo>
                  <a:pt x="404143" y="11044"/>
                </a:lnTo>
                <a:lnTo>
                  <a:pt x="404250" y="11120"/>
                </a:lnTo>
                <a:lnTo>
                  <a:pt x="404355" y="11200"/>
                </a:lnTo>
                <a:lnTo>
                  <a:pt x="404457" y="11283"/>
                </a:lnTo>
                <a:lnTo>
                  <a:pt x="404557" y="11371"/>
                </a:lnTo>
                <a:lnTo>
                  <a:pt x="404655" y="11465"/>
                </a:lnTo>
                <a:lnTo>
                  <a:pt x="404751" y="11565"/>
                </a:lnTo>
                <a:lnTo>
                  <a:pt x="404844" y="11671"/>
                </a:lnTo>
                <a:lnTo>
                  <a:pt x="404935" y="11783"/>
                </a:lnTo>
                <a:lnTo>
                  <a:pt x="405023" y="11902"/>
                </a:lnTo>
                <a:lnTo>
                  <a:pt x="405109" y="12026"/>
                </a:lnTo>
                <a:lnTo>
                  <a:pt x="405193" y="12157"/>
                </a:lnTo>
                <a:lnTo>
                  <a:pt x="405275" y="12294"/>
                </a:lnTo>
                <a:lnTo>
                  <a:pt x="405354" y="12437"/>
                </a:lnTo>
                <a:lnTo>
                  <a:pt x="405431" y="12586"/>
                </a:lnTo>
                <a:lnTo>
                  <a:pt x="405506" y="12741"/>
                </a:lnTo>
                <a:lnTo>
                  <a:pt x="405578" y="12903"/>
                </a:lnTo>
                <a:lnTo>
                  <a:pt x="405648" y="13070"/>
                </a:lnTo>
                <a:lnTo>
                  <a:pt x="405716" y="13244"/>
                </a:lnTo>
                <a:lnTo>
                  <a:pt x="405781" y="13424"/>
                </a:lnTo>
                <a:lnTo>
                  <a:pt x="405844" y="13610"/>
                </a:lnTo>
                <a:lnTo>
                  <a:pt x="405905" y="13802"/>
                </a:lnTo>
                <a:lnTo>
                  <a:pt x="405964" y="14000"/>
                </a:lnTo>
                <a:lnTo>
                  <a:pt x="406020" y="14204"/>
                </a:lnTo>
                <a:lnTo>
                  <a:pt x="406074" y="14415"/>
                </a:lnTo>
                <a:lnTo>
                  <a:pt x="406125" y="14632"/>
                </a:lnTo>
                <a:lnTo>
                  <a:pt x="406174" y="14854"/>
                </a:lnTo>
                <a:lnTo>
                  <a:pt x="406221" y="15083"/>
                </a:lnTo>
                <a:lnTo>
                  <a:pt x="406266" y="15331"/>
                </a:lnTo>
                <a:lnTo>
                  <a:pt x="406309" y="15612"/>
                </a:lnTo>
                <a:lnTo>
                  <a:pt x="406350" y="15925"/>
                </a:lnTo>
                <a:lnTo>
                  <a:pt x="406389" y="16270"/>
                </a:lnTo>
                <a:lnTo>
                  <a:pt x="406426" y="16648"/>
                </a:lnTo>
                <a:lnTo>
                  <a:pt x="406461" y="17059"/>
                </a:lnTo>
                <a:lnTo>
                  <a:pt x="406495" y="17502"/>
                </a:lnTo>
                <a:lnTo>
                  <a:pt x="406526" y="17977"/>
                </a:lnTo>
                <a:lnTo>
                  <a:pt x="406556" y="18485"/>
                </a:lnTo>
                <a:lnTo>
                  <a:pt x="406583" y="19026"/>
                </a:lnTo>
                <a:lnTo>
                  <a:pt x="406609" y="19599"/>
                </a:lnTo>
                <a:lnTo>
                  <a:pt x="406633" y="20205"/>
                </a:lnTo>
                <a:lnTo>
                  <a:pt x="406655" y="20843"/>
                </a:lnTo>
                <a:lnTo>
                  <a:pt x="406675" y="21513"/>
                </a:lnTo>
                <a:lnTo>
                  <a:pt x="406693" y="22216"/>
                </a:lnTo>
                <a:lnTo>
                  <a:pt x="406709" y="22952"/>
                </a:lnTo>
                <a:lnTo>
                  <a:pt x="406723" y="23720"/>
                </a:lnTo>
                <a:lnTo>
                  <a:pt x="406736" y="24521"/>
                </a:lnTo>
                <a:lnTo>
                  <a:pt x="406746" y="25354"/>
                </a:lnTo>
                <a:lnTo>
                  <a:pt x="406755" y="26219"/>
                </a:lnTo>
                <a:lnTo>
                  <a:pt x="406762" y="27118"/>
                </a:lnTo>
                <a:lnTo>
                  <a:pt x="406766" y="28048"/>
                </a:lnTo>
                <a:lnTo>
                  <a:pt x="406769" y="29011"/>
                </a:lnTo>
                <a:lnTo>
                  <a:pt x="406770" y="30007"/>
                </a:lnTo>
                <a:lnTo>
                  <a:pt x="406770" y="95193"/>
                </a:lnTo>
                <a:lnTo>
                  <a:pt x="406768" y="95741"/>
                </a:lnTo>
                <a:lnTo>
                  <a:pt x="406763" y="96273"/>
                </a:lnTo>
                <a:lnTo>
                  <a:pt x="406754" y="96791"/>
                </a:lnTo>
                <a:lnTo>
                  <a:pt x="406742" y="97294"/>
                </a:lnTo>
                <a:lnTo>
                  <a:pt x="406726" y="97781"/>
                </a:lnTo>
                <a:lnTo>
                  <a:pt x="406706" y="98254"/>
                </a:lnTo>
                <a:lnTo>
                  <a:pt x="406683" y="98712"/>
                </a:lnTo>
                <a:lnTo>
                  <a:pt x="406657" y="99154"/>
                </a:lnTo>
                <a:lnTo>
                  <a:pt x="406627" y="99582"/>
                </a:lnTo>
                <a:lnTo>
                  <a:pt x="406593" y="99995"/>
                </a:lnTo>
                <a:lnTo>
                  <a:pt x="406556" y="100393"/>
                </a:lnTo>
                <a:lnTo>
                  <a:pt x="406515" y="100776"/>
                </a:lnTo>
                <a:lnTo>
                  <a:pt x="406471" y="101144"/>
                </a:lnTo>
                <a:lnTo>
                  <a:pt x="406423" y="101497"/>
                </a:lnTo>
                <a:lnTo>
                  <a:pt x="406372" y="101835"/>
                </a:lnTo>
                <a:lnTo>
                  <a:pt x="406317" y="102158"/>
                </a:lnTo>
                <a:lnTo>
                  <a:pt x="406259" y="102466"/>
                </a:lnTo>
                <a:lnTo>
                  <a:pt x="406197" y="102760"/>
                </a:lnTo>
                <a:lnTo>
                  <a:pt x="406131" y="103038"/>
                </a:lnTo>
                <a:lnTo>
                  <a:pt x="406062" y="103301"/>
                </a:lnTo>
                <a:lnTo>
                  <a:pt x="405990" y="103550"/>
                </a:lnTo>
                <a:lnTo>
                  <a:pt x="405914" y="103783"/>
                </a:lnTo>
                <a:lnTo>
                  <a:pt x="405834" y="104002"/>
                </a:lnTo>
                <a:lnTo>
                  <a:pt x="405751" y="104205"/>
                </a:lnTo>
                <a:lnTo>
                  <a:pt x="405665" y="104398"/>
                </a:lnTo>
                <a:lnTo>
                  <a:pt x="405576" y="104587"/>
                </a:lnTo>
                <a:lnTo>
                  <a:pt x="405484" y="104772"/>
                </a:lnTo>
                <a:lnTo>
                  <a:pt x="405389" y="104951"/>
                </a:lnTo>
                <a:lnTo>
                  <a:pt x="405292" y="105126"/>
                </a:lnTo>
                <a:lnTo>
                  <a:pt x="405192" y="105297"/>
                </a:lnTo>
                <a:lnTo>
                  <a:pt x="405090" y="105462"/>
                </a:lnTo>
                <a:lnTo>
                  <a:pt x="404984" y="105624"/>
                </a:lnTo>
                <a:lnTo>
                  <a:pt x="404876" y="105780"/>
                </a:lnTo>
                <a:lnTo>
                  <a:pt x="404765" y="105932"/>
                </a:lnTo>
                <a:lnTo>
                  <a:pt x="404652" y="106079"/>
                </a:lnTo>
                <a:lnTo>
                  <a:pt x="404536" y="106222"/>
                </a:lnTo>
                <a:lnTo>
                  <a:pt x="404417" y="106360"/>
                </a:lnTo>
                <a:lnTo>
                  <a:pt x="404295" y="106494"/>
                </a:lnTo>
                <a:lnTo>
                  <a:pt x="404171" y="106622"/>
                </a:lnTo>
                <a:lnTo>
                  <a:pt x="404043" y="106747"/>
                </a:lnTo>
                <a:lnTo>
                  <a:pt x="403914" y="106866"/>
                </a:lnTo>
                <a:lnTo>
                  <a:pt x="403781" y="106981"/>
                </a:lnTo>
                <a:lnTo>
                  <a:pt x="403646" y="107092"/>
                </a:lnTo>
                <a:lnTo>
                  <a:pt x="403508" y="107197"/>
                </a:lnTo>
                <a:lnTo>
                  <a:pt x="403367" y="107298"/>
                </a:lnTo>
                <a:lnTo>
                  <a:pt x="403223" y="107395"/>
                </a:lnTo>
                <a:lnTo>
                  <a:pt x="403077" y="107487"/>
                </a:lnTo>
                <a:lnTo>
                  <a:pt x="402928" y="107574"/>
                </a:lnTo>
                <a:lnTo>
                  <a:pt x="402773" y="107657"/>
                </a:lnTo>
                <a:lnTo>
                  <a:pt x="402606" y="107736"/>
                </a:lnTo>
                <a:lnTo>
                  <a:pt x="402428" y="107812"/>
                </a:lnTo>
                <a:lnTo>
                  <a:pt x="402240" y="107885"/>
                </a:lnTo>
                <a:lnTo>
                  <a:pt x="402041" y="107954"/>
                </a:lnTo>
                <a:lnTo>
                  <a:pt x="401831" y="108019"/>
                </a:lnTo>
                <a:lnTo>
                  <a:pt x="401610" y="108081"/>
                </a:lnTo>
                <a:lnTo>
                  <a:pt x="401378" y="108139"/>
                </a:lnTo>
                <a:lnTo>
                  <a:pt x="401135" y="108194"/>
                </a:lnTo>
                <a:lnTo>
                  <a:pt x="400881" y="108245"/>
                </a:lnTo>
                <a:lnTo>
                  <a:pt x="400616" y="108292"/>
                </a:lnTo>
                <a:lnTo>
                  <a:pt x="400341" y="108337"/>
                </a:lnTo>
                <a:lnTo>
                  <a:pt x="400055" y="108377"/>
                </a:lnTo>
                <a:lnTo>
                  <a:pt x="399757" y="108414"/>
                </a:lnTo>
                <a:lnTo>
                  <a:pt x="399449" y="108448"/>
                </a:lnTo>
                <a:lnTo>
                  <a:pt x="399130" y="108478"/>
                </a:lnTo>
                <a:lnTo>
                  <a:pt x="398800" y="108504"/>
                </a:lnTo>
                <a:lnTo>
                  <a:pt x="398459" y="108527"/>
                </a:lnTo>
                <a:lnTo>
                  <a:pt x="398107" y="108547"/>
                </a:lnTo>
                <a:lnTo>
                  <a:pt x="397745" y="108563"/>
                </a:lnTo>
                <a:lnTo>
                  <a:pt x="397371" y="108575"/>
                </a:lnTo>
                <a:lnTo>
                  <a:pt x="396987" y="108584"/>
                </a:lnTo>
                <a:lnTo>
                  <a:pt x="396592" y="108589"/>
                </a:lnTo>
                <a:lnTo>
                  <a:pt x="396185" y="108591"/>
                </a:lnTo>
                <a:lnTo>
                  <a:pt x="396185" y="111492"/>
                </a:lnTo>
                <a:lnTo>
                  <a:pt x="431389" y="111492"/>
                </a:lnTo>
                <a:lnTo>
                  <a:pt x="431389" y="108591"/>
                </a:lnTo>
                <a:lnTo>
                  <a:pt x="430931" y="108589"/>
                </a:lnTo>
                <a:lnTo>
                  <a:pt x="430486" y="108583"/>
                </a:lnTo>
                <a:lnTo>
                  <a:pt x="430053" y="108573"/>
                </a:lnTo>
                <a:lnTo>
                  <a:pt x="429632" y="108559"/>
                </a:lnTo>
                <a:lnTo>
                  <a:pt x="429223" y="108542"/>
                </a:lnTo>
                <a:lnTo>
                  <a:pt x="428826" y="108520"/>
                </a:lnTo>
                <a:lnTo>
                  <a:pt x="428442" y="108494"/>
                </a:lnTo>
                <a:lnTo>
                  <a:pt x="428070" y="108465"/>
                </a:lnTo>
                <a:lnTo>
                  <a:pt x="427710" y="108431"/>
                </a:lnTo>
                <a:lnTo>
                  <a:pt x="427363" y="108394"/>
                </a:lnTo>
                <a:lnTo>
                  <a:pt x="427028" y="108352"/>
                </a:lnTo>
                <a:lnTo>
                  <a:pt x="426705" y="108307"/>
                </a:lnTo>
                <a:lnTo>
                  <a:pt x="426394" y="108258"/>
                </a:lnTo>
                <a:lnTo>
                  <a:pt x="426095" y="108205"/>
                </a:lnTo>
                <a:lnTo>
                  <a:pt x="425809" y="108148"/>
                </a:lnTo>
                <a:lnTo>
                  <a:pt x="425535" y="108087"/>
                </a:lnTo>
                <a:lnTo>
                  <a:pt x="425273" y="108022"/>
                </a:lnTo>
                <a:lnTo>
                  <a:pt x="425024" y="107953"/>
                </a:lnTo>
                <a:lnTo>
                  <a:pt x="424787" y="107880"/>
                </a:lnTo>
                <a:lnTo>
                  <a:pt x="424562" y="107803"/>
                </a:lnTo>
                <a:lnTo>
                  <a:pt x="424349" y="107722"/>
                </a:lnTo>
                <a:lnTo>
                  <a:pt x="424148" y="107638"/>
                </a:lnTo>
                <a:lnTo>
                  <a:pt x="423960" y="107549"/>
                </a:lnTo>
                <a:lnTo>
                  <a:pt x="423784" y="107456"/>
                </a:lnTo>
                <a:lnTo>
                  <a:pt x="423616" y="107360"/>
                </a:lnTo>
                <a:lnTo>
                  <a:pt x="423452" y="107260"/>
                </a:lnTo>
                <a:lnTo>
                  <a:pt x="423291" y="107156"/>
                </a:lnTo>
                <a:lnTo>
                  <a:pt x="423134" y="107048"/>
                </a:lnTo>
                <a:lnTo>
                  <a:pt x="422981" y="106937"/>
                </a:lnTo>
                <a:lnTo>
                  <a:pt x="422831" y="106822"/>
                </a:lnTo>
                <a:lnTo>
                  <a:pt x="422685" y="106703"/>
                </a:lnTo>
                <a:lnTo>
                  <a:pt x="422543" y="106581"/>
                </a:lnTo>
                <a:lnTo>
                  <a:pt x="422404" y="106455"/>
                </a:lnTo>
                <a:lnTo>
                  <a:pt x="422269" y="106326"/>
                </a:lnTo>
                <a:lnTo>
                  <a:pt x="422138" y="106192"/>
                </a:lnTo>
                <a:lnTo>
                  <a:pt x="422010" y="106055"/>
                </a:lnTo>
                <a:lnTo>
                  <a:pt x="421886" y="105915"/>
                </a:lnTo>
                <a:lnTo>
                  <a:pt x="421766" y="105771"/>
                </a:lnTo>
                <a:lnTo>
                  <a:pt x="421649" y="105623"/>
                </a:lnTo>
                <a:lnTo>
                  <a:pt x="421536" y="105471"/>
                </a:lnTo>
                <a:lnTo>
                  <a:pt x="421427" y="105316"/>
                </a:lnTo>
                <a:lnTo>
                  <a:pt x="421322" y="105157"/>
                </a:lnTo>
                <a:lnTo>
                  <a:pt x="421220" y="104994"/>
                </a:lnTo>
                <a:lnTo>
                  <a:pt x="421121" y="104828"/>
                </a:lnTo>
                <a:lnTo>
                  <a:pt x="421027" y="104658"/>
                </a:lnTo>
                <a:lnTo>
                  <a:pt x="420936" y="104485"/>
                </a:lnTo>
                <a:lnTo>
                  <a:pt x="420849" y="104308"/>
                </a:lnTo>
                <a:lnTo>
                  <a:pt x="420765" y="104127"/>
                </a:lnTo>
                <a:lnTo>
                  <a:pt x="420685" y="103936"/>
                </a:lnTo>
                <a:lnTo>
                  <a:pt x="420609" y="103729"/>
                </a:lnTo>
                <a:lnTo>
                  <a:pt x="420536" y="103507"/>
                </a:lnTo>
                <a:lnTo>
                  <a:pt x="420466" y="103269"/>
                </a:lnTo>
                <a:lnTo>
                  <a:pt x="420400" y="103015"/>
                </a:lnTo>
                <a:lnTo>
                  <a:pt x="420337" y="102745"/>
                </a:lnTo>
                <a:lnTo>
                  <a:pt x="420277" y="102460"/>
                </a:lnTo>
                <a:lnTo>
                  <a:pt x="420221" y="102158"/>
                </a:lnTo>
                <a:lnTo>
                  <a:pt x="420168" y="101841"/>
                </a:lnTo>
                <a:lnTo>
                  <a:pt x="420119" y="101509"/>
                </a:lnTo>
                <a:lnTo>
                  <a:pt x="420073" y="101160"/>
                </a:lnTo>
                <a:lnTo>
                  <a:pt x="420030" y="100796"/>
                </a:lnTo>
                <a:lnTo>
                  <a:pt x="419991" y="100416"/>
                </a:lnTo>
                <a:lnTo>
                  <a:pt x="419955" y="100020"/>
                </a:lnTo>
                <a:lnTo>
                  <a:pt x="419923" y="99608"/>
                </a:lnTo>
                <a:lnTo>
                  <a:pt x="419894" y="99181"/>
                </a:lnTo>
                <a:lnTo>
                  <a:pt x="419869" y="98737"/>
                </a:lnTo>
                <a:lnTo>
                  <a:pt x="419847" y="98278"/>
                </a:lnTo>
                <a:lnTo>
                  <a:pt x="419828" y="97804"/>
                </a:lnTo>
                <a:lnTo>
                  <a:pt x="419813" y="97313"/>
                </a:lnTo>
                <a:lnTo>
                  <a:pt x="419801" y="96807"/>
                </a:lnTo>
                <a:lnTo>
                  <a:pt x="419792" y="96285"/>
                </a:lnTo>
                <a:lnTo>
                  <a:pt x="419787" y="95747"/>
                </a:lnTo>
                <a:lnTo>
                  <a:pt x="419785" y="95193"/>
                </a:lnTo>
                <a:lnTo>
                  <a:pt x="419785" y="0"/>
                </a:lnTo>
                <a:lnTo>
                  <a:pt x="416257" y="0"/>
                </a:lnTo>
                <a:lnTo>
                  <a:pt x="394853" y="8774"/>
                </a:lnTo>
                <a:lnTo>
                  <a:pt x="396185" y="11518"/>
                </a:lnTo>
                <a:close/>
                <a:moveTo>
                  <a:pt x="63826" y="34052"/>
                </a:moveTo>
                <a:lnTo>
                  <a:pt x="64901" y="32956"/>
                </a:lnTo>
                <a:lnTo>
                  <a:pt x="65932" y="31904"/>
                </a:lnTo>
                <a:lnTo>
                  <a:pt x="66920" y="30898"/>
                </a:lnTo>
                <a:lnTo>
                  <a:pt x="67864" y="29936"/>
                </a:lnTo>
                <a:lnTo>
                  <a:pt x="68766" y="29019"/>
                </a:lnTo>
                <a:lnTo>
                  <a:pt x="69624" y="28147"/>
                </a:lnTo>
                <a:lnTo>
                  <a:pt x="70438" y="27320"/>
                </a:lnTo>
                <a:lnTo>
                  <a:pt x="71210" y="26538"/>
                </a:lnTo>
                <a:lnTo>
                  <a:pt x="71938" y="25801"/>
                </a:lnTo>
                <a:lnTo>
                  <a:pt x="72623" y="25109"/>
                </a:lnTo>
                <a:lnTo>
                  <a:pt x="73264" y="24462"/>
                </a:lnTo>
                <a:lnTo>
                  <a:pt x="73862" y="23860"/>
                </a:lnTo>
                <a:lnTo>
                  <a:pt x="74417" y="23302"/>
                </a:lnTo>
                <a:lnTo>
                  <a:pt x="74929" y="22790"/>
                </a:lnTo>
                <a:lnTo>
                  <a:pt x="75397" y="22322"/>
                </a:lnTo>
                <a:lnTo>
                  <a:pt x="75822" y="21899"/>
                </a:lnTo>
                <a:lnTo>
                  <a:pt x="76204" y="21522"/>
                </a:lnTo>
                <a:lnTo>
                  <a:pt x="76543" y="21189"/>
                </a:lnTo>
                <a:lnTo>
                  <a:pt x="76838" y="20901"/>
                </a:lnTo>
                <a:lnTo>
                  <a:pt x="77090" y="20658"/>
                </a:lnTo>
                <a:lnTo>
                  <a:pt x="77299" y="20460"/>
                </a:lnTo>
                <a:lnTo>
                  <a:pt x="77464" y="20307"/>
                </a:lnTo>
                <a:lnTo>
                  <a:pt x="77957" y="19855"/>
                </a:lnTo>
                <a:lnTo>
                  <a:pt x="78444" y="19413"/>
                </a:lnTo>
                <a:lnTo>
                  <a:pt x="78924" y="18982"/>
                </a:lnTo>
                <a:lnTo>
                  <a:pt x="79398" y="18561"/>
                </a:lnTo>
                <a:lnTo>
                  <a:pt x="79865" y="18151"/>
                </a:lnTo>
                <a:lnTo>
                  <a:pt x="80326" y="17751"/>
                </a:lnTo>
                <a:lnTo>
                  <a:pt x="80780" y="17362"/>
                </a:lnTo>
                <a:lnTo>
                  <a:pt x="81227" y="16983"/>
                </a:lnTo>
                <a:lnTo>
                  <a:pt x="81668" y="16615"/>
                </a:lnTo>
                <a:lnTo>
                  <a:pt x="82103" y="16257"/>
                </a:lnTo>
                <a:lnTo>
                  <a:pt x="82531" y="15910"/>
                </a:lnTo>
                <a:lnTo>
                  <a:pt x="82952" y="15573"/>
                </a:lnTo>
                <a:lnTo>
                  <a:pt x="83367" y="15247"/>
                </a:lnTo>
                <a:lnTo>
                  <a:pt x="83776" y="14931"/>
                </a:lnTo>
                <a:lnTo>
                  <a:pt x="84177" y="14626"/>
                </a:lnTo>
                <a:lnTo>
                  <a:pt x="84573" y="14331"/>
                </a:lnTo>
                <a:lnTo>
                  <a:pt x="84962" y="14046"/>
                </a:lnTo>
                <a:lnTo>
                  <a:pt x="85344" y="13772"/>
                </a:lnTo>
                <a:lnTo>
                  <a:pt x="85719" y="13509"/>
                </a:lnTo>
                <a:lnTo>
                  <a:pt x="86089" y="13256"/>
                </a:lnTo>
                <a:lnTo>
                  <a:pt x="86451" y="13013"/>
                </a:lnTo>
                <a:lnTo>
                  <a:pt x="86807" y="12781"/>
                </a:lnTo>
                <a:lnTo>
                  <a:pt x="87157" y="12560"/>
                </a:lnTo>
                <a:lnTo>
                  <a:pt x="87500" y="12349"/>
                </a:lnTo>
                <a:lnTo>
                  <a:pt x="87837" y="12146"/>
                </a:lnTo>
                <a:lnTo>
                  <a:pt x="88171" y="11948"/>
                </a:lnTo>
                <a:lnTo>
                  <a:pt x="88500" y="11756"/>
                </a:lnTo>
                <a:lnTo>
                  <a:pt x="88824" y="11570"/>
                </a:lnTo>
                <a:lnTo>
                  <a:pt x="89144" y="11389"/>
                </a:lnTo>
                <a:lnTo>
                  <a:pt x="89460" y="11214"/>
                </a:lnTo>
                <a:lnTo>
                  <a:pt x="89771" y="11045"/>
                </a:lnTo>
                <a:lnTo>
                  <a:pt x="90079" y="10881"/>
                </a:lnTo>
                <a:lnTo>
                  <a:pt x="90381" y="10722"/>
                </a:lnTo>
                <a:lnTo>
                  <a:pt x="90680" y="10570"/>
                </a:lnTo>
                <a:lnTo>
                  <a:pt x="90974" y="10422"/>
                </a:lnTo>
                <a:lnTo>
                  <a:pt x="91263" y="10281"/>
                </a:lnTo>
                <a:lnTo>
                  <a:pt x="91549" y="10145"/>
                </a:lnTo>
                <a:lnTo>
                  <a:pt x="91830" y="10014"/>
                </a:lnTo>
                <a:lnTo>
                  <a:pt x="92106" y="9889"/>
                </a:lnTo>
                <a:lnTo>
                  <a:pt x="92378" y="9770"/>
                </a:lnTo>
                <a:lnTo>
                  <a:pt x="92646" y="9656"/>
                </a:lnTo>
                <a:lnTo>
                  <a:pt x="92910" y="9548"/>
                </a:lnTo>
                <a:lnTo>
                  <a:pt x="93169" y="9446"/>
                </a:lnTo>
                <a:lnTo>
                  <a:pt x="93424" y="9349"/>
                </a:lnTo>
                <a:lnTo>
                  <a:pt x="93674" y="9257"/>
                </a:lnTo>
                <a:lnTo>
                  <a:pt x="93920" y="9171"/>
                </a:lnTo>
                <a:lnTo>
                  <a:pt x="94162" y="9091"/>
                </a:lnTo>
                <a:lnTo>
                  <a:pt x="94399" y="9017"/>
                </a:lnTo>
                <a:lnTo>
                  <a:pt x="94636" y="8946"/>
                </a:lnTo>
                <a:lnTo>
                  <a:pt x="94874" y="8878"/>
                </a:lnTo>
                <a:lnTo>
                  <a:pt x="95115" y="8813"/>
                </a:lnTo>
                <a:lnTo>
                  <a:pt x="95358" y="8751"/>
                </a:lnTo>
                <a:lnTo>
                  <a:pt x="95603" y="8691"/>
                </a:lnTo>
                <a:lnTo>
                  <a:pt x="95850" y="8634"/>
                </a:lnTo>
                <a:lnTo>
                  <a:pt x="96099" y="8580"/>
                </a:lnTo>
                <a:lnTo>
                  <a:pt x="96351" y="8529"/>
                </a:lnTo>
                <a:lnTo>
                  <a:pt x="96605" y="8480"/>
                </a:lnTo>
                <a:lnTo>
                  <a:pt x="96861" y="8434"/>
                </a:lnTo>
                <a:lnTo>
                  <a:pt x="97119" y="8391"/>
                </a:lnTo>
                <a:lnTo>
                  <a:pt x="97379" y="8350"/>
                </a:lnTo>
                <a:lnTo>
                  <a:pt x="97641" y="8312"/>
                </a:lnTo>
                <a:lnTo>
                  <a:pt x="97906" y="8277"/>
                </a:lnTo>
                <a:lnTo>
                  <a:pt x="98173" y="8245"/>
                </a:lnTo>
                <a:lnTo>
                  <a:pt x="98442" y="8215"/>
                </a:lnTo>
                <a:lnTo>
                  <a:pt x="98713" y="8188"/>
                </a:lnTo>
                <a:lnTo>
                  <a:pt x="98986" y="8164"/>
                </a:lnTo>
                <a:lnTo>
                  <a:pt x="99262" y="8142"/>
                </a:lnTo>
                <a:lnTo>
                  <a:pt x="99539" y="8124"/>
                </a:lnTo>
                <a:lnTo>
                  <a:pt x="99819" y="8108"/>
                </a:lnTo>
                <a:lnTo>
                  <a:pt x="100101" y="8094"/>
                </a:lnTo>
                <a:lnTo>
                  <a:pt x="100385" y="8084"/>
                </a:lnTo>
                <a:lnTo>
                  <a:pt x="100672" y="8076"/>
                </a:lnTo>
                <a:lnTo>
                  <a:pt x="100672" y="5175"/>
                </a:lnTo>
                <a:lnTo>
                  <a:pt x="61626" y="5175"/>
                </a:lnTo>
                <a:lnTo>
                  <a:pt x="61626" y="8076"/>
                </a:lnTo>
                <a:lnTo>
                  <a:pt x="64057" y="8076"/>
                </a:lnTo>
                <a:lnTo>
                  <a:pt x="64380" y="8078"/>
                </a:lnTo>
                <a:lnTo>
                  <a:pt x="64694" y="8085"/>
                </a:lnTo>
                <a:lnTo>
                  <a:pt x="65001" y="8097"/>
                </a:lnTo>
                <a:lnTo>
                  <a:pt x="65300" y="8114"/>
                </a:lnTo>
                <a:lnTo>
                  <a:pt x="65592" y="8135"/>
                </a:lnTo>
                <a:lnTo>
                  <a:pt x="65875" y="8161"/>
                </a:lnTo>
                <a:lnTo>
                  <a:pt x="66150" y="8192"/>
                </a:lnTo>
                <a:lnTo>
                  <a:pt x="66418" y="8228"/>
                </a:lnTo>
                <a:lnTo>
                  <a:pt x="66677" y="8269"/>
                </a:lnTo>
                <a:lnTo>
                  <a:pt x="66929" y="8314"/>
                </a:lnTo>
                <a:lnTo>
                  <a:pt x="67173" y="8364"/>
                </a:lnTo>
                <a:lnTo>
                  <a:pt x="67409" y="8419"/>
                </a:lnTo>
                <a:lnTo>
                  <a:pt x="67637" y="8478"/>
                </a:lnTo>
                <a:lnTo>
                  <a:pt x="67857" y="8543"/>
                </a:lnTo>
                <a:lnTo>
                  <a:pt x="68069" y="8612"/>
                </a:lnTo>
                <a:lnTo>
                  <a:pt x="68273" y="8686"/>
                </a:lnTo>
                <a:lnTo>
                  <a:pt x="68470" y="8764"/>
                </a:lnTo>
                <a:lnTo>
                  <a:pt x="68658" y="8848"/>
                </a:lnTo>
                <a:lnTo>
                  <a:pt x="68839" y="8936"/>
                </a:lnTo>
                <a:lnTo>
                  <a:pt x="69012" y="9029"/>
                </a:lnTo>
                <a:lnTo>
                  <a:pt x="69176" y="9126"/>
                </a:lnTo>
                <a:lnTo>
                  <a:pt x="69333" y="9229"/>
                </a:lnTo>
                <a:lnTo>
                  <a:pt x="69482" y="9336"/>
                </a:lnTo>
                <a:lnTo>
                  <a:pt x="69624" y="9448"/>
                </a:lnTo>
                <a:lnTo>
                  <a:pt x="69758" y="9563"/>
                </a:lnTo>
                <a:lnTo>
                  <a:pt x="69887" y="9679"/>
                </a:lnTo>
                <a:lnTo>
                  <a:pt x="70009" y="9798"/>
                </a:lnTo>
                <a:lnTo>
                  <a:pt x="70127" y="9917"/>
                </a:lnTo>
                <a:lnTo>
                  <a:pt x="70238" y="10038"/>
                </a:lnTo>
                <a:lnTo>
                  <a:pt x="70344" y="10161"/>
                </a:lnTo>
                <a:lnTo>
                  <a:pt x="70444" y="10285"/>
                </a:lnTo>
                <a:lnTo>
                  <a:pt x="70538" y="10410"/>
                </a:lnTo>
                <a:lnTo>
                  <a:pt x="70627" y="10537"/>
                </a:lnTo>
                <a:lnTo>
                  <a:pt x="70710" y="10666"/>
                </a:lnTo>
                <a:lnTo>
                  <a:pt x="70787" y="10796"/>
                </a:lnTo>
                <a:lnTo>
                  <a:pt x="70858" y="10928"/>
                </a:lnTo>
                <a:lnTo>
                  <a:pt x="70924" y="11061"/>
                </a:lnTo>
                <a:lnTo>
                  <a:pt x="70984" y="11195"/>
                </a:lnTo>
                <a:lnTo>
                  <a:pt x="71039" y="11331"/>
                </a:lnTo>
                <a:lnTo>
                  <a:pt x="71087" y="11469"/>
                </a:lnTo>
                <a:lnTo>
                  <a:pt x="71130" y="11608"/>
                </a:lnTo>
                <a:lnTo>
                  <a:pt x="71167" y="11748"/>
                </a:lnTo>
                <a:lnTo>
                  <a:pt x="71199" y="11891"/>
                </a:lnTo>
                <a:lnTo>
                  <a:pt x="71224" y="12034"/>
                </a:lnTo>
                <a:lnTo>
                  <a:pt x="71244" y="12179"/>
                </a:lnTo>
                <a:lnTo>
                  <a:pt x="71259" y="12326"/>
                </a:lnTo>
                <a:lnTo>
                  <a:pt x="71267" y="12474"/>
                </a:lnTo>
                <a:lnTo>
                  <a:pt x="71270" y="12623"/>
                </a:lnTo>
                <a:lnTo>
                  <a:pt x="71266" y="12821"/>
                </a:lnTo>
                <a:lnTo>
                  <a:pt x="71255" y="13021"/>
                </a:lnTo>
                <a:lnTo>
                  <a:pt x="71237" y="13223"/>
                </a:lnTo>
                <a:lnTo>
                  <a:pt x="71211" y="13429"/>
                </a:lnTo>
                <a:lnTo>
                  <a:pt x="71178" y="13637"/>
                </a:lnTo>
                <a:lnTo>
                  <a:pt x="71138" y="13848"/>
                </a:lnTo>
                <a:lnTo>
                  <a:pt x="71090" y="14062"/>
                </a:lnTo>
                <a:lnTo>
                  <a:pt x="71035" y="14278"/>
                </a:lnTo>
                <a:lnTo>
                  <a:pt x="70972" y="14498"/>
                </a:lnTo>
                <a:lnTo>
                  <a:pt x="70903" y="14719"/>
                </a:lnTo>
                <a:lnTo>
                  <a:pt x="70825" y="14944"/>
                </a:lnTo>
                <a:lnTo>
                  <a:pt x="70741" y="15171"/>
                </a:lnTo>
                <a:lnTo>
                  <a:pt x="70649" y="15401"/>
                </a:lnTo>
                <a:lnTo>
                  <a:pt x="70550" y="15634"/>
                </a:lnTo>
                <a:lnTo>
                  <a:pt x="70443" y="15870"/>
                </a:lnTo>
                <a:lnTo>
                  <a:pt x="70329" y="16108"/>
                </a:lnTo>
                <a:lnTo>
                  <a:pt x="70208" y="16349"/>
                </a:lnTo>
                <a:lnTo>
                  <a:pt x="70079" y="16592"/>
                </a:lnTo>
                <a:lnTo>
                  <a:pt x="69943" y="16839"/>
                </a:lnTo>
                <a:lnTo>
                  <a:pt x="69800" y="17088"/>
                </a:lnTo>
                <a:lnTo>
                  <a:pt x="69649" y="17340"/>
                </a:lnTo>
                <a:lnTo>
                  <a:pt x="69491" y="17594"/>
                </a:lnTo>
                <a:lnTo>
                  <a:pt x="69326" y="17852"/>
                </a:lnTo>
                <a:lnTo>
                  <a:pt x="69153" y="18112"/>
                </a:lnTo>
                <a:lnTo>
                  <a:pt x="68716" y="18731"/>
                </a:lnTo>
                <a:lnTo>
                  <a:pt x="68215" y="19399"/>
                </a:lnTo>
                <a:lnTo>
                  <a:pt x="67650" y="20117"/>
                </a:lnTo>
                <a:lnTo>
                  <a:pt x="67021" y="20884"/>
                </a:lnTo>
                <a:lnTo>
                  <a:pt x="66328" y="21700"/>
                </a:lnTo>
                <a:lnTo>
                  <a:pt x="65571" y="22566"/>
                </a:lnTo>
                <a:lnTo>
                  <a:pt x="64750" y="23481"/>
                </a:lnTo>
                <a:lnTo>
                  <a:pt x="63865" y="24445"/>
                </a:lnTo>
                <a:lnTo>
                  <a:pt x="62916" y="25458"/>
                </a:lnTo>
                <a:lnTo>
                  <a:pt x="61903" y="26521"/>
                </a:lnTo>
                <a:lnTo>
                  <a:pt x="60827" y="27633"/>
                </a:lnTo>
                <a:lnTo>
                  <a:pt x="59686" y="28794"/>
                </a:lnTo>
                <a:lnTo>
                  <a:pt x="58481" y="30005"/>
                </a:lnTo>
                <a:lnTo>
                  <a:pt x="57212" y="31264"/>
                </a:lnTo>
                <a:lnTo>
                  <a:pt x="55879" y="32574"/>
                </a:lnTo>
                <a:lnTo>
                  <a:pt x="54483" y="33932"/>
                </a:lnTo>
                <a:lnTo>
                  <a:pt x="53022" y="35340"/>
                </a:lnTo>
                <a:lnTo>
                  <a:pt x="51497" y="36796"/>
                </a:lnTo>
                <a:lnTo>
                  <a:pt x="49909" y="38303"/>
                </a:lnTo>
                <a:lnTo>
                  <a:pt x="48256" y="39858"/>
                </a:lnTo>
                <a:lnTo>
                  <a:pt x="46539" y="41463"/>
                </a:lnTo>
                <a:lnTo>
                  <a:pt x="44759" y="43117"/>
                </a:lnTo>
                <a:lnTo>
                  <a:pt x="42914" y="44820"/>
                </a:lnTo>
                <a:lnTo>
                  <a:pt x="41006" y="46573"/>
                </a:lnTo>
                <a:lnTo>
                  <a:pt x="40255" y="47266"/>
                </a:lnTo>
                <a:lnTo>
                  <a:pt x="39530" y="47935"/>
                </a:lnTo>
                <a:lnTo>
                  <a:pt x="38831" y="48580"/>
                </a:lnTo>
                <a:lnTo>
                  <a:pt x="38159" y="49201"/>
                </a:lnTo>
                <a:lnTo>
                  <a:pt x="37514" y="49798"/>
                </a:lnTo>
                <a:lnTo>
                  <a:pt x="36894" y="50370"/>
                </a:lnTo>
                <a:lnTo>
                  <a:pt x="36302" y="50918"/>
                </a:lnTo>
                <a:lnTo>
                  <a:pt x="35735" y="51442"/>
                </a:lnTo>
                <a:lnTo>
                  <a:pt x="35195" y="51942"/>
                </a:lnTo>
                <a:lnTo>
                  <a:pt x="34682" y="52417"/>
                </a:lnTo>
                <a:lnTo>
                  <a:pt x="34194" y="52869"/>
                </a:lnTo>
                <a:lnTo>
                  <a:pt x="33734" y="53296"/>
                </a:lnTo>
                <a:lnTo>
                  <a:pt x="33299" y="53699"/>
                </a:lnTo>
                <a:lnTo>
                  <a:pt x="32891" y="54077"/>
                </a:lnTo>
                <a:lnTo>
                  <a:pt x="32510" y="54431"/>
                </a:lnTo>
                <a:lnTo>
                  <a:pt x="32155" y="54761"/>
                </a:lnTo>
                <a:lnTo>
                  <a:pt x="31826" y="55067"/>
                </a:lnTo>
                <a:lnTo>
                  <a:pt x="31524" y="55349"/>
                </a:lnTo>
                <a:lnTo>
                  <a:pt x="31248" y="55606"/>
                </a:lnTo>
                <a:lnTo>
                  <a:pt x="30998" y="55840"/>
                </a:lnTo>
                <a:lnTo>
                  <a:pt x="30775" y="56048"/>
                </a:lnTo>
                <a:lnTo>
                  <a:pt x="30578" y="56233"/>
                </a:lnTo>
                <a:lnTo>
                  <a:pt x="30408" y="56394"/>
                </a:lnTo>
                <a:lnTo>
                  <a:pt x="30264" y="56530"/>
                </a:lnTo>
                <a:lnTo>
                  <a:pt x="30264" y="23992"/>
                </a:lnTo>
                <a:lnTo>
                  <a:pt x="30266" y="23348"/>
                </a:lnTo>
                <a:lnTo>
                  <a:pt x="30271" y="22722"/>
                </a:lnTo>
                <a:lnTo>
                  <a:pt x="30279" y="22115"/>
                </a:lnTo>
                <a:lnTo>
                  <a:pt x="30290" y="21526"/>
                </a:lnTo>
                <a:lnTo>
                  <a:pt x="30305" y="20956"/>
                </a:lnTo>
                <a:lnTo>
                  <a:pt x="30323" y="20405"/>
                </a:lnTo>
                <a:lnTo>
                  <a:pt x="30344" y="19872"/>
                </a:lnTo>
                <a:lnTo>
                  <a:pt x="30369" y="19357"/>
                </a:lnTo>
                <a:lnTo>
                  <a:pt x="30397" y="18861"/>
                </a:lnTo>
                <a:lnTo>
                  <a:pt x="30428" y="18384"/>
                </a:lnTo>
                <a:lnTo>
                  <a:pt x="30462" y="17925"/>
                </a:lnTo>
                <a:lnTo>
                  <a:pt x="30500" y="17484"/>
                </a:lnTo>
                <a:lnTo>
                  <a:pt x="30540" y="17062"/>
                </a:lnTo>
                <a:lnTo>
                  <a:pt x="30584" y="16659"/>
                </a:lnTo>
                <a:lnTo>
                  <a:pt x="30632" y="16274"/>
                </a:lnTo>
                <a:lnTo>
                  <a:pt x="30682" y="15907"/>
                </a:lnTo>
                <a:lnTo>
                  <a:pt x="30736" y="15560"/>
                </a:lnTo>
                <a:lnTo>
                  <a:pt x="30794" y="15230"/>
                </a:lnTo>
                <a:lnTo>
                  <a:pt x="30854" y="14919"/>
                </a:lnTo>
                <a:lnTo>
                  <a:pt x="30918" y="14627"/>
                </a:lnTo>
                <a:lnTo>
                  <a:pt x="30985" y="14353"/>
                </a:lnTo>
                <a:lnTo>
                  <a:pt x="31055" y="14098"/>
                </a:lnTo>
                <a:lnTo>
                  <a:pt x="31128" y="13861"/>
                </a:lnTo>
                <a:lnTo>
                  <a:pt x="31205" y="13642"/>
                </a:lnTo>
                <a:lnTo>
                  <a:pt x="31286" y="13436"/>
                </a:lnTo>
                <a:lnTo>
                  <a:pt x="31372" y="13233"/>
                </a:lnTo>
                <a:lnTo>
                  <a:pt x="31464" y="13035"/>
                </a:lnTo>
                <a:lnTo>
                  <a:pt x="31560" y="12841"/>
                </a:lnTo>
                <a:lnTo>
                  <a:pt x="31662" y="12652"/>
                </a:lnTo>
                <a:lnTo>
                  <a:pt x="31769" y="12466"/>
                </a:lnTo>
                <a:lnTo>
                  <a:pt x="31881" y="12286"/>
                </a:lnTo>
                <a:lnTo>
                  <a:pt x="31998" y="12109"/>
                </a:lnTo>
                <a:lnTo>
                  <a:pt x="32120" y="11937"/>
                </a:lnTo>
                <a:lnTo>
                  <a:pt x="32248" y="11769"/>
                </a:lnTo>
                <a:lnTo>
                  <a:pt x="32381" y="11606"/>
                </a:lnTo>
                <a:lnTo>
                  <a:pt x="32518" y="11447"/>
                </a:lnTo>
                <a:lnTo>
                  <a:pt x="32661" y="11292"/>
                </a:lnTo>
                <a:lnTo>
                  <a:pt x="32810" y="11142"/>
                </a:lnTo>
                <a:lnTo>
                  <a:pt x="32963" y="10996"/>
                </a:lnTo>
                <a:lnTo>
                  <a:pt x="33122" y="10855"/>
                </a:lnTo>
                <a:lnTo>
                  <a:pt x="33285" y="10718"/>
                </a:lnTo>
                <a:lnTo>
                  <a:pt x="33454" y="10585"/>
                </a:lnTo>
                <a:lnTo>
                  <a:pt x="33628" y="10456"/>
                </a:lnTo>
                <a:lnTo>
                  <a:pt x="33808" y="10332"/>
                </a:lnTo>
                <a:lnTo>
                  <a:pt x="33992" y="10212"/>
                </a:lnTo>
                <a:lnTo>
                  <a:pt x="34182" y="10097"/>
                </a:lnTo>
                <a:lnTo>
                  <a:pt x="34377" y="9986"/>
                </a:lnTo>
                <a:lnTo>
                  <a:pt x="34577" y="9879"/>
                </a:lnTo>
                <a:lnTo>
                  <a:pt x="34864" y="9732"/>
                </a:lnTo>
                <a:lnTo>
                  <a:pt x="35153" y="9591"/>
                </a:lnTo>
                <a:lnTo>
                  <a:pt x="35443" y="9456"/>
                </a:lnTo>
                <a:lnTo>
                  <a:pt x="35733" y="9328"/>
                </a:lnTo>
                <a:lnTo>
                  <a:pt x="36024" y="9206"/>
                </a:lnTo>
                <a:lnTo>
                  <a:pt x="36316" y="9090"/>
                </a:lnTo>
                <a:lnTo>
                  <a:pt x="36609" y="8980"/>
                </a:lnTo>
                <a:lnTo>
                  <a:pt x="36903" y="8877"/>
                </a:lnTo>
                <a:lnTo>
                  <a:pt x="37197" y="8780"/>
                </a:lnTo>
                <a:lnTo>
                  <a:pt x="37492" y="8689"/>
                </a:lnTo>
                <a:lnTo>
                  <a:pt x="37788" y="8605"/>
                </a:lnTo>
                <a:lnTo>
                  <a:pt x="38085" y="8527"/>
                </a:lnTo>
                <a:lnTo>
                  <a:pt x="38383" y="8455"/>
                </a:lnTo>
                <a:lnTo>
                  <a:pt x="38681" y="8389"/>
                </a:lnTo>
                <a:lnTo>
                  <a:pt x="38981" y="8329"/>
                </a:lnTo>
                <a:lnTo>
                  <a:pt x="39281" y="8276"/>
                </a:lnTo>
                <a:lnTo>
                  <a:pt x="39582" y="8229"/>
                </a:lnTo>
                <a:lnTo>
                  <a:pt x="39884" y="8188"/>
                </a:lnTo>
                <a:lnTo>
                  <a:pt x="40186" y="8154"/>
                </a:lnTo>
                <a:lnTo>
                  <a:pt x="40490" y="8126"/>
                </a:lnTo>
                <a:lnTo>
                  <a:pt x="40794" y="8104"/>
                </a:lnTo>
                <a:lnTo>
                  <a:pt x="41099" y="8088"/>
                </a:lnTo>
                <a:lnTo>
                  <a:pt x="41405" y="8079"/>
                </a:lnTo>
                <a:lnTo>
                  <a:pt x="41711" y="8076"/>
                </a:lnTo>
                <a:lnTo>
                  <a:pt x="45318" y="8076"/>
                </a:lnTo>
                <a:lnTo>
                  <a:pt x="45318" y="5175"/>
                </a:lnTo>
                <a:lnTo>
                  <a:pt x="0" y="5175"/>
                </a:lnTo>
                <a:lnTo>
                  <a:pt x="0" y="8076"/>
                </a:lnTo>
                <a:lnTo>
                  <a:pt x="3763" y="8076"/>
                </a:lnTo>
                <a:lnTo>
                  <a:pt x="4077" y="8079"/>
                </a:lnTo>
                <a:lnTo>
                  <a:pt x="4388" y="8089"/>
                </a:lnTo>
                <a:lnTo>
                  <a:pt x="4699" y="8105"/>
                </a:lnTo>
                <a:lnTo>
                  <a:pt x="5009" y="8128"/>
                </a:lnTo>
                <a:lnTo>
                  <a:pt x="5318" y="8157"/>
                </a:lnTo>
                <a:lnTo>
                  <a:pt x="5626" y="8193"/>
                </a:lnTo>
                <a:lnTo>
                  <a:pt x="5932" y="8236"/>
                </a:lnTo>
                <a:lnTo>
                  <a:pt x="6238" y="8285"/>
                </a:lnTo>
                <a:lnTo>
                  <a:pt x="6542" y="8340"/>
                </a:lnTo>
                <a:lnTo>
                  <a:pt x="6845" y="8402"/>
                </a:lnTo>
                <a:lnTo>
                  <a:pt x="7147" y="8471"/>
                </a:lnTo>
                <a:lnTo>
                  <a:pt x="7448" y="8546"/>
                </a:lnTo>
                <a:lnTo>
                  <a:pt x="7748" y="8628"/>
                </a:lnTo>
                <a:lnTo>
                  <a:pt x="8047" y="8716"/>
                </a:lnTo>
                <a:lnTo>
                  <a:pt x="8345" y="8811"/>
                </a:lnTo>
                <a:lnTo>
                  <a:pt x="8642" y="8912"/>
                </a:lnTo>
                <a:lnTo>
                  <a:pt x="8938" y="9020"/>
                </a:lnTo>
                <a:lnTo>
                  <a:pt x="9232" y="9134"/>
                </a:lnTo>
                <a:lnTo>
                  <a:pt x="9526" y="9255"/>
                </a:lnTo>
                <a:lnTo>
                  <a:pt x="9818" y="9382"/>
                </a:lnTo>
                <a:lnTo>
                  <a:pt x="10109" y="9516"/>
                </a:lnTo>
                <a:lnTo>
                  <a:pt x="10400" y="9657"/>
                </a:lnTo>
                <a:lnTo>
                  <a:pt x="10689" y="9804"/>
                </a:lnTo>
                <a:lnTo>
                  <a:pt x="10977" y="9957"/>
                </a:lnTo>
                <a:lnTo>
                  <a:pt x="11176" y="10076"/>
                </a:lnTo>
                <a:lnTo>
                  <a:pt x="11370" y="10196"/>
                </a:lnTo>
                <a:lnTo>
                  <a:pt x="11559" y="10318"/>
                </a:lnTo>
                <a:lnTo>
                  <a:pt x="11741" y="10441"/>
                </a:lnTo>
                <a:lnTo>
                  <a:pt x="11918" y="10566"/>
                </a:lnTo>
                <a:lnTo>
                  <a:pt x="12089" y="10692"/>
                </a:lnTo>
                <a:lnTo>
                  <a:pt x="12254" y="10821"/>
                </a:lnTo>
                <a:lnTo>
                  <a:pt x="12414" y="10951"/>
                </a:lnTo>
                <a:lnTo>
                  <a:pt x="12568" y="11082"/>
                </a:lnTo>
                <a:lnTo>
                  <a:pt x="12716" y="11215"/>
                </a:lnTo>
                <a:lnTo>
                  <a:pt x="12859" y="11350"/>
                </a:lnTo>
                <a:lnTo>
                  <a:pt x="12996" y="11486"/>
                </a:lnTo>
                <a:lnTo>
                  <a:pt x="13127" y="11624"/>
                </a:lnTo>
                <a:lnTo>
                  <a:pt x="13252" y="11764"/>
                </a:lnTo>
                <a:lnTo>
                  <a:pt x="13372" y="11905"/>
                </a:lnTo>
                <a:lnTo>
                  <a:pt x="13486" y="12048"/>
                </a:lnTo>
                <a:lnTo>
                  <a:pt x="13594" y="12193"/>
                </a:lnTo>
                <a:lnTo>
                  <a:pt x="13696" y="12339"/>
                </a:lnTo>
                <a:lnTo>
                  <a:pt x="13793" y="12487"/>
                </a:lnTo>
                <a:lnTo>
                  <a:pt x="13884" y="12636"/>
                </a:lnTo>
                <a:lnTo>
                  <a:pt x="13970" y="12787"/>
                </a:lnTo>
                <a:lnTo>
                  <a:pt x="14049" y="12940"/>
                </a:lnTo>
                <a:lnTo>
                  <a:pt x="14123" y="13094"/>
                </a:lnTo>
                <a:lnTo>
                  <a:pt x="14191" y="13250"/>
                </a:lnTo>
                <a:lnTo>
                  <a:pt x="14274" y="13482"/>
                </a:lnTo>
                <a:lnTo>
                  <a:pt x="14354" y="13732"/>
                </a:lnTo>
                <a:lnTo>
                  <a:pt x="14430" y="14001"/>
                </a:lnTo>
                <a:lnTo>
                  <a:pt x="14503" y="14289"/>
                </a:lnTo>
                <a:lnTo>
                  <a:pt x="14572" y="14596"/>
                </a:lnTo>
                <a:lnTo>
                  <a:pt x="14637" y="14921"/>
                </a:lnTo>
                <a:lnTo>
                  <a:pt x="14699" y="15266"/>
                </a:lnTo>
                <a:lnTo>
                  <a:pt x="14758" y="15629"/>
                </a:lnTo>
                <a:lnTo>
                  <a:pt x="14812" y="16011"/>
                </a:lnTo>
                <a:lnTo>
                  <a:pt x="14864" y="16411"/>
                </a:lnTo>
                <a:lnTo>
                  <a:pt x="14911" y="16831"/>
                </a:lnTo>
                <a:lnTo>
                  <a:pt x="14956" y="17269"/>
                </a:lnTo>
                <a:lnTo>
                  <a:pt x="14996" y="17726"/>
                </a:lnTo>
                <a:lnTo>
                  <a:pt x="15034" y="18201"/>
                </a:lnTo>
                <a:lnTo>
                  <a:pt x="15067" y="18696"/>
                </a:lnTo>
                <a:lnTo>
                  <a:pt x="15097" y="19209"/>
                </a:lnTo>
                <a:lnTo>
                  <a:pt x="15124" y="19741"/>
                </a:lnTo>
                <a:lnTo>
                  <a:pt x="15147" y="20292"/>
                </a:lnTo>
                <a:lnTo>
                  <a:pt x="15166" y="20862"/>
                </a:lnTo>
                <a:lnTo>
                  <a:pt x="15182" y="21450"/>
                </a:lnTo>
                <a:lnTo>
                  <a:pt x="15195" y="22058"/>
                </a:lnTo>
                <a:lnTo>
                  <a:pt x="15203" y="22684"/>
                </a:lnTo>
                <a:lnTo>
                  <a:pt x="15209" y="23328"/>
                </a:lnTo>
                <a:lnTo>
                  <a:pt x="15211" y="23992"/>
                </a:lnTo>
                <a:lnTo>
                  <a:pt x="15211" y="92675"/>
                </a:lnTo>
                <a:lnTo>
                  <a:pt x="15207" y="93459"/>
                </a:lnTo>
                <a:lnTo>
                  <a:pt x="15197" y="94220"/>
                </a:lnTo>
                <a:lnTo>
                  <a:pt x="15181" y="94956"/>
                </a:lnTo>
                <a:lnTo>
                  <a:pt x="15158" y="95667"/>
                </a:lnTo>
                <a:lnTo>
                  <a:pt x="15129" y="96354"/>
                </a:lnTo>
                <a:lnTo>
                  <a:pt x="15093" y="97016"/>
                </a:lnTo>
                <a:lnTo>
                  <a:pt x="15050" y="97654"/>
                </a:lnTo>
                <a:lnTo>
                  <a:pt x="15001" y="98267"/>
                </a:lnTo>
                <a:lnTo>
                  <a:pt x="14946" y="98856"/>
                </a:lnTo>
                <a:lnTo>
                  <a:pt x="14884" y="99421"/>
                </a:lnTo>
                <a:lnTo>
                  <a:pt x="14815" y="99961"/>
                </a:lnTo>
                <a:lnTo>
                  <a:pt x="14740" y="100476"/>
                </a:lnTo>
                <a:lnTo>
                  <a:pt x="14658" y="100967"/>
                </a:lnTo>
                <a:lnTo>
                  <a:pt x="14570" y="101433"/>
                </a:lnTo>
                <a:lnTo>
                  <a:pt x="14476" y="101875"/>
                </a:lnTo>
                <a:lnTo>
                  <a:pt x="14374" y="102292"/>
                </a:lnTo>
                <a:lnTo>
                  <a:pt x="14266" y="102685"/>
                </a:lnTo>
                <a:lnTo>
                  <a:pt x="14152" y="103053"/>
                </a:lnTo>
                <a:lnTo>
                  <a:pt x="14031" y="103397"/>
                </a:lnTo>
                <a:lnTo>
                  <a:pt x="13904" y="103717"/>
                </a:lnTo>
                <a:lnTo>
                  <a:pt x="13770" y="104011"/>
                </a:lnTo>
                <a:lnTo>
                  <a:pt x="13629" y="104282"/>
                </a:lnTo>
                <a:lnTo>
                  <a:pt x="13482" y="104528"/>
                </a:lnTo>
                <a:lnTo>
                  <a:pt x="13329" y="104749"/>
                </a:lnTo>
                <a:lnTo>
                  <a:pt x="13074" y="105062"/>
                </a:lnTo>
                <a:lnTo>
                  <a:pt x="12807" y="105363"/>
                </a:lnTo>
                <a:lnTo>
                  <a:pt x="12528" y="105649"/>
                </a:lnTo>
                <a:lnTo>
                  <a:pt x="12236" y="105923"/>
                </a:lnTo>
                <a:lnTo>
                  <a:pt x="11931" y="106183"/>
                </a:lnTo>
                <a:lnTo>
                  <a:pt x="11614" y="106430"/>
                </a:lnTo>
                <a:lnTo>
                  <a:pt x="11284" y="106663"/>
                </a:lnTo>
                <a:lnTo>
                  <a:pt x="10942" y="106883"/>
                </a:lnTo>
                <a:lnTo>
                  <a:pt x="10587" y="107090"/>
                </a:lnTo>
                <a:lnTo>
                  <a:pt x="10220" y="107283"/>
                </a:lnTo>
                <a:lnTo>
                  <a:pt x="9840" y="107464"/>
                </a:lnTo>
                <a:lnTo>
                  <a:pt x="9448" y="107630"/>
                </a:lnTo>
                <a:lnTo>
                  <a:pt x="9043" y="107784"/>
                </a:lnTo>
                <a:lnTo>
                  <a:pt x="8626" y="107924"/>
                </a:lnTo>
                <a:lnTo>
                  <a:pt x="8196" y="108051"/>
                </a:lnTo>
                <a:lnTo>
                  <a:pt x="7753" y="108164"/>
                </a:lnTo>
                <a:lnTo>
                  <a:pt x="7298" y="108264"/>
                </a:lnTo>
                <a:lnTo>
                  <a:pt x="6831" y="108351"/>
                </a:lnTo>
                <a:lnTo>
                  <a:pt x="6351" y="108424"/>
                </a:lnTo>
                <a:lnTo>
                  <a:pt x="5859" y="108484"/>
                </a:lnTo>
                <a:lnTo>
                  <a:pt x="5354" y="108531"/>
                </a:lnTo>
                <a:lnTo>
                  <a:pt x="4836" y="108564"/>
                </a:lnTo>
                <a:lnTo>
                  <a:pt x="4306" y="108584"/>
                </a:lnTo>
                <a:lnTo>
                  <a:pt x="3763" y="108591"/>
                </a:lnTo>
                <a:lnTo>
                  <a:pt x="0" y="108591"/>
                </a:lnTo>
                <a:lnTo>
                  <a:pt x="0" y="111492"/>
                </a:lnTo>
                <a:lnTo>
                  <a:pt x="45318" y="111492"/>
                </a:lnTo>
                <a:lnTo>
                  <a:pt x="45318" y="108591"/>
                </a:lnTo>
                <a:lnTo>
                  <a:pt x="41711" y="108591"/>
                </a:lnTo>
                <a:lnTo>
                  <a:pt x="41398" y="108588"/>
                </a:lnTo>
                <a:lnTo>
                  <a:pt x="41087" y="108578"/>
                </a:lnTo>
                <a:lnTo>
                  <a:pt x="40777" y="108561"/>
                </a:lnTo>
                <a:lnTo>
                  <a:pt x="40468" y="108539"/>
                </a:lnTo>
                <a:lnTo>
                  <a:pt x="40160" y="108509"/>
                </a:lnTo>
                <a:lnTo>
                  <a:pt x="39854" y="108473"/>
                </a:lnTo>
                <a:lnTo>
                  <a:pt x="39549" y="108431"/>
                </a:lnTo>
                <a:lnTo>
                  <a:pt x="39246" y="108382"/>
                </a:lnTo>
                <a:lnTo>
                  <a:pt x="38944" y="108326"/>
                </a:lnTo>
                <a:lnTo>
                  <a:pt x="38643" y="108264"/>
                </a:lnTo>
                <a:lnTo>
                  <a:pt x="38344" y="108195"/>
                </a:lnTo>
                <a:lnTo>
                  <a:pt x="38046" y="108120"/>
                </a:lnTo>
                <a:lnTo>
                  <a:pt x="37749" y="108039"/>
                </a:lnTo>
                <a:lnTo>
                  <a:pt x="37454" y="107950"/>
                </a:lnTo>
                <a:lnTo>
                  <a:pt x="37160" y="107856"/>
                </a:lnTo>
                <a:lnTo>
                  <a:pt x="36868" y="107754"/>
                </a:lnTo>
                <a:lnTo>
                  <a:pt x="36577" y="107647"/>
                </a:lnTo>
                <a:lnTo>
                  <a:pt x="36287" y="107532"/>
                </a:lnTo>
                <a:lnTo>
                  <a:pt x="35998" y="107411"/>
                </a:lnTo>
                <a:lnTo>
                  <a:pt x="35711" y="107284"/>
                </a:lnTo>
                <a:lnTo>
                  <a:pt x="35426" y="107150"/>
                </a:lnTo>
                <a:lnTo>
                  <a:pt x="35141" y="107010"/>
                </a:lnTo>
                <a:lnTo>
                  <a:pt x="34858" y="106863"/>
                </a:lnTo>
                <a:lnTo>
                  <a:pt x="34577" y="106709"/>
                </a:lnTo>
                <a:lnTo>
                  <a:pt x="34370" y="106590"/>
                </a:lnTo>
                <a:lnTo>
                  <a:pt x="34170" y="106470"/>
                </a:lnTo>
                <a:lnTo>
                  <a:pt x="33976" y="106348"/>
                </a:lnTo>
                <a:lnTo>
                  <a:pt x="33788" y="106223"/>
                </a:lnTo>
                <a:lnTo>
                  <a:pt x="33606" y="106097"/>
                </a:lnTo>
                <a:lnTo>
                  <a:pt x="33430" y="105969"/>
                </a:lnTo>
                <a:lnTo>
                  <a:pt x="33260" y="105839"/>
                </a:lnTo>
                <a:lnTo>
                  <a:pt x="33096" y="105707"/>
                </a:lnTo>
                <a:lnTo>
                  <a:pt x="32937" y="105573"/>
                </a:lnTo>
                <a:lnTo>
                  <a:pt x="32785" y="105438"/>
                </a:lnTo>
                <a:lnTo>
                  <a:pt x="32639" y="105300"/>
                </a:lnTo>
                <a:lnTo>
                  <a:pt x="32499" y="105161"/>
                </a:lnTo>
                <a:lnTo>
                  <a:pt x="32365" y="105019"/>
                </a:lnTo>
                <a:lnTo>
                  <a:pt x="32236" y="104876"/>
                </a:lnTo>
                <a:lnTo>
                  <a:pt x="32114" y="104731"/>
                </a:lnTo>
                <a:lnTo>
                  <a:pt x="31998" y="104583"/>
                </a:lnTo>
                <a:lnTo>
                  <a:pt x="31888" y="104434"/>
                </a:lnTo>
                <a:lnTo>
                  <a:pt x="31783" y="104283"/>
                </a:lnTo>
                <a:lnTo>
                  <a:pt x="31685" y="104131"/>
                </a:lnTo>
                <a:lnTo>
                  <a:pt x="31593" y="103976"/>
                </a:lnTo>
                <a:lnTo>
                  <a:pt x="31507" y="103819"/>
                </a:lnTo>
                <a:lnTo>
                  <a:pt x="31426" y="103661"/>
                </a:lnTo>
                <a:lnTo>
                  <a:pt x="31352" y="103500"/>
                </a:lnTo>
                <a:lnTo>
                  <a:pt x="31284" y="103338"/>
                </a:lnTo>
                <a:lnTo>
                  <a:pt x="31200" y="103113"/>
                </a:lnTo>
                <a:lnTo>
                  <a:pt x="31121" y="102868"/>
                </a:lnTo>
                <a:lnTo>
                  <a:pt x="31045" y="102605"/>
                </a:lnTo>
                <a:lnTo>
                  <a:pt x="30972" y="102323"/>
                </a:lnTo>
                <a:lnTo>
                  <a:pt x="30903" y="102021"/>
                </a:lnTo>
                <a:lnTo>
                  <a:pt x="30838" y="101701"/>
                </a:lnTo>
                <a:lnTo>
                  <a:pt x="30776" y="101361"/>
                </a:lnTo>
                <a:lnTo>
                  <a:pt x="30717" y="101003"/>
                </a:lnTo>
                <a:lnTo>
                  <a:pt x="30662" y="100625"/>
                </a:lnTo>
                <a:lnTo>
                  <a:pt x="30611" y="100229"/>
                </a:lnTo>
                <a:lnTo>
                  <a:pt x="30563" y="99813"/>
                </a:lnTo>
                <a:lnTo>
                  <a:pt x="30519" y="99378"/>
                </a:lnTo>
                <a:lnTo>
                  <a:pt x="30478" y="98924"/>
                </a:lnTo>
                <a:lnTo>
                  <a:pt x="30441" y="98451"/>
                </a:lnTo>
                <a:lnTo>
                  <a:pt x="30408" y="97960"/>
                </a:lnTo>
                <a:lnTo>
                  <a:pt x="30378" y="97449"/>
                </a:lnTo>
                <a:lnTo>
                  <a:pt x="30351" y="96919"/>
                </a:lnTo>
                <a:lnTo>
                  <a:pt x="30328" y="96369"/>
                </a:lnTo>
                <a:lnTo>
                  <a:pt x="30309" y="95801"/>
                </a:lnTo>
                <a:lnTo>
                  <a:pt x="30293" y="95214"/>
                </a:lnTo>
                <a:lnTo>
                  <a:pt x="30280" y="94608"/>
                </a:lnTo>
                <a:lnTo>
                  <a:pt x="30271" y="93982"/>
                </a:lnTo>
                <a:lnTo>
                  <a:pt x="30266" y="93338"/>
                </a:lnTo>
                <a:lnTo>
                  <a:pt x="30264" y="92675"/>
                </a:lnTo>
                <a:lnTo>
                  <a:pt x="30264" y="58412"/>
                </a:lnTo>
                <a:lnTo>
                  <a:pt x="66958" y="94713"/>
                </a:lnTo>
                <a:lnTo>
                  <a:pt x="67298" y="95048"/>
                </a:lnTo>
                <a:lnTo>
                  <a:pt x="67627" y="95375"/>
                </a:lnTo>
                <a:lnTo>
                  <a:pt x="67943" y="95692"/>
                </a:lnTo>
                <a:lnTo>
                  <a:pt x="68248" y="96000"/>
                </a:lnTo>
                <a:lnTo>
                  <a:pt x="68541" y="96300"/>
                </a:lnTo>
                <a:lnTo>
                  <a:pt x="68822" y="96590"/>
                </a:lnTo>
                <a:lnTo>
                  <a:pt x="69092" y="96871"/>
                </a:lnTo>
                <a:lnTo>
                  <a:pt x="69349" y="97144"/>
                </a:lnTo>
                <a:lnTo>
                  <a:pt x="69595" y="97407"/>
                </a:lnTo>
                <a:lnTo>
                  <a:pt x="69829" y="97661"/>
                </a:lnTo>
                <a:lnTo>
                  <a:pt x="70050" y="97907"/>
                </a:lnTo>
                <a:lnTo>
                  <a:pt x="70261" y="98143"/>
                </a:lnTo>
                <a:lnTo>
                  <a:pt x="70459" y="98371"/>
                </a:lnTo>
                <a:lnTo>
                  <a:pt x="70645" y="98589"/>
                </a:lnTo>
                <a:lnTo>
                  <a:pt x="70820" y="98799"/>
                </a:lnTo>
                <a:lnTo>
                  <a:pt x="70983" y="98999"/>
                </a:lnTo>
                <a:lnTo>
                  <a:pt x="71133" y="99191"/>
                </a:lnTo>
                <a:lnTo>
                  <a:pt x="71272" y="99373"/>
                </a:lnTo>
                <a:lnTo>
                  <a:pt x="71400" y="99547"/>
                </a:lnTo>
                <a:lnTo>
                  <a:pt x="71515" y="99711"/>
                </a:lnTo>
                <a:lnTo>
                  <a:pt x="71619" y="99867"/>
                </a:lnTo>
                <a:lnTo>
                  <a:pt x="71710" y="100014"/>
                </a:lnTo>
                <a:lnTo>
                  <a:pt x="71790" y="100151"/>
                </a:lnTo>
                <a:lnTo>
                  <a:pt x="71858" y="100280"/>
                </a:lnTo>
                <a:lnTo>
                  <a:pt x="71919" y="100405"/>
                </a:lnTo>
                <a:lnTo>
                  <a:pt x="71977" y="100531"/>
                </a:lnTo>
                <a:lnTo>
                  <a:pt x="72033" y="100658"/>
                </a:lnTo>
                <a:lnTo>
                  <a:pt x="72086" y="100787"/>
                </a:lnTo>
                <a:lnTo>
                  <a:pt x="72136" y="100918"/>
                </a:lnTo>
                <a:lnTo>
                  <a:pt x="72184" y="101049"/>
                </a:lnTo>
                <a:lnTo>
                  <a:pt x="72229" y="101182"/>
                </a:lnTo>
                <a:lnTo>
                  <a:pt x="72272" y="101317"/>
                </a:lnTo>
                <a:lnTo>
                  <a:pt x="72312" y="101452"/>
                </a:lnTo>
                <a:lnTo>
                  <a:pt x="72349" y="101589"/>
                </a:lnTo>
                <a:lnTo>
                  <a:pt x="72384" y="101728"/>
                </a:lnTo>
                <a:lnTo>
                  <a:pt x="72417" y="101868"/>
                </a:lnTo>
                <a:lnTo>
                  <a:pt x="72446" y="102009"/>
                </a:lnTo>
                <a:lnTo>
                  <a:pt x="72474" y="102151"/>
                </a:lnTo>
                <a:lnTo>
                  <a:pt x="72498" y="102295"/>
                </a:lnTo>
                <a:lnTo>
                  <a:pt x="72520" y="102440"/>
                </a:lnTo>
                <a:lnTo>
                  <a:pt x="72540" y="102587"/>
                </a:lnTo>
                <a:lnTo>
                  <a:pt x="72556" y="102735"/>
                </a:lnTo>
                <a:lnTo>
                  <a:pt x="72571" y="102884"/>
                </a:lnTo>
                <a:lnTo>
                  <a:pt x="72582" y="103035"/>
                </a:lnTo>
                <a:lnTo>
                  <a:pt x="72591" y="103187"/>
                </a:lnTo>
                <a:lnTo>
                  <a:pt x="72598" y="103340"/>
                </a:lnTo>
                <a:lnTo>
                  <a:pt x="72602" y="103495"/>
                </a:lnTo>
                <a:lnTo>
                  <a:pt x="72603" y="103651"/>
                </a:lnTo>
                <a:lnTo>
                  <a:pt x="72599" y="103807"/>
                </a:lnTo>
                <a:lnTo>
                  <a:pt x="72589" y="103962"/>
                </a:lnTo>
                <a:lnTo>
                  <a:pt x="72572" y="104116"/>
                </a:lnTo>
                <a:lnTo>
                  <a:pt x="72547" y="104269"/>
                </a:lnTo>
                <a:lnTo>
                  <a:pt x="72516" y="104420"/>
                </a:lnTo>
                <a:lnTo>
                  <a:pt x="72478" y="104570"/>
                </a:lnTo>
                <a:lnTo>
                  <a:pt x="72433" y="104719"/>
                </a:lnTo>
                <a:lnTo>
                  <a:pt x="72381" y="104867"/>
                </a:lnTo>
                <a:lnTo>
                  <a:pt x="72322" y="105013"/>
                </a:lnTo>
                <a:lnTo>
                  <a:pt x="72256" y="105158"/>
                </a:lnTo>
                <a:lnTo>
                  <a:pt x="72183" y="105302"/>
                </a:lnTo>
                <a:lnTo>
                  <a:pt x="72103" y="105445"/>
                </a:lnTo>
                <a:lnTo>
                  <a:pt x="72016" y="105586"/>
                </a:lnTo>
                <a:lnTo>
                  <a:pt x="71923" y="105727"/>
                </a:lnTo>
                <a:lnTo>
                  <a:pt x="71822" y="105866"/>
                </a:lnTo>
                <a:lnTo>
                  <a:pt x="71714" y="106003"/>
                </a:lnTo>
                <a:lnTo>
                  <a:pt x="71600" y="106140"/>
                </a:lnTo>
                <a:lnTo>
                  <a:pt x="71478" y="106275"/>
                </a:lnTo>
                <a:lnTo>
                  <a:pt x="71350" y="106410"/>
                </a:lnTo>
                <a:lnTo>
                  <a:pt x="71215" y="106542"/>
                </a:lnTo>
                <a:lnTo>
                  <a:pt x="71072" y="106674"/>
                </a:lnTo>
                <a:lnTo>
                  <a:pt x="70923" y="106805"/>
                </a:lnTo>
                <a:lnTo>
                  <a:pt x="70767" y="106934"/>
                </a:lnTo>
                <a:lnTo>
                  <a:pt x="70604" y="107062"/>
                </a:lnTo>
                <a:lnTo>
                  <a:pt x="70433" y="107187"/>
                </a:lnTo>
                <a:lnTo>
                  <a:pt x="70253" y="107306"/>
                </a:lnTo>
                <a:lnTo>
                  <a:pt x="70064" y="107420"/>
                </a:lnTo>
                <a:lnTo>
                  <a:pt x="69866" y="107529"/>
                </a:lnTo>
                <a:lnTo>
                  <a:pt x="69660" y="107633"/>
                </a:lnTo>
                <a:lnTo>
                  <a:pt x="69445" y="107731"/>
                </a:lnTo>
                <a:lnTo>
                  <a:pt x="69221" y="107824"/>
                </a:lnTo>
                <a:lnTo>
                  <a:pt x="68988" y="107911"/>
                </a:lnTo>
                <a:lnTo>
                  <a:pt x="68746" y="107994"/>
                </a:lnTo>
                <a:lnTo>
                  <a:pt x="68495" y="108071"/>
                </a:lnTo>
                <a:lnTo>
                  <a:pt x="68236" y="108142"/>
                </a:lnTo>
                <a:lnTo>
                  <a:pt x="67967" y="108209"/>
                </a:lnTo>
                <a:lnTo>
                  <a:pt x="67690" y="108270"/>
                </a:lnTo>
                <a:lnTo>
                  <a:pt x="67404" y="108325"/>
                </a:lnTo>
                <a:lnTo>
                  <a:pt x="67109" y="108376"/>
                </a:lnTo>
                <a:lnTo>
                  <a:pt x="66805" y="108421"/>
                </a:lnTo>
                <a:lnTo>
                  <a:pt x="66493" y="108461"/>
                </a:lnTo>
                <a:lnTo>
                  <a:pt x="66171" y="108495"/>
                </a:lnTo>
                <a:lnTo>
                  <a:pt x="65841" y="108524"/>
                </a:lnTo>
                <a:lnTo>
                  <a:pt x="65502" y="108548"/>
                </a:lnTo>
                <a:lnTo>
                  <a:pt x="65154" y="108567"/>
                </a:lnTo>
                <a:lnTo>
                  <a:pt x="64797" y="108580"/>
                </a:lnTo>
                <a:lnTo>
                  <a:pt x="64431" y="108588"/>
                </a:lnTo>
                <a:lnTo>
                  <a:pt x="64057" y="108591"/>
                </a:lnTo>
                <a:lnTo>
                  <a:pt x="64057" y="111492"/>
                </a:lnTo>
                <a:lnTo>
                  <a:pt x="114628" y="111492"/>
                </a:lnTo>
                <a:lnTo>
                  <a:pt x="114628" y="108591"/>
                </a:lnTo>
                <a:lnTo>
                  <a:pt x="114060" y="108546"/>
                </a:lnTo>
                <a:lnTo>
                  <a:pt x="113491" y="108491"/>
                </a:lnTo>
                <a:lnTo>
                  <a:pt x="112923" y="108426"/>
                </a:lnTo>
                <a:lnTo>
                  <a:pt x="112354" y="108350"/>
                </a:lnTo>
                <a:lnTo>
                  <a:pt x="111786" y="108264"/>
                </a:lnTo>
                <a:lnTo>
                  <a:pt x="111217" y="108167"/>
                </a:lnTo>
                <a:lnTo>
                  <a:pt x="110649" y="108060"/>
                </a:lnTo>
                <a:lnTo>
                  <a:pt x="110080" y="107942"/>
                </a:lnTo>
                <a:lnTo>
                  <a:pt x="109512" y="107813"/>
                </a:lnTo>
                <a:lnTo>
                  <a:pt x="108944" y="107675"/>
                </a:lnTo>
                <a:lnTo>
                  <a:pt x="108375" y="107525"/>
                </a:lnTo>
                <a:lnTo>
                  <a:pt x="107807" y="107366"/>
                </a:lnTo>
                <a:lnTo>
                  <a:pt x="107238" y="107195"/>
                </a:lnTo>
                <a:lnTo>
                  <a:pt x="106670" y="107015"/>
                </a:lnTo>
                <a:lnTo>
                  <a:pt x="106101" y="106824"/>
                </a:lnTo>
                <a:lnTo>
                  <a:pt x="105533" y="106622"/>
                </a:lnTo>
                <a:lnTo>
                  <a:pt x="104965" y="106410"/>
                </a:lnTo>
                <a:lnTo>
                  <a:pt x="104396" y="106187"/>
                </a:lnTo>
                <a:lnTo>
                  <a:pt x="103828" y="105954"/>
                </a:lnTo>
                <a:lnTo>
                  <a:pt x="103259" y="105710"/>
                </a:lnTo>
                <a:lnTo>
                  <a:pt x="102691" y="105456"/>
                </a:lnTo>
                <a:lnTo>
                  <a:pt x="102122" y="105192"/>
                </a:lnTo>
                <a:lnTo>
                  <a:pt x="101554" y="104917"/>
                </a:lnTo>
                <a:lnTo>
                  <a:pt x="100985" y="104631"/>
                </a:lnTo>
                <a:lnTo>
                  <a:pt x="100412" y="104330"/>
                </a:lnTo>
                <a:lnTo>
                  <a:pt x="99829" y="104007"/>
                </a:lnTo>
                <a:lnTo>
                  <a:pt x="99236" y="103663"/>
                </a:lnTo>
                <a:lnTo>
                  <a:pt x="98633" y="103297"/>
                </a:lnTo>
                <a:lnTo>
                  <a:pt x="98021" y="102910"/>
                </a:lnTo>
                <a:lnTo>
                  <a:pt x="97398" y="102502"/>
                </a:lnTo>
                <a:lnTo>
                  <a:pt x="96766" y="102072"/>
                </a:lnTo>
                <a:lnTo>
                  <a:pt x="96124" y="101621"/>
                </a:lnTo>
                <a:lnTo>
                  <a:pt x="95473" y="101149"/>
                </a:lnTo>
                <a:lnTo>
                  <a:pt x="94811" y="100655"/>
                </a:lnTo>
                <a:lnTo>
                  <a:pt x="94140" y="100140"/>
                </a:lnTo>
                <a:lnTo>
                  <a:pt x="93459" y="99604"/>
                </a:lnTo>
                <a:lnTo>
                  <a:pt x="92768" y="99046"/>
                </a:lnTo>
                <a:lnTo>
                  <a:pt x="92067" y="98466"/>
                </a:lnTo>
                <a:lnTo>
                  <a:pt x="91356" y="97866"/>
                </a:lnTo>
                <a:lnTo>
                  <a:pt x="90636" y="97244"/>
                </a:lnTo>
                <a:lnTo>
                  <a:pt x="89906" y="96600"/>
                </a:lnTo>
                <a:lnTo>
                  <a:pt x="89166" y="95936"/>
                </a:lnTo>
                <a:lnTo>
                  <a:pt x="88416" y="95250"/>
                </a:lnTo>
                <a:lnTo>
                  <a:pt x="87657" y="94542"/>
                </a:lnTo>
                <a:lnTo>
                  <a:pt x="86887" y="93813"/>
                </a:lnTo>
                <a:lnTo>
                  <a:pt x="86108" y="93063"/>
                </a:lnTo>
                <a:lnTo>
                  <a:pt x="85319" y="92291"/>
                </a:lnTo>
                <a:lnTo>
                  <a:pt x="84520" y="91499"/>
                </a:lnTo>
                <a:lnTo>
                  <a:pt x="45318" y="52531"/>
                </a:lnTo>
                <a:lnTo>
                  <a:pt x="61548" y="36380"/>
                </a:lnTo>
                <a:lnTo>
                  <a:pt x="62709" y="35194"/>
                </a:lnTo>
                <a:lnTo>
                  <a:pt x="63826" y="34052"/>
                </a:lnTo>
                <a:close/>
                <a:moveTo>
                  <a:pt x="239142" y="45768"/>
                </a:moveTo>
                <a:lnTo>
                  <a:pt x="239118" y="45488"/>
                </a:lnTo>
                <a:lnTo>
                  <a:pt x="239083" y="45210"/>
                </a:lnTo>
                <a:lnTo>
                  <a:pt x="239039" y="44936"/>
                </a:lnTo>
                <a:lnTo>
                  <a:pt x="238985" y="44664"/>
                </a:lnTo>
                <a:lnTo>
                  <a:pt x="238922" y="44395"/>
                </a:lnTo>
                <a:lnTo>
                  <a:pt x="238848" y="44129"/>
                </a:lnTo>
                <a:lnTo>
                  <a:pt x="238765" y="43866"/>
                </a:lnTo>
                <a:lnTo>
                  <a:pt x="238672" y="43605"/>
                </a:lnTo>
                <a:lnTo>
                  <a:pt x="238569" y="43348"/>
                </a:lnTo>
                <a:lnTo>
                  <a:pt x="238456" y="43093"/>
                </a:lnTo>
                <a:lnTo>
                  <a:pt x="238334" y="42842"/>
                </a:lnTo>
                <a:lnTo>
                  <a:pt x="238201" y="42593"/>
                </a:lnTo>
                <a:lnTo>
                  <a:pt x="238059" y="42347"/>
                </a:lnTo>
                <a:lnTo>
                  <a:pt x="237907" y="42103"/>
                </a:lnTo>
                <a:lnTo>
                  <a:pt x="237746" y="41863"/>
                </a:lnTo>
                <a:lnTo>
                  <a:pt x="237574" y="41626"/>
                </a:lnTo>
                <a:lnTo>
                  <a:pt x="237393" y="41391"/>
                </a:lnTo>
                <a:lnTo>
                  <a:pt x="237202" y="41159"/>
                </a:lnTo>
                <a:lnTo>
                  <a:pt x="237001" y="40930"/>
                </a:lnTo>
                <a:lnTo>
                  <a:pt x="236790" y="40704"/>
                </a:lnTo>
                <a:lnTo>
                  <a:pt x="236570" y="40481"/>
                </a:lnTo>
                <a:lnTo>
                  <a:pt x="236339" y="40261"/>
                </a:lnTo>
                <a:lnTo>
                  <a:pt x="236102" y="40047"/>
                </a:lnTo>
                <a:lnTo>
                  <a:pt x="235859" y="39841"/>
                </a:lnTo>
                <a:lnTo>
                  <a:pt x="235610" y="39645"/>
                </a:lnTo>
                <a:lnTo>
                  <a:pt x="235357" y="39458"/>
                </a:lnTo>
                <a:lnTo>
                  <a:pt x="235099" y="39281"/>
                </a:lnTo>
                <a:lnTo>
                  <a:pt x="234835" y="39112"/>
                </a:lnTo>
                <a:lnTo>
                  <a:pt x="234566" y="38952"/>
                </a:lnTo>
                <a:lnTo>
                  <a:pt x="234292" y="38802"/>
                </a:lnTo>
                <a:lnTo>
                  <a:pt x="234013" y="38660"/>
                </a:lnTo>
                <a:lnTo>
                  <a:pt x="233729" y="38528"/>
                </a:lnTo>
                <a:lnTo>
                  <a:pt x="233439" y="38405"/>
                </a:lnTo>
                <a:lnTo>
                  <a:pt x="233144" y="38291"/>
                </a:lnTo>
                <a:lnTo>
                  <a:pt x="232844" y="38186"/>
                </a:lnTo>
                <a:lnTo>
                  <a:pt x="232539" y="38090"/>
                </a:lnTo>
                <a:lnTo>
                  <a:pt x="232229" y="38004"/>
                </a:lnTo>
                <a:lnTo>
                  <a:pt x="231914" y="37926"/>
                </a:lnTo>
                <a:lnTo>
                  <a:pt x="231593" y="37858"/>
                </a:lnTo>
                <a:lnTo>
                  <a:pt x="231268" y="37799"/>
                </a:lnTo>
                <a:lnTo>
                  <a:pt x="230937" y="37748"/>
                </a:lnTo>
                <a:lnTo>
                  <a:pt x="230601" y="37707"/>
                </a:lnTo>
                <a:lnTo>
                  <a:pt x="230259" y="37675"/>
                </a:lnTo>
                <a:lnTo>
                  <a:pt x="229913" y="37653"/>
                </a:lnTo>
                <a:lnTo>
                  <a:pt x="229561" y="37639"/>
                </a:lnTo>
                <a:lnTo>
                  <a:pt x="229204" y="37634"/>
                </a:lnTo>
                <a:lnTo>
                  <a:pt x="228415" y="37662"/>
                </a:lnTo>
                <a:lnTo>
                  <a:pt x="227627" y="37747"/>
                </a:lnTo>
                <a:lnTo>
                  <a:pt x="226840" y="37887"/>
                </a:lnTo>
                <a:lnTo>
                  <a:pt x="226055" y="38083"/>
                </a:lnTo>
                <a:lnTo>
                  <a:pt x="225272" y="38335"/>
                </a:lnTo>
                <a:lnTo>
                  <a:pt x="224490" y="38644"/>
                </a:lnTo>
                <a:lnTo>
                  <a:pt x="223710" y="39008"/>
                </a:lnTo>
                <a:lnTo>
                  <a:pt x="222932" y="39429"/>
                </a:lnTo>
                <a:lnTo>
                  <a:pt x="222155" y="39906"/>
                </a:lnTo>
                <a:lnTo>
                  <a:pt x="221380" y="40438"/>
                </a:lnTo>
                <a:lnTo>
                  <a:pt x="220607" y="41027"/>
                </a:lnTo>
                <a:lnTo>
                  <a:pt x="219835" y="41672"/>
                </a:lnTo>
                <a:lnTo>
                  <a:pt x="219065" y="42373"/>
                </a:lnTo>
                <a:lnTo>
                  <a:pt x="218296" y="43130"/>
                </a:lnTo>
                <a:lnTo>
                  <a:pt x="217530" y="43943"/>
                </a:lnTo>
                <a:lnTo>
                  <a:pt x="216764" y="44813"/>
                </a:lnTo>
                <a:lnTo>
                  <a:pt x="216001" y="45738"/>
                </a:lnTo>
                <a:lnTo>
                  <a:pt x="215239" y="46720"/>
                </a:lnTo>
                <a:lnTo>
                  <a:pt x="214478" y="47757"/>
                </a:lnTo>
                <a:lnTo>
                  <a:pt x="213720" y="48851"/>
                </a:lnTo>
                <a:lnTo>
                  <a:pt x="212962" y="50000"/>
                </a:lnTo>
                <a:lnTo>
                  <a:pt x="212207" y="51206"/>
                </a:lnTo>
                <a:lnTo>
                  <a:pt x="211453" y="52468"/>
                </a:lnTo>
                <a:lnTo>
                  <a:pt x="210701" y="53786"/>
                </a:lnTo>
                <a:lnTo>
                  <a:pt x="210701" y="37634"/>
                </a:lnTo>
                <a:lnTo>
                  <a:pt x="207408" y="37634"/>
                </a:lnTo>
                <a:lnTo>
                  <a:pt x="185690" y="46396"/>
                </a:lnTo>
                <a:lnTo>
                  <a:pt x="186474" y="49214"/>
                </a:lnTo>
                <a:lnTo>
                  <a:pt x="186728" y="49118"/>
                </a:lnTo>
                <a:lnTo>
                  <a:pt x="186979" y="49026"/>
                </a:lnTo>
                <a:lnTo>
                  <a:pt x="187228" y="48939"/>
                </a:lnTo>
                <a:lnTo>
                  <a:pt x="187476" y="48855"/>
                </a:lnTo>
                <a:lnTo>
                  <a:pt x="187721" y="48776"/>
                </a:lnTo>
                <a:lnTo>
                  <a:pt x="187964" y="48700"/>
                </a:lnTo>
                <a:lnTo>
                  <a:pt x="188204" y="48629"/>
                </a:lnTo>
                <a:lnTo>
                  <a:pt x="188443" y="48562"/>
                </a:lnTo>
                <a:lnTo>
                  <a:pt x="188679" y="48499"/>
                </a:lnTo>
                <a:lnTo>
                  <a:pt x="188913" y="48440"/>
                </a:lnTo>
                <a:lnTo>
                  <a:pt x="189145" y="48384"/>
                </a:lnTo>
                <a:lnTo>
                  <a:pt x="189375" y="48334"/>
                </a:lnTo>
                <a:lnTo>
                  <a:pt x="189602" y="48287"/>
                </a:lnTo>
                <a:lnTo>
                  <a:pt x="189828" y="48244"/>
                </a:lnTo>
                <a:lnTo>
                  <a:pt x="190051" y="48205"/>
                </a:lnTo>
                <a:lnTo>
                  <a:pt x="190272" y="48171"/>
                </a:lnTo>
                <a:lnTo>
                  <a:pt x="190491" y="48140"/>
                </a:lnTo>
                <a:lnTo>
                  <a:pt x="190708" y="48113"/>
                </a:lnTo>
                <a:lnTo>
                  <a:pt x="190922" y="48091"/>
                </a:lnTo>
                <a:lnTo>
                  <a:pt x="191135" y="48073"/>
                </a:lnTo>
                <a:lnTo>
                  <a:pt x="191345" y="48058"/>
                </a:lnTo>
                <a:lnTo>
                  <a:pt x="191553" y="48048"/>
                </a:lnTo>
                <a:lnTo>
                  <a:pt x="191759" y="48042"/>
                </a:lnTo>
                <a:lnTo>
                  <a:pt x="191962" y="48040"/>
                </a:lnTo>
                <a:lnTo>
                  <a:pt x="192131" y="48042"/>
                </a:lnTo>
                <a:lnTo>
                  <a:pt x="192297" y="48048"/>
                </a:lnTo>
                <a:lnTo>
                  <a:pt x="192461" y="48057"/>
                </a:lnTo>
                <a:lnTo>
                  <a:pt x="192623" y="48071"/>
                </a:lnTo>
                <a:lnTo>
                  <a:pt x="192783" y="48088"/>
                </a:lnTo>
                <a:lnTo>
                  <a:pt x="192940" y="48109"/>
                </a:lnTo>
                <a:lnTo>
                  <a:pt x="193095" y="48133"/>
                </a:lnTo>
                <a:lnTo>
                  <a:pt x="193247" y="48162"/>
                </a:lnTo>
                <a:lnTo>
                  <a:pt x="193397" y="48194"/>
                </a:lnTo>
                <a:lnTo>
                  <a:pt x="193545" y="48230"/>
                </a:lnTo>
                <a:lnTo>
                  <a:pt x="193691" y="48270"/>
                </a:lnTo>
                <a:lnTo>
                  <a:pt x="193834" y="48314"/>
                </a:lnTo>
                <a:lnTo>
                  <a:pt x="193975" y="48361"/>
                </a:lnTo>
                <a:lnTo>
                  <a:pt x="194114" y="48413"/>
                </a:lnTo>
                <a:lnTo>
                  <a:pt x="194250" y="48468"/>
                </a:lnTo>
                <a:lnTo>
                  <a:pt x="194384" y="48527"/>
                </a:lnTo>
                <a:lnTo>
                  <a:pt x="194516" y="48590"/>
                </a:lnTo>
                <a:lnTo>
                  <a:pt x="194645" y="48656"/>
                </a:lnTo>
                <a:lnTo>
                  <a:pt x="194772" y="48727"/>
                </a:lnTo>
                <a:lnTo>
                  <a:pt x="194897" y="48801"/>
                </a:lnTo>
                <a:lnTo>
                  <a:pt x="195019" y="48879"/>
                </a:lnTo>
                <a:lnTo>
                  <a:pt x="195139" y="48960"/>
                </a:lnTo>
                <a:lnTo>
                  <a:pt x="195257" y="49046"/>
                </a:lnTo>
                <a:lnTo>
                  <a:pt x="195373" y="49135"/>
                </a:lnTo>
                <a:lnTo>
                  <a:pt x="195486" y="49229"/>
                </a:lnTo>
                <a:lnTo>
                  <a:pt x="195595" y="49327"/>
                </a:lnTo>
                <a:lnTo>
                  <a:pt x="195702" y="49429"/>
                </a:lnTo>
                <a:lnTo>
                  <a:pt x="195806" y="49536"/>
                </a:lnTo>
                <a:lnTo>
                  <a:pt x="195907" y="49648"/>
                </a:lnTo>
                <a:lnTo>
                  <a:pt x="196005" y="49764"/>
                </a:lnTo>
                <a:lnTo>
                  <a:pt x="196100" y="49884"/>
                </a:lnTo>
                <a:lnTo>
                  <a:pt x="196192" y="50009"/>
                </a:lnTo>
                <a:lnTo>
                  <a:pt x="196281" y="50138"/>
                </a:lnTo>
                <a:lnTo>
                  <a:pt x="196366" y="50272"/>
                </a:lnTo>
                <a:lnTo>
                  <a:pt x="196449" y="50411"/>
                </a:lnTo>
                <a:lnTo>
                  <a:pt x="196529" y="50553"/>
                </a:lnTo>
                <a:lnTo>
                  <a:pt x="196606" y="50701"/>
                </a:lnTo>
                <a:lnTo>
                  <a:pt x="196680" y="50852"/>
                </a:lnTo>
                <a:lnTo>
                  <a:pt x="196751" y="51009"/>
                </a:lnTo>
                <a:lnTo>
                  <a:pt x="196819" y="51170"/>
                </a:lnTo>
                <a:lnTo>
                  <a:pt x="196884" y="51335"/>
                </a:lnTo>
                <a:lnTo>
                  <a:pt x="196946" y="51505"/>
                </a:lnTo>
                <a:lnTo>
                  <a:pt x="197005" y="51679"/>
                </a:lnTo>
                <a:lnTo>
                  <a:pt x="197061" y="51857"/>
                </a:lnTo>
                <a:lnTo>
                  <a:pt x="197114" y="52041"/>
                </a:lnTo>
                <a:lnTo>
                  <a:pt x="197164" y="52228"/>
                </a:lnTo>
                <a:lnTo>
                  <a:pt x="197211" y="52420"/>
                </a:lnTo>
                <a:lnTo>
                  <a:pt x="197254" y="52617"/>
                </a:lnTo>
                <a:lnTo>
                  <a:pt x="197296" y="52833"/>
                </a:lnTo>
                <a:lnTo>
                  <a:pt x="197336" y="53085"/>
                </a:lnTo>
                <a:lnTo>
                  <a:pt x="197374" y="53371"/>
                </a:lnTo>
                <a:lnTo>
                  <a:pt x="197410" y="53693"/>
                </a:lnTo>
                <a:lnTo>
                  <a:pt x="197445" y="54050"/>
                </a:lnTo>
                <a:lnTo>
                  <a:pt x="197477" y="54442"/>
                </a:lnTo>
                <a:lnTo>
                  <a:pt x="197508" y="54870"/>
                </a:lnTo>
                <a:lnTo>
                  <a:pt x="197538" y="55332"/>
                </a:lnTo>
                <a:lnTo>
                  <a:pt x="197565" y="55830"/>
                </a:lnTo>
                <a:lnTo>
                  <a:pt x="197591" y="56363"/>
                </a:lnTo>
                <a:lnTo>
                  <a:pt x="197615" y="56931"/>
                </a:lnTo>
                <a:lnTo>
                  <a:pt x="197637" y="57534"/>
                </a:lnTo>
                <a:lnTo>
                  <a:pt x="197657" y="58173"/>
                </a:lnTo>
                <a:lnTo>
                  <a:pt x="197676" y="58847"/>
                </a:lnTo>
                <a:lnTo>
                  <a:pt x="197692" y="59556"/>
                </a:lnTo>
                <a:lnTo>
                  <a:pt x="197707" y="60300"/>
                </a:lnTo>
                <a:lnTo>
                  <a:pt x="197721" y="61079"/>
                </a:lnTo>
                <a:lnTo>
                  <a:pt x="197732" y="61893"/>
                </a:lnTo>
                <a:lnTo>
                  <a:pt x="197742" y="62743"/>
                </a:lnTo>
                <a:lnTo>
                  <a:pt x="197750" y="63628"/>
                </a:lnTo>
                <a:lnTo>
                  <a:pt x="197756" y="64548"/>
                </a:lnTo>
                <a:lnTo>
                  <a:pt x="197761" y="65503"/>
                </a:lnTo>
                <a:lnTo>
                  <a:pt x="197763" y="66493"/>
                </a:lnTo>
                <a:lnTo>
                  <a:pt x="197764" y="67519"/>
                </a:lnTo>
                <a:lnTo>
                  <a:pt x="197764" y="95291"/>
                </a:lnTo>
                <a:lnTo>
                  <a:pt x="197763" y="95804"/>
                </a:lnTo>
                <a:lnTo>
                  <a:pt x="197761" y="96300"/>
                </a:lnTo>
                <a:lnTo>
                  <a:pt x="197758" y="96779"/>
                </a:lnTo>
                <a:lnTo>
                  <a:pt x="197753" y="97240"/>
                </a:lnTo>
                <a:lnTo>
                  <a:pt x="197747" y="97685"/>
                </a:lnTo>
                <a:lnTo>
                  <a:pt x="197740" y="98112"/>
                </a:lnTo>
                <a:lnTo>
                  <a:pt x="197731" y="98523"/>
                </a:lnTo>
                <a:lnTo>
                  <a:pt x="197721" y="98916"/>
                </a:lnTo>
                <a:lnTo>
                  <a:pt x="197709" y="99292"/>
                </a:lnTo>
                <a:lnTo>
                  <a:pt x="197696" y="99651"/>
                </a:lnTo>
                <a:lnTo>
                  <a:pt x="197682" y="99992"/>
                </a:lnTo>
                <a:lnTo>
                  <a:pt x="197666" y="100317"/>
                </a:lnTo>
                <a:lnTo>
                  <a:pt x="197649" y="100625"/>
                </a:lnTo>
                <a:lnTo>
                  <a:pt x="197631" y="100915"/>
                </a:lnTo>
                <a:lnTo>
                  <a:pt x="197611" y="101189"/>
                </a:lnTo>
                <a:lnTo>
                  <a:pt x="197590" y="101445"/>
                </a:lnTo>
                <a:lnTo>
                  <a:pt x="197567" y="101684"/>
                </a:lnTo>
                <a:lnTo>
                  <a:pt x="197544" y="101906"/>
                </a:lnTo>
                <a:lnTo>
                  <a:pt x="197518" y="102111"/>
                </a:lnTo>
                <a:lnTo>
                  <a:pt x="197492" y="102299"/>
                </a:lnTo>
                <a:lnTo>
                  <a:pt x="197464" y="102470"/>
                </a:lnTo>
                <a:lnTo>
                  <a:pt x="197435" y="102624"/>
                </a:lnTo>
                <a:lnTo>
                  <a:pt x="197404" y="102760"/>
                </a:lnTo>
                <a:lnTo>
                  <a:pt x="197372" y="102879"/>
                </a:lnTo>
                <a:lnTo>
                  <a:pt x="197305" y="103105"/>
                </a:lnTo>
                <a:lnTo>
                  <a:pt x="197233" y="103326"/>
                </a:lnTo>
                <a:lnTo>
                  <a:pt x="197158" y="103541"/>
                </a:lnTo>
                <a:lnTo>
                  <a:pt x="197078" y="103751"/>
                </a:lnTo>
                <a:lnTo>
                  <a:pt x="196994" y="103956"/>
                </a:lnTo>
                <a:lnTo>
                  <a:pt x="196907" y="104156"/>
                </a:lnTo>
                <a:lnTo>
                  <a:pt x="196815" y="104351"/>
                </a:lnTo>
                <a:lnTo>
                  <a:pt x="196719" y="104540"/>
                </a:lnTo>
                <a:lnTo>
                  <a:pt x="196619" y="104725"/>
                </a:lnTo>
                <a:lnTo>
                  <a:pt x="196515" y="104904"/>
                </a:lnTo>
                <a:lnTo>
                  <a:pt x="196406" y="105078"/>
                </a:lnTo>
                <a:lnTo>
                  <a:pt x="196294" y="105247"/>
                </a:lnTo>
                <a:lnTo>
                  <a:pt x="196178" y="105411"/>
                </a:lnTo>
                <a:lnTo>
                  <a:pt x="196057" y="105569"/>
                </a:lnTo>
                <a:lnTo>
                  <a:pt x="195933" y="105723"/>
                </a:lnTo>
                <a:lnTo>
                  <a:pt x="195804" y="105871"/>
                </a:lnTo>
                <a:lnTo>
                  <a:pt x="195671" y="106014"/>
                </a:lnTo>
                <a:lnTo>
                  <a:pt x="195534" y="106152"/>
                </a:lnTo>
                <a:lnTo>
                  <a:pt x="195394" y="106285"/>
                </a:lnTo>
                <a:lnTo>
                  <a:pt x="195249" y="106412"/>
                </a:lnTo>
                <a:lnTo>
                  <a:pt x="195100" y="106535"/>
                </a:lnTo>
                <a:lnTo>
                  <a:pt x="194946" y="106652"/>
                </a:lnTo>
                <a:lnTo>
                  <a:pt x="194789" y="106764"/>
                </a:lnTo>
                <a:lnTo>
                  <a:pt x="194628" y="106871"/>
                </a:lnTo>
                <a:lnTo>
                  <a:pt x="194401" y="107011"/>
                </a:lnTo>
                <a:lnTo>
                  <a:pt x="194164" y="107145"/>
                </a:lnTo>
                <a:lnTo>
                  <a:pt x="193917" y="107274"/>
                </a:lnTo>
                <a:lnTo>
                  <a:pt x="193661" y="107396"/>
                </a:lnTo>
                <a:lnTo>
                  <a:pt x="193395" y="107513"/>
                </a:lnTo>
                <a:lnTo>
                  <a:pt x="193119" y="107623"/>
                </a:lnTo>
                <a:lnTo>
                  <a:pt x="192833" y="107728"/>
                </a:lnTo>
                <a:lnTo>
                  <a:pt x="192537" y="107826"/>
                </a:lnTo>
                <a:lnTo>
                  <a:pt x="192232" y="107919"/>
                </a:lnTo>
                <a:lnTo>
                  <a:pt x="191916" y="108005"/>
                </a:lnTo>
                <a:lnTo>
                  <a:pt x="191591" y="108086"/>
                </a:lnTo>
                <a:lnTo>
                  <a:pt x="191257" y="108161"/>
                </a:lnTo>
                <a:lnTo>
                  <a:pt x="190912" y="108229"/>
                </a:lnTo>
                <a:lnTo>
                  <a:pt x="190557" y="108292"/>
                </a:lnTo>
                <a:lnTo>
                  <a:pt x="190193" y="108349"/>
                </a:lnTo>
                <a:lnTo>
                  <a:pt x="189819" y="108400"/>
                </a:lnTo>
                <a:lnTo>
                  <a:pt x="189435" y="108444"/>
                </a:lnTo>
                <a:lnTo>
                  <a:pt x="189042" y="108483"/>
                </a:lnTo>
                <a:lnTo>
                  <a:pt x="188638" y="108516"/>
                </a:lnTo>
                <a:lnTo>
                  <a:pt x="188225" y="108543"/>
                </a:lnTo>
                <a:lnTo>
                  <a:pt x="187802" y="108564"/>
                </a:lnTo>
                <a:lnTo>
                  <a:pt x="187369" y="108579"/>
                </a:lnTo>
                <a:lnTo>
                  <a:pt x="186926" y="108588"/>
                </a:lnTo>
                <a:lnTo>
                  <a:pt x="186474" y="108591"/>
                </a:lnTo>
                <a:lnTo>
                  <a:pt x="186474" y="111492"/>
                </a:lnTo>
                <a:lnTo>
                  <a:pt x="223246" y="111492"/>
                </a:lnTo>
                <a:lnTo>
                  <a:pt x="223246" y="108591"/>
                </a:lnTo>
                <a:lnTo>
                  <a:pt x="222845" y="108588"/>
                </a:lnTo>
                <a:lnTo>
                  <a:pt x="222451" y="108581"/>
                </a:lnTo>
                <a:lnTo>
                  <a:pt x="222066" y="108569"/>
                </a:lnTo>
                <a:lnTo>
                  <a:pt x="221689" y="108552"/>
                </a:lnTo>
                <a:lnTo>
                  <a:pt x="221319" y="108530"/>
                </a:lnTo>
                <a:lnTo>
                  <a:pt x="220957" y="108503"/>
                </a:lnTo>
                <a:lnTo>
                  <a:pt x="220603" y="108471"/>
                </a:lnTo>
                <a:lnTo>
                  <a:pt x="220258" y="108435"/>
                </a:lnTo>
                <a:lnTo>
                  <a:pt x="219920" y="108393"/>
                </a:lnTo>
                <a:lnTo>
                  <a:pt x="219590" y="108347"/>
                </a:lnTo>
                <a:lnTo>
                  <a:pt x="219267" y="108295"/>
                </a:lnTo>
                <a:lnTo>
                  <a:pt x="218953" y="108239"/>
                </a:lnTo>
                <a:lnTo>
                  <a:pt x="218647" y="108178"/>
                </a:lnTo>
                <a:lnTo>
                  <a:pt x="218348" y="108112"/>
                </a:lnTo>
                <a:lnTo>
                  <a:pt x="218058" y="108041"/>
                </a:lnTo>
                <a:lnTo>
                  <a:pt x="217775" y="107966"/>
                </a:lnTo>
                <a:lnTo>
                  <a:pt x="217500" y="107885"/>
                </a:lnTo>
                <a:lnTo>
                  <a:pt x="217233" y="107800"/>
                </a:lnTo>
                <a:lnTo>
                  <a:pt x="216974" y="107709"/>
                </a:lnTo>
                <a:lnTo>
                  <a:pt x="216723" y="107614"/>
                </a:lnTo>
                <a:lnTo>
                  <a:pt x="216480" y="107514"/>
                </a:lnTo>
                <a:lnTo>
                  <a:pt x="216244" y="107409"/>
                </a:lnTo>
                <a:lnTo>
                  <a:pt x="216017" y="107299"/>
                </a:lnTo>
                <a:lnTo>
                  <a:pt x="215797" y="107184"/>
                </a:lnTo>
                <a:lnTo>
                  <a:pt x="215584" y="107066"/>
                </a:lnTo>
                <a:lnTo>
                  <a:pt x="215377" y="106945"/>
                </a:lnTo>
                <a:lnTo>
                  <a:pt x="215175" y="106821"/>
                </a:lnTo>
                <a:lnTo>
                  <a:pt x="214978" y="106695"/>
                </a:lnTo>
                <a:lnTo>
                  <a:pt x="214787" y="106567"/>
                </a:lnTo>
                <a:lnTo>
                  <a:pt x="214602" y="106436"/>
                </a:lnTo>
                <a:lnTo>
                  <a:pt x="214421" y="106303"/>
                </a:lnTo>
                <a:lnTo>
                  <a:pt x="214247" y="106167"/>
                </a:lnTo>
                <a:lnTo>
                  <a:pt x="214077" y="106029"/>
                </a:lnTo>
                <a:lnTo>
                  <a:pt x="213913" y="105888"/>
                </a:lnTo>
                <a:lnTo>
                  <a:pt x="213755" y="105745"/>
                </a:lnTo>
                <a:lnTo>
                  <a:pt x="213602" y="105600"/>
                </a:lnTo>
                <a:lnTo>
                  <a:pt x="213454" y="105452"/>
                </a:lnTo>
                <a:lnTo>
                  <a:pt x="213312" y="105301"/>
                </a:lnTo>
                <a:lnTo>
                  <a:pt x="213176" y="105149"/>
                </a:lnTo>
                <a:lnTo>
                  <a:pt x="213044" y="104993"/>
                </a:lnTo>
                <a:lnTo>
                  <a:pt x="212919" y="104836"/>
                </a:lnTo>
                <a:lnTo>
                  <a:pt x="212798" y="104676"/>
                </a:lnTo>
                <a:lnTo>
                  <a:pt x="212683" y="104513"/>
                </a:lnTo>
                <a:lnTo>
                  <a:pt x="212574" y="104348"/>
                </a:lnTo>
                <a:lnTo>
                  <a:pt x="212470" y="104181"/>
                </a:lnTo>
                <a:lnTo>
                  <a:pt x="212371" y="104011"/>
                </a:lnTo>
                <a:lnTo>
                  <a:pt x="212278" y="103838"/>
                </a:lnTo>
                <a:lnTo>
                  <a:pt x="212191" y="103664"/>
                </a:lnTo>
                <a:lnTo>
                  <a:pt x="212069" y="103404"/>
                </a:lnTo>
                <a:lnTo>
                  <a:pt x="211953" y="103135"/>
                </a:lnTo>
                <a:lnTo>
                  <a:pt x="211841" y="102856"/>
                </a:lnTo>
                <a:lnTo>
                  <a:pt x="211735" y="102566"/>
                </a:lnTo>
                <a:lnTo>
                  <a:pt x="211635" y="102267"/>
                </a:lnTo>
                <a:lnTo>
                  <a:pt x="211539" y="101958"/>
                </a:lnTo>
                <a:lnTo>
                  <a:pt x="211448" y="101638"/>
                </a:lnTo>
                <a:lnTo>
                  <a:pt x="211363" y="101309"/>
                </a:lnTo>
                <a:lnTo>
                  <a:pt x="211283" y="100969"/>
                </a:lnTo>
                <a:lnTo>
                  <a:pt x="211208" y="100620"/>
                </a:lnTo>
                <a:lnTo>
                  <a:pt x="211138" y="100260"/>
                </a:lnTo>
                <a:lnTo>
                  <a:pt x="211073" y="99890"/>
                </a:lnTo>
                <a:lnTo>
                  <a:pt x="211014" y="99511"/>
                </a:lnTo>
                <a:lnTo>
                  <a:pt x="210960" y="99121"/>
                </a:lnTo>
                <a:lnTo>
                  <a:pt x="210910" y="98721"/>
                </a:lnTo>
                <a:lnTo>
                  <a:pt x="210866" y="98311"/>
                </a:lnTo>
                <a:lnTo>
                  <a:pt x="210828" y="97891"/>
                </a:lnTo>
                <a:lnTo>
                  <a:pt x="210794" y="97462"/>
                </a:lnTo>
                <a:lnTo>
                  <a:pt x="210766" y="97022"/>
                </a:lnTo>
                <a:lnTo>
                  <a:pt x="210742" y="96572"/>
                </a:lnTo>
                <a:lnTo>
                  <a:pt x="210724" y="96112"/>
                </a:lnTo>
                <a:lnTo>
                  <a:pt x="210711" y="95642"/>
                </a:lnTo>
                <a:lnTo>
                  <a:pt x="210704" y="95162"/>
                </a:lnTo>
                <a:lnTo>
                  <a:pt x="210701" y="94671"/>
                </a:lnTo>
                <a:lnTo>
                  <a:pt x="210701" y="60340"/>
                </a:lnTo>
                <a:lnTo>
                  <a:pt x="211014" y="59735"/>
                </a:lnTo>
                <a:lnTo>
                  <a:pt x="211327" y="59144"/>
                </a:lnTo>
                <a:lnTo>
                  <a:pt x="211638" y="58567"/>
                </a:lnTo>
                <a:lnTo>
                  <a:pt x="211949" y="58005"/>
                </a:lnTo>
                <a:lnTo>
                  <a:pt x="212259" y="57457"/>
                </a:lnTo>
                <a:lnTo>
                  <a:pt x="212568" y="56924"/>
                </a:lnTo>
                <a:lnTo>
                  <a:pt x="212876" y="56405"/>
                </a:lnTo>
                <a:lnTo>
                  <a:pt x="213184" y="55900"/>
                </a:lnTo>
                <a:lnTo>
                  <a:pt x="213490" y="55410"/>
                </a:lnTo>
                <a:lnTo>
                  <a:pt x="213796" y="54934"/>
                </a:lnTo>
                <a:lnTo>
                  <a:pt x="214101" y="54472"/>
                </a:lnTo>
                <a:lnTo>
                  <a:pt x="214406" y="54025"/>
                </a:lnTo>
                <a:lnTo>
                  <a:pt x="214709" y="53593"/>
                </a:lnTo>
                <a:lnTo>
                  <a:pt x="215012" y="53174"/>
                </a:lnTo>
                <a:lnTo>
                  <a:pt x="215313" y="52770"/>
                </a:lnTo>
                <a:lnTo>
                  <a:pt x="215614" y="52381"/>
                </a:lnTo>
                <a:lnTo>
                  <a:pt x="215914" y="52006"/>
                </a:lnTo>
                <a:lnTo>
                  <a:pt x="216214" y="51645"/>
                </a:lnTo>
                <a:lnTo>
                  <a:pt x="216512" y="51298"/>
                </a:lnTo>
                <a:lnTo>
                  <a:pt x="216810" y="50966"/>
                </a:lnTo>
                <a:lnTo>
                  <a:pt x="217107" y="50649"/>
                </a:lnTo>
                <a:lnTo>
                  <a:pt x="217403" y="50346"/>
                </a:lnTo>
                <a:lnTo>
                  <a:pt x="217698" y="50057"/>
                </a:lnTo>
                <a:lnTo>
                  <a:pt x="217993" y="49782"/>
                </a:lnTo>
                <a:lnTo>
                  <a:pt x="218129" y="49655"/>
                </a:lnTo>
                <a:lnTo>
                  <a:pt x="218265" y="49533"/>
                </a:lnTo>
                <a:lnTo>
                  <a:pt x="218401" y="49416"/>
                </a:lnTo>
                <a:lnTo>
                  <a:pt x="218535" y="49305"/>
                </a:lnTo>
                <a:lnTo>
                  <a:pt x="218668" y="49199"/>
                </a:lnTo>
                <a:lnTo>
                  <a:pt x="218801" y="49098"/>
                </a:lnTo>
                <a:lnTo>
                  <a:pt x="218933" y="49003"/>
                </a:lnTo>
                <a:lnTo>
                  <a:pt x="219064" y="48914"/>
                </a:lnTo>
                <a:lnTo>
                  <a:pt x="219194" y="48830"/>
                </a:lnTo>
                <a:lnTo>
                  <a:pt x="219324" y="48751"/>
                </a:lnTo>
                <a:lnTo>
                  <a:pt x="219452" y="48678"/>
                </a:lnTo>
                <a:lnTo>
                  <a:pt x="219580" y="48610"/>
                </a:lnTo>
                <a:lnTo>
                  <a:pt x="219707" y="48547"/>
                </a:lnTo>
                <a:lnTo>
                  <a:pt x="219833" y="48490"/>
                </a:lnTo>
                <a:lnTo>
                  <a:pt x="219959" y="48439"/>
                </a:lnTo>
                <a:lnTo>
                  <a:pt x="220083" y="48393"/>
                </a:lnTo>
                <a:lnTo>
                  <a:pt x="220207" y="48352"/>
                </a:lnTo>
                <a:lnTo>
                  <a:pt x="220330" y="48317"/>
                </a:lnTo>
                <a:lnTo>
                  <a:pt x="220452" y="48287"/>
                </a:lnTo>
                <a:lnTo>
                  <a:pt x="220573" y="48262"/>
                </a:lnTo>
                <a:lnTo>
                  <a:pt x="220694" y="48243"/>
                </a:lnTo>
                <a:lnTo>
                  <a:pt x="220814" y="48230"/>
                </a:lnTo>
                <a:lnTo>
                  <a:pt x="220932" y="48222"/>
                </a:lnTo>
                <a:lnTo>
                  <a:pt x="221050" y="48219"/>
                </a:lnTo>
                <a:lnTo>
                  <a:pt x="221191" y="48224"/>
                </a:lnTo>
                <a:lnTo>
                  <a:pt x="221337" y="48238"/>
                </a:lnTo>
                <a:lnTo>
                  <a:pt x="221490" y="48261"/>
                </a:lnTo>
                <a:lnTo>
                  <a:pt x="221648" y="48294"/>
                </a:lnTo>
                <a:lnTo>
                  <a:pt x="221813" y="48336"/>
                </a:lnTo>
                <a:lnTo>
                  <a:pt x="221984" y="48388"/>
                </a:lnTo>
                <a:lnTo>
                  <a:pt x="222161" y="48449"/>
                </a:lnTo>
                <a:lnTo>
                  <a:pt x="222344" y="48520"/>
                </a:lnTo>
                <a:lnTo>
                  <a:pt x="222533" y="48599"/>
                </a:lnTo>
                <a:lnTo>
                  <a:pt x="222729" y="48689"/>
                </a:lnTo>
                <a:lnTo>
                  <a:pt x="222930" y="48787"/>
                </a:lnTo>
                <a:lnTo>
                  <a:pt x="223138" y="48895"/>
                </a:lnTo>
                <a:lnTo>
                  <a:pt x="223352" y="49013"/>
                </a:lnTo>
                <a:lnTo>
                  <a:pt x="223572" y="49139"/>
                </a:lnTo>
                <a:lnTo>
                  <a:pt x="223798" y="49276"/>
                </a:lnTo>
                <a:lnTo>
                  <a:pt x="224030" y="49421"/>
                </a:lnTo>
                <a:lnTo>
                  <a:pt x="224268" y="49576"/>
                </a:lnTo>
                <a:lnTo>
                  <a:pt x="224512" y="49741"/>
                </a:lnTo>
                <a:lnTo>
                  <a:pt x="224763" y="49914"/>
                </a:lnTo>
                <a:lnTo>
                  <a:pt x="225020" y="50097"/>
                </a:lnTo>
                <a:lnTo>
                  <a:pt x="225282" y="50290"/>
                </a:lnTo>
                <a:lnTo>
                  <a:pt x="225551" y="50492"/>
                </a:lnTo>
                <a:lnTo>
                  <a:pt x="225826" y="50703"/>
                </a:lnTo>
                <a:lnTo>
                  <a:pt x="226107" y="50924"/>
                </a:lnTo>
                <a:lnTo>
                  <a:pt x="226391" y="51145"/>
                </a:lnTo>
                <a:lnTo>
                  <a:pt x="226671" y="51356"/>
                </a:lnTo>
                <a:lnTo>
                  <a:pt x="226950" y="51558"/>
                </a:lnTo>
                <a:lnTo>
                  <a:pt x="227226" y="51750"/>
                </a:lnTo>
                <a:lnTo>
                  <a:pt x="227500" y="51934"/>
                </a:lnTo>
                <a:lnTo>
                  <a:pt x="227771" y="52107"/>
                </a:lnTo>
                <a:lnTo>
                  <a:pt x="228040" y="52272"/>
                </a:lnTo>
                <a:lnTo>
                  <a:pt x="228307" y="52427"/>
                </a:lnTo>
                <a:lnTo>
                  <a:pt x="228572" y="52572"/>
                </a:lnTo>
                <a:lnTo>
                  <a:pt x="228834" y="52709"/>
                </a:lnTo>
                <a:lnTo>
                  <a:pt x="229094" y="52835"/>
                </a:lnTo>
                <a:lnTo>
                  <a:pt x="229351" y="52953"/>
                </a:lnTo>
                <a:lnTo>
                  <a:pt x="229607" y="53061"/>
                </a:lnTo>
                <a:lnTo>
                  <a:pt x="229860" y="53159"/>
                </a:lnTo>
                <a:lnTo>
                  <a:pt x="230110" y="53249"/>
                </a:lnTo>
                <a:lnTo>
                  <a:pt x="230359" y="53328"/>
                </a:lnTo>
                <a:lnTo>
                  <a:pt x="230605" y="53399"/>
                </a:lnTo>
                <a:lnTo>
                  <a:pt x="230849" y="53460"/>
                </a:lnTo>
                <a:lnTo>
                  <a:pt x="231090" y="53512"/>
                </a:lnTo>
                <a:lnTo>
                  <a:pt x="231329" y="53554"/>
                </a:lnTo>
                <a:lnTo>
                  <a:pt x="231566" y="53587"/>
                </a:lnTo>
                <a:lnTo>
                  <a:pt x="231800" y="53610"/>
                </a:lnTo>
                <a:lnTo>
                  <a:pt x="232032" y="53624"/>
                </a:lnTo>
                <a:lnTo>
                  <a:pt x="232262" y="53629"/>
                </a:lnTo>
                <a:lnTo>
                  <a:pt x="232496" y="53625"/>
                </a:lnTo>
                <a:lnTo>
                  <a:pt x="232727" y="53614"/>
                </a:lnTo>
                <a:lnTo>
                  <a:pt x="232956" y="53596"/>
                </a:lnTo>
                <a:lnTo>
                  <a:pt x="233181" y="53570"/>
                </a:lnTo>
                <a:lnTo>
                  <a:pt x="233404" y="53537"/>
                </a:lnTo>
                <a:lnTo>
                  <a:pt x="233625" y="53497"/>
                </a:lnTo>
                <a:lnTo>
                  <a:pt x="233842" y="53449"/>
                </a:lnTo>
                <a:lnTo>
                  <a:pt x="234057" y="53394"/>
                </a:lnTo>
                <a:lnTo>
                  <a:pt x="234269" y="53331"/>
                </a:lnTo>
                <a:lnTo>
                  <a:pt x="234478" y="53261"/>
                </a:lnTo>
                <a:lnTo>
                  <a:pt x="234685" y="53184"/>
                </a:lnTo>
                <a:lnTo>
                  <a:pt x="234889" y="53100"/>
                </a:lnTo>
                <a:lnTo>
                  <a:pt x="235090" y="53008"/>
                </a:lnTo>
                <a:lnTo>
                  <a:pt x="235288" y="52909"/>
                </a:lnTo>
                <a:lnTo>
                  <a:pt x="235484" y="52802"/>
                </a:lnTo>
                <a:lnTo>
                  <a:pt x="235677" y="52688"/>
                </a:lnTo>
                <a:lnTo>
                  <a:pt x="235868" y="52567"/>
                </a:lnTo>
                <a:lnTo>
                  <a:pt x="236055" y="52438"/>
                </a:lnTo>
                <a:lnTo>
                  <a:pt x="236240" y="52302"/>
                </a:lnTo>
                <a:lnTo>
                  <a:pt x="236422" y="52159"/>
                </a:lnTo>
                <a:lnTo>
                  <a:pt x="236601" y="52008"/>
                </a:lnTo>
                <a:lnTo>
                  <a:pt x="236778" y="51850"/>
                </a:lnTo>
                <a:lnTo>
                  <a:pt x="236952" y="51685"/>
                </a:lnTo>
                <a:lnTo>
                  <a:pt x="237123" y="51512"/>
                </a:lnTo>
                <a:lnTo>
                  <a:pt x="237290" y="51334"/>
                </a:lnTo>
                <a:lnTo>
                  <a:pt x="237449" y="51153"/>
                </a:lnTo>
                <a:lnTo>
                  <a:pt x="237601" y="50968"/>
                </a:lnTo>
                <a:lnTo>
                  <a:pt x="237746" y="50780"/>
                </a:lnTo>
                <a:lnTo>
                  <a:pt x="237884" y="50589"/>
                </a:lnTo>
                <a:lnTo>
                  <a:pt x="238015" y="50395"/>
                </a:lnTo>
                <a:lnTo>
                  <a:pt x="238139" y="50197"/>
                </a:lnTo>
                <a:lnTo>
                  <a:pt x="238256" y="49996"/>
                </a:lnTo>
                <a:lnTo>
                  <a:pt x="238366" y="49792"/>
                </a:lnTo>
                <a:lnTo>
                  <a:pt x="238468" y="49585"/>
                </a:lnTo>
                <a:lnTo>
                  <a:pt x="238564" y="49374"/>
                </a:lnTo>
                <a:lnTo>
                  <a:pt x="238652" y="49160"/>
                </a:lnTo>
                <a:lnTo>
                  <a:pt x="238734" y="48943"/>
                </a:lnTo>
                <a:lnTo>
                  <a:pt x="238808" y="48722"/>
                </a:lnTo>
                <a:lnTo>
                  <a:pt x="238875" y="48498"/>
                </a:lnTo>
                <a:lnTo>
                  <a:pt x="238935" y="48271"/>
                </a:lnTo>
                <a:lnTo>
                  <a:pt x="238988" y="48041"/>
                </a:lnTo>
                <a:lnTo>
                  <a:pt x="239034" y="47807"/>
                </a:lnTo>
                <a:lnTo>
                  <a:pt x="239073" y="47571"/>
                </a:lnTo>
                <a:lnTo>
                  <a:pt x="239105" y="47330"/>
                </a:lnTo>
                <a:lnTo>
                  <a:pt x="239130" y="47087"/>
                </a:lnTo>
                <a:lnTo>
                  <a:pt x="239148" y="46840"/>
                </a:lnTo>
                <a:lnTo>
                  <a:pt x="239158" y="46590"/>
                </a:lnTo>
                <a:lnTo>
                  <a:pt x="239160" y="46455"/>
                </a:lnTo>
                <a:lnTo>
                  <a:pt x="240312" y="49214"/>
                </a:lnTo>
                <a:lnTo>
                  <a:pt x="240565" y="49118"/>
                </a:lnTo>
                <a:lnTo>
                  <a:pt x="240815" y="49026"/>
                </a:lnTo>
                <a:lnTo>
                  <a:pt x="241063" y="48939"/>
                </a:lnTo>
                <a:lnTo>
                  <a:pt x="241307" y="48855"/>
                </a:lnTo>
                <a:lnTo>
                  <a:pt x="241548" y="48776"/>
                </a:lnTo>
                <a:lnTo>
                  <a:pt x="241787" y="48700"/>
                </a:lnTo>
                <a:lnTo>
                  <a:pt x="242022" y="48629"/>
                </a:lnTo>
                <a:lnTo>
                  <a:pt x="242254" y="48562"/>
                </a:lnTo>
                <a:lnTo>
                  <a:pt x="242484" y="48499"/>
                </a:lnTo>
                <a:lnTo>
                  <a:pt x="242710" y="48440"/>
                </a:lnTo>
                <a:lnTo>
                  <a:pt x="242933" y="48384"/>
                </a:lnTo>
                <a:lnTo>
                  <a:pt x="243154" y="48334"/>
                </a:lnTo>
                <a:lnTo>
                  <a:pt x="243371" y="48287"/>
                </a:lnTo>
                <a:lnTo>
                  <a:pt x="243586" y="48244"/>
                </a:lnTo>
                <a:lnTo>
                  <a:pt x="243797" y="48205"/>
                </a:lnTo>
                <a:lnTo>
                  <a:pt x="244005" y="48171"/>
                </a:lnTo>
                <a:lnTo>
                  <a:pt x="244211" y="48140"/>
                </a:lnTo>
                <a:lnTo>
                  <a:pt x="244413" y="48113"/>
                </a:lnTo>
                <a:lnTo>
                  <a:pt x="244613" y="48091"/>
                </a:lnTo>
                <a:lnTo>
                  <a:pt x="244809" y="48073"/>
                </a:lnTo>
                <a:lnTo>
                  <a:pt x="245002" y="48058"/>
                </a:lnTo>
                <a:lnTo>
                  <a:pt x="245193" y="48048"/>
                </a:lnTo>
                <a:lnTo>
                  <a:pt x="245380" y="48042"/>
                </a:lnTo>
                <a:lnTo>
                  <a:pt x="245565" y="48040"/>
                </a:lnTo>
                <a:lnTo>
                  <a:pt x="245733" y="48042"/>
                </a:lnTo>
                <a:lnTo>
                  <a:pt x="245899" y="48047"/>
                </a:lnTo>
                <a:lnTo>
                  <a:pt x="246061" y="48056"/>
                </a:lnTo>
                <a:lnTo>
                  <a:pt x="246221" y="48068"/>
                </a:lnTo>
                <a:lnTo>
                  <a:pt x="246378" y="48084"/>
                </a:lnTo>
                <a:lnTo>
                  <a:pt x="246532" y="48104"/>
                </a:lnTo>
                <a:lnTo>
                  <a:pt x="246684" y="48127"/>
                </a:lnTo>
                <a:lnTo>
                  <a:pt x="246832" y="48153"/>
                </a:lnTo>
                <a:lnTo>
                  <a:pt x="246978" y="48183"/>
                </a:lnTo>
                <a:lnTo>
                  <a:pt x="247121" y="48217"/>
                </a:lnTo>
                <a:lnTo>
                  <a:pt x="247260" y="48254"/>
                </a:lnTo>
                <a:lnTo>
                  <a:pt x="247397" y="48294"/>
                </a:lnTo>
                <a:lnTo>
                  <a:pt x="247532" y="48338"/>
                </a:lnTo>
                <a:lnTo>
                  <a:pt x="247663" y="48386"/>
                </a:lnTo>
                <a:lnTo>
                  <a:pt x="247791" y="48437"/>
                </a:lnTo>
                <a:lnTo>
                  <a:pt x="247917" y="48492"/>
                </a:lnTo>
                <a:lnTo>
                  <a:pt x="248040" y="48550"/>
                </a:lnTo>
                <a:lnTo>
                  <a:pt x="248159" y="48612"/>
                </a:lnTo>
                <a:lnTo>
                  <a:pt x="248276" y="48677"/>
                </a:lnTo>
                <a:lnTo>
                  <a:pt x="248391" y="48746"/>
                </a:lnTo>
                <a:lnTo>
                  <a:pt x="248502" y="48819"/>
                </a:lnTo>
                <a:lnTo>
                  <a:pt x="248610" y="48895"/>
                </a:lnTo>
                <a:lnTo>
                  <a:pt x="248716" y="48974"/>
                </a:lnTo>
                <a:lnTo>
                  <a:pt x="248818" y="49057"/>
                </a:lnTo>
                <a:lnTo>
                  <a:pt x="248919" y="49145"/>
                </a:lnTo>
                <a:lnTo>
                  <a:pt x="249017" y="49239"/>
                </a:lnTo>
                <a:lnTo>
                  <a:pt x="249113" y="49339"/>
                </a:lnTo>
                <a:lnTo>
                  <a:pt x="249206" y="49446"/>
                </a:lnTo>
                <a:lnTo>
                  <a:pt x="249298" y="49559"/>
                </a:lnTo>
                <a:lnTo>
                  <a:pt x="249387" y="49678"/>
                </a:lnTo>
                <a:lnTo>
                  <a:pt x="249474" y="49803"/>
                </a:lnTo>
                <a:lnTo>
                  <a:pt x="249559" y="49935"/>
                </a:lnTo>
                <a:lnTo>
                  <a:pt x="249642" y="50073"/>
                </a:lnTo>
                <a:lnTo>
                  <a:pt x="249722" y="50217"/>
                </a:lnTo>
                <a:lnTo>
                  <a:pt x="249801" y="50367"/>
                </a:lnTo>
                <a:lnTo>
                  <a:pt x="249877" y="50524"/>
                </a:lnTo>
                <a:lnTo>
                  <a:pt x="249951" y="50687"/>
                </a:lnTo>
                <a:lnTo>
                  <a:pt x="250023" y="50856"/>
                </a:lnTo>
                <a:lnTo>
                  <a:pt x="250093" y="51031"/>
                </a:lnTo>
                <a:lnTo>
                  <a:pt x="250160" y="51213"/>
                </a:lnTo>
                <a:lnTo>
                  <a:pt x="250225" y="51401"/>
                </a:lnTo>
                <a:lnTo>
                  <a:pt x="250289" y="51595"/>
                </a:lnTo>
                <a:lnTo>
                  <a:pt x="250350" y="51796"/>
                </a:lnTo>
                <a:lnTo>
                  <a:pt x="250408" y="52002"/>
                </a:lnTo>
                <a:lnTo>
                  <a:pt x="250465" y="52215"/>
                </a:lnTo>
                <a:lnTo>
                  <a:pt x="250519" y="52434"/>
                </a:lnTo>
                <a:lnTo>
                  <a:pt x="250572" y="52660"/>
                </a:lnTo>
                <a:lnTo>
                  <a:pt x="250622" y="52891"/>
                </a:lnTo>
                <a:lnTo>
                  <a:pt x="250670" y="53144"/>
                </a:lnTo>
                <a:lnTo>
                  <a:pt x="250716" y="53431"/>
                </a:lnTo>
                <a:lnTo>
                  <a:pt x="250760" y="53753"/>
                </a:lnTo>
                <a:lnTo>
                  <a:pt x="250801" y="54110"/>
                </a:lnTo>
                <a:lnTo>
                  <a:pt x="250841" y="54502"/>
                </a:lnTo>
                <a:lnTo>
                  <a:pt x="250879" y="54930"/>
                </a:lnTo>
                <a:lnTo>
                  <a:pt x="250915" y="55392"/>
                </a:lnTo>
                <a:lnTo>
                  <a:pt x="250948" y="55890"/>
                </a:lnTo>
                <a:lnTo>
                  <a:pt x="250980" y="56422"/>
                </a:lnTo>
                <a:lnTo>
                  <a:pt x="251010" y="56990"/>
                </a:lnTo>
                <a:lnTo>
                  <a:pt x="251037" y="57592"/>
                </a:lnTo>
                <a:lnTo>
                  <a:pt x="251063" y="58230"/>
                </a:lnTo>
                <a:lnTo>
                  <a:pt x="251086" y="58902"/>
                </a:lnTo>
                <a:lnTo>
                  <a:pt x="251108" y="59610"/>
                </a:lnTo>
                <a:lnTo>
                  <a:pt x="251127" y="60353"/>
                </a:lnTo>
                <a:lnTo>
                  <a:pt x="251144" y="61130"/>
                </a:lnTo>
                <a:lnTo>
                  <a:pt x="251160" y="61943"/>
                </a:lnTo>
                <a:lnTo>
                  <a:pt x="251173" y="62791"/>
                </a:lnTo>
                <a:lnTo>
                  <a:pt x="251184" y="63674"/>
                </a:lnTo>
                <a:lnTo>
                  <a:pt x="251194" y="64592"/>
                </a:lnTo>
                <a:lnTo>
                  <a:pt x="251201" y="65545"/>
                </a:lnTo>
                <a:lnTo>
                  <a:pt x="251206" y="66533"/>
                </a:lnTo>
                <a:lnTo>
                  <a:pt x="251209" y="67556"/>
                </a:lnTo>
                <a:lnTo>
                  <a:pt x="251210" y="68614"/>
                </a:lnTo>
                <a:lnTo>
                  <a:pt x="251210" y="95213"/>
                </a:lnTo>
                <a:lnTo>
                  <a:pt x="251207" y="95856"/>
                </a:lnTo>
                <a:lnTo>
                  <a:pt x="251196" y="96482"/>
                </a:lnTo>
                <a:lnTo>
                  <a:pt x="251180" y="97090"/>
                </a:lnTo>
                <a:lnTo>
                  <a:pt x="251156" y="97681"/>
                </a:lnTo>
                <a:lnTo>
                  <a:pt x="251126" y="98254"/>
                </a:lnTo>
                <a:lnTo>
                  <a:pt x="251090" y="98809"/>
                </a:lnTo>
                <a:lnTo>
                  <a:pt x="251046" y="99347"/>
                </a:lnTo>
                <a:lnTo>
                  <a:pt x="250996" y="99868"/>
                </a:lnTo>
                <a:lnTo>
                  <a:pt x="250940" y="100371"/>
                </a:lnTo>
                <a:lnTo>
                  <a:pt x="250876" y="100857"/>
                </a:lnTo>
                <a:lnTo>
                  <a:pt x="250806" y="101325"/>
                </a:lnTo>
                <a:lnTo>
                  <a:pt x="250730" y="101775"/>
                </a:lnTo>
                <a:lnTo>
                  <a:pt x="250646" y="102208"/>
                </a:lnTo>
                <a:lnTo>
                  <a:pt x="250556" y="102624"/>
                </a:lnTo>
                <a:lnTo>
                  <a:pt x="250459" y="103021"/>
                </a:lnTo>
                <a:lnTo>
                  <a:pt x="250356" y="103402"/>
                </a:lnTo>
                <a:lnTo>
                  <a:pt x="250246" y="103765"/>
                </a:lnTo>
                <a:lnTo>
                  <a:pt x="250129" y="104110"/>
                </a:lnTo>
                <a:lnTo>
                  <a:pt x="250006" y="104438"/>
                </a:lnTo>
                <a:lnTo>
                  <a:pt x="249876" y="104748"/>
                </a:lnTo>
                <a:lnTo>
                  <a:pt x="249739" y="105041"/>
                </a:lnTo>
                <a:lnTo>
                  <a:pt x="249596" y="105317"/>
                </a:lnTo>
                <a:lnTo>
                  <a:pt x="249446" y="105574"/>
                </a:lnTo>
                <a:lnTo>
                  <a:pt x="249289" y="105815"/>
                </a:lnTo>
                <a:lnTo>
                  <a:pt x="249123" y="106041"/>
                </a:lnTo>
                <a:lnTo>
                  <a:pt x="248944" y="106258"/>
                </a:lnTo>
                <a:lnTo>
                  <a:pt x="248753" y="106465"/>
                </a:lnTo>
                <a:lnTo>
                  <a:pt x="248550" y="106663"/>
                </a:lnTo>
                <a:lnTo>
                  <a:pt x="248334" y="106851"/>
                </a:lnTo>
                <a:lnTo>
                  <a:pt x="248105" y="107029"/>
                </a:lnTo>
                <a:lnTo>
                  <a:pt x="247865" y="107198"/>
                </a:lnTo>
                <a:lnTo>
                  <a:pt x="247612" y="107357"/>
                </a:lnTo>
                <a:lnTo>
                  <a:pt x="247347" y="107506"/>
                </a:lnTo>
                <a:lnTo>
                  <a:pt x="247069" y="107646"/>
                </a:lnTo>
                <a:lnTo>
                  <a:pt x="246779" y="107776"/>
                </a:lnTo>
                <a:lnTo>
                  <a:pt x="246476" y="107897"/>
                </a:lnTo>
                <a:lnTo>
                  <a:pt x="246161" y="108008"/>
                </a:lnTo>
                <a:lnTo>
                  <a:pt x="245834" y="108109"/>
                </a:lnTo>
                <a:lnTo>
                  <a:pt x="245494" y="108200"/>
                </a:lnTo>
                <a:lnTo>
                  <a:pt x="245142" y="108282"/>
                </a:lnTo>
                <a:lnTo>
                  <a:pt x="244778" y="108355"/>
                </a:lnTo>
                <a:lnTo>
                  <a:pt x="244401" y="108417"/>
                </a:lnTo>
                <a:lnTo>
                  <a:pt x="244012" y="108470"/>
                </a:lnTo>
                <a:lnTo>
                  <a:pt x="243610" y="108514"/>
                </a:lnTo>
                <a:lnTo>
                  <a:pt x="243196" y="108547"/>
                </a:lnTo>
                <a:lnTo>
                  <a:pt x="242770" y="108571"/>
                </a:lnTo>
                <a:lnTo>
                  <a:pt x="242331" y="108586"/>
                </a:lnTo>
                <a:lnTo>
                  <a:pt x="241880" y="108591"/>
                </a:lnTo>
                <a:lnTo>
                  <a:pt x="240312" y="108591"/>
                </a:lnTo>
                <a:lnTo>
                  <a:pt x="240312" y="111492"/>
                </a:lnTo>
                <a:lnTo>
                  <a:pt x="275829" y="111492"/>
                </a:lnTo>
                <a:lnTo>
                  <a:pt x="275829" y="108591"/>
                </a:lnTo>
                <a:lnTo>
                  <a:pt x="275346" y="108589"/>
                </a:lnTo>
                <a:lnTo>
                  <a:pt x="274876" y="108583"/>
                </a:lnTo>
                <a:lnTo>
                  <a:pt x="274421" y="108574"/>
                </a:lnTo>
                <a:lnTo>
                  <a:pt x="273979" y="108562"/>
                </a:lnTo>
                <a:lnTo>
                  <a:pt x="273551" y="108545"/>
                </a:lnTo>
                <a:lnTo>
                  <a:pt x="273136" y="108525"/>
                </a:lnTo>
                <a:lnTo>
                  <a:pt x="272736" y="108501"/>
                </a:lnTo>
                <a:lnTo>
                  <a:pt x="272349" y="108474"/>
                </a:lnTo>
                <a:lnTo>
                  <a:pt x="271975" y="108443"/>
                </a:lnTo>
                <a:lnTo>
                  <a:pt x="271616" y="108408"/>
                </a:lnTo>
                <a:lnTo>
                  <a:pt x="271270" y="108369"/>
                </a:lnTo>
                <a:lnTo>
                  <a:pt x="270938" y="108327"/>
                </a:lnTo>
                <a:lnTo>
                  <a:pt x="270620" y="108282"/>
                </a:lnTo>
                <a:lnTo>
                  <a:pt x="270316" y="108232"/>
                </a:lnTo>
                <a:lnTo>
                  <a:pt x="270025" y="108179"/>
                </a:lnTo>
                <a:lnTo>
                  <a:pt x="269748" y="108123"/>
                </a:lnTo>
                <a:lnTo>
                  <a:pt x="269485" y="108062"/>
                </a:lnTo>
                <a:lnTo>
                  <a:pt x="269236" y="107998"/>
                </a:lnTo>
                <a:lnTo>
                  <a:pt x="269000" y="107930"/>
                </a:lnTo>
                <a:lnTo>
                  <a:pt x="268778" y="107859"/>
                </a:lnTo>
                <a:lnTo>
                  <a:pt x="268570" y="107784"/>
                </a:lnTo>
                <a:lnTo>
                  <a:pt x="268375" y="107705"/>
                </a:lnTo>
                <a:lnTo>
                  <a:pt x="268195" y="107623"/>
                </a:lnTo>
                <a:lnTo>
                  <a:pt x="268028" y="107537"/>
                </a:lnTo>
                <a:lnTo>
                  <a:pt x="267869" y="107447"/>
                </a:lnTo>
                <a:lnTo>
                  <a:pt x="267713" y="107353"/>
                </a:lnTo>
                <a:lnTo>
                  <a:pt x="267560" y="107255"/>
                </a:lnTo>
                <a:lnTo>
                  <a:pt x="267410" y="107152"/>
                </a:lnTo>
                <a:lnTo>
                  <a:pt x="267263" y="107046"/>
                </a:lnTo>
                <a:lnTo>
                  <a:pt x="267119" y="106935"/>
                </a:lnTo>
                <a:lnTo>
                  <a:pt x="266977" y="106820"/>
                </a:lnTo>
                <a:lnTo>
                  <a:pt x="266839" y="106701"/>
                </a:lnTo>
                <a:lnTo>
                  <a:pt x="266703" y="106577"/>
                </a:lnTo>
                <a:lnTo>
                  <a:pt x="266570" y="106450"/>
                </a:lnTo>
                <a:lnTo>
                  <a:pt x="266440" y="106318"/>
                </a:lnTo>
                <a:lnTo>
                  <a:pt x="266313" y="106182"/>
                </a:lnTo>
                <a:lnTo>
                  <a:pt x="266188" y="106041"/>
                </a:lnTo>
                <a:lnTo>
                  <a:pt x="266067" y="105897"/>
                </a:lnTo>
                <a:lnTo>
                  <a:pt x="265948" y="105748"/>
                </a:lnTo>
                <a:lnTo>
                  <a:pt x="265832" y="105596"/>
                </a:lnTo>
                <a:lnTo>
                  <a:pt x="265719" y="105439"/>
                </a:lnTo>
                <a:lnTo>
                  <a:pt x="265609" y="105277"/>
                </a:lnTo>
                <a:lnTo>
                  <a:pt x="265502" y="105112"/>
                </a:lnTo>
                <a:lnTo>
                  <a:pt x="265398" y="104942"/>
                </a:lnTo>
                <a:lnTo>
                  <a:pt x="265296" y="104769"/>
                </a:lnTo>
                <a:lnTo>
                  <a:pt x="265198" y="104591"/>
                </a:lnTo>
                <a:lnTo>
                  <a:pt x="265102" y="104409"/>
                </a:lnTo>
                <a:lnTo>
                  <a:pt x="265009" y="104222"/>
                </a:lnTo>
                <a:lnTo>
                  <a:pt x="264939" y="104070"/>
                </a:lnTo>
                <a:lnTo>
                  <a:pt x="264871" y="103898"/>
                </a:lnTo>
                <a:lnTo>
                  <a:pt x="264807" y="103707"/>
                </a:lnTo>
                <a:lnTo>
                  <a:pt x="264746" y="103497"/>
                </a:lnTo>
                <a:lnTo>
                  <a:pt x="264687" y="103267"/>
                </a:lnTo>
                <a:lnTo>
                  <a:pt x="264632" y="103018"/>
                </a:lnTo>
                <a:lnTo>
                  <a:pt x="264579" y="102750"/>
                </a:lnTo>
                <a:lnTo>
                  <a:pt x="264530" y="102463"/>
                </a:lnTo>
                <a:lnTo>
                  <a:pt x="264484" y="102157"/>
                </a:lnTo>
                <a:lnTo>
                  <a:pt x="264440" y="101831"/>
                </a:lnTo>
                <a:lnTo>
                  <a:pt x="264400" y="101486"/>
                </a:lnTo>
                <a:lnTo>
                  <a:pt x="264362" y="101122"/>
                </a:lnTo>
                <a:lnTo>
                  <a:pt x="264328" y="100739"/>
                </a:lnTo>
                <a:lnTo>
                  <a:pt x="264296" y="100336"/>
                </a:lnTo>
                <a:lnTo>
                  <a:pt x="264268" y="99914"/>
                </a:lnTo>
                <a:lnTo>
                  <a:pt x="264242" y="99473"/>
                </a:lnTo>
                <a:lnTo>
                  <a:pt x="264220" y="99013"/>
                </a:lnTo>
                <a:lnTo>
                  <a:pt x="264201" y="98533"/>
                </a:lnTo>
                <a:lnTo>
                  <a:pt x="264184" y="98035"/>
                </a:lnTo>
                <a:lnTo>
                  <a:pt x="264171" y="97517"/>
                </a:lnTo>
                <a:lnTo>
                  <a:pt x="264160" y="96979"/>
                </a:lnTo>
                <a:lnTo>
                  <a:pt x="264153" y="96423"/>
                </a:lnTo>
                <a:lnTo>
                  <a:pt x="264148" y="95847"/>
                </a:lnTo>
                <a:lnTo>
                  <a:pt x="264147" y="95252"/>
                </a:lnTo>
                <a:lnTo>
                  <a:pt x="264147" y="57576"/>
                </a:lnTo>
                <a:lnTo>
                  <a:pt x="264918" y="56749"/>
                </a:lnTo>
                <a:lnTo>
                  <a:pt x="265689" y="55956"/>
                </a:lnTo>
                <a:lnTo>
                  <a:pt x="266461" y="55199"/>
                </a:lnTo>
                <a:lnTo>
                  <a:pt x="267233" y="54477"/>
                </a:lnTo>
                <a:lnTo>
                  <a:pt x="268005" y="53791"/>
                </a:lnTo>
                <a:lnTo>
                  <a:pt x="268777" y="53139"/>
                </a:lnTo>
                <a:lnTo>
                  <a:pt x="269550" y="52523"/>
                </a:lnTo>
                <a:lnTo>
                  <a:pt x="270323" y="51942"/>
                </a:lnTo>
                <a:lnTo>
                  <a:pt x="271096" y="51396"/>
                </a:lnTo>
                <a:lnTo>
                  <a:pt x="271870" y="50886"/>
                </a:lnTo>
                <a:lnTo>
                  <a:pt x="272644" y="50410"/>
                </a:lnTo>
                <a:lnTo>
                  <a:pt x="273418" y="49970"/>
                </a:lnTo>
                <a:lnTo>
                  <a:pt x="274192" y="49565"/>
                </a:lnTo>
                <a:lnTo>
                  <a:pt x="274967" y="49196"/>
                </a:lnTo>
                <a:lnTo>
                  <a:pt x="275742" y="48861"/>
                </a:lnTo>
                <a:lnTo>
                  <a:pt x="276517" y="48562"/>
                </a:lnTo>
                <a:lnTo>
                  <a:pt x="277293" y="48298"/>
                </a:lnTo>
                <a:lnTo>
                  <a:pt x="278068" y="48069"/>
                </a:lnTo>
                <a:lnTo>
                  <a:pt x="278844" y="47875"/>
                </a:lnTo>
                <a:lnTo>
                  <a:pt x="279621" y="47717"/>
                </a:lnTo>
                <a:lnTo>
                  <a:pt x="280397" y="47593"/>
                </a:lnTo>
                <a:lnTo>
                  <a:pt x="281174" y="47505"/>
                </a:lnTo>
                <a:lnTo>
                  <a:pt x="281951" y="47453"/>
                </a:lnTo>
                <a:lnTo>
                  <a:pt x="282729" y="47435"/>
                </a:lnTo>
                <a:lnTo>
                  <a:pt x="283226" y="47443"/>
                </a:lnTo>
                <a:lnTo>
                  <a:pt x="283711" y="47466"/>
                </a:lnTo>
                <a:lnTo>
                  <a:pt x="284183" y="47504"/>
                </a:lnTo>
                <a:lnTo>
                  <a:pt x="284644" y="47557"/>
                </a:lnTo>
                <a:lnTo>
                  <a:pt x="285093" y="47626"/>
                </a:lnTo>
                <a:lnTo>
                  <a:pt x="285529" y="47710"/>
                </a:lnTo>
                <a:lnTo>
                  <a:pt x="285953" y="47810"/>
                </a:lnTo>
                <a:lnTo>
                  <a:pt x="286366" y="47925"/>
                </a:lnTo>
                <a:lnTo>
                  <a:pt x="286766" y="48055"/>
                </a:lnTo>
                <a:lnTo>
                  <a:pt x="287154" y="48200"/>
                </a:lnTo>
                <a:lnTo>
                  <a:pt x="287530" y="48361"/>
                </a:lnTo>
                <a:lnTo>
                  <a:pt x="287894" y="48537"/>
                </a:lnTo>
                <a:lnTo>
                  <a:pt x="288245" y="48728"/>
                </a:lnTo>
                <a:lnTo>
                  <a:pt x="288585" y="48935"/>
                </a:lnTo>
                <a:lnTo>
                  <a:pt x="288912" y="49157"/>
                </a:lnTo>
                <a:lnTo>
                  <a:pt x="289227" y="49394"/>
                </a:lnTo>
                <a:lnTo>
                  <a:pt x="289531" y="49647"/>
                </a:lnTo>
                <a:lnTo>
                  <a:pt x="289822" y="49914"/>
                </a:lnTo>
                <a:lnTo>
                  <a:pt x="290101" y="50198"/>
                </a:lnTo>
                <a:lnTo>
                  <a:pt x="290368" y="50496"/>
                </a:lnTo>
                <a:lnTo>
                  <a:pt x="290622" y="50810"/>
                </a:lnTo>
                <a:lnTo>
                  <a:pt x="290865" y="51139"/>
                </a:lnTo>
                <a:lnTo>
                  <a:pt x="291096" y="51483"/>
                </a:lnTo>
                <a:lnTo>
                  <a:pt x="291314" y="51843"/>
                </a:lnTo>
                <a:lnTo>
                  <a:pt x="291522" y="52219"/>
                </a:lnTo>
                <a:lnTo>
                  <a:pt x="291721" y="52615"/>
                </a:lnTo>
                <a:lnTo>
                  <a:pt x="291911" y="53028"/>
                </a:lnTo>
                <a:lnTo>
                  <a:pt x="292093" y="53460"/>
                </a:lnTo>
                <a:lnTo>
                  <a:pt x="292265" y="53911"/>
                </a:lnTo>
                <a:lnTo>
                  <a:pt x="292429" y="54381"/>
                </a:lnTo>
                <a:lnTo>
                  <a:pt x="292584" y="54868"/>
                </a:lnTo>
                <a:lnTo>
                  <a:pt x="292730" y="55375"/>
                </a:lnTo>
                <a:lnTo>
                  <a:pt x="292867" y="55900"/>
                </a:lnTo>
                <a:lnTo>
                  <a:pt x="292995" y="56443"/>
                </a:lnTo>
                <a:lnTo>
                  <a:pt x="293114" y="57005"/>
                </a:lnTo>
                <a:lnTo>
                  <a:pt x="293225" y="57586"/>
                </a:lnTo>
                <a:lnTo>
                  <a:pt x="293327" y="58185"/>
                </a:lnTo>
                <a:lnTo>
                  <a:pt x="293420" y="58803"/>
                </a:lnTo>
                <a:lnTo>
                  <a:pt x="293504" y="59439"/>
                </a:lnTo>
                <a:lnTo>
                  <a:pt x="293579" y="60094"/>
                </a:lnTo>
                <a:lnTo>
                  <a:pt x="293645" y="60767"/>
                </a:lnTo>
                <a:lnTo>
                  <a:pt x="293703" y="61459"/>
                </a:lnTo>
                <a:lnTo>
                  <a:pt x="293751" y="62169"/>
                </a:lnTo>
                <a:lnTo>
                  <a:pt x="293791" y="62898"/>
                </a:lnTo>
                <a:lnTo>
                  <a:pt x="293822" y="63646"/>
                </a:lnTo>
                <a:lnTo>
                  <a:pt x="293844" y="64412"/>
                </a:lnTo>
                <a:lnTo>
                  <a:pt x="293858" y="65197"/>
                </a:lnTo>
                <a:lnTo>
                  <a:pt x="293862" y="66000"/>
                </a:lnTo>
                <a:lnTo>
                  <a:pt x="293862" y="95252"/>
                </a:lnTo>
                <a:lnTo>
                  <a:pt x="293862" y="95757"/>
                </a:lnTo>
                <a:lnTo>
                  <a:pt x="293860" y="96245"/>
                </a:lnTo>
                <a:lnTo>
                  <a:pt x="293857" y="96715"/>
                </a:lnTo>
                <a:lnTo>
                  <a:pt x="293853" y="97168"/>
                </a:lnTo>
                <a:lnTo>
                  <a:pt x="293848" y="97603"/>
                </a:lnTo>
                <a:lnTo>
                  <a:pt x="293842" y="98021"/>
                </a:lnTo>
                <a:lnTo>
                  <a:pt x="293835" y="98422"/>
                </a:lnTo>
                <a:lnTo>
                  <a:pt x="293827" y="98806"/>
                </a:lnTo>
                <a:lnTo>
                  <a:pt x="293818" y="99172"/>
                </a:lnTo>
                <a:lnTo>
                  <a:pt x="293808" y="99521"/>
                </a:lnTo>
                <a:lnTo>
                  <a:pt x="293796" y="99852"/>
                </a:lnTo>
                <a:lnTo>
                  <a:pt x="293784" y="100167"/>
                </a:lnTo>
                <a:lnTo>
                  <a:pt x="293770" y="100463"/>
                </a:lnTo>
                <a:lnTo>
                  <a:pt x="293755" y="100743"/>
                </a:lnTo>
                <a:lnTo>
                  <a:pt x="293740" y="101005"/>
                </a:lnTo>
                <a:lnTo>
                  <a:pt x="293723" y="101250"/>
                </a:lnTo>
                <a:lnTo>
                  <a:pt x="293705" y="101478"/>
                </a:lnTo>
                <a:lnTo>
                  <a:pt x="293686" y="101688"/>
                </a:lnTo>
                <a:lnTo>
                  <a:pt x="293666" y="101881"/>
                </a:lnTo>
                <a:lnTo>
                  <a:pt x="293644" y="102056"/>
                </a:lnTo>
                <a:lnTo>
                  <a:pt x="293622" y="102215"/>
                </a:lnTo>
                <a:lnTo>
                  <a:pt x="293599" y="102356"/>
                </a:lnTo>
                <a:lnTo>
                  <a:pt x="293574" y="102479"/>
                </a:lnTo>
                <a:lnTo>
                  <a:pt x="293548" y="102585"/>
                </a:lnTo>
                <a:lnTo>
                  <a:pt x="293481" y="102830"/>
                </a:lnTo>
                <a:lnTo>
                  <a:pt x="293409" y="103069"/>
                </a:lnTo>
                <a:lnTo>
                  <a:pt x="293333" y="103303"/>
                </a:lnTo>
                <a:lnTo>
                  <a:pt x="293253" y="103533"/>
                </a:lnTo>
                <a:lnTo>
                  <a:pt x="293169" y="103757"/>
                </a:lnTo>
                <a:lnTo>
                  <a:pt x="293080" y="103977"/>
                </a:lnTo>
                <a:lnTo>
                  <a:pt x="292988" y="104191"/>
                </a:lnTo>
                <a:lnTo>
                  <a:pt x="292891" y="104400"/>
                </a:lnTo>
                <a:lnTo>
                  <a:pt x="292790" y="104605"/>
                </a:lnTo>
                <a:lnTo>
                  <a:pt x="292684" y="104804"/>
                </a:lnTo>
                <a:lnTo>
                  <a:pt x="292574" y="104998"/>
                </a:lnTo>
                <a:lnTo>
                  <a:pt x="292461" y="105188"/>
                </a:lnTo>
                <a:lnTo>
                  <a:pt x="292343" y="105372"/>
                </a:lnTo>
                <a:lnTo>
                  <a:pt x="292220" y="105551"/>
                </a:lnTo>
                <a:lnTo>
                  <a:pt x="292094" y="105725"/>
                </a:lnTo>
                <a:lnTo>
                  <a:pt x="291963" y="105895"/>
                </a:lnTo>
                <a:lnTo>
                  <a:pt x="291828" y="106059"/>
                </a:lnTo>
                <a:lnTo>
                  <a:pt x="291689" y="106218"/>
                </a:lnTo>
                <a:lnTo>
                  <a:pt x="291545" y="106373"/>
                </a:lnTo>
                <a:lnTo>
                  <a:pt x="291398" y="106522"/>
                </a:lnTo>
                <a:lnTo>
                  <a:pt x="291246" y="106666"/>
                </a:lnTo>
                <a:lnTo>
                  <a:pt x="291090" y="106806"/>
                </a:lnTo>
                <a:lnTo>
                  <a:pt x="290930" y="106940"/>
                </a:lnTo>
                <a:lnTo>
                  <a:pt x="290765" y="107069"/>
                </a:lnTo>
                <a:lnTo>
                  <a:pt x="290593" y="107193"/>
                </a:lnTo>
                <a:lnTo>
                  <a:pt x="290411" y="107312"/>
                </a:lnTo>
                <a:lnTo>
                  <a:pt x="290218" y="107426"/>
                </a:lnTo>
                <a:lnTo>
                  <a:pt x="290015" y="107534"/>
                </a:lnTo>
                <a:lnTo>
                  <a:pt x="289801" y="107637"/>
                </a:lnTo>
                <a:lnTo>
                  <a:pt x="289577" y="107735"/>
                </a:lnTo>
                <a:lnTo>
                  <a:pt x="289342" y="107827"/>
                </a:lnTo>
                <a:lnTo>
                  <a:pt x="289097" y="107915"/>
                </a:lnTo>
                <a:lnTo>
                  <a:pt x="288841" y="107996"/>
                </a:lnTo>
                <a:lnTo>
                  <a:pt x="288575" y="108073"/>
                </a:lnTo>
                <a:lnTo>
                  <a:pt x="288298" y="108144"/>
                </a:lnTo>
                <a:lnTo>
                  <a:pt x="288011" y="108210"/>
                </a:lnTo>
                <a:lnTo>
                  <a:pt x="287714" y="108271"/>
                </a:lnTo>
                <a:lnTo>
                  <a:pt x="287405" y="108327"/>
                </a:lnTo>
                <a:lnTo>
                  <a:pt x="287087" y="108377"/>
                </a:lnTo>
                <a:lnTo>
                  <a:pt x="286758" y="108422"/>
                </a:lnTo>
                <a:lnTo>
                  <a:pt x="286418" y="108461"/>
                </a:lnTo>
                <a:lnTo>
                  <a:pt x="286068" y="108496"/>
                </a:lnTo>
                <a:lnTo>
                  <a:pt x="285708" y="108525"/>
                </a:lnTo>
                <a:lnTo>
                  <a:pt x="285337" y="108549"/>
                </a:lnTo>
                <a:lnTo>
                  <a:pt x="284955" y="108567"/>
                </a:lnTo>
                <a:lnTo>
                  <a:pt x="284563" y="108580"/>
                </a:lnTo>
                <a:lnTo>
                  <a:pt x="284161" y="108588"/>
                </a:lnTo>
                <a:lnTo>
                  <a:pt x="283748" y="108591"/>
                </a:lnTo>
                <a:lnTo>
                  <a:pt x="282258" y="108591"/>
                </a:lnTo>
                <a:lnTo>
                  <a:pt x="282258" y="111492"/>
                </a:lnTo>
                <a:lnTo>
                  <a:pt x="317776" y="111492"/>
                </a:lnTo>
                <a:lnTo>
                  <a:pt x="317776" y="108591"/>
                </a:lnTo>
                <a:lnTo>
                  <a:pt x="317350" y="108589"/>
                </a:lnTo>
                <a:lnTo>
                  <a:pt x="316936" y="108583"/>
                </a:lnTo>
                <a:lnTo>
                  <a:pt x="316533" y="108574"/>
                </a:lnTo>
                <a:lnTo>
                  <a:pt x="316141" y="108560"/>
                </a:lnTo>
                <a:lnTo>
                  <a:pt x="315761" y="108543"/>
                </a:lnTo>
                <a:lnTo>
                  <a:pt x="315392" y="108522"/>
                </a:lnTo>
                <a:lnTo>
                  <a:pt x="315034" y="108498"/>
                </a:lnTo>
                <a:lnTo>
                  <a:pt x="314687" y="108469"/>
                </a:lnTo>
                <a:lnTo>
                  <a:pt x="314352" y="108437"/>
                </a:lnTo>
                <a:lnTo>
                  <a:pt x="314028" y="108401"/>
                </a:lnTo>
                <a:lnTo>
                  <a:pt x="313716" y="108361"/>
                </a:lnTo>
                <a:lnTo>
                  <a:pt x="313414" y="108317"/>
                </a:lnTo>
                <a:lnTo>
                  <a:pt x="313124" y="108269"/>
                </a:lnTo>
                <a:lnTo>
                  <a:pt x="312846" y="108218"/>
                </a:lnTo>
                <a:lnTo>
                  <a:pt x="312578" y="108163"/>
                </a:lnTo>
                <a:lnTo>
                  <a:pt x="312322" y="108104"/>
                </a:lnTo>
                <a:lnTo>
                  <a:pt x="312077" y="108041"/>
                </a:lnTo>
                <a:lnTo>
                  <a:pt x="311844" y="107975"/>
                </a:lnTo>
                <a:lnTo>
                  <a:pt x="311622" y="107904"/>
                </a:lnTo>
                <a:lnTo>
                  <a:pt x="311411" y="107830"/>
                </a:lnTo>
                <a:lnTo>
                  <a:pt x="311211" y="107752"/>
                </a:lnTo>
                <a:lnTo>
                  <a:pt x="311023" y="107670"/>
                </a:lnTo>
                <a:lnTo>
                  <a:pt x="310846" y="107585"/>
                </a:lnTo>
                <a:lnTo>
                  <a:pt x="310680" y="107496"/>
                </a:lnTo>
                <a:lnTo>
                  <a:pt x="310522" y="107403"/>
                </a:lnTo>
                <a:lnTo>
                  <a:pt x="310367" y="107307"/>
                </a:lnTo>
                <a:lnTo>
                  <a:pt x="310216" y="107208"/>
                </a:lnTo>
                <a:lnTo>
                  <a:pt x="310069" y="107107"/>
                </a:lnTo>
                <a:lnTo>
                  <a:pt x="309926" y="107002"/>
                </a:lnTo>
                <a:lnTo>
                  <a:pt x="309786" y="106894"/>
                </a:lnTo>
                <a:lnTo>
                  <a:pt x="309649" y="106784"/>
                </a:lnTo>
                <a:lnTo>
                  <a:pt x="309517" y="106670"/>
                </a:lnTo>
                <a:lnTo>
                  <a:pt x="309388" y="106553"/>
                </a:lnTo>
                <a:lnTo>
                  <a:pt x="309263" y="106434"/>
                </a:lnTo>
                <a:lnTo>
                  <a:pt x="309141" y="106311"/>
                </a:lnTo>
                <a:lnTo>
                  <a:pt x="309024" y="106185"/>
                </a:lnTo>
                <a:lnTo>
                  <a:pt x="308910" y="106057"/>
                </a:lnTo>
                <a:lnTo>
                  <a:pt x="308799" y="105925"/>
                </a:lnTo>
                <a:lnTo>
                  <a:pt x="308692" y="105791"/>
                </a:lnTo>
                <a:lnTo>
                  <a:pt x="308589" y="105653"/>
                </a:lnTo>
                <a:lnTo>
                  <a:pt x="308490" y="105513"/>
                </a:lnTo>
                <a:lnTo>
                  <a:pt x="308394" y="105369"/>
                </a:lnTo>
                <a:lnTo>
                  <a:pt x="308302" y="105222"/>
                </a:lnTo>
                <a:lnTo>
                  <a:pt x="308213" y="105073"/>
                </a:lnTo>
                <a:lnTo>
                  <a:pt x="308129" y="104920"/>
                </a:lnTo>
                <a:lnTo>
                  <a:pt x="308048" y="104765"/>
                </a:lnTo>
                <a:lnTo>
                  <a:pt x="307970" y="104607"/>
                </a:lnTo>
                <a:lnTo>
                  <a:pt x="307897" y="104445"/>
                </a:lnTo>
                <a:lnTo>
                  <a:pt x="307807" y="104235"/>
                </a:lnTo>
                <a:lnTo>
                  <a:pt x="307721" y="104010"/>
                </a:lnTo>
                <a:lnTo>
                  <a:pt x="307639" y="103770"/>
                </a:lnTo>
                <a:lnTo>
                  <a:pt x="307561" y="103515"/>
                </a:lnTo>
                <a:lnTo>
                  <a:pt x="307487" y="103244"/>
                </a:lnTo>
                <a:lnTo>
                  <a:pt x="307416" y="102958"/>
                </a:lnTo>
                <a:lnTo>
                  <a:pt x="307350" y="102657"/>
                </a:lnTo>
                <a:lnTo>
                  <a:pt x="307287" y="102341"/>
                </a:lnTo>
                <a:lnTo>
                  <a:pt x="307228" y="102010"/>
                </a:lnTo>
                <a:lnTo>
                  <a:pt x="307172" y="101663"/>
                </a:lnTo>
                <a:lnTo>
                  <a:pt x="307121" y="101301"/>
                </a:lnTo>
                <a:lnTo>
                  <a:pt x="307073" y="100924"/>
                </a:lnTo>
                <a:lnTo>
                  <a:pt x="307029" y="100532"/>
                </a:lnTo>
                <a:lnTo>
                  <a:pt x="306989" y="100124"/>
                </a:lnTo>
                <a:lnTo>
                  <a:pt x="306953" y="99702"/>
                </a:lnTo>
                <a:lnTo>
                  <a:pt x="306921" y="99264"/>
                </a:lnTo>
                <a:lnTo>
                  <a:pt x="306892" y="98811"/>
                </a:lnTo>
                <a:lnTo>
                  <a:pt x="306868" y="98342"/>
                </a:lnTo>
                <a:lnTo>
                  <a:pt x="306847" y="97859"/>
                </a:lnTo>
                <a:lnTo>
                  <a:pt x="306829" y="97360"/>
                </a:lnTo>
                <a:lnTo>
                  <a:pt x="306816" y="96846"/>
                </a:lnTo>
                <a:lnTo>
                  <a:pt x="306807" y="96317"/>
                </a:lnTo>
                <a:lnTo>
                  <a:pt x="306801" y="95773"/>
                </a:lnTo>
                <a:lnTo>
                  <a:pt x="306799" y="95213"/>
                </a:lnTo>
                <a:lnTo>
                  <a:pt x="306799" y="64625"/>
                </a:lnTo>
                <a:lnTo>
                  <a:pt x="306796" y="63825"/>
                </a:lnTo>
                <a:lnTo>
                  <a:pt x="306787" y="63043"/>
                </a:lnTo>
                <a:lnTo>
                  <a:pt x="306772" y="62278"/>
                </a:lnTo>
                <a:lnTo>
                  <a:pt x="306751" y="61530"/>
                </a:lnTo>
                <a:lnTo>
                  <a:pt x="306724" y="60800"/>
                </a:lnTo>
                <a:lnTo>
                  <a:pt x="306691" y="60087"/>
                </a:lnTo>
                <a:lnTo>
                  <a:pt x="306652" y="59392"/>
                </a:lnTo>
                <a:lnTo>
                  <a:pt x="306607" y="58714"/>
                </a:lnTo>
                <a:lnTo>
                  <a:pt x="306556" y="58053"/>
                </a:lnTo>
                <a:lnTo>
                  <a:pt x="306499" y="57410"/>
                </a:lnTo>
                <a:lnTo>
                  <a:pt x="306437" y="56784"/>
                </a:lnTo>
                <a:lnTo>
                  <a:pt x="306368" y="56175"/>
                </a:lnTo>
                <a:lnTo>
                  <a:pt x="306293" y="55584"/>
                </a:lnTo>
                <a:lnTo>
                  <a:pt x="306212" y="55011"/>
                </a:lnTo>
                <a:lnTo>
                  <a:pt x="306125" y="54454"/>
                </a:lnTo>
                <a:lnTo>
                  <a:pt x="306032" y="53915"/>
                </a:lnTo>
                <a:lnTo>
                  <a:pt x="305933" y="53394"/>
                </a:lnTo>
                <a:lnTo>
                  <a:pt x="305829" y="52890"/>
                </a:lnTo>
                <a:lnTo>
                  <a:pt x="305718" y="52403"/>
                </a:lnTo>
                <a:lnTo>
                  <a:pt x="305601" y="51934"/>
                </a:lnTo>
                <a:lnTo>
                  <a:pt x="305478" y="51482"/>
                </a:lnTo>
                <a:lnTo>
                  <a:pt x="305349" y="51047"/>
                </a:lnTo>
                <a:lnTo>
                  <a:pt x="305215" y="50630"/>
                </a:lnTo>
                <a:lnTo>
                  <a:pt x="305074" y="50231"/>
                </a:lnTo>
                <a:lnTo>
                  <a:pt x="304862" y="49676"/>
                </a:lnTo>
                <a:lnTo>
                  <a:pt x="304644" y="49136"/>
                </a:lnTo>
                <a:lnTo>
                  <a:pt x="304420" y="48608"/>
                </a:lnTo>
                <a:lnTo>
                  <a:pt x="304190" y="48093"/>
                </a:lnTo>
                <a:lnTo>
                  <a:pt x="303954" y="47592"/>
                </a:lnTo>
                <a:lnTo>
                  <a:pt x="303712" y="47104"/>
                </a:lnTo>
                <a:lnTo>
                  <a:pt x="303464" y="46629"/>
                </a:lnTo>
                <a:lnTo>
                  <a:pt x="303210" y="46167"/>
                </a:lnTo>
                <a:lnTo>
                  <a:pt x="302950" y="45718"/>
                </a:lnTo>
                <a:lnTo>
                  <a:pt x="302684" y="45283"/>
                </a:lnTo>
                <a:lnTo>
                  <a:pt x="302412" y="44860"/>
                </a:lnTo>
                <a:lnTo>
                  <a:pt x="302134" y="44451"/>
                </a:lnTo>
                <a:lnTo>
                  <a:pt x="301850" y="44055"/>
                </a:lnTo>
                <a:lnTo>
                  <a:pt x="301560" y="43673"/>
                </a:lnTo>
                <a:lnTo>
                  <a:pt x="301264" y="43303"/>
                </a:lnTo>
                <a:lnTo>
                  <a:pt x="300962" y="42947"/>
                </a:lnTo>
                <a:lnTo>
                  <a:pt x="300654" y="42603"/>
                </a:lnTo>
                <a:lnTo>
                  <a:pt x="300340" y="42273"/>
                </a:lnTo>
                <a:lnTo>
                  <a:pt x="300020" y="41956"/>
                </a:lnTo>
                <a:lnTo>
                  <a:pt x="299695" y="41653"/>
                </a:lnTo>
                <a:lnTo>
                  <a:pt x="299363" y="41362"/>
                </a:lnTo>
                <a:lnTo>
                  <a:pt x="299025" y="41085"/>
                </a:lnTo>
                <a:lnTo>
                  <a:pt x="298681" y="40821"/>
                </a:lnTo>
                <a:lnTo>
                  <a:pt x="298331" y="40570"/>
                </a:lnTo>
                <a:lnTo>
                  <a:pt x="297975" y="40330"/>
                </a:lnTo>
                <a:lnTo>
                  <a:pt x="297614" y="40101"/>
                </a:lnTo>
                <a:lnTo>
                  <a:pt x="297247" y="39882"/>
                </a:lnTo>
                <a:lnTo>
                  <a:pt x="296874" y="39673"/>
                </a:lnTo>
                <a:lnTo>
                  <a:pt x="296496" y="39474"/>
                </a:lnTo>
                <a:lnTo>
                  <a:pt x="296111" y="39285"/>
                </a:lnTo>
                <a:lnTo>
                  <a:pt x="295721" y="39107"/>
                </a:lnTo>
                <a:lnTo>
                  <a:pt x="295326" y="38939"/>
                </a:lnTo>
                <a:lnTo>
                  <a:pt x="294924" y="38781"/>
                </a:lnTo>
                <a:lnTo>
                  <a:pt x="294517" y="38633"/>
                </a:lnTo>
                <a:lnTo>
                  <a:pt x="294104" y="38496"/>
                </a:lnTo>
                <a:lnTo>
                  <a:pt x="293686" y="38368"/>
                </a:lnTo>
                <a:lnTo>
                  <a:pt x="293261" y="38251"/>
                </a:lnTo>
                <a:lnTo>
                  <a:pt x="292831" y="38144"/>
                </a:lnTo>
                <a:lnTo>
                  <a:pt x="292396" y="38047"/>
                </a:lnTo>
                <a:lnTo>
                  <a:pt x="291954" y="37960"/>
                </a:lnTo>
                <a:lnTo>
                  <a:pt x="291507" y="37884"/>
                </a:lnTo>
                <a:lnTo>
                  <a:pt x="291054" y="37818"/>
                </a:lnTo>
                <a:lnTo>
                  <a:pt x="290596" y="37762"/>
                </a:lnTo>
                <a:lnTo>
                  <a:pt x="290131" y="37716"/>
                </a:lnTo>
                <a:lnTo>
                  <a:pt x="289661" y="37680"/>
                </a:lnTo>
                <a:lnTo>
                  <a:pt x="289186" y="37655"/>
                </a:lnTo>
                <a:lnTo>
                  <a:pt x="288704" y="37639"/>
                </a:lnTo>
                <a:lnTo>
                  <a:pt x="288217" y="37634"/>
                </a:lnTo>
                <a:lnTo>
                  <a:pt x="287261" y="37661"/>
                </a:lnTo>
                <a:lnTo>
                  <a:pt x="286301" y="37740"/>
                </a:lnTo>
                <a:lnTo>
                  <a:pt x="285337" y="37872"/>
                </a:lnTo>
                <a:lnTo>
                  <a:pt x="284369" y="38057"/>
                </a:lnTo>
                <a:lnTo>
                  <a:pt x="283396" y="38295"/>
                </a:lnTo>
                <a:lnTo>
                  <a:pt x="282420" y="38585"/>
                </a:lnTo>
                <a:lnTo>
                  <a:pt x="281439" y="38928"/>
                </a:lnTo>
                <a:lnTo>
                  <a:pt x="280455" y="39324"/>
                </a:lnTo>
                <a:lnTo>
                  <a:pt x="279466" y="39773"/>
                </a:lnTo>
                <a:lnTo>
                  <a:pt x="278474" y="40275"/>
                </a:lnTo>
                <a:lnTo>
                  <a:pt x="277477" y="40830"/>
                </a:lnTo>
                <a:lnTo>
                  <a:pt x="276476" y="41437"/>
                </a:lnTo>
                <a:lnTo>
                  <a:pt x="275471" y="42097"/>
                </a:lnTo>
                <a:lnTo>
                  <a:pt x="274462" y="42810"/>
                </a:lnTo>
                <a:lnTo>
                  <a:pt x="273449" y="43576"/>
                </a:lnTo>
                <a:lnTo>
                  <a:pt x="272431" y="44395"/>
                </a:lnTo>
                <a:lnTo>
                  <a:pt x="271410" y="45266"/>
                </a:lnTo>
                <a:lnTo>
                  <a:pt x="270385" y="46190"/>
                </a:lnTo>
                <a:lnTo>
                  <a:pt x="269355" y="47167"/>
                </a:lnTo>
                <a:lnTo>
                  <a:pt x="268322" y="48197"/>
                </a:lnTo>
                <a:lnTo>
                  <a:pt x="267284" y="49280"/>
                </a:lnTo>
                <a:lnTo>
                  <a:pt x="266242" y="50415"/>
                </a:lnTo>
                <a:lnTo>
                  <a:pt x="265197" y="51604"/>
                </a:lnTo>
                <a:lnTo>
                  <a:pt x="264147" y="52845"/>
                </a:lnTo>
                <a:lnTo>
                  <a:pt x="264147" y="37634"/>
                </a:lnTo>
                <a:lnTo>
                  <a:pt x="260775" y="37634"/>
                </a:lnTo>
                <a:lnTo>
                  <a:pt x="239161" y="46386"/>
                </a:lnTo>
                <a:lnTo>
                  <a:pt x="239162" y="46337"/>
                </a:lnTo>
                <a:lnTo>
                  <a:pt x="239157" y="46051"/>
                </a:lnTo>
                <a:lnTo>
                  <a:pt x="239142" y="45768"/>
                </a:lnTo>
                <a:close/>
                <a:moveTo>
                  <a:pt x="179751" y="64623"/>
                </a:moveTo>
                <a:lnTo>
                  <a:pt x="179683" y="63562"/>
                </a:lnTo>
                <a:lnTo>
                  <a:pt x="179589" y="62519"/>
                </a:lnTo>
                <a:lnTo>
                  <a:pt x="179468" y="61495"/>
                </a:lnTo>
                <a:lnTo>
                  <a:pt x="179320" y="60490"/>
                </a:lnTo>
                <a:lnTo>
                  <a:pt x="179144" y="59503"/>
                </a:lnTo>
                <a:lnTo>
                  <a:pt x="178942" y="58535"/>
                </a:lnTo>
                <a:lnTo>
                  <a:pt x="178713" y="57585"/>
                </a:lnTo>
                <a:lnTo>
                  <a:pt x="178457" y="56654"/>
                </a:lnTo>
                <a:lnTo>
                  <a:pt x="178174" y="55742"/>
                </a:lnTo>
                <a:lnTo>
                  <a:pt x="177864" y="54848"/>
                </a:lnTo>
                <a:lnTo>
                  <a:pt x="177527" y="53973"/>
                </a:lnTo>
                <a:lnTo>
                  <a:pt x="177163" y="53116"/>
                </a:lnTo>
                <a:lnTo>
                  <a:pt x="176773" y="52278"/>
                </a:lnTo>
                <a:lnTo>
                  <a:pt x="176355" y="51459"/>
                </a:lnTo>
                <a:lnTo>
                  <a:pt x="175910" y="50658"/>
                </a:lnTo>
                <a:lnTo>
                  <a:pt x="175439" y="49876"/>
                </a:lnTo>
                <a:lnTo>
                  <a:pt x="174940" y="49112"/>
                </a:lnTo>
                <a:lnTo>
                  <a:pt x="174414" y="48367"/>
                </a:lnTo>
                <a:lnTo>
                  <a:pt x="173862" y="47641"/>
                </a:lnTo>
                <a:lnTo>
                  <a:pt x="173282" y="46933"/>
                </a:lnTo>
                <a:lnTo>
                  <a:pt x="172676" y="46243"/>
                </a:lnTo>
                <a:lnTo>
                  <a:pt x="172043" y="45573"/>
                </a:lnTo>
                <a:lnTo>
                  <a:pt x="171388" y="44925"/>
                </a:lnTo>
                <a:lnTo>
                  <a:pt x="170719" y="44305"/>
                </a:lnTo>
                <a:lnTo>
                  <a:pt x="170035" y="43712"/>
                </a:lnTo>
                <a:lnTo>
                  <a:pt x="169335" y="43147"/>
                </a:lnTo>
                <a:lnTo>
                  <a:pt x="168621" y="42610"/>
                </a:lnTo>
                <a:lnTo>
                  <a:pt x="167892" y="42100"/>
                </a:lnTo>
                <a:lnTo>
                  <a:pt x="167148" y="41617"/>
                </a:lnTo>
                <a:lnTo>
                  <a:pt x="166389" y="41163"/>
                </a:lnTo>
                <a:lnTo>
                  <a:pt x="165615" y="40735"/>
                </a:lnTo>
                <a:lnTo>
                  <a:pt x="164826" y="40336"/>
                </a:lnTo>
                <a:lnTo>
                  <a:pt x="164021" y="39964"/>
                </a:lnTo>
                <a:lnTo>
                  <a:pt x="163202" y="39619"/>
                </a:lnTo>
                <a:lnTo>
                  <a:pt x="162368" y="39302"/>
                </a:lnTo>
                <a:lnTo>
                  <a:pt x="161519" y="39013"/>
                </a:lnTo>
                <a:lnTo>
                  <a:pt x="160656" y="38751"/>
                </a:lnTo>
                <a:lnTo>
                  <a:pt x="159777" y="38516"/>
                </a:lnTo>
                <a:lnTo>
                  <a:pt x="158883" y="38310"/>
                </a:lnTo>
                <a:lnTo>
                  <a:pt x="157974" y="38131"/>
                </a:lnTo>
                <a:lnTo>
                  <a:pt x="157050" y="37979"/>
                </a:lnTo>
                <a:lnTo>
                  <a:pt x="156111" y="37855"/>
                </a:lnTo>
                <a:lnTo>
                  <a:pt x="155157" y="37758"/>
                </a:lnTo>
                <a:lnTo>
                  <a:pt x="154189" y="37689"/>
                </a:lnTo>
                <a:lnTo>
                  <a:pt x="153205" y="37648"/>
                </a:lnTo>
                <a:lnTo>
                  <a:pt x="152206" y="37634"/>
                </a:lnTo>
                <a:lnTo>
                  <a:pt x="151025" y="37652"/>
                </a:lnTo>
                <a:lnTo>
                  <a:pt x="149861" y="37706"/>
                </a:lnTo>
                <a:lnTo>
                  <a:pt x="148714" y="37795"/>
                </a:lnTo>
                <a:lnTo>
                  <a:pt x="147584" y="37920"/>
                </a:lnTo>
                <a:lnTo>
                  <a:pt x="146470" y="38081"/>
                </a:lnTo>
                <a:lnTo>
                  <a:pt x="145373" y="38278"/>
                </a:lnTo>
                <a:lnTo>
                  <a:pt x="144292" y="38510"/>
                </a:lnTo>
                <a:lnTo>
                  <a:pt x="143229" y="38778"/>
                </a:lnTo>
                <a:lnTo>
                  <a:pt x="142182" y="39081"/>
                </a:lnTo>
                <a:lnTo>
                  <a:pt x="141152" y="39421"/>
                </a:lnTo>
                <a:lnTo>
                  <a:pt x="140139" y="39796"/>
                </a:lnTo>
                <a:lnTo>
                  <a:pt x="139142" y="40207"/>
                </a:lnTo>
                <a:lnTo>
                  <a:pt x="138162" y="40654"/>
                </a:lnTo>
                <a:lnTo>
                  <a:pt x="137199" y="41136"/>
                </a:lnTo>
                <a:lnTo>
                  <a:pt x="136253" y="41654"/>
                </a:lnTo>
                <a:lnTo>
                  <a:pt x="135323" y="42208"/>
                </a:lnTo>
                <a:lnTo>
                  <a:pt x="134410" y="42798"/>
                </a:lnTo>
                <a:lnTo>
                  <a:pt x="133514" y="43423"/>
                </a:lnTo>
                <a:lnTo>
                  <a:pt x="132635" y="44084"/>
                </a:lnTo>
                <a:lnTo>
                  <a:pt x="131772" y="44781"/>
                </a:lnTo>
                <a:lnTo>
                  <a:pt x="130926" y="45513"/>
                </a:lnTo>
                <a:lnTo>
                  <a:pt x="130097" y="46281"/>
                </a:lnTo>
                <a:lnTo>
                  <a:pt x="129284" y="47085"/>
                </a:lnTo>
                <a:lnTo>
                  <a:pt x="128489" y="47925"/>
                </a:lnTo>
                <a:lnTo>
                  <a:pt x="127718" y="48796"/>
                </a:lnTo>
                <a:lnTo>
                  <a:pt x="126980" y="49696"/>
                </a:lnTo>
                <a:lnTo>
                  <a:pt x="126274" y="50624"/>
                </a:lnTo>
                <a:lnTo>
                  <a:pt x="125602" y="51579"/>
                </a:lnTo>
                <a:lnTo>
                  <a:pt x="124962" y="52563"/>
                </a:lnTo>
                <a:lnTo>
                  <a:pt x="124355" y="53575"/>
                </a:lnTo>
                <a:lnTo>
                  <a:pt x="123781" y="54615"/>
                </a:lnTo>
                <a:lnTo>
                  <a:pt x="123240" y="55684"/>
                </a:lnTo>
                <a:lnTo>
                  <a:pt x="122731" y="56780"/>
                </a:lnTo>
                <a:lnTo>
                  <a:pt x="122256" y="57904"/>
                </a:lnTo>
                <a:lnTo>
                  <a:pt x="121813" y="59057"/>
                </a:lnTo>
                <a:lnTo>
                  <a:pt x="121403" y="60238"/>
                </a:lnTo>
                <a:lnTo>
                  <a:pt x="121026" y="61446"/>
                </a:lnTo>
                <a:lnTo>
                  <a:pt x="120681" y="62683"/>
                </a:lnTo>
                <a:lnTo>
                  <a:pt x="120369" y="63948"/>
                </a:lnTo>
                <a:lnTo>
                  <a:pt x="120091" y="65242"/>
                </a:lnTo>
                <a:lnTo>
                  <a:pt x="119845" y="66563"/>
                </a:lnTo>
                <a:lnTo>
                  <a:pt x="119631" y="67912"/>
                </a:lnTo>
                <a:lnTo>
                  <a:pt x="119451" y="69290"/>
                </a:lnTo>
                <a:lnTo>
                  <a:pt x="119303" y="70695"/>
                </a:lnTo>
                <a:lnTo>
                  <a:pt x="119189" y="72129"/>
                </a:lnTo>
                <a:lnTo>
                  <a:pt x="119107" y="73591"/>
                </a:lnTo>
                <a:lnTo>
                  <a:pt x="119057" y="75081"/>
                </a:lnTo>
                <a:lnTo>
                  <a:pt x="119041" y="76599"/>
                </a:lnTo>
                <a:lnTo>
                  <a:pt x="119057" y="78002"/>
                </a:lnTo>
                <a:lnTo>
                  <a:pt x="119105" y="79381"/>
                </a:lnTo>
                <a:lnTo>
                  <a:pt x="119185" y="80736"/>
                </a:lnTo>
                <a:lnTo>
                  <a:pt x="119297" y="82067"/>
                </a:lnTo>
                <a:lnTo>
                  <a:pt x="119441" y="83373"/>
                </a:lnTo>
                <a:lnTo>
                  <a:pt x="119617" y="84656"/>
                </a:lnTo>
                <a:lnTo>
                  <a:pt x="119825" y="85915"/>
                </a:lnTo>
                <a:lnTo>
                  <a:pt x="120065" y="87149"/>
                </a:lnTo>
                <a:lnTo>
                  <a:pt x="120336" y="88360"/>
                </a:lnTo>
                <a:lnTo>
                  <a:pt x="120640" y="89547"/>
                </a:lnTo>
                <a:lnTo>
                  <a:pt x="120976" y="90709"/>
                </a:lnTo>
                <a:lnTo>
                  <a:pt x="121344" y="91848"/>
                </a:lnTo>
                <a:lnTo>
                  <a:pt x="121744" y="92962"/>
                </a:lnTo>
                <a:lnTo>
                  <a:pt x="122176" y="94052"/>
                </a:lnTo>
                <a:lnTo>
                  <a:pt x="122640" y="95119"/>
                </a:lnTo>
                <a:lnTo>
                  <a:pt x="123135" y="96161"/>
                </a:lnTo>
                <a:lnTo>
                  <a:pt x="123663" y="97179"/>
                </a:lnTo>
                <a:lnTo>
                  <a:pt x="124223" y="98174"/>
                </a:lnTo>
                <a:lnTo>
                  <a:pt x="124815" y="99144"/>
                </a:lnTo>
                <a:lnTo>
                  <a:pt x="125439" y="100090"/>
                </a:lnTo>
                <a:lnTo>
                  <a:pt x="126094" y="101012"/>
                </a:lnTo>
                <a:lnTo>
                  <a:pt x="126782" y="101910"/>
                </a:lnTo>
                <a:lnTo>
                  <a:pt x="127502" y="102784"/>
                </a:lnTo>
                <a:lnTo>
                  <a:pt x="128253" y="103634"/>
                </a:lnTo>
                <a:lnTo>
                  <a:pt x="129028" y="104454"/>
                </a:lnTo>
                <a:lnTo>
                  <a:pt x="129815" y="105240"/>
                </a:lnTo>
                <a:lnTo>
                  <a:pt x="130615" y="105990"/>
                </a:lnTo>
                <a:lnTo>
                  <a:pt x="131428" y="106706"/>
                </a:lnTo>
                <a:lnTo>
                  <a:pt x="132254" y="107387"/>
                </a:lnTo>
                <a:lnTo>
                  <a:pt x="133093" y="108032"/>
                </a:lnTo>
                <a:lnTo>
                  <a:pt x="133944" y="108643"/>
                </a:lnTo>
                <a:lnTo>
                  <a:pt x="134809" y="109219"/>
                </a:lnTo>
                <a:lnTo>
                  <a:pt x="135687" y="109760"/>
                </a:lnTo>
                <a:lnTo>
                  <a:pt x="136577" y="110266"/>
                </a:lnTo>
                <a:lnTo>
                  <a:pt x="137481" y="110738"/>
                </a:lnTo>
                <a:lnTo>
                  <a:pt x="138397" y="111174"/>
                </a:lnTo>
                <a:lnTo>
                  <a:pt x="139326" y="111575"/>
                </a:lnTo>
                <a:lnTo>
                  <a:pt x="140269" y="111942"/>
                </a:lnTo>
                <a:lnTo>
                  <a:pt x="141224" y="112273"/>
                </a:lnTo>
                <a:lnTo>
                  <a:pt x="142192" y="112570"/>
                </a:lnTo>
                <a:lnTo>
                  <a:pt x="143173" y="112832"/>
                </a:lnTo>
                <a:lnTo>
                  <a:pt x="144167" y="113059"/>
                </a:lnTo>
                <a:lnTo>
                  <a:pt x="145174" y="113251"/>
                </a:lnTo>
                <a:lnTo>
                  <a:pt x="146194" y="113408"/>
                </a:lnTo>
                <a:lnTo>
                  <a:pt x="147227" y="113530"/>
                </a:lnTo>
                <a:lnTo>
                  <a:pt x="148273" y="113617"/>
                </a:lnTo>
                <a:lnTo>
                  <a:pt x="149331" y="113670"/>
                </a:lnTo>
                <a:lnTo>
                  <a:pt x="150403" y="113687"/>
                </a:lnTo>
                <a:lnTo>
                  <a:pt x="151389" y="113672"/>
                </a:lnTo>
                <a:lnTo>
                  <a:pt x="152361" y="113626"/>
                </a:lnTo>
                <a:lnTo>
                  <a:pt x="153320" y="113549"/>
                </a:lnTo>
                <a:lnTo>
                  <a:pt x="154264" y="113442"/>
                </a:lnTo>
                <a:lnTo>
                  <a:pt x="155195" y="113304"/>
                </a:lnTo>
                <a:lnTo>
                  <a:pt x="156112" y="113136"/>
                </a:lnTo>
                <a:lnTo>
                  <a:pt x="157015" y="112937"/>
                </a:lnTo>
                <a:lnTo>
                  <a:pt x="157904" y="112707"/>
                </a:lnTo>
                <a:lnTo>
                  <a:pt x="158779" y="112447"/>
                </a:lnTo>
                <a:lnTo>
                  <a:pt x="159640" y="112156"/>
                </a:lnTo>
                <a:lnTo>
                  <a:pt x="160487" y="111834"/>
                </a:lnTo>
                <a:lnTo>
                  <a:pt x="161321" y="111482"/>
                </a:lnTo>
                <a:lnTo>
                  <a:pt x="162140" y="111099"/>
                </a:lnTo>
                <a:lnTo>
                  <a:pt x="162946" y="110686"/>
                </a:lnTo>
                <a:lnTo>
                  <a:pt x="163738" y="110242"/>
                </a:lnTo>
                <a:lnTo>
                  <a:pt x="164516" y="109767"/>
                </a:lnTo>
                <a:lnTo>
                  <a:pt x="165280" y="109262"/>
                </a:lnTo>
                <a:lnTo>
                  <a:pt x="166030" y="108726"/>
                </a:lnTo>
                <a:lnTo>
                  <a:pt x="166766" y="108159"/>
                </a:lnTo>
                <a:lnTo>
                  <a:pt x="167489" y="107562"/>
                </a:lnTo>
                <a:lnTo>
                  <a:pt x="168197" y="106934"/>
                </a:lnTo>
                <a:lnTo>
                  <a:pt x="168892" y="106275"/>
                </a:lnTo>
                <a:lnTo>
                  <a:pt x="169572" y="105586"/>
                </a:lnTo>
                <a:lnTo>
                  <a:pt x="170239" y="104867"/>
                </a:lnTo>
                <a:lnTo>
                  <a:pt x="170888" y="104128"/>
                </a:lnTo>
                <a:lnTo>
                  <a:pt x="171516" y="103383"/>
                </a:lnTo>
                <a:lnTo>
                  <a:pt x="172121" y="102631"/>
                </a:lnTo>
                <a:lnTo>
                  <a:pt x="172705" y="101873"/>
                </a:lnTo>
                <a:lnTo>
                  <a:pt x="173267" y="101108"/>
                </a:lnTo>
                <a:lnTo>
                  <a:pt x="173807" y="100336"/>
                </a:lnTo>
                <a:lnTo>
                  <a:pt x="174325" y="99558"/>
                </a:lnTo>
                <a:lnTo>
                  <a:pt x="174822" y="98773"/>
                </a:lnTo>
                <a:lnTo>
                  <a:pt x="175296" y="97981"/>
                </a:lnTo>
                <a:lnTo>
                  <a:pt x="175749" y="97183"/>
                </a:lnTo>
                <a:lnTo>
                  <a:pt x="176181" y="96378"/>
                </a:lnTo>
                <a:lnTo>
                  <a:pt x="176590" y="95566"/>
                </a:lnTo>
                <a:lnTo>
                  <a:pt x="176978" y="94747"/>
                </a:lnTo>
                <a:lnTo>
                  <a:pt x="177344" y="93922"/>
                </a:lnTo>
                <a:lnTo>
                  <a:pt x="177688" y="93090"/>
                </a:lnTo>
                <a:lnTo>
                  <a:pt x="178010" y="92252"/>
                </a:lnTo>
                <a:lnTo>
                  <a:pt x="178311" y="91407"/>
                </a:lnTo>
                <a:lnTo>
                  <a:pt x="178589" y="90555"/>
                </a:lnTo>
                <a:lnTo>
                  <a:pt x="178846" y="89697"/>
                </a:lnTo>
                <a:lnTo>
                  <a:pt x="179082" y="88832"/>
                </a:lnTo>
                <a:lnTo>
                  <a:pt x="179295" y="87960"/>
                </a:lnTo>
                <a:lnTo>
                  <a:pt x="179487" y="87081"/>
                </a:lnTo>
                <a:lnTo>
                  <a:pt x="179657" y="86196"/>
                </a:lnTo>
                <a:lnTo>
                  <a:pt x="179805" y="85305"/>
                </a:lnTo>
                <a:lnTo>
                  <a:pt x="177374" y="83736"/>
                </a:lnTo>
                <a:lnTo>
                  <a:pt x="177077" y="84511"/>
                </a:lnTo>
                <a:lnTo>
                  <a:pt x="176774" y="85266"/>
                </a:lnTo>
                <a:lnTo>
                  <a:pt x="176466" y="86002"/>
                </a:lnTo>
                <a:lnTo>
                  <a:pt x="176151" y="86719"/>
                </a:lnTo>
                <a:lnTo>
                  <a:pt x="175831" y="87417"/>
                </a:lnTo>
                <a:lnTo>
                  <a:pt x="175505" y="88095"/>
                </a:lnTo>
                <a:lnTo>
                  <a:pt x="175173" y="88755"/>
                </a:lnTo>
                <a:lnTo>
                  <a:pt x="174835" y="89395"/>
                </a:lnTo>
                <a:lnTo>
                  <a:pt x="174491" y="90016"/>
                </a:lnTo>
                <a:lnTo>
                  <a:pt x="174141" y="90617"/>
                </a:lnTo>
                <a:lnTo>
                  <a:pt x="173786" y="91200"/>
                </a:lnTo>
                <a:lnTo>
                  <a:pt x="173424" y="91763"/>
                </a:lnTo>
                <a:lnTo>
                  <a:pt x="173057" y="92307"/>
                </a:lnTo>
                <a:lnTo>
                  <a:pt x="172684" y="92832"/>
                </a:lnTo>
                <a:lnTo>
                  <a:pt x="172305" y="93338"/>
                </a:lnTo>
                <a:lnTo>
                  <a:pt x="171921" y="93825"/>
                </a:lnTo>
                <a:lnTo>
                  <a:pt x="171530" y="94292"/>
                </a:lnTo>
                <a:lnTo>
                  <a:pt x="171134" y="94740"/>
                </a:lnTo>
                <a:lnTo>
                  <a:pt x="170731" y="95169"/>
                </a:lnTo>
                <a:lnTo>
                  <a:pt x="170323" y="95579"/>
                </a:lnTo>
                <a:lnTo>
                  <a:pt x="169909" y="95969"/>
                </a:lnTo>
                <a:lnTo>
                  <a:pt x="169489" y="96341"/>
                </a:lnTo>
                <a:lnTo>
                  <a:pt x="169064" y="96693"/>
                </a:lnTo>
                <a:lnTo>
                  <a:pt x="168632" y="97026"/>
                </a:lnTo>
                <a:lnTo>
                  <a:pt x="168194" y="97343"/>
                </a:lnTo>
                <a:lnTo>
                  <a:pt x="167750" y="97646"/>
                </a:lnTo>
                <a:lnTo>
                  <a:pt x="167300" y="97936"/>
                </a:lnTo>
                <a:lnTo>
                  <a:pt x="166843" y="98212"/>
                </a:lnTo>
                <a:lnTo>
                  <a:pt x="166380" y="98475"/>
                </a:lnTo>
                <a:lnTo>
                  <a:pt x="165910" y="98724"/>
                </a:lnTo>
                <a:lnTo>
                  <a:pt x="165434" y="98960"/>
                </a:lnTo>
                <a:lnTo>
                  <a:pt x="164951" y="99182"/>
                </a:lnTo>
                <a:lnTo>
                  <a:pt x="164462" y="99391"/>
                </a:lnTo>
                <a:lnTo>
                  <a:pt x="163967" y="99586"/>
                </a:lnTo>
                <a:lnTo>
                  <a:pt x="163466" y="99768"/>
                </a:lnTo>
                <a:lnTo>
                  <a:pt x="162957" y="99937"/>
                </a:lnTo>
                <a:lnTo>
                  <a:pt x="162443" y="100092"/>
                </a:lnTo>
                <a:lnTo>
                  <a:pt x="161922" y="100233"/>
                </a:lnTo>
                <a:lnTo>
                  <a:pt x="161395" y="100361"/>
                </a:lnTo>
                <a:lnTo>
                  <a:pt x="160861" y="100476"/>
                </a:lnTo>
                <a:lnTo>
                  <a:pt x="160321" y="100577"/>
                </a:lnTo>
                <a:lnTo>
                  <a:pt x="159775" y="100665"/>
                </a:lnTo>
                <a:lnTo>
                  <a:pt x="159222" y="100739"/>
                </a:lnTo>
                <a:lnTo>
                  <a:pt x="158663" y="100799"/>
                </a:lnTo>
                <a:lnTo>
                  <a:pt x="158097" y="100846"/>
                </a:lnTo>
                <a:lnTo>
                  <a:pt x="157525" y="100880"/>
                </a:lnTo>
                <a:lnTo>
                  <a:pt x="156946" y="100900"/>
                </a:lnTo>
                <a:lnTo>
                  <a:pt x="156362" y="100907"/>
                </a:lnTo>
                <a:lnTo>
                  <a:pt x="155484" y="100891"/>
                </a:lnTo>
                <a:lnTo>
                  <a:pt x="154617" y="100844"/>
                </a:lnTo>
                <a:lnTo>
                  <a:pt x="153758" y="100765"/>
                </a:lnTo>
                <a:lnTo>
                  <a:pt x="152910" y="100655"/>
                </a:lnTo>
                <a:lnTo>
                  <a:pt x="152070" y="100513"/>
                </a:lnTo>
                <a:lnTo>
                  <a:pt x="151241" y="100340"/>
                </a:lnTo>
                <a:lnTo>
                  <a:pt x="150421" y="100135"/>
                </a:lnTo>
                <a:lnTo>
                  <a:pt x="149610" y="99899"/>
                </a:lnTo>
                <a:lnTo>
                  <a:pt x="148809" y="99631"/>
                </a:lnTo>
                <a:lnTo>
                  <a:pt x="148017" y="99332"/>
                </a:lnTo>
                <a:lnTo>
                  <a:pt x="147235" y="99001"/>
                </a:lnTo>
                <a:lnTo>
                  <a:pt x="146463" y="98639"/>
                </a:lnTo>
                <a:lnTo>
                  <a:pt x="145700" y="98245"/>
                </a:lnTo>
                <a:lnTo>
                  <a:pt x="144947" y="97820"/>
                </a:lnTo>
                <a:lnTo>
                  <a:pt x="144203" y="97363"/>
                </a:lnTo>
                <a:lnTo>
                  <a:pt x="143468" y="96875"/>
                </a:lnTo>
                <a:lnTo>
                  <a:pt x="142744" y="96355"/>
                </a:lnTo>
                <a:lnTo>
                  <a:pt x="142028" y="95804"/>
                </a:lnTo>
                <a:lnTo>
                  <a:pt x="141322" y="95221"/>
                </a:lnTo>
                <a:lnTo>
                  <a:pt x="140626" y="94606"/>
                </a:lnTo>
                <a:lnTo>
                  <a:pt x="139939" y="93961"/>
                </a:lnTo>
                <a:lnTo>
                  <a:pt x="139262" y="93283"/>
                </a:lnTo>
                <a:lnTo>
                  <a:pt x="138595" y="92575"/>
                </a:lnTo>
                <a:lnTo>
                  <a:pt x="137936" y="91834"/>
                </a:lnTo>
                <a:lnTo>
                  <a:pt x="137297" y="91066"/>
                </a:lnTo>
                <a:lnTo>
                  <a:pt x="136685" y="90274"/>
                </a:lnTo>
                <a:lnTo>
                  <a:pt x="136100" y="89458"/>
                </a:lnTo>
                <a:lnTo>
                  <a:pt x="135543" y="88618"/>
                </a:lnTo>
                <a:lnTo>
                  <a:pt x="135013" y="87754"/>
                </a:lnTo>
                <a:lnTo>
                  <a:pt x="134511" y="86866"/>
                </a:lnTo>
                <a:lnTo>
                  <a:pt x="134037" y="85955"/>
                </a:lnTo>
                <a:lnTo>
                  <a:pt x="133589" y="85019"/>
                </a:lnTo>
                <a:lnTo>
                  <a:pt x="133170" y="84060"/>
                </a:lnTo>
                <a:lnTo>
                  <a:pt x="132778" y="83077"/>
                </a:lnTo>
                <a:lnTo>
                  <a:pt x="132413" y="82069"/>
                </a:lnTo>
                <a:lnTo>
                  <a:pt x="132076" y="81038"/>
                </a:lnTo>
                <a:lnTo>
                  <a:pt x="131766" y="79983"/>
                </a:lnTo>
                <a:lnTo>
                  <a:pt x="131484" y="78904"/>
                </a:lnTo>
                <a:lnTo>
                  <a:pt x="131229" y="77802"/>
                </a:lnTo>
                <a:lnTo>
                  <a:pt x="131002" y="76675"/>
                </a:lnTo>
                <a:lnTo>
                  <a:pt x="130802" y="75524"/>
                </a:lnTo>
                <a:lnTo>
                  <a:pt x="130630" y="74350"/>
                </a:lnTo>
                <a:lnTo>
                  <a:pt x="130485" y="73151"/>
                </a:lnTo>
                <a:lnTo>
                  <a:pt x="130368" y="71929"/>
                </a:lnTo>
                <a:lnTo>
                  <a:pt x="130279" y="70683"/>
                </a:lnTo>
                <a:lnTo>
                  <a:pt x="130216" y="69413"/>
                </a:lnTo>
                <a:lnTo>
                  <a:pt x="130182" y="68119"/>
                </a:lnTo>
                <a:lnTo>
                  <a:pt x="130174" y="66801"/>
                </a:lnTo>
                <a:lnTo>
                  <a:pt x="179805" y="66801"/>
                </a:lnTo>
                <a:lnTo>
                  <a:pt x="179791" y="65703"/>
                </a:lnTo>
                <a:lnTo>
                  <a:pt x="179751" y="64623"/>
                </a:lnTo>
                <a:close/>
                <a:moveTo>
                  <a:pt x="130457" y="60061"/>
                </a:moveTo>
                <a:lnTo>
                  <a:pt x="130581" y="59358"/>
                </a:lnTo>
                <a:lnTo>
                  <a:pt x="130719" y="58668"/>
                </a:lnTo>
                <a:lnTo>
                  <a:pt x="130873" y="57993"/>
                </a:lnTo>
                <a:lnTo>
                  <a:pt x="131041" y="57331"/>
                </a:lnTo>
                <a:lnTo>
                  <a:pt x="131224" y="56682"/>
                </a:lnTo>
                <a:lnTo>
                  <a:pt x="131422" y="56048"/>
                </a:lnTo>
                <a:lnTo>
                  <a:pt x="131635" y="55427"/>
                </a:lnTo>
                <a:lnTo>
                  <a:pt x="131863" y="54820"/>
                </a:lnTo>
                <a:lnTo>
                  <a:pt x="132105" y="54227"/>
                </a:lnTo>
                <a:lnTo>
                  <a:pt x="132362" y="53647"/>
                </a:lnTo>
                <a:lnTo>
                  <a:pt x="132635" y="53081"/>
                </a:lnTo>
                <a:lnTo>
                  <a:pt x="132922" y="52529"/>
                </a:lnTo>
                <a:lnTo>
                  <a:pt x="133223" y="51991"/>
                </a:lnTo>
                <a:lnTo>
                  <a:pt x="133540" y="51467"/>
                </a:lnTo>
                <a:lnTo>
                  <a:pt x="133872" y="50956"/>
                </a:lnTo>
                <a:lnTo>
                  <a:pt x="134218" y="50459"/>
                </a:lnTo>
                <a:lnTo>
                  <a:pt x="134579" y="49975"/>
                </a:lnTo>
                <a:lnTo>
                  <a:pt x="134955" y="49506"/>
                </a:lnTo>
                <a:lnTo>
                  <a:pt x="135346" y="49050"/>
                </a:lnTo>
                <a:lnTo>
                  <a:pt x="135752" y="48608"/>
                </a:lnTo>
                <a:lnTo>
                  <a:pt x="136172" y="48180"/>
                </a:lnTo>
                <a:lnTo>
                  <a:pt x="136603" y="47767"/>
                </a:lnTo>
                <a:lnTo>
                  <a:pt x="137038" y="47372"/>
                </a:lnTo>
                <a:lnTo>
                  <a:pt x="137478" y="46995"/>
                </a:lnTo>
                <a:lnTo>
                  <a:pt x="137922" y="46635"/>
                </a:lnTo>
                <a:lnTo>
                  <a:pt x="138372" y="46292"/>
                </a:lnTo>
                <a:lnTo>
                  <a:pt x="138826" y="45967"/>
                </a:lnTo>
                <a:lnTo>
                  <a:pt x="139285" y="45660"/>
                </a:lnTo>
                <a:lnTo>
                  <a:pt x="139749" y="45370"/>
                </a:lnTo>
                <a:lnTo>
                  <a:pt x="140217" y="45098"/>
                </a:lnTo>
                <a:lnTo>
                  <a:pt x="140690" y="44844"/>
                </a:lnTo>
                <a:lnTo>
                  <a:pt x="141168" y="44606"/>
                </a:lnTo>
                <a:lnTo>
                  <a:pt x="141651" y="44387"/>
                </a:lnTo>
                <a:lnTo>
                  <a:pt x="142138" y="44185"/>
                </a:lnTo>
                <a:lnTo>
                  <a:pt x="142631" y="44001"/>
                </a:lnTo>
                <a:lnTo>
                  <a:pt x="143128" y="43834"/>
                </a:lnTo>
                <a:lnTo>
                  <a:pt x="143630" y="43685"/>
                </a:lnTo>
                <a:lnTo>
                  <a:pt x="144136" y="43553"/>
                </a:lnTo>
                <a:lnTo>
                  <a:pt x="144647" y="43439"/>
                </a:lnTo>
                <a:lnTo>
                  <a:pt x="145164" y="43342"/>
                </a:lnTo>
                <a:lnTo>
                  <a:pt x="145684" y="43263"/>
                </a:lnTo>
                <a:lnTo>
                  <a:pt x="146210" y="43202"/>
                </a:lnTo>
                <a:lnTo>
                  <a:pt x="146740" y="43158"/>
                </a:lnTo>
                <a:lnTo>
                  <a:pt x="147276" y="43131"/>
                </a:lnTo>
                <a:lnTo>
                  <a:pt x="147815" y="43123"/>
                </a:lnTo>
                <a:lnTo>
                  <a:pt x="148168" y="43127"/>
                </a:lnTo>
                <a:lnTo>
                  <a:pt x="148519" y="43140"/>
                </a:lnTo>
                <a:lnTo>
                  <a:pt x="148868" y="43162"/>
                </a:lnTo>
                <a:lnTo>
                  <a:pt x="149217" y="43192"/>
                </a:lnTo>
                <a:lnTo>
                  <a:pt x="149564" y="43232"/>
                </a:lnTo>
                <a:lnTo>
                  <a:pt x="149910" y="43280"/>
                </a:lnTo>
                <a:lnTo>
                  <a:pt x="150255" y="43336"/>
                </a:lnTo>
                <a:lnTo>
                  <a:pt x="150599" y="43401"/>
                </a:lnTo>
                <a:lnTo>
                  <a:pt x="150941" y="43476"/>
                </a:lnTo>
                <a:lnTo>
                  <a:pt x="151282" y="43558"/>
                </a:lnTo>
                <a:lnTo>
                  <a:pt x="151622" y="43650"/>
                </a:lnTo>
                <a:lnTo>
                  <a:pt x="151961" y="43750"/>
                </a:lnTo>
                <a:lnTo>
                  <a:pt x="152299" y="43859"/>
                </a:lnTo>
                <a:lnTo>
                  <a:pt x="152635" y="43976"/>
                </a:lnTo>
                <a:lnTo>
                  <a:pt x="152970" y="44103"/>
                </a:lnTo>
                <a:lnTo>
                  <a:pt x="153304" y="44238"/>
                </a:lnTo>
                <a:lnTo>
                  <a:pt x="153636" y="44382"/>
                </a:lnTo>
                <a:lnTo>
                  <a:pt x="153968" y="44534"/>
                </a:lnTo>
                <a:lnTo>
                  <a:pt x="154298" y="44695"/>
                </a:lnTo>
                <a:lnTo>
                  <a:pt x="154627" y="44865"/>
                </a:lnTo>
                <a:lnTo>
                  <a:pt x="154955" y="45044"/>
                </a:lnTo>
                <a:lnTo>
                  <a:pt x="155281" y="45231"/>
                </a:lnTo>
                <a:lnTo>
                  <a:pt x="155606" y="45427"/>
                </a:lnTo>
                <a:lnTo>
                  <a:pt x="155930" y="45632"/>
                </a:lnTo>
                <a:lnTo>
                  <a:pt x="156250" y="45844"/>
                </a:lnTo>
                <a:lnTo>
                  <a:pt x="156564" y="46063"/>
                </a:lnTo>
                <a:lnTo>
                  <a:pt x="156871" y="46288"/>
                </a:lnTo>
                <a:lnTo>
                  <a:pt x="157171" y="46520"/>
                </a:lnTo>
                <a:lnTo>
                  <a:pt x="157464" y="46759"/>
                </a:lnTo>
                <a:lnTo>
                  <a:pt x="157751" y="47004"/>
                </a:lnTo>
                <a:lnTo>
                  <a:pt x="158031" y="47255"/>
                </a:lnTo>
                <a:lnTo>
                  <a:pt x="158304" y="47513"/>
                </a:lnTo>
                <a:lnTo>
                  <a:pt x="158571" y="47778"/>
                </a:lnTo>
                <a:lnTo>
                  <a:pt x="158831" y="48049"/>
                </a:lnTo>
                <a:lnTo>
                  <a:pt x="159084" y="48327"/>
                </a:lnTo>
                <a:lnTo>
                  <a:pt x="159331" y="48611"/>
                </a:lnTo>
                <a:lnTo>
                  <a:pt x="159571" y="48902"/>
                </a:lnTo>
                <a:lnTo>
                  <a:pt x="159805" y="49199"/>
                </a:lnTo>
                <a:lnTo>
                  <a:pt x="160031" y="49503"/>
                </a:lnTo>
                <a:lnTo>
                  <a:pt x="160251" y="49813"/>
                </a:lnTo>
                <a:lnTo>
                  <a:pt x="160465" y="50130"/>
                </a:lnTo>
                <a:lnTo>
                  <a:pt x="160671" y="50454"/>
                </a:lnTo>
                <a:lnTo>
                  <a:pt x="160871" y="50784"/>
                </a:lnTo>
                <a:lnTo>
                  <a:pt x="161065" y="51120"/>
                </a:lnTo>
                <a:lnTo>
                  <a:pt x="161252" y="51463"/>
                </a:lnTo>
                <a:lnTo>
                  <a:pt x="161432" y="51813"/>
                </a:lnTo>
                <a:lnTo>
                  <a:pt x="161605" y="52169"/>
                </a:lnTo>
                <a:lnTo>
                  <a:pt x="161772" y="52531"/>
                </a:lnTo>
                <a:lnTo>
                  <a:pt x="161875" y="52774"/>
                </a:lnTo>
                <a:lnTo>
                  <a:pt x="161975" y="53030"/>
                </a:lnTo>
                <a:lnTo>
                  <a:pt x="162072" y="53301"/>
                </a:lnTo>
                <a:lnTo>
                  <a:pt x="162166" y="53585"/>
                </a:lnTo>
                <a:lnTo>
                  <a:pt x="162257" y="53884"/>
                </a:lnTo>
                <a:lnTo>
                  <a:pt x="162345" y="54197"/>
                </a:lnTo>
                <a:lnTo>
                  <a:pt x="162430" y="54525"/>
                </a:lnTo>
                <a:lnTo>
                  <a:pt x="162512" y="54866"/>
                </a:lnTo>
                <a:lnTo>
                  <a:pt x="162591" y="55222"/>
                </a:lnTo>
                <a:lnTo>
                  <a:pt x="162667" y="55591"/>
                </a:lnTo>
                <a:lnTo>
                  <a:pt x="162740" y="55975"/>
                </a:lnTo>
                <a:lnTo>
                  <a:pt x="162810" y="56373"/>
                </a:lnTo>
                <a:lnTo>
                  <a:pt x="162878" y="56785"/>
                </a:lnTo>
                <a:lnTo>
                  <a:pt x="162942" y="57212"/>
                </a:lnTo>
                <a:lnTo>
                  <a:pt x="163003" y="57652"/>
                </a:lnTo>
                <a:lnTo>
                  <a:pt x="163061" y="58107"/>
                </a:lnTo>
                <a:lnTo>
                  <a:pt x="163116" y="58576"/>
                </a:lnTo>
                <a:lnTo>
                  <a:pt x="163168" y="59058"/>
                </a:lnTo>
                <a:lnTo>
                  <a:pt x="163217" y="59556"/>
                </a:lnTo>
                <a:lnTo>
                  <a:pt x="163263" y="60067"/>
                </a:lnTo>
                <a:lnTo>
                  <a:pt x="163307" y="60592"/>
                </a:lnTo>
                <a:lnTo>
                  <a:pt x="163347" y="61132"/>
                </a:lnTo>
                <a:lnTo>
                  <a:pt x="163384" y="61686"/>
                </a:lnTo>
                <a:lnTo>
                  <a:pt x="163418" y="62253"/>
                </a:lnTo>
                <a:lnTo>
                  <a:pt x="130174" y="62253"/>
                </a:lnTo>
                <a:lnTo>
                  <a:pt x="130254" y="61509"/>
                </a:lnTo>
                <a:lnTo>
                  <a:pt x="130348" y="60778"/>
                </a:lnTo>
                <a:lnTo>
                  <a:pt x="130457" y="60061"/>
                </a:lnTo>
                <a:close/>
                <a:moveTo>
                  <a:pt x="385150" y="64623"/>
                </a:moveTo>
                <a:lnTo>
                  <a:pt x="385083" y="63562"/>
                </a:lnTo>
                <a:lnTo>
                  <a:pt x="384988" y="62519"/>
                </a:lnTo>
                <a:lnTo>
                  <a:pt x="384867" y="61495"/>
                </a:lnTo>
                <a:lnTo>
                  <a:pt x="384719" y="60490"/>
                </a:lnTo>
                <a:lnTo>
                  <a:pt x="384544" y="59503"/>
                </a:lnTo>
                <a:lnTo>
                  <a:pt x="384342" y="58535"/>
                </a:lnTo>
                <a:lnTo>
                  <a:pt x="384113" y="57585"/>
                </a:lnTo>
                <a:lnTo>
                  <a:pt x="383856" y="56654"/>
                </a:lnTo>
                <a:lnTo>
                  <a:pt x="383573" y="55742"/>
                </a:lnTo>
                <a:lnTo>
                  <a:pt x="383264" y="54848"/>
                </a:lnTo>
                <a:lnTo>
                  <a:pt x="382927" y="53973"/>
                </a:lnTo>
                <a:lnTo>
                  <a:pt x="382563" y="53116"/>
                </a:lnTo>
                <a:lnTo>
                  <a:pt x="382172" y="52278"/>
                </a:lnTo>
                <a:lnTo>
                  <a:pt x="381754" y="51459"/>
                </a:lnTo>
                <a:lnTo>
                  <a:pt x="381310" y="50658"/>
                </a:lnTo>
                <a:lnTo>
                  <a:pt x="380838" y="49876"/>
                </a:lnTo>
                <a:lnTo>
                  <a:pt x="380339" y="49112"/>
                </a:lnTo>
                <a:lnTo>
                  <a:pt x="379814" y="48367"/>
                </a:lnTo>
                <a:lnTo>
                  <a:pt x="379261" y="47641"/>
                </a:lnTo>
                <a:lnTo>
                  <a:pt x="378682" y="46933"/>
                </a:lnTo>
                <a:lnTo>
                  <a:pt x="378075" y="46243"/>
                </a:lnTo>
                <a:lnTo>
                  <a:pt x="377442" y="45573"/>
                </a:lnTo>
                <a:lnTo>
                  <a:pt x="376788" y="44925"/>
                </a:lnTo>
                <a:lnTo>
                  <a:pt x="376118" y="44305"/>
                </a:lnTo>
                <a:lnTo>
                  <a:pt x="375434" y="43712"/>
                </a:lnTo>
                <a:lnTo>
                  <a:pt x="374735" y="43147"/>
                </a:lnTo>
                <a:lnTo>
                  <a:pt x="374021" y="42610"/>
                </a:lnTo>
                <a:lnTo>
                  <a:pt x="373291" y="42100"/>
                </a:lnTo>
                <a:lnTo>
                  <a:pt x="372547" y="41617"/>
                </a:lnTo>
                <a:lnTo>
                  <a:pt x="371788" y="41163"/>
                </a:lnTo>
                <a:lnTo>
                  <a:pt x="371014" y="40735"/>
                </a:lnTo>
                <a:lnTo>
                  <a:pt x="370225" y="40336"/>
                </a:lnTo>
                <a:lnTo>
                  <a:pt x="369421" y="39964"/>
                </a:lnTo>
                <a:lnTo>
                  <a:pt x="368602" y="39619"/>
                </a:lnTo>
                <a:lnTo>
                  <a:pt x="367768" y="39302"/>
                </a:lnTo>
                <a:lnTo>
                  <a:pt x="366919" y="39013"/>
                </a:lnTo>
                <a:lnTo>
                  <a:pt x="366055" y="38751"/>
                </a:lnTo>
                <a:lnTo>
                  <a:pt x="365176" y="38516"/>
                </a:lnTo>
                <a:lnTo>
                  <a:pt x="364282" y="38310"/>
                </a:lnTo>
                <a:lnTo>
                  <a:pt x="363373" y="38131"/>
                </a:lnTo>
                <a:lnTo>
                  <a:pt x="362449" y="37979"/>
                </a:lnTo>
                <a:lnTo>
                  <a:pt x="361511" y="37855"/>
                </a:lnTo>
                <a:lnTo>
                  <a:pt x="360557" y="37758"/>
                </a:lnTo>
                <a:lnTo>
                  <a:pt x="359588" y="37689"/>
                </a:lnTo>
                <a:lnTo>
                  <a:pt x="358604" y="37648"/>
                </a:lnTo>
                <a:lnTo>
                  <a:pt x="357606" y="37634"/>
                </a:lnTo>
                <a:lnTo>
                  <a:pt x="356425" y="37652"/>
                </a:lnTo>
                <a:lnTo>
                  <a:pt x="355261" y="37706"/>
                </a:lnTo>
                <a:lnTo>
                  <a:pt x="354113" y="37795"/>
                </a:lnTo>
                <a:lnTo>
                  <a:pt x="352983" y="37920"/>
                </a:lnTo>
                <a:lnTo>
                  <a:pt x="351869" y="38081"/>
                </a:lnTo>
                <a:lnTo>
                  <a:pt x="350772" y="38278"/>
                </a:lnTo>
                <a:lnTo>
                  <a:pt x="349692" y="38510"/>
                </a:lnTo>
                <a:lnTo>
                  <a:pt x="348628" y="38778"/>
                </a:lnTo>
                <a:lnTo>
                  <a:pt x="347581" y="39081"/>
                </a:lnTo>
                <a:lnTo>
                  <a:pt x="346551" y="39421"/>
                </a:lnTo>
                <a:lnTo>
                  <a:pt x="345538" y="39796"/>
                </a:lnTo>
                <a:lnTo>
                  <a:pt x="344541" y="40207"/>
                </a:lnTo>
                <a:lnTo>
                  <a:pt x="343561" y="40654"/>
                </a:lnTo>
                <a:lnTo>
                  <a:pt x="342598" y="41136"/>
                </a:lnTo>
                <a:lnTo>
                  <a:pt x="341652" y="41654"/>
                </a:lnTo>
                <a:lnTo>
                  <a:pt x="340722" y="42208"/>
                </a:lnTo>
                <a:lnTo>
                  <a:pt x="339809" y="42798"/>
                </a:lnTo>
                <a:lnTo>
                  <a:pt x="338913" y="43423"/>
                </a:lnTo>
                <a:lnTo>
                  <a:pt x="338034" y="44084"/>
                </a:lnTo>
                <a:lnTo>
                  <a:pt x="337171" y="44781"/>
                </a:lnTo>
                <a:lnTo>
                  <a:pt x="336325" y="45513"/>
                </a:lnTo>
                <a:lnTo>
                  <a:pt x="335496" y="46281"/>
                </a:lnTo>
                <a:lnTo>
                  <a:pt x="334684" y="47085"/>
                </a:lnTo>
                <a:lnTo>
                  <a:pt x="333888" y="47925"/>
                </a:lnTo>
                <a:lnTo>
                  <a:pt x="333117" y="48796"/>
                </a:lnTo>
                <a:lnTo>
                  <a:pt x="332379" y="49696"/>
                </a:lnTo>
                <a:lnTo>
                  <a:pt x="331674" y="50624"/>
                </a:lnTo>
                <a:lnTo>
                  <a:pt x="331001" y="51579"/>
                </a:lnTo>
                <a:lnTo>
                  <a:pt x="330362" y="52563"/>
                </a:lnTo>
                <a:lnTo>
                  <a:pt x="329755" y="53575"/>
                </a:lnTo>
                <a:lnTo>
                  <a:pt x="329181" y="54615"/>
                </a:lnTo>
                <a:lnTo>
                  <a:pt x="328639" y="55684"/>
                </a:lnTo>
                <a:lnTo>
                  <a:pt x="328131" y="56780"/>
                </a:lnTo>
                <a:lnTo>
                  <a:pt x="327655" y="57904"/>
                </a:lnTo>
                <a:lnTo>
                  <a:pt x="327212" y="59057"/>
                </a:lnTo>
                <a:lnTo>
                  <a:pt x="326802" y="60238"/>
                </a:lnTo>
                <a:lnTo>
                  <a:pt x="326425" y="61446"/>
                </a:lnTo>
                <a:lnTo>
                  <a:pt x="326081" y="62683"/>
                </a:lnTo>
                <a:lnTo>
                  <a:pt x="325769" y="63948"/>
                </a:lnTo>
                <a:lnTo>
                  <a:pt x="325490" y="65242"/>
                </a:lnTo>
                <a:lnTo>
                  <a:pt x="325244" y="66563"/>
                </a:lnTo>
                <a:lnTo>
                  <a:pt x="325031" y="67912"/>
                </a:lnTo>
                <a:lnTo>
                  <a:pt x="324850" y="69290"/>
                </a:lnTo>
                <a:lnTo>
                  <a:pt x="324703" y="70695"/>
                </a:lnTo>
                <a:lnTo>
                  <a:pt x="324588" y="72129"/>
                </a:lnTo>
                <a:lnTo>
                  <a:pt x="324506" y="73591"/>
                </a:lnTo>
                <a:lnTo>
                  <a:pt x="324457" y="75081"/>
                </a:lnTo>
                <a:lnTo>
                  <a:pt x="324440" y="76599"/>
                </a:lnTo>
                <a:lnTo>
                  <a:pt x="324456" y="78002"/>
                </a:lnTo>
                <a:lnTo>
                  <a:pt x="324504" y="79381"/>
                </a:lnTo>
                <a:lnTo>
                  <a:pt x="324584" y="80736"/>
                </a:lnTo>
                <a:lnTo>
                  <a:pt x="324696" y="82067"/>
                </a:lnTo>
                <a:lnTo>
                  <a:pt x="324840" y="83373"/>
                </a:lnTo>
                <a:lnTo>
                  <a:pt x="325016" y="84656"/>
                </a:lnTo>
                <a:lnTo>
                  <a:pt x="325224" y="85915"/>
                </a:lnTo>
                <a:lnTo>
                  <a:pt x="325464" y="87149"/>
                </a:lnTo>
                <a:lnTo>
                  <a:pt x="325736" y="88360"/>
                </a:lnTo>
                <a:lnTo>
                  <a:pt x="326040" y="89547"/>
                </a:lnTo>
                <a:lnTo>
                  <a:pt x="326376" y="90709"/>
                </a:lnTo>
                <a:lnTo>
                  <a:pt x="326743" y="91848"/>
                </a:lnTo>
                <a:lnTo>
                  <a:pt x="327143" y="92962"/>
                </a:lnTo>
                <a:lnTo>
                  <a:pt x="327575" y="94052"/>
                </a:lnTo>
                <a:lnTo>
                  <a:pt x="328039" y="95119"/>
                </a:lnTo>
                <a:lnTo>
                  <a:pt x="328535" y="96161"/>
                </a:lnTo>
                <a:lnTo>
                  <a:pt x="329063" y="97179"/>
                </a:lnTo>
                <a:lnTo>
                  <a:pt x="329622" y="98174"/>
                </a:lnTo>
                <a:lnTo>
                  <a:pt x="330214" y="99144"/>
                </a:lnTo>
                <a:lnTo>
                  <a:pt x="330838" y="100090"/>
                </a:lnTo>
                <a:lnTo>
                  <a:pt x="331494" y="101012"/>
                </a:lnTo>
                <a:lnTo>
                  <a:pt x="332181" y="101910"/>
                </a:lnTo>
                <a:lnTo>
                  <a:pt x="332901" y="102784"/>
                </a:lnTo>
                <a:lnTo>
                  <a:pt x="333653" y="103634"/>
                </a:lnTo>
                <a:lnTo>
                  <a:pt x="334427" y="104454"/>
                </a:lnTo>
                <a:lnTo>
                  <a:pt x="335214" y="105240"/>
                </a:lnTo>
                <a:lnTo>
                  <a:pt x="336014" y="105990"/>
                </a:lnTo>
                <a:lnTo>
                  <a:pt x="336827" y="106706"/>
                </a:lnTo>
                <a:lnTo>
                  <a:pt x="337653" y="107387"/>
                </a:lnTo>
                <a:lnTo>
                  <a:pt x="338492" y="108032"/>
                </a:lnTo>
                <a:lnTo>
                  <a:pt x="339344" y="108643"/>
                </a:lnTo>
                <a:lnTo>
                  <a:pt x="340208" y="109219"/>
                </a:lnTo>
                <a:lnTo>
                  <a:pt x="341086" y="109760"/>
                </a:lnTo>
                <a:lnTo>
                  <a:pt x="341977" y="110266"/>
                </a:lnTo>
                <a:lnTo>
                  <a:pt x="342880" y="110738"/>
                </a:lnTo>
                <a:lnTo>
                  <a:pt x="343796" y="111174"/>
                </a:lnTo>
                <a:lnTo>
                  <a:pt x="344726" y="111575"/>
                </a:lnTo>
                <a:lnTo>
                  <a:pt x="345668" y="111942"/>
                </a:lnTo>
                <a:lnTo>
                  <a:pt x="346623" y="112273"/>
                </a:lnTo>
                <a:lnTo>
                  <a:pt x="347592" y="112570"/>
                </a:lnTo>
                <a:lnTo>
                  <a:pt x="348573" y="112832"/>
                </a:lnTo>
                <a:lnTo>
                  <a:pt x="349567" y="113059"/>
                </a:lnTo>
                <a:lnTo>
                  <a:pt x="350574" y="113251"/>
                </a:lnTo>
                <a:lnTo>
                  <a:pt x="351593" y="113408"/>
                </a:lnTo>
                <a:lnTo>
                  <a:pt x="352626" y="113530"/>
                </a:lnTo>
                <a:lnTo>
                  <a:pt x="353672" y="113617"/>
                </a:lnTo>
                <a:lnTo>
                  <a:pt x="354731" y="113670"/>
                </a:lnTo>
                <a:lnTo>
                  <a:pt x="355802" y="113687"/>
                </a:lnTo>
                <a:lnTo>
                  <a:pt x="356788" y="113672"/>
                </a:lnTo>
                <a:lnTo>
                  <a:pt x="357761" y="113626"/>
                </a:lnTo>
                <a:lnTo>
                  <a:pt x="358719" y="113549"/>
                </a:lnTo>
                <a:lnTo>
                  <a:pt x="359664" y="113442"/>
                </a:lnTo>
                <a:lnTo>
                  <a:pt x="360594" y="113304"/>
                </a:lnTo>
                <a:lnTo>
                  <a:pt x="361511" y="113136"/>
                </a:lnTo>
                <a:lnTo>
                  <a:pt x="362414" y="112937"/>
                </a:lnTo>
                <a:lnTo>
                  <a:pt x="363303" y="112707"/>
                </a:lnTo>
                <a:lnTo>
                  <a:pt x="364178" y="112447"/>
                </a:lnTo>
                <a:lnTo>
                  <a:pt x="365039" y="112156"/>
                </a:lnTo>
                <a:lnTo>
                  <a:pt x="365887" y="111834"/>
                </a:lnTo>
                <a:lnTo>
                  <a:pt x="366720" y="111482"/>
                </a:lnTo>
                <a:lnTo>
                  <a:pt x="367540" y="111099"/>
                </a:lnTo>
                <a:lnTo>
                  <a:pt x="368345" y="110686"/>
                </a:lnTo>
                <a:lnTo>
                  <a:pt x="369137" y="110242"/>
                </a:lnTo>
                <a:lnTo>
                  <a:pt x="369915" y="109767"/>
                </a:lnTo>
                <a:lnTo>
                  <a:pt x="370679" y="109262"/>
                </a:lnTo>
                <a:lnTo>
                  <a:pt x="371429" y="108726"/>
                </a:lnTo>
                <a:lnTo>
                  <a:pt x="372166" y="108159"/>
                </a:lnTo>
                <a:lnTo>
                  <a:pt x="372888" y="107562"/>
                </a:lnTo>
                <a:lnTo>
                  <a:pt x="373596" y="106934"/>
                </a:lnTo>
                <a:lnTo>
                  <a:pt x="374291" y="106275"/>
                </a:lnTo>
                <a:lnTo>
                  <a:pt x="374972" y="105586"/>
                </a:lnTo>
                <a:lnTo>
                  <a:pt x="375639" y="104867"/>
                </a:lnTo>
                <a:lnTo>
                  <a:pt x="376288" y="104128"/>
                </a:lnTo>
                <a:lnTo>
                  <a:pt x="376915" y="103383"/>
                </a:lnTo>
                <a:lnTo>
                  <a:pt x="377520" y="102631"/>
                </a:lnTo>
                <a:lnTo>
                  <a:pt x="378104" y="101873"/>
                </a:lnTo>
                <a:lnTo>
                  <a:pt x="378666" y="101108"/>
                </a:lnTo>
                <a:lnTo>
                  <a:pt x="379206" y="100336"/>
                </a:lnTo>
                <a:lnTo>
                  <a:pt x="379724" y="99558"/>
                </a:lnTo>
                <a:lnTo>
                  <a:pt x="380221" y="98773"/>
                </a:lnTo>
                <a:lnTo>
                  <a:pt x="380696" y="97981"/>
                </a:lnTo>
                <a:lnTo>
                  <a:pt x="381149" y="97183"/>
                </a:lnTo>
                <a:lnTo>
                  <a:pt x="381580" y="96378"/>
                </a:lnTo>
                <a:lnTo>
                  <a:pt x="381989" y="95566"/>
                </a:lnTo>
                <a:lnTo>
                  <a:pt x="382377" y="94747"/>
                </a:lnTo>
                <a:lnTo>
                  <a:pt x="382743" y="93922"/>
                </a:lnTo>
                <a:lnTo>
                  <a:pt x="383087" y="93090"/>
                </a:lnTo>
                <a:lnTo>
                  <a:pt x="383409" y="92252"/>
                </a:lnTo>
                <a:lnTo>
                  <a:pt x="383710" y="91407"/>
                </a:lnTo>
                <a:lnTo>
                  <a:pt x="383989" y="90555"/>
                </a:lnTo>
                <a:lnTo>
                  <a:pt x="384246" y="89697"/>
                </a:lnTo>
                <a:lnTo>
                  <a:pt x="384481" y="88832"/>
                </a:lnTo>
                <a:lnTo>
                  <a:pt x="384694" y="87960"/>
                </a:lnTo>
                <a:lnTo>
                  <a:pt x="384886" y="87081"/>
                </a:lnTo>
                <a:lnTo>
                  <a:pt x="385056" y="86196"/>
                </a:lnTo>
                <a:lnTo>
                  <a:pt x="385204" y="85305"/>
                </a:lnTo>
                <a:lnTo>
                  <a:pt x="382774" y="83736"/>
                </a:lnTo>
                <a:lnTo>
                  <a:pt x="382477" y="84511"/>
                </a:lnTo>
                <a:lnTo>
                  <a:pt x="382174" y="85266"/>
                </a:lnTo>
                <a:lnTo>
                  <a:pt x="381865" y="86002"/>
                </a:lnTo>
                <a:lnTo>
                  <a:pt x="381551" y="86719"/>
                </a:lnTo>
                <a:lnTo>
                  <a:pt x="381230" y="87417"/>
                </a:lnTo>
                <a:lnTo>
                  <a:pt x="380904" y="88095"/>
                </a:lnTo>
                <a:lnTo>
                  <a:pt x="380572" y="88755"/>
                </a:lnTo>
                <a:lnTo>
                  <a:pt x="380234" y="89395"/>
                </a:lnTo>
                <a:lnTo>
                  <a:pt x="379890" y="90016"/>
                </a:lnTo>
                <a:lnTo>
                  <a:pt x="379541" y="90617"/>
                </a:lnTo>
                <a:lnTo>
                  <a:pt x="379185" y="91200"/>
                </a:lnTo>
                <a:lnTo>
                  <a:pt x="378824" y="91763"/>
                </a:lnTo>
                <a:lnTo>
                  <a:pt x="378457" y="92307"/>
                </a:lnTo>
                <a:lnTo>
                  <a:pt x="378084" y="92832"/>
                </a:lnTo>
                <a:lnTo>
                  <a:pt x="377705" y="93338"/>
                </a:lnTo>
                <a:lnTo>
                  <a:pt x="377320" y="93825"/>
                </a:lnTo>
                <a:lnTo>
                  <a:pt x="376929" y="94292"/>
                </a:lnTo>
                <a:lnTo>
                  <a:pt x="376533" y="94740"/>
                </a:lnTo>
                <a:lnTo>
                  <a:pt x="376131" y="95169"/>
                </a:lnTo>
                <a:lnTo>
                  <a:pt x="375723" y="95579"/>
                </a:lnTo>
                <a:lnTo>
                  <a:pt x="375309" y="95969"/>
                </a:lnTo>
                <a:lnTo>
                  <a:pt x="374889" y="96341"/>
                </a:lnTo>
                <a:lnTo>
                  <a:pt x="374463" y="96693"/>
                </a:lnTo>
                <a:lnTo>
                  <a:pt x="374031" y="97026"/>
                </a:lnTo>
                <a:lnTo>
                  <a:pt x="373594" y="97343"/>
                </a:lnTo>
                <a:lnTo>
                  <a:pt x="373150" y="97646"/>
                </a:lnTo>
                <a:lnTo>
                  <a:pt x="372699" y="97936"/>
                </a:lnTo>
                <a:lnTo>
                  <a:pt x="372242" y="98212"/>
                </a:lnTo>
                <a:lnTo>
                  <a:pt x="371779" y="98475"/>
                </a:lnTo>
                <a:lnTo>
                  <a:pt x="371309" y="98724"/>
                </a:lnTo>
                <a:lnTo>
                  <a:pt x="370833" y="98960"/>
                </a:lnTo>
                <a:lnTo>
                  <a:pt x="370351" y="99182"/>
                </a:lnTo>
                <a:lnTo>
                  <a:pt x="369862" y="99391"/>
                </a:lnTo>
                <a:lnTo>
                  <a:pt x="369367" y="99586"/>
                </a:lnTo>
                <a:lnTo>
                  <a:pt x="368865" y="99768"/>
                </a:lnTo>
                <a:lnTo>
                  <a:pt x="368357" y="99937"/>
                </a:lnTo>
                <a:lnTo>
                  <a:pt x="367842" y="100092"/>
                </a:lnTo>
                <a:lnTo>
                  <a:pt x="367322" y="100233"/>
                </a:lnTo>
                <a:lnTo>
                  <a:pt x="366794" y="100361"/>
                </a:lnTo>
                <a:lnTo>
                  <a:pt x="366261" y="100476"/>
                </a:lnTo>
                <a:lnTo>
                  <a:pt x="365721" y="100577"/>
                </a:lnTo>
                <a:lnTo>
                  <a:pt x="365174" y="100665"/>
                </a:lnTo>
                <a:lnTo>
                  <a:pt x="364621" y="100739"/>
                </a:lnTo>
                <a:lnTo>
                  <a:pt x="364062" y="100799"/>
                </a:lnTo>
                <a:lnTo>
                  <a:pt x="363496" y="100846"/>
                </a:lnTo>
                <a:lnTo>
                  <a:pt x="362924" y="100880"/>
                </a:lnTo>
                <a:lnTo>
                  <a:pt x="362346" y="100900"/>
                </a:lnTo>
                <a:lnTo>
                  <a:pt x="361761" y="100907"/>
                </a:lnTo>
                <a:lnTo>
                  <a:pt x="360884" y="100891"/>
                </a:lnTo>
                <a:lnTo>
                  <a:pt x="360016" y="100844"/>
                </a:lnTo>
                <a:lnTo>
                  <a:pt x="359158" y="100765"/>
                </a:lnTo>
                <a:lnTo>
                  <a:pt x="358309" y="100655"/>
                </a:lnTo>
                <a:lnTo>
                  <a:pt x="357470" y="100513"/>
                </a:lnTo>
                <a:lnTo>
                  <a:pt x="356640" y="100340"/>
                </a:lnTo>
                <a:lnTo>
                  <a:pt x="355820" y="100135"/>
                </a:lnTo>
                <a:lnTo>
                  <a:pt x="355009" y="99899"/>
                </a:lnTo>
                <a:lnTo>
                  <a:pt x="354208" y="99631"/>
                </a:lnTo>
                <a:lnTo>
                  <a:pt x="353417" y="99332"/>
                </a:lnTo>
                <a:lnTo>
                  <a:pt x="352635" y="99001"/>
                </a:lnTo>
                <a:lnTo>
                  <a:pt x="351862" y="98639"/>
                </a:lnTo>
                <a:lnTo>
                  <a:pt x="351099" y="98245"/>
                </a:lnTo>
                <a:lnTo>
                  <a:pt x="350346" y="97820"/>
                </a:lnTo>
                <a:lnTo>
                  <a:pt x="349602" y="97363"/>
                </a:lnTo>
                <a:lnTo>
                  <a:pt x="348868" y="96875"/>
                </a:lnTo>
                <a:lnTo>
                  <a:pt x="348143" y="96355"/>
                </a:lnTo>
                <a:lnTo>
                  <a:pt x="347428" y="95804"/>
                </a:lnTo>
                <a:lnTo>
                  <a:pt x="346722" y="95221"/>
                </a:lnTo>
                <a:lnTo>
                  <a:pt x="346026" y="94606"/>
                </a:lnTo>
                <a:lnTo>
                  <a:pt x="345339" y="93961"/>
                </a:lnTo>
                <a:lnTo>
                  <a:pt x="344662" y="93283"/>
                </a:lnTo>
                <a:lnTo>
                  <a:pt x="343994" y="92575"/>
                </a:lnTo>
                <a:lnTo>
                  <a:pt x="343336" y="91834"/>
                </a:lnTo>
                <a:lnTo>
                  <a:pt x="342696" y="91066"/>
                </a:lnTo>
                <a:lnTo>
                  <a:pt x="342084" y="90274"/>
                </a:lnTo>
                <a:lnTo>
                  <a:pt x="341499" y="89458"/>
                </a:lnTo>
                <a:lnTo>
                  <a:pt x="340942" y="88618"/>
                </a:lnTo>
                <a:lnTo>
                  <a:pt x="340413" y="87754"/>
                </a:lnTo>
                <a:lnTo>
                  <a:pt x="339911" y="86866"/>
                </a:lnTo>
                <a:lnTo>
                  <a:pt x="339436" y="85955"/>
                </a:lnTo>
                <a:lnTo>
                  <a:pt x="338989" y="85019"/>
                </a:lnTo>
                <a:lnTo>
                  <a:pt x="338569" y="84060"/>
                </a:lnTo>
                <a:lnTo>
                  <a:pt x="338177" y="83077"/>
                </a:lnTo>
                <a:lnTo>
                  <a:pt x="337812" y="82069"/>
                </a:lnTo>
                <a:lnTo>
                  <a:pt x="337475" y="81038"/>
                </a:lnTo>
                <a:lnTo>
                  <a:pt x="337165" y="79983"/>
                </a:lnTo>
                <a:lnTo>
                  <a:pt x="336883" y="78904"/>
                </a:lnTo>
                <a:lnTo>
                  <a:pt x="336629" y="77802"/>
                </a:lnTo>
                <a:lnTo>
                  <a:pt x="336401" y="76675"/>
                </a:lnTo>
                <a:lnTo>
                  <a:pt x="336202" y="75524"/>
                </a:lnTo>
                <a:lnTo>
                  <a:pt x="336030" y="74350"/>
                </a:lnTo>
                <a:lnTo>
                  <a:pt x="335885" y="73151"/>
                </a:lnTo>
                <a:lnTo>
                  <a:pt x="335768" y="71929"/>
                </a:lnTo>
                <a:lnTo>
                  <a:pt x="335678" y="70683"/>
                </a:lnTo>
                <a:lnTo>
                  <a:pt x="335616" y="69413"/>
                </a:lnTo>
                <a:lnTo>
                  <a:pt x="335581" y="68119"/>
                </a:lnTo>
                <a:lnTo>
                  <a:pt x="335574" y="66801"/>
                </a:lnTo>
                <a:lnTo>
                  <a:pt x="385204" y="66801"/>
                </a:lnTo>
                <a:lnTo>
                  <a:pt x="385191" y="65703"/>
                </a:lnTo>
                <a:lnTo>
                  <a:pt x="385150" y="64623"/>
                </a:lnTo>
                <a:close/>
                <a:moveTo>
                  <a:pt x="335856" y="60061"/>
                </a:moveTo>
                <a:lnTo>
                  <a:pt x="335980" y="59358"/>
                </a:lnTo>
                <a:lnTo>
                  <a:pt x="336119" y="58668"/>
                </a:lnTo>
                <a:lnTo>
                  <a:pt x="336272" y="57993"/>
                </a:lnTo>
                <a:lnTo>
                  <a:pt x="336440" y="57331"/>
                </a:lnTo>
                <a:lnTo>
                  <a:pt x="336624" y="56682"/>
                </a:lnTo>
                <a:lnTo>
                  <a:pt x="336822" y="56048"/>
                </a:lnTo>
                <a:lnTo>
                  <a:pt x="337034" y="55427"/>
                </a:lnTo>
                <a:lnTo>
                  <a:pt x="337262" y="54820"/>
                </a:lnTo>
                <a:lnTo>
                  <a:pt x="337505" y="54227"/>
                </a:lnTo>
                <a:lnTo>
                  <a:pt x="337762" y="53647"/>
                </a:lnTo>
                <a:lnTo>
                  <a:pt x="338034" y="53081"/>
                </a:lnTo>
                <a:lnTo>
                  <a:pt x="338321" y="52529"/>
                </a:lnTo>
                <a:lnTo>
                  <a:pt x="338623" y="51991"/>
                </a:lnTo>
                <a:lnTo>
                  <a:pt x="338940" y="51467"/>
                </a:lnTo>
                <a:lnTo>
                  <a:pt x="339271" y="50956"/>
                </a:lnTo>
                <a:lnTo>
                  <a:pt x="339617" y="50459"/>
                </a:lnTo>
                <a:lnTo>
                  <a:pt x="339979" y="49975"/>
                </a:lnTo>
                <a:lnTo>
                  <a:pt x="340355" y="49506"/>
                </a:lnTo>
                <a:lnTo>
                  <a:pt x="340746" y="49050"/>
                </a:lnTo>
                <a:lnTo>
                  <a:pt x="341151" y="48608"/>
                </a:lnTo>
                <a:lnTo>
                  <a:pt x="341572" y="48180"/>
                </a:lnTo>
                <a:lnTo>
                  <a:pt x="342002" y="47767"/>
                </a:lnTo>
                <a:lnTo>
                  <a:pt x="342437" y="47372"/>
                </a:lnTo>
                <a:lnTo>
                  <a:pt x="342877" y="46995"/>
                </a:lnTo>
                <a:lnTo>
                  <a:pt x="343322" y="46635"/>
                </a:lnTo>
                <a:lnTo>
                  <a:pt x="343771" y="46292"/>
                </a:lnTo>
                <a:lnTo>
                  <a:pt x="344225" y="45967"/>
                </a:lnTo>
                <a:lnTo>
                  <a:pt x="344684" y="45660"/>
                </a:lnTo>
                <a:lnTo>
                  <a:pt x="345148" y="45370"/>
                </a:lnTo>
                <a:lnTo>
                  <a:pt x="345616" y="45098"/>
                </a:lnTo>
                <a:lnTo>
                  <a:pt x="346090" y="44844"/>
                </a:lnTo>
                <a:lnTo>
                  <a:pt x="346568" y="44606"/>
                </a:lnTo>
                <a:lnTo>
                  <a:pt x="347050" y="44387"/>
                </a:lnTo>
                <a:lnTo>
                  <a:pt x="347538" y="44185"/>
                </a:lnTo>
                <a:lnTo>
                  <a:pt x="348030" y="44001"/>
                </a:lnTo>
                <a:lnTo>
                  <a:pt x="348527" y="43834"/>
                </a:lnTo>
                <a:lnTo>
                  <a:pt x="349029" y="43685"/>
                </a:lnTo>
                <a:lnTo>
                  <a:pt x="349535" y="43553"/>
                </a:lnTo>
                <a:lnTo>
                  <a:pt x="350047" y="43439"/>
                </a:lnTo>
                <a:lnTo>
                  <a:pt x="350563" y="43342"/>
                </a:lnTo>
                <a:lnTo>
                  <a:pt x="351084" y="43263"/>
                </a:lnTo>
                <a:lnTo>
                  <a:pt x="351609" y="43202"/>
                </a:lnTo>
                <a:lnTo>
                  <a:pt x="352140" y="43158"/>
                </a:lnTo>
                <a:lnTo>
                  <a:pt x="352675" y="43131"/>
                </a:lnTo>
                <a:lnTo>
                  <a:pt x="353215" y="43123"/>
                </a:lnTo>
                <a:lnTo>
                  <a:pt x="353567" y="43127"/>
                </a:lnTo>
                <a:lnTo>
                  <a:pt x="353918" y="43140"/>
                </a:lnTo>
                <a:lnTo>
                  <a:pt x="354268" y="43162"/>
                </a:lnTo>
                <a:lnTo>
                  <a:pt x="354616" y="43192"/>
                </a:lnTo>
                <a:lnTo>
                  <a:pt x="354964" y="43232"/>
                </a:lnTo>
                <a:lnTo>
                  <a:pt x="355310" y="43280"/>
                </a:lnTo>
                <a:lnTo>
                  <a:pt x="355655" y="43336"/>
                </a:lnTo>
                <a:lnTo>
                  <a:pt x="355998" y="43401"/>
                </a:lnTo>
                <a:lnTo>
                  <a:pt x="356341" y="43476"/>
                </a:lnTo>
                <a:lnTo>
                  <a:pt x="356682" y="43558"/>
                </a:lnTo>
                <a:lnTo>
                  <a:pt x="357022" y="43650"/>
                </a:lnTo>
                <a:lnTo>
                  <a:pt x="357361" y="43750"/>
                </a:lnTo>
                <a:lnTo>
                  <a:pt x="357698" y="43859"/>
                </a:lnTo>
                <a:lnTo>
                  <a:pt x="358034" y="43976"/>
                </a:lnTo>
                <a:lnTo>
                  <a:pt x="358369" y="44103"/>
                </a:lnTo>
                <a:lnTo>
                  <a:pt x="358703" y="44238"/>
                </a:lnTo>
                <a:lnTo>
                  <a:pt x="359036" y="44382"/>
                </a:lnTo>
                <a:lnTo>
                  <a:pt x="359367" y="44534"/>
                </a:lnTo>
                <a:lnTo>
                  <a:pt x="359697" y="44695"/>
                </a:lnTo>
                <a:lnTo>
                  <a:pt x="360026" y="44865"/>
                </a:lnTo>
                <a:lnTo>
                  <a:pt x="360354" y="45044"/>
                </a:lnTo>
                <a:lnTo>
                  <a:pt x="360680" y="45231"/>
                </a:lnTo>
                <a:lnTo>
                  <a:pt x="361006" y="45427"/>
                </a:lnTo>
                <a:lnTo>
                  <a:pt x="361330" y="45632"/>
                </a:lnTo>
                <a:lnTo>
                  <a:pt x="361650" y="45844"/>
                </a:lnTo>
                <a:lnTo>
                  <a:pt x="361963" y="46063"/>
                </a:lnTo>
                <a:lnTo>
                  <a:pt x="362270" y="46288"/>
                </a:lnTo>
                <a:lnTo>
                  <a:pt x="362570" y="46520"/>
                </a:lnTo>
                <a:lnTo>
                  <a:pt x="362864" y="46759"/>
                </a:lnTo>
                <a:lnTo>
                  <a:pt x="363150" y="47004"/>
                </a:lnTo>
                <a:lnTo>
                  <a:pt x="363430" y="47255"/>
                </a:lnTo>
                <a:lnTo>
                  <a:pt x="363704" y="47513"/>
                </a:lnTo>
                <a:lnTo>
                  <a:pt x="363970" y="47778"/>
                </a:lnTo>
                <a:lnTo>
                  <a:pt x="364230" y="48049"/>
                </a:lnTo>
                <a:lnTo>
                  <a:pt x="364484" y="48327"/>
                </a:lnTo>
                <a:lnTo>
                  <a:pt x="364731" y="48611"/>
                </a:lnTo>
                <a:lnTo>
                  <a:pt x="364971" y="48902"/>
                </a:lnTo>
                <a:lnTo>
                  <a:pt x="365204" y="49199"/>
                </a:lnTo>
                <a:lnTo>
                  <a:pt x="365431" y="49503"/>
                </a:lnTo>
                <a:lnTo>
                  <a:pt x="365651" y="49813"/>
                </a:lnTo>
                <a:lnTo>
                  <a:pt x="365864" y="50130"/>
                </a:lnTo>
                <a:lnTo>
                  <a:pt x="366071" y="50454"/>
                </a:lnTo>
                <a:lnTo>
                  <a:pt x="366271" y="50784"/>
                </a:lnTo>
                <a:lnTo>
                  <a:pt x="366464" y="51120"/>
                </a:lnTo>
                <a:lnTo>
                  <a:pt x="366651" y="51463"/>
                </a:lnTo>
                <a:lnTo>
                  <a:pt x="366831" y="51813"/>
                </a:lnTo>
                <a:lnTo>
                  <a:pt x="367004" y="52169"/>
                </a:lnTo>
                <a:lnTo>
                  <a:pt x="367171" y="52531"/>
                </a:lnTo>
                <a:lnTo>
                  <a:pt x="367274" y="52774"/>
                </a:lnTo>
                <a:lnTo>
                  <a:pt x="367374" y="53030"/>
                </a:lnTo>
                <a:lnTo>
                  <a:pt x="367471" y="53301"/>
                </a:lnTo>
                <a:lnTo>
                  <a:pt x="367565" y="53585"/>
                </a:lnTo>
                <a:lnTo>
                  <a:pt x="367656" y="53884"/>
                </a:lnTo>
                <a:lnTo>
                  <a:pt x="367744" y="54197"/>
                </a:lnTo>
                <a:lnTo>
                  <a:pt x="367829" y="54525"/>
                </a:lnTo>
                <a:lnTo>
                  <a:pt x="367911" y="54866"/>
                </a:lnTo>
                <a:lnTo>
                  <a:pt x="367991" y="55222"/>
                </a:lnTo>
                <a:lnTo>
                  <a:pt x="368067" y="55591"/>
                </a:lnTo>
                <a:lnTo>
                  <a:pt x="368140" y="55975"/>
                </a:lnTo>
                <a:lnTo>
                  <a:pt x="368210" y="56373"/>
                </a:lnTo>
                <a:lnTo>
                  <a:pt x="368277" y="56785"/>
                </a:lnTo>
                <a:lnTo>
                  <a:pt x="368341" y="57212"/>
                </a:lnTo>
                <a:lnTo>
                  <a:pt x="368402" y="57652"/>
                </a:lnTo>
                <a:lnTo>
                  <a:pt x="368460" y="58107"/>
                </a:lnTo>
                <a:lnTo>
                  <a:pt x="368515" y="58576"/>
                </a:lnTo>
                <a:lnTo>
                  <a:pt x="368568" y="59058"/>
                </a:lnTo>
                <a:lnTo>
                  <a:pt x="368617" y="59556"/>
                </a:lnTo>
                <a:lnTo>
                  <a:pt x="368663" y="60067"/>
                </a:lnTo>
                <a:lnTo>
                  <a:pt x="368706" y="60592"/>
                </a:lnTo>
                <a:lnTo>
                  <a:pt x="368746" y="61132"/>
                </a:lnTo>
                <a:lnTo>
                  <a:pt x="368783" y="61686"/>
                </a:lnTo>
                <a:lnTo>
                  <a:pt x="368817" y="62253"/>
                </a:lnTo>
                <a:lnTo>
                  <a:pt x="335574" y="62253"/>
                </a:lnTo>
                <a:lnTo>
                  <a:pt x="335653" y="61509"/>
                </a:lnTo>
                <a:lnTo>
                  <a:pt x="335747" y="60778"/>
                </a:lnTo>
                <a:lnTo>
                  <a:pt x="335856" y="600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Text (25)">
            <a:extLst xmlns:a="http://schemas.openxmlformats.org/drawingml/2006/main">
              <a:ext uri="{FF2B5EF4-FFF2-40B4-BE49-F238E27FC236}">
                <a16:creationId xmlns:a16="http://schemas.microsoft.com/office/drawing/2014/main" id="{2D5939C9-B610-4EC4-B9BF-F561FE3D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0012" y="888441"/>
            <a:ext cx="254397" cy="145833"/>
          </a:xfrm>
          <a:custGeom xmlns:a="http://schemas.openxmlformats.org/drawingml/2006/main">
            <a:pathLst>
              <a:path w="254397" h="145833">
                <a:moveTo>
                  <a:pt x="43279" y="142932"/>
                </a:moveTo>
                <a:lnTo>
                  <a:pt x="43279" y="145833"/>
                </a:lnTo>
                <a:cubicBezTo>
                  <a:pt x="35387" y="141861"/>
                  <a:pt x="28801" y="137209"/>
                  <a:pt x="23521" y="131877"/>
                </a:cubicBezTo>
                <a:cubicBezTo>
                  <a:pt x="15995" y="124298"/>
                  <a:pt x="10193" y="115360"/>
                  <a:pt x="6116" y="105063"/>
                </a:cubicBezTo>
                <a:cubicBezTo>
                  <a:pt x="2039" y="94765"/>
                  <a:pt x="0" y="84076"/>
                  <a:pt x="0" y="72995"/>
                </a:cubicBezTo>
                <a:cubicBezTo>
                  <a:pt x="0" y="56791"/>
                  <a:pt x="3999" y="42012"/>
                  <a:pt x="11996" y="28657"/>
                </a:cubicBezTo>
                <a:cubicBezTo>
                  <a:pt x="19993" y="15302"/>
                  <a:pt x="30421" y="5750"/>
                  <a:pt x="43279" y="0"/>
                </a:cubicBezTo>
                <a:lnTo>
                  <a:pt x="43279" y="3293"/>
                </a:lnTo>
                <a:cubicBezTo>
                  <a:pt x="36850" y="6847"/>
                  <a:pt x="31571" y="11708"/>
                  <a:pt x="27442" y="17876"/>
                </a:cubicBezTo>
                <a:cubicBezTo>
                  <a:pt x="23312" y="24044"/>
                  <a:pt x="20228" y="31859"/>
                  <a:pt x="18190" y="41319"/>
                </a:cubicBezTo>
                <a:cubicBezTo>
                  <a:pt x="16151" y="50780"/>
                  <a:pt x="15132" y="60659"/>
                  <a:pt x="15132" y="70956"/>
                </a:cubicBezTo>
                <a:cubicBezTo>
                  <a:pt x="15132" y="82142"/>
                  <a:pt x="15995" y="92309"/>
                  <a:pt x="17720" y="101456"/>
                </a:cubicBezTo>
                <a:cubicBezTo>
                  <a:pt x="19079" y="108669"/>
                  <a:pt x="20725" y="114458"/>
                  <a:pt x="22659" y="118823"/>
                </a:cubicBezTo>
                <a:cubicBezTo>
                  <a:pt x="24593" y="123187"/>
                  <a:pt x="27193" y="127382"/>
                  <a:pt x="30460" y="131407"/>
                </a:cubicBezTo>
                <a:cubicBezTo>
                  <a:pt x="33727" y="135431"/>
                  <a:pt x="38000" y="139273"/>
                  <a:pt x="43279" y="142932"/>
                </a:cubicBezTo>
                <a:close/>
                <a:moveTo>
                  <a:pt x="120560" y="90950"/>
                </a:moveTo>
                <a:lnTo>
                  <a:pt x="113112" y="111492"/>
                </a:lnTo>
                <a:lnTo>
                  <a:pt x="50388" y="111492"/>
                </a:lnTo>
                <a:lnTo>
                  <a:pt x="50388" y="108586"/>
                </a:lnTo>
                <a:cubicBezTo>
                  <a:pt x="68839" y="91727"/>
                  <a:pt x="81828" y="77958"/>
                  <a:pt x="89355" y="67279"/>
                </a:cubicBezTo>
                <a:cubicBezTo>
                  <a:pt x="96882" y="56598"/>
                  <a:pt x="100645" y="46833"/>
                  <a:pt x="100645" y="37985"/>
                </a:cubicBezTo>
                <a:cubicBezTo>
                  <a:pt x="100645" y="31232"/>
                  <a:pt x="98581" y="25683"/>
                  <a:pt x="94451" y="21338"/>
                </a:cubicBezTo>
                <a:cubicBezTo>
                  <a:pt x="90322" y="16992"/>
                  <a:pt x="85382" y="14819"/>
                  <a:pt x="79633" y="14819"/>
                </a:cubicBezTo>
                <a:cubicBezTo>
                  <a:pt x="74406" y="14819"/>
                  <a:pt x="69714" y="16354"/>
                  <a:pt x="65559" y="19425"/>
                </a:cubicBezTo>
                <a:cubicBezTo>
                  <a:pt x="61404" y="22496"/>
                  <a:pt x="58333" y="26997"/>
                  <a:pt x="56346" y="32930"/>
                </a:cubicBezTo>
                <a:lnTo>
                  <a:pt x="53445" y="32930"/>
                </a:lnTo>
                <a:cubicBezTo>
                  <a:pt x="54752" y="23285"/>
                  <a:pt x="58111" y="15882"/>
                  <a:pt x="63520" y="10722"/>
                </a:cubicBezTo>
                <a:cubicBezTo>
                  <a:pt x="68930" y="5560"/>
                  <a:pt x="75686" y="2979"/>
                  <a:pt x="83788" y="2979"/>
                </a:cubicBezTo>
                <a:cubicBezTo>
                  <a:pt x="92413" y="2979"/>
                  <a:pt x="99613" y="5750"/>
                  <a:pt x="105389" y="11290"/>
                </a:cubicBezTo>
                <a:cubicBezTo>
                  <a:pt x="111164" y="16831"/>
                  <a:pt x="114052" y="23365"/>
                  <a:pt x="114052" y="30892"/>
                </a:cubicBezTo>
                <a:cubicBezTo>
                  <a:pt x="114052" y="36275"/>
                  <a:pt x="112798" y="41659"/>
                  <a:pt x="110289" y="47043"/>
                </a:cubicBezTo>
                <a:cubicBezTo>
                  <a:pt x="106421" y="55511"/>
                  <a:pt x="100149" y="64475"/>
                  <a:pt x="91472" y="73936"/>
                </a:cubicBezTo>
                <a:cubicBezTo>
                  <a:pt x="78457" y="88153"/>
                  <a:pt x="70329" y="96726"/>
                  <a:pt x="67088" y="99653"/>
                </a:cubicBezTo>
                <a:lnTo>
                  <a:pt x="94843" y="99653"/>
                </a:lnTo>
                <a:cubicBezTo>
                  <a:pt x="100488" y="99653"/>
                  <a:pt x="104448" y="99442"/>
                  <a:pt x="106722" y="99020"/>
                </a:cubicBezTo>
                <a:cubicBezTo>
                  <a:pt x="108995" y="98597"/>
                  <a:pt x="111047" y="97740"/>
                  <a:pt x="112876" y="96448"/>
                </a:cubicBezTo>
                <a:cubicBezTo>
                  <a:pt x="114706" y="95156"/>
                  <a:pt x="116300" y="93323"/>
                  <a:pt x="117659" y="90950"/>
                </a:cubicBezTo>
                <a:lnTo>
                  <a:pt x="120560" y="90950"/>
                </a:lnTo>
                <a:close/>
                <a:moveTo>
                  <a:pt x="196927" y="5175"/>
                </a:moveTo>
                <a:lnTo>
                  <a:pt x="190811" y="18660"/>
                </a:lnTo>
                <a:lnTo>
                  <a:pt x="158822" y="18660"/>
                </a:lnTo>
                <a:lnTo>
                  <a:pt x="151844" y="32773"/>
                </a:lnTo>
                <a:cubicBezTo>
                  <a:pt x="165696" y="34812"/>
                  <a:pt x="176672" y="39960"/>
                  <a:pt x="184774" y="48219"/>
                </a:cubicBezTo>
                <a:cubicBezTo>
                  <a:pt x="191726" y="55328"/>
                  <a:pt x="195202" y="63691"/>
                  <a:pt x="195202" y="73309"/>
                </a:cubicBezTo>
                <a:cubicBezTo>
                  <a:pt x="195202" y="78901"/>
                  <a:pt x="194065" y="84076"/>
                  <a:pt x="191791" y="88833"/>
                </a:cubicBezTo>
                <a:cubicBezTo>
                  <a:pt x="189518" y="93589"/>
                  <a:pt x="186656" y="97640"/>
                  <a:pt x="183206" y="100985"/>
                </a:cubicBezTo>
                <a:cubicBezTo>
                  <a:pt x="179756" y="104331"/>
                  <a:pt x="175914" y="107023"/>
                  <a:pt x="171681" y="109061"/>
                </a:cubicBezTo>
                <a:cubicBezTo>
                  <a:pt x="165670" y="111936"/>
                  <a:pt x="159502" y="113373"/>
                  <a:pt x="153177" y="113373"/>
                </a:cubicBezTo>
                <a:cubicBezTo>
                  <a:pt x="146800" y="113373"/>
                  <a:pt x="142161" y="112289"/>
                  <a:pt x="139260" y="110120"/>
                </a:cubicBezTo>
                <a:cubicBezTo>
                  <a:pt x="136359" y="107950"/>
                  <a:pt x="134909" y="105559"/>
                  <a:pt x="134909" y="102946"/>
                </a:cubicBezTo>
                <a:cubicBezTo>
                  <a:pt x="134909" y="101482"/>
                  <a:pt x="135510" y="100188"/>
                  <a:pt x="136712" y="99065"/>
                </a:cubicBezTo>
                <a:cubicBezTo>
                  <a:pt x="137914" y="97941"/>
                  <a:pt x="139430" y="97379"/>
                  <a:pt x="141259" y="97379"/>
                </a:cubicBezTo>
                <a:cubicBezTo>
                  <a:pt x="142618" y="97379"/>
                  <a:pt x="143808" y="97588"/>
                  <a:pt x="144827" y="98006"/>
                </a:cubicBezTo>
                <a:cubicBezTo>
                  <a:pt x="145846" y="98424"/>
                  <a:pt x="147584" y="99496"/>
                  <a:pt x="150041" y="101221"/>
                </a:cubicBezTo>
                <a:cubicBezTo>
                  <a:pt x="153961" y="103939"/>
                  <a:pt x="157934" y="105298"/>
                  <a:pt x="161958" y="105298"/>
                </a:cubicBezTo>
                <a:cubicBezTo>
                  <a:pt x="168074" y="105298"/>
                  <a:pt x="173445" y="102985"/>
                  <a:pt x="178071" y="98359"/>
                </a:cubicBezTo>
                <a:cubicBezTo>
                  <a:pt x="182696" y="93733"/>
                  <a:pt x="185009" y="88101"/>
                  <a:pt x="185009" y="81463"/>
                </a:cubicBezTo>
                <a:cubicBezTo>
                  <a:pt x="185009" y="75033"/>
                  <a:pt x="182945" y="69036"/>
                  <a:pt x="178815" y="63469"/>
                </a:cubicBezTo>
                <a:cubicBezTo>
                  <a:pt x="174686" y="57902"/>
                  <a:pt x="168989" y="53603"/>
                  <a:pt x="161723" y="50571"/>
                </a:cubicBezTo>
                <a:cubicBezTo>
                  <a:pt x="156026" y="48219"/>
                  <a:pt x="148264" y="46860"/>
                  <a:pt x="138437" y="46494"/>
                </a:cubicBezTo>
                <a:lnTo>
                  <a:pt x="158822" y="5175"/>
                </a:lnTo>
                <a:lnTo>
                  <a:pt x="196927" y="5175"/>
                </a:lnTo>
                <a:close/>
                <a:moveTo>
                  <a:pt x="211118" y="3293"/>
                </a:moveTo>
                <a:lnTo>
                  <a:pt x="211118" y="0"/>
                </a:lnTo>
                <a:cubicBezTo>
                  <a:pt x="219063" y="3920"/>
                  <a:pt x="225675" y="8546"/>
                  <a:pt x="230954" y="13878"/>
                </a:cubicBezTo>
                <a:cubicBezTo>
                  <a:pt x="238429" y="21509"/>
                  <a:pt x="244205" y="30460"/>
                  <a:pt x="248282" y="40731"/>
                </a:cubicBezTo>
                <a:cubicBezTo>
                  <a:pt x="252359" y="51002"/>
                  <a:pt x="254397" y="61705"/>
                  <a:pt x="254397" y="72838"/>
                </a:cubicBezTo>
                <a:cubicBezTo>
                  <a:pt x="254397" y="89042"/>
                  <a:pt x="250412" y="103821"/>
                  <a:pt x="242440" y="117176"/>
                </a:cubicBezTo>
                <a:cubicBezTo>
                  <a:pt x="234469" y="130531"/>
                  <a:pt x="224028" y="140083"/>
                  <a:pt x="211118" y="145833"/>
                </a:cubicBezTo>
                <a:lnTo>
                  <a:pt x="211118" y="142932"/>
                </a:lnTo>
                <a:cubicBezTo>
                  <a:pt x="217547" y="139325"/>
                  <a:pt x="222839" y="134451"/>
                  <a:pt x="226995" y="128310"/>
                </a:cubicBezTo>
                <a:cubicBezTo>
                  <a:pt x="231150" y="122168"/>
                  <a:pt x="234234" y="114354"/>
                  <a:pt x="236246" y="104867"/>
                </a:cubicBezTo>
                <a:cubicBezTo>
                  <a:pt x="238259" y="95380"/>
                  <a:pt x="239265" y="85487"/>
                  <a:pt x="239265" y="75190"/>
                </a:cubicBezTo>
                <a:cubicBezTo>
                  <a:pt x="239265" y="64057"/>
                  <a:pt x="238403" y="53890"/>
                  <a:pt x="236678" y="44691"/>
                </a:cubicBezTo>
                <a:cubicBezTo>
                  <a:pt x="235371" y="37478"/>
                  <a:pt x="233737" y="31702"/>
                  <a:pt x="231777" y="27363"/>
                </a:cubicBezTo>
                <a:cubicBezTo>
                  <a:pt x="229817" y="23025"/>
                  <a:pt x="227217" y="18843"/>
                  <a:pt x="223976" y="14819"/>
                </a:cubicBezTo>
                <a:cubicBezTo>
                  <a:pt x="220735" y="10794"/>
                  <a:pt x="216449" y="6952"/>
                  <a:pt x="211118" y="3293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48F139-B84E-424E-864B-C8B13791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348" y="1745930"/>
            <a:ext cx="1151297" cy="385376"/>
          </a:xfrm>
          <a:custGeom xmlns:a="http://schemas.openxmlformats.org/drawingml/2006/main">
            <a:pathLst>
              <a:path w="1151297" h="385376">
                <a:moveTo>
                  <a:pt x="0" y="385376"/>
                </a:moveTo>
                <a:lnTo>
                  <a:pt x="1151297" y="385376"/>
                </a:lnTo>
                <a:lnTo>
                  <a:pt x="1151297" y="0"/>
                </a:lnTo>
                <a:lnTo>
                  <a:pt x="0" y="0"/>
                </a:lnTo>
                <a:lnTo>
                  <a:pt x="0" y="385376"/>
                </a:lnTo>
                <a:close/>
                <a:moveTo>
                  <a:pt x="1137915" y="371995"/>
                </a:moveTo>
                <a:lnTo>
                  <a:pt x="13381" y="371995"/>
                </a:lnTo>
                <a:lnTo>
                  <a:pt x="13381" y="13381"/>
                </a:lnTo>
                <a:lnTo>
                  <a:pt x="1137915" y="13381"/>
                </a:lnTo>
                <a:lnTo>
                  <a:pt x="1137915" y="3719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Text High">
            <a:extLst xmlns:a="http://schemas.openxmlformats.org/drawingml/2006/main">
              <a:ext uri="{FF2B5EF4-FFF2-40B4-BE49-F238E27FC236}">
                <a16:creationId xmlns:a16="http://schemas.microsoft.com/office/drawing/2014/main" id="{4C73CC5C-561B-43C8-B77F-617589B7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2024" y="1871283"/>
            <a:ext cx="317383" cy="146147"/>
          </a:xfrm>
          <a:custGeom xmlns:a="http://schemas.openxmlformats.org/drawingml/2006/main">
            <a:pathLst>
              <a:path w="317383" h="146147">
                <a:moveTo>
                  <a:pt x="30264" y="54413"/>
                </a:moveTo>
                <a:lnTo>
                  <a:pt x="79659" y="54413"/>
                </a:lnTo>
                <a:lnTo>
                  <a:pt x="79659" y="24043"/>
                </a:lnTo>
                <a:cubicBezTo>
                  <a:pt x="79659" y="18617"/>
                  <a:pt x="79320" y="15042"/>
                  <a:pt x="78640" y="13319"/>
                </a:cubicBezTo>
                <a:cubicBezTo>
                  <a:pt x="78117" y="12016"/>
                  <a:pt x="77020" y="10894"/>
                  <a:pt x="75347" y="9955"/>
                </a:cubicBezTo>
                <a:cubicBezTo>
                  <a:pt x="73099" y="8702"/>
                  <a:pt x="70721" y="8076"/>
                  <a:pt x="68212" y="8076"/>
                </a:cubicBezTo>
                <a:lnTo>
                  <a:pt x="64449" y="8076"/>
                </a:lnTo>
                <a:lnTo>
                  <a:pt x="64449" y="5175"/>
                </a:lnTo>
                <a:lnTo>
                  <a:pt x="109924" y="5175"/>
                </a:lnTo>
                <a:lnTo>
                  <a:pt x="109924" y="8076"/>
                </a:lnTo>
                <a:lnTo>
                  <a:pt x="106160" y="8076"/>
                </a:lnTo>
                <a:cubicBezTo>
                  <a:pt x="103651" y="8076"/>
                  <a:pt x="101273" y="8677"/>
                  <a:pt x="99025" y="9879"/>
                </a:cubicBezTo>
                <a:cubicBezTo>
                  <a:pt x="97353" y="10715"/>
                  <a:pt x="96216" y="11983"/>
                  <a:pt x="95615" y="13682"/>
                </a:cubicBezTo>
                <a:cubicBezTo>
                  <a:pt x="95014" y="15380"/>
                  <a:pt x="94713" y="18843"/>
                  <a:pt x="94713" y="24070"/>
                </a:cubicBezTo>
                <a:lnTo>
                  <a:pt x="94713" y="92675"/>
                </a:lnTo>
                <a:cubicBezTo>
                  <a:pt x="94713" y="98058"/>
                  <a:pt x="95053" y="101613"/>
                  <a:pt x="95732" y="103338"/>
                </a:cubicBezTo>
                <a:cubicBezTo>
                  <a:pt x="96255" y="104644"/>
                  <a:pt x="97327" y="105768"/>
                  <a:pt x="98947" y="106709"/>
                </a:cubicBezTo>
                <a:cubicBezTo>
                  <a:pt x="101247" y="107964"/>
                  <a:pt x="103651" y="108591"/>
                  <a:pt x="106160" y="108591"/>
                </a:cubicBezTo>
                <a:lnTo>
                  <a:pt x="109924" y="108591"/>
                </a:lnTo>
                <a:lnTo>
                  <a:pt x="109924" y="111492"/>
                </a:lnTo>
                <a:lnTo>
                  <a:pt x="64449" y="111492"/>
                </a:lnTo>
                <a:lnTo>
                  <a:pt x="64449" y="108591"/>
                </a:lnTo>
                <a:lnTo>
                  <a:pt x="68212" y="108591"/>
                </a:lnTo>
                <a:cubicBezTo>
                  <a:pt x="72551" y="108591"/>
                  <a:pt x="75713" y="107308"/>
                  <a:pt x="77699" y="104742"/>
                </a:cubicBezTo>
                <a:cubicBezTo>
                  <a:pt x="79006" y="103067"/>
                  <a:pt x="79659" y="99036"/>
                  <a:pt x="79659" y="92648"/>
                </a:cubicBezTo>
                <a:lnTo>
                  <a:pt x="79659" y="60215"/>
                </a:lnTo>
                <a:lnTo>
                  <a:pt x="30264" y="60215"/>
                </a:lnTo>
                <a:lnTo>
                  <a:pt x="30264" y="92648"/>
                </a:lnTo>
                <a:cubicBezTo>
                  <a:pt x="30264" y="98041"/>
                  <a:pt x="30604" y="101602"/>
                  <a:pt x="31284" y="103330"/>
                </a:cubicBezTo>
                <a:cubicBezTo>
                  <a:pt x="31806" y="104639"/>
                  <a:pt x="32904" y="105764"/>
                  <a:pt x="34577" y="106707"/>
                </a:cubicBezTo>
                <a:cubicBezTo>
                  <a:pt x="36824" y="107963"/>
                  <a:pt x="39202" y="108591"/>
                  <a:pt x="41711" y="108591"/>
                </a:cubicBezTo>
                <a:lnTo>
                  <a:pt x="45553" y="108591"/>
                </a:lnTo>
                <a:lnTo>
                  <a:pt x="45553" y="111492"/>
                </a:lnTo>
                <a:lnTo>
                  <a:pt x="0" y="111492"/>
                </a:lnTo>
                <a:lnTo>
                  <a:pt x="0" y="108591"/>
                </a:lnTo>
                <a:lnTo>
                  <a:pt x="3763" y="108591"/>
                </a:lnTo>
                <a:cubicBezTo>
                  <a:pt x="8154" y="108591"/>
                  <a:pt x="11343" y="107310"/>
                  <a:pt x="13329" y="104749"/>
                </a:cubicBezTo>
                <a:cubicBezTo>
                  <a:pt x="14583" y="103076"/>
                  <a:pt x="15211" y="99052"/>
                  <a:pt x="15211" y="92675"/>
                </a:cubicBezTo>
                <a:lnTo>
                  <a:pt x="15211" y="24070"/>
                </a:lnTo>
                <a:cubicBezTo>
                  <a:pt x="15211" y="18634"/>
                  <a:pt x="14871" y="15054"/>
                  <a:pt x="14191" y="13329"/>
                </a:cubicBezTo>
                <a:cubicBezTo>
                  <a:pt x="13669" y="12022"/>
                  <a:pt x="12597" y="10898"/>
                  <a:pt x="10977" y="9957"/>
                </a:cubicBezTo>
                <a:cubicBezTo>
                  <a:pt x="8677" y="8703"/>
                  <a:pt x="6272" y="8076"/>
                  <a:pt x="3763" y="8076"/>
                </a:cubicBezTo>
                <a:lnTo>
                  <a:pt x="0" y="8076"/>
                </a:lnTo>
                <a:lnTo>
                  <a:pt x="0" y="5175"/>
                </a:lnTo>
                <a:lnTo>
                  <a:pt x="45553" y="5175"/>
                </a:lnTo>
                <a:lnTo>
                  <a:pt x="45553" y="8076"/>
                </a:lnTo>
                <a:lnTo>
                  <a:pt x="41711" y="8076"/>
                </a:lnTo>
                <a:cubicBezTo>
                  <a:pt x="39202" y="8076"/>
                  <a:pt x="36824" y="8676"/>
                  <a:pt x="34577" y="9877"/>
                </a:cubicBezTo>
                <a:cubicBezTo>
                  <a:pt x="32956" y="10711"/>
                  <a:pt x="31832" y="11976"/>
                  <a:pt x="31205" y="13672"/>
                </a:cubicBezTo>
                <a:cubicBezTo>
                  <a:pt x="30578" y="15367"/>
                  <a:pt x="30264" y="18825"/>
                  <a:pt x="30264" y="24043"/>
                </a:cubicBezTo>
                <a:lnTo>
                  <a:pt x="30264" y="54413"/>
                </a:lnTo>
                <a:close/>
                <a:moveTo>
                  <a:pt x="136289" y="0"/>
                </a:moveTo>
                <a:cubicBezTo>
                  <a:pt x="138484" y="0"/>
                  <a:pt x="140353" y="775"/>
                  <a:pt x="141895" y="2325"/>
                </a:cubicBezTo>
                <a:cubicBezTo>
                  <a:pt x="143437" y="3874"/>
                  <a:pt x="144208" y="5751"/>
                  <a:pt x="144208" y="7958"/>
                </a:cubicBezTo>
                <a:cubicBezTo>
                  <a:pt x="144208" y="10165"/>
                  <a:pt x="143437" y="12056"/>
                  <a:pt x="141895" y="13633"/>
                </a:cubicBezTo>
                <a:cubicBezTo>
                  <a:pt x="140353" y="15207"/>
                  <a:pt x="138484" y="15995"/>
                  <a:pt x="136289" y="15995"/>
                </a:cubicBezTo>
                <a:cubicBezTo>
                  <a:pt x="134093" y="15995"/>
                  <a:pt x="132212" y="15207"/>
                  <a:pt x="130644" y="13633"/>
                </a:cubicBezTo>
                <a:cubicBezTo>
                  <a:pt x="129076" y="12056"/>
                  <a:pt x="128292" y="10165"/>
                  <a:pt x="128292" y="7958"/>
                </a:cubicBezTo>
                <a:cubicBezTo>
                  <a:pt x="128292" y="5751"/>
                  <a:pt x="129063" y="3874"/>
                  <a:pt x="130604" y="2325"/>
                </a:cubicBezTo>
                <a:cubicBezTo>
                  <a:pt x="132146" y="775"/>
                  <a:pt x="134041" y="0"/>
                  <a:pt x="136289" y="0"/>
                </a:cubicBezTo>
                <a:moveTo>
                  <a:pt x="142796" y="37634"/>
                </a:moveTo>
                <a:lnTo>
                  <a:pt x="142796" y="95213"/>
                </a:lnTo>
                <a:cubicBezTo>
                  <a:pt x="142796" y="99698"/>
                  <a:pt x="143123" y="102684"/>
                  <a:pt x="143776" y="104171"/>
                </a:cubicBezTo>
                <a:cubicBezTo>
                  <a:pt x="144430" y="105657"/>
                  <a:pt x="145397" y="106765"/>
                  <a:pt x="146677" y="107496"/>
                </a:cubicBezTo>
                <a:cubicBezTo>
                  <a:pt x="147958" y="108226"/>
                  <a:pt x="150297" y="108591"/>
                  <a:pt x="153695" y="108591"/>
                </a:cubicBezTo>
                <a:lnTo>
                  <a:pt x="153695" y="111492"/>
                </a:lnTo>
                <a:lnTo>
                  <a:pt x="118805" y="111492"/>
                </a:lnTo>
                <a:lnTo>
                  <a:pt x="118805" y="108591"/>
                </a:lnTo>
                <a:cubicBezTo>
                  <a:pt x="122307" y="108591"/>
                  <a:pt x="124659" y="108252"/>
                  <a:pt x="125861" y="107574"/>
                </a:cubicBezTo>
                <a:cubicBezTo>
                  <a:pt x="127063" y="106896"/>
                  <a:pt x="128017" y="105775"/>
                  <a:pt x="128723" y="104210"/>
                </a:cubicBezTo>
                <a:cubicBezTo>
                  <a:pt x="129428" y="102645"/>
                  <a:pt x="129781" y="99646"/>
                  <a:pt x="129781" y="95213"/>
                </a:cubicBezTo>
                <a:lnTo>
                  <a:pt x="129781" y="67597"/>
                </a:lnTo>
                <a:cubicBezTo>
                  <a:pt x="129781" y="59825"/>
                  <a:pt x="129546" y="54793"/>
                  <a:pt x="129076" y="52499"/>
                </a:cubicBezTo>
                <a:cubicBezTo>
                  <a:pt x="128710" y="50830"/>
                  <a:pt x="128135" y="49669"/>
                  <a:pt x="127351" y="49018"/>
                </a:cubicBezTo>
                <a:cubicBezTo>
                  <a:pt x="126567" y="48366"/>
                  <a:pt x="125495" y="48040"/>
                  <a:pt x="124136" y="48040"/>
                </a:cubicBezTo>
                <a:cubicBezTo>
                  <a:pt x="122673" y="48040"/>
                  <a:pt x="120895" y="48431"/>
                  <a:pt x="118805" y="49214"/>
                </a:cubicBezTo>
                <a:lnTo>
                  <a:pt x="117707" y="46396"/>
                </a:lnTo>
                <a:lnTo>
                  <a:pt x="139347" y="37634"/>
                </a:lnTo>
                <a:lnTo>
                  <a:pt x="142796" y="37634"/>
                </a:lnTo>
                <a:close/>
                <a:moveTo>
                  <a:pt x="182056" y="85322"/>
                </a:moveTo>
                <a:cubicBezTo>
                  <a:pt x="177665" y="83182"/>
                  <a:pt x="174294" y="80194"/>
                  <a:pt x="171942" y="76357"/>
                </a:cubicBezTo>
                <a:cubicBezTo>
                  <a:pt x="169589" y="72520"/>
                  <a:pt x="168413" y="68278"/>
                  <a:pt x="168413" y="63630"/>
                </a:cubicBezTo>
                <a:cubicBezTo>
                  <a:pt x="168413" y="56532"/>
                  <a:pt x="171092" y="50424"/>
                  <a:pt x="176450" y="45308"/>
                </a:cubicBezTo>
                <a:cubicBezTo>
                  <a:pt x="181808" y="40192"/>
                  <a:pt x="188668" y="37634"/>
                  <a:pt x="197031" y="37634"/>
                </a:cubicBezTo>
                <a:cubicBezTo>
                  <a:pt x="203879" y="37634"/>
                  <a:pt x="209811" y="39307"/>
                  <a:pt x="214829" y="42652"/>
                </a:cubicBezTo>
                <a:lnTo>
                  <a:pt x="230040" y="42652"/>
                </a:lnTo>
                <a:cubicBezTo>
                  <a:pt x="232287" y="42652"/>
                  <a:pt x="233594" y="42717"/>
                  <a:pt x="233960" y="42846"/>
                </a:cubicBezTo>
                <a:cubicBezTo>
                  <a:pt x="234326" y="42975"/>
                  <a:pt x="234587" y="43195"/>
                  <a:pt x="234744" y="43505"/>
                </a:cubicBezTo>
                <a:cubicBezTo>
                  <a:pt x="235058" y="43970"/>
                  <a:pt x="235214" y="44798"/>
                  <a:pt x="235214" y="45987"/>
                </a:cubicBezTo>
                <a:cubicBezTo>
                  <a:pt x="235214" y="47330"/>
                  <a:pt x="235084" y="48260"/>
                  <a:pt x="234822" y="48778"/>
                </a:cubicBezTo>
                <a:cubicBezTo>
                  <a:pt x="234666" y="49036"/>
                  <a:pt x="234391" y="49242"/>
                  <a:pt x="233999" y="49398"/>
                </a:cubicBezTo>
                <a:cubicBezTo>
                  <a:pt x="233607" y="49553"/>
                  <a:pt x="232287" y="49630"/>
                  <a:pt x="230040" y="49630"/>
                </a:cubicBezTo>
                <a:lnTo>
                  <a:pt x="220709" y="49630"/>
                </a:lnTo>
                <a:cubicBezTo>
                  <a:pt x="223637" y="53402"/>
                  <a:pt x="225100" y="58221"/>
                  <a:pt x="225100" y="64086"/>
                </a:cubicBezTo>
                <a:cubicBezTo>
                  <a:pt x="225100" y="70790"/>
                  <a:pt x="222539" y="76525"/>
                  <a:pt x="217416" y="81291"/>
                </a:cubicBezTo>
                <a:cubicBezTo>
                  <a:pt x="212294" y="86058"/>
                  <a:pt x="205421" y="88441"/>
                  <a:pt x="196796" y="88441"/>
                </a:cubicBezTo>
                <a:cubicBezTo>
                  <a:pt x="193242" y="88441"/>
                  <a:pt x="189609" y="87907"/>
                  <a:pt x="185898" y="86841"/>
                </a:cubicBezTo>
                <a:cubicBezTo>
                  <a:pt x="183598" y="88825"/>
                  <a:pt x="182043" y="90563"/>
                  <a:pt x="181233" y="92052"/>
                </a:cubicBezTo>
                <a:cubicBezTo>
                  <a:pt x="180422" y="93540"/>
                  <a:pt x="180017" y="94806"/>
                  <a:pt x="180017" y="95850"/>
                </a:cubicBezTo>
                <a:cubicBezTo>
                  <a:pt x="180017" y="96739"/>
                  <a:pt x="180449" y="97601"/>
                  <a:pt x="181311" y="98437"/>
                </a:cubicBezTo>
                <a:cubicBezTo>
                  <a:pt x="182173" y="99272"/>
                  <a:pt x="183859" y="99872"/>
                  <a:pt x="186368" y="100238"/>
                </a:cubicBezTo>
                <a:cubicBezTo>
                  <a:pt x="187832" y="100447"/>
                  <a:pt x="191491" y="100630"/>
                  <a:pt x="197345" y="100787"/>
                </a:cubicBezTo>
                <a:cubicBezTo>
                  <a:pt x="208112" y="101047"/>
                  <a:pt x="215090" y="101412"/>
                  <a:pt x="218279" y="101882"/>
                </a:cubicBezTo>
                <a:cubicBezTo>
                  <a:pt x="223140" y="102562"/>
                  <a:pt x="227021" y="104364"/>
                  <a:pt x="229922" y="107290"/>
                </a:cubicBezTo>
                <a:cubicBezTo>
                  <a:pt x="232823" y="110214"/>
                  <a:pt x="234274" y="113817"/>
                  <a:pt x="234274" y="118100"/>
                </a:cubicBezTo>
                <a:cubicBezTo>
                  <a:pt x="234274" y="124001"/>
                  <a:pt x="231503" y="129538"/>
                  <a:pt x="225963" y="134709"/>
                </a:cubicBezTo>
                <a:cubicBezTo>
                  <a:pt x="217808" y="142334"/>
                  <a:pt x="207172" y="146147"/>
                  <a:pt x="194052" y="146147"/>
                </a:cubicBezTo>
                <a:cubicBezTo>
                  <a:pt x="183964" y="146147"/>
                  <a:pt x="175444" y="143876"/>
                  <a:pt x="168492" y="139335"/>
                </a:cubicBezTo>
                <a:cubicBezTo>
                  <a:pt x="164572" y="136725"/>
                  <a:pt x="162611" y="134010"/>
                  <a:pt x="162611" y="131191"/>
                </a:cubicBezTo>
                <a:cubicBezTo>
                  <a:pt x="162611" y="129940"/>
                  <a:pt x="162899" y="128688"/>
                  <a:pt x="163474" y="127435"/>
                </a:cubicBezTo>
                <a:cubicBezTo>
                  <a:pt x="164362" y="125503"/>
                  <a:pt x="166192" y="122814"/>
                  <a:pt x="168962" y="119369"/>
                </a:cubicBezTo>
                <a:cubicBezTo>
                  <a:pt x="169328" y="118900"/>
                  <a:pt x="171994" y="116082"/>
                  <a:pt x="176960" y="110914"/>
                </a:cubicBezTo>
                <a:cubicBezTo>
                  <a:pt x="174242" y="109292"/>
                  <a:pt x="172321" y="107839"/>
                  <a:pt x="171197" y="106557"/>
                </a:cubicBezTo>
                <a:cubicBezTo>
                  <a:pt x="170073" y="105275"/>
                  <a:pt x="169511" y="103823"/>
                  <a:pt x="169511" y="102201"/>
                </a:cubicBezTo>
                <a:cubicBezTo>
                  <a:pt x="169511" y="100368"/>
                  <a:pt x="170256" y="98222"/>
                  <a:pt x="171746" y="95762"/>
                </a:cubicBezTo>
                <a:cubicBezTo>
                  <a:pt x="173235" y="93302"/>
                  <a:pt x="176672" y="89822"/>
                  <a:pt x="182056" y="85322"/>
                </a:cubicBezTo>
                <a:moveTo>
                  <a:pt x="195698" y="41555"/>
                </a:moveTo>
                <a:cubicBezTo>
                  <a:pt x="191830" y="41555"/>
                  <a:pt x="188590" y="43088"/>
                  <a:pt x="185976" y="46156"/>
                </a:cubicBezTo>
                <a:cubicBezTo>
                  <a:pt x="183363" y="49222"/>
                  <a:pt x="182056" y="53926"/>
                  <a:pt x="182056" y="60269"/>
                </a:cubicBezTo>
                <a:cubicBezTo>
                  <a:pt x="182056" y="68483"/>
                  <a:pt x="183833" y="74851"/>
                  <a:pt x="187387" y="79373"/>
                </a:cubicBezTo>
                <a:cubicBezTo>
                  <a:pt x="190105" y="82805"/>
                  <a:pt x="193555" y="84520"/>
                  <a:pt x="197737" y="84520"/>
                </a:cubicBezTo>
                <a:cubicBezTo>
                  <a:pt x="201709" y="84520"/>
                  <a:pt x="204976" y="83039"/>
                  <a:pt x="207537" y="80076"/>
                </a:cubicBezTo>
                <a:cubicBezTo>
                  <a:pt x="210099" y="77113"/>
                  <a:pt x="211379" y="72460"/>
                  <a:pt x="211379" y="66117"/>
                </a:cubicBezTo>
                <a:cubicBezTo>
                  <a:pt x="211379" y="57852"/>
                  <a:pt x="209576" y="51380"/>
                  <a:pt x="205969" y="46700"/>
                </a:cubicBezTo>
                <a:cubicBezTo>
                  <a:pt x="203304" y="43270"/>
                  <a:pt x="199880" y="41555"/>
                  <a:pt x="195698" y="41555"/>
                </a:cubicBezTo>
                <a:moveTo>
                  <a:pt x="181272" y="111538"/>
                </a:moveTo>
                <a:cubicBezTo>
                  <a:pt x="178815" y="114199"/>
                  <a:pt x="176960" y="116677"/>
                  <a:pt x="175705" y="118972"/>
                </a:cubicBezTo>
                <a:cubicBezTo>
                  <a:pt x="174451" y="121269"/>
                  <a:pt x="173823" y="123382"/>
                  <a:pt x="173823" y="125313"/>
                </a:cubicBezTo>
                <a:cubicBezTo>
                  <a:pt x="173823" y="127817"/>
                  <a:pt x="175339" y="130008"/>
                  <a:pt x="178371" y="131887"/>
                </a:cubicBezTo>
                <a:cubicBezTo>
                  <a:pt x="183598" y="135121"/>
                  <a:pt x="191151" y="136738"/>
                  <a:pt x="201030" y="136738"/>
                </a:cubicBezTo>
                <a:cubicBezTo>
                  <a:pt x="210438" y="136738"/>
                  <a:pt x="217377" y="135081"/>
                  <a:pt x="221846" y="131767"/>
                </a:cubicBezTo>
                <a:cubicBezTo>
                  <a:pt x="226315" y="128454"/>
                  <a:pt x="228550" y="124920"/>
                  <a:pt x="228550" y="121165"/>
                </a:cubicBezTo>
                <a:cubicBezTo>
                  <a:pt x="228550" y="118452"/>
                  <a:pt x="227217" y="116521"/>
                  <a:pt x="224551" y="115373"/>
                </a:cubicBezTo>
                <a:cubicBezTo>
                  <a:pt x="221833" y="114224"/>
                  <a:pt x="216449" y="113547"/>
                  <a:pt x="208400" y="113339"/>
                </a:cubicBezTo>
                <a:cubicBezTo>
                  <a:pt x="196639" y="113026"/>
                  <a:pt x="187596" y="112425"/>
                  <a:pt x="181272" y="111538"/>
                </a:cubicBezTo>
                <a:close/>
                <a:moveTo>
                  <a:pt x="264225" y="0"/>
                </a:moveTo>
                <a:lnTo>
                  <a:pt x="264225" y="52610"/>
                </a:lnTo>
                <a:cubicBezTo>
                  <a:pt x="270027" y="46233"/>
                  <a:pt x="274626" y="42143"/>
                  <a:pt x="278024" y="40339"/>
                </a:cubicBezTo>
                <a:cubicBezTo>
                  <a:pt x="281422" y="38536"/>
                  <a:pt x="284819" y="37634"/>
                  <a:pt x="288217" y="37634"/>
                </a:cubicBezTo>
                <a:cubicBezTo>
                  <a:pt x="292294" y="37634"/>
                  <a:pt x="295796" y="38756"/>
                  <a:pt x="298723" y="40998"/>
                </a:cubicBezTo>
                <a:cubicBezTo>
                  <a:pt x="301650" y="43241"/>
                  <a:pt x="303819" y="46761"/>
                  <a:pt x="305231" y="51559"/>
                </a:cubicBezTo>
                <a:cubicBezTo>
                  <a:pt x="306224" y="54897"/>
                  <a:pt x="306720" y="61000"/>
                  <a:pt x="306720" y="69866"/>
                </a:cubicBezTo>
                <a:lnTo>
                  <a:pt x="306720" y="95213"/>
                </a:lnTo>
                <a:cubicBezTo>
                  <a:pt x="306720" y="99751"/>
                  <a:pt x="307086" y="102854"/>
                  <a:pt x="307818" y="104524"/>
                </a:cubicBezTo>
                <a:cubicBezTo>
                  <a:pt x="308341" y="105775"/>
                  <a:pt x="309229" y="106765"/>
                  <a:pt x="310484" y="107496"/>
                </a:cubicBezTo>
                <a:cubicBezTo>
                  <a:pt x="311738" y="108226"/>
                  <a:pt x="314038" y="108591"/>
                  <a:pt x="317383" y="108591"/>
                </a:cubicBezTo>
                <a:lnTo>
                  <a:pt x="317383" y="111492"/>
                </a:lnTo>
                <a:lnTo>
                  <a:pt x="282101" y="111492"/>
                </a:lnTo>
                <a:lnTo>
                  <a:pt x="282101" y="108591"/>
                </a:lnTo>
                <a:lnTo>
                  <a:pt x="283748" y="108591"/>
                </a:lnTo>
                <a:cubicBezTo>
                  <a:pt x="287093" y="108591"/>
                  <a:pt x="289419" y="108081"/>
                  <a:pt x="290726" y="107062"/>
                </a:cubicBezTo>
                <a:cubicBezTo>
                  <a:pt x="292032" y="106043"/>
                  <a:pt x="292947" y="104540"/>
                  <a:pt x="293470" y="102554"/>
                </a:cubicBezTo>
                <a:cubicBezTo>
                  <a:pt x="293627" y="101717"/>
                  <a:pt x="293705" y="99261"/>
                  <a:pt x="293705" y="95184"/>
                </a:cubicBezTo>
                <a:lnTo>
                  <a:pt x="293705" y="69780"/>
                </a:lnTo>
                <a:cubicBezTo>
                  <a:pt x="293705" y="61940"/>
                  <a:pt x="293300" y="56791"/>
                  <a:pt x="292490" y="54335"/>
                </a:cubicBezTo>
                <a:cubicBezTo>
                  <a:pt x="291680" y="51878"/>
                  <a:pt x="290386" y="50035"/>
                  <a:pt x="288609" y="48807"/>
                </a:cubicBezTo>
                <a:cubicBezTo>
                  <a:pt x="286832" y="47579"/>
                  <a:pt x="284688" y="46965"/>
                  <a:pt x="282179" y="46965"/>
                </a:cubicBezTo>
                <a:cubicBezTo>
                  <a:pt x="279618" y="46965"/>
                  <a:pt x="276952" y="47644"/>
                  <a:pt x="274182" y="49003"/>
                </a:cubicBezTo>
                <a:cubicBezTo>
                  <a:pt x="271412" y="50362"/>
                  <a:pt x="268093" y="53106"/>
                  <a:pt x="264225" y="57236"/>
                </a:cubicBezTo>
                <a:lnTo>
                  <a:pt x="264225" y="95184"/>
                </a:lnTo>
                <a:cubicBezTo>
                  <a:pt x="264225" y="100097"/>
                  <a:pt x="264499" y="103155"/>
                  <a:pt x="265048" y="104357"/>
                </a:cubicBezTo>
                <a:cubicBezTo>
                  <a:pt x="265597" y="105559"/>
                  <a:pt x="266616" y="106565"/>
                  <a:pt x="268106" y="107375"/>
                </a:cubicBezTo>
                <a:cubicBezTo>
                  <a:pt x="269595" y="108186"/>
                  <a:pt x="272170" y="108591"/>
                  <a:pt x="275829" y="108591"/>
                </a:cubicBezTo>
                <a:lnTo>
                  <a:pt x="275829" y="111492"/>
                </a:lnTo>
                <a:lnTo>
                  <a:pt x="240233" y="111492"/>
                </a:lnTo>
                <a:lnTo>
                  <a:pt x="240233" y="108591"/>
                </a:lnTo>
                <a:cubicBezTo>
                  <a:pt x="243421" y="108591"/>
                  <a:pt x="245930" y="108094"/>
                  <a:pt x="247760" y="107101"/>
                </a:cubicBezTo>
                <a:cubicBezTo>
                  <a:pt x="248805" y="106580"/>
                  <a:pt x="249641" y="105589"/>
                  <a:pt x="250269" y="104127"/>
                </a:cubicBezTo>
                <a:cubicBezTo>
                  <a:pt x="250896" y="102663"/>
                  <a:pt x="251210" y="99685"/>
                  <a:pt x="251210" y="95193"/>
                </a:cubicBezTo>
                <a:lnTo>
                  <a:pt x="251210" y="30242"/>
                </a:lnTo>
                <a:cubicBezTo>
                  <a:pt x="251210" y="22042"/>
                  <a:pt x="251014" y="17002"/>
                  <a:pt x="250622" y="15122"/>
                </a:cubicBezTo>
                <a:cubicBezTo>
                  <a:pt x="250229" y="13241"/>
                  <a:pt x="249628" y="11961"/>
                  <a:pt x="248818" y="11283"/>
                </a:cubicBezTo>
                <a:cubicBezTo>
                  <a:pt x="248008" y="10603"/>
                  <a:pt x="246923" y="10264"/>
                  <a:pt x="245564" y="10264"/>
                </a:cubicBezTo>
                <a:cubicBezTo>
                  <a:pt x="244467" y="10264"/>
                  <a:pt x="242690" y="10682"/>
                  <a:pt x="240233" y="11518"/>
                </a:cubicBezTo>
                <a:lnTo>
                  <a:pt x="239135" y="8774"/>
                </a:lnTo>
                <a:lnTo>
                  <a:pt x="260618" y="0"/>
                </a:lnTo>
                <a:lnTo>
                  <a:pt x="264225" y="0"/>
                </a:lnTo>
                <a:close/>
              </a:path>
            </a:pathLst>
          </a:custGeom>
          <a:solidFill xmlns:a="http://schemas.openxmlformats.org/drawingml/2006/main">
            <a:srgbClr val="0F14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Text (61)">
            <a:extLst xmlns:a="http://schemas.openxmlformats.org/drawingml/2006/main">
              <a:ext uri="{FF2B5EF4-FFF2-40B4-BE49-F238E27FC236}">
                <a16:creationId xmlns:a16="http://schemas.microsoft.com/office/drawing/2014/main" id="{55EF43A8-10D1-4325-B1DF-5F219790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155" y="1871283"/>
            <a:ext cx="254398" cy="145833"/>
          </a:xfrm>
          <a:custGeom xmlns:a="http://schemas.openxmlformats.org/drawingml/2006/main">
            <a:pathLst>
              <a:path w="254398" h="145833">
                <a:moveTo>
                  <a:pt x="43279" y="142932"/>
                </a:moveTo>
                <a:lnTo>
                  <a:pt x="43279" y="145833"/>
                </a:lnTo>
                <a:cubicBezTo>
                  <a:pt x="35387" y="141861"/>
                  <a:pt x="28801" y="137209"/>
                  <a:pt x="23521" y="131877"/>
                </a:cubicBezTo>
                <a:cubicBezTo>
                  <a:pt x="15995" y="124298"/>
                  <a:pt x="10193" y="115360"/>
                  <a:pt x="6116" y="105063"/>
                </a:cubicBezTo>
                <a:cubicBezTo>
                  <a:pt x="2039" y="94765"/>
                  <a:pt x="0" y="84076"/>
                  <a:pt x="0" y="72995"/>
                </a:cubicBezTo>
                <a:cubicBezTo>
                  <a:pt x="0" y="56791"/>
                  <a:pt x="3999" y="42012"/>
                  <a:pt x="11996" y="28657"/>
                </a:cubicBezTo>
                <a:cubicBezTo>
                  <a:pt x="19993" y="15302"/>
                  <a:pt x="30421" y="5750"/>
                  <a:pt x="43279" y="0"/>
                </a:cubicBezTo>
                <a:lnTo>
                  <a:pt x="43279" y="3293"/>
                </a:lnTo>
                <a:cubicBezTo>
                  <a:pt x="36850" y="6847"/>
                  <a:pt x="31571" y="11708"/>
                  <a:pt x="27442" y="17876"/>
                </a:cubicBezTo>
                <a:cubicBezTo>
                  <a:pt x="23312" y="24044"/>
                  <a:pt x="20228" y="31859"/>
                  <a:pt x="18190" y="41319"/>
                </a:cubicBezTo>
                <a:cubicBezTo>
                  <a:pt x="16151" y="50780"/>
                  <a:pt x="15132" y="60659"/>
                  <a:pt x="15132" y="70956"/>
                </a:cubicBezTo>
                <a:cubicBezTo>
                  <a:pt x="15132" y="82142"/>
                  <a:pt x="15995" y="92309"/>
                  <a:pt x="17720" y="101456"/>
                </a:cubicBezTo>
                <a:cubicBezTo>
                  <a:pt x="19079" y="108669"/>
                  <a:pt x="20725" y="114458"/>
                  <a:pt x="22659" y="118823"/>
                </a:cubicBezTo>
                <a:cubicBezTo>
                  <a:pt x="24593" y="123187"/>
                  <a:pt x="27193" y="127382"/>
                  <a:pt x="30460" y="131407"/>
                </a:cubicBezTo>
                <a:cubicBezTo>
                  <a:pt x="33727" y="135431"/>
                  <a:pt x="38000" y="139273"/>
                  <a:pt x="43279" y="142932"/>
                </a:cubicBezTo>
                <a:close/>
                <a:moveTo>
                  <a:pt x="118915" y="2979"/>
                </a:moveTo>
                <a:lnTo>
                  <a:pt x="118915" y="5880"/>
                </a:lnTo>
                <a:cubicBezTo>
                  <a:pt x="112015" y="6560"/>
                  <a:pt x="106383" y="7932"/>
                  <a:pt x="102018" y="9997"/>
                </a:cubicBezTo>
                <a:cubicBezTo>
                  <a:pt x="97654" y="12061"/>
                  <a:pt x="93342" y="15211"/>
                  <a:pt x="89082" y="19444"/>
                </a:cubicBezTo>
                <a:cubicBezTo>
                  <a:pt x="84822" y="23678"/>
                  <a:pt x="81293" y="28396"/>
                  <a:pt x="78497" y="33596"/>
                </a:cubicBezTo>
                <a:cubicBezTo>
                  <a:pt x="75700" y="38797"/>
                  <a:pt x="73361" y="44978"/>
                  <a:pt x="71480" y="52139"/>
                </a:cubicBezTo>
                <a:cubicBezTo>
                  <a:pt x="79007" y="46965"/>
                  <a:pt x="86560" y="44377"/>
                  <a:pt x="94139" y="44377"/>
                </a:cubicBezTo>
                <a:cubicBezTo>
                  <a:pt x="101404" y="44377"/>
                  <a:pt x="107703" y="47304"/>
                  <a:pt x="113034" y="53159"/>
                </a:cubicBezTo>
                <a:cubicBezTo>
                  <a:pt x="118366" y="59013"/>
                  <a:pt x="121032" y="66540"/>
                  <a:pt x="121032" y="75739"/>
                </a:cubicBezTo>
                <a:cubicBezTo>
                  <a:pt x="121032" y="84625"/>
                  <a:pt x="118340" y="92727"/>
                  <a:pt x="112956" y="100045"/>
                </a:cubicBezTo>
                <a:cubicBezTo>
                  <a:pt x="106474" y="108931"/>
                  <a:pt x="97902" y="113373"/>
                  <a:pt x="87239" y="113373"/>
                </a:cubicBezTo>
                <a:cubicBezTo>
                  <a:pt x="79974" y="113373"/>
                  <a:pt x="73806" y="110969"/>
                  <a:pt x="68736" y="106160"/>
                </a:cubicBezTo>
                <a:cubicBezTo>
                  <a:pt x="58804" y="96804"/>
                  <a:pt x="53839" y="84677"/>
                  <a:pt x="53839" y="69780"/>
                </a:cubicBezTo>
                <a:cubicBezTo>
                  <a:pt x="53839" y="60267"/>
                  <a:pt x="55746" y="51225"/>
                  <a:pt x="59562" y="42652"/>
                </a:cubicBezTo>
                <a:cubicBezTo>
                  <a:pt x="63378" y="34080"/>
                  <a:pt x="68827" y="26475"/>
                  <a:pt x="75910" y="19836"/>
                </a:cubicBezTo>
                <a:cubicBezTo>
                  <a:pt x="82992" y="13198"/>
                  <a:pt x="89774" y="8729"/>
                  <a:pt x="96256" y="6429"/>
                </a:cubicBezTo>
                <a:cubicBezTo>
                  <a:pt x="102737" y="4129"/>
                  <a:pt x="108774" y="2979"/>
                  <a:pt x="114367" y="2979"/>
                </a:cubicBezTo>
                <a:lnTo>
                  <a:pt x="118915" y="2979"/>
                </a:lnTo>
                <a:moveTo>
                  <a:pt x="70147" y="57863"/>
                </a:moveTo>
                <a:cubicBezTo>
                  <a:pt x="69206" y="64919"/>
                  <a:pt x="68736" y="70617"/>
                  <a:pt x="68736" y="74955"/>
                </a:cubicBezTo>
                <a:cubicBezTo>
                  <a:pt x="68736" y="79973"/>
                  <a:pt x="69663" y="85422"/>
                  <a:pt x="71519" y="91302"/>
                </a:cubicBezTo>
                <a:cubicBezTo>
                  <a:pt x="73374" y="97183"/>
                  <a:pt x="76132" y="101848"/>
                  <a:pt x="79791" y="105298"/>
                </a:cubicBezTo>
                <a:cubicBezTo>
                  <a:pt x="82456" y="107754"/>
                  <a:pt x="85697" y="108983"/>
                  <a:pt x="89513" y="108983"/>
                </a:cubicBezTo>
                <a:cubicBezTo>
                  <a:pt x="94060" y="108983"/>
                  <a:pt x="98124" y="106840"/>
                  <a:pt x="101705" y="102554"/>
                </a:cubicBezTo>
                <a:cubicBezTo>
                  <a:pt x="105285" y="98267"/>
                  <a:pt x="107076" y="92152"/>
                  <a:pt x="107076" y="84207"/>
                </a:cubicBezTo>
                <a:cubicBezTo>
                  <a:pt x="107076" y="75269"/>
                  <a:pt x="105298" y="67533"/>
                  <a:pt x="101744" y="60999"/>
                </a:cubicBezTo>
                <a:cubicBezTo>
                  <a:pt x="98190" y="54465"/>
                  <a:pt x="93146" y="51198"/>
                  <a:pt x="86612" y="51198"/>
                </a:cubicBezTo>
                <a:cubicBezTo>
                  <a:pt x="84626" y="51198"/>
                  <a:pt x="82496" y="51617"/>
                  <a:pt x="80222" y="52453"/>
                </a:cubicBezTo>
                <a:cubicBezTo>
                  <a:pt x="77948" y="53289"/>
                  <a:pt x="74590" y="55093"/>
                  <a:pt x="70147" y="57863"/>
                </a:cubicBezTo>
                <a:close/>
                <a:moveTo>
                  <a:pt x="146042" y="15603"/>
                </a:moveTo>
                <a:lnTo>
                  <a:pt x="171916" y="2979"/>
                </a:lnTo>
                <a:lnTo>
                  <a:pt x="174503" y="2979"/>
                </a:lnTo>
                <a:lnTo>
                  <a:pt x="174503" y="92753"/>
                </a:lnTo>
                <a:cubicBezTo>
                  <a:pt x="174503" y="98712"/>
                  <a:pt x="174751" y="102423"/>
                  <a:pt x="175248" y="103886"/>
                </a:cubicBezTo>
                <a:cubicBezTo>
                  <a:pt x="175745" y="105350"/>
                  <a:pt x="176777" y="106474"/>
                  <a:pt x="178345" y="107258"/>
                </a:cubicBezTo>
                <a:cubicBezTo>
                  <a:pt x="179913" y="108042"/>
                  <a:pt x="183102" y="108486"/>
                  <a:pt x="187910" y="108591"/>
                </a:cubicBezTo>
                <a:lnTo>
                  <a:pt x="187910" y="111492"/>
                </a:lnTo>
                <a:lnTo>
                  <a:pt x="147924" y="111492"/>
                </a:lnTo>
                <a:lnTo>
                  <a:pt x="147924" y="108591"/>
                </a:lnTo>
                <a:cubicBezTo>
                  <a:pt x="152942" y="108486"/>
                  <a:pt x="156183" y="108055"/>
                  <a:pt x="157646" y="107297"/>
                </a:cubicBezTo>
                <a:cubicBezTo>
                  <a:pt x="159110" y="106539"/>
                  <a:pt x="160129" y="105520"/>
                  <a:pt x="160704" y="104239"/>
                </a:cubicBezTo>
                <a:cubicBezTo>
                  <a:pt x="161279" y="102959"/>
                  <a:pt x="161566" y="99130"/>
                  <a:pt x="161566" y="92753"/>
                </a:cubicBezTo>
                <a:lnTo>
                  <a:pt x="161566" y="35361"/>
                </a:lnTo>
                <a:cubicBezTo>
                  <a:pt x="161566" y="27625"/>
                  <a:pt x="161305" y="22659"/>
                  <a:pt x="160782" y="20464"/>
                </a:cubicBezTo>
                <a:cubicBezTo>
                  <a:pt x="160416" y="18791"/>
                  <a:pt x="159750" y="17563"/>
                  <a:pt x="158783" y="16779"/>
                </a:cubicBezTo>
                <a:cubicBezTo>
                  <a:pt x="157816" y="15995"/>
                  <a:pt x="156653" y="15603"/>
                  <a:pt x="155294" y="15603"/>
                </a:cubicBezTo>
                <a:cubicBezTo>
                  <a:pt x="153360" y="15603"/>
                  <a:pt x="150668" y="16413"/>
                  <a:pt x="147218" y="18033"/>
                </a:cubicBezTo>
                <a:lnTo>
                  <a:pt x="146042" y="15603"/>
                </a:lnTo>
                <a:close/>
                <a:moveTo>
                  <a:pt x="211119" y="3293"/>
                </a:moveTo>
                <a:lnTo>
                  <a:pt x="211119" y="0"/>
                </a:lnTo>
                <a:cubicBezTo>
                  <a:pt x="219064" y="3920"/>
                  <a:pt x="225676" y="8546"/>
                  <a:pt x="230955" y="13878"/>
                </a:cubicBezTo>
                <a:cubicBezTo>
                  <a:pt x="238430" y="21509"/>
                  <a:pt x="244206" y="30460"/>
                  <a:pt x="248283" y="40731"/>
                </a:cubicBezTo>
                <a:cubicBezTo>
                  <a:pt x="252360" y="51002"/>
                  <a:pt x="254398" y="61705"/>
                  <a:pt x="254398" y="72838"/>
                </a:cubicBezTo>
                <a:cubicBezTo>
                  <a:pt x="254398" y="89042"/>
                  <a:pt x="250413" y="103821"/>
                  <a:pt x="242442" y="117176"/>
                </a:cubicBezTo>
                <a:cubicBezTo>
                  <a:pt x="234470" y="130531"/>
                  <a:pt x="224029" y="140083"/>
                  <a:pt x="211119" y="145833"/>
                </a:cubicBezTo>
                <a:lnTo>
                  <a:pt x="211119" y="142932"/>
                </a:lnTo>
                <a:cubicBezTo>
                  <a:pt x="217548" y="139325"/>
                  <a:pt x="222840" y="134451"/>
                  <a:pt x="226996" y="128310"/>
                </a:cubicBezTo>
                <a:cubicBezTo>
                  <a:pt x="231151" y="122168"/>
                  <a:pt x="234235" y="114354"/>
                  <a:pt x="236248" y="104867"/>
                </a:cubicBezTo>
                <a:cubicBezTo>
                  <a:pt x="238260" y="95380"/>
                  <a:pt x="239266" y="85487"/>
                  <a:pt x="239266" y="75190"/>
                </a:cubicBezTo>
                <a:cubicBezTo>
                  <a:pt x="239266" y="64057"/>
                  <a:pt x="238404" y="53890"/>
                  <a:pt x="236679" y="44691"/>
                </a:cubicBezTo>
                <a:cubicBezTo>
                  <a:pt x="235372" y="37478"/>
                  <a:pt x="233739" y="31702"/>
                  <a:pt x="231778" y="27363"/>
                </a:cubicBezTo>
                <a:cubicBezTo>
                  <a:pt x="229818" y="23025"/>
                  <a:pt x="227218" y="18843"/>
                  <a:pt x="223977" y="14819"/>
                </a:cubicBezTo>
                <a:cubicBezTo>
                  <a:pt x="220736" y="10794"/>
                  <a:pt x="216450" y="6952"/>
                  <a:pt x="211119" y="3293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6AC684-1A2A-4B83-B732-C8F1F22F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348" y="2158737"/>
            <a:ext cx="1151297" cy="385376"/>
          </a:xfrm>
          <a:custGeom xmlns:a="http://schemas.openxmlformats.org/drawingml/2006/main">
            <a:pathLst>
              <a:path w="1151297" h="385376">
                <a:moveTo>
                  <a:pt x="0" y="385376"/>
                </a:moveTo>
                <a:lnTo>
                  <a:pt x="1151297" y="385376"/>
                </a:lnTo>
                <a:lnTo>
                  <a:pt x="1151297" y="0"/>
                </a:lnTo>
                <a:lnTo>
                  <a:pt x="0" y="0"/>
                </a:lnTo>
                <a:lnTo>
                  <a:pt x="0" y="385376"/>
                </a:lnTo>
                <a:close/>
                <a:moveTo>
                  <a:pt x="1137915" y="371995"/>
                </a:moveTo>
                <a:lnTo>
                  <a:pt x="13381" y="371995"/>
                </a:lnTo>
                <a:lnTo>
                  <a:pt x="13381" y="13381"/>
                </a:lnTo>
                <a:lnTo>
                  <a:pt x="1137915" y="13381"/>
                </a:lnTo>
                <a:lnTo>
                  <a:pt x="1137915" y="3719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Text Critical">
            <a:extLst xmlns:a="http://schemas.openxmlformats.org/drawingml/2006/main">
              <a:ext uri="{FF2B5EF4-FFF2-40B4-BE49-F238E27FC236}">
                <a16:creationId xmlns:a16="http://schemas.microsoft.com/office/drawing/2014/main" id="{7AEB053B-AB8A-4F96-98D2-BB63800C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4269" y="2284090"/>
            <a:ext cx="473746" cy="113844"/>
          </a:xfrm>
          <a:custGeom xmlns:a="http://schemas.openxmlformats.org/drawingml/2006/main">
            <a:pathLst>
              <a:path w="473746" h="113844">
                <a:moveTo>
                  <a:pt x="90871" y="2823"/>
                </a:moveTo>
                <a:lnTo>
                  <a:pt x="93302" y="38889"/>
                </a:lnTo>
                <a:lnTo>
                  <a:pt x="90871" y="38889"/>
                </a:lnTo>
                <a:cubicBezTo>
                  <a:pt x="87631" y="28041"/>
                  <a:pt x="83005" y="20233"/>
                  <a:pt x="76994" y="15465"/>
                </a:cubicBezTo>
                <a:cubicBezTo>
                  <a:pt x="70983" y="10696"/>
                  <a:pt x="63769" y="8311"/>
                  <a:pt x="55354" y="8311"/>
                </a:cubicBezTo>
                <a:cubicBezTo>
                  <a:pt x="48297" y="8311"/>
                  <a:pt x="41920" y="10103"/>
                  <a:pt x="36223" y="13687"/>
                </a:cubicBezTo>
                <a:cubicBezTo>
                  <a:pt x="30526" y="17269"/>
                  <a:pt x="26043" y="22983"/>
                  <a:pt x="22777" y="30830"/>
                </a:cubicBezTo>
                <a:cubicBezTo>
                  <a:pt x="19510" y="38677"/>
                  <a:pt x="17876" y="48434"/>
                  <a:pt x="17876" y="60100"/>
                </a:cubicBezTo>
                <a:cubicBezTo>
                  <a:pt x="17876" y="69724"/>
                  <a:pt x="19418" y="78068"/>
                  <a:pt x="22502" y="85131"/>
                </a:cubicBezTo>
                <a:cubicBezTo>
                  <a:pt x="25586" y="92192"/>
                  <a:pt x="30225" y="97606"/>
                  <a:pt x="36419" y="101373"/>
                </a:cubicBezTo>
                <a:cubicBezTo>
                  <a:pt x="42613" y="105139"/>
                  <a:pt x="49683" y="107023"/>
                  <a:pt x="57628" y="107023"/>
                </a:cubicBezTo>
                <a:cubicBezTo>
                  <a:pt x="64527" y="107023"/>
                  <a:pt x="70617" y="105546"/>
                  <a:pt x="75896" y="102593"/>
                </a:cubicBezTo>
                <a:cubicBezTo>
                  <a:pt x="81175" y="99640"/>
                  <a:pt x="86977" y="93772"/>
                  <a:pt x="93302" y="84991"/>
                </a:cubicBezTo>
                <a:lnTo>
                  <a:pt x="95732" y="86554"/>
                </a:lnTo>
                <a:cubicBezTo>
                  <a:pt x="90401" y="95990"/>
                  <a:pt x="84181" y="102898"/>
                  <a:pt x="77072" y="107277"/>
                </a:cubicBezTo>
                <a:cubicBezTo>
                  <a:pt x="69963" y="111655"/>
                  <a:pt x="61522" y="113844"/>
                  <a:pt x="51747" y="113844"/>
                </a:cubicBezTo>
                <a:cubicBezTo>
                  <a:pt x="34132" y="113844"/>
                  <a:pt x="20490" y="107319"/>
                  <a:pt x="10820" y="94270"/>
                </a:cubicBezTo>
                <a:cubicBezTo>
                  <a:pt x="3607" y="84562"/>
                  <a:pt x="0" y="73131"/>
                  <a:pt x="0" y="59977"/>
                </a:cubicBezTo>
                <a:cubicBezTo>
                  <a:pt x="0" y="49381"/>
                  <a:pt x="2378" y="39647"/>
                  <a:pt x="7135" y="30774"/>
                </a:cubicBezTo>
                <a:cubicBezTo>
                  <a:pt x="11891" y="21901"/>
                  <a:pt x="18438" y="15024"/>
                  <a:pt x="26775" y="10144"/>
                </a:cubicBezTo>
                <a:cubicBezTo>
                  <a:pt x="35112" y="5263"/>
                  <a:pt x="44220" y="2823"/>
                  <a:pt x="54099" y="2823"/>
                </a:cubicBezTo>
                <a:cubicBezTo>
                  <a:pt x="61783" y="2823"/>
                  <a:pt x="69362" y="4704"/>
                  <a:pt x="76837" y="8468"/>
                </a:cubicBezTo>
                <a:cubicBezTo>
                  <a:pt x="79032" y="9618"/>
                  <a:pt x="80600" y="10193"/>
                  <a:pt x="81541" y="10193"/>
                </a:cubicBezTo>
                <a:cubicBezTo>
                  <a:pt x="82952" y="10193"/>
                  <a:pt x="84181" y="9696"/>
                  <a:pt x="85226" y="8703"/>
                </a:cubicBezTo>
                <a:cubicBezTo>
                  <a:pt x="86585" y="7292"/>
                  <a:pt x="87552" y="5332"/>
                  <a:pt x="88127" y="2823"/>
                </a:cubicBezTo>
                <a:lnTo>
                  <a:pt x="90871" y="2823"/>
                </a:lnTo>
                <a:close/>
                <a:moveTo>
                  <a:pt x="127277" y="37634"/>
                </a:moveTo>
                <a:lnTo>
                  <a:pt x="127277" y="53786"/>
                </a:lnTo>
                <a:cubicBezTo>
                  <a:pt x="133288" y="43018"/>
                  <a:pt x="139456" y="37634"/>
                  <a:pt x="145781" y="37634"/>
                </a:cubicBezTo>
                <a:cubicBezTo>
                  <a:pt x="148656" y="37634"/>
                  <a:pt x="151034" y="38510"/>
                  <a:pt x="152916" y="40261"/>
                </a:cubicBezTo>
                <a:cubicBezTo>
                  <a:pt x="154797" y="42012"/>
                  <a:pt x="155738" y="44037"/>
                  <a:pt x="155738" y="46337"/>
                </a:cubicBezTo>
                <a:cubicBezTo>
                  <a:pt x="155738" y="48376"/>
                  <a:pt x="155059" y="50101"/>
                  <a:pt x="153700" y="51512"/>
                </a:cubicBezTo>
                <a:cubicBezTo>
                  <a:pt x="152341" y="52923"/>
                  <a:pt x="150720" y="53629"/>
                  <a:pt x="148839" y="53629"/>
                </a:cubicBezTo>
                <a:cubicBezTo>
                  <a:pt x="147009" y="53629"/>
                  <a:pt x="144958" y="52727"/>
                  <a:pt x="142684" y="50924"/>
                </a:cubicBezTo>
                <a:cubicBezTo>
                  <a:pt x="140410" y="49121"/>
                  <a:pt x="138724" y="48219"/>
                  <a:pt x="137627" y="48219"/>
                </a:cubicBezTo>
                <a:cubicBezTo>
                  <a:pt x="136686" y="48219"/>
                  <a:pt x="135667" y="48740"/>
                  <a:pt x="134569" y="49782"/>
                </a:cubicBezTo>
                <a:cubicBezTo>
                  <a:pt x="132217" y="51920"/>
                  <a:pt x="129786" y="55440"/>
                  <a:pt x="127277" y="60340"/>
                </a:cubicBezTo>
                <a:lnTo>
                  <a:pt x="127277" y="94671"/>
                </a:lnTo>
                <a:cubicBezTo>
                  <a:pt x="127277" y="98633"/>
                  <a:pt x="127774" y="101630"/>
                  <a:pt x="128767" y="103664"/>
                </a:cubicBezTo>
                <a:cubicBezTo>
                  <a:pt x="129446" y="105072"/>
                  <a:pt x="130649" y="106245"/>
                  <a:pt x="132374" y="107184"/>
                </a:cubicBezTo>
                <a:cubicBezTo>
                  <a:pt x="134098" y="108122"/>
                  <a:pt x="136581" y="108591"/>
                  <a:pt x="139822" y="108591"/>
                </a:cubicBezTo>
                <a:lnTo>
                  <a:pt x="139822" y="111492"/>
                </a:lnTo>
                <a:lnTo>
                  <a:pt x="103050" y="111492"/>
                </a:lnTo>
                <a:lnTo>
                  <a:pt x="103050" y="108591"/>
                </a:lnTo>
                <a:cubicBezTo>
                  <a:pt x="106709" y="108591"/>
                  <a:pt x="109427" y="108017"/>
                  <a:pt x="111204" y="106871"/>
                </a:cubicBezTo>
                <a:cubicBezTo>
                  <a:pt x="112511" y="106036"/>
                  <a:pt x="113426" y="104706"/>
                  <a:pt x="113948" y="102879"/>
                </a:cubicBezTo>
                <a:cubicBezTo>
                  <a:pt x="114210" y="101993"/>
                  <a:pt x="114340" y="99463"/>
                  <a:pt x="114340" y="95291"/>
                </a:cubicBezTo>
                <a:lnTo>
                  <a:pt x="114340" y="67519"/>
                </a:lnTo>
                <a:cubicBezTo>
                  <a:pt x="114340" y="59174"/>
                  <a:pt x="114171" y="54206"/>
                  <a:pt x="113831" y="52617"/>
                </a:cubicBezTo>
                <a:cubicBezTo>
                  <a:pt x="113491" y="51026"/>
                  <a:pt x="112864" y="49866"/>
                  <a:pt x="111949" y="49135"/>
                </a:cubicBezTo>
                <a:cubicBezTo>
                  <a:pt x="111034" y="48405"/>
                  <a:pt x="109898" y="48040"/>
                  <a:pt x="108539" y="48040"/>
                </a:cubicBezTo>
                <a:cubicBezTo>
                  <a:pt x="106918" y="48040"/>
                  <a:pt x="105089" y="48431"/>
                  <a:pt x="103050" y="49214"/>
                </a:cubicBezTo>
                <a:lnTo>
                  <a:pt x="102266" y="46396"/>
                </a:lnTo>
                <a:lnTo>
                  <a:pt x="123984" y="37634"/>
                </a:lnTo>
                <a:lnTo>
                  <a:pt x="127277" y="37634"/>
                </a:lnTo>
                <a:close/>
                <a:moveTo>
                  <a:pt x="178058" y="0"/>
                </a:moveTo>
                <a:cubicBezTo>
                  <a:pt x="180253" y="0"/>
                  <a:pt x="182122" y="775"/>
                  <a:pt x="183664" y="2325"/>
                </a:cubicBezTo>
                <a:cubicBezTo>
                  <a:pt x="185206" y="3874"/>
                  <a:pt x="185977" y="5751"/>
                  <a:pt x="185977" y="7958"/>
                </a:cubicBezTo>
                <a:cubicBezTo>
                  <a:pt x="185977" y="10165"/>
                  <a:pt x="185206" y="12056"/>
                  <a:pt x="183664" y="13633"/>
                </a:cubicBezTo>
                <a:cubicBezTo>
                  <a:pt x="182122" y="15207"/>
                  <a:pt x="180253" y="15995"/>
                  <a:pt x="178058" y="15995"/>
                </a:cubicBezTo>
                <a:cubicBezTo>
                  <a:pt x="175863" y="15995"/>
                  <a:pt x="173981" y="15207"/>
                  <a:pt x="172413" y="13633"/>
                </a:cubicBezTo>
                <a:cubicBezTo>
                  <a:pt x="170845" y="12056"/>
                  <a:pt x="170061" y="10165"/>
                  <a:pt x="170061" y="7958"/>
                </a:cubicBezTo>
                <a:cubicBezTo>
                  <a:pt x="170061" y="5751"/>
                  <a:pt x="170832" y="3874"/>
                  <a:pt x="172374" y="2325"/>
                </a:cubicBezTo>
                <a:cubicBezTo>
                  <a:pt x="173916" y="775"/>
                  <a:pt x="175810" y="0"/>
                  <a:pt x="178058" y="0"/>
                </a:cubicBezTo>
                <a:moveTo>
                  <a:pt x="184566" y="37634"/>
                </a:moveTo>
                <a:lnTo>
                  <a:pt x="184566" y="95213"/>
                </a:lnTo>
                <a:cubicBezTo>
                  <a:pt x="184566" y="99698"/>
                  <a:pt x="184892" y="102684"/>
                  <a:pt x="185546" y="104171"/>
                </a:cubicBezTo>
                <a:cubicBezTo>
                  <a:pt x="186199" y="105657"/>
                  <a:pt x="187166" y="106765"/>
                  <a:pt x="188447" y="107496"/>
                </a:cubicBezTo>
                <a:cubicBezTo>
                  <a:pt x="189727" y="108226"/>
                  <a:pt x="192066" y="108591"/>
                  <a:pt x="195464" y="108591"/>
                </a:cubicBezTo>
                <a:lnTo>
                  <a:pt x="195464" y="111492"/>
                </a:lnTo>
                <a:lnTo>
                  <a:pt x="160574" y="111492"/>
                </a:lnTo>
                <a:lnTo>
                  <a:pt x="160574" y="108591"/>
                </a:lnTo>
                <a:cubicBezTo>
                  <a:pt x="164076" y="108591"/>
                  <a:pt x="166428" y="108252"/>
                  <a:pt x="167630" y="107574"/>
                </a:cubicBezTo>
                <a:cubicBezTo>
                  <a:pt x="168832" y="106896"/>
                  <a:pt x="169786" y="105775"/>
                  <a:pt x="170492" y="104210"/>
                </a:cubicBezTo>
                <a:cubicBezTo>
                  <a:pt x="171198" y="102645"/>
                  <a:pt x="171550" y="99646"/>
                  <a:pt x="171550" y="95213"/>
                </a:cubicBezTo>
                <a:lnTo>
                  <a:pt x="171550" y="67597"/>
                </a:lnTo>
                <a:cubicBezTo>
                  <a:pt x="171550" y="59825"/>
                  <a:pt x="171315" y="54793"/>
                  <a:pt x="170845" y="52499"/>
                </a:cubicBezTo>
                <a:cubicBezTo>
                  <a:pt x="170479" y="50830"/>
                  <a:pt x="169904" y="49669"/>
                  <a:pt x="169120" y="49018"/>
                </a:cubicBezTo>
                <a:cubicBezTo>
                  <a:pt x="168336" y="48366"/>
                  <a:pt x="167264" y="48040"/>
                  <a:pt x="165905" y="48040"/>
                </a:cubicBezTo>
                <a:cubicBezTo>
                  <a:pt x="164442" y="48040"/>
                  <a:pt x="162665" y="48431"/>
                  <a:pt x="160574" y="49214"/>
                </a:cubicBezTo>
                <a:lnTo>
                  <a:pt x="159476" y="46396"/>
                </a:lnTo>
                <a:lnTo>
                  <a:pt x="181116" y="37634"/>
                </a:lnTo>
                <a:lnTo>
                  <a:pt x="184566" y="37634"/>
                </a:lnTo>
                <a:close/>
                <a:moveTo>
                  <a:pt x="225472" y="15995"/>
                </a:moveTo>
                <a:lnTo>
                  <a:pt x="225472" y="39673"/>
                </a:lnTo>
                <a:lnTo>
                  <a:pt x="242250" y="39673"/>
                </a:lnTo>
                <a:lnTo>
                  <a:pt x="242250" y="45161"/>
                </a:lnTo>
                <a:lnTo>
                  <a:pt x="225472" y="45161"/>
                </a:lnTo>
                <a:lnTo>
                  <a:pt x="225472" y="91670"/>
                </a:lnTo>
                <a:cubicBezTo>
                  <a:pt x="225472" y="96317"/>
                  <a:pt x="226138" y="99450"/>
                  <a:pt x="227471" y="101069"/>
                </a:cubicBezTo>
                <a:cubicBezTo>
                  <a:pt x="228804" y="102686"/>
                  <a:pt x="230516" y="103494"/>
                  <a:pt x="232606" y="103494"/>
                </a:cubicBezTo>
                <a:cubicBezTo>
                  <a:pt x="234331" y="103494"/>
                  <a:pt x="236004" y="102959"/>
                  <a:pt x="237624" y="101887"/>
                </a:cubicBezTo>
                <a:cubicBezTo>
                  <a:pt x="239245" y="100816"/>
                  <a:pt x="240499" y="99234"/>
                  <a:pt x="241388" y="97144"/>
                </a:cubicBezTo>
                <a:lnTo>
                  <a:pt x="244446" y="97144"/>
                </a:lnTo>
                <a:cubicBezTo>
                  <a:pt x="242616" y="102281"/>
                  <a:pt x="240029" y="106166"/>
                  <a:pt x="236684" y="108799"/>
                </a:cubicBezTo>
                <a:cubicBezTo>
                  <a:pt x="233338" y="111431"/>
                  <a:pt x="229888" y="112746"/>
                  <a:pt x="226334" y="112746"/>
                </a:cubicBezTo>
                <a:cubicBezTo>
                  <a:pt x="223930" y="112746"/>
                  <a:pt x="221578" y="112079"/>
                  <a:pt x="219278" y="110744"/>
                </a:cubicBezTo>
                <a:cubicBezTo>
                  <a:pt x="216978" y="109410"/>
                  <a:pt x="215279" y="107500"/>
                  <a:pt x="214181" y="105016"/>
                </a:cubicBezTo>
                <a:cubicBezTo>
                  <a:pt x="213084" y="102530"/>
                  <a:pt x="212535" y="98696"/>
                  <a:pt x="212535" y="93515"/>
                </a:cubicBezTo>
                <a:lnTo>
                  <a:pt x="212535" y="45161"/>
                </a:lnTo>
                <a:lnTo>
                  <a:pt x="201166" y="45161"/>
                </a:lnTo>
                <a:lnTo>
                  <a:pt x="201166" y="42574"/>
                </a:lnTo>
                <a:cubicBezTo>
                  <a:pt x="204041" y="41421"/>
                  <a:pt x="206981" y="39468"/>
                  <a:pt x="209987" y="36716"/>
                </a:cubicBezTo>
                <a:cubicBezTo>
                  <a:pt x="212992" y="33963"/>
                  <a:pt x="215671" y="30700"/>
                  <a:pt x="218023" y="26925"/>
                </a:cubicBezTo>
                <a:cubicBezTo>
                  <a:pt x="219225" y="24934"/>
                  <a:pt x="220898" y="21290"/>
                  <a:pt x="223041" y="15995"/>
                </a:cubicBezTo>
                <a:lnTo>
                  <a:pt x="225472" y="15995"/>
                </a:lnTo>
                <a:close/>
                <a:moveTo>
                  <a:pt x="267711" y="0"/>
                </a:moveTo>
                <a:cubicBezTo>
                  <a:pt x="269906" y="0"/>
                  <a:pt x="271775" y="775"/>
                  <a:pt x="273317" y="2325"/>
                </a:cubicBezTo>
                <a:cubicBezTo>
                  <a:pt x="274859" y="3874"/>
                  <a:pt x="275630" y="5751"/>
                  <a:pt x="275630" y="7958"/>
                </a:cubicBezTo>
                <a:cubicBezTo>
                  <a:pt x="275630" y="10165"/>
                  <a:pt x="274859" y="12056"/>
                  <a:pt x="273317" y="13633"/>
                </a:cubicBezTo>
                <a:cubicBezTo>
                  <a:pt x="271775" y="15207"/>
                  <a:pt x="269906" y="15995"/>
                  <a:pt x="267711" y="15995"/>
                </a:cubicBezTo>
                <a:cubicBezTo>
                  <a:pt x="265515" y="15995"/>
                  <a:pt x="263634" y="15207"/>
                  <a:pt x="262066" y="13633"/>
                </a:cubicBezTo>
                <a:cubicBezTo>
                  <a:pt x="260497" y="12056"/>
                  <a:pt x="259713" y="10165"/>
                  <a:pt x="259713" y="7958"/>
                </a:cubicBezTo>
                <a:cubicBezTo>
                  <a:pt x="259713" y="5751"/>
                  <a:pt x="260484" y="3874"/>
                  <a:pt x="262026" y="2325"/>
                </a:cubicBezTo>
                <a:cubicBezTo>
                  <a:pt x="263568" y="775"/>
                  <a:pt x="265463" y="0"/>
                  <a:pt x="267711" y="0"/>
                </a:cubicBezTo>
                <a:moveTo>
                  <a:pt x="274218" y="37634"/>
                </a:moveTo>
                <a:lnTo>
                  <a:pt x="274218" y="95213"/>
                </a:lnTo>
                <a:cubicBezTo>
                  <a:pt x="274218" y="99698"/>
                  <a:pt x="274545" y="102684"/>
                  <a:pt x="275198" y="104171"/>
                </a:cubicBezTo>
                <a:cubicBezTo>
                  <a:pt x="275852" y="105657"/>
                  <a:pt x="276819" y="106765"/>
                  <a:pt x="278099" y="107496"/>
                </a:cubicBezTo>
                <a:cubicBezTo>
                  <a:pt x="279380" y="108226"/>
                  <a:pt x="281719" y="108591"/>
                  <a:pt x="285117" y="108591"/>
                </a:cubicBezTo>
                <a:lnTo>
                  <a:pt x="285117" y="111492"/>
                </a:lnTo>
                <a:lnTo>
                  <a:pt x="250226" y="111492"/>
                </a:lnTo>
                <a:lnTo>
                  <a:pt x="250226" y="108591"/>
                </a:lnTo>
                <a:cubicBezTo>
                  <a:pt x="253729" y="108591"/>
                  <a:pt x="256081" y="108252"/>
                  <a:pt x="257283" y="107574"/>
                </a:cubicBezTo>
                <a:cubicBezTo>
                  <a:pt x="258485" y="106896"/>
                  <a:pt x="259439" y="105775"/>
                  <a:pt x="260145" y="104210"/>
                </a:cubicBezTo>
                <a:cubicBezTo>
                  <a:pt x="260850" y="102645"/>
                  <a:pt x="261203" y="99646"/>
                  <a:pt x="261203" y="95213"/>
                </a:cubicBezTo>
                <a:lnTo>
                  <a:pt x="261203" y="67597"/>
                </a:lnTo>
                <a:cubicBezTo>
                  <a:pt x="261203" y="59825"/>
                  <a:pt x="260968" y="54793"/>
                  <a:pt x="260497" y="52499"/>
                </a:cubicBezTo>
                <a:cubicBezTo>
                  <a:pt x="260132" y="50830"/>
                  <a:pt x="259557" y="49669"/>
                  <a:pt x="258773" y="49018"/>
                </a:cubicBezTo>
                <a:cubicBezTo>
                  <a:pt x="257989" y="48366"/>
                  <a:pt x="256917" y="48040"/>
                  <a:pt x="255558" y="48040"/>
                </a:cubicBezTo>
                <a:cubicBezTo>
                  <a:pt x="254094" y="48040"/>
                  <a:pt x="252317" y="48431"/>
                  <a:pt x="250226" y="49214"/>
                </a:cubicBezTo>
                <a:lnTo>
                  <a:pt x="249129" y="46396"/>
                </a:lnTo>
                <a:lnTo>
                  <a:pt x="270768" y="37634"/>
                </a:lnTo>
                <a:lnTo>
                  <a:pt x="274218" y="37634"/>
                </a:lnTo>
                <a:close/>
                <a:moveTo>
                  <a:pt x="355268" y="84207"/>
                </a:moveTo>
                <a:cubicBezTo>
                  <a:pt x="353334" y="93668"/>
                  <a:pt x="349544" y="100946"/>
                  <a:pt x="343899" y="106043"/>
                </a:cubicBezTo>
                <a:cubicBezTo>
                  <a:pt x="338254" y="111139"/>
                  <a:pt x="332008" y="113687"/>
                  <a:pt x="325160" y="113687"/>
                </a:cubicBezTo>
                <a:cubicBezTo>
                  <a:pt x="317006" y="113687"/>
                  <a:pt x="309898" y="110267"/>
                  <a:pt x="303834" y="103428"/>
                </a:cubicBezTo>
                <a:cubicBezTo>
                  <a:pt x="297771" y="96587"/>
                  <a:pt x="294739" y="87345"/>
                  <a:pt x="294739" y="75700"/>
                </a:cubicBezTo>
                <a:cubicBezTo>
                  <a:pt x="294739" y="64421"/>
                  <a:pt x="298098" y="55257"/>
                  <a:pt x="304814" y="48209"/>
                </a:cubicBezTo>
                <a:cubicBezTo>
                  <a:pt x="311531" y="41159"/>
                  <a:pt x="319594" y="37634"/>
                  <a:pt x="329002" y="37634"/>
                </a:cubicBezTo>
                <a:cubicBezTo>
                  <a:pt x="336059" y="37634"/>
                  <a:pt x="341861" y="39497"/>
                  <a:pt x="346408" y="43223"/>
                </a:cubicBezTo>
                <a:cubicBezTo>
                  <a:pt x="350956" y="46947"/>
                  <a:pt x="353229" y="50815"/>
                  <a:pt x="353229" y="54827"/>
                </a:cubicBezTo>
                <a:cubicBezTo>
                  <a:pt x="353229" y="56807"/>
                  <a:pt x="352589" y="58409"/>
                  <a:pt x="351308" y="59634"/>
                </a:cubicBezTo>
                <a:cubicBezTo>
                  <a:pt x="350028" y="60858"/>
                  <a:pt x="348238" y="61469"/>
                  <a:pt x="345938" y="61469"/>
                </a:cubicBezTo>
                <a:cubicBezTo>
                  <a:pt x="342854" y="61469"/>
                  <a:pt x="340528" y="60476"/>
                  <a:pt x="338960" y="58490"/>
                </a:cubicBezTo>
                <a:cubicBezTo>
                  <a:pt x="338071" y="57392"/>
                  <a:pt x="337483" y="55302"/>
                  <a:pt x="337196" y="52218"/>
                </a:cubicBezTo>
                <a:cubicBezTo>
                  <a:pt x="336908" y="49134"/>
                  <a:pt x="335850" y="46782"/>
                  <a:pt x="334020" y="45161"/>
                </a:cubicBezTo>
                <a:cubicBezTo>
                  <a:pt x="332191" y="43593"/>
                  <a:pt x="329656" y="42809"/>
                  <a:pt x="326415" y="42809"/>
                </a:cubicBezTo>
                <a:cubicBezTo>
                  <a:pt x="321188" y="42809"/>
                  <a:pt x="316980" y="44743"/>
                  <a:pt x="313792" y="48611"/>
                </a:cubicBezTo>
                <a:cubicBezTo>
                  <a:pt x="309558" y="53733"/>
                  <a:pt x="307441" y="60502"/>
                  <a:pt x="307441" y="68918"/>
                </a:cubicBezTo>
                <a:cubicBezTo>
                  <a:pt x="307441" y="77490"/>
                  <a:pt x="309545" y="85056"/>
                  <a:pt x="313752" y="91616"/>
                </a:cubicBezTo>
                <a:cubicBezTo>
                  <a:pt x="317960" y="98176"/>
                  <a:pt x="323645" y="101456"/>
                  <a:pt x="330806" y="101456"/>
                </a:cubicBezTo>
                <a:cubicBezTo>
                  <a:pt x="335928" y="101456"/>
                  <a:pt x="340528" y="99705"/>
                  <a:pt x="344605" y="96203"/>
                </a:cubicBezTo>
                <a:cubicBezTo>
                  <a:pt x="347480" y="93798"/>
                  <a:pt x="350276" y="89434"/>
                  <a:pt x="352994" y="83109"/>
                </a:cubicBezTo>
                <a:lnTo>
                  <a:pt x="355268" y="84207"/>
                </a:lnTo>
                <a:close/>
                <a:moveTo>
                  <a:pt x="406549" y="101142"/>
                </a:moveTo>
                <a:cubicBezTo>
                  <a:pt x="399179" y="106840"/>
                  <a:pt x="394553" y="110133"/>
                  <a:pt x="392672" y="111021"/>
                </a:cubicBezTo>
                <a:cubicBezTo>
                  <a:pt x="389849" y="112380"/>
                  <a:pt x="386844" y="113060"/>
                  <a:pt x="383655" y="113060"/>
                </a:cubicBezTo>
                <a:cubicBezTo>
                  <a:pt x="378689" y="113060"/>
                  <a:pt x="374599" y="111361"/>
                  <a:pt x="371385" y="107964"/>
                </a:cubicBezTo>
                <a:cubicBezTo>
                  <a:pt x="368170" y="104566"/>
                  <a:pt x="366563" y="100097"/>
                  <a:pt x="366563" y="94556"/>
                </a:cubicBezTo>
                <a:cubicBezTo>
                  <a:pt x="366563" y="91054"/>
                  <a:pt x="367347" y="88023"/>
                  <a:pt x="368915" y="85461"/>
                </a:cubicBezTo>
                <a:cubicBezTo>
                  <a:pt x="371058" y="81907"/>
                  <a:pt x="374782" y="78562"/>
                  <a:pt x="380088" y="75426"/>
                </a:cubicBezTo>
                <a:cubicBezTo>
                  <a:pt x="385393" y="72289"/>
                  <a:pt x="394214" y="68474"/>
                  <a:pt x="406549" y="63978"/>
                </a:cubicBezTo>
                <a:lnTo>
                  <a:pt x="406549" y="61156"/>
                </a:lnTo>
                <a:cubicBezTo>
                  <a:pt x="406549" y="53995"/>
                  <a:pt x="405412" y="49081"/>
                  <a:pt x="403139" y="46416"/>
                </a:cubicBezTo>
                <a:cubicBezTo>
                  <a:pt x="400865" y="43750"/>
                  <a:pt x="397559" y="42417"/>
                  <a:pt x="393221" y="42417"/>
                </a:cubicBezTo>
                <a:cubicBezTo>
                  <a:pt x="389928" y="42417"/>
                  <a:pt x="387314" y="43302"/>
                  <a:pt x="385380" y="45073"/>
                </a:cubicBezTo>
                <a:cubicBezTo>
                  <a:pt x="383394" y="46844"/>
                  <a:pt x="382401" y="48875"/>
                  <a:pt x="382401" y="51167"/>
                </a:cubicBezTo>
                <a:lnTo>
                  <a:pt x="382557" y="55697"/>
                </a:lnTo>
                <a:cubicBezTo>
                  <a:pt x="382557" y="58091"/>
                  <a:pt x="381943" y="59940"/>
                  <a:pt x="380715" y="61242"/>
                </a:cubicBezTo>
                <a:cubicBezTo>
                  <a:pt x="379487" y="62543"/>
                  <a:pt x="377879" y="63194"/>
                  <a:pt x="375893" y="63194"/>
                </a:cubicBezTo>
                <a:cubicBezTo>
                  <a:pt x="373959" y="63194"/>
                  <a:pt x="372378" y="62517"/>
                  <a:pt x="371150" y="61163"/>
                </a:cubicBezTo>
                <a:cubicBezTo>
                  <a:pt x="369921" y="59807"/>
                  <a:pt x="369307" y="57957"/>
                  <a:pt x="369307" y="55611"/>
                </a:cubicBezTo>
                <a:cubicBezTo>
                  <a:pt x="369307" y="51131"/>
                  <a:pt x="371607" y="47014"/>
                  <a:pt x="376207" y="43262"/>
                </a:cubicBezTo>
                <a:cubicBezTo>
                  <a:pt x="380806" y="39510"/>
                  <a:pt x="387262" y="37634"/>
                  <a:pt x="395573" y="37634"/>
                </a:cubicBezTo>
                <a:cubicBezTo>
                  <a:pt x="401950" y="37634"/>
                  <a:pt x="407177" y="38704"/>
                  <a:pt x="411254" y="40844"/>
                </a:cubicBezTo>
                <a:cubicBezTo>
                  <a:pt x="414338" y="42463"/>
                  <a:pt x="416611" y="44995"/>
                  <a:pt x="418075" y="48442"/>
                </a:cubicBezTo>
                <a:cubicBezTo>
                  <a:pt x="419016" y="50686"/>
                  <a:pt x="419486" y="55280"/>
                  <a:pt x="419486" y="62224"/>
                </a:cubicBezTo>
                <a:lnTo>
                  <a:pt x="419486" y="86579"/>
                </a:lnTo>
                <a:cubicBezTo>
                  <a:pt x="419486" y="93418"/>
                  <a:pt x="419617" y="97608"/>
                  <a:pt x="419878" y="99148"/>
                </a:cubicBezTo>
                <a:cubicBezTo>
                  <a:pt x="420140" y="100688"/>
                  <a:pt x="420571" y="101720"/>
                  <a:pt x="421172" y="102242"/>
                </a:cubicBezTo>
                <a:cubicBezTo>
                  <a:pt x="421773" y="102763"/>
                  <a:pt x="422466" y="103024"/>
                  <a:pt x="423250" y="103024"/>
                </a:cubicBezTo>
                <a:cubicBezTo>
                  <a:pt x="424086" y="103024"/>
                  <a:pt x="424818" y="102841"/>
                  <a:pt x="425445" y="102475"/>
                </a:cubicBezTo>
                <a:cubicBezTo>
                  <a:pt x="426543" y="101796"/>
                  <a:pt x="428660" y="99888"/>
                  <a:pt x="431796" y="96752"/>
                </a:cubicBezTo>
                <a:lnTo>
                  <a:pt x="431796" y="101142"/>
                </a:lnTo>
                <a:cubicBezTo>
                  <a:pt x="425941" y="108983"/>
                  <a:pt x="420349" y="112903"/>
                  <a:pt x="415017" y="112903"/>
                </a:cubicBezTo>
                <a:cubicBezTo>
                  <a:pt x="412456" y="112903"/>
                  <a:pt x="410417" y="112014"/>
                  <a:pt x="408901" y="110237"/>
                </a:cubicBezTo>
                <a:cubicBezTo>
                  <a:pt x="407386" y="108460"/>
                  <a:pt x="406602" y="105428"/>
                  <a:pt x="406549" y="101142"/>
                </a:cubicBezTo>
                <a:moveTo>
                  <a:pt x="406549" y="96002"/>
                </a:moveTo>
                <a:lnTo>
                  <a:pt x="406549" y="68761"/>
                </a:lnTo>
                <a:cubicBezTo>
                  <a:pt x="398657" y="71883"/>
                  <a:pt x="393560" y="74094"/>
                  <a:pt x="391260" y="75396"/>
                </a:cubicBezTo>
                <a:cubicBezTo>
                  <a:pt x="387131" y="77686"/>
                  <a:pt x="384178" y="80080"/>
                  <a:pt x="382401" y="82578"/>
                </a:cubicBezTo>
                <a:cubicBezTo>
                  <a:pt x="380623" y="85075"/>
                  <a:pt x="379735" y="87807"/>
                  <a:pt x="379735" y="90773"/>
                </a:cubicBezTo>
                <a:cubicBezTo>
                  <a:pt x="379735" y="94520"/>
                  <a:pt x="380859" y="97630"/>
                  <a:pt x="383106" y="100101"/>
                </a:cubicBezTo>
                <a:cubicBezTo>
                  <a:pt x="385354" y="102572"/>
                  <a:pt x="387941" y="103808"/>
                  <a:pt x="390868" y="103808"/>
                </a:cubicBezTo>
                <a:cubicBezTo>
                  <a:pt x="394841" y="103808"/>
                  <a:pt x="400068" y="101206"/>
                  <a:pt x="406549" y="96002"/>
                </a:cubicBezTo>
                <a:close/>
                <a:moveTo>
                  <a:pt x="462143" y="0"/>
                </a:moveTo>
                <a:lnTo>
                  <a:pt x="462143" y="95193"/>
                </a:lnTo>
                <a:cubicBezTo>
                  <a:pt x="462143" y="99685"/>
                  <a:pt x="462469" y="102663"/>
                  <a:pt x="463123" y="104127"/>
                </a:cubicBezTo>
                <a:cubicBezTo>
                  <a:pt x="463776" y="105589"/>
                  <a:pt x="464782" y="106698"/>
                  <a:pt x="466141" y="107456"/>
                </a:cubicBezTo>
                <a:cubicBezTo>
                  <a:pt x="467500" y="108213"/>
                  <a:pt x="470035" y="108591"/>
                  <a:pt x="473746" y="108591"/>
                </a:cubicBezTo>
                <a:lnTo>
                  <a:pt x="473746" y="111492"/>
                </a:lnTo>
                <a:lnTo>
                  <a:pt x="438543" y="111492"/>
                </a:lnTo>
                <a:lnTo>
                  <a:pt x="438543" y="108591"/>
                </a:lnTo>
                <a:cubicBezTo>
                  <a:pt x="441836" y="108591"/>
                  <a:pt x="444083" y="108252"/>
                  <a:pt x="445285" y="107574"/>
                </a:cubicBezTo>
                <a:cubicBezTo>
                  <a:pt x="446488" y="106894"/>
                  <a:pt x="447429" y="105771"/>
                  <a:pt x="448108" y="104205"/>
                </a:cubicBezTo>
                <a:cubicBezTo>
                  <a:pt x="448788" y="102637"/>
                  <a:pt x="449127" y="99633"/>
                  <a:pt x="449127" y="95193"/>
                </a:cubicBezTo>
                <a:lnTo>
                  <a:pt x="449127" y="30007"/>
                </a:lnTo>
                <a:cubicBezTo>
                  <a:pt x="449127" y="21912"/>
                  <a:pt x="448944" y="16937"/>
                  <a:pt x="448579" y="15083"/>
                </a:cubicBezTo>
                <a:cubicBezTo>
                  <a:pt x="448213" y="13228"/>
                  <a:pt x="447625" y="11961"/>
                  <a:pt x="446814" y="11283"/>
                </a:cubicBezTo>
                <a:cubicBezTo>
                  <a:pt x="446004" y="10603"/>
                  <a:pt x="444972" y="10264"/>
                  <a:pt x="443717" y="10264"/>
                </a:cubicBezTo>
                <a:cubicBezTo>
                  <a:pt x="442358" y="10264"/>
                  <a:pt x="440633" y="10682"/>
                  <a:pt x="438543" y="11518"/>
                </a:cubicBezTo>
                <a:lnTo>
                  <a:pt x="437210" y="8774"/>
                </a:lnTo>
                <a:lnTo>
                  <a:pt x="458614" y="0"/>
                </a:lnTo>
                <a:lnTo>
                  <a:pt x="46214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(9)">
            <a:extLst xmlns:a="http://schemas.openxmlformats.org/drawingml/2006/main">
              <a:ext uri="{FF2B5EF4-FFF2-40B4-BE49-F238E27FC236}">
                <a16:creationId xmlns:a16="http://schemas.microsoft.com/office/drawing/2014/main" id="{95B934D8-BF39-4C6F-BF5E-E20211DB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55" y="2284090"/>
            <a:ext cx="174111" cy="145833"/>
          </a:xfrm>
          <a:custGeom xmlns:a="http://schemas.openxmlformats.org/drawingml/2006/main">
            <a:pathLst>
              <a:path w="174111" h="145833">
                <a:moveTo>
                  <a:pt x="43279" y="142932"/>
                </a:moveTo>
                <a:lnTo>
                  <a:pt x="43279" y="145833"/>
                </a:lnTo>
                <a:cubicBezTo>
                  <a:pt x="35387" y="141861"/>
                  <a:pt x="28801" y="137209"/>
                  <a:pt x="23521" y="131877"/>
                </a:cubicBezTo>
                <a:cubicBezTo>
                  <a:pt x="15995" y="124298"/>
                  <a:pt x="10193" y="115360"/>
                  <a:pt x="6116" y="105063"/>
                </a:cubicBezTo>
                <a:cubicBezTo>
                  <a:pt x="2039" y="94765"/>
                  <a:pt x="0" y="84076"/>
                  <a:pt x="0" y="72995"/>
                </a:cubicBezTo>
                <a:cubicBezTo>
                  <a:pt x="0" y="56791"/>
                  <a:pt x="3999" y="42012"/>
                  <a:pt x="11996" y="28657"/>
                </a:cubicBezTo>
                <a:cubicBezTo>
                  <a:pt x="19993" y="15302"/>
                  <a:pt x="30421" y="5750"/>
                  <a:pt x="43279" y="0"/>
                </a:cubicBezTo>
                <a:lnTo>
                  <a:pt x="43279" y="3293"/>
                </a:lnTo>
                <a:cubicBezTo>
                  <a:pt x="36850" y="6847"/>
                  <a:pt x="31571" y="11708"/>
                  <a:pt x="27442" y="17876"/>
                </a:cubicBezTo>
                <a:cubicBezTo>
                  <a:pt x="23312" y="24044"/>
                  <a:pt x="20228" y="31859"/>
                  <a:pt x="18190" y="41319"/>
                </a:cubicBezTo>
                <a:cubicBezTo>
                  <a:pt x="16151" y="50780"/>
                  <a:pt x="15132" y="60659"/>
                  <a:pt x="15132" y="70956"/>
                </a:cubicBezTo>
                <a:cubicBezTo>
                  <a:pt x="15132" y="82142"/>
                  <a:pt x="15995" y="92309"/>
                  <a:pt x="17720" y="101456"/>
                </a:cubicBezTo>
                <a:cubicBezTo>
                  <a:pt x="19079" y="108669"/>
                  <a:pt x="20725" y="114458"/>
                  <a:pt x="22659" y="118823"/>
                </a:cubicBezTo>
                <a:cubicBezTo>
                  <a:pt x="24593" y="123187"/>
                  <a:pt x="27193" y="127382"/>
                  <a:pt x="30460" y="131407"/>
                </a:cubicBezTo>
                <a:cubicBezTo>
                  <a:pt x="33727" y="135431"/>
                  <a:pt x="38000" y="139273"/>
                  <a:pt x="43279" y="142932"/>
                </a:cubicBezTo>
                <a:close/>
                <a:moveTo>
                  <a:pt x="55406" y="113687"/>
                </a:moveTo>
                <a:lnTo>
                  <a:pt x="55406" y="110786"/>
                </a:lnTo>
                <a:cubicBezTo>
                  <a:pt x="62201" y="110682"/>
                  <a:pt x="68526" y="109100"/>
                  <a:pt x="74380" y="106043"/>
                </a:cubicBezTo>
                <a:cubicBezTo>
                  <a:pt x="80234" y="102985"/>
                  <a:pt x="85892" y="97640"/>
                  <a:pt x="91354" y="90009"/>
                </a:cubicBezTo>
                <a:cubicBezTo>
                  <a:pt x="96817" y="82377"/>
                  <a:pt x="100619" y="73988"/>
                  <a:pt x="102762" y="64841"/>
                </a:cubicBezTo>
                <a:cubicBezTo>
                  <a:pt x="94556" y="70120"/>
                  <a:pt x="87134" y="72760"/>
                  <a:pt x="80495" y="72760"/>
                </a:cubicBezTo>
                <a:cubicBezTo>
                  <a:pt x="73021" y="72760"/>
                  <a:pt x="66618" y="69872"/>
                  <a:pt x="61286" y="64096"/>
                </a:cubicBezTo>
                <a:cubicBezTo>
                  <a:pt x="55955" y="58320"/>
                  <a:pt x="53289" y="50650"/>
                  <a:pt x="53289" y="41084"/>
                </a:cubicBezTo>
                <a:cubicBezTo>
                  <a:pt x="53289" y="31780"/>
                  <a:pt x="55955" y="23495"/>
                  <a:pt x="61286" y="16230"/>
                </a:cubicBezTo>
                <a:cubicBezTo>
                  <a:pt x="67715" y="7396"/>
                  <a:pt x="76105" y="2979"/>
                  <a:pt x="86454" y="2979"/>
                </a:cubicBezTo>
                <a:cubicBezTo>
                  <a:pt x="95183" y="2979"/>
                  <a:pt x="102658" y="6586"/>
                  <a:pt x="108878" y="13799"/>
                </a:cubicBezTo>
                <a:cubicBezTo>
                  <a:pt x="116509" y="22737"/>
                  <a:pt x="120325" y="33766"/>
                  <a:pt x="120325" y="46886"/>
                </a:cubicBezTo>
                <a:cubicBezTo>
                  <a:pt x="120325" y="58699"/>
                  <a:pt x="117424" y="69715"/>
                  <a:pt x="111622" y="79934"/>
                </a:cubicBezTo>
                <a:cubicBezTo>
                  <a:pt x="105820" y="90153"/>
                  <a:pt x="97744" y="98633"/>
                  <a:pt x="87395" y="105376"/>
                </a:cubicBezTo>
                <a:cubicBezTo>
                  <a:pt x="78980" y="110917"/>
                  <a:pt x="69806" y="113687"/>
                  <a:pt x="59875" y="113687"/>
                </a:cubicBezTo>
                <a:lnTo>
                  <a:pt x="55406" y="113687"/>
                </a:lnTo>
                <a:moveTo>
                  <a:pt x="104017" y="58978"/>
                </a:moveTo>
                <a:cubicBezTo>
                  <a:pt x="104958" y="52202"/>
                  <a:pt x="105428" y="46781"/>
                  <a:pt x="105428" y="42714"/>
                </a:cubicBezTo>
                <a:cubicBezTo>
                  <a:pt x="105428" y="37658"/>
                  <a:pt x="104566" y="32198"/>
                  <a:pt x="102841" y="26334"/>
                </a:cubicBezTo>
                <a:cubicBezTo>
                  <a:pt x="101116" y="20470"/>
                  <a:pt x="98672" y="15974"/>
                  <a:pt x="95510" y="12846"/>
                </a:cubicBezTo>
                <a:cubicBezTo>
                  <a:pt x="92348" y="9718"/>
                  <a:pt x="88754" y="8154"/>
                  <a:pt x="84729" y="8154"/>
                </a:cubicBezTo>
                <a:cubicBezTo>
                  <a:pt x="80077" y="8154"/>
                  <a:pt x="76000" y="10239"/>
                  <a:pt x="72498" y="14409"/>
                </a:cubicBezTo>
                <a:cubicBezTo>
                  <a:pt x="68996" y="18580"/>
                  <a:pt x="67245" y="24782"/>
                  <a:pt x="67245" y="33018"/>
                </a:cubicBezTo>
                <a:cubicBezTo>
                  <a:pt x="67245" y="44018"/>
                  <a:pt x="69571" y="52619"/>
                  <a:pt x="74223" y="58821"/>
                </a:cubicBezTo>
                <a:cubicBezTo>
                  <a:pt x="77621" y="63305"/>
                  <a:pt x="81802" y="65546"/>
                  <a:pt x="86768" y="65546"/>
                </a:cubicBezTo>
                <a:cubicBezTo>
                  <a:pt x="89172" y="65546"/>
                  <a:pt x="92021" y="64973"/>
                  <a:pt x="95314" y="63826"/>
                </a:cubicBezTo>
                <a:cubicBezTo>
                  <a:pt x="98607" y="62680"/>
                  <a:pt x="101508" y="61064"/>
                  <a:pt x="104017" y="58978"/>
                </a:cubicBezTo>
                <a:close/>
                <a:moveTo>
                  <a:pt x="130832" y="3293"/>
                </a:moveTo>
                <a:lnTo>
                  <a:pt x="130832" y="0"/>
                </a:lnTo>
                <a:cubicBezTo>
                  <a:pt x="138777" y="3920"/>
                  <a:pt x="145389" y="8546"/>
                  <a:pt x="150668" y="13878"/>
                </a:cubicBezTo>
                <a:cubicBezTo>
                  <a:pt x="158143" y="21509"/>
                  <a:pt x="163918" y="30460"/>
                  <a:pt x="167996" y="40731"/>
                </a:cubicBezTo>
                <a:cubicBezTo>
                  <a:pt x="172073" y="51002"/>
                  <a:pt x="174111" y="61705"/>
                  <a:pt x="174111" y="72838"/>
                </a:cubicBezTo>
                <a:cubicBezTo>
                  <a:pt x="174111" y="89042"/>
                  <a:pt x="170126" y="103821"/>
                  <a:pt x="162154" y="117176"/>
                </a:cubicBezTo>
                <a:cubicBezTo>
                  <a:pt x="154183" y="130531"/>
                  <a:pt x="143742" y="140083"/>
                  <a:pt x="130832" y="145833"/>
                </a:cubicBezTo>
                <a:lnTo>
                  <a:pt x="130832" y="142932"/>
                </a:lnTo>
                <a:cubicBezTo>
                  <a:pt x="137261" y="139325"/>
                  <a:pt x="142553" y="134451"/>
                  <a:pt x="146709" y="128310"/>
                </a:cubicBezTo>
                <a:cubicBezTo>
                  <a:pt x="150864" y="122168"/>
                  <a:pt x="153948" y="114354"/>
                  <a:pt x="155960" y="104867"/>
                </a:cubicBezTo>
                <a:cubicBezTo>
                  <a:pt x="157973" y="95380"/>
                  <a:pt x="158979" y="85487"/>
                  <a:pt x="158979" y="75190"/>
                </a:cubicBezTo>
                <a:cubicBezTo>
                  <a:pt x="158979" y="64057"/>
                  <a:pt x="158117" y="53890"/>
                  <a:pt x="156392" y="44691"/>
                </a:cubicBezTo>
                <a:cubicBezTo>
                  <a:pt x="155085" y="37478"/>
                  <a:pt x="153451" y="31702"/>
                  <a:pt x="151491" y="27363"/>
                </a:cubicBezTo>
                <a:cubicBezTo>
                  <a:pt x="149531" y="23025"/>
                  <a:pt x="146931" y="18843"/>
                  <a:pt x="143690" y="14819"/>
                </a:cubicBezTo>
                <a:cubicBezTo>
                  <a:pt x="140449" y="10794"/>
                  <a:pt x="136163" y="6952"/>
                  <a:pt x="130832" y="3293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Taxonomy">
            <a:extLst xmlns:a="http://schemas.openxmlformats.org/drawingml/2006/main">
              <a:ext uri="{FF2B5EF4-FFF2-40B4-BE49-F238E27FC236}">
                <a16:creationId xmlns:a16="http://schemas.microsoft.com/office/drawing/2014/main" id="{9E9E88DE-E994-4DF5-B36B-B4647634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5304" y="173508"/>
            <a:ext cx="903875" cy="187375"/>
          </a:xfrm>
          <a:custGeom xmlns:a="http://schemas.openxmlformats.org/drawingml/2006/main">
            <a:pathLst>
              <a:path w="903875" h="187375">
                <a:moveTo>
                  <a:pt x="117031" y="0"/>
                </a:moveTo>
                <a:lnTo>
                  <a:pt x="118595" y="33140"/>
                </a:lnTo>
                <a:lnTo>
                  <a:pt x="114634" y="33140"/>
                </a:lnTo>
                <a:cubicBezTo>
                  <a:pt x="113870" y="27304"/>
                  <a:pt x="112828" y="23135"/>
                  <a:pt x="111508" y="20634"/>
                </a:cubicBezTo>
                <a:cubicBezTo>
                  <a:pt x="109354" y="16605"/>
                  <a:pt x="106488" y="13635"/>
                  <a:pt x="102911" y="11724"/>
                </a:cubicBezTo>
                <a:cubicBezTo>
                  <a:pt x="99333" y="9813"/>
                  <a:pt x="94626" y="8858"/>
                  <a:pt x="88790" y="8858"/>
                </a:cubicBezTo>
                <a:lnTo>
                  <a:pt x="68885" y="8858"/>
                </a:lnTo>
                <a:lnTo>
                  <a:pt x="68885" y="116823"/>
                </a:lnTo>
                <a:cubicBezTo>
                  <a:pt x="68885" y="125507"/>
                  <a:pt x="69823" y="130926"/>
                  <a:pt x="71699" y="133080"/>
                </a:cubicBezTo>
                <a:cubicBezTo>
                  <a:pt x="74339" y="135998"/>
                  <a:pt x="78403" y="137457"/>
                  <a:pt x="83892" y="137457"/>
                </a:cubicBezTo>
                <a:lnTo>
                  <a:pt x="88790" y="137457"/>
                </a:lnTo>
                <a:lnTo>
                  <a:pt x="88790" y="141313"/>
                </a:lnTo>
                <a:lnTo>
                  <a:pt x="28867" y="141313"/>
                </a:lnTo>
                <a:lnTo>
                  <a:pt x="28867" y="137457"/>
                </a:lnTo>
                <a:lnTo>
                  <a:pt x="33869" y="137457"/>
                </a:lnTo>
                <a:cubicBezTo>
                  <a:pt x="39844" y="137457"/>
                  <a:pt x="44082" y="135651"/>
                  <a:pt x="46583" y="132038"/>
                </a:cubicBezTo>
                <a:cubicBezTo>
                  <a:pt x="48112" y="129815"/>
                  <a:pt x="48876" y="124743"/>
                  <a:pt x="48876" y="116823"/>
                </a:cubicBezTo>
                <a:lnTo>
                  <a:pt x="48876" y="8858"/>
                </a:lnTo>
                <a:lnTo>
                  <a:pt x="31889" y="8858"/>
                </a:lnTo>
                <a:cubicBezTo>
                  <a:pt x="25289" y="8858"/>
                  <a:pt x="20599" y="9344"/>
                  <a:pt x="17820" y="10317"/>
                </a:cubicBezTo>
                <a:cubicBezTo>
                  <a:pt x="14208" y="11637"/>
                  <a:pt x="11116" y="14173"/>
                  <a:pt x="8545" y="17925"/>
                </a:cubicBezTo>
                <a:cubicBezTo>
                  <a:pt x="5975" y="21676"/>
                  <a:pt x="4446" y="26748"/>
                  <a:pt x="3960" y="33140"/>
                </a:cubicBezTo>
                <a:lnTo>
                  <a:pt x="0" y="33140"/>
                </a:lnTo>
                <a:lnTo>
                  <a:pt x="1667" y="0"/>
                </a:lnTo>
                <a:lnTo>
                  <a:pt x="117031" y="0"/>
                </a:lnTo>
                <a:close/>
                <a:moveTo>
                  <a:pt x="169372" y="127557"/>
                </a:moveTo>
                <a:cubicBezTo>
                  <a:pt x="159576" y="135130"/>
                  <a:pt x="153427" y="139507"/>
                  <a:pt x="150926" y="140688"/>
                </a:cubicBezTo>
                <a:cubicBezTo>
                  <a:pt x="147175" y="142494"/>
                  <a:pt x="143180" y="143397"/>
                  <a:pt x="138942" y="143397"/>
                </a:cubicBezTo>
                <a:cubicBezTo>
                  <a:pt x="132342" y="143397"/>
                  <a:pt x="126905" y="141139"/>
                  <a:pt x="122632" y="136623"/>
                </a:cubicBezTo>
                <a:cubicBezTo>
                  <a:pt x="118360" y="132108"/>
                  <a:pt x="116223" y="126167"/>
                  <a:pt x="116223" y="118803"/>
                </a:cubicBezTo>
                <a:cubicBezTo>
                  <a:pt x="116223" y="114148"/>
                  <a:pt x="117265" y="110119"/>
                  <a:pt x="119350" y="106714"/>
                </a:cubicBezTo>
                <a:cubicBezTo>
                  <a:pt x="122198" y="101990"/>
                  <a:pt x="127148" y="97544"/>
                  <a:pt x="134200" y="93375"/>
                </a:cubicBezTo>
                <a:cubicBezTo>
                  <a:pt x="141252" y="89206"/>
                  <a:pt x="152976" y="84135"/>
                  <a:pt x="169372" y="78160"/>
                </a:cubicBezTo>
                <a:lnTo>
                  <a:pt x="169372" y="74408"/>
                </a:lnTo>
                <a:cubicBezTo>
                  <a:pt x="169372" y="64890"/>
                  <a:pt x="167861" y="58359"/>
                  <a:pt x="164839" y="54816"/>
                </a:cubicBezTo>
                <a:cubicBezTo>
                  <a:pt x="161817" y="51273"/>
                  <a:pt x="157422" y="49501"/>
                  <a:pt x="151656" y="49501"/>
                </a:cubicBezTo>
                <a:cubicBezTo>
                  <a:pt x="147279" y="49501"/>
                  <a:pt x="143805" y="50678"/>
                  <a:pt x="141234" y="53031"/>
                </a:cubicBezTo>
                <a:cubicBezTo>
                  <a:pt x="138594" y="55385"/>
                  <a:pt x="137274" y="58085"/>
                  <a:pt x="137274" y="61131"/>
                </a:cubicBezTo>
                <a:lnTo>
                  <a:pt x="137483" y="67152"/>
                </a:lnTo>
                <a:cubicBezTo>
                  <a:pt x="137483" y="70335"/>
                  <a:pt x="136666" y="72792"/>
                  <a:pt x="135034" y="74522"/>
                </a:cubicBezTo>
                <a:cubicBezTo>
                  <a:pt x="133401" y="76253"/>
                  <a:pt x="131265" y="77118"/>
                  <a:pt x="128625" y="77118"/>
                </a:cubicBezTo>
                <a:cubicBezTo>
                  <a:pt x="126054" y="77118"/>
                  <a:pt x="123952" y="76218"/>
                  <a:pt x="122320" y="74418"/>
                </a:cubicBezTo>
                <a:cubicBezTo>
                  <a:pt x="120687" y="72616"/>
                  <a:pt x="119871" y="70156"/>
                  <a:pt x="119871" y="67038"/>
                </a:cubicBezTo>
                <a:cubicBezTo>
                  <a:pt x="119871" y="61083"/>
                  <a:pt x="122928" y="55612"/>
                  <a:pt x="129042" y="50625"/>
                </a:cubicBezTo>
                <a:cubicBezTo>
                  <a:pt x="135155" y="45638"/>
                  <a:pt x="143736" y="43144"/>
                  <a:pt x="154782" y="43144"/>
                </a:cubicBezTo>
                <a:cubicBezTo>
                  <a:pt x="163258" y="43144"/>
                  <a:pt x="170206" y="44566"/>
                  <a:pt x="175625" y="47410"/>
                </a:cubicBezTo>
                <a:cubicBezTo>
                  <a:pt x="179724" y="49562"/>
                  <a:pt x="182746" y="52928"/>
                  <a:pt x="184691" y="57509"/>
                </a:cubicBezTo>
                <a:cubicBezTo>
                  <a:pt x="185942" y="60492"/>
                  <a:pt x="186567" y="66599"/>
                  <a:pt x="186567" y="75828"/>
                </a:cubicBezTo>
                <a:lnTo>
                  <a:pt x="186567" y="108199"/>
                </a:lnTo>
                <a:cubicBezTo>
                  <a:pt x="186567" y="117290"/>
                  <a:pt x="186741" y="122859"/>
                  <a:pt x="187088" y="124906"/>
                </a:cubicBezTo>
                <a:cubicBezTo>
                  <a:pt x="187436" y="126953"/>
                  <a:pt x="188009" y="128324"/>
                  <a:pt x="188808" y="129019"/>
                </a:cubicBezTo>
                <a:cubicBezTo>
                  <a:pt x="189607" y="129712"/>
                  <a:pt x="190527" y="130058"/>
                  <a:pt x="191569" y="130058"/>
                </a:cubicBezTo>
                <a:cubicBezTo>
                  <a:pt x="192681" y="130058"/>
                  <a:pt x="193654" y="129815"/>
                  <a:pt x="194487" y="129329"/>
                </a:cubicBezTo>
                <a:cubicBezTo>
                  <a:pt x="195946" y="128425"/>
                  <a:pt x="198760" y="125890"/>
                  <a:pt x="202929" y="121721"/>
                </a:cubicBezTo>
                <a:lnTo>
                  <a:pt x="202929" y="127557"/>
                </a:lnTo>
                <a:cubicBezTo>
                  <a:pt x="195147" y="137978"/>
                  <a:pt x="187714" y="143189"/>
                  <a:pt x="180627" y="143189"/>
                </a:cubicBezTo>
                <a:cubicBezTo>
                  <a:pt x="177223" y="143189"/>
                  <a:pt x="174513" y="142008"/>
                  <a:pt x="172498" y="139646"/>
                </a:cubicBezTo>
                <a:cubicBezTo>
                  <a:pt x="170484" y="137283"/>
                  <a:pt x="169441" y="133254"/>
                  <a:pt x="169372" y="127557"/>
                </a:cubicBezTo>
                <a:moveTo>
                  <a:pt x="169372" y="120724"/>
                </a:moveTo>
                <a:lnTo>
                  <a:pt x="169372" y="84517"/>
                </a:lnTo>
                <a:cubicBezTo>
                  <a:pt x="158881" y="88666"/>
                  <a:pt x="152107" y="91606"/>
                  <a:pt x="149050" y="93336"/>
                </a:cubicBezTo>
                <a:cubicBezTo>
                  <a:pt x="143562" y="96380"/>
                  <a:pt x="139637" y="99562"/>
                  <a:pt x="137274" y="102881"/>
                </a:cubicBezTo>
                <a:cubicBezTo>
                  <a:pt x="134912" y="106201"/>
                  <a:pt x="133731" y="109832"/>
                  <a:pt x="133731" y="113775"/>
                </a:cubicBezTo>
                <a:cubicBezTo>
                  <a:pt x="133731" y="118755"/>
                  <a:pt x="135225" y="122888"/>
                  <a:pt x="138212" y="126173"/>
                </a:cubicBezTo>
                <a:cubicBezTo>
                  <a:pt x="141200" y="129458"/>
                  <a:pt x="144639" y="131100"/>
                  <a:pt x="148529" y="131100"/>
                </a:cubicBezTo>
                <a:cubicBezTo>
                  <a:pt x="153810" y="131100"/>
                  <a:pt x="160757" y="127642"/>
                  <a:pt x="169372" y="120724"/>
                </a:cubicBezTo>
                <a:close/>
                <a:moveTo>
                  <a:pt x="206436" y="45854"/>
                </a:moveTo>
                <a:lnTo>
                  <a:pt x="251352" y="45854"/>
                </a:lnTo>
                <a:lnTo>
                  <a:pt x="251352" y="49710"/>
                </a:lnTo>
                <a:cubicBezTo>
                  <a:pt x="248503" y="49710"/>
                  <a:pt x="246506" y="50196"/>
                  <a:pt x="245359" y="51169"/>
                </a:cubicBezTo>
                <a:cubicBezTo>
                  <a:pt x="244213" y="52141"/>
                  <a:pt x="243640" y="53427"/>
                  <a:pt x="243640" y="55025"/>
                </a:cubicBezTo>
                <a:cubicBezTo>
                  <a:pt x="243640" y="56692"/>
                  <a:pt x="244856" y="59263"/>
                  <a:pt x="247287" y="62736"/>
                </a:cubicBezTo>
                <a:cubicBezTo>
                  <a:pt x="248051" y="63848"/>
                  <a:pt x="249198" y="65585"/>
                  <a:pt x="250726" y="67947"/>
                </a:cubicBezTo>
                <a:lnTo>
                  <a:pt x="257500" y="78785"/>
                </a:lnTo>
                <a:lnTo>
                  <a:pt x="265316" y="67947"/>
                </a:lnTo>
                <a:cubicBezTo>
                  <a:pt x="270318" y="61069"/>
                  <a:pt x="272819" y="56727"/>
                  <a:pt x="272819" y="54920"/>
                </a:cubicBezTo>
                <a:cubicBezTo>
                  <a:pt x="272819" y="53461"/>
                  <a:pt x="272229" y="52228"/>
                  <a:pt x="271048" y="51221"/>
                </a:cubicBezTo>
                <a:cubicBezTo>
                  <a:pt x="269867" y="50213"/>
                  <a:pt x="267956" y="49710"/>
                  <a:pt x="265316" y="49710"/>
                </a:cubicBezTo>
                <a:lnTo>
                  <a:pt x="265316" y="45854"/>
                </a:lnTo>
                <a:lnTo>
                  <a:pt x="297622" y="45854"/>
                </a:lnTo>
                <a:lnTo>
                  <a:pt x="297622" y="49710"/>
                </a:lnTo>
                <a:cubicBezTo>
                  <a:pt x="294218" y="49918"/>
                  <a:pt x="291265" y="50856"/>
                  <a:pt x="288764" y="52523"/>
                </a:cubicBezTo>
                <a:cubicBezTo>
                  <a:pt x="285360" y="54886"/>
                  <a:pt x="280705" y="60027"/>
                  <a:pt x="274799" y="67947"/>
                </a:cubicBezTo>
                <a:lnTo>
                  <a:pt x="261773" y="85351"/>
                </a:lnTo>
                <a:lnTo>
                  <a:pt x="285533" y="119464"/>
                </a:lnTo>
                <a:cubicBezTo>
                  <a:pt x="291369" y="127853"/>
                  <a:pt x="295538" y="132898"/>
                  <a:pt x="298039" y="134598"/>
                </a:cubicBezTo>
                <a:cubicBezTo>
                  <a:pt x="300540" y="136296"/>
                  <a:pt x="303771" y="137249"/>
                  <a:pt x="307731" y="137457"/>
                </a:cubicBezTo>
                <a:lnTo>
                  <a:pt x="307731" y="141313"/>
                </a:lnTo>
                <a:lnTo>
                  <a:pt x="262711" y="141313"/>
                </a:lnTo>
                <a:lnTo>
                  <a:pt x="262711" y="137457"/>
                </a:lnTo>
                <a:cubicBezTo>
                  <a:pt x="265837" y="137457"/>
                  <a:pt x="268269" y="136765"/>
                  <a:pt x="270006" y="135379"/>
                </a:cubicBezTo>
                <a:cubicBezTo>
                  <a:pt x="271326" y="134409"/>
                  <a:pt x="271986" y="133127"/>
                  <a:pt x="271986" y="131533"/>
                </a:cubicBezTo>
                <a:cubicBezTo>
                  <a:pt x="271986" y="129940"/>
                  <a:pt x="269763" y="125921"/>
                  <a:pt x="265316" y="119477"/>
                </a:cubicBezTo>
                <a:lnTo>
                  <a:pt x="251352" y="99107"/>
                </a:lnTo>
                <a:lnTo>
                  <a:pt x="236032" y="119477"/>
                </a:lnTo>
                <a:cubicBezTo>
                  <a:pt x="231308" y="125782"/>
                  <a:pt x="228946" y="129524"/>
                  <a:pt x="228946" y="130703"/>
                </a:cubicBezTo>
                <a:cubicBezTo>
                  <a:pt x="228946" y="132366"/>
                  <a:pt x="229727" y="133873"/>
                  <a:pt x="231290" y="135223"/>
                </a:cubicBezTo>
                <a:cubicBezTo>
                  <a:pt x="232854" y="136574"/>
                  <a:pt x="235198" y="137318"/>
                  <a:pt x="238325" y="137457"/>
                </a:cubicBezTo>
                <a:lnTo>
                  <a:pt x="238325" y="141313"/>
                </a:lnTo>
                <a:lnTo>
                  <a:pt x="207165" y="141313"/>
                </a:lnTo>
                <a:lnTo>
                  <a:pt x="207165" y="137457"/>
                </a:lnTo>
                <a:cubicBezTo>
                  <a:pt x="209666" y="137110"/>
                  <a:pt x="211855" y="136244"/>
                  <a:pt x="213731" y="134858"/>
                </a:cubicBezTo>
                <a:cubicBezTo>
                  <a:pt x="216371" y="132848"/>
                  <a:pt x="220817" y="127719"/>
                  <a:pt x="227070" y="119471"/>
                </a:cubicBezTo>
                <a:lnTo>
                  <a:pt x="247079" y="92958"/>
                </a:lnTo>
                <a:lnTo>
                  <a:pt x="228946" y="66696"/>
                </a:lnTo>
                <a:cubicBezTo>
                  <a:pt x="223805" y="59193"/>
                  <a:pt x="219827" y="54486"/>
                  <a:pt x="217013" y="52576"/>
                </a:cubicBezTo>
                <a:cubicBezTo>
                  <a:pt x="214200" y="50665"/>
                  <a:pt x="210674" y="49710"/>
                  <a:pt x="206436" y="49710"/>
                </a:cubicBezTo>
                <a:lnTo>
                  <a:pt x="206436" y="45854"/>
                </a:lnTo>
                <a:close/>
                <a:moveTo>
                  <a:pt x="364027" y="43144"/>
                </a:moveTo>
                <a:cubicBezTo>
                  <a:pt x="378478" y="43144"/>
                  <a:pt x="390080" y="48627"/>
                  <a:pt x="398834" y="59594"/>
                </a:cubicBezTo>
                <a:cubicBezTo>
                  <a:pt x="406268" y="68962"/>
                  <a:pt x="409985" y="79720"/>
                  <a:pt x="409985" y="91867"/>
                </a:cubicBezTo>
                <a:cubicBezTo>
                  <a:pt x="409985" y="100404"/>
                  <a:pt x="407935" y="109045"/>
                  <a:pt x="403836" y="117790"/>
                </a:cubicBezTo>
                <a:cubicBezTo>
                  <a:pt x="399737" y="126533"/>
                  <a:pt x="394092" y="133126"/>
                  <a:pt x="386902" y="137568"/>
                </a:cubicBezTo>
                <a:cubicBezTo>
                  <a:pt x="379711" y="142010"/>
                  <a:pt x="371704" y="144231"/>
                  <a:pt x="362881" y="144231"/>
                </a:cubicBezTo>
                <a:cubicBezTo>
                  <a:pt x="348499" y="144231"/>
                  <a:pt x="337071" y="138505"/>
                  <a:pt x="328595" y="127052"/>
                </a:cubicBezTo>
                <a:cubicBezTo>
                  <a:pt x="321439" y="117406"/>
                  <a:pt x="317861" y="106580"/>
                  <a:pt x="317861" y="94573"/>
                </a:cubicBezTo>
                <a:cubicBezTo>
                  <a:pt x="317861" y="85828"/>
                  <a:pt x="320032" y="77135"/>
                  <a:pt x="324374" y="68494"/>
                </a:cubicBezTo>
                <a:cubicBezTo>
                  <a:pt x="328716" y="59853"/>
                  <a:pt x="334430" y="53468"/>
                  <a:pt x="341517" y="49338"/>
                </a:cubicBezTo>
                <a:cubicBezTo>
                  <a:pt x="348603" y="45209"/>
                  <a:pt x="356107" y="43144"/>
                  <a:pt x="364027" y="43144"/>
                </a:cubicBezTo>
                <a:moveTo>
                  <a:pt x="360796" y="50022"/>
                </a:moveTo>
                <a:cubicBezTo>
                  <a:pt x="357114" y="50022"/>
                  <a:pt x="353415" y="51115"/>
                  <a:pt x="349698" y="53302"/>
                </a:cubicBezTo>
                <a:cubicBezTo>
                  <a:pt x="345981" y="55488"/>
                  <a:pt x="342976" y="59322"/>
                  <a:pt x="340683" y="64804"/>
                </a:cubicBezTo>
                <a:cubicBezTo>
                  <a:pt x="338391" y="70286"/>
                  <a:pt x="337244" y="77329"/>
                  <a:pt x="337244" y="85934"/>
                </a:cubicBezTo>
                <a:cubicBezTo>
                  <a:pt x="337244" y="99811"/>
                  <a:pt x="340006" y="111782"/>
                  <a:pt x="345529" y="121845"/>
                </a:cubicBezTo>
                <a:cubicBezTo>
                  <a:pt x="351052" y="131906"/>
                  <a:pt x="358330" y="136936"/>
                  <a:pt x="367362" y="136936"/>
                </a:cubicBezTo>
                <a:cubicBezTo>
                  <a:pt x="374101" y="136936"/>
                  <a:pt x="379659" y="134160"/>
                  <a:pt x="384036" y="128609"/>
                </a:cubicBezTo>
                <a:cubicBezTo>
                  <a:pt x="388413" y="123057"/>
                  <a:pt x="390601" y="113516"/>
                  <a:pt x="390601" y="99986"/>
                </a:cubicBezTo>
                <a:cubicBezTo>
                  <a:pt x="390601" y="83054"/>
                  <a:pt x="386954" y="69729"/>
                  <a:pt x="379659" y="60014"/>
                </a:cubicBezTo>
                <a:cubicBezTo>
                  <a:pt x="374726" y="53353"/>
                  <a:pt x="368439" y="50022"/>
                  <a:pt x="360796" y="50022"/>
                </a:cubicBezTo>
                <a:close/>
                <a:moveTo>
                  <a:pt x="452214" y="63362"/>
                </a:moveTo>
                <a:cubicBezTo>
                  <a:pt x="463399" y="49883"/>
                  <a:pt x="474064" y="43144"/>
                  <a:pt x="484207" y="43144"/>
                </a:cubicBezTo>
                <a:cubicBezTo>
                  <a:pt x="489418" y="43144"/>
                  <a:pt x="493899" y="44445"/>
                  <a:pt x="497650" y="47046"/>
                </a:cubicBezTo>
                <a:cubicBezTo>
                  <a:pt x="501402" y="49645"/>
                  <a:pt x="504390" y="53925"/>
                  <a:pt x="506613" y="59887"/>
                </a:cubicBezTo>
                <a:cubicBezTo>
                  <a:pt x="508141" y="64044"/>
                  <a:pt x="508905" y="70422"/>
                  <a:pt x="508905" y="79020"/>
                </a:cubicBezTo>
                <a:lnTo>
                  <a:pt x="508905" y="119676"/>
                </a:lnTo>
                <a:cubicBezTo>
                  <a:pt x="508905" y="125707"/>
                  <a:pt x="509392" y="129797"/>
                  <a:pt x="510364" y="131947"/>
                </a:cubicBezTo>
                <a:cubicBezTo>
                  <a:pt x="511129" y="133679"/>
                  <a:pt x="512362" y="135031"/>
                  <a:pt x="514064" y="136001"/>
                </a:cubicBezTo>
                <a:cubicBezTo>
                  <a:pt x="515766" y="136972"/>
                  <a:pt x="518910" y="137457"/>
                  <a:pt x="523495" y="137457"/>
                </a:cubicBezTo>
                <a:lnTo>
                  <a:pt x="523495" y="141313"/>
                </a:lnTo>
                <a:lnTo>
                  <a:pt x="476287" y="141313"/>
                </a:lnTo>
                <a:lnTo>
                  <a:pt x="476287" y="137457"/>
                </a:lnTo>
                <a:lnTo>
                  <a:pt x="478267" y="137457"/>
                </a:lnTo>
                <a:cubicBezTo>
                  <a:pt x="482713" y="137457"/>
                  <a:pt x="485822" y="136783"/>
                  <a:pt x="487594" y="135435"/>
                </a:cubicBezTo>
                <a:cubicBezTo>
                  <a:pt x="489365" y="134087"/>
                  <a:pt x="490599" y="132100"/>
                  <a:pt x="491293" y="129475"/>
                </a:cubicBezTo>
                <a:cubicBezTo>
                  <a:pt x="491571" y="128437"/>
                  <a:pt x="491710" y="125188"/>
                  <a:pt x="491710" y="119728"/>
                </a:cubicBezTo>
                <a:lnTo>
                  <a:pt x="491710" y="80847"/>
                </a:lnTo>
                <a:cubicBezTo>
                  <a:pt x="491710" y="72208"/>
                  <a:pt x="490581" y="65935"/>
                  <a:pt x="488323" y="62030"/>
                </a:cubicBezTo>
                <a:cubicBezTo>
                  <a:pt x="486065" y="58124"/>
                  <a:pt x="482262" y="56171"/>
                  <a:pt x="476912" y="56171"/>
                </a:cubicBezTo>
                <a:cubicBezTo>
                  <a:pt x="468644" y="56171"/>
                  <a:pt x="460412" y="60664"/>
                  <a:pt x="452214" y="69650"/>
                </a:cubicBezTo>
                <a:lnTo>
                  <a:pt x="452214" y="119728"/>
                </a:lnTo>
                <a:cubicBezTo>
                  <a:pt x="452214" y="126157"/>
                  <a:pt x="452596" y="130131"/>
                  <a:pt x="453360" y="131651"/>
                </a:cubicBezTo>
                <a:cubicBezTo>
                  <a:pt x="454333" y="133654"/>
                  <a:pt x="455670" y="135123"/>
                  <a:pt x="457372" y="136057"/>
                </a:cubicBezTo>
                <a:cubicBezTo>
                  <a:pt x="459074" y="136990"/>
                  <a:pt x="462531" y="137457"/>
                  <a:pt x="467741" y="137457"/>
                </a:cubicBezTo>
                <a:lnTo>
                  <a:pt x="467741" y="141313"/>
                </a:lnTo>
                <a:lnTo>
                  <a:pt x="420533" y="141313"/>
                </a:lnTo>
                <a:lnTo>
                  <a:pt x="420533" y="137457"/>
                </a:lnTo>
                <a:lnTo>
                  <a:pt x="422617" y="137457"/>
                </a:lnTo>
                <a:cubicBezTo>
                  <a:pt x="427480" y="137457"/>
                  <a:pt x="430763" y="136227"/>
                  <a:pt x="432465" y="133767"/>
                </a:cubicBezTo>
                <a:cubicBezTo>
                  <a:pt x="434167" y="131305"/>
                  <a:pt x="435018" y="126608"/>
                  <a:pt x="435018" y="119676"/>
                </a:cubicBezTo>
                <a:lnTo>
                  <a:pt x="435018" y="84321"/>
                </a:lnTo>
                <a:cubicBezTo>
                  <a:pt x="435018" y="72884"/>
                  <a:pt x="434758" y="65918"/>
                  <a:pt x="434237" y="63423"/>
                </a:cubicBezTo>
                <a:cubicBezTo>
                  <a:pt x="433716" y="60927"/>
                  <a:pt x="432917" y="59228"/>
                  <a:pt x="431840" y="58327"/>
                </a:cubicBezTo>
                <a:cubicBezTo>
                  <a:pt x="430763" y="57426"/>
                  <a:pt x="429321" y="56975"/>
                  <a:pt x="427515" y="56975"/>
                </a:cubicBezTo>
                <a:cubicBezTo>
                  <a:pt x="425570" y="56975"/>
                  <a:pt x="423242" y="57495"/>
                  <a:pt x="420533" y="58535"/>
                </a:cubicBezTo>
                <a:lnTo>
                  <a:pt x="418970" y="54790"/>
                </a:lnTo>
                <a:lnTo>
                  <a:pt x="447732" y="43144"/>
                </a:lnTo>
                <a:lnTo>
                  <a:pt x="452214" y="43144"/>
                </a:lnTo>
                <a:lnTo>
                  <a:pt x="452214" y="63362"/>
                </a:lnTo>
                <a:close/>
                <a:moveTo>
                  <a:pt x="578125" y="43144"/>
                </a:moveTo>
                <a:cubicBezTo>
                  <a:pt x="592576" y="43144"/>
                  <a:pt x="604178" y="48627"/>
                  <a:pt x="612932" y="59594"/>
                </a:cubicBezTo>
                <a:cubicBezTo>
                  <a:pt x="620366" y="68962"/>
                  <a:pt x="624083" y="79720"/>
                  <a:pt x="624083" y="91867"/>
                </a:cubicBezTo>
                <a:cubicBezTo>
                  <a:pt x="624083" y="100404"/>
                  <a:pt x="622034" y="109045"/>
                  <a:pt x="617935" y="117790"/>
                </a:cubicBezTo>
                <a:cubicBezTo>
                  <a:pt x="613836" y="126533"/>
                  <a:pt x="608191" y="133126"/>
                  <a:pt x="601000" y="137568"/>
                </a:cubicBezTo>
                <a:cubicBezTo>
                  <a:pt x="593809" y="142010"/>
                  <a:pt x="585802" y="144231"/>
                  <a:pt x="576979" y="144231"/>
                </a:cubicBezTo>
                <a:cubicBezTo>
                  <a:pt x="562597" y="144231"/>
                  <a:pt x="551169" y="138505"/>
                  <a:pt x="542693" y="127052"/>
                </a:cubicBezTo>
                <a:cubicBezTo>
                  <a:pt x="535537" y="117406"/>
                  <a:pt x="531959" y="106580"/>
                  <a:pt x="531959" y="94573"/>
                </a:cubicBezTo>
                <a:cubicBezTo>
                  <a:pt x="531959" y="85828"/>
                  <a:pt x="534130" y="77135"/>
                  <a:pt x="538472" y="68494"/>
                </a:cubicBezTo>
                <a:cubicBezTo>
                  <a:pt x="542814" y="59853"/>
                  <a:pt x="548529" y="53468"/>
                  <a:pt x="555615" y="49338"/>
                </a:cubicBezTo>
                <a:cubicBezTo>
                  <a:pt x="562702" y="45209"/>
                  <a:pt x="570205" y="43144"/>
                  <a:pt x="578125" y="43144"/>
                </a:cubicBezTo>
                <a:moveTo>
                  <a:pt x="574895" y="50022"/>
                </a:moveTo>
                <a:cubicBezTo>
                  <a:pt x="571212" y="50022"/>
                  <a:pt x="567513" y="51115"/>
                  <a:pt x="563796" y="53302"/>
                </a:cubicBezTo>
                <a:cubicBezTo>
                  <a:pt x="560079" y="55488"/>
                  <a:pt x="557074" y="59322"/>
                  <a:pt x="554781" y="64804"/>
                </a:cubicBezTo>
                <a:cubicBezTo>
                  <a:pt x="552489" y="70286"/>
                  <a:pt x="551342" y="77329"/>
                  <a:pt x="551342" y="85934"/>
                </a:cubicBezTo>
                <a:cubicBezTo>
                  <a:pt x="551342" y="99811"/>
                  <a:pt x="554104" y="111782"/>
                  <a:pt x="559627" y="121845"/>
                </a:cubicBezTo>
                <a:cubicBezTo>
                  <a:pt x="565151" y="131906"/>
                  <a:pt x="572428" y="136936"/>
                  <a:pt x="581460" y="136936"/>
                </a:cubicBezTo>
                <a:cubicBezTo>
                  <a:pt x="588199" y="136936"/>
                  <a:pt x="593757" y="134160"/>
                  <a:pt x="598134" y="128609"/>
                </a:cubicBezTo>
                <a:cubicBezTo>
                  <a:pt x="602511" y="123057"/>
                  <a:pt x="604700" y="113516"/>
                  <a:pt x="604700" y="99986"/>
                </a:cubicBezTo>
                <a:cubicBezTo>
                  <a:pt x="604700" y="83054"/>
                  <a:pt x="601052" y="69729"/>
                  <a:pt x="593757" y="60014"/>
                </a:cubicBezTo>
                <a:cubicBezTo>
                  <a:pt x="588824" y="53353"/>
                  <a:pt x="582537" y="50022"/>
                  <a:pt x="574895" y="50022"/>
                </a:cubicBezTo>
                <a:close/>
                <a:moveTo>
                  <a:pt x="666832" y="63466"/>
                </a:moveTo>
                <a:cubicBezTo>
                  <a:pt x="673780" y="56518"/>
                  <a:pt x="677879" y="52523"/>
                  <a:pt x="679130" y="51481"/>
                </a:cubicBezTo>
                <a:cubicBezTo>
                  <a:pt x="682256" y="48841"/>
                  <a:pt x="685626" y="46792"/>
                  <a:pt x="689238" y="45333"/>
                </a:cubicBezTo>
                <a:cubicBezTo>
                  <a:pt x="692851" y="43874"/>
                  <a:pt x="696429" y="43144"/>
                  <a:pt x="699972" y="43144"/>
                </a:cubicBezTo>
                <a:cubicBezTo>
                  <a:pt x="705947" y="43144"/>
                  <a:pt x="711088" y="44881"/>
                  <a:pt x="715396" y="48355"/>
                </a:cubicBezTo>
                <a:cubicBezTo>
                  <a:pt x="719703" y="51829"/>
                  <a:pt x="722587" y="56866"/>
                  <a:pt x="724045" y="63466"/>
                </a:cubicBezTo>
                <a:cubicBezTo>
                  <a:pt x="731201" y="55129"/>
                  <a:pt x="737246" y="49658"/>
                  <a:pt x="742179" y="47052"/>
                </a:cubicBezTo>
                <a:cubicBezTo>
                  <a:pt x="747111" y="44447"/>
                  <a:pt x="752183" y="43144"/>
                  <a:pt x="757394" y="43144"/>
                </a:cubicBezTo>
                <a:cubicBezTo>
                  <a:pt x="762465" y="43144"/>
                  <a:pt x="766964" y="44445"/>
                  <a:pt x="770889" y="47046"/>
                </a:cubicBezTo>
                <a:cubicBezTo>
                  <a:pt x="774815" y="49645"/>
                  <a:pt x="777924" y="53890"/>
                  <a:pt x="780216" y="59783"/>
                </a:cubicBezTo>
                <a:cubicBezTo>
                  <a:pt x="781745" y="63803"/>
                  <a:pt x="782509" y="70112"/>
                  <a:pt x="782509" y="78707"/>
                </a:cubicBezTo>
                <a:lnTo>
                  <a:pt x="782509" y="119676"/>
                </a:lnTo>
                <a:cubicBezTo>
                  <a:pt x="782509" y="125638"/>
                  <a:pt x="782961" y="129728"/>
                  <a:pt x="783864" y="131947"/>
                </a:cubicBezTo>
                <a:cubicBezTo>
                  <a:pt x="784559" y="133471"/>
                  <a:pt x="785844" y="134770"/>
                  <a:pt x="787720" y="135845"/>
                </a:cubicBezTo>
                <a:cubicBezTo>
                  <a:pt x="789596" y="136920"/>
                  <a:pt x="792653" y="137457"/>
                  <a:pt x="796890" y="137457"/>
                </a:cubicBezTo>
                <a:lnTo>
                  <a:pt x="796890" y="141313"/>
                </a:lnTo>
                <a:lnTo>
                  <a:pt x="749786" y="141313"/>
                </a:lnTo>
                <a:lnTo>
                  <a:pt x="749786" y="137457"/>
                </a:lnTo>
                <a:lnTo>
                  <a:pt x="751766" y="137457"/>
                </a:lnTo>
                <a:cubicBezTo>
                  <a:pt x="755865" y="137457"/>
                  <a:pt x="759061" y="136663"/>
                  <a:pt x="761354" y="135073"/>
                </a:cubicBezTo>
                <a:cubicBezTo>
                  <a:pt x="762952" y="133966"/>
                  <a:pt x="764098" y="132203"/>
                  <a:pt x="764793" y="129784"/>
                </a:cubicBezTo>
                <a:cubicBezTo>
                  <a:pt x="765071" y="128610"/>
                  <a:pt x="765210" y="125258"/>
                  <a:pt x="765210" y="119728"/>
                </a:cubicBezTo>
                <a:lnTo>
                  <a:pt x="765210" y="78876"/>
                </a:lnTo>
                <a:cubicBezTo>
                  <a:pt x="765210" y="71134"/>
                  <a:pt x="764272" y="65674"/>
                  <a:pt x="762396" y="62495"/>
                </a:cubicBezTo>
                <a:cubicBezTo>
                  <a:pt x="759686" y="58071"/>
                  <a:pt x="755344" y="55858"/>
                  <a:pt x="749369" y="55858"/>
                </a:cubicBezTo>
                <a:cubicBezTo>
                  <a:pt x="745687" y="55858"/>
                  <a:pt x="741988" y="56774"/>
                  <a:pt x="738271" y="58607"/>
                </a:cubicBezTo>
                <a:cubicBezTo>
                  <a:pt x="734554" y="60437"/>
                  <a:pt x="730055" y="63841"/>
                  <a:pt x="724775" y="68820"/>
                </a:cubicBezTo>
                <a:lnTo>
                  <a:pt x="724567" y="69960"/>
                </a:lnTo>
                <a:lnTo>
                  <a:pt x="724775" y="74418"/>
                </a:lnTo>
                <a:lnTo>
                  <a:pt x="724775" y="119728"/>
                </a:lnTo>
                <a:cubicBezTo>
                  <a:pt x="724775" y="126226"/>
                  <a:pt x="725140" y="130270"/>
                  <a:pt x="725869" y="131859"/>
                </a:cubicBezTo>
                <a:cubicBezTo>
                  <a:pt x="726599" y="133448"/>
                  <a:pt x="727971" y="134779"/>
                  <a:pt x="729986" y="135852"/>
                </a:cubicBezTo>
                <a:cubicBezTo>
                  <a:pt x="732000" y="136922"/>
                  <a:pt x="735439" y="137457"/>
                  <a:pt x="740303" y="137457"/>
                </a:cubicBezTo>
                <a:lnTo>
                  <a:pt x="740303" y="141313"/>
                </a:lnTo>
                <a:lnTo>
                  <a:pt x="692052" y="141313"/>
                </a:lnTo>
                <a:lnTo>
                  <a:pt x="692052" y="137457"/>
                </a:lnTo>
                <a:cubicBezTo>
                  <a:pt x="697332" y="137457"/>
                  <a:pt x="700962" y="136835"/>
                  <a:pt x="702942" y="135591"/>
                </a:cubicBezTo>
                <a:cubicBezTo>
                  <a:pt x="704922" y="134347"/>
                  <a:pt x="706295" y="132481"/>
                  <a:pt x="707059" y="129993"/>
                </a:cubicBezTo>
                <a:cubicBezTo>
                  <a:pt x="707406" y="128816"/>
                  <a:pt x="707580" y="125394"/>
                  <a:pt x="707580" y="119728"/>
                </a:cubicBezTo>
                <a:lnTo>
                  <a:pt x="707580" y="78876"/>
                </a:lnTo>
                <a:cubicBezTo>
                  <a:pt x="707580" y="71134"/>
                  <a:pt x="706433" y="65570"/>
                  <a:pt x="704141" y="62183"/>
                </a:cubicBezTo>
                <a:cubicBezTo>
                  <a:pt x="701084" y="57758"/>
                  <a:pt x="696811" y="55546"/>
                  <a:pt x="691323" y="55546"/>
                </a:cubicBezTo>
                <a:cubicBezTo>
                  <a:pt x="687571" y="55546"/>
                  <a:pt x="683854" y="56548"/>
                  <a:pt x="680172" y="58552"/>
                </a:cubicBezTo>
                <a:cubicBezTo>
                  <a:pt x="674405" y="61593"/>
                  <a:pt x="669959" y="65015"/>
                  <a:pt x="666832" y="68817"/>
                </a:cubicBezTo>
                <a:lnTo>
                  <a:pt x="666832" y="119728"/>
                </a:lnTo>
                <a:cubicBezTo>
                  <a:pt x="666832" y="125948"/>
                  <a:pt x="667267" y="129992"/>
                  <a:pt x="668135" y="131859"/>
                </a:cubicBezTo>
                <a:cubicBezTo>
                  <a:pt x="669004" y="133724"/>
                  <a:pt x="670289" y="135123"/>
                  <a:pt x="671991" y="136057"/>
                </a:cubicBezTo>
                <a:cubicBezTo>
                  <a:pt x="673693" y="136990"/>
                  <a:pt x="677150" y="137457"/>
                  <a:pt x="682360" y="137457"/>
                </a:cubicBezTo>
                <a:lnTo>
                  <a:pt x="682360" y="141313"/>
                </a:lnTo>
                <a:lnTo>
                  <a:pt x="635152" y="141313"/>
                </a:lnTo>
                <a:lnTo>
                  <a:pt x="635152" y="137457"/>
                </a:lnTo>
                <a:cubicBezTo>
                  <a:pt x="639529" y="137457"/>
                  <a:pt x="642586" y="136989"/>
                  <a:pt x="644322" y="136054"/>
                </a:cubicBezTo>
                <a:cubicBezTo>
                  <a:pt x="646059" y="135118"/>
                  <a:pt x="647379" y="133627"/>
                  <a:pt x="648283" y="131582"/>
                </a:cubicBezTo>
                <a:cubicBezTo>
                  <a:pt x="649186" y="129537"/>
                  <a:pt x="649637" y="125568"/>
                  <a:pt x="649637" y="119676"/>
                </a:cubicBezTo>
                <a:lnTo>
                  <a:pt x="649637" y="83283"/>
                </a:lnTo>
                <a:cubicBezTo>
                  <a:pt x="649637" y="72814"/>
                  <a:pt x="649325" y="66055"/>
                  <a:pt x="648699" y="63007"/>
                </a:cubicBezTo>
                <a:cubicBezTo>
                  <a:pt x="648213" y="60718"/>
                  <a:pt x="647449" y="59141"/>
                  <a:pt x="646407" y="58275"/>
                </a:cubicBezTo>
                <a:cubicBezTo>
                  <a:pt x="645365" y="57408"/>
                  <a:pt x="643940" y="56975"/>
                  <a:pt x="642134" y="56975"/>
                </a:cubicBezTo>
                <a:cubicBezTo>
                  <a:pt x="640189" y="56975"/>
                  <a:pt x="637861" y="57495"/>
                  <a:pt x="635152" y="58535"/>
                </a:cubicBezTo>
                <a:lnTo>
                  <a:pt x="633588" y="54790"/>
                </a:lnTo>
                <a:lnTo>
                  <a:pt x="662351" y="43144"/>
                </a:lnTo>
                <a:lnTo>
                  <a:pt x="666832" y="43144"/>
                </a:lnTo>
                <a:lnTo>
                  <a:pt x="666832" y="63466"/>
                </a:lnTo>
                <a:close/>
                <a:moveTo>
                  <a:pt x="799661" y="45854"/>
                </a:moveTo>
                <a:lnTo>
                  <a:pt x="844160" y="45854"/>
                </a:lnTo>
                <a:lnTo>
                  <a:pt x="844160" y="49710"/>
                </a:lnTo>
                <a:lnTo>
                  <a:pt x="841972" y="49710"/>
                </a:lnTo>
                <a:cubicBezTo>
                  <a:pt x="838846" y="49710"/>
                  <a:pt x="836501" y="50387"/>
                  <a:pt x="834938" y="51742"/>
                </a:cubicBezTo>
                <a:cubicBezTo>
                  <a:pt x="833374" y="53097"/>
                  <a:pt x="832593" y="54781"/>
                  <a:pt x="832593" y="56796"/>
                </a:cubicBezTo>
                <a:cubicBezTo>
                  <a:pt x="832593" y="59506"/>
                  <a:pt x="833739" y="63257"/>
                  <a:pt x="836032" y="68051"/>
                </a:cubicBezTo>
                <a:lnTo>
                  <a:pt x="859271" y="116198"/>
                </a:lnTo>
                <a:lnTo>
                  <a:pt x="880635" y="63466"/>
                </a:lnTo>
                <a:cubicBezTo>
                  <a:pt x="881816" y="60617"/>
                  <a:pt x="882407" y="57804"/>
                  <a:pt x="882407" y="55025"/>
                </a:cubicBezTo>
                <a:cubicBezTo>
                  <a:pt x="882407" y="53774"/>
                  <a:pt x="882163" y="52836"/>
                  <a:pt x="881677" y="52211"/>
                </a:cubicBezTo>
                <a:cubicBezTo>
                  <a:pt x="881121" y="51447"/>
                  <a:pt x="880253" y="50839"/>
                  <a:pt x="879072" y="50387"/>
                </a:cubicBezTo>
                <a:cubicBezTo>
                  <a:pt x="877891" y="49935"/>
                  <a:pt x="875806" y="49710"/>
                  <a:pt x="872819" y="49710"/>
                </a:cubicBezTo>
                <a:lnTo>
                  <a:pt x="872819" y="45854"/>
                </a:lnTo>
                <a:lnTo>
                  <a:pt x="903875" y="45854"/>
                </a:lnTo>
                <a:lnTo>
                  <a:pt x="903875" y="49710"/>
                </a:lnTo>
                <a:cubicBezTo>
                  <a:pt x="901304" y="49988"/>
                  <a:pt x="899324" y="50543"/>
                  <a:pt x="897934" y="51377"/>
                </a:cubicBezTo>
                <a:cubicBezTo>
                  <a:pt x="896545" y="52211"/>
                  <a:pt x="895016" y="53774"/>
                  <a:pt x="893349" y="56067"/>
                </a:cubicBezTo>
                <a:cubicBezTo>
                  <a:pt x="892724" y="57039"/>
                  <a:pt x="891543" y="59714"/>
                  <a:pt x="889806" y="64091"/>
                </a:cubicBezTo>
                <a:lnTo>
                  <a:pt x="850934" y="159342"/>
                </a:lnTo>
                <a:cubicBezTo>
                  <a:pt x="847183" y="168582"/>
                  <a:pt x="842267" y="175564"/>
                  <a:pt x="836188" y="180289"/>
                </a:cubicBezTo>
                <a:cubicBezTo>
                  <a:pt x="830109" y="185013"/>
                  <a:pt x="824256" y="187375"/>
                  <a:pt x="818628" y="187375"/>
                </a:cubicBezTo>
                <a:cubicBezTo>
                  <a:pt x="814529" y="187375"/>
                  <a:pt x="811160" y="186208"/>
                  <a:pt x="808519" y="183874"/>
                </a:cubicBezTo>
                <a:cubicBezTo>
                  <a:pt x="805879" y="181540"/>
                  <a:pt x="804559" y="178863"/>
                  <a:pt x="804559" y="175843"/>
                </a:cubicBezTo>
                <a:cubicBezTo>
                  <a:pt x="804559" y="172960"/>
                  <a:pt x="805515" y="170635"/>
                  <a:pt x="807425" y="168868"/>
                </a:cubicBezTo>
                <a:cubicBezTo>
                  <a:pt x="809336" y="167103"/>
                  <a:pt x="811959" y="166220"/>
                  <a:pt x="815293" y="166220"/>
                </a:cubicBezTo>
                <a:cubicBezTo>
                  <a:pt x="817586" y="166220"/>
                  <a:pt x="820712" y="166984"/>
                  <a:pt x="824673" y="168513"/>
                </a:cubicBezTo>
                <a:cubicBezTo>
                  <a:pt x="827452" y="169555"/>
                  <a:pt x="829188" y="170076"/>
                  <a:pt x="829883" y="170076"/>
                </a:cubicBezTo>
                <a:cubicBezTo>
                  <a:pt x="831967" y="170076"/>
                  <a:pt x="834243" y="168991"/>
                  <a:pt x="836709" y="166822"/>
                </a:cubicBezTo>
                <a:cubicBezTo>
                  <a:pt x="839176" y="164656"/>
                  <a:pt x="841659" y="160461"/>
                  <a:pt x="844160" y="154239"/>
                </a:cubicBezTo>
                <a:lnTo>
                  <a:pt x="850934" y="137561"/>
                </a:lnTo>
                <a:lnTo>
                  <a:pt x="816648" y="65550"/>
                </a:lnTo>
                <a:cubicBezTo>
                  <a:pt x="815606" y="63396"/>
                  <a:pt x="813939" y="60722"/>
                  <a:pt x="811646" y="57526"/>
                </a:cubicBezTo>
                <a:cubicBezTo>
                  <a:pt x="809909" y="55094"/>
                  <a:pt x="808485" y="53461"/>
                  <a:pt x="807373" y="52628"/>
                </a:cubicBezTo>
                <a:cubicBezTo>
                  <a:pt x="805775" y="51516"/>
                  <a:pt x="803205" y="50543"/>
                  <a:pt x="799661" y="49710"/>
                </a:cubicBezTo>
                <a:lnTo>
                  <a:pt x="799661" y="45854"/>
                </a:ln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coverage">
            <a:extLst xmlns:a="http://schemas.openxmlformats.org/drawingml/2006/main">
              <a:ext uri="{FF2B5EF4-FFF2-40B4-BE49-F238E27FC236}">
                <a16:creationId xmlns:a16="http://schemas.microsoft.com/office/drawing/2014/main" id="{80D0939A-41A3-4DEE-8608-1DA8C228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718" y="473569"/>
            <a:ext cx="759142" cy="144231"/>
          </a:xfrm>
          <a:custGeom xmlns:a="http://schemas.openxmlformats.org/drawingml/2006/main">
            <a:pathLst>
              <a:path w="759142" h="144231">
                <a:moveTo>
                  <a:pt x="80453" y="61903"/>
                </a:moveTo>
                <a:cubicBezTo>
                  <a:pt x="77882" y="74478"/>
                  <a:pt x="72845" y="84152"/>
                  <a:pt x="65342" y="90926"/>
                </a:cubicBezTo>
                <a:cubicBezTo>
                  <a:pt x="57838" y="97700"/>
                  <a:pt x="49536" y="101087"/>
                  <a:pt x="40435" y="101087"/>
                </a:cubicBezTo>
                <a:cubicBezTo>
                  <a:pt x="29597" y="101087"/>
                  <a:pt x="20148" y="96542"/>
                  <a:pt x="12089" y="87451"/>
                </a:cubicBezTo>
                <a:cubicBezTo>
                  <a:pt x="4030" y="78359"/>
                  <a:pt x="0" y="66073"/>
                  <a:pt x="0" y="50595"/>
                </a:cubicBezTo>
                <a:cubicBezTo>
                  <a:pt x="0" y="35604"/>
                  <a:pt x="4464" y="23424"/>
                  <a:pt x="13391" y="14056"/>
                </a:cubicBezTo>
                <a:cubicBezTo>
                  <a:pt x="22319" y="4685"/>
                  <a:pt x="33036" y="0"/>
                  <a:pt x="45541" y="0"/>
                </a:cubicBezTo>
                <a:cubicBezTo>
                  <a:pt x="54920" y="0"/>
                  <a:pt x="62632" y="2476"/>
                  <a:pt x="68676" y="7428"/>
                </a:cubicBezTo>
                <a:cubicBezTo>
                  <a:pt x="74721" y="12379"/>
                  <a:pt x="77743" y="17520"/>
                  <a:pt x="77743" y="22852"/>
                </a:cubicBezTo>
                <a:cubicBezTo>
                  <a:pt x="77743" y="25483"/>
                  <a:pt x="76892" y="27613"/>
                  <a:pt x="75190" y="29242"/>
                </a:cubicBezTo>
                <a:cubicBezTo>
                  <a:pt x="73488" y="30868"/>
                  <a:pt x="71108" y="31681"/>
                  <a:pt x="68051" y="31681"/>
                </a:cubicBezTo>
                <a:cubicBezTo>
                  <a:pt x="63952" y="31681"/>
                  <a:pt x="60860" y="30361"/>
                  <a:pt x="58776" y="27721"/>
                </a:cubicBezTo>
                <a:cubicBezTo>
                  <a:pt x="57595" y="26262"/>
                  <a:pt x="56814" y="23483"/>
                  <a:pt x="56431" y="19384"/>
                </a:cubicBezTo>
                <a:cubicBezTo>
                  <a:pt x="56049" y="15285"/>
                  <a:pt x="54642" y="12158"/>
                  <a:pt x="52211" y="10004"/>
                </a:cubicBezTo>
                <a:cubicBezTo>
                  <a:pt x="49779" y="7920"/>
                  <a:pt x="46410" y="6878"/>
                  <a:pt x="42102" y="6878"/>
                </a:cubicBezTo>
                <a:cubicBezTo>
                  <a:pt x="35155" y="6878"/>
                  <a:pt x="29562" y="9449"/>
                  <a:pt x="25324" y="14590"/>
                </a:cubicBezTo>
                <a:cubicBezTo>
                  <a:pt x="19696" y="21398"/>
                  <a:pt x="16883" y="30396"/>
                  <a:pt x="16883" y="41581"/>
                </a:cubicBezTo>
                <a:cubicBezTo>
                  <a:pt x="16883" y="52975"/>
                  <a:pt x="19679" y="63032"/>
                  <a:pt x="25272" y="71751"/>
                </a:cubicBezTo>
                <a:cubicBezTo>
                  <a:pt x="30864" y="80470"/>
                  <a:pt x="38420" y="84830"/>
                  <a:pt x="47938" y="84830"/>
                </a:cubicBezTo>
                <a:cubicBezTo>
                  <a:pt x="54747" y="84830"/>
                  <a:pt x="60860" y="82502"/>
                  <a:pt x="66280" y="77847"/>
                </a:cubicBezTo>
                <a:cubicBezTo>
                  <a:pt x="70101" y="74651"/>
                  <a:pt x="73818" y="68850"/>
                  <a:pt x="77430" y="60444"/>
                </a:cubicBezTo>
                <a:lnTo>
                  <a:pt x="80453" y="61903"/>
                </a:lnTo>
                <a:close/>
                <a:moveTo>
                  <a:pt x="141068" y="0"/>
                </a:moveTo>
                <a:cubicBezTo>
                  <a:pt x="155518" y="0"/>
                  <a:pt x="167121" y="5483"/>
                  <a:pt x="175875" y="16449"/>
                </a:cubicBezTo>
                <a:cubicBezTo>
                  <a:pt x="183309" y="25818"/>
                  <a:pt x="187026" y="36576"/>
                  <a:pt x="187026" y="48723"/>
                </a:cubicBezTo>
                <a:cubicBezTo>
                  <a:pt x="187026" y="57260"/>
                  <a:pt x="184976" y="65901"/>
                  <a:pt x="180877" y="74646"/>
                </a:cubicBezTo>
                <a:cubicBezTo>
                  <a:pt x="176778" y="83389"/>
                  <a:pt x="171133" y="89982"/>
                  <a:pt x="163942" y="94424"/>
                </a:cubicBezTo>
                <a:cubicBezTo>
                  <a:pt x="156752" y="98866"/>
                  <a:pt x="148745" y="101087"/>
                  <a:pt x="139921" y="101087"/>
                </a:cubicBezTo>
                <a:cubicBezTo>
                  <a:pt x="125540" y="101087"/>
                  <a:pt x="114111" y="95360"/>
                  <a:pt x="105635" y="83908"/>
                </a:cubicBezTo>
                <a:cubicBezTo>
                  <a:pt x="98479" y="74262"/>
                  <a:pt x="94901" y="63435"/>
                  <a:pt x="94901" y="51429"/>
                </a:cubicBezTo>
                <a:cubicBezTo>
                  <a:pt x="94901" y="42684"/>
                  <a:pt x="97072" y="33991"/>
                  <a:pt x="101414" y="25350"/>
                </a:cubicBezTo>
                <a:cubicBezTo>
                  <a:pt x="105757" y="16709"/>
                  <a:pt x="111471" y="10324"/>
                  <a:pt x="118557" y="6194"/>
                </a:cubicBezTo>
                <a:cubicBezTo>
                  <a:pt x="125644" y="2065"/>
                  <a:pt x="133147" y="0"/>
                  <a:pt x="141068" y="0"/>
                </a:cubicBezTo>
                <a:moveTo>
                  <a:pt x="137837" y="6878"/>
                </a:moveTo>
                <a:cubicBezTo>
                  <a:pt x="134155" y="6878"/>
                  <a:pt x="130455" y="7971"/>
                  <a:pt x="126738" y="10158"/>
                </a:cubicBezTo>
                <a:cubicBezTo>
                  <a:pt x="123021" y="12344"/>
                  <a:pt x="120016" y="16178"/>
                  <a:pt x="117724" y="21660"/>
                </a:cubicBezTo>
                <a:cubicBezTo>
                  <a:pt x="115431" y="27142"/>
                  <a:pt x="114285" y="34185"/>
                  <a:pt x="114285" y="42789"/>
                </a:cubicBezTo>
                <a:cubicBezTo>
                  <a:pt x="114285" y="56667"/>
                  <a:pt x="117046" y="68637"/>
                  <a:pt x="122570" y="78700"/>
                </a:cubicBezTo>
                <a:cubicBezTo>
                  <a:pt x="128093" y="88761"/>
                  <a:pt x="135371" y="93792"/>
                  <a:pt x="144402" y="93792"/>
                </a:cubicBezTo>
                <a:cubicBezTo>
                  <a:pt x="151141" y="93792"/>
                  <a:pt x="156699" y="91016"/>
                  <a:pt x="161076" y="85465"/>
                </a:cubicBezTo>
                <a:cubicBezTo>
                  <a:pt x="165453" y="79913"/>
                  <a:pt x="167642" y="70372"/>
                  <a:pt x="167642" y="56842"/>
                </a:cubicBezTo>
                <a:cubicBezTo>
                  <a:pt x="167642" y="39909"/>
                  <a:pt x="163994" y="26585"/>
                  <a:pt x="156699" y="16870"/>
                </a:cubicBezTo>
                <a:cubicBezTo>
                  <a:pt x="151767" y="10209"/>
                  <a:pt x="145479" y="6878"/>
                  <a:pt x="137837" y="6878"/>
                </a:cubicBezTo>
                <a:close/>
                <a:moveTo>
                  <a:pt x="196531" y="2710"/>
                </a:moveTo>
                <a:lnTo>
                  <a:pt x="241447" y="2710"/>
                </a:lnTo>
                <a:lnTo>
                  <a:pt x="241447" y="6565"/>
                </a:lnTo>
                <a:lnTo>
                  <a:pt x="238529" y="6565"/>
                </a:lnTo>
                <a:cubicBezTo>
                  <a:pt x="235819" y="6565"/>
                  <a:pt x="233752" y="7225"/>
                  <a:pt x="232328" y="8545"/>
                </a:cubicBezTo>
                <a:cubicBezTo>
                  <a:pt x="230904" y="9866"/>
                  <a:pt x="230192" y="11637"/>
                  <a:pt x="230192" y="13860"/>
                </a:cubicBezTo>
                <a:cubicBezTo>
                  <a:pt x="230192" y="16292"/>
                  <a:pt x="230921" y="19175"/>
                  <a:pt x="232380" y="22510"/>
                </a:cubicBezTo>
                <a:lnTo>
                  <a:pt x="254578" y="75242"/>
                </a:lnTo>
                <a:lnTo>
                  <a:pt x="276879" y="20530"/>
                </a:lnTo>
                <a:cubicBezTo>
                  <a:pt x="278477" y="16639"/>
                  <a:pt x="279276" y="13687"/>
                  <a:pt x="279276" y="11672"/>
                </a:cubicBezTo>
                <a:cubicBezTo>
                  <a:pt x="279276" y="10699"/>
                  <a:pt x="278998" y="9900"/>
                  <a:pt x="278442" y="9275"/>
                </a:cubicBezTo>
                <a:cubicBezTo>
                  <a:pt x="277678" y="8233"/>
                  <a:pt x="276705" y="7521"/>
                  <a:pt x="275524" y="7139"/>
                </a:cubicBezTo>
                <a:cubicBezTo>
                  <a:pt x="274343" y="6756"/>
                  <a:pt x="271946" y="6565"/>
                  <a:pt x="268334" y="6565"/>
                </a:cubicBezTo>
                <a:lnTo>
                  <a:pt x="268334" y="2710"/>
                </a:lnTo>
                <a:lnTo>
                  <a:pt x="299493" y="2710"/>
                </a:lnTo>
                <a:lnTo>
                  <a:pt x="299493" y="6565"/>
                </a:lnTo>
                <a:cubicBezTo>
                  <a:pt x="295881" y="6843"/>
                  <a:pt x="293380" y="7573"/>
                  <a:pt x="291990" y="8754"/>
                </a:cubicBezTo>
                <a:cubicBezTo>
                  <a:pt x="289558" y="10838"/>
                  <a:pt x="287370" y="14312"/>
                  <a:pt x="285425" y="19175"/>
                </a:cubicBezTo>
                <a:lnTo>
                  <a:pt x="251555" y="101087"/>
                </a:lnTo>
                <a:lnTo>
                  <a:pt x="247283" y="101087"/>
                </a:lnTo>
                <a:lnTo>
                  <a:pt x="213205" y="20530"/>
                </a:lnTo>
                <a:cubicBezTo>
                  <a:pt x="211676" y="16778"/>
                  <a:pt x="210217" y="14086"/>
                  <a:pt x="208828" y="12453"/>
                </a:cubicBezTo>
                <a:cubicBezTo>
                  <a:pt x="207438" y="10821"/>
                  <a:pt x="205667" y="9449"/>
                  <a:pt x="203513" y="8337"/>
                </a:cubicBezTo>
                <a:cubicBezTo>
                  <a:pt x="202332" y="7712"/>
                  <a:pt x="200005" y="7121"/>
                  <a:pt x="196531" y="6565"/>
                </a:cubicBezTo>
                <a:lnTo>
                  <a:pt x="196531" y="2710"/>
                </a:lnTo>
                <a:close/>
                <a:moveTo>
                  <a:pt x="324527" y="38767"/>
                </a:moveTo>
                <a:cubicBezTo>
                  <a:pt x="324457" y="52908"/>
                  <a:pt x="327896" y="63999"/>
                  <a:pt x="334844" y="72041"/>
                </a:cubicBezTo>
                <a:cubicBezTo>
                  <a:pt x="341791" y="80080"/>
                  <a:pt x="349955" y="84100"/>
                  <a:pt x="359334" y="84100"/>
                </a:cubicBezTo>
                <a:cubicBezTo>
                  <a:pt x="365587" y="84100"/>
                  <a:pt x="371023" y="82381"/>
                  <a:pt x="375643" y="78941"/>
                </a:cubicBezTo>
                <a:cubicBezTo>
                  <a:pt x="380263" y="75502"/>
                  <a:pt x="384137" y="69614"/>
                  <a:pt x="387263" y="61277"/>
                </a:cubicBezTo>
                <a:lnTo>
                  <a:pt x="390494" y="63362"/>
                </a:lnTo>
                <a:cubicBezTo>
                  <a:pt x="389035" y="72880"/>
                  <a:pt x="384797" y="81547"/>
                  <a:pt x="377780" y="89363"/>
                </a:cubicBezTo>
                <a:cubicBezTo>
                  <a:pt x="370763" y="97179"/>
                  <a:pt x="361974" y="101087"/>
                  <a:pt x="351414" y="101087"/>
                </a:cubicBezTo>
                <a:cubicBezTo>
                  <a:pt x="339950" y="101087"/>
                  <a:pt x="330137" y="96633"/>
                  <a:pt x="321974" y="87725"/>
                </a:cubicBezTo>
                <a:cubicBezTo>
                  <a:pt x="313810" y="78814"/>
                  <a:pt x="309728" y="66836"/>
                  <a:pt x="309728" y="51791"/>
                </a:cubicBezTo>
                <a:cubicBezTo>
                  <a:pt x="309728" y="35499"/>
                  <a:pt x="313914" y="22794"/>
                  <a:pt x="322286" y="13678"/>
                </a:cubicBezTo>
                <a:cubicBezTo>
                  <a:pt x="330658" y="4559"/>
                  <a:pt x="341166" y="0"/>
                  <a:pt x="353811" y="0"/>
                </a:cubicBezTo>
                <a:cubicBezTo>
                  <a:pt x="364510" y="0"/>
                  <a:pt x="373299" y="3517"/>
                  <a:pt x="380177" y="10552"/>
                </a:cubicBezTo>
                <a:cubicBezTo>
                  <a:pt x="387055" y="17584"/>
                  <a:pt x="390494" y="26989"/>
                  <a:pt x="390494" y="38767"/>
                </a:cubicBezTo>
                <a:lnTo>
                  <a:pt x="324527" y="38767"/>
                </a:lnTo>
                <a:moveTo>
                  <a:pt x="324527" y="32723"/>
                </a:moveTo>
                <a:lnTo>
                  <a:pt x="368713" y="32723"/>
                </a:lnTo>
                <a:cubicBezTo>
                  <a:pt x="368366" y="26609"/>
                  <a:pt x="367636" y="22302"/>
                  <a:pt x="366525" y="19801"/>
                </a:cubicBezTo>
                <a:cubicBezTo>
                  <a:pt x="364788" y="15910"/>
                  <a:pt x="362200" y="12853"/>
                  <a:pt x="358761" y="10630"/>
                </a:cubicBezTo>
                <a:cubicBezTo>
                  <a:pt x="355322" y="8407"/>
                  <a:pt x="351726" y="7295"/>
                  <a:pt x="347975" y="7295"/>
                </a:cubicBezTo>
                <a:cubicBezTo>
                  <a:pt x="342208" y="7295"/>
                  <a:pt x="337050" y="9536"/>
                  <a:pt x="332499" y="14017"/>
                </a:cubicBezTo>
                <a:cubicBezTo>
                  <a:pt x="327948" y="18498"/>
                  <a:pt x="325291" y="24733"/>
                  <a:pt x="324527" y="32723"/>
                </a:cubicBezTo>
                <a:close/>
                <a:moveTo>
                  <a:pt x="431412" y="0"/>
                </a:moveTo>
                <a:lnTo>
                  <a:pt x="431412" y="21468"/>
                </a:lnTo>
                <a:cubicBezTo>
                  <a:pt x="439402" y="7156"/>
                  <a:pt x="447600" y="0"/>
                  <a:pt x="456007" y="0"/>
                </a:cubicBezTo>
                <a:cubicBezTo>
                  <a:pt x="459828" y="0"/>
                  <a:pt x="462989" y="1164"/>
                  <a:pt x="465490" y="3491"/>
                </a:cubicBezTo>
                <a:cubicBezTo>
                  <a:pt x="467991" y="5819"/>
                  <a:pt x="469242" y="8511"/>
                  <a:pt x="469242" y="11568"/>
                </a:cubicBezTo>
                <a:cubicBezTo>
                  <a:pt x="469242" y="14277"/>
                  <a:pt x="468339" y="16570"/>
                  <a:pt x="466532" y="18446"/>
                </a:cubicBezTo>
                <a:cubicBezTo>
                  <a:pt x="464726" y="20322"/>
                  <a:pt x="462572" y="21259"/>
                  <a:pt x="460071" y="21259"/>
                </a:cubicBezTo>
                <a:cubicBezTo>
                  <a:pt x="457639" y="21259"/>
                  <a:pt x="454912" y="20061"/>
                  <a:pt x="451890" y="17664"/>
                </a:cubicBezTo>
                <a:cubicBezTo>
                  <a:pt x="448868" y="15267"/>
                  <a:pt x="446627" y="14069"/>
                  <a:pt x="445168" y="14069"/>
                </a:cubicBezTo>
                <a:cubicBezTo>
                  <a:pt x="443918" y="14069"/>
                  <a:pt x="442563" y="14761"/>
                  <a:pt x="441104" y="16147"/>
                </a:cubicBezTo>
                <a:cubicBezTo>
                  <a:pt x="437978" y="18989"/>
                  <a:pt x="434747" y="23666"/>
                  <a:pt x="431412" y="30179"/>
                </a:cubicBezTo>
                <a:lnTo>
                  <a:pt x="431412" y="75812"/>
                </a:lnTo>
                <a:cubicBezTo>
                  <a:pt x="431412" y="81077"/>
                  <a:pt x="432072" y="85061"/>
                  <a:pt x="433392" y="87764"/>
                </a:cubicBezTo>
                <a:cubicBezTo>
                  <a:pt x="434296" y="89635"/>
                  <a:pt x="435894" y="91195"/>
                  <a:pt x="438186" y="92444"/>
                </a:cubicBezTo>
                <a:cubicBezTo>
                  <a:pt x="440479" y="93690"/>
                  <a:pt x="443779" y="94313"/>
                  <a:pt x="448086" y="94313"/>
                </a:cubicBezTo>
                <a:lnTo>
                  <a:pt x="448086" y="98169"/>
                </a:lnTo>
                <a:lnTo>
                  <a:pt x="399210" y="98169"/>
                </a:lnTo>
                <a:lnTo>
                  <a:pt x="399210" y="94313"/>
                </a:lnTo>
                <a:cubicBezTo>
                  <a:pt x="404074" y="94313"/>
                  <a:pt x="407686" y="93551"/>
                  <a:pt x="410049" y="92027"/>
                </a:cubicBezTo>
                <a:cubicBezTo>
                  <a:pt x="411786" y="90917"/>
                  <a:pt x="413001" y="89149"/>
                  <a:pt x="413696" y="86722"/>
                </a:cubicBezTo>
                <a:cubicBezTo>
                  <a:pt x="414043" y="85543"/>
                  <a:pt x="414217" y="82181"/>
                  <a:pt x="414217" y="76636"/>
                </a:cubicBezTo>
                <a:lnTo>
                  <a:pt x="414217" y="39721"/>
                </a:lnTo>
                <a:cubicBezTo>
                  <a:pt x="414217" y="28629"/>
                  <a:pt x="413991" y="22027"/>
                  <a:pt x="413540" y="19914"/>
                </a:cubicBezTo>
                <a:cubicBezTo>
                  <a:pt x="413088" y="17800"/>
                  <a:pt x="412255" y="16257"/>
                  <a:pt x="411039" y="15287"/>
                </a:cubicBezTo>
                <a:cubicBezTo>
                  <a:pt x="409823" y="14316"/>
                  <a:pt x="408312" y="13831"/>
                  <a:pt x="406505" y="13831"/>
                </a:cubicBezTo>
                <a:cubicBezTo>
                  <a:pt x="404352" y="13831"/>
                  <a:pt x="401920" y="14351"/>
                  <a:pt x="399210" y="15391"/>
                </a:cubicBezTo>
                <a:lnTo>
                  <a:pt x="398168" y="11646"/>
                </a:lnTo>
                <a:lnTo>
                  <a:pt x="427035" y="0"/>
                </a:lnTo>
                <a:lnTo>
                  <a:pt x="431412" y="0"/>
                </a:lnTo>
                <a:close/>
                <a:moveTo>
                  <a:pt x="529159" y="84413"/>
                </a:moveTo>
                <a:cubicBezTo>
                  <a:pt x="519363" y="91985"/>
                  <a:pt x="513214" y="96362"/>
                  <a:pt x="510713" y="97544"/>
                </a:cubicBezTo>
                <a:cubicBezTo>
                  <a:pt x="506962" y="99350"/>
                  <a:pt x="502967" y="100253"/>
                  <a:pt x="498729" y="100253"/>
                </a:cubicBezTo>
                <a:cubicBezTo>
                  <a:pt x="492129" y="100253"/>
                  <a:pt x="486692" y="97995"/>
                  <a:pt x="482419" y="93479"/>
                </a:cubicBezTo>
                <a:cubicBezTo>
                  <a:pt x="478147" y="88963"/>
                  <a:pt x="476010" y="83023"/>
                  <a:pt x="476010" y="75659"/>
                </a:cubicBezTo>
                <a:cubicBezTo>
                  <a:pt x="476010" y="71004"/>
                  <a:pt x="477053" y="66974"/>
                  <a:pt x="479137" y="63570"/>
                </a:cubicBezTo>
                <a:cubicBezTo>
                  <a:pt x="481985" y="58846"/>
                  <a:pt x="486935" y="54399"/>
                  <a:pt x="493987" y="50231"/>
                </a:cubicBezTo>
                <a:cubicBezTo>
                  <a:pt x="501039" y="46062"/>
                  <a:pt x="512763" y="40991"/>
                  <a:pt x="529159" y="35016"/>
                </a:cubicBezTo>
                <a:lnTo>
                  <a:pt x="529159" y="31264"/>
                </a:lnTo>
                <a:cubicBezTo>
                  <a:pt x="529159" y="21746"/>
                  <a:pt x="527648" y="15215"/>
                  <a:pt x="524626" y="11672"/>
                </a:cubicBezTo>
                <a:cubicBezTo>
                  <a:pt x="521604" y="8129"/>
                  <a:pt x="517209" y="6357"/>
                  <a:pt x="511443" y="6357"/>
                </a:cubicBezTo>
                <a:cubicBezTo>
                  <a:pt x="507066" y="6357"/>
                  <a:pt x="503592" y="7534"/>
                  <a:pt x="501022" y="9887"/>
                </a:cubicBezTo>
                <a:cubicBezTo>
                  <a:pt x="498381" y="12241"/>
                  <a:pt x="497061" y="14940"/>
                  <a:pt x="497061" y="17987"/>
                </a:cubicBezTo>
                <a:lnTo>
                  <a:pt x="497270" y="24008"/>
                </a:lnTo>
                <a:cubicBezTo>
                  <a:pt x="497270" y="27191"/>
                  <a:pt x="496454" y="29648"/>
                  <a:pt x="494821" y="31378"/>
                </a:cubicBezTo>
                <a:cubicBezTo>
                  <a:pt x="493188" y="33108"/>
                  <a:pt x="491052" y="33973"/>
                  <a:pt x="488412" y="33973"/>
                </a:cubicBezTo>
                <a:cubicBezTo>
                  <a:pt x="485841" y="33973"/>
                  <a:pt x="483740" y="33074"/>
                  <a:pt x="482107" y="31274"/>
                </a:cubicBezTo>
                <a:cubicBezTo>
                  <a:pt x="480474" y="29472"/>
                  <a:pt x="479658" y="27012"/>
                  <a:pt x="479658" y="23894"/>
                </a:cubicBezTo>
                <a:cubicBezTo>
                  <a:pt x="479658" y="17939"/>
                  <a:pt x="482715" y="12468"/>
                  <a:pt x="488829" y="7481"/>
                </a:cubicBezTo>
                <a:cubicBezTo>
                  <a:pt x="494942" y="2494"/>
                  <a:pt x="503523" y="0"/>
                  <a:pt x="514569" y="0"/>
                </a:cubicBezTo>
                <a:cubicBezTo>
                  <a:pt x="523045" y="0"/>
                  <a:pt x="529993" y="1422"/>
                  <a:pt x="535412" y="4266"/>
                </a:cubicBezTo>
                <a:cubicBezTo>
                  <a:pt x="539511" y="6418"/>
                  <a:pt x="542533" y="9784"/>
                  <a:pt x="544478" y="14365"/>
                </a:cubicBezTo>
                <a:cubicBezTo>
                  <a:pt x="545729" y="17348"/>
                  <a:pt x="546354" y="23454"/>
                  <a:pt x="546354" y="32684"/>
                </a:cubicBezTo>
                <a:lnTo>
                  <a:pt x="546354" y="65055"/>
                </a:lnTo>
                <a:cubicBezTo>
                  <a:pt x="546354" y="74145"/>
                  <a:pt x="546528" y="79714"/>
                  <a:pt x="546875" y="81762"/>
                </a:cubicBezTo>
                <a:cubicBezTo>
                  <a:pt x="547223" y="83809"/>
                  <a:pt x="547796" y="85180"/>
                  <a:pt x="548595" y="85875"/>
                </a:cubicBezTo>
                <a:cubicBezTo>
                  <a:pt x="549394" y="86567"/>
                  <a:pt x="550314" y="86914"/>
                  <a:pt x="551356" y="86914"/>
                </a:cubicBezTo>
                <a:cubicBezTo>
                  <a:pt x="552468" y="86914"/>
                  <a:pt x="553441" y="86671"/>
                  <a:pt x="554274" y="86184"/>
                </a:cubicBezTo>
                <a:cubicBezTo>
                  <a:pt x="555733" y="85281"/>
                  <a:pt x="558547" y="82745"/>
                  <a:pt x="562716" y="78577"/>
                </a:cubicBezTo>
                <a:lnTo>
                  <a:pt x="562716" y="84413"/>
                </a:lnTo>
                <a:cubicBezTo>
                  <a:pt x="554934" y="94834"/>
                  <a:pt x="547501" y="100045"/>
                  <a:pt x="540414" y="100045"/>
                </a:cubicBezTo>
                <a:cubicBezTo>
                  <a:pt x="537010" y="100045"/>
                  <a:pt x="534300" y="98864"/>
                  <a:pt x="532285" y="96501"/>
                </a:cubicBezTo>
                <a:cubicBezTo>
                  <a:pt x="530271" y="94139"/>
                  <a:pt x="529229" y="90110"/>
                  <a:pt x="529159" y="84413"/>
                </a:cubicBezTo>
                <a:moveTo>
                  <a:pt x="529159" y="77580"/>
                </a:moveTo>
                <a:lnTo>
                  <a:pt x="529159" y="41373"/>
                </a:lnTo>
                <a:cubicBezTo>
                  <a:pt x="518668" y="45522"/>
                  <a:pt x="511894" y="48461"/>
                  <a:pt x="508838" y="50192"/>
                </a:cubicBezTo>
                <a:cubicBezTo>
                  <a:pt x="503349" y="53236"/>
                  <a:pt x="499424" y="56417"/>
                  <a:pt x="497061" y="59737"/>
                </a:cubicBezTo>
                <a:cubicBezTo>
                  <a:pt x="494699" y="63057"/>
                  <a:pt x="493518" y="66688"/>
                  <a:pt x="493518" y="70630"/>
                </a:cubicBezTo>
                <a:cubicBezTo>
                  <a:pt x="493518" y="75611"/>
                  <a:pt x="495012" y="79744"/>
                  <a:pt x="497999" y="83029"/>
                </a:cubicBezTo>
                <a:cubicBezTo>
                  <a:pt x="500987" y="86313"/>
                  <a:pt x="504426" y="87956"/>
                  <a:pt x="508316" y="87956"/>
                </a:cubicBezTo>
                <a:cubicBezTo>
                  <a:pt x="513597" y="87956"/>
                  <a:pt x="520544" y="84497"/>
                  <a:pt x="529159" y="77580"/>
                </a:cubicBezTo>
                <a:close/>
                <a:moveTo>
                  <a:pt x="595610" y="63384"/>
                </a:moveTo>
                <a:cubicBezTo>
                  <a:pt x="589774" y="60540"/>
                  <a:pt x="585293" y="56568"/>
                  <a:pt x="582166" y="51468"/>
                </a:cubicBezTo>
                <a:cubicBezTo>
                  <a:pt x="579040" y="46368"/>
                  <a:pt x="577477" y="40730"/>
                  <a:pt x="577477" y="34553"/>
                </a:cubicBezTo>
                <a:cubicBezTo>
                  <a:pt x="577477" y="25118"/>
                  <a:pt x="581037" y="17000"/>
                  <a:pt x="588158" y="10200"/>
                </a:cubicBezTo>
                <a:cubicBezTo>
                  <a:pt x="595280" y="3400"/>
                  <a:pt x="604398" y="0"/>
                  <a:pt x="615514" y="0"/>
                </a:cubicBezTo>
                <a:cubicBezTo>
                  <a:pt x="624616" y="0"/>
                  <a:pt x="632501" y="2223"/>
                  <a:pt x="639171" y="6670"/>
                </a:cubicBezTo>
                <a:lnTo>
                  <a:pt x="659388" y="6670"/>
                </a:lnTo>
                <a:cubicBezTo>
                  <a:pt x="662376" y="6670"/>
                  <a:pt x="664112" y="6755"/>
                  <a:pt x="664599" y="6927"/>
                </a:cubicBezTo>
                <a:cubicBezTo>
                  <a:pt x="665085" y="7098"/>
                  <a:pt x="665433" y="7390"/>
                  <a:pt x="665641" y="7803"/>
                </a:cubicBezTo>
                <a:cubicBezTo>
                  <a:pt x="666058" y="8422"/>
                  <a:pt x="666266" y="9521"/>
                  <a:pt x="666266" y="11102"/>
                </a:cubicBezTo>
                <a:cubicBezTo>
                  <a:pt x="666266" y="12887"/>
                  <a:pt x="666093" y="14123"/>
                  <a:pt x="665745" y="14811"/>
                </a:cubicBezTo>
                <a:cubicBezTo>
                  <a:pt x="665537" y="15154"/>
                  <a:pt x="665172" y="15429"/>
                  <a:pt x="664651" y="15635"/>
                </a:cubicBezTo>
                <a:cubicBezTo>
                  <a:pt x="664130" y="15841"/>
                  <a:pt x="662376" y="15945"/>
                  <a:pt x="659388" y="15945"/>
                </a:cubicBezTo>
                <a:lnTo>
                  <a:pt x="646987" y="15945"/>
                </a:lnTo>
                <a:cubicBezTo>
                  <a:pt x="650877" y="20958"/>
                  <a:pt x="652823" y="27362"/>
                  <a:pt x="652823" y="35159"/>
                </a:cubicBezTo>
                <a:cubicBezTo>
                  <a:pt x="652823" y="44069"/>
                  <a:pt x="649418" y="51692"/>
                  <a:pt x="642610" y="58027"/>
                </a:cubicBezTo>
                <a:cubicBezTo>
                  <a:pt x="635801" y="64362"/>
                  <a:pt x="626665" y="67530"/>
                  <a:pt x="615202" y="67530"/>
                </a:cubicBezTo>
                <a:cubicBezTo>
                  <a:pt x="610477" y="67530"/>
                  <a:pt x="605649" y="66821"/>
                  <a:pt x="600716" y="65404"/>
                </a:cubicBezTo>
                <a:cubicBezTo>
                  <a:pt x="597659" y="68041"/>
                  <a:pt x="595592" y="70350"/>
                  <a:pt x="594515" y="72330"/>
                </a:cubicBezTo>
                <a:cubicBezTo>
                  <a:pt x="593439" y="74308"/>
                  <a:pt x="592900" y="75991"/>
                  <a:pt x="592900" y="77378"/>
                </a:cubicBezTo>
                <a:cubicBezTo>
                  <a:pt x="592900" y="78559"/>
                  <a:pt x="593473" y="79706"/>
                  <a:pt x="594620" y="80817"/>
                </a:cubicBezTo>
                <a:cubicBezTo>
                  <a:pt x="595766" y="81927"/>
                  <a:pt x="598007" y="82725"/>
                  <a:pt x="601341" y="83211"/>
                </a:cubicBezTo>
                <a:cubicBezTo>
                  <a:pt x="603287" y="83489"/>
                  <a:pt x="608150" y="83732"/>
                  <a:pt x="615931" y="83940"/>
                </a:cubicBezTo>
                <a:cubicBezTo>
                  <a:pt x="630243" y="84286"/>
                  <a:pt x="639518" y="84771"/>
                  <a:pt x="643756" y="85396"/>
                </a:cubicBezTo>
                <a:cubicBezTo>
                  <a:pt x="650217" y="86299"/>
                  <a:pt x="655376" y="88695"/>
                  <a:pt x="659232" y="92584"/>
                </a:cubicBezTo>
                <a:cubicBezTo>
                  <a:pt x="663088" y="96470"/>
                  <a:pt x="665016" y="101259"/>
                  <a:pt x="665016" y="106952"/>
                </a:cubicBezTo>
                <a:cubicBezTo>
                  <a:pt x="665016" y="114796"/>
                  <a:pt x="661333" y="122155"/>
                  <a:pt x="653969" y="129029"/>
                </a:cubicBezTo>
                <a:cubicBezTo>
                  <a:pt x="643131" y="139164"/>
                  <a:pt x="628993" y="144231"/>
                  <a:pt x="611554" y="144231"/>
                </a:cubicBezTo>
                <a:cubicBezTo>
                  <a:pt x="598146" y="144231"/>
                  <a:pt x="586821" y="141213"/>
                  <a:pt x="577581" y="135178"/>
                </a:cubicBezTo>
                <a:cubicBezTo>
                  <a:pt x="572370" y="131708"/>
                  <a:pt x="569765" y="128100"/>
                  <a:pt x="569765" y="124352"/>
                </a:cubicBezTo>
                <a:cubicBezTo>
                  <a:pt x="569765" y="122689"/>
                  <a:pt x="570147" y="121025"/>
                  <a:pt x="570911" y="119360"/>
                </a:cubicBezTo>
                <a:cubicBezTo>
                  <a:pt x="572092" y="116791"/>
                  <a:pt x="574524" y="113218"/>
                  <a:pt x="578206" y="108639"/>
                </a:cubicBezTo>
                <a:cubicBezTo>
                  <a:pt x="578692" y="108016"/>
                  <a:pt x="582236" y="104270"/>
                  <a:pt x="588836" y="97400"/>
                </a:cubicBezTo>
                <a:cubicBezTo>
                  <a:pt x="585223" y="95244"/>
                  <a:pt x="582670" y="93314"/>
                  <a:pt x="581176" y="91610"/>
                </a:cubicBezTo>
                <a:cubicBezTo>
                  <a:pt x="579682" y="89906"/>
                  <a:pt x="578936" y="87975"/>
                  <a:pt x="578936" y="85820"/>
                </a:cubicBezTo>
                <a:cubicBezTo>
                  <a:pt x="578936" y="83384"/>
                  <a:pt x="579926" y="80531"/>
                  <a:pt x="581906" y="77261"/>
                </a:cubicBezTo>
                <a:cubicBezTo>
                  <a:pt x="583886" y="73991"/>
                  <a:pt x="588454" y="69366"/>
                  <a:pt x="595610" y="63384"/>
                </a:cubicBezTo>
                <a:moveTo>
                  <a:pt x="613743" y="5211"/>
                </a:moveTo>
                <a:cubicBezTo>
                  <a:pt x="608602" y="5211"/>
                  <a:pt x="604294" y="7249"/>
                  <a:pt x="600820" y="11327"/>
                </a:cubicBezTo>
                <a:cubicBezTo>
                  <a:pt x="597347" y="15402"/>
                  <a:pt x="595610" y="21655"/>
                  <a:pt x="595610" y="30085"/>
                </a:cubicBezTo>
                <a:cubicBezTo>
                  <a:pt x="595610" y="41004"/>
                  <a:pt x="597972" y="49468"/>
                  <a:pt x="602696" y="55477"/>
                </a:cubicBezTo>
                <a:cubicBezTo>
                  <a:pt x="606309" y="60039"/>
                  <a:pt x="610894" y="62319"/>
                  <a:pt x="616452" y="62319"/>
                </a:cubicBezTo>
                <a:cubicBezTo>
                  <a:pt x="621732" y="62319"/>
                  <a:pt x="626075" y="60350"/>
                  <a:pt x="629479" y="56412"/>
                </a:cubicBezTo>
                <a:cubicBezTo>
                  <a:pt x="632883" y="52474"/>
                  <a:pt x="634585" y="46289"/>
                  <a:pt x="634585" y="37859"/>
                </a:cubicBezTo>
                <a:cubicBezTo>
                  <a:pt x="634585" y="26873"/>
                  <a:pt x="632189" y="18270"/>
                  <a:pt x="627395" y="12050"/>
                </a:cubicBezTo>
                <a:cubicBezTo>
                  <a:pt x="623851" y="7490"/>
                  <a:pt x="619301" y="5211"/>
                  <a:pt x="613743" y="5211"/>
                </a:cubicBezTo>
                <a:moveTo>
                  <a:pt x="594568" y="98231"/>
                </a:moveTo>
                <a:cubicBezTo>
                  <a:pt x="591302" y="101767"/>
                  <a:pt x="588836" y="105061"/>
                  <a:pt x="587168" y="108111"/>
                </a:cubicBezTo>
                <a:cubicBezTo>
                  <a:pt x="585501" y="111164"/>
                  <a:pt x="584667" y="113973"/>
                  <a:pt x="584667" y="116540"/>
                </a:cubicBezTo>
                <a:cubicBezTo>
                  <a:pt x="584667" y="119868"/>
                  <a:pt x="586682" y="122780"/>
                  <a:pt x="590712" y="125277"/>
                </a:cubicBezTo>
                <a:cubicBezTo>
                  <a:pt x="597659" y="129576"/>
                  <a:pt x="607698" y="131725"/>
                  <a:pt x="620829" y="131725"/>
                </a:cubicBezTo>
                <a:cubicBezTo>
                  <a:pt x="633335" y="131725"/>
                  <a:pt x="642558" y="129523"/>
                  <a:pt x="648498" y="125118"/>
                </a:cubicBezTo>
                <a:cubicBezTo>
                  <a:pt x="654438" y="120715"/>
                  <a:pt x="657408" y="116017"/>
                  <a:pt x="657408" y="111026"/>
                </a:cubicBezTo>
                <a:cubicBezTo>
                  <a:pt x="657408" y="107420"/>
                  <a:pt x="655636" y="104854"/>
                  <a:pt x="652093" y="103327"/>
                </a:cubicBezTo>
                <a:cubicBezTo>
                  <a:pt x="648481" y="101801"/>
                  <a:pt x="641325" y="100900"/>
                  <a:pt x="630625" y="100624"/>
                </a:cubicBezTo>
                <a:cubicBezTo>
                  <a:pt x="614993" y="100207"/>
                  <a:pt x="602974" y="99410"/>
                  <a:pt x="594568" y="98231"/>
                </a:cubicBezTo>
                <a:close/>
                <a:moveTo>
                  <a:pt x="693175" y="38767"/>
                </a:moveTo>
                <a:cubicBezTo>
                  <a:pt x="693106" y="52908"/>
                  <a:pt x="696545" y="63999"/>
                  <a:pt x="703493" y="72041"/>
                </a:cubicBezTo>
                <a:cubicBezTo>
                  <a:pt x="710440" y="80080"/>
                  <a:pt x="718603" y="84100"/>
                  <a:pt x="727983" y="84100"/>
                </a:cubicBezTo>
                <a:cubicBezTo>
                  <a:pt x="734235" y="84100"/>
                  <a:pt x="739672" y="82381"/>
                  <a:pt x="744292" y="78941"/>
                </a:cubicBezTo>
                <a:cubicBezTo>
                  <a:pt x="748912" y="75502"/>
                  <a:pt x="752785" y="69614"/>
                  <a:pt x="755912" y="61277"/>
                </a:cubicBezTo>
                <a:lnTo>
                  <a:pt x="759142" y="63362"/>
                </a:lnTo>
                <a:cubicBezTo>
                  <a:pt x="757683" y="72880"/>
                  <a:pt x="753445" y="81547"/>
                  <a:pt x="746428" y="89363"/>
                </a:cubicBezTo>
                <a:cubicBezTo>
                  <a:pt x="739411" y="97179"/>
                  <a:pt x="730623" y="101087"/>
                  <a:pt x="720062" y="101087"/>
                </a:cubicBezTo>
                <a:cubicBezTo>
                  <a:pt x="708599" y="101087"/>
                  <a:pt x="698786" y="96633"/>
                  <a:pt x="690622" y="87725"/>
                </a:cubicBezTo>
                <a:cubicBezTo>
                  <a:pt x="682459" y="78814"/>
                  <a:pt x="678377" y="66836"/>
                  <a:pt x="678377" y="51791"/>
                </a:cubicBezTo>
                <a:cubicBezTo>
                  <a:pt x="678377" y="35499"/>
                  <a:pt x="682563" y="22794"/>
                  <a:pt x="690935" y="13678"/>
                </a:cubicBezTo>
                <a:cubicBezTo>
                  <a:pt x="699307" y="4559"/>
                  <a:pt x="709815" y="0"/>
                  <a:pt x="722459" y="0"/>
                </a:cubicBezTo>
                <a:cubicBezTo>
                  <a:pt x="733159" y="0"/>
                  <a:pt x="741947" y="3517"/>
                  <a:pt x="748825" y="10552"/>
                </a:cubicBezTo>
                <a:cubicBezTo>
                  <a:pt x="755703" y="17584"/>
                  <a:pt x="759142" y="26989"/>
                  <a:pt x="759142" y="38767"/>
                </a:cubicBezTo>
                <a:lnTo>
                  <a:pt x="693175" y="38767"/>
                </a:lnTo>
                <a:moveTo>
                  <a:pt x="693175" y="32723"/>
                </a:moveTo>
                <a:lnTo>
                  <a:pt x="737362" y="32723"/>
                </a:lnTo>
                <a:cubicBezTo>
                  <a:pt x="737014" y="26609"/>
                  <a:pt x="736285" y="22302"/>
                  <a:pt x="735173" y="19801"/>
                </a:cubicBezTo>
                <a:cubicBezTo>
                  <a:pt x="733436" y="15910"/>
                  <a:pt x="730848" y="12853"/>
                  <a:pt x="727409" y="10630"/>
                </a:cubicBezTo>
                <a:cubicBezTo>
                  <a:pt x="723970" y="8407"/>
                  <a:pt x="720375" y="7295"/>
                  <a:pt x="716623" y="7295"/>
                </a:cubicBezTo>
                <a:cubicBezTo>
                  <a:pt x="710857" y="7295"/>
                  <a:pt x="705698" y="9536"/>
                  <a:pt x="701148" y="14017"/>
                </a:cubicBezTo>
                <a:cubicBezTo>
                  <a:pt x="696597" y="18498"/>
                  <a:pt x="693940" y="24733"/>
                  <a:pt x="693175" y="32723"/>
                </a:cubicBez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B32E89-9938-4EF7-92B3-2843C3DE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348" y="354295"/>
            <a:ext cx="1151297" cy="385376"/>
          </a:xfrm>
          <a:custGeom xmlns:a="http://schemas.openxmlformats.org/drawingml/2006/main">
            <a:pathLst>
              <a:path w="1151297" h="385376">
                <a:moveTo>
                  <a:pt x="0" y="385376"/>
                </a:moveTo>
                <a:lnTo>
                  <a:pt x="1151297" y="385376"/>
                </a:lnTo>
                <a:lnTo>
                  <a:pt x="1151297" y="0"/>
                </a:lnTo>
                <a:lnTo>
                  <a:pt x="0" y="0"/>
                </a:lnTo>
                <a:lnTo>
                  <a:pt x="0" y="385376"/>
                </a:lnTo>
                <a:close/>
                <a:moveTo>
                  <a:pt x="1137915" y="371995"/>
                </a:moveTo>
                <a:lnTo>
                  <a:pt x="13381" y="371995"/>
                </a:lnTo>
                <a:lnTo>
                  <a:pt x="13381" y="13381"/>
                </a:lnTo>
                <a:lnTo>
                  <a:pt x="1137915" y="13381"/>
                </a:lnTo>
                <a:lnTo>
                  <a:pt x="1137915" y="3719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Unauthorized">
            <a:extLst xmlns:a="http://schemas.openxmlformats.org/drawingml/2006/main">
              <a:ext uri="{FF2B5EF4-FFF2-40B4-BE49-F238E27FC236}">
                <a16:creationId xmlns:a16="http://schemas.microsoft.com/office/drawing/2014/main" id="{862CF2CE-EB0B-4265-A035-C80426A4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7036" y="393341"/>
            <a:ext cx="874652" cy="113844"/>
          </a:xfrm>
          <a:custGeom xmlns:a="http://schemas.openxmlformats.org/drawingml/2006/main">
            <a:pathLst>
              <a:path w="874652" h="113844">
                <a:moveTo>
                  <a:pt x="75739" y="8076"/>
                </a:moveTo>
                <a:lnTo>
                  <a:pt x="75739" y="5175"/>
                </a:lnTo>
                <a:lnTo>
                  <a:pt x="113373" y="5175"/>
                </a:lnTo>
                <a:lnTo>
                  <a:pt x="113373" y="8076"/>
                </a:lnTo>
                <a:lnTo>
                  <a:pt x="109375" y="8076"/>
                </a:lnTo>
                <a:cubicBezTo>
                  <a:pt x="105193" y="8076"/>
                  <a:pt x="101979" y="9824"/>
                  <a:pt x="99731" y="13321"/>
                </a:cubicBezTo>
                <a:cubicBezTo>
                  <a:pt x="98633" y="14939"/>
                  <a:pt x="98085" y="18696"/>
                  <a:pt x="98085" y="24595"/>
                </a:cubicBezTo>
                <a:lnTo>
                  <a:pt x="98085" y="67654"/>
                </a:lnTo>
                <a:cubicBezTo>
                  <a:pt x="98085" y="78300"/>
                  <a:pt x="97026" y="86560"/>
                  <a:pt x="94909" y="92432"/>
                </a:cubicBezTo>
                <a:cubicBezTo>
                  <a:pt x="92792" y="98304"/>
                  <a:pt x="88637" y="103341"/>
                  <a:pt x="82443" y="107542"/>
                </a:cubicBezTo>
                <a:cubicBezTo>
                  <a:pt x="76249" y="111743"/>
                  <a:pt x="67820" y="113844"/>
                  <a:pt x="57157" y="113844"/>
                </a:cubicBezTo>
                <a:cubicBezTo>
                  <a:pt x="45553" y="113844"/>
                  <a:pt x="36746" y="111835"/>
                  <a:pt x="30735" y="107817"/>
                </a:cubicBezTo>
                <a:cubicBezTo>
                  <a:pt x="24724" y="103797"/>
                  <a:pt x="20464" y="98394"/>
                  <a:pt x="17955" y="91609"/>
                </a:cubicBezTo>
                <a:cubicBezTo>
                  <a:pt x="16282" y="86965"/>
                  <a:pt x="15446" y="78249"/>
                  <a:pt x="15446" y="65461"/>
                </a:cubicBezTo>
                <a:lnTo>
                  <a:pt x="15446" y="23967"/>
                </a:lnTo>
                <a:cubicBezTo>
                  <a:pt x="15446" y="17443"/>
                  <a:pt x="14544" y="13164"/>
                  <a:pt x="12741" y="11129"/>
                </a:cubicBezTo>
                <a:cubicBezTo>
                  <a:pt x="10937" y="9093"/>
                  <a:pt x="8023" y="8076"/>
                  <a:pt x="3999" y="8076"/>
                </a:cubicBezTo>
                <a:lnTo>
                  <a:pt x="0" y="8076"/>
                </a:lnTo>
                <a:lnTo>
                  <a:pt x="0" y="5175"/>
                </a:lnTo>
                <a:lnTo>
                  <a:pt x="45945" y="5175"/>
                </a:lnTo>
                <a:lnTo>
                  <a:pt x="45945" y="8076"/>
                </a:lnTo>
                <a:lnTo>
                  <a:pt x="41868" y="8076"/>
                </a:lnTo>
                <a:cubicBezTo>
                  <a:pt x="37478" y="8076"/>
                  <a:pt x="34341" y="9460"/>
                  <a:pt x="32460" y="12229"/>
                </a:cubicBezTo>
                <a:cubicBezTo>
                  <a:pt x="31153" y="14109"/>
                  <a:pt x="30500" y="18026"/>
                  <a:pt x="30500" y="23980"/>
                </a:cubicBezTo>
                <a:lnTo>
                  <a:pt x="30500" y="70280"/>
                </a:lnTo>
                <a:cubicBezTo>
                  <a:pt x="30500" y="74406"/>
                  <a:pt x="30878" y="79133"/>
                  <a:pt x="31636" y="84462"/>
                </a:cubicBezTo>
                <a:cubicBezTo>
                  <a:pt x="32394" y="89788"/>
                  <a:pt x="33766" y="93940"/>
                  <a:pt x="35753" y="96918"/>
                </a:cubicBezTo>
                <a:cubicBezTo>
                  <a:pt x="37739" y="99894"/>
                  <a:pt x="40601" y="102349"/>
                  <a:pt x="44338" y="104281"/>
                </a:cubicBezTo>
                <a:cubicBezTo>
                  <a:pt x="48075" y="106213"/>
                  <a:pt x="52662" y="107179"/>
                  <a:pt x="58098" y="107179"/>
                </a:cubicBezTo>
                <a:cubicBezTo>
                  <a:pt x="65050" y="107179"/>
                  <a:pt x="71270" y="105665"/>
                  <a:pt x="76758" y="102637"/>
                </a:cubicBezTo>
                <a:cubicBezTo>
                  <a:pt x="82247" y="99607"/>
                  <a:pt x="85997" y="95729"/>
                  <a:pt x="88009" y="91004"/>
                </a:cubicBezTo>
                <a:cubicBezTo>
                  <a:pt x="90022" y="86276"/>
                  <a:pt x="91028" y="78272"/>
                  <a:pt x="91028" y="66990"/>
                </a:cubicBezTo>
                <a:lnTo>
                  <a:pt x="91028" y="23980"/>
                </a:lnTo>
                <a:cubicBezTo>
                  <a:pt x="91028" y="17346"/>
                  <a:pt x="90296" y="13194"/>
                  <a:pt x="88833" y="11523"/>
                </a:cubicBezTo>
                <a:cubicBezTo>
                  <a:pt x="86794" y="9225"/>
                  <a:pt x="83763" y="8076"/>
                  <a:pt x="79738" y="8076"/>
                </a:cubicBezTo>
                <a:lnTo>
                  <a:pt x="75739" y="8076"/>
                </a:lnTo>
                <a:close/>
                <a:moveTo>
                  <a:pt x="140836" y="52845"/>
                </a:moveTo>
                <a:cubicBezTo>
                  <a:pt x="149251" y="42705"/>
                  <a:pt x="157275" y="37634"/>
                  <a:pt x="164906" y="37634"/>
                </a:cubicBezTo>
                <a:cubicBezTo>
                  <a:pt x="168827" y="37634"/>
                  <a:pt x="172198" y="38613"/>
                  <a:pt x="175021" y="40570"/>
                </a:cubicBezTo>
                <a:cubicBezTo>
                  <a:pt x="177843" y="42525"/>
                  <a:pt x="180091" y="45745"/>
                  <a:pt x="181763" y="50231"/>
                </a:cubicBezTo>
                <a:cubicBezTo>
                  <a:pt x="182913" y="53359"/>
                  <a:pt x="183488" y="58157"/>
                  <a:pt x="183488" y="64625"/>
                </a:cubicBezTo>
                <a:lnTo>
                  <a:pt x="183488" y="95213"/>
                </a:lnTo>
                <a:cubicBezTo>
                  <a:pt x="183488" y="99751"/>
                  <a:pt x="183854" y="102828"/>
                  <a:pt x="184586" y="104445"/>
                </a:cubicBezTo>
                <a:cubicBezTo>
                  <a:pt x="185161" y="105749"/>
                  <a:pt x="186089" y="106765"/>
                  <a:pt x="187369" y="107496"/>
                </a:cubicBezTo>
                <a:cubicBezTo>
                  <a:pt x="188650" y="108226"/>
                  <a:pt x="191015" y="108591"/>
                  <a:pt x="194465" y="108591"/>
                </a:cubicBezTo>
                <a:lnTo>
                  <a:pt x="194465" y="111492"/>
                </a:lnTo>
                <a:lnTo>
                  <a:pt x="158948" y="111492"/>
                </a:lnTo>
                <a:lnTo>
                  <a:pt x="158948" y="108591"/>
                </a:lnTo>
                <a:lnTo>
                  <a:pt x="160437" y="108591"/>
                </a:lnTo>
                <a:cubicBezTo>
                  <a:pt x="163783" y="108591"/>
                  <a:pt x="166122" y="108084"/>
                  <a:pt x="167454" y="107069"/>
                </a:cubicBezTo>
                <a:cubicBezTo>
                  <a:pt x="168787" y="106055"/>
                  <a:pt x="169715" y="104560"/>
                  <a:pt x="170238" y="102585"/>
                </a:cubicBezTo>
                <a:cubicBezTo>
                  <a:pt x="170447" y="101805"/>
                  <a:pt x="170551" y="99360"/>
                  <a:pt x="170551" y="95252"/>
                </a:cubicBezTo>
                <a:lnTo>
                  <a:pt x="170551" y="66000"/>
                </a:lnTo>
                <a:cubicBezTo>
                  <a:pt x="170551" y="59500"/>
                  <a:pt x="169702" y="54781"/>
                  <a:pt x="168003" y="51843"/>
                </a:cubicBezTo>
                <a:cubicBezTo>
                  <a:pt x="166305" y="48904"/>
                  <a:pt x="163443" y="47435"/>
                  <a:pt x="159418" y="47435"/>
                </a:cubicBezTo>
                <a:cubicBezTo>
                  <a:pt x="153198" y="47435"/>
                  <a:pt x="147004" y="50815"/>
                  <a:pt x="140836" y="57576"/>
                </a:cubicBezTo>
                <a:lnTo>
                  <a:pt x="140836" y="95252"/>
                </a:lnTo>
                <a:cubicBezTo>
                  <a:pt x="140836" y="100089"/>
                  <a:pt x="141124" y="103079"/>
                  <a:pt x="141698" y="104222"/>
                </a:cubicBezTo>
                <a:cubicBezTo>
                  <a:pt x="142430" y="105730"/>
                  <a:pt x="143436" y="106835"/>
                  <a:pt x="144717" y="107537"/>
                </a:cubicBezTo>
                <a:cubicBezTo>
                  <a:pt x="145998" y="108240"/>
                  <a:pt x="148598" y="108591"/>
                  <a:pt x="152518" y="108591"/>
                </a:cubicBezTo>
                <a:lnTo>
                  <a:pt x="152518" y="111492"/>
                </a:lnTo>
                <a:lnTo>
                  <a:pt x="117001" y="111492"/>
                </a:lnTo>
                <a:lnTo>
                  <a:pt x="117001" y="108591"/>
                </a:lnTo>
                <a:lnTo>
                  <a:pt x="118569" y="108591"/>
                </a:lnTo>
                <a:cubicBezTo>
                  <a:pt x="122228" y="108591"/>
                  <a:pt x="124698" y="107665"/>
                  <a:pt x="125978" y="105815"/>
                </a:cubicBezTo>
                <a:cubicBezTo>
                  <a:pt x="127259" y="103962"/>
                  <a:pt x="127899" y="100428"/>
                  <a:pt x="127899" y="95213"/>
                </a:cubicBezTo>
                <a:lnTo>
                  <a:pt x="127899" y="68614"/>
                </a:lnTo>
                <a:cubicBezTo>
                  <a:pt x="127899" y="60009"/>
                  <a:pt x="127703" y="54768"/>
                  <a:pt x="127311" y="52891"/>
                </a:cubicBezTo>
                <a:cubicBezTo>
                  <a:pt x="126919" y="51013"/>
                  <a:pt x="126318" y="49735"/>
                  <a:pt x="125508" y="49057"/>
                </a:cubicBezTo>
                <a:cubicBezTo>
                  <a:pt x="124698" y="48379"/>
                  <a:pt x="123613" y="48040"/>
                  <a:pt x="122254" y="48040"/>
                </a:cubicBezTo>
                <a:cubicBezTo>
                  <a:pt x="120791" y="48040"/>
                  <a:pt x="119039" y="48431"/>
                  <a:pt x="117001" y="49214"/>
                </a:cubicBezTo>
                <a:lnTo>
                  <a:pt x="115825" y="46396"/>
                </a:lnTo>
                <a:lnTo>
                  <a:pt x="137465" y="37634"/>
                </a:lnTo>
                <a:lnTo>
                  <a:pt x="140836" y="37634"/>
                </a:lnTo>
                <a:lnTo>
                  <a:pt x="140836" y="52845"/>
                </a:lnTo>
                <a:close/>
                <a:moveTo>
                  <a:pt x="240880" y="101142"/>
                </a:moveTo>
                <a:cubicBezTo>
                  <a:pt x="233510" y="106840"/>
                  <a:pt x="228884" y="110133"/>
                  <a:pt x="227003" y="111021"/>
                </a:cubicBezTo>
                <a:cubicBezTo>
                  <a:pt x="224180" y="112380"/>
                  <a:pt x="221175" y="113060"/>
                  <a:pt x="217986" y="113060"/>
                </a:cubicBezTo>
                <a:cubicBezTo>
                  <a:pt x="213021" y="113060"/>
                  <a:pt x="208930" y="111361"/>
                  <a:pt x="205716" y="107964"/>
                </a:cubicBezTo>
                <a:cubicBezTo>
                  <a:pt x="202501" y="104566"/>
                  <a:pt x="200894" y="100097"/>
                  <a:pt x="200894" y="94556"/>
                </a:cubicBezTo>
                <a:cubicBezTo>
                  <a:pt x="200894" y="91054"/>
                  <a:pt x="201678" y="88023"/>
                  <a:pt x="203246" y="85461"/>
                </a:cubicBezTo>
                <a:cubicBezTo>
                  <a:pt x="205389" y="81907"/>
                  <a:pt x="209113" y="78562"/>
                  <a:pt x="214419" y="75426"/>
                </a:cubicBezTo>
                <a:cubicBezTo>
                  <a:pt x="219724" y="72289"/>
                  <a:pt x="228545" y="68474"/>
                  <a:pt x="240880" y="63978"/>
                </a:cubicBezTo>
                <a:lnTo>
                  <a:pt x="240880" y="61156"/>
                </a:lnTo>
                <a:cubicBezTo>
                  <a:pt x="240880" y="53995"/>
                  <a:pt x="239744" y="49081"/>
                  <a:pt x="237470" y="46416"/>
                </a:cubicBezTo>
                <a:cubicBezTo>
                  <a:pt x="235196" y="43750"/>
                  <a:pt x="231890" y="42417"/>
                  <a:pt x="227552" y="42417"/>
                </a:cubicBezTo>
                <a:cubicBezTo>
                  <a:pt x="224259" y="42417"/>
                  <a:pt x="221645" y="43302"/>
                  <a:pt x="219711" y="45073"/>
                </a:cubicBezTo>
                <a:cubicBezTo>
                  <a:pt x="217725" y="46844"/>
                  <a:pt x="216732" y="48875"/>
                  <a:pt x="216732" y="51167"/>
                </a:cubicBezTo>
                <a:lnTo>
                  <a:pt x="216888" y="55697"/>
                </a:lnTo>
                <a:cubicBezTo>
                  <a:pt x="216888" y="58091"/>
                  <a:pt x="216274" y="59940"/>
                  <a:pt x="215046" y="61242"/>
                </a:cubicBezTo>
                <a:cubicBezTo>
                  <a:pt x="213818" y="62543"/>
                  <a:pt x="212210" y="63194"/>
                  <a:pt x="210224" y="63194"/>
                </a:cubicBezTo>
                <a:cubicBezTo>
                  <a:pt x="208290" y="63194"/>
                  <a:pt x="206709" y="62517"/>
                  <a:pt x="205481" y="61163"/>
                </a:cubicBezTo>
                <a:cubicBezTo>
                  <a:pt x="204252" y="59807"/>
                  <a:pt x="203638" y="57957"/>
                  <a:pt x="203638" y="55611"/>
                </a:cubicBezTo>
                <a:cubicBezTo>
                  <a:pt x="203638" y="51131"/>
                  <a:pt x="205938" y="47014"/>
                  <a:pt x="210538" y="43262"/>
                </a:cubicBezTo>
                <a:cubicBezTo>
                  <a:pt x="215137" y="39510"/>
                  <a:pt x="221593" y="37634"/>
                  <a:pt x="229904" y="37634"/>
                </a:cubicBezTo>
                <a:cubicBezTo>
                  <a:pt x="236281" y="37634"/>
                  <a:pt x="241508" y="38704"/>
                  <a:pt x="245585" y="40844"/>
                </a:cubicBezTo>
                <a:cubicBezTo>
                  <a:pt x="248669" y="42463"/>
                  <a:pt x="250942" y="44995"/>
                  <a:pt x="252406" y="48442"/>
                </a:cubicBezTo>
                <a:cubicBezTo>
                  <a:pt x="253347" y="50686"/>
                  <a:pt x="253817" y="55280"/>
                  <a:pt x="253817" y="62224"/>
                </a:cubicBezTo>
                <a:lnTo>
                  <a:pt x="253817" y="86579"/>
                </a:lnTo>
                <a:cubicBezTo>
                  <a:pt x="253817" y="93418"/>
                  <a:pt x="253948" y="97608"/>
                  <a:pt x="254209" y="99148"/>
                </a:cubicBezTo>
                <a:cubicBezTo>
                  <a:pt x="254471" y="100688"/>
                  <a:pt x="254902" y="101720"/>
                  <a:pt x="255503" y="102242"/>
                </a:cubicBezTo>
                <a:cubicBezTo>
                  <a:pt x="256104" y="102763"/>
                  <a:pt x="256797" y="103024"/>
                  <a:pt x="257581" y="103024"/>
                </a:cubicBezTo>
                <a:cubicBezTo>
                  <a:pt x="258417" y="103024"/>
                  <a:pt x="259149" y="102841"/>
                  <a:pt x="259776" y="102475"/>
                </a:cubicBezTo>
                <a:cubicBezTo>
                  <a:pt x="260874" y="101796"/>
                  <a:pt x="262991" y="99888"/>
                  <a:pt x="266127" y="96752"/>
                </a:cubicBezTo>
                <a:lnTo>
                  <a:pt x="266127" y="101142"/>
                </a:lnTo>
                <a:cubicBezTo>
                  <a:pt x="260273" y="108983"/>
                  <a:pt x="254680" y="112903"/>
                  <a:pt x="249348" y="112903"/>
                </a:cubicBezTo>
                <a:cubicBezTo>
                  <a:pt x="246787" y="112903"/>
                  <a:pt x="244748" y="112014"/>
                  <a:pt x="243233" y="110237"/>
                </a:cubicBezTo>
                <a:cubicBezTo>
                  <a:pt x="241717" y="108460"/>
                  <a:pt x="240933" y="105428"/>
                  <a:pt x="240880" y="101142"/>
                </a:cubicBezTo>
                <a:moveTo>
                  <a:pt x="240880" y="96002"/>
                </a:moveTo>
                <a:lnTo>
                  <a:pt x="240880" y="68761"/>
                </a:lnTo>
                <a:cubicBezTo>
                  <a:pt x="232988" y="71883"/>
                  <a:pt x="227891" y="74094"/>
                  <a:pt x="225591" y="75396"/>
                </a:cubicBezTo>
                <a:cubicBezTo>
                  <a:pt x="221462" y="77686"/>
                  <a:pt x="218509" y="80080"/>
                  <a:pt x="216732" y="82578"/>
                </a:cubicBezTo>
                <a:cubicBezTo>
                  <a:pt x="214954" y="85075"/>
                  <a:pt x="214066" y="87807"/>
                  <a:pt x="214066" y="90773"/>
                </a:cubicBezTo>
                <a:cubicBezTo>
                  <a:pt x="214066" y="94520"/>
                  <a:pt x="215190" y="97630"/>
                  <a:pt x="217437" y="100101"/>
                </a:cubicBezTo>
                <a:cubicBezTo>
                  <a:pt x="219685" y="102572"/>
                  <a:pt x="222272" y="103808"/>
                  <a:pt x="225199" y="103808"/>
                </a:cubicBezTo>
                <a:cubicBezTo>
                  <a:pt x="229172" y="103808"/>
                  <a:pt x="234399" y="101206"/>
                  <a:pt x="240880" y="96002"/>
                </a:cubicBezTo>
                <a:close/>
                <a:moveTo>
                  <a:pt x="334737" y="39673"/>
                </a:moveTo>
                <a:lnTo>
                  <a:pt x="334737" y="83188"/>
                </a:lnTo>
                <a:cubicBezTo>
                  <a:pt x="334737" y="91499"/>
                  <a:pt x="334933" y="96582"/>
                  <a:pt x="335325" y="98437"/>
                </a:cubicBezTo>
                <a:cubicBezTo>
                  <a:pt x="335717" y="100293"/>
                  <a:pt x="336344" y="101587"/>
                  <a:pt x="337206" y="102318"/>
                </a:cubicBezTo>
                <a:cubicBezTo>
                  <a:pt x="338069" y="103050"/>
                  <a:pt x="339075" y="103416"/>
                  <a:pt x="340225" y="103416"/>
                </a:cubicBezTo>
                <a:cubicBezTo>
                  <a:pt x="341845" y="103416"/>
                  <a:pt x="343675" y="102972"/>
                  <a:pt x="345713" y="102083"/>
                </a:cubicBezTo>
                <a:lnTo>
                  <a:pt x="346811" y="104827"/>
                </a:lnTo>
                <a:lnTo>
                  <a:pt x="325328" y="113687"/>
                </a:lnTo>
                <a:lnTo>
                  <a:pt x="321800" y="113687"/>
                </a:lnTo>
                <a:lnTo>
                  <a:pt x="321800" y="98477"/>
                </a:lnTo>
                <a:cubicBezTo>
                  <a:pt x="315632" y="105167"/>
                  <a:pt x="310928" y="109375"/>
                  <a:pt x="307687" y="111100"/>
                </a:cubicBezTo>
                <a:cubicBezTo>
                  <a:pt x="304446" y="112825"/>
                  <a:pt x="301023" y="113687"/>
                  <a:pt x="297416" y="113687"/>
                </a:cubicBezTo>
                <a:cubicBezTo>
                  <a:pt x="293391" y="113687"/>
                  <a:pt x="289902" y="112524"/>
                  <a:pt x="286949" y="110198"/>
                </a:cubicBezTo>
                <a:cubicBezTo>
                  <a:pt x="283996" y="107872"/>
                  <a:pt x="281944" y="104880"/>
                  <a:pt x="280794" y="101221"/>
                </a:cubicBezTo>
                <a:cubicBezTo>
                  <a:pt x="279644" y="97562"/>
                  <a:pt x="279069" y="92387"/>
                  <a:pt x="279069" y="85697"/>
                </a:cubicBezTo>
                <a:lnTo>
                  <a:pt x="279069" y="53629"/>
                </a:lnTo>
                <a:cubicBezTo>
                  <a:pt x="279069" y="50231"/>
                  <a:pt x="278703" y="47879"/>
                  <a:pt x="277971" y="46573"/>
                </a:cubicBezTo>
                <a:cubicBezTo>
                  <a:pt x="277240" y="45266"/>
                  <a:pt x="276155" y="44260"/>
                  <a:pt x="274718" y="43554"/>
                </a:cubicBezTo>
                <a:cubicBezTo>
                  <a:pt x="273280" y="42848"/>
                  <a:pt x="270680" y="42522"/>
                  <a:pt x="266916" y="42574"/>
                </a:cubicBezTo>
                <a:lnTo>
                  <a:pt x="266916" y="39673"/>
                </a:lnTo>
                <a:lnTo>
                  <a:pt x="292084" y="39673"/>
                </a:lnTo>
                <a:lnTo>
                  <a:pt x="292084" y="87617"/>
                </a:lnTo>
                <a:cubicBezTo>
                  <a:pt x="292084" y="94292"/>
                  <a:pt x="293247" y="98672"/>
                  <a:pt x="295573" y="100758"/>
                </a:cubicBezTo>
                <a:cubicBezTo>
                  <a:pt x="297899" y="102844"/>
                  <a:pt x="300709" y="103886"/>
                  <a:pt x="304002" y="103886"/>
                </a:cubicBezTo>
                <a:cubicBezTo>
                  <a:pt x="306249" y="103886"/>
                  <a:pt x="308798" y="103182"/>
                  <a:pt x="311646" y="101774"/>
                </a:cubicBezTo>
                <a:cubicBezTo>
                  <a:pt x="314495" y="100366"/>
                  <a:pt x="317880" y="97682"/>
                  <a:pt x="321800" y="93721"/>
                </a:cubicBezTo>
                <a:lnTo>
                  <a:pt x="321800" y="53132"/>
                </a:lnTo>
                <a:cubicBezTo>
                  <a:pt x="321800" y="49064"/>
                  <a:pt x="321055" y="46314"/>
                  <a:pt x="319565" y="44882"/>
                </a:cubicBezTo>
                <a:cubicBezTo>
                  <a:pt x="318076" y="43448"/>
                  <a:pt x="314979" y="42678"/>
                  <a:pt x="310274" y="42574"/>
                </a:cubicBezTo>
                <a:lnTo>
                  <a:pt x="310274" y="39673"/>
                </a:lnTo>
                <a:lnTo>
                  <a:pt x="334737" y="39673"/>
                </a:lnTo>
                <a:close/>
                <a:moveTo>
                  <a:pt x="372919" y="15995"/>
                </a:moveTo>
                <a:lnTo>
                  <a:pt x="372919" y="39673"/>
                </a:lnTo>
                <a:lnTo>
                  <a:pt x="389698" y="39673"/>
                </a:lnTo>
                <a:lnTo>
                  <a:pt x="389698" y="45161"/>
                </a:lnTo>
                <a:lnTo>
                  <a:pt x="372919" y="45161"/>
                </a:lnTo>
                <a:lnTo>
                  <a:pt x="372919" y="91670"/>
                </a:lnTo>
                <a:cubicBezTo>
                  <a:pt x="372919" y="96317"/>
                  <a:pt x="373586" y="99450"/>
                  <a:pt x="374919" y="101069"/>
                </a:cubicBezTo>
                <a:cubicBezTo>
                  <a:pt x="376251" y="102686"/>
                  <a:pt x="377963" y="103494"/>
                  <a:pt x="380054" y="103494"/>
                </a:cubicBezTo>
                <a:cubicBezTo>
                  <a:pt x="381779" y="103494"/>
                  <a:pt x="383452" y="102959"/>
                  <a:pt x="385072" y="101887"/>
                </a:cubicBezTo>
                <a:cubicBezTo>
                  <a:pt x="386692" y="100816"/>
                  <a:pt x="387947" y="99234"/>
                  <a:pt x="388835" y="97144"/>
                </a:cubicBezTo>
                <a:lnTo>
                  <a:pt x="391893" y="97144"/>
                </a:lnTo>
                <a:cubicBezTo>
                  <a:pt x="390064" y="102281"/>
                  <a:pt x="387476" y="106166"/>
                  <a:pt x="384131" y="108799"/>
                </a:cubicBezTo>
                <a:cubicBezTo>
                  <a:pt x="380786" y="111431"/>
                  <a:pt x="377336" y="112746"/>
                  <a:pt x="373782" y="112746"/>
                </a:cubicBezTo>
                <a:cubicBezTo>
                  <a:pt x="371377" y="112746"/>
                  <a:pt x="369025" y="112079"/>
                  <a:pt x="366725" y="110744"/>
                </a:cubicBezTo>
                <a:cubicBezTo>
                  <a:pt x="364425" y="109410"/>
                  <a:pt x="362727" y="107500"/>
                  <a:pt x="361629" y="105016"/>
                </a:cubicBezTo>
                <a:cubicBezTo>
                  <a:pt x="360531" y="102530"/>
                  <a:pt x="359982" y="98696"/>
                  <a:pt x="359982" y="93515"/>
                </a:cubicBezTo>
                <a:lnTo>
                  <a:pt x="359982" y="45161"/>
                </a:lnTo>
                <a:lnTo>
                  <a:pt x="348614" y="45161"/>
                </a:lnTo>
                <a:lnTo>
                  <a:pt x="348614" y="42574"/>
                </a:lnTo>
                <a:cubicBezTo>
                  <a:pt x="351489" y="41421"/>
                  <a:pt x="354429" y="39468"/>
                  <a:pt x="357434" y="36716"/>
                </a:cubicBezTo>
                <a:cubicBezTo>
                  <a:pt x="360440" y="33963"/>
                  <a:pt x="363119" y="30700"/>
                  <a:pt x="365471" y="26925"/>
                </a:cubicBezTo>
                <a:cubicBezTo>
                  <a:pt x="366673" y="24934"/>
                  <a:pt x="368346" y="21290"/>
                  <a:pt x="370489" y="15995"/>
                </a:cubicBezTo>
                <a:lnTo>
                  <a:pt x="372919" y="15995"/>
                </a:lnTo>
                <a:close/>
                <a:moveTo>
                  <a:pt x="417981" y="0"/>
                </a:moveTo>
                <a:lnTo>
                  <a:pt x="417981" y="52610"/>
                </a:lnTo>
                <a:cubicBezTo>
                  <a:pt x="423783" y="46233"/>
                  <a:pt x="428383" y="42143"/>
                  <a:pt x="431780" y="40339"/>
                </a:cubicBezTo>
                <a:cubicBezTo>
                  <a:pt x="435178" y="38536"/>
                  <a:pt x="438575" y="37634"/>
                  <a:pt x="441973" y="37634"/>
                </a:cubicBezTo>
                <a:cubicBezTo>
                  <a:pt x="446050" y="37634"/>
                  <a:pt x="449552" y="38756"/>
                  <a:pt x="452479" y="40998"/>
                </a:cubicBezTo>
                <a:cubicBezTo>
                  <a:pt x="455406" y="43241"/>
                  <a:pt x="457575" y="46761"/>
                  <a:pt x="458987" y="51559"/>
                </a:cubicBezTo>
                <a:cubicBezTo>
                  <a:pt x="459980" y="54897"/>
                  <a:pt x="460476" y="61000"/>
                  <a:pt x="460476" y="69866"/>
                </a:cubicBezTo>
                <a:lnTo>
                  <a:pt x="460476" y="95213"/>
                </a:lnTo>
                <a:cubicBezTo>
                  <a:pt x="460476" y="99751"/>
                  <a:pt x="460842" y="102854"/>
                  <a:pt x="461574" y="104524"/>
                </a:cubicBezTo>
                <a:cubicBezTo>
                  <a:pt x="462097" y="105775"/>
                  <a:pt x="462985" y="106765"/>
                  <a:pt x="464240" y="107496"/>
                </a:cubicBezTo>
                <a:cubicBezTo>
                  <a:pt x="465494" y="108226"/>
                  <a:pt x="467794" y="108591"/>
                  <a:pt x="471139" y="108591"/>
                </a:cubicBezTo>
                <a:lnTo>
                  <a:pt x="471139" y="111492"/>
                </a:lnTo>
                <a:lnTo>
                  <a:pt x="435857" y="111492"/>
                </a:lnTo>
                <a:lnTo>
                  <a:pt x="435857" y="108591"/>
                </a:lnTo>
                <a:lnTo>
                  <a:pt x="437504" y="108591"/>
                </a:lnTo>
                <a:cubicBezTo>
                  <a:pt x="440849" y="108591"/>
                  <a:pt x="443175" y="108081"/>
                  <a:pt x="444482" y="107062"/>
                </a:cubicBezTo>
                <a:cubicBezTo>
                  <a:pt x="445788" y="106043"/>
                  <a:pt x="446703" y="104540"/>
                  <a:pt x="447226" y="102554"/>
                </a:cubicBezTo>
                <a:cubicBezTo>
                  <a:pt x="447383" y="101717"/>
                  <a:pt x="447461" y="99261"/>
                  <a:pt x="447461" y="95184"/>
                </a:cubicBezTo>
                <a:lnTo>
                  <a:pt x="447461" y="69780"/>
                </a:lnTo>
                <a:cubicBezTo>
                  <a:pt x="447461" y="61940"/>
                  <a:pt x="447056" y="56791"/>
                  <a:pt x="446246" y="54335"/>
                </a:cubicBezTo>
                <a:cubicBezTo>
                  <a:pt x="445436" y="51878"/>
                  <a:pt x="444142" y="50035"/>
                  <a:pt x="442365" y="48807"/>
                </a:cubicBezTo>
                <a:cubicBezTo>
                  <a:pt x="440588" y="47579"/>
                  <a:pt x="438445" y="46965"/>
                  <a:pt x="435936" y="46965"/>
                </a:cubicBezTo>
                <a:cubicBezTo>
                  <a:pt x="433374" y="46965"/>
                  <a:pt x="430709" y="47644"/>
                  <a:pt x="427938" y="49003"/>
                </a:cubicBezTo>
                <a:cubicBezTo>
                  <a:pt x="425168" y="50362"/>
                  <a:pt x="421849" y="53106"/>
                  <a:pt x="417981" y="57236"/>
                </a:cubicBezTo>
                <a:lnTo>
                  <a:pt x="417981" y="95184"/>
                </a:lnTo>
                <a:cubicBezTo>
                  <a:pt x="417981" y="100097"/>
                  <a:pt x="418255" y="103155"/>
                  <a:pt x="418804" y="104357"/>
                </a:cubicBezTo>
                <a:cubicBezTo>
                  <a:pt x="419353" y="105559"/>
                  <a:pt x="420372" y="106565"/>
                  <a:pt x="421862" y="107375"/>
                </a:cubicBezTo>
                <a:cubicBezTo>
                  <a:pt x="423352" y="108186"/>
                  <a:pt x="425926" y="108591"/>
                  <a:pt x="429585" y="108591"/>
                </a:cubicBezTo>
                <a:lnTo>
                  <a:pt x="429585" y="111492"/>
                </a:lnTo>
                <a:lnTo>
                  <a:pt x="393989" y="111492"/>
                </a:lnTo>
                <a:lnTo>
                  <a:pt x="393989" y="108591"/>
                </a:lnTo>
                <a:cubicBezTo>
                  <a:pt x="397177" y="108591"/>
                  <a:pt x="399686" y="108094"/>
                  <a:pt x="401516" y="107101"/>
                </a:cubicBezTo>
                <a:cubicBezTo>
                  <a:pt x="402561" y="106580"/>
                  <a:pt x="403398" y="105589"/>
                  <a:pt x="404025" y="104127"/>
                </a:cubicBezTo>
                <a:cubicBezTo>
                  <a:pt x="404652" y="102663"/>
                  <a:pt x="404966" y="99685"/>
                  <a:pt x="404966" y="95193"/>
                </a:cubicBezTo>
                <a:lnTo>
                  <a:pt x="404966" y="30242"/>
                </a:lnTo>
                <a:cubicBezTo>
                  <a:pt x="404966" y="22042"/>
                  <a:pt x="404770" y="17002"/>
                  <a:pt x="404378" y="15122"/>
                </a:cubicBezTo>
                <a:cubicBezTo>
                  <a:pt x="403986" y="13241"/>
                  <a:pt x="403385" y="11961"/>
                  <a:pt x="402574" y="11283"/>
                </a:cubicBezTo>
                <a:cubicBezTo>
                  <a:pt x="401764" y="10603"/>
                  <a:pt x="400680" y="10264"/>
                  <a:pt x="399321" y="10264"/>
                </a:cubicBezTo>
                <a:cubicBezTo>
                  <a:pt x="398223" y="10264"/>
                  <a:pt x="396446" y="10682"/>
                  <a:pt x="393989" y="11518"/>
                </a:cubicBezTo>
                <a:lnTo>
                  <a:pt x="392891" y="8774"/>
                </a:lnTo>
                <a:lnTo>
                  <a:pt x="414374" y="0"/>
                </a:lnTo>
                <a:lnTo>
                  <a:pt x="417981" y="0"/>
                </a:lnTo>
                <a:close/>
                <a:moveTo>
                  <a:pt x="512302" y="37634"/>
                </a:moveTo>
                <a:cubicBezTo>
                  <a:pt x="523174" y="37634"/>
                  <a:pt x="531903" y="41760"/>
                  <a:pt x="538489" y="50010"/>
                </a:cubicBezTo>
                <a:cubicBezTo>
                  <a:pt x="544082" y="57058"/>
                  <a:pt x="546879" y="65152"/>
                  <a:pt x="546879" y="74291"/>
                </a:cubicBezTo>
                <a:cubicBezTo>
                  <a:pt x="546879" y="80714"/>
                  <a:pt x="545337" y="87215"/>
                  <a:pt x="542253" y="93794"/>
                </a:cubicBezTo>
                <a:cubicBezTo>
                  <a:pt x="539169" y="100372"/>
                  <a:pt x="534922" y="105332"/>
                  <a:pt x="529512" y="108674"/>
                </a:cubicBezTo>
                <a:cubicBezTo>
                  <a:pt x="524102" y="112016"/>
                  <a:pt x="518078" y="113687"/>
                  <a:pt x="511440" y="113687"/>
                </a:cubicBezTo>
                <a:cubicBezTo>
                  <a:pt x="500620" y="113687"/>
                  <a:pt x="492022" y="109379"/>
                  <a:pt x="485645" y="100763"/>
                </a:cubicBezTo>
                <a:cubicBezTo>
                  <a:pt x="480261" y="93505"/>
                  <a:pt x="477569" y="85360"/>
                  <a:pt x="477569" y="76327"/>
                </a:cubicBezTo>
                <a:cubicBezTo>
                  <a:pt x="477569" y="69748"/>
                  <a:pt x="479202" y="63207"/>
                  <a:pt x="482469" y="56706"/>
                </a:cubicBezTo>
                <a:cubicBezTo>
                  <a:pt x="485736" y="50205"/>
                  <a:pt x="490035" y="45401"/>
                  <a:pt x="495367" y="42295"/>
                </a:cubicBezTo>
                <a:cubicBezTo>
                  <a:pt x="500698" y="39188"/>
                  <a:pt x="506343" y="37634"/>
                  <a:pt x="512302" y="37634"/>
                </a:cubicBezTo>
                <a:moveTo>
                  <a:pt x="509872" y="42809"/>
                </a:moveTo>
                <a:cubicBezTo>
                  <a:pt x="507101" y="42809"/>
                  <a:pt x="504318" y="43632"/>
                  <a:pt x="501522" y="45276"/>
                </a:cubicBezTo>
                <a:cubicBezTo>
                  <a:pt x="498725" y="46921"/>
                  <a:pt x="496464" y="49806"/>
                  <a:pt x="494740" y="53930"/>
                </a:cubicBezTo>
                <a:cubicBezTo>
                  <a:pt x="493015" y="58055"/>
                  <a:pt x="492152" y="63354"/>
                  <a:pt x="492152" y="69827"/>
                </a:cubicBezTo>
                <a:cubicBezTo>
                  <a:pt x="492152" y="80268"/>
                  <a:pt x="494230" y="89274"/>
                  <a:pt x="498385" y="96845"/>
                </a:cubicBezTo>
                <a:cubicBezTo>
                  <a:pt x="502541" y="104414"/>
                  <a:pt x="508016" y="108199"/>
                  <a:pt x="514811" y="108199"/>
                </a:cubicBezTo>
                <a:cubicBezTo>
                  <a:pt x="519881" y="108199"/>
                  <a:pt x="524063" y="106110"/>
                  <a:pt x="527356" y="101934"/>
                </a:cubicBezTo>
                <a:cubicBezTo>
                  <a:pt x="530649" y="97757"/>
                  <a:pt x="532296" y="90579"/>
                  <a:pt x="532296" y="80399"/>
                </a:cubicBezTo>
                <a:cubicBezTo>
                  <a:pt x="532296" y="67660"/>
                  <a:pt x="529551" y="57636"/>
                  <a:pt x="524063" y="50326"/>
                </a:cubicBezTo>
                <a:cubicBezTo>
                  <a:pt x="520352" y="45315"/>
                  <a:pt x="515621" y="42809"/>
                  <a:pt x="509872" y="42809"/>
                </a:cubicBezTo>
                <a:close/>
                <a:moveTo>
                  <a:pt x="578475" y="37634"/>
                </a:moveTo>
                <a:lnTo>
                  <a:pt x="578475" y="53786"/>
                </a:lnTo>
                <a:cubicBezTo>
                  <a:pt x="584486" y="43018"/>
                  <a:pt x="590654" y="37634"/>
                  <a:pt x="596978" y="37634"/>
                </a:cubicBezTo>
                <a:cubicBezTo>
                  <a:pt x="599853" y="37634"/>
                  <a:pt x="602232" y="38510"/>
                  <a:pt x="604113" y="40261"/>
                </a:cubicBezTo>
                <a:cubicBezTo>
                  <a:pt x="605995" y="42012"/>
                  <a:pt x="606936" y="44037"/>
                  <a:pt x="606936" y="46337"/>
                </a:cubicBezTo>
                <a:cubicBezTo>
                  <a:pt x="606936" y="48376"/>
                  <a:pt x="606256" y="50101"/>
                  <a:pt x="604897" y="51512"/>
                </a:cubicBezTo>
                <a:cubicBezTo>
                  <a:pt x="603538" y="52923"/>
                  <a:pt x="601918" y="53629"/>
                  <a:pt x="600036" y="53629"/>
                </a:cubicBezTo>
                <a:cubicBezTo>
                  <a:pt x="598207" y="53629"/>
                  <a:pt x="596155" y="52727"/>
                  <a:pt x="593881" y="50924"/>
                </a:cubicBezTo>
                <a:cubicBezTo>
                  <a:pt x="591608" y="49121"/>
                  <a:pt x="589922" y="48219"/>
                  <a:pt x="588824" y="48219"/>
                </a:cubicBezTo>
                <a:cubicBezTo>
                  <a:pt x="587883" y="48219"/>
                  <a:pt x="586864" y="48740"/>
                  <a:pt x="585766" y="49782"/>
                </a:cubicBezTo>
                <a:cubicBezTo>
                  <a:pt x="583414" y="51920"/>
                  <a:pt x="580984" y="55440"/>
                  <a:pt x="578475" y="60340"/>
                </a:cubicBezTo>
                <a:lnTo>
                  <a:pt x="578475" y="94671"/>
                </a:lnTo>
                <a:cubicBezTo>
                  <a:pt x="578475" y="98633"/>
                  <a:pt x="578971" y="101630"/>
                  <a:pt x="579965" y="103664"/>
                </a:cubicBezTo>
                <a:cubicBezTo>
                  <a:pt x="580644" y="105072"/>
                  <a:pt x="581846" y="106245"/>
                  <a:pt x="583571" y="107184"/>
                </a:cubicBezTo>
                <a:cubicBezTo>
                  <a:pt x="585296" y="108122"/>
                  <a:pt x="587779" y="108591"/>
                  <a:pt x="591020" y="108591"/>
                </a:cubicBezTo>
                <a:lnTo>
                  <a:pt x="591020" y="111492"/>
                </a:lnTo>
                <a:lnTo>
                  <a:pt x="554248" y="111492"/>
                </a:lnTo>
                <a:lnTo>
                  <a:pt x="554248" y="108591"/>
                </a:lnTo>
                <a:cubicBezTo>
                  <a:pt x="557907" y="108591"/>
                  <a:pt x="560625" y="108017"/>
                  <a:pt x="562402" y="106871"/>
                </a:cubicBezTo>
                <a:cubicBezTo>
                  <a:pt x="563709" y="106036"/>
                  <a:pt x="564623" y="104706"/>
                  <a:pt x="565146" y="102879"/>
                </a:cubicBezTo>
                <a:cubicBezTo>
                  <a:pt x="565407" y="101993"/>
                  <a:pt x="565538" y="99463"/>
                  <a:pt x="565538" y="95291"/>
                </a:cubicBezTo>
                <a:lnTo>
                  <a:pt x="565538" y="67519"/>
                </a:lnTo>
                <a:cubicBezTo>
                  <a:pt x="565538" y="59174"/>
                  <a:pt x="565368" y="54206"/>
                  <a:pt x="565028" y="52617"/>
                </a:cubicBezTo>
                <a:cubicBezTo>
                  <a:pt x="564689" y="51026"/>
                  <a:pt x="564061" y="49866"/>
                  <a:pt x="563147" y="49135"/>
                </a:cubicBezTo>
                <a:cubicBezTo>
                  <a:pt x="562232" y="48405"/>
                  <a:pt x="561095" y="48040"/>
                  <a:pt x="559736" y="48040"/>
                </a:cubicBezTo>
                <a:cubicBezTo>
                  <a:pt x="558116" y="48040"/>
                  <a:pt x="556286" y="48431"/>
                  <a:pt x="554248" y="49214"/>
                </a:cubicBezTo>
                <a:lnTo>
                  <a:pt x="553464" y="46396"/>
                </a:lnTo>
                <a:lnTo>
                  <a:pt x="575182" y="37634"/>
                </a:lnTo>
                <a:lnTo>
                  <a:pt x="578475" y="37634"/>
                </a:lnTo>
                <a:close/>
                <a:moveTo>
                  <a:pt x="629256" y="0"/>
                </a:moveTo>
                <a:cubicBezTo>
                  <a:pt x="631452" y="0"/>
                  <a:pt x="633320" y="775"/>
                  <a:pt x="634862" y="2325"/>
                </a:cubicBezTo>
                <a:cubicBezTo>
                  <a:pt x="636404" y="3874"/>
                  <a:pt x="637175" y="5751"/>
                  <a:pt x="637175" y="7958"/>
                </a:cubicBezTo>
                <a:cubicBezTo>
                  <a:pt x="637175" y="10165"/>
                  <a:pt x="636404" y="12056"/>
                  <a:pt x="634862" y="13633"/>
                </a:cubicBezTo>
                <a:cubicBezTo>
                  <a:pt x="633320" y="15207"/>
                  <a:pt x="631452" y="15995"/>
                  <a:pt x="629256" y="15995"/>
                </a:cubicBezTo>
                <a:cubicBezTo>
                  <a:pt x="627061" y="15995"/>
                  <a:pt x="625179" y="15207"/>
                  <a:pt x="623611" y="13633"/>
                </a:cubicBezTo>
                <a:cubicBezTo>
                  <a:pt x="622043" y="12056"/>
                  <a:pt x="621259" y="10165"/>
                  <a:pt x="621259" y="7958"/>
                </a:cubicBezTo>
                <a:cubicBezTo>
                  <a:pt x="621259" y="5751"/>
                  <a:pt x="622030" y="3874"/>
                  <a:pt x="623572" y="2325"/>
                </a:cubicBezTo>
                <a:cubicBezTo>
                  <a:pt x="625114" y="775"/>
                  <a:pt x="627009" y="0"/>
                  <a:pt x="629256" y="0"/>
                </a:cubicBezTo>
                <a:moveTo>
                  <a:pt x="635764" y="37634"/>
                </a:moveTo>
                <a:lnTo>
                  <a:pt x="635764" y="95213"/>
                </a:lnTo>
                <a:cubicBezTo>
                  <a:pt x="635764" y="99698"/>
                  <a:pt x="636091" y="102684"/>
                  <a:pt x="636744" y="104171"/>
                </a:cubicBezTo>
                <a:cubicBezTo>
                  <a:pt x="637397" y="105657"/>
                  <a:pt x="638364" y="106765"/>
                  <a:pt x="639645" y="107496"/>
                </a:cubicBezTo>
                <a:cubicBezTo>
                  <a:pt x="640925" y="108226"/>
                  <a:pt x="643265" y="108591"/>
                  <a:pt x="646662" y="108591"/>
                </a:cubicBezTo>
                <a:lnTo>
                  <a:pt x="646662" y="111492"/>
                </a:lnTo>
                <a:lnTo>
                  <a:pt x="611772" y="111492"/>
                </a:lnTo>
                <a:lnTo>
                  <a:pt x="611772" y="108591"/>
                </a:lnTo>
                <a:cubicBezTo>
                  <a:pt x="615274" y="108591"/>
                  <a:pt x="617626" y="108252"/>
                  <a:pt x="618828" y="107574"/>
                </a:cubicBezTo>
                <a:cubicBezTo>
                  <a:pt x="620031" y="106896"/>
                  <a:pt x="620984" y="105775"/>
                  <a:pt x="621690" y="104210"/>
                </a:cubicBezTo>
                <a:cubicBezTo>
                  <a:pt x="622396" y="102645"/>
                  <a:pt x="622749" y="99646"/>
                  <a:pt x="622749" y="95213"/>
                </a:cubicBezTo>
                <a:lnTo>
                  <a:pt x="622749" y="67597"/>
                </a:lnTo>
                <a:cubicBezTo>
                  <a:pt x="622749" y="59825"/>
                  <a:pt x="622513" y="54793"/>
                  <a:pt x="622043" y="52499"/>
                </a:cubicBezTo>
                <a:cubicBezTo>
                  <a:pt x="621677" y="50830"/>
                  <a:pt x="621102" y="49669"/>
                  <a:pt x="620318" y="49018"/>
                </a:cubicBezTo>
                <a:cubicBezTo>
                  <a:pt x="619534" y="48366"/>
                  <a:pt x="618462" y="48040"/>
                  <a:pt x="617103" y="48040"/>
                </a:cubicBezTo>
                <a:cubicBezTo>
                  <a:pt x="615640" y="48040"/>
                  <a:pt x="613863" y="48431"/>
                  <a:pt x="611772" y="49214"/>
                </a:cubicBezTo>
                <a:lnTo>
                  <a:pt x="610674" y="46396"/>
                </a:lnTo>
                <a:lnTo>
                  <a:pt x="632314" y="37634"/>
                </a:lnTo>
                <a:lnTo>
                  <a:pt x="635764" y="37634"/>
                </a:lnTo>
                <a:close/>
                <a:moveTo>
                  <a:pt x="718225" y="89382"/>
                </a:moveTo>
                <a:lnTo>
                  <a:pt x="717362" y="111492"/>
                </a:lnTo>
                <a:lnTo>
                  <a:pt x="654011" y="111492"/>
                </a:lnTo>
                <a:lnTo>
                  <a:pt x="654011" y="108669"/>
                </a:lnTo>
                <a:lnTo>
                  <a:pt x="701681" y="45161"/>
                </a:lnTo>
                <a:lnTo>
                  <a:pt x="678160" y="45161"/>
                </a:lnTo>
                <a:cubicBezTo>
                  <a:pt x="673090" y="45161"/>
                  <a:pt x="669770" y="45488"/>
                  <a:pt x="668202" y="46141"/>
                </a:cubicBezTo>
                <a:cubicBezTo>
                  <a:pt x="666634" y="46795"/>
                  <a:pt x="665354" y="48036"/>
                  <a:pt x="664360" y="49866"/>
                </a:cubicBezTo>
                <a:cubicBezTo>
                  <a:pt x="662949" y="52479"/>
                  <a:pt x="662139" y="55720"/>
                  <a:pt x="661930" y="59588"/>
                </a:cubicBezTo>
                <a:lnTo>
                  <a:pt x="658794" y="59588"/>
                </a:lnTo>
                <a:lnTo>
                  <a:pt x="659264" y="39673"/>
                </a:lnTo>
                <a:lnTo>
                  <a:pt x="719479" y="39673"/>
                </a:lnTo>
                <a:lnTo>
                  <a:pt x="719479" y="42576"/>
                </a:lnTo>
                <a:lnTo>
                  <a:pt x="671339" y="106317"/>
                </a:lnTo>
                <a:lnTo>
                  <a:pt x="697526" y="106317"/>
                </a:lnTo>
                <a:cubicBezTo>
                  <a:pt x="703014" y="106317"/>
                  <a:pt x="706738" y="105856"/>
                  <a:pt x="708698" y="104933"/>
                </a:cubicBezTo>
                <a:cubicBezTo>
                  <a:pt x="710659" y="104010"/>
                  <a:pt x="712240" y="102387"/>
                  <a:pt x="713442" y="100064"/>
                </a:cubicBezTo>
                <a:cubicBezTo>
                  <a:pt x="714278" y="98377"/>
                  <a:pt x="714984" y="94816"/>
                  <a:pt x="715559" y="89382"/>
                </a:cubicBezTo>
                <a:lnTo>
                  <a:pt x="718225" y="89382"/>
                </a:lnTo>
                <a:close/>
                <a:moveTo>
                  <a:pt x="739477" y="66801"/>
                </a:moveTo>
                <a:cubicBezTo>
                  <a:pt x="739425" y="77440"/>
                  <a:pt x="742012" y="85784"/>
                  <a:pt x="747239" y="91834"/>
                </a:cubicBezTo>
                <a:cubicBezTo>
                  <a:pt x="752466" y="97883"/>
                  <a:pt x="758608" y="100907"/>
                  <a:pt x="765664" y="100907"/>
                </a:cubicBezTo>
                <a:cubicBezTo>
                  <a:pt x="770369" y="100907"/>
                  <a:pt x="774459" y="99613"/>
                  <a:pt x="777935" y="97026"/>
                </a:cubicBezTo>
                <a:cubicBezTo>
                  <a:pt x="781411" y="94439"/>
                  <a:pt x="784325" y="90009"/>
                  <a:pt x="786677" y="83736"/>
                </a:cubicBezTo>
                <a:lnTo>
                  <a:pt x="789107" y="85305"/>
                </a:lnTo>
                <a:cubicBezTo>
                  <a:pt x="788010" y="92466"/>
                  <a:pt x="784821" y="98986"/>
                  <a:pt x="779542" y="104867"/>
                </a:cubicBezTo>
                <a:cubicBezTo>
                  <a:pt x="774263" y="110747"/>
                  <a:pt x="767651" y="113687"/>
                  <a:pt x="759706" y="113687"/>
                </a:cubicBezTo>
                <a:cubicBezTo>
                  <a:pt x="751081" y="113687"/>
                  <a:pt x="743698" y="110336"/>
                  <a:pt x="737556" y="103634"/>
                </a:cubicBezTo>
                <a:cubicBezTo>
                  <a:pt x="731414" y="96930"/>
                  <a:pt x="728344" y="87919"/>
                  <a:pt x="728344" y="76599"/>
                </a:cubicBezTo>
                <a:cubicBezTo>
                  <a:pt x="728344" y="64342"/>
                  <a:pt x="731493" y="54784"/>
                  <a:pt x="737791" y="47925"/>
                </a:cubicBezTo>
                <a:cubicBezTo>
                  <a:pt x="744090" y="41065"/>
                  <a:pt x="751996" y="37634"/>
                  <a:pt x="761509" y="37634"/>
                </a:cubicBezTo>
                <a:cubicBezTo>
                  <a:pt x="769558" y="37634"/>
                  <a:pt x="776171" y="40281"/>
                  <a:pt x="781345" y="45573"/>
                </a:cubicBezTo>
                <a:cubicBezTo>
                  <a:pt x="786520" y="50864"/>
                  <a:pt x="789107" y="57940"/>
                  <a:pt x="789107" y="66801"/>
                </a:cubicBezTo>
                <a:lnTo>
                  <a:pt x="739477" y="66801"/>
                </a:lnTo>
                <a:moveTo>
                  <a:pt x="739477" y="62253"/>
                </a:moveTo>
                <a:lnTo>
                  <a:pt x="772721" y="62253"/>
                </a:lnTo>
                <a:cubicBezTo>
                  <a:pt x="772459" y="57654"/>
                  <a:pt x="771911" y="54413"/>
                  <a:pt x="771074" y="52531"/>
                </a:cubicBezTo>
                <a:cubicBezTo>
                  <a:pt x="769767" y="49604"/>
                  <a:pt x="767820" y="47304"/>
                  <a:pt x="765233" y="45632"/>
                </a:cubicBezTo>
                <a:cubicBezTo>
                  <a:pt x="762646" y="43959"/>
                  <a:pt x="759941" y="43123"/>
                  <a:pt x="757118" y="43123"/>
                </a:cubicBezTo>
                <a:cubicBezTo>
                  <a:pt x="752780" y="43123"/>
                  <a:pt x="748899" y="44808"/>
                  <a:pt x="745475" y="48180"/>
                </a:cubicBezTo>
                <a:cubicBezTo>
                  <a:pt x="742051" y="51551"/>
                  <a:pt x="740052" y="56242"/>
                  <a:pt x="739477" y="62253"/>
                </a:cubicBezTo>
                <a:close/>
                <a:moveTo>
                  <a:pt x="849719" y="103416"/>
                </a:moveTo>
                <a:cubicBezTo>
                  <a:pt x="846217" y="107075"/>
                  <a:pt x="842793" y="109702"/>
                  <a:pt x="839448" y="111296"/>
                </a:cubicBezTo>
                <a:cubicBezTo>
                  <a:pt x="836103" y="112890"/>
                  <a:pt x="832496" y="113687"/>
                  <a:pt x="828628" y="113687"/>
                </a:cubicBezTo>
                <a:cubicBezTo>
                  <a:pt x="820788" y="113687"/>
                  <a:pt x="813940" y="110415"/>
                  <a:pt x="808086" y="103869"/>
                </a:cubicBezTo>
                <a:cubicBezTo>
                  <a:pt x="802232" y="97323"/>
                  <a:pt x="799305" y="88910"/>
                  <a:pt x="799305" y="78633"/>
                </a:cubicBezTo>
                <a:cubicBezTo>
                  <a:pt x="799305" y="68357"/>
                  <a:pt x="802545" y="58955"/>
                  <a:pt x="809027" y="50427"/>
                </a:cubicBezTo>
                <a:cubicBezTo>
                  <a:pt x="815508" y="41898"/>
                  <a:pt x="823845" y="37634"/>
                  <a:pt x="834038" y="37634"/>
                </a:cubicBezTo>
                <a:cubicBezTo>
                  <a:pt x="840363" y="37634"/>
                  <a:pt x="845590" y="39647"/>
                  <a:pt x="849719" y="43672"/>
                </a:cubicBezTo>
                <a:lnTo>
                  <a:pt x="849719" y="30392"/>
                </a:lnTo>
                <a:cubicBezTo>
                  <a:pt x="849719" y="22151"/>
                  <a:pt x="849523" y="17086"/>
                  <a:pt x="849131" y="15196"/>
                </a:cubicBezTo>
                <a:cubicBezTo>
                  <a:pt x="848739" y="13306"/>
                  <a:pt x="848125" y="12020"/>
                  <a:pt x="847288" y="11339"/>
                </a:cubicBezTo>
                <a:cubicBezTo>
                  <a:pt x="846452" y="10657"/>
                  <a:pt x="845407" y="10315"/>
                  <a:pt x="844152" y="10315"/>
                </a:cubicBezTo>
                <a:cubicBezTo>
                  <a:pt x="842793" y="10315"/>
                  <a:pt x="840990" y="10735"/>
                  <a:pt x="838742" y="11575"/>
                </a:cubicBezTo>
                <a:lnTo>
                  <a:pt x="837723" y="8818"/>
                </a:lnTo>
                <a:lnTo>
                  <a:pt x="859128" y="0"/>
                </a:lnTo>
                <a:lnTo>
                  <a:pt x="862656" y="0"/>
                </a:lnTo>
                <a:lnTo>
                  <a:pt x="862656" y="83031"/>
                </a:lnTo>
                <a:cubicBezTo>
                  <a:pt x="862656" y="91446"/>
                  <a:pt x="862852" y="96582"/>
                  <a:pt x="863244" y="98437"/>
                </a:cubicBezTo>
                <a:cubicBezTo>
                  <a:pt x="863636" y="100293"/>
                  <a:pt x="864263" y="101587"/>
                  <a:pt x="865126" y="102318"/>
                </a:cubicBezTo>
                <a:cubicBezTo>
                  <a:pt x="865988" y="103050"/>
                  <a:pt x="866994" y="103416"/>
                  <a:pt x="868144" y="103416"/>
                </a:cubicBezTo>
                <a:cubicBezTo>
                  <a:pt x="869555" y="103416"/>
                  <a:pt x="871437" y="102972"/>
                  <a:pt x="873789" y="102083"/>
                </a:cubicBezTo>
                <a:lnTo>
                  <a:pt x="874652" y="104827"/>
                </a:lnTo>
                <a:lnTo>
                  <a:pt x="853326" y="113687"/>
                </a:lnTo>
                <a:lnTo>
                  <a:pt x="849719" y="113687"/>
                </a:lnTo>
                <a:lnTo>
                  <a:pt x="849719" y="103416"/>
                </a:lnTo>
                <a:moveTo>
                  <a:pt x="849719" y="97945"/>
                </a:moveTo>
                <a:lnTo>
                  <a:pt x="849719" y="61031"/>
                </a:lnTo>
                <a:cubicBezTo>
                  <a:pt x="849405" y="57485"/>
                  <a:pt x="848465" y="54252"/>
                  <a:pt x="846896" y="51333"/>
                </a:cubicBezTo>
                <a:cubicBezTo>
                  <a:pt x="845328" y="48413"/>
                  <a:pt x="843251" y="46210"/>
                  <a:pt x="840663" y="44725"/>
                </a:cubicBezTo>
                <a:cubicBezTo>
                  <a:pt x="838076" y="43239"/>
                  <a:pt x="835554" y="42495"/>
                  <a:pt x="833097" y="42495"/>
                </a:cubicBezTo>
                <a:cubicBezTo>
                  <a:pt x="828497" y="42495"/>
                  <a:pt x="824394" y="44555"/>
                  <a:pt x="820788" y="48675"/>
                </a:cubicBezTo>
                <a:cubicBezTo>
                  <a:pt x="816031" y="54096"/>
                  <a:pt x="813653" y="62021"/>
                  <a:pt x="813653" y="72449"/>
                </a:cubicBezTo>
                <a:cubicBezTo>
                  <a:pt x="813653" y="82981"/>
                  <a:pt x="815953" y="91050"/>
                  <a:pt x="820552" y="96656"/>
                </a:cubicBezTo>
                <a:cubicBezTo>
                  <a:pt x="825152" y="102260"/>
                  <a:pt x="830275" y="105063"/>
                  <a:pt x="835920" y="105063"/>
                </a:cubicBezTo>
                <a:cubicBezTo>
                  <a:pt x="840676" y="105063"/>
                  <a:pt x="845276" y="102690"/>
                  <a:pt x="849719" y="9794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accessing">
            <a:extLst xmlns:a="http://schemas.openxmlformats.org/drawingml/2006/main">
              <a:ext uri="{FF2B5EF4-FFF2-40B4-BE49-F238E27FC236}">
                <a16:creationId xmlns:a16="http://schemas.microsoft.com/office/drawing/2014/main" id="{93B4DAB6-4A75-497F-9A2F-87192389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6999" y="566626"/>
            <a:ext cx="607574" cy="146147"/>
          </a:xfrm>
          <a:custGeom xmlns:a="http://schemas.openxmlformats.org/drawingml/2006/main">
            <a:pathLst>
              <a:path w="607574" h="146147">
                <a:moveTo>
                  <a:pt x="39986" y="101142"/>
                </a:moveTo>
                <a:cubicBezTo>
                  <a:pt x="32616" y="106840"/>
                  <a:pt x="27991" y="110133"/>
                  <a:pt x="26109" y="111021"/>
                </a:cubicBezTo>
                <a:cubicBezTo>
                  <a:pt x="23286" y="112380"/>
                  <a:pt x="20281" y="113060"/>
                  <a:pt x="17092" y="113060"/>
                </a:cubicBezTo>
                <a:cubicBezTo>
                  <a:pt x="12127" y="113060"/>
                  <a:pt x="8037" y="111361"/>
                  <a:pt x="4822" y="107964"/>
                </a:cubicBezTo>
                <a:cubicBezTo>
                  <a:pt x="1607" y="104566"/>
                  <a:pt x="0" y="100097"/>
                  <a:pt x="0" y="94556"/>
                </a:cubicBezTo>
                <a:cubicBezTo>
                  <a:pt x="0" y="91054"/>
                  <a:pt x="784" y="88023"/>
                  <a:pt x="2352" y="85461"/>
                </a:cubicBezTo>
                <a:cubicBezTo>
                  <a:pt x="4495" y="81907"/>
                  <a:pt x="8219" y="78562"/>
                  <a:pt x="13525" y="75426"/>
                </a:cubicBezTo>
                <a:cubicBezTo>
                  <a:pt x="18830" y="72289"/>
                  <a:pt x="27651" y="68474"/>
                  <a:pt x="39986" y="63978"/>
                </a:cubicBezTo>
                <a:lnTo>
                  <a:pt x="39986" y="61156"/>
                </a:lnTo>
                <a:cubicBezTo>
                  <a:pt x="39986" y="53995"/>
                  <a:pt x="38850" y="49081"/>
                  <a:pt x="36576" y="46416"/>
                </a:cubicBezTo>
                <a:cubicBezTo>
                  <a:pt x="34302" y="43750"/>
                  <a:pt x="30996" y="42417"/>
                  <a:pt x="26658" y="42417"/>
                </a:cubicBezTo>
                <a:cubicBezTo>
                  <a:pt x="23365" y="42417"/>
                  <a:pt x="20751" y="43302"/>
                  <a:pt x="18817" y="45073"/>
                </a:cubicBezTo>
                <a:cubicBezTo>
                  <a:pt x="16831" y="46844"/>
                  <a:pt x="15838" y="48875"/>
                  <a:pt x="15838" y="51167"/>
                </a:cubicBezTo>
                <a:lnTo>
                  <a:pt x="15995" y="55697"/>
                </a:lnTo>
                <a:cubicBezTo>
                  <a:pt x="15995" y="58091"/>
                  <a:pt x="15380" y="59940"/>
                  <a:pt x="14152" y="61242"/>
                </a:cubicBezTo>
                <a:cubicBezTo>
                  <a:pt x="12924" y="62543"/>
                  <a:pt x="11316" y="63194"/>
                  <a:pt x="9330" y="63194"/>
                </a:cubicBezTo>
                <a:cubicBezTo>
                  <a:pt x="7396" y="63194"/>
                  <a:pt x="5815" y="62517"/>
                  <a:pt x="4587" y="61163"/>
                </a:cubicBezTo>
                <a:cubicBezTo>
                  <a:pt x="3358" y="59807"/>
                  <a:pt x="2744" y="57957"/>
                  <a:pt x="2744" y="55611"/>
                </a:cubicBezTo>
                <a:cubicBezTo>
                  <a:pt x="2744" y="51131"/>
                  <a:pt x="5044" y="47014"/>
                  <a:pt x="9644" y="43262"/>
                </a:cubicBezTo>
                <a:cubicBezTo>
                  <a:pt x="14244" y="39510"/>
                  <a:pt x="20699" y="37634"/>
                  <a:pt x="29010" y="37634"/>
                </a:cubicBezTo>
                <a:cubicBezTo>
                  <a:pt x="35387" y="37634"/>
                  <a:pt x="40614" y="38704"/>
                  <a:pt x="44691" y="40844"/>
                </a:cubicBezTo>
                <a:cubicBezTo>
                  <a:pt x="47775" y="42463"/>
                  <a:pt x="50048" y="44995"/>
                  <a:pt x="51512" y="48442"/>
                </a:cubicBezTo>
                <a:cubicBezTo>
                  <a:pt x="52453" y="50686"/>
                  <a:pt x="52923" y="55280"/>
                  <a:pt x="52923" y="62224"/>
                </a:cubicBezTo>
                <a:lnTo>
                  <a:pt x="52923" y="86579"/>
                </a:lnTo>
                <a:cubicBezTo>
                  <a:pt x="52923" y="93418"/>
                  <a:pt x="53054" y="97608"/>
                  <a:pt x="53315" y="99148"/>
                </a:cubicBezTo>
                <a:cubicBezTo>
                  <a:pt x="53577" y="100688"/>
                  <a:pt x="54008" y="101720"/>
                  <a:pt x="54609" y="102242"/>
                </a:cubicBezTo>
                <a:cubicBezTo>
                  <a:pt x="55210" y="102763"/>
                  <a:pt x="55903" y="103024"/>
                  <a:pt x="56687" y="103024"/>
                </a:cubicBezTo>
                <a:cubicBezTo>
                  <a:pt x="57523" y="103024"/>
                  <a:pt x="58255" y="102841"/>
                  <a:pt x="58882" y="102475"/>
                </a:cubicBezTo>
                <a:cubicBezTo>
                  <a:pt x="59980" y="101796"/>
                  <a:pt x="62097" y="99888"/>
                  <a:pt x="65233" y="96752"/>
                </a:cubicBezTo>
                <a:lnTo>
                  <a:pt x="65233" y="101142"/>
                </a:lnTo>
                <a:cubicBezTo>
                  <a:pt x="59379" y="108983"/>
                  <a:pt x="53786" y="112903"/>
                  <a:pt x="48454" y="112903"/>
                </a:cubicBezTo>
                <a:cubicBezTo>
                  <a:pt x="45893" y="112903"/>
                  <a:pt x="43854" y="112014"/>
                  <a:pt x="42339" y="110237"/>
                </a:cubicBezTo>
                <a:cubicBezTo>
                  <a:pt x="40823" y="108460"/>
                  <a:pt x="40039" y="105428"/>
                  <a:pt x="39986" y="101142"/>
                </a:cubicBezTo>
                <a:moveTo>
                  <a:pt x="39986" y="96002"/>
                </a:moveTo>
                <a:lnTo>
                  <a:pt x="39986" y="68761"/>
                </a:lnTo>
                <a:cubicBezTo>
                  <a:pt x="32094" y="71883"/>
                  <a:pt x="26997" y="74094"/>
                  <a:pt x="24698" y="75396"/>
                </a:cubicBezTo>
                <a:cubicBezTo>
                  <a:pt x="20568" y="77686"/>
                  <a:pt x="17615" y="80080"/>
                  <a:pt x="15838" y="82578"/>
                </a:cubicBezTo>
                <a:cubicBezTo>
                  <a:pt x="14061" y="85075"/>
                  <a:pt x="13172" y="87807"/>
                  <a:pt x="13172" y="90773"/>
                </a:cubicBezTo>
                <a:cubicBezTo>
                  <a:pt x="13172" y="94520"/>
                  <a:pt x="14296" y="97630"/>
                  <a:pt x="16543" y="100101"/>
                </a:cubicBezTo>
                <a:cubicBezTo>
                  <a:pt x="18791" y="102572"/>
                  <a:pt x="21378" y="103808"/>
                  <a:pt x="24306" y="103808"/>
                </a:cubicBezTo>
                <a:cubicBezTo>
                  <a:pt x="28278" y="103808"/>
                  <a:pt x="33505" y="101206"/>
                  <a:pt x="39986" y="96002"/>
                </a:cubicBezTo>
                <a:close/>
                <a:moveTo>
                  <a:pt x="131881" y="84207"/>
                </a:moveTo>
                <a:cubicBezTo>
                  <a:pt x="129947" y="93668"/>
                  <a:pt x="126158" y="100946"/>
                  <a:pt x="120513" y="106043"/>
                </a:cubicBezTo>
                <a:cubicBezTo>
                  <a:pt x="114868" y="111139"/>
                  <a:pt x="108621" y="113687"/>
                  <a:pt x="101774" y="113687"/>
                </a:cubicBezTo>
                <a:cubicBezTo>
                  <a:pt x="93620" y="113687"/>
                  <a:pt x="86511" y="110267"/>
                  <a:pt x="80448" y="103428"/>
                </a:cubicBezTo>
                <a:cubicBezTo>
                  <a:pt x="74385" y="96587"/>
                  <a:pt x="71353" y="87345"/>
                  <a:pt x="71353" y="75700"/>
                </a:cubicBezTo>
                <a:cubicBezTo>
                  <a:pt x="71353" y="64421"/>
                  <a:pt x="74711" y="55257"/>
                  <a:pt x="81428" y="48209"/>
                </a:cubicBezTo>
                <a:cubicBezTo>
                  <a:pt x="88145" y="41159"/>
                  <a:pt x="96207" y="37634"/>
                  <a:pt x="105616" y="37634"/>
                </a:cubicBezTo>
                <a:cubicBezTo>
                  <a:pt x="112672" y="37634"/>
                  <a:pt x="118474" y="39497"/>
                  <a:pt x="123022" y="43223"/>
                </a:cubicBezTo>
                <a:cubicBezTo>
                  <a:pt x="127569" y="46947"/>
                  <a:pt x="129843" y="50815"/>
                  <a:pt x="129843" y="54827"/>
                </a:cubicBezTo>
                <a:cubicBezTo>
                  <a:pt x="129843" y="56807"/>
                  <a:pt x="129203" y="58409"/>
                  <a:pt x="127922" y="59634"/>
                </a:cubicBezTo>
                <a:cubicBezTo>
                  <a:pt x="126641" y="60858"/>
                  <a:pt x="124851" y="61469"/>
                  <a:pt x="122551" y="61469"/>
                </a:cubicBezTo>
                <a:cubicBezTo>
                  <a:pt x="119467" y="61469"/>
                  <a:pt x="117141" y="60476"/>
                  <a:pt x="115573" y="58490"/>
                </a:cubicBezTo>
                <a:cubicBezTo>
                  <a:pt x="114685" y="57392"/>
                  <a:pt x="114097" y="55302"/>
                  <a:pt x="113809" y="52218"/>
                </a:cubicBezTo>
                <a:cubicBezTo>
                  <a:pt x="113522" y="49134"/>
                  <a:pt x="112463" y="46782"/>
                  <a:pt x="110634" y="45161"/>
                </a:cubicBezTo>
                <a:cubicBezTo>
                  <a:pt x="108804" y="43593"/>
                  <a:pt x="106269" y="42809"/>
                  <a:pt x="103028" y="42809"/>
                </a:cubicBezTo>
                <a:cubicBezTo>
                  <a:pt x="97801" y="42809"/>
                  <a:pt x="93594" y="44743"/>
                  <a:pt x="90405" y="48611"/>
                </a:cubicBezTo>
                <a:cubicBezTo>
                  <a:pt x="86171" y="53733"/>
                  <a:pt x="84054" y="60502"/>
                  <a:pt x="84054" y="68918"/>
                </a:cubicBezTo>
                <a:cubicBezTo>
                  <a:pt x="84054" y="77490"/>
                  <a:pt x="86158" y="85056"/>
                  <a:pt x="90366" y="91616"/>
                </a:cubicBezTo>
                <a:cubicBezTo>
                  <a:pt x="94574" y="98176"/>
                  <a:pt x="100258" y="101456"/>
                  <a:pt x="107419" y="101456"/>
                </a:cubicBezTo>
                <a:cubicBezTo>
                  <a:pt x="112542" y="101456"/>
                  <a:pt x="117141" y="99705"/>
                  <a:pt x="121218" y="96203"/>
                </a:cubicBezTo>
                <a:cubicBezTo>
                  <a:pt x="124093" y="93798"/>
                  <a:pt x="126890" y="89434"/>
                  <a:pt x="129608" y="83109"/>
                </a:cubicBezTo>
                <a:lnTo>
                  <a:pt x="131881" y="84207"/>
                </a:lnTo>
                <a:close/>
                <a:moveTo>
                  <a:pt x="203470" y="84207"/>
                </a:moveTo>
                <a:cubicBezTo>
                  <a:pt x="201536" y="93668"/>
                  <a:pt x="197747" y="100946"/>
                  <a:pt x="192101" y="106043"/>
                </a:cubicBezTo>
                <a:cubicBezTo>
                  <a:pt x="186456" y="111139"/>
                  <a:pt x="180210" y="113687"/>
                  <a:pt x="173363" y="113687"/>
                </a:cubicBezTo>
                <a:cubicBezTo>
                  <a:pt x="165209" y="113687"/>
                  <a:pt x="158100" y="110267"/>
                  <a:pt x="152037" y="103428"/>
                </a:cubicBezTo>
                <a:cubicBezTo>
                  <a:pt x="145973" y="96587"/>
                  <a:pt x="142942" y="87345"/>
                  <a:pt x="142942" y="75700"/>
                </a:cubicBezTo>
                <a:cubicBezTo>
                  <a:pt x="142942" y="64421"/>
                  <a:pt x="146300" y="55257"/>
                  <a:pt x="153017" y="48209"/>
                </a:cubicBezTo>
                <a:cubicBezTo>
                  <a:pt x="159733" y="41159"/>
                  <a:pt x="167796" y="37634"/>
                  <a:pt x="177204" y="37634"/>
                </a:cubicBezTo>
                <a:cubicBezTo>
                  <a:pt x="184261" y="37634"/>
                  <a:pt x="190063" y="39497"/>
                  <a:pt x="194610" y="43223"/>
                </a:cubicBezTo>
                <a:cubicBezTo>
                  <a:pt x="199158" y="46947"/>
                  <a:pt x="201432" y="50815"/>
                  <a:pt x="201432" y="54827"/>
                </a:cubicBezTo>
                <a:cubicBezTo>
                  <a:pt x="201432" y="56807"/>
                  <a:pt x="200791" y="58409"/>
                  <a:pt x="199511" y="59634"/>
                </a:cubicBezTo>
                <a:cubicBezTo>
                  <a:pt x="198230" y="60858"/>
                  <a:pt x="196440" y="61469"/>
                  <a:pt x="194140" y="61469"/>
                </a:cubicBezTo>
                <a:cubicBezTo>
                  <a:pt x="191056" y="61469"/>
                  <a:pt x="188730" y="60476"/>
                  <a:pt x="187162" y="58490"/>
                </a:cubicBezTo>
                <a:cubicBezTo>
                  <a:pt x="186273" y="57392"/>
                  <a:pt x="185685" y="55302"/>
                  <a:pt x="185398" y="52218"/>
                </a:cubicBezTo>
                <a:cubicBezTo>
                  <a:pt x="185110" y="49134"/>
                  <a:pt x="184052" y="46782"/>
                  <a:pt x="182222" y="45161"/>
                </a:cubicBezTo>
                <a:cubicBezTo>
                  <a:pt x="180393" y="43593"/>
                  <a:pt x="177858" y="42809"/>
                  <a:pt x="174617" y="42809"/>
                </a:cubicBezTo>
                <a:cubicBezTo>
                  <a:pt x="169390" y="42809"/>
                  <a:pt x="165182" y="44743"/>
                  <a:pt x="161994" y="48611"/>
                </a:cubicBezTo>
                <a:cubicBezTo>
                  <a:pt x="157760" y="53733"/>
                  <a:pt x="155643" y="60502"/>
                  <a:pt x="155643" y="68918"/>
                </a:cubicBezTo>
                <a:cubicBezTo>
                  <a:pt x="155643" y="77490"/>
                  <a:pt x="157747" y="85056"/>
                  <a:pt x="161955" y="91616"/>
                </a:cubicBezTo>
                <a:cubicBezTo>
                  <a:pt x="166162" y="98176"/>
                  <a:pt x="171847" y="101456"/>
                  <a:pt x="179008" y="101456"/>
                </a:cubicBezTo>
                <a:cubicBezTo>
                  <a:pt x="184130" y="101456"/>
                  <a:pt x="188730" y="99705"/>
                  <a:pt x="192807" y="96203"/>
                </a:cubicBezTo>
                <a:cubicBezTo>
                  <a:pt x="195682" y="93798"/>
                  <a:pt x="198478" y="89434"/>
                  <a:pt x="201196" y="83109"/>
                </a:cubicBezTo>
                <a:lnTo>
                  <a:pt x="203470" y="84207"/>
                </a:lnTo>
                <a:close/>
                <a:moveTo>
                  <a:pt x="226134" y="66801"/>
                </a:moveTo>
                <a:cubicBezTo>
                  <a:pt x="226082" y="77440"/>
                  <a:pt x="228669" y="85784"/>
                  <a:pt x="233896" y="91834"/>
                </a:cubicBezTo>
                <a:cubicBezTo>
                  <a:pt x="239123" y="97883"/>
                  <a:pt x="245265" y="100907"/>
                  <a:pt x="252321" y="100907"/>
                </a:cubicBezTo>
                <a:cubicBezTo>
                  <a:pt x="257025" y="100907"/>
                  <a:pt x="261115" y="99613"/>
                  <a:pt x="264591" y="97026"/>
                </a:cubicBezTo>
                <a:cubicBezTo>
                  <a:pt x="268067" y="94439"/>
                  <a:pt x="270981" y="90009"/>
                  <a:pt x="273334" y="83736"/>
                </a:cubicBezTo>
                <a:lnTo>
                  <a:pt x="275764" y="85305"/>
                </a:lnTo>
                <a:cubicBezTo>
                  <a:pt x="274666" y="92466"/>
                  <a:pt x="271478" y="98986"/>
                  <a:pt x="266199" y="104867"/>
                </a:cubicBezTo>
                <a:cubicBezTo>
                  <a:pt x="260919" y="110747"/>
                  <a:pt x="254307" y="113687"/>
                  <a:pt x="246362" y="113687"/>
                </a:cubicBezTo>
                <a:cubicBezTo>
                  <a:pt x="237738" y="113687"/>
                  <a:pt x="230355" y="110336"/>
                  <a:pt x="224213" y="103634"/>
                </a:cubicBezTo>
                <a:cubicBezTo>
                  <a:pt x="218071" y="96930"/>
                  <a:pt x="215000" y="87919"/>
                  <a:pt x="215000" y="76599"/>
                </a:cubicBezTo>
                <a:cubicBezTo>
                  <a:pt x="215000" y="64342"/>
                  <a:pt x="218150" y="54784"/>
                  <a:pt x="224448" y="47925"/>
                </a:cubicBezTo>
                <a:cubicBezTo>
                  <a:pt x="230747" y="41065"/>
                  <a:pt x="238652" y="37634"/>
                  <a:pt x="248166" y="37634"/>
                </a:cubicBezTo>
                <a:cubicBezTo>
                  <a:pt x="256215" y="37634"/>
                  <a:pt x="262827" y="40281"/>
                  <a:pt x="268002" y="45573"/>
                </a:cubicBezTo>
                <a:cubicBezTo>
                  <a:pt x="273177" y="50864"/>
                  <a:pt x="275764" y="57940"/>
                  <a:pt x="275764" y="66801"/>
                </a:cubicBezTo>
                <a:lnTo>
                  <a:pt x="226134" y="66801"/>
                </a:lnTo>
                <a:moveTo>
                  <a:pt x="226134" y="62253"/>
                </a:moveTo>
                <a:lnTo>
                  <a:pt x="259378" y="62253"/>
                </a:lnTo>
                <a:cubicBezTo>
                  <a:pt x="259116" y="57654"/>
                  <a:pt x="258567" y="54413"/>
                  <a:pt x="257731" y="52531"/>
                </a:cubicBezTo>
                <a:cubicBezTo>
                  <a:pt x="256424" y="49604"/>
                  <a:pt x="254477" y="47304"/>
                  <a:pt x="251890" y="45632"/>
                </a:cubicBezTo>
                <a:cubicBezTo>
                  <a:pt x="249302" y="43959"/>
                  <a:pt x="246598" y="43123"/>
                  <a:pt x="243775" y="43123"/>
                </a:cubicBezTo>
                <a:cubicBezTo>
                  <a:pt x="239437" y="43123"/>
                  <a:pt x="235555" y="44808"/>
                  <a:pt x="232132" y="48180"/>
                </a:cubicBezTo>
                <a:cubicBezTo>
                  <a:pt x="228708" y="51551"/>
                  <a:pt x="226709" y="56242"/>
                  <a:pt x="226134" y="62253"/>
                </a:cubicBezTo>
                <a:close/>
                <a:moveTo>
                  <a:pt x="332064" y="37634"/>
                </a:moveTo>
                <a:lnTo>
                  <a:pt x="332064" y="61940"/>
                </a:lnTo>
                <a:lnTo>
                  <a:pt x="329477" y="61940"/>
                </a:lnTo>
                <a:cubicBezTo>
                  <a:pt x="327491" y="54317"/>
                  <a:pt x="324943" y="49131"/>
                  <a:pt x="321833" y="46384"/>
                </a:cubicBezTo>
                <a:cubicBezTo>
                  <a:pt x="318723" y="43635"/>
                  <a:pt x="314763" y="42260"/>
                  <a:pt x="309954" y="42260"/>
                </a:cubicBezTo>
                <a:cubicBezTo>
                  <a:pt x="306295" y="42260"/>
                  <a:pt x="303342" y="43226"/>
                  <a:pt x="301094" y="45159"/>
                </a:cubicBezTo>
                <a:cubicBezTo>
                  <a:pt x="298847" y="47089"/>
                  <a:pt x="297723" y="49230"/>
                  <a:pt x="297723" y="51581"/>
                </a:cubicBezTo>
                <a:cubicBezTo>
                  <a:pt x="297723" y="54504"/>
                  <a:pt x="298559" y="57010"/>
                  <a:pt x="300232" y="59098"/>
                </a:cubicBezTo>
                <a:cubicBezTo>
                  <a:pt x="301852" y="61239"/>
                  <a:pt x="305145" y="63510"/>
                  <a:pt x="310111" y="65912"/>
                </a:cubicBezTo>
                <a:lnTo>
                  <a:pt x="321558" y="71473"/>
                </a:lnTo>
                <a:cubicBezTo>
                  <a:pt x="332169" y="76642"/>
                  <a:pt x="337474" y="83455"/>
                  <a:pt x="337474" y="91915"/>
                </a:cubicBezTo>
                <a:cubicBezTo>
                  <a:pt x="337474" y="98441"/>
                  <a:pt x="335005" y="103701"/>
                  <a:pt x="330065" y="107696"/>
                </a:cubicBezTo>
                <a:cubicBezTo>
                  <a:pt x="325126" y="111690"/>
                  <a:pt x="319598" y="113687"/>
                  <a:pt x="313482" y="113687"/>
                </a:cubicBezTo>
                <a:cubicBezTo>
                  <a:pt x="309092" y="113687"/>
                  <a:pt x="304074" y="112903"/>
                  <a:pt x="298429" y="111335"/>
                </a:cubicBezTo>
                <a:cubicBezTo>
                  <a:pt x="296704" y="110812"/>
                  <a:pt x="295293" y="110551"/>
                  <a:pt x="294195" y="110551"/>
                </a:cubicBezTo>
                <a:cubicBezTo>
                  <a:pt x="292993" y="110551"/>
                  <a:pt x="292052" y="111230"/>
                  <a:pt x="291372" y="112589"/>
                </a:cubicBezTo>
                <a:lnTo>
                  <a:pt x="288785" y="112589"/>
                </a:lnTo>
                <a:lnTo>
                  <a:pt x="288785" y="86873"/>
                </a:lnTo>
                <a:lnTo>
                  <a:pt x="291372" y="86873"/>
                </a:lnTo>
                <a:cubicBezTo>
                  <a:pt x="292836" y="94217"/>
                  <a:pt x="295632" y="99751"/>
                  <a:pt x="299762" y="103475"/>
                </a:cubicBezTo>
                <a:cubicBezTo>
                  <a:pt x="303891" y="107199"/>
                  <a:pt x="308517" y="109061"/>
                  <a:pt x="313639" y="109061"/>
                </a:cubicBezTo>
                <a:cubicBezTo>
                  <a:pt x="317246" y="109061"/>
                  <a:pt x="320186" y="108004"/>
                  <a:pt x="322460" y="105891"/>
                </a:cubicBezTo>
                <a:cubicBezTo>
                  <a:pt x="324734" y="103775"/>
                  <a:pt x="325870" y="101230"/>
                  <a:pt x="325870" y="98254"/>
                </a:cubicBezTo>
                <a:cubicBezTo>
                  <a:pt x="325870" y="94650"/>
                  <a:pt x="324603" y="91622"/>
                  <a:pt x="322068" y="89168"/>
                </a:cubicBezTo>
                <a:cubicBezTo>
                  <a:pt x="319533" y="86715"/>
                  <a:pt x="314476" y="83609"/>
                  <a:pt x="306896" y="79850"/>
                </a:cubicBezTo>
                <a:cubicBezTo>
                  <a:pt x="299317" y="76090"/>
                  <a:pt x="294352" y="72696"/>
                  <a:pt x="292000" y="69668"/>
                </a:cubicBezTo>
                <a:cubicBezTo>
                  <a:pt x="289647" y="66692"/>
                  <a:pt x="288471" y="62932"/>
                  <a:pt x="288471" y="58390"/>
                </a:cubicBezTo>
                <a:cubicBezTo>
                  <a:pt x="288471" y="52490"/>
                  <a:pt x="290497" y="47556"/>
                  <a:pt x="294548" y="43588"/>
                </a:cubicBezTo>
                <a:cubicBezTo>
                  <a:pt x="298599" y="39619"/>
                  <a:pt x="303839" y="37634"/>
                  <a:pt x="310268" y="37634"/>
                </a:cubicBezTo>
                <a:cubicBezTo>
                  <a:pt x="313090" y="37634"/>
                  <a:pt x="316514" y="38235"/>
                  <a:pt x="320539" y="39438"/>
                </a:cubicBezTo>
                <a:cubicBezTo>
                  <a:pt x="323205" y="40222"/>
                  <a:pt x="324982" y="40614"/>
                  <a:pt x="325870" y="40614"/>
                </a:cubicBezTo>
                <a:cubicBezTo>
                  <a:pt x="326707" y="40614"/>
                  <a:pt x="327360" y="40431"/>
                  <a:pt x="327831" y="40065"/>
                </a:cubicBezTo>
                <a:cubicBezTo>
                  <a:pt x="328301" y="39699"/>
                  <a:pt x="328850" y="38889"/>
                  <a:pt x="329477" y="37634"/>
                </a:cubicBezTo>
                <a:lnTo>
                  <a:pt x="332064" y="37634"/>
                </a:lnTo>
                <a:close/>
                <a:moveTo>
                  <a:pt x="394286" y="37634"/>
                </a:moveTo>
                <a:lnTo>
                  <a:pt x="394286" y="61940"/>
                </a:lnTo>
                <a:lnTo>
                  <a:pt x="391699" y="61940"/>
                </a:lnTo>
                <a:cubicBezTo>
                  <a:pt x="389713" y="54317"/>
                  <a:pt x="387164" y="49131"/>
                  <a:pt x="384054" y="46384"/>
                </a:cubicBezTo>
                <a:cubicBezTo>
                  <a:pt x="380944" y="43635"/>
                  <a:pt x="376985" y="42260"/>
                  <a:pt x="372176" y="42260"/>
                </a:cubicBezTo>
                <a:cubicBezTo>
                  <a:pt x="368517" y="42260"/>
                  <a:pt x="365564" y="43226"/>
                  <a:pt x="363316" y="45159"/>
                </a:cubicBezTo>
                <a:cubicBezTo>
                  <a:pt x="361069" y="47089"/>
                  <a:pt x="359945" y="49230"/>
                  <a:pt x="359945" y="51581"/>
                </a:cubicBezTo>
                <a:cubicBezTo>
                  <a:pt x="359945" y="54504"/>
                  <a:pt x="360781" y="57010"/>
                  <a:pt x="362454" y="59098"/>
                </a:cubicBezTo>
                <a:cubicBezTo>
                  <a:pt x="364074" y="61239"/>
                  <a:pt x="367367" y="63510"/>
                  <a:pt x="372333" y="65912"/>
                </a:cubicBezTo>
                <a:lnTo>
                  <a:pt x="383780" y="71473"/>
                </a:lnTo>
                <a:cubicBezTo>
                  <a:pt x="394391" y="76642"/>
                  <a:pt x="399696" y="83455"/>
                  <a:pt x="399696" y="91915"/>
                </a:cubicBezTo>
                <a:cubicBezTo>
                  <a:pt x="399696" y="98441"/>
                  <a:pt x="397226" y="103701"/>
                  <a:pt x="392287" y="107696"/>
                </a:cubicBezTo>
                <a:cubicBezTo>
                  <a:pt x="387347" y="111690"/>
                  <a:pt x="381820" y="113687"/>
                  <a:pt x="375704" y="113687"/>
                </a:cubicBezTo>
                <a:cubicBezTo>
                  <a:pt x="371314" y="113687"/>
                  <a:pt x="366296" y="112903"/>
                  <a:pt x="360650" y="111335"/>
                </a:cubicBezTo>
                <a:cubicBezTo>
                  <a:pt x="358926" y="110812"/>
                  <a:pt x="357514" y="110551"/>
                  <a:pt x="356417" y="110551"/>
                </a:cubicBezTo>
                <a:cubicBezTo>
                  <a:pt x="355214" y="110551"/>
                  <a:pt x="354274" y="111230"/>
                  <a:pt x="353594" y="112589"/>
                </a:cubicBezTo>
                <a:lnTo>
                  <a:pt x="351007" y="112589"/>
                </a:lnTo>
                <a:lnTo>
                  <a:pt x="351007" y="86873"/>
                </a:lnTo>
                <a:lnTo>
                  <a:pt x="353594" y="86873"/>
                </a:lnTo>
                <a:cubicBezTo>
                  <a:pt x="355058" y="94217"/>
                  <a:pt x="357854" y="99751"/>
                  <a:pt x="361983" y="103475"/>
                </a:cubicBezTo>
                <a:cubicBezTo>
                  <a:pt x="366113" y="107199"/>
                  <a:pt x="370739" y="109061"/>
                  <a:pt x="375861" y="109061"/>
                </a:cubicBezTo>
                <a:cubicBezTo>
                  <a:pt x="379468" y="109061"/>
                  <a:pt x="382408" y="108004"/>
                  <a:pt x="384682" y="105891"/>
                </a:cubicBezTo>
                <a:cubicBezTo>
                  <a:pt x="386955" y="103775"/>
                  <a:pt x="388092" y="101230"/>
                  <a:pt x="388092" y="98254"/>
                </a:cubicBezTo>
                <a:cubicBezTo>
                  <a:pt x="388092" y="94650"/>
                  <a:pt x="386825" y="91622"/>
                  <a:pt x="384290" y="89168"/>
                </a:cubicBezTo>
                <a:cubicBezTo>
                  <a:pt x="381754" y="86715"/>
                  <a:pt x="376697" y="83609"/>
                  <a:pt x="369118" y="79850"/>
                </a:cubicBezTo>
                <a:cubicBezTo>
                  <a:pt x="361539" y="76090"/>
                  <a:pt x="356573" y="72696"/>
                  <a:pt x="354221" y="69668"/>
                </a:cubicBezTo>
                <a:cubicBezTo>
                  <a:pt x="351869" y="66692"/>
                  <a:pt x="350693" y="62932"/>
                  <a:pt x="350693" y="58390"/>
                </a:cubicBezTo>
                <a:cubicBezTo>
                  <a:pt x="350693" y="52490"/>
                  <a:pt x="352719" y="47556"/>
                  <a:pt x="356769" y="43588"/>
                </a:cubicBezTo>
                <a:cubicBezTo>
                  <a:pt x="360820" y="39619"/>
                  <a:pt x="366060" y="37634"/>
                  <a:pt x="372490" y="37634"/>
                </a:cubicBezTo>
                <a:cubicBezTo>
                  <a:pt x="375312" y="37634"/>
                  <a:pt x="378736" y="38235"/>
                  <a:pt x="382761" y="39438"/>
                </a:cubicBezTo>
                <a:cubicBezTo>
                  <a:pt x="385426" y="40222"/>
                  <a:pt x="387204" y="40614"/>
                  <a:pt x="388092" y="40614"/>
                </a:cubicBezTo>
                <a:cubicBezTo>
                  <a:pt x="388929" y="40614"/>
                  <a:pt x="389582" y="40431"/>
                  <a:pt x="390052" y="40065"/>
                </a:cubicBezTo>
                <a:cubicBezTo>
                  <a:pt x="390523" y="39699"/>
                  <a:pt x="391072" y="38889"/>
                  <a:pt x="391699" y="37634"/>
                </a:cubicBezTo>
                <a:lnTo>
                  <a:pt x="394286" y="37634"/>
                </a:lnTo>
                <a:close/>
                <a:moveTo>
                  <a:pt x="428361" y="0"/>
                </a:moveTo>
                <a:cubicBezTo>
                  <a:pt x="430557" y="0"/>
                  <a:pt x="432425" y="775"/>
                  <a:pt x="433967" y="2325"/>
                </a:cubicBezTo>
                <a:cubicBezTo>
                  <a:pt x="435509" y="3874"/>
                  <a:pt x="436280" y="5751"/>
                  <a:pt x="436280" y="7958"/>
                </a:cubicBezTo>
                <a:cubicBezTo>
                  <a:pt x="436280" y="10165"/>
                  <a:pt x="435509" y="12056"/>
                  <a:pt x="433967" y="13633"/>
                </a:cubicBezTo>
                <a:cubicBezTo>
                  <a:pt x="432425" y="15207"/>
                  <a:pt x="430557" y="15995"/>
                  <a:pt x="428361" y="15995"/>
                </a:cubicBezTo>
                <a:cubicBezTo>
                  <a:pt x="426166" y="15995"/>
                  <a:pt x="424284" y="15207"/>
                  <a:pt x="422716" y="13633"/>
                </a:cubicBezTo>
                <a:cubicBezTo>
                  <a:pt x="421148" y="12056"/>
                  <a:pt x="420364" y="10165"/>
                  <a:pt x="420364" y="7958"/>
                </a:cubicBezTo>
                <a:cubicBezTo>
                  <a:pt x="420364" y="5751"/>
                  <a:pt x="421135" y="3874"/>
                  <a:pt x="422677" y="2325"/>
                </a:cubicBezTo>
                <a:cubicBezTo>
                  <a:pt x="424219" y="775"/>
                  <a:pt x="426114" y="0"/>
                  <a:pt x="428361" y="0"/>
                </a:cubicBezTo>
                <a:moveTo>
                  <a:pt x="434869" y="37634"/>
                </a:moveTo>
                <a:lnTo>
                  <a:pt x="434869" y="95213"/>
                </a:lnTo>
                <a:cubicBezTo>
                  <a:pt x="434869" y="99698"/>
                  <a:pt x="435196" y="102684"/>
                  <a:pt x="435849" y="104171"/>
                </a:cubicBezTo>
                <a:cubicBezTo>
                  <a:pt x="436503" y="105657"/>
                  <a:pt x="437470" y="106765"/>
                  <a:pt x="438750" y="107496"/>
                </a:cubicBezTo>
                <a:cubicBezTo>
                  <a:pt x="440031" y="108226"/>
                  <a:pt x="442370" y="108591"/>
                  <a:pt x="445767" y="108591"/>
                </a:cubicBezTo>
                <a:lnTo>
                  <a:pt x="445767" y="111492"/>
                </a:lnTo>
                <a:lnTo>
                  <a:pt x="410877" y="111492"/>
                </a:lnTo>
                <a:lnTo>
                  <a:pt x="410877" y="108591"/>
                </a:lnTo>
                <a:cubicBezTo>
                  <a:pt x="414379" y="108591"/>
                  <a:pt x="416731" y="108252"/>
                  <a:pt x="417934" y="107574"/>
                </a:cubicBezTo>
                <a:cubicBezTo>
                  <a:pt x="419136" y="106896"/>
                  <a:pt x="420090" y="105775"/>
                  <a:pt x="420795" y="104210"/>
                </a:cubicBezTo>
                <a:cubicBezTo>
                  <a:pt x="421501" y="102645"/>
                  <a:pt x="421854" y="99646"/>
                  <a:pt x="421854" y="95213"/>
                </a:cubicBezTo>
                <a:lnTo>
                  <a:pt x="421854" y="67597"/>
                </a:lnTo>
                <a:cubicBezTo>
                  <a:pt x="421854" y="59825"/>
                  <a:pt x="421619" y="54793"/>
                  <a:pt x="421148" y="52499"/>
                </a:cubicBezTo>
                <a:cubicBezTo>
                  <a:pt x="420782" y="50830"/>
                  <a:pt x="420207" y="49669"/>
                  <a:pt x="419423" y="49018"/>
                </a:cubicBezTo>
                <a:cubicBezTo>
                  <a:pt x="418639" y="48366"/>
                  <a:pt x="417568" y="48040"/>
                  <a:pt x="416209" y="48040"/>
                </a:cubicBezTo>
                <a:cubicBezTo>
                  <a:pt x="414745" y="48040"/>
                  <a:pt x="412968" y="48431"/>
                  <a:pt x="410877" y="49214"/>
                </a:cubicBezTo>
                <a:lnTo>
                  <a:pt x="409780" y="46396"/>
                </a:lnTo>
                <a:lnTo>
                  <a:pt x="431419" y="37634"/>
                </a:lnTo>
                <a:lnTo>
                  <a:pt x="434869" y="37634"/>
                </a:lnTo>
                <a:close/>
                <a:moveTo>
                  <a:pt x="475853" y="52845"/>
                </a:moveTo>
                <a:cubicBezTo>
                  <a:pt x="484269" y="42705"/>
                  <a:pt x="492292" y="37634"/>
                  <a:pt x="499923" y="37634"/>
                </a:cubicBezTo>
                <a:cubicBezTo>
                  <a:pt x="503844" y="37634"/>
                  <a:pt x="507215" y="38613"/>
                  <a:pt x="510038" y="40570"/>
                </a:cubicBezTo>
                <a:cubicBezTo>
                  <a:pt x="512860" y="42525"/>
                  <a:pt x="515108" y="45745"/>
                  <a:pt x="516780" y="50231"/>
                </a:cubicBezTo>
                <a:cubicBezTo>
                  <a:pt x="517930" y="53359"/>
                  <a:pt x="518505" y="58157"/>
                  <a:pt x="518505" y="64625"/>
                </a:cubicBezTo>
                <a:lnTo>
                  <a:pt x="518505" y="95213"/>
                </a:lnTo>
                <a:cubicBezTo>
                  <a:pt x="518505" y="99751"/>
                  <a:pt x="518871" y="102828"/>
                  <a:pt x="519603" y="104445"/>
                </a:cubicBezTo>
                <a:cubicBezTo>
                  <a:pt x="520178" y="105749"/>
                  <a:pt x="521106" y="106765"/>
                  <a:pt x="522386" y="107496"/>
                </a:cubicBezTo>
                <a:cubicBezTo>
                  <a:pt x="523667" y="108226"/>
                  <a:pt x="526032" y="108591"/>
                  <a:pt x="529482" y="108591"/>
                </a:cubicBezTo>
                <a:lnTo>
                  <a:pt x="529482" y="111492"/>
                </a:lnTo>
                <a:lnTo>
                  <a:pt x="493965" y="111492"/>
                </a:lnTo>
                <a:lnTo>
                  <a:pt x="493965" y="108591"/>
                </a:lnTo>
                <a:lnTo>
                  <a:pt x="495454" y="108591"/>
                </a:lnTo>
                <a:cubicBezTo>
                  <a:pt x="498800" y="108591"/>
                  <a:pt x="501139" y="108084"/>
                  <a:pt x="502472" y="107069"/>
                </a:cubicBezTo>
                <a:cubicBezTo>
                  <a:pt x="503804" y="106055"/>
                  <a:pt x="504732" y="104560"/>
                  <a:pt x="505255" y="102585"/>
                </a:cubicBezTo>
                <a:cubicBezTo>
                  <a:pt x="505464" y="101805"/>
                  <a:pt x="505569" y="99360"/>
                  <a:pt x="505569" y="95252"/>
                </a:cubicBezTo>
                <a:lnTo>
                  <a:pt x="505569" y="66000"/>
                </a:lnTo>
                <a:cubicBezTo>
                  <a:pt x="505569" y="59500"/>
                  <a:pt x="504719" y="54781"/>
                  <a:pt x="503020" y="51843"/>
                </a:cubicBezTo>
                <a:cubicBezTo>
                  <a:pt x="501322" y="48904"/>
                  <a:pt x="498460" y="47435"/>
                  <a:pt x="494435" y="47435"/>
                </a:cubicBezTo>
                <a:cubicBezTo>
                  <a:pt x="488215" y="47435"/>
                  <a:pt x="482021" y="50815"/>
                  <a:pt x="475853" y="57576"/>
                </a:cubicBezTo>
                <a:lnTo>
                  <a:pt x="475853" y="95252"/>
                </a:lnTo>
                <a:cubicBezTo>
                  <a:pt x="475853" y="100089"/>
                  <a:pt x="476141" y="103079"/>
                  <a:pt x="476716" y="104222"/>
                </a:cubicBezTo>
                <a:cubicBezTo>
                  <a:pt x="477447" y="105730"/>
                  <a:pt x="478454" y="106835"/>
                  <a:pt x="479734" y="107537"/>
                </a:cubicBezTo>
                <a:cubicBezTo>
                  <a:pt x="481015" y="108240"/>
                  <a:pt x="483615" y="108591"/>
                  <a:pt x="487535" y="108591"/>
                </a:cubicBezTo>
                <a:lnTo>
                  <a:pt x="487535" y="111492"/>
                </a:lnTo>
                <a:lnTo>
                  <a:pt x="452018" y="111492"/>
                </a:lnTo>
                <a:lnTo>
                  <a:pt x="452018" y="108591"/>
                </a:lnTo>
                <a:lnTo>
                  <a:pt x="453586" y="108591"/>
                </a:lnTo>
                <a:cubicBezTo>
                  <a:pt x="457245" y="108591"/>
                  <a:pt x="459715" y="107665"/>
                  <a:pt x="460995" y="105815"/>
                </a:cubicBezTo>
                <a:cubicBezTo>
                  <a:pt x="462276" y="103962"/>
                  <a:pt x="462916" y="100428"/>
                  <a:pt x="462916" y="95213"/>
                </a:cubicBezTo>
                <a:lnTo>
                  <a:pt x="462916" y="68614"/>
                </a:lnTo>
                <a:cubicBezTo>
                  <a:pt x="462916" y="60009"/>
                  <a:pt x="462720" y="54768"/>
                  <a:pt x="462328" y="52891"/>
                </a:cubicBezTo>
                <a:cubicBezTo>
                  <a:pt x="461936" y="51013"/>
                  <a:pt x="461335" y="49735"/>
                  <a:pt x="460525" y="49057"/>
                </a:cubicBezTo>
                <a:cubicBezTo>
                  <a:pt x="459715" y="48379"/>
                  <a:pt x="458630" y="48040"/>
                  <a:pt x="457271" y="48040"/>
                </a:cubicBezTo>
                <a:cubicBezTo>
                  <a:pt x="455808" y="48040"/>
                  <a:pt x="454057" y="48431"/>
                  <a:pt x="452018" y="49214"/>
                </a:cubicBezTo>
                <a:lnTo>
                  <a:pt x="450842" y="46396"/>
                </a:lnTo>
                <a:lnTo>
                  <a:pt x="472482" y="37634"/>
                </a:lnTo>
                <a:lnTo>
                  <a:pt x="475853" y="37634"/>
                </a:lnTo>
                <a:lnTo>
                  <a:pt x="475853" y="52845"/>
                </a:lnTo>
                <a:close/>
                <a:moveTo>
                  <a:pt x="554415" y="85322"/>
                </a:moveTo>
                <a:cubicBezTo>
                  <a:pt x="550025" y="83182"/>
                  <a:pt x="546653" y="80194"/>
                  <a:pt x="544301" y="76357"/>
                </a:cubicBezTo>
                <a:cubicBezTo>
                  <a:pt x="541949" y="72520"/>
                  <a:pt x="540773" y="68278"/>
                  <a:pt x="540773" y="63630"/>
                </a:cubicBezTo>
                <a:cubicBezTo>
                  <a:pt x="540773" y="56532"/>
                  <a:pt x="543452" y="50424"/>
                  <a:pt x="548809" y="45308"/>
                </a:cubicBezTo>
                <a:cubicBezTo>
                  <a:pt x="554167" y="40192"/>
                  <a:pt x="561028" y="37634"/>
                  <a:pt x="569391" y="37634"/>
                </a:cubicBezTo>
                <a:cubicBezTo>
                  <a:pt x="576238" y="37634"/>
                  <a:pt x="582171" y="39307"/>
                  <a:pt x="587189" y="42652"/>
                </a:cubicBezTo>
                <a:lnTo>
                  <a:pt x="602399" y="42652"/>
                </a:lnTo>
                <a:cubicBezTo>
                  <a:pt x="604647" y="42652"/>
                  <a:pt x="605954" y="42717"/>
                  <a:pt x="606319" y="42846"/>
                </a:cubicBezTo>
                <a:cubicBezTo>
                  <a:pt x="606685" y="42975"/>
                  <a:pt x="606947" y="43195"/>
                  <a:pt x="607103" y="43505"/>
                </a:cubicBezTo>
                <a:cubicBezTo>
                  <a:pt x="607417" y="43970"/>
                  <a:pt x="607574" y="44798"/>
                  <a:pt x="607574" y="45987"/>
                </a:cubicBezTo>
                <a:cubicBezTo>
                  <a:pt x="607574" y="47330"/>
                  <a:pt x="607443" y="48260"/>
                  <a:pt x="607182" y="48778"/>
                </a:cubicBezTo>
                <a:cubicBezTo>
                  <a:pt x="607025" y="49036"/>
                  <a:pt x="606751" y="49242"/>
                  <a:pt x="606359" y="49398"/>
                </a:cubicBezTo>
                <a:cubicBezTo>
                  <a:pt x="605967" y="49553"/>
                  <a:pt x="604647" y="49630"/>
                  <a:pt x="602399" y="49630"/>
                </a:cubicBezTo>
                <a:lnTo>
                  <a:pt x="593069" y="49630"/>
                </a:lnTo>
                <a:cubicBezTo>
                  <a:pt x="595996" y="53402"/>
                  <a:pt x="597460" y="58221"/>
                  <a:pt x="597460" y="64086"/>
                </a:cubicBezTo>
                <a:cubicBezTo>
                  <a:pt x="597460" y="70790"/>
                  <a:pt x="594898" y="76525"/>
                  <a:pt x="589776" y="81291"/>
                </a:cubicBezTo>
                <a:cubicBezTo>
                  <a:pt x="584654" y="86058"/>
                  <a:pt x="577780" y="88441"/>
                  <a:pt x="569156" y="88441"/>
                </a:cubicBezTo>
                <a:cubicBezTo>
                  <a:pt x="565601" y="88441"/>
                  <a:pt x="561968" y="87907"/>
                  <a:pt x="558257" y="86841"/>
                </a:cubicBezTo>
                <a:cubicBezTo>
                  <a:pt x="555957" y="88825"/>
                  <a:pt x="554402" y="90563"/>
                  <a:pt x="553592" y="92052"/>
                </a:cubicBezTo>
                <a:cubicBezTo>
                  <a:pt x="552782" y="93540"/>
                  <a:pt x="552377" y="94806"/>
                  <a:pt x="552377" y="95850"/>
                </a:cubicBezTo>
                <a:cubicBezTo>
                  <a:pt x="552377" y="96739"/>
                  <a:pt x="552808" y="97601"/>
                  <a:pt x="553671" y="98437"/>
                </a:cubicBezTo>
                <a:cubicBezTo>
                  <a:pt x="554533" y="99272"/>
                  <a:pt x="556219" y="99872"/>
                  <a:pt x="558728" y="100238"/>
                </a:cubicBezTo>
                <a:cubicBezTo>
                  <a:pt x="560191" y="100447"/>
                  <a:pt x="563850" y="100630"/>
                  <a:pt x="569704" y="100787"/>
                </a:cubicBezTo>
                <a:cubicBezTo>
                  <a:pt x="580472" y="101047"/>
                  <a:pt x="587450" y="101412"/>
                  <a:pt x="590638" y="101882"/>
                </a:cubicBezTo>
                <a:cubicBezTo>
                  <a:pt x="595500" y="102562"/>
                  <a:pt x="599381" y="104364"/>
                  <a:pt x="602282" y="107290"/>
                </a:cubicBezTo>
                <a:cubicBezTo>
                  <a:pt x="605183" y="110214"/>
                  <a:pt x="606633" y="113817"/>
                  <a:pt x="606633" y="118100"/>
                </a:cubicBezTo>
                <a:cubicBezTo>
                  <a:pt x="606633" y="124001"/>
                  <a:pt x="603863" y="129538"/>
                  <a:pt x="598322" y="134709"/>
                </a:cubicBezTo>
                <a:cubicBezTo>
                  <a:pt x="590168" y="142334"/>
                  <a:pt x="579531" y="146147"/>
                  <a:pt x="566411" y="146147"/>
                </a:cubicBezTo>
                <a:cubicBezTo>
                  <a:pt x="556323" y="146147"/>
                  <a:pt x="547803" y="143876"/>
                  <a:pt x="540851" y="139335"/>
                </a:cubicBezTo>
                <a:cubicBezTo>
                  <a:pt x="536931" y="136725"/>
                  <a:pt x="534971" y="134010"/>
                  <a:pt x="534971" y="131191"/>
                </a:cubicBezTo>
                <a:cubicBezTo>
                  <a:pt x="534971" y="129940"/>
                  <a:pt x="535258" y="128688"/>
                  <a:pt x="535833" y="127435"/>
                </a:cubicBezTo>
                <a:cubicBezTo>
                  <a:pt x="536722" y="125503"/>
                  <a:pt x="538551" y="122814"/>
                  <a:pt x="541322" y="119369"/>
                </a:cubicBezTo>
                <a:cubicBezTo>
                  <a:pt x="541688" y="118900"/>
                  <a:pt x="544353" y="116082"/>
                  <a:pt x="549319" y="110914"/>
                </a:cubicBezTo>
                <a:cubicBezTo>
                  <a:pt x="546601" y="109292"/>
                  <a:pt x="544680" y="107839"/>
                  <a:pt x="543556" y="106557"/>
                </a:cubicBezTo>
                <a:cubicBezTo>
                  <a:pt x="542433" y="105275"/>
                  <a:pt x="541871" y="103823"/>
                  <a:pt x="541871" y="102201"/>
                </a:cubicBezTo>
                <a:cubicBezTo>
                  <a:pt x="541871" y="100368"/>
                  <a:pt x="542615" y="98222"/>
                  <a:pt x="544105" y="95762"/>
                </a:cubicBezTo>
                <a:cubicBezTo>
                  <a:pt x="545595" y="93302"/>
                  <a:pt x="549032" y="89822"/>
                  <a:pt x="554415" y="85322"/>
                </a:cubicBezTo>
                <a:moveTo>
                  <a:pt x="568058" y="41555"/>
                </a:moveTo>
                <a:cubicBezTo>
                  <a:pt x="564190" y="41555"/>
                  <a:pt x="560949" y="43088"/>
                  <a:pt x="558336" y="46156"/>
                </a:cubicBezTo>
                <a:cubicBezTo>
                  <a:pt x="555722" y="49222"/>
                  <a:pt x="554415" y="53926"/>
                  <a:pt x="554415" y="60269"/>
                </a:cubicBezTo>
                <a:cubicBezTo>
                  <a:pt x="554415" y="68483"/>
                  <a:pt x="556193" y="74851"/>
                  <a:pt x="559747" y="79373"/>
                </a:cubicBezTo>
                <a:cubicBezTo>
                  <a:pt x="562465" y="82805"/>
                  <a:pt x="565915" y="84520"/>
                  <a:pt x="570096" y="84520"/>
                </a:cubicBezTo>
                <a:cubicBezTo>
                  <a:pt x="574069" y="84520"/>
                  <a:pt x="577336" y="83039"/>
                  <a:pt x="579897" y="80076"/>
                </a:cubicBezTo>
                <a:cubicBezTo>
                  <a:pt x="582458" y="77113"/>
                  <a:pt x="583739" y="72460"/>
                  <a:pt x="583739" y="66117"/>
                </a:cubicBezTo>
                <a:cubicBezTo>
                  <a:pt x="583739" y="57852"/>
                  <a:pt x="581936" y="51380"/>
                  <a:pt x="578329" y="46700"/>
                </a:cubicBezTo>
                <a:cubicBezTo>
                  <a:pt x="575663" y="43270"/>
                  <a:pt x="572239" y="41555"/>
                  <a:pt x="568058" y="41555"/>
                </a:cubicBezTo>
                <a:moveTo>
                  <a:pt x="553631" y="111538"/>
                </a:moveTo>
                <a:cubicBezTo>
                  <a:pt x="551175" y="114199"/>
                  <a:pt x="549319" y="116677"/>
                  <a:pt x="548065" y="118972"/>
                </a:cubicBezTo>
                <a:cubicBezTo>
                  <a:pt x="546810" y="121269"/>
                  <a:pt x="546183" y="123382"/>
                  <a:pt x="546183" y="125313"/>
                </a:cubicBezTo>
                <a:cubicBezTo>
                  <a:pt x="546183" y="127817"/>
                  <a:pt x="547699" y="130008"/>
                  <a:pt x="550730" y="131887"/>
                </a:cubicBezTo>
                <a:cubicBezTo>
                  <a:pt x="555957" y="135121"/>
                  <a:pt x="563510" y="136738"/>
                  <a:pt x="573389" y="136738"/>
                </a:cubicBezTo>
                <a:cubicBezTo>
                  <a:pt x="582798" y="136738"/>
                  <a:pt x="589737" y="135081"/>
                  <a:pt x="594206" y="131767"/>
                </a:cubicBezTo>
                <a:cubicBezTo>
                  <a:pt x="598675" y="128454"/>
                  <a:pt x="600909" y="124920"/>
                  <a:pt x="600909" y="121165"/>
                </a:cubicBezTo>
                <a:cubicBezTo>
                  <a:pt x="600909" y="118452"/>
                  <a:pt x="599577" y="116521"/>
                  <a:pt x="596911" y="115373"/>
                </a:cubicBezTo>
                <a:cubicBezTo>
                  <a:pt x="594193" y="114224"/>
                  <a:pt x="588809" y="113547"/>
                  <a:pt x="580759" y="113339"/>
                </a:cubicBezTo>
                <a:cubicBezTo>
                  <a:pt x="568999" y="113026"/>
                  <a:pt x="559956" y="112425"/>
                  <a:pt x="553631" y="1115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(135)">
            <a:extLst xmlns:a="http://schemas.openxmlformats.org/drawingml/2006/main">
              <a:ext uri="{FF2B5EF4-FFF2-40B4-BE49-F238E27FC236}">
                <a16:creationId xmlns:a16="http://schemas.microsoft.com/office/drawing/2014/main" id="{90128FC9-5516-4BAD-8ED9-5F68D6D1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4204" y="566626"/>
            <a:ext cx="334684" cy="145833"/>
          </a:xfrm>
          <a:custGeom xmlns:a="http://schemas.openxmlformats.org/drawingml/2006/main">
            <a:pathLst>
              <a:path w="334684" h="145833">
                <a:moveTo>
                  <a:pt x="43279" y="142932"/>
                </a:moveTo>
                <a:lnTo>
                  <a:pt x="43279" y="145833"/>
                </a:lnTo>
                <a:cubicBezTo>
                  <a:pt x="35387" y="141861"/>
                  <a:pt x="28801" y="137209"/>
                  <a:pt x="23521" y="131877"/>
                </a:cubicBezTo>
                <a:cubicBezTo>
                  <a:pt x="15995" y="124298"/>
                  <a:pt x="10193" y="115360"/>
                  <a:pt x="6116" y="105063"/>
                </a:cubicBezTo>
                <a:cubicBezTo>
                  <a:pt x="2039" y="94765"/>
                  <a:pt x="0" y="84076"/>
                  <a:pt x="0" y="72995"/>
                </a:cubicBezTo>
                <a:cubicBezTo>
                  <a:pt x="0" y="56791"/>
                  <a:pt x="3999" y="42012"/>
                  <a:pt x="11996" y="28657"/>
                </a:cubicBezTo>
                <a:cubicBezTo>
                  <a:pt x="19993" y="15302"/>
                  <a:pt x="30421" y="5750"/>
                  <a:pt x="43279" y="0"/>
                </a:cubicBezTo>
                <a:lnTo>
                  <a:pt x="43279" y="3293"/>
                </a:lnTo>
                <a:cubicBezTo>
                  <a:pt x="36850" y="6847"/>
                  <a:pt x="31571" y="11708"/>
                  <a:pt x="27442" y="17876"/>
                </a:cubicBezTo>
                <a:cubicBezTo>
                  <a:pt x="23312" y="24044"/>
                  <a:pt x="20228" y="31859"/>
                  <a:pt x="18190" y="41319"/>
                </a:cubicBezTo>
                <a:cubicBezTo>
                  <a:pt x="16151" y="50780"/>
                  <a:pt x="15132" y="60659"/>
                  <a:pt x="15132" y="70956"/>
                </a:cubicBezTo>
                <a:cubicBezTo>
                  <a:pt x="15132" y="82142"/>
                  <a:pt x="15995" y="92309"/>
                  <a:pt x="17720" y="101456"/>
                </a:cubicBezTo>
                <a:cubicBezTo>
                  <a:pt x="19079" y="108669"/>
                  <a:pt x="20725" y="114458"/>
                  <a:pt x="22659" y="118823"/>
                </a:cubicBezTo>
                <a:cubicBezTo>
                  <a:pt x="24593" y="123187"/>
                  <a:pt x="27193" y="127382"/>
                  <a:pt x="30460" y="131407"/>
                </a:cubicBezTo>
                <a:cubicBezTo>
                  <a:pt x="33727" y="135431"/>
                  <a:pt x="38000" y="139273"/>
                  <a:pt x="43279" y="142932"/>
                </a:cubicBezTo>
                <a:close/>
                <a:moveTo>
                  <a:pt x="65756" y="15603"/>
                </a:moveTo>
                <a:lnTo>
                  <a:pt x="91630" y="2979"/>
                </a:lnTo>
                <a:lnTo>
                  <a:pt x="94217" y="2979"/>
                </a:lnTo>
                <a:lnTo>
                  <a:pt x="94217" y="92753"/>
                </a:lnTo>
                <a:cubicBezTo>
                  <a:pt x="94217" y="98712"/>
                  <a:pt x="94465" y="102423"/>
                  <a:pt x="94962" y="103886"/>
                </a:cubicBezTo>
                <a:cubicBezTo>
                  <a:pt x="95459" y="105350"/>
                  <a:pt x="96491" y="106474"/>
                  <a:pt x="98059" y="107258"/>
                </a:cubicBezTo>
                <a:cubicBezTo>
                  <a:pt x="99627" y="108042"/>
                  <a:pt x="102816" y="108486"/>
                  <a:pt x="107624" y="108591"/>
                </a:cubicBezTo>
                <a:lnTo>
                  <a:pt x="107624" y="111492"/>
                </a:lnTo>
                <a:lnTo>
                  <a:pt x="67638" y="111492"/>
                </a:lnTo>
                <a:lnTo>
                  <a:pt x="67638" y="108591"/>
                </a:lnTo>
                <a:cubicBezTo>
                  <a:pt x="72656" y="108486"/>
                  <a:pt x="75897" y="108055"/>
                  <a:pt x="77360" y="107297"/>
                </a:cubicBezTo>
                <a:cubicBezTo>
                  <a:pt x="78824" y="106539"/>
                  <a:pt x="79843" y="105520"/>
                  <a:pt x="80418" y="104239"/>
                </a:cubicBezTo>
                <a:cubicBezTo>
                  <a:pt x="80993" y="102959"/>
                  <a:pt x="81280" y="99130"/>
                  <a:pt x="81280" y="92753"/>
                </a:cubicBezTo>
                <a:lnTo>
                  <a:pt x="81280" y="35361"/>
                </a:lnTo>
                <a:cubicBezTo>
                  <a:pt x="81280" y="27625"/>
                  <a:pt x="81019" y="22659"/>
                  <a:pt x="80496" y="20464"/>
                </a:cubicBezTo>
                <a:cubicBezTo>
                  <a:pt x="80130" y="18791"/>
                  <a:pt x="79464" y="17563"/>
                  <a:pt x="78497" y="16779"/>
                </a:cubicBezTo>
                <a:cubicBezTo>
                  <a:pt x="77530" y="15995"/>
                  <a:pt x="76367" y="15603"/>
                  <a:pt x="75008" y="15603"/>
                </a:cubicBezTo>
                <a:cubicBezTo>
                  <a:pt x="73074" y="15603"/>
                  <a:pt x="70382" y="16413"/>
                  <a:pt x="66932" y="18033"/>
                </a:cubicBezTo>
                <a:lnTo>
                  <a:pt x="65756" y="15603"/>
                </a:lnTo>
                <a:close/>
                <a:moveTo>
                  <a:pt x="135379" y="25325"/>
                </a:moveTo>
                <a:cubicBezTo>
                  <a:pt x="138411" y="18164"/>
                  <a:pt x="142240" y="12649"/>
                  <a:pt x="146865" y="8781"/>
                </a:cubicBezTo>
                <a:cubicBezTo>
                  <a:pt x="151491" y="4913"/>
                  <a:pt x="157254" y="2979"/>
                  <a:pt x="164154" y="2979"/>
                </a:cubicBezTo>
                <a:cubicBezTo>
                  <a:pt x="172674" y="2979"/>
                  <a:pt x="179207" y="5746"/>
                  <a:pt x="183755" y="11278"/>
                </a:cubicBezTo>
                <a:cubicBezTo>
                  <a:pt x="187205" y="15402"/>
                  <a:pt x="188930" y="19814"/>
                  <a:pt x="188930" y="24511"/>
                </a:cubicBezTo>
                <a:cubicBezTo>
                  <a:pt x="188930" y="32236"/>
                  <a:pt x="184069" y="40222"/>
                  <a:pt x="174346" y="48469"/>
                </a:cubicBezTo>
                <a:cubicBezTo>
                  <a:pt x="180880" y="51033"/>
                  <a:pt x="185820" y="54696"/>
                  <a:pt x="189165" y="59458"/>
                </a:cubicBezTo>
                <a:cubicBezTo>
                  <a:pt x="192510" y="64218"/>
                  <a:pt x="194183" y="69815"/>
                  <a:pt x="194183" y="76251"/>
                </a:cubicBezTo>
                <a:cubicBezTo>
                  <a:pt x="194183" y="85461"/>
                  <a:pt x="191256" y="93440"/>
                  <a:pt x="185401" y="100189"/>
                </a:cubicBezTo>
                <a:cubicBezTo>
                  <a:pt x="177770" y="108979"/>
                  <a:pt x="166715" y="113373"/>
                  <a:pt x="152236" y="113373"/>
                </a:cubicBezTo>
                <a:cubicBezTo>
                  <a:pt x="145075" y="113373"/>
                  <a:pt x="140201" y="112485"/>
                  <a:pt x="137614" y="110708"/>
                </a:cubicBezTo>
                <a:cubicBezTo>
                  <a:pt x="135026" y="108931"/>
                  <a:pt x="133733" y="107023"/>
                  <a:pt x="133733" y="104984"/>
                </a:cubicBezTo>
                <a:cubicBezTo>
                  <a:pt x="133733" y="103468"/>
                  <a:pt x="134347" y="102135"/>
                  <a:pt x="135575" y="100985"/>
                </a:cubicBezTo>
                <a:cubicBezTo>
                  <a:pt x="136803" y="99836"/>
                  <a:pt x="138280" y="99261"/>
                  <a:pt x="140005" y="99261"/>
                </a:cubicBezTo>
                <a:cubicBezTo>
                  <a:pt x="141312" y="99261"/>
                  <a:pt x="142645" y="99470"/>
                  <a:pt x="144004" y="99888"/>
                </a:cubicBezTo>
                <a:cubicBezTo>
                  <a:pt x="144892" y="100149"/>
                  <a:pt x="146905" y="101103"/>
                  <a:pt x="150041" y="102750"/>
                </a:cubicBezTo>
                <a:cubicBezTo>
                  <a:pt x="153177" y="104396"/>
                  <a:pt x="155346" y="105376"/>
                  <a:pt x="156548" y="105690"/>
                </a:cubicBezTo>
                <a:cubicBezTo>
                  <a:pt x="158482" y="106265"/>
                  <a:pt x="160547" y="106552"/>
                  <a:pt x="162742" y="106552"/>
                </a:cubicBezTo>
                <a:cubicBezTo>
                  <a:pt x="168074" y="106552"/>
                  <a:pt x="172713" y="104484"/>
                  <a:pt x="176659" y="100348"/>
                </a:cubicBezTo>
                <a:cubicBezTo>
                  <a:pt x="180606" y="96213"/>
                  <a:pt x="182579" y="91317"/>
                  <a:pt x="182579" y="85662"/>
                </a:cubicBezTo>
                <a:cubicBezTo>
                  <a:pt x="182579" y="81526"/>
                  <a:pt x="181664" y="77495"/>
                  <a:pt x="179835" y="73568"/>
                </a:cubicBezTo>
                <a:cubicBezTo>
                  <a:pt x="178476" y="70636"/>
                  <a:pt x="176986" y="68412"/>
                  <a:pt x="175366" y="66894"/>
                </a:cubicBezTo>
                <a:cubicBezTo>
                  <a:pt x="173118" y="64798"/>
                  <a:pt x="170034" y="62900"/>
                  <a:pt x="166114" y="61200"/>
                </a:cubicBezTo>
                <a:cubicBezTo>
                  <a:pt x="162194" y="59498"/>
                  <a:pt x="158195" y="58647"/>
                  <a:pt x="154118" y="58647"/>
                </a:cubicBezTo>
                <a:lnTo>
                  <a:pt x="151609" y="58647"/>
                </a:lnTo>
                <a:lnTo>
                  <a:pt x="151609" y="56295"/>
                </a:lnTo>
                <a:cubicBezTo>
                  <a:pt x="155738" y="55772"/>
                  <a:pt x="159881" y="54282"/>
                  <a:pt x="164036" y="51826"/>
                </a:cubicBezTo>
                <a:cubicBezTo>
                  <a:pt x="168192" y="49369"/>
                  <a:pt x="171210" y="46416"/>
                  <a:pt x="173092" y="42966"/>
                </a:cubicBezTo>
                <a:cubicBezTo>
                  <a:pt x="174974" y="39516"/>
                  <a:pt x="175914" y="35726"/>
                  <a:pt x="175914" y="31597"/>
                </a:cubicBezTo>
                <a:cubicBezTo>
                  <a:pt x="175914" y="26213"/>
                  <a:pt x="174229" y="21862"/>
                  <a:pt x="170857" y="18543"/>
                </a:cubicBezTo>
                <a:cubicBezTo>
                  <a:pt x="167486" y="15224"/>
                  <a:pt x="163291" y="13564"/>
                  <a:pt x="158273" y="13564"/>
                </a:cubicBezTo>
                <a:cubicBezTo>
                  <a:pt x="150171" y="13564"/>
                  <a:pt x="143403" y="17902"/>
                  <a:pt x="137966" y="26579"/>
                </a:cubicBezTo>
                <a:lnTo>
                  <a:pt x="135379" y="25325"/>
                </a:lnTo>
                <a:close/>
                <a:moveTo>
                  <a:pt x="277214" y="5175"/>
                </a:moveTo>
                <a:lnTo>
                  <a:pt x="271098" y="18660"/>
                </a:lnTo>
                <a:lnTo>
                  <a:pt x="239109" y="18660"/>
                </a:lnTo>
                <a:lnTo>
                  <a:pt x="232131" y="32773"/>
                </a:lnTo>
                <a:cubicBezTo>
                  <a:pt x="245983" y="34812"/>
                  <a:pt x="256959" y="39960"/>
                  <a:pt x="265061" y="48219"/>
                </a:cubicBezTo>
                <a:cubicBezTo>
                  <a:pt x="272013" y="55328"/>
                  <a:pt x="275489" y="63691"/>
                  <a:pt x="275489" y="73309"/>
                </a:cubicBezTo>
                <a:cubicBezTo>
                  <a:pt x="275489" y="78901"/>
                  <a:pt x="274352" y="84076"/>
                  <a:pt x="272078" y="88833"/>
                </a:cubicBezTo>
                <a:cubicBezTo>
                  <a:pt x="269805" y="93589"/>
                  <a:pt x="266943" y="97640"/>
                  <a:pt x="263493" y="100985"/>
                </a:cubicBezTo>
                <a:cubicBezTo>
                  <a:pt x="260043" y="104331"/>
                  <a:pt x="256201" y="107023"/>
                  <a:pt x="251967" y="109061"/>
                </a:cubicBezTo>
                <a:cubicBezTo>
                  <a:pt x="245956" y="111936"/>
                  <a:pt x="239789" y="113373"/>
                  <a:pt x="233464" y="113373"/>
                </a:cubicBezTo>
                <a:cubicBezTo>
                  <a:pt x="227087" y="113373"/>
                  <a:pt x="222448" y="112289"/>
                  <a:pt x="219547" y="110120"/>
                </a:cubicBezTo>
                <a:cubicBezTo>
                  <a:pt x="216646" y="107950"/>
                  <a:pt x="215196" y="105559"/>
                  <a:pt x="215196" y="102946"/>
                </a:cubicBezTo>
                <a:cubicBezTo>
                  <a:pt x="215196" y="101482"/>
                  <a:pt x="215797" y="100188"/>
                  <a:pt x="216999" y="99065"/>
                </a:cubicBezTo>
                <a:cubicBezTo>
                  <a:pt x="218201" y="97941"/>
                  <a:pt x="219717" y="97379"/>
                  <a:pt x="221546" y="97379"/>
                </a:cubicBezTo>
                <a:cubicBezTo>
                  <a:pt x="222905" y="97379"/>
                  <a:pt x="224095" y="97588"/>
                  <a:pt x="225114" y="98006"/>
                </a:cubicBezTo>
                <a:cubicBezTo>
                  <a:pt x="226133" y="98424"/>
                  <a:pt x="227871" y="99496"/>
                  <a:pt x="230328" y="101221"/>
                </a:cubicBezTo>
                <a:cubicBezTo>
                  <a:pt x="234248" y="103939"/>
                  <a:pt x="238220" y="105298"/>
                  <a:pt x="242245" y="105298"/>
                </a:cubicBezTo>
                <a:cubicBezTo>
                  <a:pt x="248361" y="105298"/>
                  <a:pt x="253732" y="102985"/>
                  <a:pt x="258357" y="98359"/>
                </a:cubicBezTo>
                <a:cubicBezTo>
                  <a:pt x="262983" y="93733"/>
                  <a:pt x="265296" y="88101"/>
                  <a:pt x="265296" y="81463"/>
                </a:cubicBezTo>
                <a:cubicBezTo>
                  <a:pt x="265296" y="75033"/>
                  <a:pt x="263232" y="69036"/>
                  <a:pt x="259102" y="63469"/>
                </a:cubicBezTo>
                <a:cubicBezTo>
                  <a:pt x="254973" y="57902"/>
                  <a:pt x="249276" y="53603"/>
                  <a:pt x="242010" y="50571"/>
                </a:cubicBezTo>
                <a:cubicBezTo>
                  <a:pt x="236313" y="48219"/>
                  <a:pt x="228551" y="46860"/>
                  <a:pt x="218724" y="46494"/>
                </a:cubicBezTo>
                <a:lnTo>
                  <a:pt x="239109" y="5175"/>
                </a:lnTo>
                <a:lnTo>
                  <a:pt x="277214" y="5175"/>
                </a:lnTo>
                <a:close/>
                <a:moveTo>
                  <a:pt x="291405" y="3293"/>
                </a:moveTo>
                <a:lnTo>
                  <a:pt x="291405" y="0"/>
                </a:lnTo>
                <a:cubicBezTo>
                  <a:pt x="299350" y="3920"/>
                  <a:pt x="305962" y="8546"/>
                  <a:pt x="311241" y="13878"/>
                </a:cubicBezTo>
                <a:cubicBezTo>
                  <a:pt x="318716" y="21509"/>
                  <a:pt x="324491" y="30460"/>
                  <a:pt x="328568" y="40731"/>
                </a:cubicBezTo>
                <a:cubicBezTo>
                  <a:pt x="332646" y="51002"/>
                  <a:pt x="334684" y="61705"/>
                  <a:pt x="334684" y="72838"/>
                </a:cubicBezTo>
                <a:cubicBezTo>
                  <a:pt x="334684" y="89042"/>
                  <a:pt x="330698" y="103821"/>
                  <a:pt x="322727" y="117176"/>
                </a:cubicBezTo>
                <a:cubicBezTo>
                  <a:pt x="314756" y="130531"/>
                  <a:pt x="304315" y="140083"/>
                  <a:pt x="291405" y="145833"/>
                </a:cubicBezTo>
                <a:lnTo>
                  <a:pt x="291405" y="142932"/>
                </a:lnTo>
                <a:cubicBezTo>
                  <a:pt x="297834" y="139325"/>
                  <a:pt x="303126" y="134451"/>
                  <a:pt x="307282" y="128310"/>
                </a:cubicBezTo>
                <a:cubicBezTo>
                  <a:pt x="311437" y="122168"/>
                  <a:pt x="314521" y="114354"/>
                  <a:pt x="316533" y="104867"/>
                </a:cubicBezTo>
                <a:cubicBezTo>
                  <a:pt x="318546" y="95380"/>
                  <a:pt x="319552" y="85487"/>
                  <a:pt x="319552" y="75190"/>
                </a:cubicBezTo>
                <a:cubicBezTo>
                  <a:pt x="319552" y="64057"/>
                  <a:pt x="318689" y="53890"/>
                  <a:pt x="316965" y="44691"/>
                </a:cubicBezTo>
                <a:cubicBezTo>
                  <a:pt x="315658" y="37478"/>
                  <a:pt x="314024" y="31702"/>
                  <a:pt x="312064" y="27363"/>
                </a:cubicBezTo>
                <a:cubicBezTo>
                  <a:pt x="310104" y="23025"/>
                  <a:pt x="307504" y="18843"/>
                  <a:pt x="304263" y="14819"/>
                </a:cubicBezTo>
                <a:cubicBezTo>
                  <a:pt x="301022" y="10794"/>
                  <a:pt x="296736" y="6952"/>
                  <a:pt x="291405" y="3293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d6cbaabd9b451b"/>
          <a:stretch xmlns:a="http://schemas.openxmlformats.org/drawingml/2006/main"/>
        </p:blipFill>
        <p:spPr>
          <a:xfrm xmlns:a="http://schemas.openxmlformats.org/drawingml/2006/main">
            <a:off x="6054589" y="199743"/>
            <a:ext cx="623024" cy="623024"/>
          </a:xfrm>
          <a:prstGeom xmlns:a="http://schemas.openxmlformats.org/drawingml/2006/main" prst="rect">
            <a:avLst/>
          </a:prstGeom>
        </p:spPr>
      </p:pic>
      <p:sp>
        <p:nvSpPr>
          <p:cNvPr id="19" name="Text 649">
            <a:extLst xmlns:a="http://schemas.openxmlformats.org/drawingml/2006/main">
              <a:ext uri="{FF2B5EF4-FFF2-40B4-BE49-F238E27FC236}">
                <a16:creationId xmlns:a16="http://schemas.microsoft.com/office/drawing/2014/main" id="{5C4DD02B-F081-4300-A07F-FE07406A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7072" y="2393191"/>
            <a:ext cx="302470" cy="147149"/>
          </a:xfrm>
          <a:custGeom xmlns:a="http://schemas.openxmlformats.org/drawingml/2006/main">
            <a:pathLst>
              <a:path w="302470" h="147149">
                <a:moveTo>
                  <a:pt x="86497" y="0"/>
                </a:moveTo>
                <a:lnTo>
                  <a:pt x="86497" y="3856"/>
                </a:lnTo>
                <a:cubicBezTo>
                  <a:pt x="77326" y="4759"/>
                  <a:pt x="69840" y="6583"/>
                  <a:pt x="64039" y="9327"/>
                </a:cubicBezTo>
                <a:cubicBezTo>
                  <a:pt x="58238" y="12071"/>
                  <a:pt x="52506" y="16257"/>
                  <a:pt x="46844" y="21885"/>
                </a:cubicBezTo>
                <a:cubicBezTo>
                  <a:pt x="41182" y="27512"/>
                  <a:pt x="36492" y="33782"/>
                  <a:pt x="32775" y="40695"/>
                </a:cubicBezTo>
                <a:cubicBezTo>
                  <a:pt x="29058" y="47608"/>
                  <a:pt x="25949" y="55824"/>
                  <a:pt x="23448" y="65342"/>
                </a:cubicBezTo>
                <a:cubicBezTo>
                  <a:pt x="33452" y="58464"/>
                  <a:pt x="43492" y="55025"/>
                  <a:pt x="53566" y="55025"/>
                </a:cubicBezTo>
                <a:cubicBezTo>
                  <a:pt x="63223" y="55025"/>
                  <a:pt x="71594" y="58915"/>
                  <a:pt x="78681" y="66696"/>
                </a:cubicBezTo>
                <a:cubicBezTo>
                  <a:pt x="85767" y="74478"/>
                  <a:pt x="89311" y="84482"/>
                  <a:pt x="89311" y="96710"/>
                </a:cubicBezTo>
                <a:cubicBezTo>
                  <a:pt x="89311" y="108521"/>
                  <a:pt x="85733" y="119289"/>
                  <a:pt x="78577" y="129016"/>
                </a:cubicBezTo>
                <a:cubicBezTo>
                  <a:pt x="69962" y="140827"/>
                  <a:pt x="58568" y="146732"/>
                  <a:pt x="44395" y="146732"/>
                </a:cubicBezTo>
                <a:cubicBezTo>
                  <a:pt x="34738" y="146732"/>
                  <a:pt x="26540" y="143536"/>
                  <a:pt x="19801" y="137145"/>
                </a:cubicBezTo>
                <a:cubicBezTo>
                  <a:pt x="6600" y="124708"/>
                  <a:pt x="0" y="108590"/>
                  <a:pt x="0" y="88790"/>
                </a:cubicBezTo>
                <a:cubicBezTo>
                  <a:pt x="0" y="76145"/>
                  <a:pt x="2536" y="64126"/>
                  <a:pt x="7608" y="52732"/>
                </a:cubicBezTo>
                <a:cubicBezTo>
                  <a:pt x="12679" y="41338"/>
                  <a:pt x="19922" y="31229"/>
                  <a:pt x="29336" y="22406"/>
                </a:cubicBezTo>
                <a:cubicBezTo>
                  <a:pt x="38750" y="13582"/>
                  <a:pt x="47764" y="7642"/>
                  <a:pt x="56379" y="4585"/>
                </a:cubicBezTo>
                <a:cubicBezTo>
                  <a:pt x="64994" y="1528"/>
                  <a:pt x="73019" y="0"/>
                  <a:pt x="80453" y="0"/>
                </a:cubicBezTo>
                <a:lnTo>
                  <a:pt x="86497" y="0"/>
                </a:lnTo>
                <a:moveTo>
                  <a:pt x="21676" y="72949"/>
                </a:moveTo>
                <a:cubicBezTo>
                  <a:pt x="20426" y="82328"/>
                  <a:pt x="19801" y="89901"/>
                  <a:pt x="19801" y="95668"/>
                </a:cubicBezTo>
                <a:cubicBezTo>
                  <a:pt x="19801" y="102337"/>
                  <a:pt x="21034" y="109580"/>
                  <a:pt x="23500" y="117396"/>
                </a:cubicBezTo>
                <a:cubicBezTo>
                  <a:pt x="25966" y="125212"/>
                  <a:pt x="29631" y="131413"/>
                  <a:pt x="34495" y="135998"/>
                </a:cubicBezTo>
                <a:cubicBezTo>
                  <a:pt x="38038" y="139264"/>
                  <a:pt x="42345" y="140896"/>
                  <a:pt x="47417" y="140896"/>
                </a:cubicBezTo>
                <a:cubicBezTo>
                  <a:pt x="53461" y="140896"/>
                  <a:pt x="58863" y="138048"/>
                  <a:pt x="63622" y="132351"/>
                </a:cubicBezTo>
                <a:cubicBezTo>
                  <a:pt x="68381" y="126654"/>
                  <a:pt x="70761" y="118525"/>
                  <a:pt x="70761" y="107965"/>
                </a:cubicBezTo>
                <a:cubicBezTo>
                  <a:pt x="70761" y="96085"/>
                  <a:pt x="68399" y="85802"/>
                  <a:pt x="63674" y="77118"/>
                </a:cubicBezTo>
                <a:cubicBezTo>
                  <a:pt x="58950" y="68433"/>
                  <a:pt x="52246" y="64091"/>
                  <a:pt x="43561" y="64091"/>
                </a:cubicBezTo>
                <a:cubicBezTo>
                  <a:pt x="40921" y="64091"/>
                  <a:pt x="38090" y="64647"/>
                  <a:pt x="35068" y="65759"/>
                </a:cubicBezTo>
                <a:cubicBezTo>
                  <a:pt x="32046" y="66870"/>
                  <a:pt x="27582" y="69267"/>
                  <a:pt x="21676" y="72949"/>
                </a:cubicBezTo>
                <a:close/>
                <a:moveTo>
                  <a:pt x="197193" y="92124"/>
                </a:moveTo>
                <a:lnTo>
                  <a:pt x="197193" y="106923"/>
                </a:lnTo>
                <a:lnTo>
                  <a:pt x="178226" y="106923"/>
                </a:lnTo>
                <a:lnTo>
                  <a:pt x="178226" y="144231"/>
                </a:lnTo>
                <a:lnTo>
                  <a:pt x="161031" y="144231"/>
                </a:lnTo>
                <a:lnTo>
                  <a:pt x="161031" y="106923"/>
                </a:lnTo>
                <a:lnTo>
                  <a:pt x="101213" y="106923"/>
                </a:lnTo>
                <a:lnTo>
                  <a:pt x="101213" y="93583"/>
                </a:lnTo>
                <a:lnTo>
                  <a:pt x="166763" y="0"/>
                </a:lnTo>
                <a:lnTo>
                  <a:pt x="178226" y="0"/>
                </a:lnTo>
                <a:lnTo>
                  <a:pt x="178226" y="92124"/>
                </a:lnTo>
                <a:lnTo>
                  <a:pt x="197193" y="92124"/>
                </a:lnTo>
                <a:moveTo>
                  <a:pt x="161031" y="92124"/>
                </a:moveTo>
                <a:lnTo>
                  <a:pt x="161031" y="21989"/>
                </a:lnTo>
                <a:lnTo>
                  <a:pt x="111425" y="92124"/>
                </a:lnTo>
                <a:lnTo>
                  <a:pt x="161031" y="92124"/>
                </a:lnTo>
                <a:close/>
                <a:moveTo>
                  <a:pt x="216182" y="147149"/>
                </a:moveTo>
                <a:lnTo>
                  <a:pt x="216182" y="143293"/>
                </a:lnTo>
                <a:cubicBezTo>
                  <a:pt x="225213" y="143154"/>
                  <a:pt x="233620" y="141053"/>
                  <a:pt x="241401" y="136988"/>
                </a:cubicBezTo>
                <a:cubicBezTo>
                  <a:pt x="249182" y="132924"/>
                  <a:pt x="256703" y="125820"/>
                  <a:pt x="263963" y="115677"/>
                </a:cubicBezTo>
                <a:cubicBezTo>
                  <a:pt x="271224" y="105533"/>
                  <a:pt x="276278" y="94382"/>
                  <a:pt x="279126" y="82224"/>
                </a:cubicBezTo>
                <a:cubicBezTo>
                  <a:pt x="268219" y="89241"/>
                  <a:pt x="258353" y="92750"/>
                  <a:pt x="249530" y="92750"/>
                </a:cubicBezTo>
                <a:cubicBezTo>
                  <a:pt x="239595" y="92750"/>
                  <a:pt x="231084" y="88911"/>
                  <a:pt x="223998" y="81234"/>
                </a:cubicBezTo>
                <a:cubicBezTo>
                  <a:pt x="216911" y="73557"/>
                  <a:pt x="213368" y="63362"/>
                  <a:pt x="213368" y="50648"/>
                </a:cubicBezTo>
                <a:cubicBezTo>
                  <a:pt x="213368" y="38281"/>
                  <a:pt x="216911" y="27269"/>
                  <a:pt x="223998" y="17612"/>
                </a:cubicBezTo>
                <a:cubicBezTo>
                  <a:pt x="232543" y="5871"/>
                  <a:pt x="243694" y="0"/>
                  <a:pt x="257450" y="0"/>
                </a:cubicBezTo>
                <a:cubicBezTo>
                  <a:pt x="269052" y="0"/>
                  <a:pt x="278987" y="4794"/>
                  <a:pt x="287255" y="14381"/>
                </a:cubicBezTo>
                <a:cubicBezTo>
                  <a:pt x="297398" y="26262"/>
                  <a:pt x="302470" y="40921"/>
                  <a:pt x="302470" y="58359"/>
                </a:cubicBezTo>
                <a:cubicBezTo>
                  <a:pt x="302470" y="74061"/>
                  <a:pt x="298614" y="88703"/>
                  <a:pt x="290902" y="102285"/>
                </a:cubicBezTo>
                <a:cubicBezTo>
                  <a:pt x="283191" y="115868"/>
                  <a:pt x="272457" y="127140"/>
                  <a:pt x="258701" y="136102"/>
                </a:cubicBezTo>
                <a:cubicBezTo>
                  <a:pt x="247515" y="143467"/>
                  <a:pt x="235322" y="147149"/>
                  <a:pt x="222122" y="147149"/>
                </a:cubicBezTo>
                <a:lnTo>
                  <a:pt x="216182" y="147149"/>
                </a:lnTo>
                <a:moveTo>
                  <a:pt x="280794" y="74431"/>
                </a:moveTo>
                <a:cubicBezTo>
                  <a:pt x="282044" y="65425"/>
                  <a:pt x="282670" y="58219"/>
                  <a:pt x="282670" y="52813"/>
                </a:cubicBezTo>
                <a:cubicBezTo>
                  <a:pt x="282670" y="46094"/>
                  <a:pt x="281523" y="38837"/>
                  <a:pt x="279231" y="31042"/>
                </a:cubicBezTo>
                <a:cubicBezTo>
                  <a:pt x="276938" y="23248"/>
                  <a:pt x="273690" y="17272"/>
                  <a:pt x="269487" y="13115"/>
                </a:cubicBezTo>
                <a:cubicBezTo>
                  <a:pt x="265283" y="8957"/>
                  <a:pt x="260507" y="6878"/>
                  <a:pt x="255157" y="6878"/>
                </a:cubicBezTo>
                <a:cubicBezTo>
                  <a:pt x="248974" y="6878"/>
                  <a:pt x="243555" y="9649"/>
                  <a:pt x="238900" y="15192"/>
                </a:cubicBezTo>
                <a:cubicBezTo>
                  <a:pt x="234245" y="20735"/>
                  <a:pt x="231918" y="28980"/>
                  <a:pt x="231918" y="39927"/>
                </a:cubicBezTo>
                <a:cubicBezTo>
                  <a:pt x="231918" y="54547"/>
                  <a:pt x="235009" y="65979"/>
                  <a:pt x="241193" y="74223"/>
                </a:cubicBezTo>
                <a:cubicBezTo>
                  <a:pt x="245709" y="80182"/>
                  <a:pt x="251267" y="83162"/>
                  <a:pt x="257867" y="83162"/>
                </a:cubicBezTo>
                <a:cubicBezTo>
                  <a:pt x="261063" y="83162"/>
                  <a:pt x="264849" y="82400"/>
                  <a:pt x="269226" y="80876"/>
                </a:cubicBezTo>
                <a:cubicBezTo>
                  <a:pt x="273603" y="79352"/>
                  <a:pt x="277459" y="77204"/>
                  <a:pt x="280794" y="74431"/>
                </a:cubicBez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vulerabilities">
            <a:extLst xmlns:a="http://schemas.openxmlformats.org/drawingml/2006/main">
              <a:ext uri="{FF2B5EF4-FFF2-40B4-BE49-F238E27FC236}">
                <a16:creationId xmlns:a16="http://schemas.microsoft.com/office/drawing/2014/main" id="{B6596B03-3F7B-4153-9B2E-2420FED9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916" y="2568537"/>
            <a:ext cx="1108812" cy="151109"/>
          </a:xfrm>
          <a:custGeom xmlns:a="http://schemas.openxmlformats.org/drawingml/2006/main">
            <a:pathLst>
              <a:path w="1108812" h="151109">
                <a:moveTo>
                  <a:pt x="0" y="52732"/>
                </a:moveTo>
                <a:lnTo>
                  <a:pt x="44916" y="52732"/>
                </a:lnTo>
                <a:lnTo>
                  <a:pt x="44916" y="56588"/>
                </a:lnTo>
                <a:lnTo>
                  <a:pt x="41998" y="56588"/>
                </a:lnTo>
                <a:cubicBezTo>
                  <a:pt x="39288" y="56588"/>
                  <a:pt x="37221" y="57248"/>
                  <a:pt x="35797" y="58568"/>
                </a:cubicBezTo>
                <a:cubicBezTo>
                  <a:pt x="34373" y="59888"/>
                  <a:pt x="33661" y="61659"/>
                  <a:pt x="33661" y="63883"/>
                </a:cubicBezTo>
                <a:cubicBezTo>
                  <a:pt x="33661" y="66314"/>
                  <a:pt x="34390" y="69198"/>
                  <a:pt x="35849" y="72532"/>
                </a:cubicBezTo>
                <a:lnTo>
                  <a:pt x="58047" y="125264"/>
                </a:lnTo>
                <a:lnTo>
                  <a:pt x="80348" y="70552"/>
                </a:lnTo>
                <a:cubicBezTo>
                  <a:pt x="81946" y="66662"/>
                  <a:pt x="82745" y="63709"/>
                  <a:pt x="82745" y="61694"/>
                </a:cubicBezTo>
                <a:cubicBezTo>
                  <a:pt x="82745" y="60722"/>
                  <a:pt x="82467" y="59923"/>
                  <a:pt x="81912" y="59297"/>
                </a:cubicBezTo>
                <a:cubicBezTo>
                  <a:pt x="81147" y="58255"/>
                  <a:pt x="80175" y="57543"/>
                  <a:pt x="78994" y="57161"/>
                </a:cubicBezTo>
                <a:cubicBezTo>
                  <a:pt x="77812" y="56779"/>
                  <a:pt x="75416" y="56588"/>
                  <a:pt x="71803" y="56588"/>
                </a:cubicBezTo>
                <a:lnTo>
                  <a:pt x="71803" y="52732"/>
                </a:lnTo>
                <a:lnTo>
                  <a:pt x="102963" y="52732"/>
                </a:lnTo>
                <a:lnTo>
                  <a:pt x="102963" y="56588"/>
                </a:lnTo>
                <a:cubicBezTo>
                  <a:pt x="99350" y="56866"/>
                  <a:pt x="96849" y="57595"/>
                  <a:pt x="95459" y="58776"/>
                </a:cubicBezTo>
                <a:cubicBezTo>
                  <a:pt x="93028" y="60860"/>
                  <a:pt x="90839" y="64334"/>
                  <a:pt x="88894" y="69198"/>
                </a:cubicBezTo>
                <a:lnTo>
                  <a:pt x="55025" y="151109"/>
                </a:lnTo>
                <a:lnTo>
                  <a:pt x="50752" y="151109"/>
                </a:lnTo>
                <a:lnTo>
                  <a:pt x="16674" y="70552"/>
                </a:lnTo>
                <a:cubicBezTo>
                  <a:pt x="15146" y="66801"/>
                  <a:pt x="13687" y="64108"/>
                  <a:pt x="12297" y="62476"/>
                </a:cubicBezTo>
                <a:cubicBezTo>
                  <a:pt x="10908" y="60843"/>
                  <a:pt x="9136" y="59471"/>
                  <a:pt x="6982" y="58359"/>
                </a:cubicBezTo>
                <a:cubicBezTo>
                  <a:pt x="5801" y="57734"/>
                  <a:pt x="3474" y="57144"/>
                  <a:pt x="0" y="56588"/>
                </a:cubicBezTo>
                <a:lnTo>
                  <a:pt x="0" y="52732"/>
                </a:lnTo>
                <a:close/>
                <a:moveTo>
                  <a:pt x="195630" y="52732"/>
                </a:moveTo>
                <a:lnTo>
                  <a:pt x="195630" y="110570"/>
                </a:lnTo>
                <a:cubicBezTo>
                  <a:pt x="195630" y="121617"/>
                  <a:pt x="195891" y="128373"/>
                  <a:pt x="196412" y="130840"/>
                </a:cubicBezTo>
                <a:cubicBezTo>
                  <a:pt x="196933" y="133306"/>
                  <a:pt x="197767" y="135026"/>
                  <a:pt x="198913" y="135998"/>
                </a:cubicBezTo>
                <a:cubicBezTo>
                  <a:pt x="200059" y="136971"/>
                  <a:pt x="201397" y="137457"/>
                  <a:pt x="202925" y="137457"/>
                </a:cubicBezTo>
                <a:cubicBezTo>
                  <a:pt x="205079" y="137457"/>
                  <a:pt x="207511" y="136867"/>
                  <a:pt x="210220" y="135686"/>
                </a:cubicBezTo>
                <a:lnTo>
                  <a:pt x="211679" y="139333"/>
                </a:lnTo>
                <a:lnTo>
                  <a:pt x="183125" y="151109"/>
                </a:lnTo>
                <a:lnTo>
                  <a:pt x="178435" y="151109"/>
                </a:lnTo>
                <a:lnTo>
                  <a:pt x="178435" y="130892"/>
                </a:lnTo>
                <a:cubicBezTo>
                  <a:pt x="170237" y="139785"/>
                  <a:pt x="163984" y="145377"/>
                  <a:pt x="159677" y="147670"/>
                </a:cubicBezTo>
                <a:cubicBezTo>
                  <a:pt x="155369" y="149963"/>
                  <a:pt x="150819" y="151109"/>
                  <a:pt x="146025" y="151109"/>
                </a:cubicBezTo>
                <a:cubicBezTo>
                  <a:pt x="140675" y="151109"/>
                  <a:pt x="136038" y="149563"/>
                  <a:pt x="132112" y="146472"/>
                </a:cubicBezTo>
                <a:cubicBezTo>
                  <a:pt x="128187" y="143380"/>
                  <a:pt x="125460" y="139402"/>
                  <a:pt x="123932" y="134539"/>
                </a:cubicBezTo>
                <a:cubicBezTo>
                  <a:pt x="122403" y="129676"/>
                  <a:pt x="121639" y="122798"/>
                  <a:pt x="121639" y="113905"/>
                </a:cubicBezTo>
                <a:lnTo>
                  <a:pt x="121639" y="71282"/>
                </a:lnTo>
                <a:cubicBezTo>
                  <a:pt x="121639" y="66766"/>
                  <a:pt x="121153" y="63640"/>
                  <a:pt x="120180" y="61903"/>
                </a:cubicBezTo>
                <a:cubicBezTo>
                  <a:pt x="119207" y="60166"/>
                  <a:pt x="117766" y="58828"/>
                  <a:pt x="115855" y="57890"/>
                </a:cubicBezTo>
                <a:cubicBezTo>
                  <a:pt x="113945" y="56952"/>
                  <a:pt x="110488" y="56518"/>
                  <a:pt x="105486" y="56588"/>
                </a:cubicBezTo>
                <a:lnTo>
                  <a:pt x="105486" y="52732"/>
                </a:lnTo>
                <a:lnTo>
                  <a:pt x="138938" y="52732"/>
                </a:lnTo>
                <a:lnTo>
                  <a:pt x="138938" y="116458"/>
                </a:lnTo>
                <a:cubicBezTo>
                  <a:pt x="138938" y="125329"/>
                  <a:pt x="140484" y="131151"/>
                  <a:pt x="143576" y="133924"/>
                </a:cubicBezTo>
                <a:cubicBezTo>
                  <a:pt x="146667" y="136696"/>
                  <a:pt x="150402" y="138082"/>
                  <a:pt x="154779" y="138082"/>
                </a:cubicBezTo>
                <a:cubicBezTo>
                  <a:pt x="157766" y="138082"/>
                  <a:pt x="161153" y="137147"/>
                  <a:pt x="164940" y="135275"/>
                </a:cubicBezTo>
                <a:cubicBezTo>
                  <a:pt x="168726" y="133404"/>
                  <a:pt x="173224" y="129835"/>
                  <a:pt x="178435" y="124571"/>
                </a:cubicBezTo>
                <a:lnTo>
                  <a:pt x="178435" y="70621"/>
                </a:lnTo>
                <a:cubicBezTo>
                  <a:pt x="178435" y="65215"/>
                  <a:pt x="177445" y="61560"/>
                  <a:pt x="175465" y="59656"/>
                </a:cubicBezTo>
                <a:cubicBezTo>
                  <a:pt x="173485" y="57749"/>
                  <a:pt x="169369" y="56727"/>
                  <a:pt x="163116" y="56588"/>
                </a:cubicBezTo>
                <a:lnTo>
                  <a:pt x="163116" y="52732"/>
                </a:lnTo>
                <a:lnTo>
                  <a:pt x="195630" y="52732"/>
                </a:lnTo>
                <a:close/>
                <a:moveTo>
                  <a:pt x="251823" y="0"/>
                </a:moveTo>
                <a:lnTo>
                  <a:pt x="251823" y="126528"/>
                </a:lnTo>
                <a:cubicBezTo>
                  <a:pt x="251823" y="132498"/>
                  <a:pt x="252257" y="136456"/>
                  <a:pt x="253125" y="138402"/>
                </a:cubicBezTo>
                <a:cubicBezTo>
                  <a:pt x="253994" y="140345"/>
                  <a:pt x="255331" y="141820"/>
                  <a:pt x="257138" y="142827"/>
                </a:cubicBezTo>
                <a:cubicBezTo>
                  <a:pt x="258944" y="143833"/>
                  <a:pt x="262314" y="144335"/>
                  <a:pt x="267246" y="144335"/>
                </a:cubicBezTo>
                <a:lnTo>
                  <a:pt x="267246" y="148191"/>
                </a:lnTo>
                <a:lnTo>
                  <a:pt x="220455" y="148191"/>
                </a:lnTo>
                <a:lnTo>
                  <a:pt x="220455" y="144335"/>
                </a:lnTo>
                <a:cubicBezTo>
                  <a:pt x="224832" y="144335"/>
                  <a:pt x="227819" y="143885"/>
                  <a:pt x="229417" y="142984"/>
                </a:cubicBezTo>
                <a:cubicBezTo>
                  <a:pt x="231015" y="142081"/>
                  <a:pt x="232265" y="140588"/>
                  <a:pt x="233169" y="138506"/>
                </a:cubicBezTo>
                <a:cubicBezTo>
                  <a:pt x="234072" y="136422"/>
                  <a:pt x="234523" y="132429"/>
                  <a:pt x="234523" y="126528"/>
                </a:cubicBezTo>
                <a:lnTo>
                  <a:pt x="234523" y="39884"/>
                </a:lnTo>
                <a:cubicBezTo>
                  <a:pt x="234523" y="29124"/>
                  <a:pt x="234280" y="22512"/>
                  <a:pt x="233794" y="20048"/>
                </a:cubicBezTo>
                <a:cubicBezTo>
                  <a:pt x="233308" y="17582"/>
                  <a:pt x="232526" y="15898"/>
                  <a:pt x="231449" y="14997"/>
                </a:cubicBezTo>
                <a:cubicBezTo>
                  <a:pt x="230372" y="14094"/>
                  <a:pt x="229000" y="13642"/>
                  <a:pt x="227333" y="13642"/>
                </a:cubicBezTo>
                <a:cubicBezTo>
                  <a:pt x="225526" y="13642"/>
                  <a:pt x="223234" y="14198"/>
                  <a:pt x="220455" y="15310"/>
                </a:cubicBezTo>
                <a:lnTo>
                  <a:pt x="218683" y="11662"/>
                </a:lnTo>
                <a:lnTo>
                  <a:pt x="247133" y="0"/>
                </a:lnTo>
                <a:lnTo>
                  <a:pt x="251823" y="0"/>
                </a:lnTo>
                <a:close/>
                <a:moveTo>
                  <a:pt x="294590" y="88790"/>
                </a:moveTo>
                <a:cubicBezTo>
                  <a:pt x="294521" y="102930"/>
                  <a:pt x="297960" y="114021"/>
                  <a:pt x="304908" y="122063"/>
                </a:cubicBezTo>
                <a:cubicBezTo>
                  <a:pt x="311855" y="130103"/>
                  <a:pt x="320018" y="134122"/>
                  <a:pt x="329398" y="134122"/>
                </a:cubicBezTo>
                <a:cubicBezTo>
                  <a:pt x="335650" y="134122"/>
                  <a:pt x="341087" y="132403"/>
                  <a:pt x="345707" y="128964"/>
                </a:cubicBezTo>
                <a:cubicBezTo>
                  <a:pt x="350327" y="125525"/>
                  <a:pt x="354200" y="119637"/>
                  <a:pt x="357327" y="111300"/>
                </a:cubicBezTo>
                <a:lnTo>
                  <a:pt x="360557" y="113384"/>
                </a:lnTo>
                <a:cubicBezTo>
                  <a:pt x="359098" y="122902"/>
                  <a:pt x="354860" y="131569"/>
                  <a:pt x="347843" y="139385"/>
                </a:cubicBezTo>
                <a:cubicBezTo>
                  <a:pt x="340826" y="147201"/>
                  <a:pt x="332038" y="151109"/>
                  <a:pt x="321477" y="151109"/>
                </a:cubicBezTo>
                <a:cubicBezTo>
                  <a:pt x="310014" y="151109"/>
                  <a:pt x="300201" y="146655"/>
                  <a:pt x="292037" y="137747"/>
                </a:cubicBezTo>
                <a:cubicBezTo>
                  <a:pt x="283874" y="128837"/>
                  <a:pt x="279792" y="116859"/>
                  <a:pt x="279792" y="101813"/>
                </a:cubicBezTo>
                <a:cubicBezTo>
                  <a:pt x="279792" y="85521"/>
                  <a:pt x="283978" y="72817"/>
                  <a:pt x="292350" y="63700"/>
                </a:cubicBezTo>
                <a:cubicBezTo>
                  <a:pt x="300722" y="54582"/>
                  <a:pt x="311230" y="50022"/>
                  <a:pt x="323874" y="50022"/>
                </a:cubicBezTo>
                <a:cubicBezTo>
                  <a:pt x="334574" y="50022"/>
                  <a:pt x="343362" y="53540"/>
                  <a:pt x="350240" y="60574"/>
                </a:cubicBezTo>
                <a:cubicBezTo>
                  <a:pt x="357118" y="67606"/>
                  <a:pt x="360557" y="77011"/>
                  <a:pt x="360557" y="88790"/>
                </a:cubicBezTo>
                <a:lnTo>
                  <a:pt x="294590" y="88790"/>
                </a:lnTo>
                <a:moveTo>
                  <a:pt x="294590" y="82745"/>
                </a:moveTo>
                <a:lnTo>
                  <a:pt x="338777" y="82745"/>
                </a:lnTo>
                <a:cubicBezTo>
                  <a:pt x="338429" y="76631"/>
                  <a:pt x="337700" y="72324"/>
                  <a:pt x="336588" y="69823"/>
                </a:cubicBezTo>
                <a:cubicBezTo>
                  <a:pt x="334851" y="65932"/>
                  <a:pt x="332264" y="62875"/>
                  <a:pt x="328824" y="60652"/>
                </a:cubicBezTo>
                <a:cubicBezTo>
                  <a:pt x="325385" y="58429"/>
                  <a:pt x="321790" y="57317"/>
                  <a:pt x="318038" y="57317"/>
                </a:cubicBezTo>
                <a:cubicBezTo>
                  <a:pt x="312272" y="57317"/>
                  <a:pt x="307113" y="59558"/>
                  <a:pt x="302563" y="64039"/>
                </a:cubicBezTo>
                <a:cubicBezTo>
                  <a:pt x="298012" y="68520"/>
                  <a:pt x="295355" y="74756"/>
                  <a:pt x="294590" y="82745"/>
                </a:cubicBezTo>
                <a:close/>
                <a:moveTo>
                  <a:pt x="401477" y="50022"/>
                </a:moveTo>
                <a:lnTo>
                  <a:pt x="401477" y="71490"/>
                </a:lnTo>
                <a:cubicBezTo>
                  <a:pt x="409467" y="57178"/>
                  <a:pt x="417665" y="50022"/>
                  <a:pt x="426071" y="50022"/>
                </a:cubicBezTo>
                <a:cubicBezTo>
                  <a:pt x="429892" y="50022"/>
                  <a:pt x="433054" y="51186"/>
                  <a:pt x="435555" y="53513"/>
                </a:cubicBezTo>
                <a:cubicBezTo>
                  <a:pt x="438056" y="55841"/>
                  <a:pt x="439306" y="58533"/>
                  <a:pt x="439306" y="61590"/>
                </a:cubicBezTo>
                <a:cubicBezTo>
                  <a:pt x="439306" y="64300"/>
                  <a:pt x="438403" y="66592"/>
                  <a:pt x="436597" y="68468"/>
                </a:cubicBezTo>
                <a:cubicBezTo>
                  <a:pt x="434790" y="70344"/>
                  <a:pt x="432637" y="71282"/>
                  <a:pt x="430136" y="71282"/>
                </a:cubicBezTo>
                <a:cubicBezTo>
                  <a:pt x="427704" y="71282"/>
                  <a:pt x="424977" y="70083"/>
                  <a:pt x="421955" y="67686"/>
                </a:cubicBezTo>
                <a:cubicBezTo>
                  <a:pt x="418933" y="65290"/>
                  <a:pt x="416692" y="64091"/>
                  <a:pt x="415233" y="64091"/>
                </a:cubicBezTo>
                <a:cubicBezTo>
                  <a:pt x="413983" y="64091"/>
                  <a:pt x="412628" y="64784"/>
                  <a:pt x="411169" y="66169"/>
                </a:cubicBezTo>
                <a:cubicBezTo>
                  <a:pt x="408042" y="69011"/>
                  <a:pt x="404812" y="73688"/>
                  <a:pt x="401477" y="80202"/>
                </a:cubicBezTo>
                <a:lnTo>
                  <a:pt x="401477" y="125834"/>
                </a:lnTo>
                <a:cubicBezTo>
                  <a:pt x="401477" y="131099"/>
                  <a:pt x="402137" y="135083"/>
                  <a:pt x="403457" y="137786"/>
                </a:cubicBezTo>
                <a:cubicBezTo>
                  <a:pt x="404360" y="139658"/>
                  <a:pt x="405958" y="141218"/>
                  <a:pt x="408251" y="142466"/>
                </a:cubicBezTo>
                <a:cubicBezTo>
                  <a:pt x="410543" y="143712"/>
                  <a:pt x="413844" y="144335"/>
                  <a:pt x="418151" y="144335"/>
                </a:cubicBezTo>
                <a:lnTo>
                  <a:pt x="418151" y="148191"/>
                </a:lnTo>
                <a:lnTo>
                  <a:pt x="369275" y="148191"/>
                </a:lnTo>
                <a:lnTo>
                  <a:pt x="369275" y="144335"/>
                </a:lnTo>
                <a:cubicBezTo>
                  <a:pt x="374138" y="144335"/>
                  <a:pt x="377751" y="143573"/>
                  <a:pt x="380113" y="142049"/>
                </a:cubicBezTo>
                <a:cubicBezTo>
                  <a:pt x="381850" y="140940"/>
                  <a:pt x="383066" y="139171"/>
                  <a:pt x="383761" y="136744"/>
                </a:cubicBezTo>
                <a:cubicBezTo>
                  <a:pt x="384108" y="135565"/>
                  <a:pt x="384282" y="132203"/>
                  <a:pt x="384282" y="126658"/>
                </a:cubicBezTo>
                <a:lnTo>
                  <a:pt x="384282" y="89744"/>
                </a:lnTo>
                <a:cubicBezTo>
                  <a:pt x="384282" y="78652"/>
                  <a:pt x="384056" y="72049"/>
                  <a:pt x="383604" y="69937"/>
                </a:cubicBezTo>
                <a:cubicBezTo>
                  <a:pt x="383153" y="67822"/>
                  <a:pt x="382319" y="66280"/>
                  <a:pt x="381103" y="65309"/>
                </a:cubicBezTo>
                <a:cubicBezTo>
                  <a:pt x="379887" y="64339"/>
                  <a:pt x="378376" y="63853"/>
                  <a:pt x="376570" y="63853"/>
                </a:cubicBezTo>
                <a:cubicBezTo>
                  <a:pt x="374416" y="63853"/>
                  <a:pt x="371985" y="64373"/>
                  <a:pt x="369275" y="65413"/>
                </a:cubicBezTo>
                <a:lnTo>
                  <a:pt x="368233" y="61668"/>
                </a:lnTo>
                <a:lnTo>
                  <a:pt x="397100" y="50022"/>
                </a:lnTo>
                <a:lnTo>
                  <a:pt x="401477" y="50022"/>
                </a:lnTo>
                <a:close/>
                <a:moveTo>
                  <a:pt x="499223" y="134435"/>
                </a:moveTo>
                <a:cubicBezTo>
                  <a:pt x="489427" y="142008"/>
                  <a:pt x="483278" y="146385"/>
                  <a:pt x="480777" y="147566"/>
                </a:cubicBezTo>
                <a:cubicBezTo>
                  <a:pt x="477026" y="149372"/>
                  <a:pt x="473031" y="150275"/>
                  <a:pt x="468793" y="150275"/>
                </a:cubicBezTo>
                <a:cubicBezTo>
                  <a:pt x="462193" y="150275"/>
                  <a:pt x="456756" y="148017"/>
                  <a:pt x="452483" y="143502"/>
                </a:cubicBezTo>
                <a:cubicBezTo>
                  <a:pt x="448211" y="138986"/>
                  <a:pt x="446074" y="133045"/>
                  <a:pt x="446074" y="125681"/>
                </a:cubicBezTo>
                <a:cubicBezTo>
                  <a:pt x="446074" y="121026"/>
                  <a:pt x="447117" y="116997"/>
                  <a:pt x="449201" y="113592"/>
                </a:cubicBezTo>
                <a:cubicBezTo>
                  <a:pt x="452049" y="108868"/>
                  <a:pt x="456999" y="104422"/>
                  <a:pt x="464051" y="100253"/>
                </a:cubicBezTo>
                <a:cubicBezTo>
                  <a:pt x="471103" y="96085"/>
                  <a:pt x="482827" y="91013"/>
                  <a:pt x="499223" y="85038"/>
                </a:cubicBezTo>
                <a:lnTo>
                  <a:pt x="499223" y="81286"/>
                </a:lnTo>
                <a:cubicBezTo>
                  <a:pt x="499223" y="71768"/>
                  <a:pt x="497712" y="65237"/>
                  <a:pt x="494690" y="61694"/>
                </a:cubicBezTo>
                <a:cubicBezTo>
                  <a:pt x="491668" y="58151"/>
                  <a:pt x="487273" y="56379"/>
                  <a:pt x="481507" y="56379"/>
                </a:cubicBezTo>
                <a:cubicBezTo>
                  <a:pt x="477130" y="56379"/>
                  <a:pt x="473656" y="57556"/>
                  <a:pt x="471086" y="59910"/>
                </a:cubicBezTo>
                <a:cubicBezTo>
                  <a:pt x="468445" y="62263"/>
                  <a:pt x="467125" y="64963"/>
                  <a:pt x="467125" y="68009"/>
                </a:cubicBezTo>
                <a:lnTo>
                  <a:pt x="467334" y="74030"/>
                </a:lnTo>
                <a:cubicBezTo>
                  <a:pt x="467334" y="77213"/>
                  <a:pt x="466518" y="79670"/>
                  <a:pt x="464885" y="81400"/>
                </a:cubicBezTo>
                <a:cubicBezTo>
                  <a:pt x="463252" y="83131"/>
                  <a:pt x="461116" y="83996"/>
                  <a:pt x="458476" y="83996"/>
                </a:cubicBezTo>
                <a:cubicBezTo>
                  <a:pt x="455905" y="83996"/>
                  <a:pt x="453804" y="83096"/>
                  <a:pt x="452171" y="81296"/>
                </a:cubicBezTo>
                <a:cubicBezTo>
                  <a:pt x="450538" y="79494"/>
                  <a:pt x="449722" y="77034"/>
                  <a:pt x="449722" y="73916"/>
                </a:cubicBezTo>
                <a:cubicBezTo>
                  <a:pt x="449722" y="67961"/>
                  <a:pt x="452779" y="62490"/>
                  <a:pt x="458893" y="57503"/>
                </a:cubicBezTo>
                <a:cubicBezTo>
                  <a:pt x="465006" y="52516"/>
                  <a:pt x="473587" y="50022"/>
                  <a:pt x="484633" y="50022"/>
                </a:cubicBezTo>
                <a:cubicBezTo>
                  <a:pt x="493109" y="50022"/>
                  <a:pt x="500057" y="51444"/>
                  <a:pt x="505476" y="54289"/>
                </a:cubicBezTo>
                <a:cubicBezTo>
                  <a:pt x="509575" y="56440"/>
                  <a:pt x="512597" y="59806"/>
                  <a:pt x="514542" y="64387"/>
                </a:cubicBezTo>
                <a:cubicBezTo>
                  <a:pt x="515793" y="67371"/>
                  <a:pt x="516418" y="73477"/>
                  <a:pt x="516418" y="82706"/>
                </a:cubicBezTo>
                <a:lnTo>
                  <a:pt x="516418" y="115077"/>
                </a:lnTo>
                <a:cubicBezTo>
                  <a:pt x="516418" y="124168"/>
                  <a:pt x="516592" y="129737"/>
                  <a:pt x="516939" y="131784"/>
                </a:cubicBezTo>
                <a:cubicBezTo>
                  <a:pt x="517287" y="133831"/>
                  <a:pt x="517860" y="135202"/>
                  <a:pt x="518659" y="135897"/>
                </a:cubicBezTo>
                <a:cubicBezTo>
                  <a:pt x="519458" y="136590"/>
                  <a:pt x="520378" y="136936"/>
                  <a:pt x="521421" y="136936"/>
                </a:cubicBezTo>
                <a:cubicBezTo>
                  <a:pt x="522532" y="136936"/>
                  <a:pt x="523505" y="136693"/>
                  <a:pt x="524338" y="136207"/>
                </a:cubicBezTo>
                <a:cubicBezTo>
                  <a:pt x="525797" y="135303"/>
                  <a:pt x="528611" y="132768"/>
                  <a:pt x="532780" y="128599"/>
                </a:cubicBezTo>
                <a:lnTo>
                  <a:pt x="532780" y="134435"/>
                </a:lnTo>
                <a:cubicBezTo>
                  <a:pt x="524998" y="144856"/>
                  <a:pt x="517565" y="150067"/>
                  <a:pt x="510478" y="150067"/>
                </a:cubicBezTo>
                <a:cubicBezTo>
                  <a:pt x="507074" y="150067"/>
                  <a:pt x="504364" y="148886"/>
                  <a:pt x="502349" y="146524"/>
                </a:cubicBezTo>
                <a:cubicBezTo>
                  <a:pt x="500335" y="144162"/>
                  <a:pt x="499293" y="140132"/>
                  <a:pt x="499223" y="134435"/>
                </a:cubicBezTo>
                <a:moveTo>
                  <a:pt x="499223" y="127603"/>
                </a:moveTo>
                <a:lnTo>
                  <a:pt x="499223" y="91395"/>
                </a:lnTo>
                <a:cubicBezTo>
                  <a:pt x="488732" y="95544"/>
                  <a:pt x="481958" y="98484"/>
                  <a:pt x="478902" y="100214"/>
                </a:cubicBezTo>
                <a:cubicBezTo>
                  <a:pt x="473413" y="103258"/>
                  <a:pt x="469488" y="106440"/>
                  <a:pt x="467125" y="109759"/>
                </a:cubicBezTo>
                <a:cubicBezTo>
                  <a:pt x="464763" y="113079"/>
                  <a:pt x="463582" y="116710"/>
                  <a:pt x="463582" y="120653"/>
                </a:cubicBezTo>
                <a:cubicBezTo>
                  <a:pt x="463582" y="125633"/>
                  <a:pt x="465076" y="129766"/>
                  <a:pt x="468063" y="133051"/>
                </a:cubicBezTo>
                <a:cubicBezTo>
                  <a:pt x="471051" y="136336"/>
                  <a:pt x="474490" y="137978"/>
                  <a:pt x="478380" y="137978"/>
                </a:cubicBezTo>
                <a:cubicBezTo>
                  <a:pt x="483661" y="137978"/>
                  <a:pt x="490608" y="134520"/>
                  <a:pt x="499223" y="127603"/>
                </a:cubicBezTo>
                <a:close/>
                <a:moveTo>
                  <a:pt x="566300" y="69302"/>
                </a:moveTo>
                <a:cubicBezTo>
                  <a:pt x="575540" y="56449"/>
                  <a:pt x="585510" y="50022"/>
                  <a:pt x="596209" y="50022"/>
                </a:cubicBezTo>
                <a:cubicBezTo>
                  <a:pt x="606005" y="50022"/>
                  <a:pt x="614551" y="54204"/>
                  <a:pt x="621846" y="62567"/>
                </a:cubicBezTo>
                <a:cubicBezTo>
                  <a:pt x="629141" y="70930"/>
                  <a:pt x="632788" y="82364"/>
                  <a:pt x="632788" y="96869"/>
                </a:cubicBezTo>
                <a:cubicBezTo>
                  <a:pt x="632788" y="113804"/>
                  <a:pt x="627161" y="127442"/>
                  <a:pt x="615906" y="137783"/>
                </a:cubicBezTo>
                <a:cubicBezTo>
                  <a:pt x="606249" y="146667"/>
                  <a:pt x="595480" y="151109"/>
                  <a:pt x="583600" y="151109"/>
                </a:cubicBezTo>
                <a:cubicBezTo>
                  <a:pt x="578041" y="151109"/>
                  <a:pt x="572397" y="150102"/>
                  <a:pt x="566665" y="148087"/>
                </a:cubicBezTo>
                <a:cubicBezTo>
                  <a:pt x="560933" y="146072"/>
                  <a:pt x="555080" y="143050"/>
                  <a:pt x="549105" y="139020"/>
                </a:cubicBezTo>
                <a:lnTo>
                  <a:pt x="549105" y="40122"/>
                </a:lnTo>
                <a:cubicBezTo>
                  <a:pt x="549105" y="29284"/>
                  <a:pt x="548844" y="22614"/>
                  <a:pt x="548323" y="20113"/>
                </a:cubicBezTo>
                <a:cubicBezTo>
                  <a:pt x="547802" y="17612"/>
                  <a:pt x="546986" y="15910"/>
                  <a:pt x="545874" y="15007"/>
                </a:cubicBezTo>
                <a:cubicBezTo>
                  <a:pt x="544763" y="14104"/>
                  <a:pt x="543373" y="13652"/>
                  <a:pt x="541706" y="13652"/>
                </a:cubicBezTo>
                <a:cubicBezTo>
                  <a:pt x="539761" y="13652"/>
                  <a:pt x="537329" y="14208"/>
                  <a:pt x="534411" y="15319"/>
                </a:cubicBezTo>
                <a:lnTo>
                  <a:pt x="532952" y="11672"/>
                </a:lnTo>
                <a:lnTo>
                  <a:pt x="561611" y="0"/>
                </a:lnTo>
                <a:lnTo>
                  <a:pt x="566300" y="0"/>
                </a:lnTo>
                <a:lnTo>
                  <a:pt x="566300" y="69302"/>
                </a:lnTo>
                <a:moveTo>
                  <a:pt x="566300" y="75942"/>
                </a:moveTo>
                <a:lnTo>
                  <a:pt x="566300" y="132901"/>
                </a:lnTo>
                <a:cubicBezTo>
                  <a:pt x="569843" y="136364"/>
                  <a:pt x="573508" y="138979"/>
                  <a:pt x="577295" y="140746"/>
                </a:cubicBezTo>
                <a:cubicBezTo>
                  <a:pt x="581081" y="142514"/>
                  <a:pt x="584954" y="143397"/>
                  <a:pt x="588914" y="143397"/>
                </a:cubicBezTo>
                <a:cubicBezTo>
                  <a:pt x="595237" y="143397"/>
                  <a:pt x="601125" y="139933"/>
                  <a:pt x="606579" y="133005"/>
                </a:cubicBezTo>
                <a:cubicBezTo>
                  <a:pt x="612032" y="126075"/>
                  <a:pt x="614759" y="115993"/>
                  <a:pt x="614759" y="102757"/>
                </a:cubicBezTo>
                <a:cubicBezTo>
                  <a:pt x="614759" y="90562"/>
                  <a:pt x="612032" y="81191"/>
                  <a:pt x="606579" y="74643"/>
                </a:cubicBezTo>
                <a:cubicBezTo>
                  <a:pt x="601125" y="68095"/>
                  <a:pt x="594924" y="64821"/>
                  <a:pt x="587976" y="64821"/>
                </a:cubicBezTo>
                <a:cubicBezTo>
                  <a:pt x="584294" y="64821"/>
                  <a:pt x="580612" y="65756"/>
                  <a:pt x="576930" y="67628"/>
                </a:cubicBezTo>
                <a:cubicBezTo>
                  <a:pt x="574151" y="69013"/>
                  <a:pt x="570608" y="71784"/>
                  <a:pt x="566300" y="75942"/>
                </a:cubicBezTo>
                <a:close/>
                <a:moveTo>
                  <a:pt x="671473" y="0"/>
                </a:moveTo>
                <a:cubicBezTo>
                  <a:pt x="674391" y="0"/>
                  <a:pt x="676875" y="1030"/>
                  <a:pt x="678924" y="3091"/>
                </a:cubicBezTo>
                <a:cubicBezTo>
                  <a:pt x="680974" y="5149"/>
                  <a:pt x="681998" y="7644"/>
                  <a:pt x="681998" y="10578"/>
                </a:cubicBezTo>
                <a:cubicBezTo>
                  <a:pt x="681998" y="13511"/>
                  <a:pt x="680974" y="16025"/>
                  <a:pt x="678924" y="18120"/>
                </a:cubicBezTo>
                <a:cubicBezTo>
                  <a:pt x="676875" y="20213"/>
                  <a:pt x="674391" y="21259"/>
                  <a:pt x="671473" y="21259"/>
                </a:cubicBezTo>
                <a:cubicBezTo>
                  <a:pt x="668555" y="21259"/>
                  <a:pt x="666054" y="20213"/>
                  <a:pt x="663969" y="18120"/>
                </a:cubicBezTo>
                <a:cubicBezTo>
                  <a:pt x="661885" y="16025"/>
                  <a:pt x="660843" y="13511"/>
                  <a:pt x="660843" y="10578"/>
                </a:cubicBezTo>
                <a:cubicBezTo>
                  <a:pt x="660843" y="7644"/>
                  <a:pt x="661868" y="5149"/>
                  <a:pt x="663917" y="3091"/>
                </a:cubicBezTo>
                <a:cubicBezTo>
                  <a:pt x="665967" y="1030"/>
                  <a:pt x="668485" y="0"/>
                  <a:pt x="671473" y="0"/>
                </a:cubicBezTo>
                <a:moveTo>
                  <a:pt x="680123" y="50022"/>
                </a:moveTo>
                <a:lnTo>
                  <a:pt x="680123" y="126554"/>
                </a:lnTo>
                <a:cubicBezTo>
                  <a:pt x="680123" y="132516"/>
                  <a:pt x="680557" y="136485"/>
                  <a:pt x="681425" y="138460"/>
                </a:cubicBezTo>
                <a:cubicBezTo>
                  <a:pt x="682294" y="140436"/>
                  <a:pt x="683579" y="141909"/>
                  <a:pt x="685281" y="142880"/>
                </a:cubicBezTo>
                <a:cubicBezTo>
                  <a:pt x="686983" y="143850"/>
                  <a:pt x="690092" y="144335"/>
                  <a:pt x="694608" y="144335"/>
                </a:cubicBezTo>
                <a:lnTo>
                  <a:pt x="694608" y="148191"/>
                </a:lnTo>
                <a:lnTo>
                  <a:pt x="648233" y="148191"/>
                </a:lnTo>
                <a:lnTo>
                  <a:pt x="648233" y="144335"/>
                </a:lnTo>
                <a:cubicBezTo>
                  <a:pt x="652888" y="144335"/>
                  <a:pt x="656015" y="143885"/>
                  <a:pt x="657612" y="142984"/>
                </a:cubicBezTo>
                <a:cubicBezTo>
                  <a:pt x="659210" y="142083"/>
                  <a:pt x="660478" y="140592"/>
                  <a:pt x="661416" y="138512"/>
                </a:cubicBezTo>
                <a:cubicBezTo>
                  <a:pt x="662354" y="136432"/>
                  <a:pt x="662823" y="132446"/>
                  <a:pt x="662823" y="126554"/>
                </a:cubicBezTo>
                <a:lnTo>
                  <a:pt x="662823" y="89848"/>
                </a:lnTo>
                <a:cubicBezTo>
                  <a:pt x="662823" y="79518"/>
                  <a:pt x="662510" y="72829"/>
                  <a:pt x="661885" y="69780"/>
                </a:cubicBezTo>
                <a:cubicBezTo>
                  <a:pt x="661399" y="67562"/>
                  <a:pt x="660635" y="66019"/>
                  <a:pt x="659593" y="65153"/>
                </a:cubicBezTo>
                <a:cubicBezTo>
                  <a:pt x="658550" y="64286"/>
                  <a:pt x="657126" y="63853"/>
                  <a:pt x="655320" y="63853"/>
                </a:cubicBezTo>
                <a:cubicBezTo>
                  <a:pt x="653374" y="63853"/>
                  <a:pt x="651012" y="64373"/>
                  <a:pt x="648233" y="65413"/>
                </a:cubicBezTo>
                <a:lnTo>
                  <a:pt x="646774" y="61668"/>
                </a:lnTo>
                <a:lnTo>
                  <a:pt x="675537" y="50022"/>
                </a:lnTo>
                <a:lnTo>
                  <a:pt x="680123" y="50022"/>
                </a:lnTo>
                <a:close/>
                <a:moveTo>
                  <a:pt x="739565" y="0"/>
                </a:moveTo>
                <a:lnTo>
                  <a:pt x="739565" y="126528"/>
                </a:lnTo>
                <a:cubicBezTo>
                  <a:pt x="739565" y="132498"/>
                  <a:pt x="739999" y="136456"/>
                  <a:pt x="740867" y="138402"/>
                </a:cubicBezTo>
                <a:cubicBezTo>
                  <a:pt x="741736" y="140345"/>
                  <a:pt x="743073" y="141820"/>
                  <a:pt x="744879" y="142827"/>
                </a:cubicBezTo>
                <a:cubicBezTo>
                  <a:pt x="746686" y="143833"/>
                  <a:pt x="750055" y="144335"/>
                  <a:pt x="754988" y="144335"/>
                </a:cubicBezTo>
                <a:lnTo>
                  <a:pt x="754988" y="148191"/>
                </a:lnTo>
                <a:lnTo>
                  <a:pt x="708196" y="148191"/>
                </a:lnTo>
                <a:lnTo>
                  <a:pt x="708196" y="144335"/>
                </a:lnTo>
                <a:cubicBezTo>
                  <a:pt x="712573" y="144335"/>
                  <a:pt x="715561" y="143885"/>
                  <a:pt x="717159" y="142984"/>
                </a:cubicBezTo>
                <a:cubicBezTo>
                  <a:pt x="718757" y="142081"/>
                  <a:pt x="720007" y="140588"/>
                  <a:pt x="720910" y="138506"/>
                </a:cubicBezTo>
                <a:cubicBezTo>
                  <a:pt x="721814" y="136422"/>
                  <a:pt x="722265" y="132429"/>
                  <a:pt x="722265" y="126528"/>
                </a:cubicBezTo>
                <a:lnTo>
                  <a:pt x="722265" y="39884"/>
                </a:lnTo>
                <a:cubicBezTo>
                  <a:pt x="722265" y="29124"/>
                  <a:pt x="722022" y="22512"/>
                  <a:pt x="721536" y="20048"/>
                </a:cubicBezTo>
                <a:cubicBezTo>
                  <a:pt x="721049" y="17582"/>
                  <a:pt x="720268" y="15898"/>
                  <a:pt x="719191" y="14997"/>
                </a:cubicBezTo>
                <a:cubicBezTo>
                  <a:pt x="718114" y="14094"/>
                  <a:pt x="716742" y="13642"/>
                  <a:pt x="715075" y="13642"/>
                </a:cubicBezTo>
                <a:cubicBezTo>
                  <a:pt x="713268" y="13642"/>
                  <a:pt x="710975" y="14198"/>
                  <a:pt x="708196" y="15310"/>
                </a:cubicBezTo>
                <a:lnTo>
                  <a:pt x="706425" y="11662"/>
                </a:lnTo>
                <a:lnTo>
                  <a:pt x="734875" y="0"/>
                </a:lnTo>
                <a:lnTo>
                  <a:pt x="739565" y="0"/>
                </a:lnTo>
                <a:close/>
                <a:moveTo>
                  <a:pt x="790565" y="0"/>
                </a:moveTo>
                <a:cubicBezTo>
                  <a:pt x="793483" y="0"/>
                  <a:pt x="795967" y="1030"/>
                  <a:pt x="798016" y="3091"/>
                </a:cubicBezTo>
                <a:cubicBezTo>
                  <a:pt x="800066" y="5149"/>
                  <a:pt x="801091" y="7644"/>
                  <a:pt x="801091" y="10578"/>
                </a:cubicBezTo>
                <a:cubicBezTo>
                  <a:pt x="801091" y="13511"/>
                  <a:pt x="800066" y="16025"/>
                  <a:pt x="798016" y="18120"/>
                </a:cubicBezTo>
                <a:cubicBezTo>
                  <a:pt x="795967" y="20213"/>
                  <a:pt x="793483" y="21259"/>
                  <a:pt x="790565" y="21259"/>
                </a:cubicBezTo>
                <a:cubicBezTo>
                  <a:pt x="787647" y="21259"/>
                  <a:pt x="785146" y="20213"/>
                  <a:pt x="783062" y="18120"/>
                </a:cubicBezTo>
                <a:cubicBezTo>
                  <a:pt x="780978" y="16025"/>
                  <a:pt x="779935" y="13511"/>
                  <a:pt x="779935" y="10578"/>
                </a:cubicBezTo>
                <a:cubicBezTo>
                  <a:pt x="779935" y="7644"/>
                  <a:pt x="780960" y="5149"/>
                  <a:pt x="783010" y="3091"/>
                </a:cubicBezTo>
                <a:cubicBezTo>
                  <a:pt x="785059" y="1030"/>
                  <a:pt x="787578" y="0"/>
                  <a:pt x="790565" y="0"/>
                </a:cubicBezTo>
                <a:moveTo>
                  <a:pt x="799215" y="50022"/>
                </a:moveTo>
                <a:lnTo>
                  <a:pt x="799215" y="126554"/>
                </a:lnTo>
                <a:cubicBezTo>
                  <a:pt x="799215" y="132516"/>
                  <a:pt x="799649" y="136485"/>
                  <a:pt x="800517" y="138460"/>
                </a:cubicBezTo>
                <a:cubicBezTo>
                  <a:pt x="801386" y="140436"/>
                  <a:pt x="802671" y="141909"/>
                  <a:pt x="804373" y="142880"/>
                </a:cubicBezTo>
                <a:cubicBezTo>
                  <a:pt x="806076" y="143850"/>
                  <a:pt x="809185" y="144335"/>
                  <a:pt x="813700" y="144335"/>
                </a:cubicBezTo>
                <a:lnTo>
                  <a:pt x="813700" y="148191"/>
                </a:lnTo>
                <a:lnTo>
                  <a:pt x="767326" y="148191"/>
                </a:lnTo>
                <a:lnTo>
                  <a:pt x="767326" y="144335"/>
                </a:lnTo>
                <a:cubicBezTo>
                  <a:pt x="771980" y="144335"/>
                  <a:pt x="775107" y="143885"/>
                  <a:pt x="776705" y="142984"/>
                </a:cubicBezTo>
                <a:cubicBezTo>
                  <a:pt x="778303" y="142083"/>
                  <a:pt x="779571" y="140592"/>
                  <a:pt x="780509" y="138512"/>
                </a:cubicBezTo>
                <a:cubicBezTo>
                  <a:pt x="781446" y="136432"/>
                  <a:pt x="781915" y="132446"/>
                  <a:pt x="781915" y="126554"/>
                </a:cubicBezTo>
                <a:lnTo>
                  <a:pt x="781915" y="89848"/>
                </a:lnTo>
                <a:cubicBezTo>
                  <a:pt x="781915" y="79518"/>
                  <a:pt x="781603" y="72829"/>
                  <a:pt x="780978" y="69780"/>
                </a:cubicBezTo>
                <a:cubicBezTo>
                  <a:pt x="780491" y="67562"/>
                  <a:pt x="779727" y="66019"/>
                  <a:pt x="778685" y="65153"/>
                </a:cubicBezTo>
                <a:cubicBezTo>
                  <a:pt x="777643" y="64286"/>
                  <a:pt x="776218" y="63853"/>
                  <a:pt x="774412" y="63853"/>
                </a:cubicBezTo>
                <a:cubicBezTo>
                  <a:pt x="772467" y="63853"/>
                  <a:pt x="770105" y="64373"/>
                  <a:pt x="767326" y="65413"/>
                </a:cubicBezTo>
                <a:lnTo>
                  <a:pt x="765867" y="61668"/>
                </a:lnTo>
                <a:lnTo>
                  <a:pt x="794629" y="50022"/>
                </a:lnTo>
                <a:lnTo>
                  <a:pt x="799215" y="50022"/>
                </a:lnTo>
                <a:close/>
                <a:moveTo>
                  <a:pt x="853550" y="21259"/>
                </a:moveTo>
                <a:lnTo>
                  <a:pt x="853550" y="52732"/>
                </a:lnTo>
                <a:lnTo>
                  <a:pt x="875852" y="52732"/>
                </a:lnTo>
                <a:lnTo>
                  <a:pt x="875852" y="60027"/>
                </a:lnTo>
                <a:lnTo>
                  <a:pt x="853550" y="60027"/>
                </a:lnTo>
                <a:lnTo>
                  <a:pt x="853550" y="121845"/>
                </a:lnTo>
                <a:cubicBezTo>
                  <a:pt x="853550" y="128022"/>
                  <a:pt x="854436" y="132186"/>
                  <a:pt x="856208" y="134337"/>
                </a:cubicBezTo>
                <a:cubicBezTo>
                  <a:pt x="857979" y="136487"/>
                  <a:pt x="860255" y="137561"/>
                  <a:pt x="863034" y="137561"/>
                </a:cubicBezTo>
                <a:cubicBezTo>
                  <a:pt x="865326" y="137561"/>
                  <a:pt x="867549" y="136849"/>
                  <a:pt x="869703" y="135425"/>
                </a:cubicBezTo>
                <a:cubicBezTo>
                  <a:pt x="871857" y="134001"/>
                  <a:pt x="873524" y="131899"/>
                  <a:pt x="874705" y="129120"/>
                </a:cubicBezTo>
                <a:lnTo>
                  <a:pt x="878770" y="129120"/>
                </a:lnTo>
                <a:cubicBezTo>
                  <a:pt x="876338" y="135948"/>
                  <a:pt x="872899" y="141112"/>
                  <a:pt x="868453" y="144612"/>
                </a:cubicBezTo>
                <a:cubicBezTo>
                  <a:pt x="864006" y="148110"/>
                  <a:pt x="859421" y="149859"/>
                  <a:pt x="854697" y="149859"/>
                </a:cubicBezTo>
                <a:cubicBezTo>
                  <a:pt x="851501" y="149859"/>
                  <a:pt x="848374" y="148972"/>
                  <a:pt x="845317" y="147198"/>
                </a:cubicBezTo>
                <a:cubicBezTo>
                  <a:pt x="842260" y="145424"/>
                  <a:pt x="840002" y="142886"/>
                  <a:pt x="838543" y="139584"/>
                </a:cubicBezTo>
                <a:cubicBezTo>
                  <a:pt x="837085" y="136279"/>
                  <a:pt x="836355" y="131184"/>
                  <a:pt x="836355" y="124297"/>
                </a:cubicBezTo>
                <a:lnTo>
                  <a:pt x="836355" y="60027"/>
                </a:lnTo>
                <a:lnTo>
                  <a:pt x="821244" y="60027"/>
                </a:lnTo>
                <a:lnTo>
                  <a:pt x="821244" y="56588"/>
                </a:lnTo>
                <a:cubicBezTo>
                  <a:pt x="825065" y="55055"/>
                  <a:pt x="828973" y="52459"/>
                  <a:pt x="832968" y="48801"/>
                </a:cubicBezTo>
                <a:cubicBezTo>
                  <a:pt x="836963" y="45143"/>
                  <a:pt x="840524" y="40805"/>
                  <a:pt x="843650" y="35787"/>
                </a:cubicBezTo>
                <a:cubicBezTo>
                  <a:pt x="845248" y="33141"/>
                  <a:pt x="847471" y="28298"/>
                  <a:pt x="850320" y="21259"/>
                </a:cubicBezTo>
                <a:lnTo>
                  <a:pt x="853550" y="21259"/>
                </a:lnTo>
                <a:close/>
                <a:moveTo>
                  <a:pt x="909657" y="0"/>
                </a:moveTo>
                <a:cubicBezTo>
                  <a:pt x="912575" y="0"/>
                  <a:pt x="915059" y="1030"/>
                  <a:pt x="917109" y="3091"/>
                </a:cubicBezTo>
                <a:cubicBezTo>
                  <a:pt x="919158" y="5149"/>
                  <a:pt x="920183" y="7644"/>
                  <a:pt x="920183" y="10578"/>
                </a:cubicBezTo>
                <a:cubicBezTo>
                  <a:pt x="920183" y="13511"/>
                  <a:pt x="919158" y="16025"/>
                  <a:pt x="917109" y="18120"/>
                </a:cubicBezTo>
                <a:cubicBezTo>
                  <a:pt x="915059" y="20213"/>
                  <a:pt x="912575" y="21259"/>
                  <a:pt x="909657" y="21259"/>
                </a:cubicBezTo>
                <a:cubicBezTo>
                  <a:pt x="906739" y="21259"/>
                  <a:pt x="904238" y="20213"/>
                  <a:pt x="902154" y="18120"/>
                </a:cubicBezTo>
                <a:cubicBezTo>
                  <a:pt x="900070" y="16025"/>
                  <a:pt x="899028" y="13511"/>
                  <a:pt x="899028" y="10578"/>
                </a:cubicBezTo>
                <a:cubicBezTo>
                  <a:pt x="899028" y="7644"/>
                  <a:pt x="900052" y="5149"/>
                  <a:pt x="902102" y="3091"/>
                </a:cubicBezTo>
                <a:cubicBezTo>
                  <a:pt x="904152" y="1030"/>
                  <a:pt x="906670" y="0"/>
                  <a:pt x="909657" y="0"/>
                </a:cubicBezTo>
                <a:moveTo>
                  <a:pt x="918307" y="50022"/>
                </a:moveTo>
                <a:lnTo>
                  <a:pt x="918307" y="126554"/>
                </a:lnTo>
                <a:cubicBezTo>
                  <a:pt x="918307" y="132516"/>
                  <a:pt x="918741" y="136485"/>
                  <a:pt x="919610" y="138460"/>
                </a:cubicBezTo>
                <a:cubicBezTo>
                  <a:pt x="920478" y="140436"/>
                  <a:pt x="921764" y="141909"/>
                  <a:pt x="923466" y="142880"/>
                </a:cubicBezTo>
                <a:cubicBezTo>
                  <a:pt x="925168" y="143850"/>
                  <a:pt x="928277" y="144335"/>
                  <a:pt x="932793" y="144335"/>
                </a:cubicBezTo>
                <a:lnTo>
                  <a:pt x="932793" y="148191"/>
                </a:lnTo>
                <a:lnTo>
                  <a:pt x="886418" y="148191"/>
                </a:lnTo>
                <a:lnTo>
                  <a:pt x="886418" y="144335"/>
                </a:lnTo>
                <a:cubicBezTo>
                  <a:pt x="891073" y="144335"/>
                  <a:pt x="894199" y="143885"/>
                  <a:pt x="895797" y="142984"/>
                </a:cubicBezTo>
                <a:cubicBezTo>
                  <a:pt x="897395" y="142083"/>
                  <a:pt x="898663" y="140592"/>
                  <a:pt x="899601" y="138512"/>
                </a:cubicBezTo>
                <a:cubicBezTo>
                  <a:pt x="900539" y="136432"/>
                  <a:pt x="901008" y="132446"/>
                  <a:pt x="901008" y="126554"/>
                </a:cubicBezTo>
                <a:lnTo>
                  <a:pt x="901008" y="89848"/>
                </a:lnTo>
                <a:cubicBezTo>
                  <a:pt x="901008" y="79518"/>
                  <a:pt x="900695" y="72829"/>
                  <a:pt x="900070" y="69780"/>
                </a:cubicBezTo>
                <a:cubicBezTo>
                  <a:pt x="899584" y="67562"/>
                  <a:pt x="898819" y="66019"/>
                  <a:pt x="897777" y="65153"/>
                </a:cubicBezTo>
                <a:cubicBezTo>
                  <a:pt x="896735" y="64286"/>
                  <a:pt x="895311" y="63853"/>
                  <a:pt x="893504" y="63853"/>
                </a:cubicBezTo>
                <a:cubicBezTo>
                  <a:pt x="891559" y="63853"/>
                  <a:pt x="889197" y="64373"/>
                  <a:pt x="886418" y="65413"/>
                </a:cubicBezTo>
                <a:lnTo>
                  <a:pt x="884959" y="61668"/>
                </a:lnTo>
                <a:lnTo>
                  <a:pt x="913722" y="50022"/>
                </a:lnTo>
                <a:lnTo>
                  <a:pt x="918307" y="50022"/>
                </a:lnTo>
                <a:close/>
                <a:moveTo>
                  <a:pt x="960971" y="88790"/>
                </a:moveTo>
                <a:cubicBezTo>
                  <a:pt x="960901" y="102930"/>
                  <a:pt x="964340" y="114021"/>
                  <a:pt x="971288" y="122063"/>
                </a:cubicBezTo>
                <a:cubicBezTo>
                  <a:pt x="978235" y="130103"/>
                  <a:pt x="986399" y="134122"/>
                  <a:pt x="995778" y="134122"/>
                </a:cubicBezTo>
                <a:cubicBezTo>
                  <a:pt x="1002031" y="134122"/>
                  <a:pt x="1007467" y="132403"/>
                  <a:pt x="1012087" y="128964"/>
                </a:cubicBezTo>
                <a:cubicBezTo>
                  <a:pt x="1016707" y="125525"/>
                  <a:pt x="1020581" y="119637"/>
                  <a:pt x="1023707" y="111300"/>
                </a:cubicBezTo>
                <a:lnTo>
                  <a:pt x="1026938" y="113384"/>
                </a:lnTo>
                <a:cubicBezTo>
                  <a:pt x="1025479" y="122902"/>
                  <a:pt x="1021241" y="131569"/>
                  <a:pt x="1014224" y="139385"/>
                </a:cubicBezTo>
                <a:cubicBezTo>
                  <a:pt x="1007207" y="147201"/>
                  <a:pt x="998418" y="151109"/>
                  <a:pt x="987858" y="151109"/>
                </a:cubicBezTo>
                <a:cubicBezTo>
                  <a:pt x="976394" y="151109"/>
                  <a:pt x="966581" y="146655"/>
                  <a:pt x="958417" y="137747"/>
                </a:cubicBezTo>
                <a:cubicBezTo>
                  <a:pt x="950254" y="128837"/>
                  <a:pt x="946172" y="116859"/>
                  <a:pt x="946172" y="101813"/>
                </a:cubicBezTo>
                <a:cubicBezTo>
                  <a:pt x="946172" y="85521"/>
                  <a:pt x="950358" y="72817"/>
                  <a:pt x="958730" y="63700"/>
                </a:cubicBezTo>
                <a:cubicBezTo>
                  <a:pt x="967102" y="54582"/>
                  <a:pt x="977610" y="50022"/>
                  <a:pt x="990255" y="50022"/>
                </a:cubicBezTo>
                <a:cubicBezTo>
                  <a:pt x="1000954" y="50022"/>
                  <a:pt x="1009742" y="53540"/>
                  <a:pt x="1016620" y="60574"/>
                </a:cubicBezTo>
                <a:cubicBezTo>
                  <a:pt x="1023499" y="67606"/>
                  <a:pt x="1026938" y="77011"/>
                  <a:pt x="1026938" y="88790"/>
                </a:cubicBezTo>
                <a:lnTo>
                  <a:pt x="960971" y="88790"/>
                </a:lnTo>
                <a:moveTo>
                  <a:pt x="960971" y="82745"/>
                </a:moveTo>
                <a:lnTo>
                  <a:pt x="1005157" y="82745"/>
                </a:lnTo>
                <a:cubicBezTo>
                  <a:pt x="1004810" y="76631"/>
                  <a:pt x="1004080" y="72324"/>
                  <a:pt x="1002969" y="69823"/>
                </a:cubicBezTo>
                <a:cubicBezTo>
                  <a:pt x="1001232" y="65932"/>
                  <a:pt x="998644" y="62875"/>
                  <a:pt x="995205" y="60652"/>
                </a:cubicBezTo>
                <a:cubicBezTo>
                  <a:pt x="991766" y="58429"/>
                  <a:pt x="988170" y="57317"/>
                  <a:pt x="984419" y="57317"/>
                </a:cubicBezTo>
                <a:cubicBezTo>
                  <a:pt x="978652" y="57317"/>
                  <a:pt x="973494" y="59558"/>
                  <a:pt x="968943" y="64039"/>
                </a:cubicBezTo>
                <a:cubicBezTo>
                  <a:pt x="964392" y="68520"/>
                  <a:pt x="961735" y="74756"/>
                  <a:pt x="960971" y="82745"/>
                </a:cubicBezTo>
                <a:close/>
                <a:moveTo>
                  <a:pt x="1101622" y="50022"/>
                </a:moveTo>
                <a:lnTo>
                  <a:pt x="1101622" y="82328"/>
                </a:lnTo>
                <a:lnTo>
                  <a:pt x="1098183" y="82328"/>
                </a:lnTo>
                <a:cubicBezTo>
                  <a:pt x="1095542" y="72196"/>
                  <a:pt x="1092156" y="65304"/>
                  <a:pt x="1088022" y="61652"/>
                </a:cubicBezTo>
                <a:cubicBezTo>
                  <a:pt x="1083888" y="57998"/>
                  <a:pt x="1078625" y="56171"/>
                  <a:pt x="1072233" y="56171"/>
                </a:cubicBezTo>
                <a:cubicBezTo>
                  <a:pt x="1067370" y="56171"/>
                  <a:pt x="1063445" y="57455"/>
                  <a:pt x="1060457" y="60024"/>
                </a:cubicBezTo>
                <a:cubicBezTo>
                  <a:pt x="1057470" y="62590"/>
                  <a:pt x="1055976" y="65435"/>
                  <a:pt x="1055976" y="68559"/>
                </a:cubicBezTo>
                <a:cubicBezTo>
                  <a:pt x="1055976" y="72446"/>
                  <a:pt x="1057088" y="75776"/>
                  <a:pt x="1059311" y="78551"/>
                </a:cubicBezTo>
                <a:cubicBezTo>
                  <a:pt x="1061465" y="81397"/>
                  <a:pt x="1065842" y="84416"/>
                  <a:pt x="1072442" y="87607"/>
                </a:cubicBezTo>
                <a:lnTo>
                  <a:pt x="1087657" y="95000"/>
                </a:lnTo>
                <a:cubicBezTo>
                  <a:pt x="1101761" y="101869"/>
                  <a:pt x="1108812" y="110926"/>
                  <a:pt x="1108812" y="122170"/>
                </a:cubicBezTo>
                <a:cubicBezTo>
                  <a:pt x="1108812" y="130844"/>
                  <a:pt x="1105530" y="137836"/>
                  <a:pt x="1098964" y="143147"/>
                </a:cubicBezTo>
                <a:cubicBezTo>
                  <a:pt x="1092399" y="148455"/>
                  <a:pt x="1085052" y="151109"/>
                  <a:pt x="1076923" y="151109"/>
                </a:cubicBezTo>
                <a:cubicBezTo>
                  <a:pt x="1071087" y="151109"/>
                  <a:pt x="1064417" y="150067"/>
                  <a:pt x="1056914" y="147983"/>
                </a:cubicBezTo>
                <a:cubicBezTo>
                  <a:pt x="1054621" y="147288"/>
                  <a:pt x="1052746" y="146941"/>
                  <a:pt x="1051287" y="146941"/>
                </a:cubicBezTo>
                <a:cubicBezTo>
                  <a:pt x="1049689" y="146941"/>
                  <a:pt x="1048438" y="147844"/>
                  <a:pt x="1047535" y="149650"/>
                </a:cubicBezTo>
                <a:lnTo>
                  <a:pt x="1044096" y="149650"/>
                </a:lnTo>
                <a:lnTo>
                  <a:pt x="1044096" y="115468"/>
                </a:lnTo>
                <a:lnTo>
                  <a:pt x="1047535" y="115468"/>
                </a:lnTo>
                <a:cubicBezTo>
                  <a:pt x="1049480" y="125229"/>
                  <a:pt x="1053197" y="132585"/>
                  <a:pt x="1058686" y="137535"/>
                </a:cubicBezTo>
                <a:cubicBezTo>
                  <a:pt x="1064174" y="142485"/>
                  <a:pt x="1070323" y="144961"/>
                  <a:pt x="1077131" y="144961"/>
                </a:cubicBezTo>
                <a:cubicBezTo>
                  <a:pt x="1081925" y="144961"/>
                  <a:pt x="1085833" y="143556"/>
                  <a:pt x="1088855" y="140746"/>
                </a:cubicBezTo>
                <a:cubicBezTo>
                  <a:pt x="1091878" y="137935"/>
                  <a:pt x="1093389" y="134551"/>
                  <a:pt x="1093389" y="130595"/>
                </a:cubicBezTo>
                <a:cubicBezTo>
                  <a:pt x="1093389" y="125806"/>
                  <a:pt x="1091704" y="121781"/>
                  <a:pt x="1088334" y="118520"/>
                </a:cubicBezTo>
                <a:cubicBezTo>
                  <a:pt x="1084965" y="115259"/>
                  <a:pt x="1078243" y="111130"/>
                  <a:pt x="1068169" y="106135"/>
                </a:cubicBezTo>
                <a:cubicBezTo>
                  <a:pt x="1058095" y="101137"/>
                  <a:pt x="1051495" y="96625"/>
                  <a:pt x="1048369" y="92600"/>
                </a:cubicBezTo>
                <a:cubicBezTo>
                  <a:pt x="1045242" y="88644"/>
                  <a:pt x="1043679" y="83647"/>
                  <a:pt x="1043679" y="77609"/>
                </a:cubicBezTo>
                <a:cubicBezTo>
                  <a:pt x="1043679" y="69767"/>
                  <a:pt x="1046371" y="63210"/>
                  <a:pt x="1051756" y="57936"/>
                </a:cubicBezTo>
                <a:cubicBezTo>
                  <a:pt x="1057140" y="52660"/>
                  <a:pt x="1064105" y="50022"/>
                  <a:pt x="1072650" y="50022"/>
                </a:cubicBezTo>
                <a:cubicBezTo>
                  <a:pt x="1076402" y="50022"/>
                  <a:pt x="1080953" y="50821"/>
                  <a:pt x="1086302" y="52419"/>
                </a:cubicBezTo>
                <a:cubicBezTo>
                  <a:pt x="1089845" y="53461"/>
                  <a:pt x="1092208" y="53982"/>
                  <a:pt x="1093389" y="53982"/>
                </a:cubicBezTo>
                <a:cubicBezTo>
                  <a:pt x="1094500" y="53982"/>
                  <a:pt x="1095369" y="53739"/>
                  <a:pt x="1095994" y="53253"/>
                </a:cubicBezTo>
                <a:cubicBezTo>
                  <a:pt x="1096619" y="52767"/>
                  <a:pt x="1097349" y="51690"/>
                  <a:pt x="1098183" y="50022"/>
                </a:cubicBezTo>
                <a:lnTo>
                  <a:pt x="1101622" y="50022"/>
                </a:ln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48ICVmodels">
            <a:extLst xmlns:a="http://schemas.openxmlformats.org/drawingml/2006/main">
              <a:ext uri="{FF2B5EF4-FFF2-40B4-BE49-F238E27FC236}">
                <a16:creationId xmlns:a16="http://schemas.microsoft.com/office/drawing/2014/main" id="{1A28C848-EE86-420F-9406-8D62F5C7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180" y="1681370"/>
            <a:ext cx="1293245" cy="151318"/>
          </a:xfrm>
          <a:custGeom xmlns:a="http://schemas.openxmlformats.org/drawingml/2006/main">
            <a:pathLst>
              <a:path w="1293245" h="151318">
                <a:moveTo>
                  <a:pt x="95980" y="96085"/>
                </a:moveTo>
                <a:lnTo>
                  <a:pt x="95980" y="110883"/>
                </a:lnTo>
                <a:lnTo>
                  <a:pt x="77014" y="110883"/>
                </a:lnTo>
                <a:lnTo>
                  <a:pt x="77014" y="148191"/>
                </a:lnTo>
                <a:lnTo>
                  <a:pt x="59818" y="148191"/>
                </a:lnTo>
                <a:lnTo>
                  <a:pt x="59818" y="110883"/>
                </a:lnTo>
                <a:lnTo>
                  <a:pt x="0" y="110883"/>
                </a:lnTo>
                <a:lnTo>
                  <a:pt x="0" y="97544"/>
                </a:lnTo>
                <a:lnTo>
                  <a:pt x="65550" y="3960"/>
                </a:lnTo>
                <a:lnTo>
                  <a:pt x="77014" y="3960"/>
                </a:lnTo>
                <a:lnTo>
                  <a:pt x="77014" y="96085"/>
                </a:lnTo>
                <a:lnTo>
                  <a:pt x="95980" y="96085"/>
                </a:lnTo>
                <a:moveTo>
                  <a:pt x="59818" y="96085"/>
                </a:moveTo>
                <a:lnTo>
                  <a:pt x="59818" y="25949"/>
                </a:lnTo>
                <a:lnTo>
                  <a:pt x="10213" y="96085"/>
                </a:lnTo>
                <a:lnTo>
                  <a:pt x="59818" y="96085"/>
                </a:lnTo>
                <a:close/>
                <a:moveTo>
                  <a:pt x="144670" y="77014"/>
                </a:moveTo>
                <a:cubicBezTo>
                  <a:pt x="133484" y="67843"/>
                  <a:pt x="126276" y="60478"/>
                  <a:pt x="123046" y="54920"/>
                </a:cubicBezTo>
                <a:cubicBezTo>
                  <a:pt x="119815" y="49362"/>
                  <a:pt x="118200" y="43596"/>
                  <a:pt x="118200" y="37621"/>
                </a:cubicBezTo>
                <a:cubicBezTo>
                  <a:pt x="118200" y="28450"/>
                  <a:pt x="121743" y="20547"/>
                  <a:pt x="128829" y="13912"/>
                </a:cubicBezTo>
                <a:cubicBezTo>
                  <a:pt x="135916" y="7278"/>
                  <a:pt x="145330" y="3960"/>
                  <a:pt x="157071" y="3960"/>
                </a:cubicBezTo>
                <a:cubicBezTo>
                  <a:pt x="168465" y="3960"/>
                  <a:pt x="177636" y="7052"/>
                  <a:pt x="184583" y="13235"/>
                </a:cubicBezTo>
                <a:cubicBezTo>
                  <a:pt x="191531" y="19418"/>
                  <a:pt x="195005" y="26470"/>
                  <a:pt x="195005" y="34390"/>
                </a:cubicBezTo>
                <a:cubicBezTo>
                  <a:pt x="195005" y="39670"/>
                  <a:pt x="193129" y="45055"/>
                  <a:pt x="189377" y="50543"/>
                </a:cubicBezTo>
                <a:cubicBezTo>
                  <a:pt x="185626" y="56032"/>
                  <a:pt x="177810" y="62493"/>
                  <a:pt x="165929" y="69927"/>
                </a:cubicBezTo>
                <a:cubicBezTo>
                  <a:pt x="178157" y="79376"/>
                  <a:pt x="186251" y="86810"/>
                  <a:pt x="190211" y="92229"/>
                </a:cubicBezTo>
                <a:cubicBezTo>
                  <a:pt x="195491" y="99315"/>
                  <a:pt x="198131" y="106784"/>
                  <a:pt x="198131" y="114634"/>
                </a:cubicBezTo>
                <a:cubicBezTo>
                  <a:pt x="198131" y="124569"/>
                  <a:pt x="194345" y="133063"/>
                  <a:pt x="186772" y="140115"/>
                </a:cubicBezTo>
                <a:cubicBezTo>
                  <a:pt x="179199" y="147166"/>
                  <a:pt x="169264" y="150692"/>
                  <a:pt x="156967" y="150692"/>
                </a:cubicBezTo>
                <a:cubicBezTo>
                  <a:pt x="143558" y="150692"/>
                  <a:pt x="133102" y="146489"/>
                  <a:pt x="125599" y="138082"/>
                </a:cubicBezTo>
                <a:cubicBezTo>
                  <a:pt x="119624" y="131343"/>
                  <a:pt x="116636" y="123979"/>
                  <a:pt x="116636" y="115989"/>
                </a:cubicBezTo>
                <a:cubicBezTo>
                  <a:pt x="116636" y="109736"/>
                  <a:pt x="118738" y="103536"/>
                  <a:pt x="122941" y="97387"/>
                </a:cubicBezTo>
                <a:cubicBezTo>
                  <a:pt x="127145" y="91239"/>
                  <a:pt x="134387" y="84447"/>
                  <a:pt x="144670" y="77014"/>
                </a:cubicBezTo>
                <a:moveTo>
                  <a:pt x="161031" y="65863"/>
                </a:moveTo>
                <a:cubicBezTo>
                  <a:pt x="169368" y="58359"/>
                  <a:pt x="174648" y="52437"/>
                  <a:pt x="176872" y="48094"/>
                </a:cubicBezTo>
                <a:cubicBezTo>
                  <a:pt x="179095" y="43752"/>
                  <a:pt x="180206" y="38837"/>
                  <a:pt x="180206" y="33348"/>
                </a:cubicBezTo>
                <a:cubicBezTo>
                  <a:pt x="180206" y="26053"/>
                  <a:pt x="178157" y="20339"/>
                  <a:pt x="174058" y="16205"/>
                </a:cubicBezTo>
                <a:cubicBezTo>
                  <a:pt x="169959" y="12071"/>
                  <a:pt x="164366" y="10004"/>
                  <a:pt x="157280" y="10004"/>
                </a:cubicBezTo>
                <a:cubicBezTo>
                  <a:pt x="150193" y="10004"/>
                  <a:pt x="144427" y="12054"/>
                  <a:pt x="139980" y="16153"/>
                </a:cubicBezTo>
                <a:cubicBezTo>
                  <a:pt x="135534" y="20252"/>
                  <a:pt x="133311" y="25046"/>
                  <a:pt x="133311" y="30534"/>
                </a:cubicBezTo>
                <a:cubicBezTo>
                  <a:pt x="133311" y="34147"/>
                  <a:pt x="134231" y="37760"/>
                  <a:pt x="136072" y="41373"/>
                </a:cubicBezTo>
                <a:cubicBezTo>
                  <a:pt x="137913" y="44985"/>
                  <a:pt x="140536" y="48424"/>
                  <a:pt x="143940" y="51690"/>
                </a:cubicBezTo>
                <a:lnTo>
                  <a:pt x="161031" y="65863"/>
                </a:lnTo>
                <a:moveTo>
                  <a:pt x="149568" y="80974"/>
                </a:moveTo>
                <a:cubicBezTo>
                  <a:pt x="143801" y="85837"/>
                  <a:pt x="139529" y="91134"/>
                  <a:pt x="136750" y="96866"/>
                </a:cubicBezTo>
                <a:cubicBezTo>
                  <a:pt x="133971" y="102598"/>
                  <a:pt x="132581" y="108799"/>
                  <a:pt x="132581" y="115468"/>
                </a:cubicBezTo>
                <a:cubicBezTo>
                  <a:pt x="132581" y="124431"/>
                  <a:pt x="135030" y="131604"/>
                  <a:pt x="139928" y="136988"/>
                </a:cubicBezTo>
                <a:cubicBezTo>
                  <a:pt x="144826" y="142373"/>
                  <a:pt x="151062" y="145065"/>
                  <a:pt x="158634" y="145065"/>
                </a:cubicBezTo>
                <a:cubicBezTo>
                  <a:pt x="166138" y="145065"/>
                  <a:pt x="172147" y="142946"/>
                  <a:pt x="176663" y="138708"/>
                </a:cubicBezTo>
                <a:cubicBezTo>
                  <a:pt x="181179" y="134470"/>
                  <a:pt x="183437" y="129329"/>
                  <a:pt x="183437" y="123284"/>
                </a:cubicBezTo>
                <a:cubicBezTo>
                  <a:pt x="183437" y="118282"/>
                  <a:pt x="182117" y="113801"/>
                  <a:pt x="179477" y="109841"/>
                </a:cubicBezTo>
                <a:cubicBezTo>
                  <a:pt x="174544" y="102476"/>
                  <a:pt x="164574" y="92854"/>
                  <a:pt x="149568" y="80974"/>
                </a:cubicBezTo>
                <a:close/>
                <a:moveTo>
                  <a:pt x="330150" y="144335"/>
                </a:moveTo>
                <a:lnTo>
                  <a:pt x="330150" y="148191"/>
                </a:lnTo>
                <a:lnTo>
                  <a:pt x="269602" y="148191"/>
                </a:lnTo>
                <a:lnTo>
                  <a:pt x="269602" y="144335"/>
                </a:lnTo>
                <a:lnTo>
                  <a:pt x="274605" y="144335"/>
                </a:lnTo>
                <a:cubicBezTo>
                  <a:pt x="280440" y="144335"/>
                  <a:pt x="284678" y="142633"/>
                  <a:pt x="287319" y="139229"/>
                </a:cubicBezTo>
                <a:cubicBezTo>
                  <a:pt x="288986" y="137006"/>
                  <a:pt x="289820" y="131656"/>
                  <a:pt x="289820" y="123180"/>
                </a:cubicBezTo>
                <a:lnTo>
                  <a:pt x="289820" y="31889"/>
                </a:lnTo>
                <a:cubicBezTo>
                  <a:pt x="289820" y="24733"/>
                  <a:pt x="289368" y="20009"/>
                  <a:pt x="288465" y="17716"/>
                </a:cubicBezTo>
                <a:cubicBezTo>
                  <a:pt x="287770" y="15979"/>
                  <a:pt x="286346" y="14486"/>
                  <a:pt x="284192" y="13235"/>
                </a:cubicBezTo>
                <a:cubicBezTo>
                  <a:pt x="281135" y="11568"/>
                  <a:pt x="277939" y="10734"/>
                  <a:pt x="274605" y="10734"/>
                </a:cubicBezTo>
                <a:lnTo>
                  <a:pt x="269602" y="10734"/>
                </a:lnTo>
                <a:lnTo>
                  <a:pt x="269602" y="6878"/>
                </a:lnTo>
                <a:lnTo>
                  <a:pt x="330150" y="6878"/>
                </a:lnTo>
                <a:lnTo>
                  <a:pt x="330150" y="10734"/>
                </a:lnTo>
                <a:lnTo>
                  <a:pt x="325044" y="10734"/>
                </a:lnTo>
                <a:cubicBezTo>
                  <a:pt x="319277" y="10734"/>
                  <a:pt x="315074" y="12436"/>
                  <a:pt x="312434" y="15840"/>
                </a:cubicBezTo>
                <a:cubicBezTo>
                  <a:pt x="310697" y="18064"/>
                  <a:pt x="309829" y="23413"/>
                  <a:pt x="309829" y="31889"/>
                </a:cubicBezTo>
                <a:lnTo>
                  <a:pt x="309829" y="123180"/>
                </a:lnTo>
                <a:cubicBezTo>
                  <a:pt x="309829" y="130336"/>
                  <a:pt x="310280" y="135060"/>
                  <a:pt x="311183" y="137353"/>
                </a:cubicBezTo>
                <a:cubicBezTo>
                  <a:pt x="311878" y="139090"/>
                  <a:pt x="313337" y="140584"/>
                  <a:pt x="315560" y="141834"/>
                </a:cubicBezTo>
                <a:cubicBezTo>
                  <a:pt x="318548" y="143502"/>
                  <a:pt x="321709" y="144335"/>
                  <a:pt x="325044" y="144335"/>
                </a:cubicBezTo>
                <a:lnTo>
                  <a:pt x="330150" y="144335"/>
                </a:lnTo>
                <a:close/>
                <a:moveTo>
                  <a:pt x="464371" y="3752"/>
                </a:moveTo>
                <a:lnTo>
                  <a:pt x="467602" y="51690"/>
                </a:lnTo>
                <a:lnTo>
                  <a:pt x="464371" y="51690"/>
                </a:lnTo>
                <a:cubicBezTo>
                  <a:pt x="460063" y="37271"/>
                  <a:pt x="453915" y="26894"/>
                  <a:pt x="445925" y="20556"/>
                </a:cubicBezTo>
                <a:cubicBezTo>
                  <a:pt x="437936" y="14216"/>
                  <a:pt x="428348" y="11047"/>
                  <a:pt x="417162" y="11047"/>
                </a:cubicBezTo>
                <a:cubicBezTo>
                  <a:pt x="407783" y="11047"/>
                  <a:pt x="399307" y="13428"/>
                  <a:pt x="391734" y="18192"/>
                </a:cubicBezTo>
                <a:cubicBezTo>
                  <a:pt x="384162" y="22953"/>
                  <a:pt x="378204" y="30549"/>
                  <a:pt x="373862" y="40979"/>
                </a:cubicBezTo>
                <a:cubicBezTo>
                  <a:pt x="369520" y="51409"/>
                  <a:pt x="367349" y="64377"/>
                  <a:pt x="367349" y="79883"/>
                </a:cubicBezTo>
                <a:cubicBezTo>
                  <a:pt x="367349" y="92675"/>
                  <a:pt x="369398" y="103765"/>
                  <a:pt x="373497" y="113153"/>
                </a:cubicBezTo>
                <a:cubicBezTo>
                  <a:pt x="377596" y="122538"/>
                  <a:pt x="383762" y="129735"/>
                  <a:pt x="391995" y="134741"/>
                </a:cubicBezTo>
                <a:cubicBezTo>
                  <a:pt x="400228" y="139748"/>
                  <a:pt x="409624" y="142251"/>
                  <a:pt x="420185" y="142251"/>
                </a:cubicBezTo>
                <a:cubicBezTo>
                  <a:pt x="429355" y="142251"/>
                  <a:pt x="437449" y="140288"/>
                  <a:pt x="444466" y="136363"/>
                </a:cubicBezTo>
                <a:cubicBezTo>
                  <a:pt x="451483" y="132438"/>
                  <a:pt x="459195" y="124639"/>
                  <a:pt x="467602" y="112967"/>
                </a:cubicBezTo>
                <a:lnTo>
                  <a:pt x="470832" y="115045"/>
                </a:lnTo>
                <a:cubicBezTo>
                  <a:pt x="463746" y="127587"/>
                  <a:pt x="455478" y="136769"/>
                  <a:pt x="446029" y="142590"/>
                </a:cubicBezTo>
                <a:cubicBezTo>
                  <a:pt x="436581" y="148408"/>
                  <a:pt x="425361" y="151318"/>
                  <a:pt x="412369" y="151318"/>
                </a:cubicBezTo>
                <a:cubicBezTo>
                  <a:pt x="388955" y="151318"/>
                  <a:pt x="370822" y="142645"/>
                  <a:pt x="357969" y="125300"/>
                </a:cubicBezTo>
                <a:cubicBezTo>
                  <a:pt x="348382" y="112397"/>
                  <a:pt x="343588" y="97204"/>
                  <a:pt x="343588" y="79720"/>
                </a:cubicBezTo>
                <a:cubicBezTo>
                  <a:pt x="343588" y="65636"/>
                  <a:pt x="346749" y="52697"/>
                  <a:pt x="353071" y="40904"/>
                </a:cubicBezTo>
                <a:cubicBezTo>
                  <a:pt x="359394" y="29110"/>
                  <a:pt x="368095" y="19970"/>
                  <a:pt x="379177" y="13483"/>
                </a:cubicBezTo>
                <a:cubicBezTo>
                  <a:pt x="390258" y="6995"/>
                  <a:pt x="402364" y="3752"/>
                  <a:pt x="415495" y="3752"/>
                </a:cubicBezTo>
                <a:cubicBezTo>
                  <a:pt x="425708" y="3752"/>
                  <a:pt x="435782" y="6253"/>
                  <a:pt x="445717" y="11255"/>
                </a:cubicBezTo>
                <a:cubicBezTo>
                  <a:pt x="448635" y="12783"/>
                  <a:pt x="450719" y="13548"/>
                  <a:pt x="451970" y="13548"/>
                </a:cubicBezTo>
                <a:cubicBezTo>
                  <a:pt x="453845" y="13548"/>
                  <a:pt x="455478" y="12888"/>
                  <a:pt x="456868" y="11568"/>
                </a:cubicBezTo>
                <a:cubicBezTo>
                  <a:pt x="458674" y="9692"/>
                  <a:pt x="459959" y="7087"/>
                  <a:pt x="460724" y="3752"/>
                </a:cubicBezTo>
                <a:lnTo>
                  <a:pt x="464371" y="3752"/>
                </a:lnTo>
                <a:close/>
                <a:moveTo>
                  <a:pt x="629911" y="6878"/>
                </a:moveTo>
                <a:lnTo>
                  <a:pt x="629911" y="10734"/>
                </a:lnTo>
                <a:cubicBezTo>
                  <a:pt x="624909" y="11637"/>
                  <a:pt x="621122" y="13234"/>
                  <a:pt x="618552" y="15525"/>
                </a:cubicBezTo>
                <a:cubicBezTo>
                  <a:pt x="614869" y="18927"/>
                  <a:pt x="611604" y="24133"/>
                  <a:pt x="608755" y="31143"/>
                </a:cubicBezTo>
                <a:lnTo>
                  <a:pt x="559463" y="151318"/>
                </a:lnTo>
                <a:lnTo>
                  <a:pt x="555607" y="151318"/>
                </a:lnTo>
                <a:lnTo>
                  <a:pt x="502666" y="29584"/>
                </a:lnTo>
                <a:cubicBezTo>
                  <a:pt x="499957" y="23335"/>
                  <a:pt x="498046" y="19516"/>
                  <a:pt x="496935" y="18127"/>
                </a:cubicBezTo>
                <a:cubicBezTo>
                  <a:pt x="495198" y="15975"/>
                  <a:pt x="493062" y="14292"/>
                  <a:pt x="490526" y="13079"/>
                </a:cubicBezTo>
                <a:cubicBezTo>
                  <a:pt x="487990" y="11863"/>
                  <a:pt x="484568" y="11081"/>
                  <a:pt x="480261" y="10734"/>
                </a:cubicBezTo>
                <a:lnTo>
                  <a:pt x="480261" y="6878"/>
                </a:lnTo>
                <a:lnTo>
                  <a:pt x="537995" y="6878"/>
                </a:lnTo>
                <a:lnTo>
                  <a:pt x="537995" y="10734"/>
                </a:lnTo>
                <a:cubicBezTo>
                  <a:pt x="531464" y="11359"/>
                  <a:pt x="527226" y="12471"/>
                  <a:pt x="525281" y="14069"/>
                </a:cubicBezTo>
                <a:cubicBezTo>
                  <a:pt x="523335" y="15665"/>
                  <a:pt x="522363" y="17712"/>
                  <a:pt x="522363" y="20211"/>
                </a:cubicBezTo>
                <a:cubicBezTo>
                  <a:pt x="522363" y="23682"/>
                  <a:pt x="523961" y="29097"/>
                  <a:pt x="527157" y="36455"/>
                </a:cubicBezTo>
                <a:lnTo>
                  <a:pt x="563110" y="119243"/>
                </a:lnTo>
                <a:lnTo>
                  <a:pt x="596458" y="37497"/>
                </a:lnTo>
                <a:cubicBezTo>
                  <a:pt x="599724" y="29445"/>
                  <a:pt x="601356" y="23856"/>
                  <a:pt x="601356" y="20732"/>
                </a:cubicBezTo>
                <a:cubicBezTo>
                  <a:pt x="601356" y="18717"/>
                  <a:pt x="600349" y="16790"/>
                  <a:pt x="598334" y="14951"/>
                </a:cubicBezTo>
                <a:cubicBezTo>
                  <a:pt x="596319" y="13112"/>
                  <a:pt x="592915" y="11811"/>
                  <a:pt x="588121" y="11047"/>
                </a:cubicBezTo>
                <a:cubicBezTo>
                  <a:pt x="587774" y="10977"/>
                  <a:pt x="587183" y="10873"/>
                  <a:pt x="586350" y="10734"/>
                </a:cubicBezTo>
                <a:lnTo>
                  <a:pt x="586350" y="6878"/>
                </a:lnTo>
                <a:lnTo>
                  <a:pt x="629911" y="6878"/>
                </a:lnTo>
                <a:close/>
                <a:moveTo>
                  <a:pt x="717462" y="70344"/>
                </a:moveTo>
                <a:cubicBezTo>
                  <a:pt x="724410" y="63396"/>
                  <a:pt x="728509" y="59402"/>
                  <a:pt x="729759" y="58359"/>
                </a:cubicBezTo>
                <a:cubicBezTo>
                  <a:pt x="732886" y="55719"/>
                  <a:pt x="736255" y="53670"/>
                  <a:pt x="739868" y="52211"/>
                </a:cubicBezTo>
                <a:cubicBezTo>
                  <a:pt x="743481" y="50752"/>
                  <a:pt x="747059" y="50022"/>
                  <a:pt x="750602" y="50022"/>
                </a:cubicBezTo>
                <a:cubicBezTo>
                  <a:pt x="756577" y="50022"/>
                  <a:pt x="761718" y="51759"/>
                  <a:pt x="766026" y="55233"/>
                </a:cubicBezTo>
                <a:cubicBezTo>
                  <a:pt x="770333" y="58707"/>
                  <a:pt x="773216" y="63744"/>
                  <a:pt x="774675" y="70344"/>
                </a:cubicBezTo>
                <a:cubicBezTo>
                  <a:pt x="781831" y="62007"/>
                  <a:pt x="787876" y="56536"/>
                  <a:pt x="792808" y="53930"/>
                </a:cubicBezTo>
                <a:cubicBezTo>
                  <a:pt x="797741" y="51325"/>
                  <a:pt x="802813" y="50022"/>
                  <a:pt x="808023" y="50022"/>
                </a:cubicBezTo>
                <a:cubicBezTo>
                  <a:pt x="813095" y="50022"/>
                  <a:pt x="817594" y="51323"/>
                  <a:pt x="821519" y="53924"/>
                </a:cubicBezTo>
                <a:cubicBezTo>
                  <a:pt x="825444" y="56523"/>
                  <a:pt x="828553" y="60768"/>
                  <a:pt x="830846" y="66661"/>
                </a:cubicBezTo>
                <a:cubicBezTo>
                  <a:pt x="832375" y="70681"/>
                  <a:pt x="833139" y="76990"/>
                  <a:pt x="833139" y="85585"/>
                </a:cubicBezTo>
                <a:lnTo>
                  <a:pt x="833139" y="126554"/>
                </a:lnTo>
                <a:cubicBezTo>
                  <a:pt x="833139" y="132516"/>
                  <a:pt x="833590" y="136606"/>
                  <a:pt x="834494" y="138825"/>
                </a:cubicBezTo>
                <a:cubicBezTo>
                  <a:pt x="835188" y="140349"/>
                  <a:pt x="836474" y="141648"/>
                  <a:pt x="838350" y="142723"/>
                </a:cubicBezTo>
                <a:cubicBezTo>
                  <a:pt x="840225" y="143798"/>
                  <a:pt x="843282" y="144335"/>
                  <a:pt x="847520" y="144335"/>
                </a:cubicBezTo>
                <a:lnTo>
                  <a:pt x="847520" y="148191"/>
                </a:lnTo>
                <a:lnTo>
                  <a:pt x="800416" y="148191"/>
                </a:lnTo>
                <a:lnTo>
                  <a:pt x="800416" y="144335"/>
                </a:lnTo>
                <a:lnTo>
                  <a:pt x="802396" y="144335"/>
                </a:lnTo>
                <a:cubicBezTo>
                  <a:pt x="806495" y="144335"/>
                  <a:pt x="809691" y="143541"/>
                  <a:pt x="811984" y="141951"/>
                </a:cubicBezTo>
                <a:cubicBezTo>
                  <a:pt x="813582" y="140844"/>
                  <a:pt x="814728" y="139081"/>
                  <a:pt x="815423" y="136663"/>
                </a:cubicBezTo>
                <a:cubicBezTo>
                  <a:pt x="815701" y="135488"/>
                  <a:pt x="815839" y="132136"/>
                  <a:pt x="815839" y="126606"/>
                </a:cubicBezTo>
                <a:lnTo>
                  <a:pt x="815839" y="85754"/>
                </a:lnTo>
                <a:cubicBezTo>
                  <a:pt x="815839" y="78012"/>
                  <a:pt x="814902" y="72552"/>
                  <a:pt x="813026" y="69373"/>
                </a:cubicBezTo>
                <a:cubicBezTo>
                  <a:pt x="810316" y="64949"/>
                  <a:pt x="805974" y="62736"/>
                  <a:pt x="799999" y="62736"/>
                </a:cubicBezTo>
                <a:cubicBezTo>
                  <a:pt x="796317" y="62736"/>
                  <a:pt x="792617" y="63653"/>
                  <a:pt x="788900" y="65485"/>
                </a:cubicBezTo>
                <a:cubicBezTo>
                  <a:pt x="785183" y="67315"/>
                  <a:pt x="780685" y="70719"/>
                  <a:pt x="775405" y="75698"/>
                </a:cubicBezTo>
                <a:lnTo>
                  <a:pt x="775196" y="76838"/>
                </a:lnTo>
                <a:lnTo>
                  <a:pt x="775405" y="81296"/>
                </a:lnTo>
                <a:lnTo>
                  <a:pt x="775405" y="126606"/>
                </a:lnTo>
                <a:cubicBezTo>
                  <a:pt x="775405" y="133104"/>
                  <a:pt x="775769" y="137148"/>
                  <a:pt x="776499" y="138737"/>
                </a:cubicBezTo>
                <a:cubicBezTo>
                  <a:pt x="777228" y="140326"/>
                  <a:pt x="778601" y="141657"/>
                  <a:pt x="780615" y="142730"/>
                </a:cubicBezTo>
                <a:cubicBezTo>
                  <a:pt x="782630" y="143800"/>
                  <a:pt x="786069" y="144335"/>
                  <a:pt x="790933" y="144335"/>
                </a:cubicBezTo>
                <a:lnTo>
                  <a:pt x="790933" y="148191"/>
                </a:lnTo>
                <a:lnTo>
                  <a:pt x="742682" y="148191"/>
                </a:lnTo>
                <a:lnTo>
                  <a:pt x="742682" y="144335"/>
                </a:lnTo>
                <a:cubicBezTo>
                  <a:pt x="747962" y="144335"/>
                  <a:pt x="751592" y="143713"/>
                  <a:pt x="753572" y="142469"/>
                </a:cubicBezTo>
                <a:cubicBezTo>
                  <a:pt x="755552" y="141225"/>
                  <a:pt x="756924" y="139359"/>
                  <a:pt x="757689" y="136871"/>
                </a:cubicBezTo>
                <a:cubicBezTo>
                  <a:pt x="758036" y="135694"/>
                  <a:pt x="758210" y="132273"/>
                  <a:pt x="758210" y="126606"/>
                </a:cubicBezTo>
                <a:lnTo>
                  <a:pt x="758210" y="85754"/>
                </a:lnTo>
                <a:cubicBezTo>
                  <a:pt x="758210" y="78012"/>
                  <a:pt x="757063" y="72448"/>
                  <a:pt x="754771" y="69061"/>
                </a:cubicBezTo>
                <a:cubicBezTo>
                  <a:pt x="751714" y="64636"/>
                  <a:pt x="747441" y="62424"/>
                  <a:pt x="741952" y="62424"/>
                </a:cubicBezTo>
                <a:cubicBezTo>
                  <a:pt x="738201" y="62424"/>
                  <a:pt x="734484" y="63426"/>
                  <a:pt x="730802" y="65430"/>
                </a:cubicBezTo>
                <a:cubicBezTo>
                  <a:pt x="725035" y="68471"/>
                  <a:pt x="720589" y="71893"/>
                  <a:pt x="717462" y="75695"/>
                </a:cubicBezTo>
                <a:lnTo>
                  <a:pt x="717462" y="126606"/>
                </a:lnTo>
                <a:cubicBezTo>
                  <a:pt x="717462" y="132826"/>
                  <a:pt x="717896" y="136870"/>
                  <a:pt x="718765" y="138737"/>
                </a:cubicBezTo>
                <a:cubicBezTo>
                  <a:pt x="719633" y="140602"/>
                  <a:pt x="720919" y="142001"/>
                  <a:pt x="722621" y="142935"/>
                </a:cubicBezTo>
                <a:cubicBezTo>
                  <a:pt x="724323" y="143868"/>
                  <a:pt x="727779" y="144335"/>
                  <a:pt x="732990" y="144335"/>
                </a:cubicBezTo>
                <a:lnTo>
                  <a:pt x="732990" y="148191"/>
                </a:lnTo>
                <a:lnTo>
                  <a:pt x="685781" y="148191"/>
                </a:lnTo>
                <a:lnTo>
                  <a:pt x="685781" y="144335"/>
                </a:lnTo>
                <a:cubicBezTo>
                  <a:pt x="690158" y="144335"/>
                  <a:pt x="693215" y="143867"/>
                  <a:pt x="694952" y="142932"/>
                </a:cubicBezTo>
                <a:cubicBezTo>
                  <a:pt x="696689" y="141996"/>
                  <a:pt x="698009" y="140505"/>
                  <a:pt x="698912" y="138460"/>
                </a:cubicBezTo>
                <a:cubicBezTo>
                  <a:pt x="699815" y="136415"/>
                  <a:pt x="700267" y="132446"/>
                  <a:pt x="700267" y="126554"/>
                </a:cubicBezTo>
                <a:lnTo>
                  <a:pt x="700267" y="90161"/>
                </a:lnTo>
                <a:cubicBezTo>
                  <a:pt x="700267" y="79692"/>
                  <a:pt x="699954" y="72933"/>
                  <a:pt x="699329" y="69885"/>
                </a:cubicBezTo>
                <a:cubicBezTo>
                  <a:pt x="698843" y="67596"/>
                  <a:pt x="698079" y="66019"/>
                  <a:pt x="697036" y="65153"/>
                </a:cubicBezTo>
                <a:cubicBezTo>
                  <a:pt x="695994" y="64286"/>
                  <a:pt x="694570" y="63853"/>
                  <a:pt x="692764" y="63853"/>
                </a:cubicBezTo>
                <a:cubicBezTo>
                  <a:pt x="690818" y="63853"/>
                  <a:pt x="688491" y="64373"/>
                  <a:pt x="685781" y="65413"/>
                </a:cubicBezTo>
                <a:lnTo>
                  <a:pt x="684218" y="61668"/>
                </a:lnTo>
                <a:lnTo>
                  <a:pt x="712981" y="50022"/>
                </a:lnTo>
                <a:lnTo>
                  <a:pt x="717462" y="50022"/>
                </a:lnTo>
                <a:lnTo>
                  <a:pt x="717462" y="70344"/>
                </a:lnTo>
                <a:close/>
                <a:moveTo>
                  <a:pt x="902398" y="50022"/>
                </a:moveTo>
                <a:cubicBezTo>
                  <a:pt x="916849" y="50022"/>
                  <a:pt x="928452" y="55505"/>
                  <a:pt x="937205" y="66472"/>
                </a:cubicBezTo>
                <a:cubicBezTo>
                  <a:pt x="944639" y="75840"/>
                  <a:pt x="948356" y="86598"/>
                  <a:pt x="948356" y="98745"/>
                </a:cubicBezTo>
                <a:cubicBezTo>
                  <a:pt x="948356" y="107282"/>
                  <a:pt x="946307" y="115923"/>
                  <a:pt x="942208" y="124668"/>
                </a:cubicBezTo>
                <a:cubicBezTo>
                  <a:pt x="938109" y="133411"/>
                  <a:pt x="932464" y="140004"/>
                  <a:pt x="925273" y="144446"/>
                </a:cubicBezTo>
                <a:cubicBezTo>
                  <a:pt x="918082" y="148888"/>
                  <a:pt x="910075" y="151109"/>
                  <a:pt x="901252" y="151109"/>
                </a:cubicBezTo>
                <a:cubicBezTo>
                  <a:pt x="886870" y="151109"/>
                  <a:pt x="875442" y="145383"/>
                  <a:pt x="866966" y="133930"/>
                </a:cubicBezTo>
                <a:cubicBezTo>
                  <a:pt x="859810" y="124284"/>
                  <a:pt x="856232" y="113458"/>
                  <a:pt x="856232" y="101452"/>
                </a:cubicBezTo>
                <a:cubicBezTo>
                  <a:pt x="856232" y="92706"/>
                  <a:pt x="858403" y="84013"/>
                  <a:pt x="862745" y="75372"/>
                </a:cubicBezTo>
                <a:cubicBezTo>
                  <a:pt x="867087" y="66731"/>
                  <a:pt x="872802" y="60346"/>
                  <a:pt x="879888" y="56216"/>
                </a:cubicBezTo>
                <a:cubicBezTo>
                  <a:pt x="886975" y="52087"/>
                  <a:pt x="894478" y="50022"/>
                  <a:pt x="902398" y="50022"/>
                </a:cubicBezTo>
                <a:moveTo>
                  <a:pt x="899168" y="56900"/>
                </a:moveTo>
                <a:cubicBezTo>
                  <a:pt x="895485" y="56900"/>
                  <a:pt x="891786" y="57994"/>
                  <a:pt x="888069" y="60180"/>
                </a:cubicBezTo>
                <a:cubicBezTo>
                  <a:pt x="884352" y="62366"/>
                  <a:pt x="881347" y="66200"/>
                  <a:pt x="879055" y="71682"/>
                </a:cubicBezTo>
                <a:cubicBezTo>
                  <a:pt x="876762" y="77164"/>
                  <a:pt x="875615" y="84207"/>
                  <a:pt x="875615" y="92812"/>
                </a:cubicBezTo>
                <a:cubicBezTo>
                  <a:pt x="875615" y="106689"/>
                  <a:pt x="878377" y="118660"/>
                  <a:pt x="883900" y="128723"/>
                </a:cubicBezTo>
                <a:cubicBezTo>
                  <a:pt x="889424" y="138784"/>
                  <a:pt x="896701" y="143814"/>
                  <a:pt x="905733" y="143814"/>
                </a:cubicBezTo>
                <a:cubicBezTo>
                  <a:pt x="912472" y="143814"/>
                  <a:pt x="918030" y="141038"/>
                  <a:pt x="922407" y="135487"/>
                </a:cubicBezTo>
                <a:cubicBezTo>
                  <a:pt x="926784" y="129935"/>
                  <a:pt x="928973" y="120394"/>
                  <a:pt x="928973" y="106864"/>
                </a:cubicBezTo>
                <a:cubicBezTo>
                  <a:pt x="928973" y="89932"/>
                  <a:pt x="925325" y="76608"/>
                  <a:pt x="918030" y="66892"/>
                </a:cubicBezTo>
                <a:cubicBezTo>
                  <a:pt x="913097" y="60231"/>
                  <a:pt x="906810" y="56900"/>
                  <a:pt x="899168" y="56900"/>
                </a:cubicBezTo>
                <a:close/>
                <a:moveTo>
                  <a:pt x="1030186" y="137457"/>
                </a:moveTo>
                <a:cubicBezTo>
                  <a:pt x="1025531" y="142320"/>
                  <a:pt x="1020980" y="145812"/>
                  <a:pt x="1016534" y="147931"/>
                </a:cubicBezTo>
                <a:cubicBezTo>
                  <a:pt x="1012087" y="150050"/>
                  <a:pt x="1007293" y="151109"/>
                  <a:pt x="1002152" y="151109"/>
                </a:cubicBezTo>
                <a:cubicBezTo>
                  <a:pt x="991731" y="151109"/>
                  <a:pt x="982630" y="146759"/>
                  <a:pt x="974848" y="138060"/>
                </a:cubicBezTo>
                <a:cubicBezTo>
                  <a:pt x="967067" y="129358"/>
                  <a:pt x="963176" y="118177"/>
                  <a:pt x="963176" y="104516"/>
                </a:cubicBezTo>
                <a:cubicBezTo>
                  <a:pt x="963176" y="90858"/>
                  <a:pt x="967484" y="78361"/>
                  <a:pt x="976099" y="67025"/>
                </a:cubicBezTo>
                <a:cubicBezTo>
                  <a:pt x="984714" y="55690"/>
                  <a:pt x="995795" y="50022"/>
                  <a:pt x="1009343" y="50022"/>
                </a:cubicBezTo>
                <a:cubicBezTo>
                  <a:pt x="1017749" y="50022"/>
                  <a:pt x="1024697" y="52697"/>
                  <a:pt x="1030186" y="58047"/>
                </a:cubicBezTo>
                <a:lnTo>
                  <a:pt x="1030186" y="40396"/>
                </a:lnTo>
                <a:cubicBezTo>
                  <a:pt x="1030186" y="29442"/>
                  <a:pt x="1029925" y="22710"/>
                  <a:pt x="1029404" y="20198"/>
                </a:cubicBezTo>
                <a:cubicBezTo>
                  <a:pt x="1028883" y="17686"/>
                  <a:pt x="1028067" y="15977"/>
                  <a:pt x="1026955" y="15072"/>
                </a:cubicBezTo>
                <a:cubicBezTo>
                  <a:pt x="1025843" y="14164"/>
                  <a:pt x="1024454" y="13711"/>
                  <a:pt x="1022786" y="13711"/>
                </a:cubicBezTo>
                <a:cubicBezTo>
                  <a:pt x="1020980" y="13711"/>
                  <a:pt x="1018583" y="14269"/>
                  <a:pt x="1015596" y="15384"/>
                </a:cubicBezTo>
                <a:lnTo>
                  <a:pt x="1014241" y="11721"/>
                </a:lnTo>
                <a:lnTo>
                  <a:pt x="1042691" y="0"/>
                </a:lnTo>
                <a:lnTo>
                  <a:pt x="1047381" y="0"/>
                </a:lnTo>
                <a:lnTo>
                  <a:pt x="1047381" y="110362"/>
                </a:lnTo>
                <a:cubicBezTo>
                  <a:pt x="1047381" y="121547"/>
                  <a:pt x="1047641" y="128373"/>
                  <a:pt x="1048162" y="130840"/>
                </a:cubicBezTo>
                <a:cubicBezTo>
                  <a:pt x="1048683" y="133306"/>
                  <a:pt x="1049517" y="135026"/>
                  <a:pt x="1050663" y="135998"/>
                </a:cubicBezTo>
                <a:cubicBezTo>
                  <a:pt x="1051810" y="136971"/>
                  <a:pt x="1053147" y="137457"/>
                  <a:pt x="1054676" y="137457"/>
                </a:cubicBezTo>
                <a:cubicBezTo>
                  <a:pt x="1056551" y="137457"/>
                  <a:pt x="1059053" y="136867"/>
                  <a:pt x="1062179" y="135686"/>
                </a:cubicBezTo>
                <a:lnTo>
                  <a:pt x="1063325" y="139333"/>
                </a:lnTo>
                <a:lnTo>
                  <a:pt x="1034979" y="151109"/>
                </a:lnTo>
                <a:lnTo>
                  <a:pt x="1030186" y="151109"/>
                </a:lnTo>
                <a:lnTo>
                  <a:pt x="1030186" y="137457"/>
                </a:lnTo>
                <a:moveTo>
                  <a:pt x="1030186" y="130185"/>
                </a:moveTo>
                <a:lnTo>
                  <a:pt x="1030186" y="81120"/>
                </a:lnTo>
                <a:cubicBezTo>
                  <a:pt x="1029769" y="76407"/>
                  <a:pt x="1028518" y="72110"/>
                  <a:pt x="1026434" y="68230"/>
                </a:cubicBezTo>
                <a:cubicBezTo>
                  <a:pt x="1024350" y="64348"/>
                  <a:pt x="1021588" y="61421"/>
                  <a:pt x="1018149" y="59447"/>
                </a:cubicBezTo>
                <a:cubicBezTo>
                  <a:pt x="1014710" y="57471"/>
                  <a:pt x="1011358" y="56484"/>
                  <a:pt x="1008092" y="56484"/>
                </a:cubicBezTo>
                <a:cubicBezTo>
                  <a:pt x="1001978" y="56484"/>
                  <a:pt x="996525" y="59221"/>
                  <a:pt x="991731" y="64697"/>
                </a:cubicBezTo>
                <a:cubicBezTo>
                  <a:pt x="985409" y="71903"/>
                  <a:pt x="982247" y="82436"/>
                  <a:pt x="982247" y="96296"/>
                </a:cubicBezTo>
                <a:cubicBezTo>
                  <a:pt x="982247" y="110296"/>
                  <a:pt x="985304" y="121021"/>
                  <a:pt x="991418" y="128472"/>
                </a:cubicBezTo>
                <a:cubicBezTo>
                  <a:pt x="997532" y="135921"/>
                  <a:pt x="1004341" y="139646"/>
                  <a:pt x="1011844" y="139646"/>
                </a:cubicBezTo>
                <a:cubicBezTo>
                  <a:pt x="1018166" y="139646"/>
                  <a:pt x="1024280" y="136492"/>
                  <a:pt x="1030186" y="130185"/>
                </a:cubicBezTo>
                <a:close/>
                <a:moveTo>
                  <a:pt x="1085858" y="88790"/>
                </a:moveTo>
                <a:cubicBezTo>
                  <a:pt x="1085788" y="102930"/>
                  <a:pt x="1089227" y="114021"/>
                  <a:pt x="1096175" y="122063"/>
                </a:cubicBezTo>
                <a:cubicBezTo>
                  <a:pt x="1103122" y="130103"/>
                  <a:pt x="1111286" y="134122"/>
                  <a:pt x="1120665" y="134122"/>
                </a:cubicBezTo>
                <a:cubicBezTo>
                  <a:pt x="1126917" y="134122"/>
                  <a:pt x="1132354" y="132403"/>
                  <a:pt x="1136974" y="128964"/>
                </a:cubicBezTo>
                <a:cubicBezTo>
                  <a:pt x="1141594" y="125525"/>
                  <a:pt x="1145467" y="119637"/>
                  <a:pt x="1148594" y="111300"/>
                </a:cubicBezTo>
                <a:lnTo>
                  <a:pt x="1151824" y="113384"/>
                </a:lnTo>
                <a:cubicBezTo>
                  <a:pt x="1150365" y="122902"/>
                  <a:pt x="1146127" y="131569"/>
                  <a:pt x="1139110" y="139385"/>
                </a:cubicBezTo>
                <a:cubicBezTo>
                  <a:pt x="1132093" y="147201"/>
                  <a:pt x="1123305" y="151109"/>
                  <a:pt x="1112745" y="151109"/>
                </a:cubicBezTo>
                <a:cubicBezTo>
                  <a:pt x="1101281" y="151109"/>
                  <a:pt x="1091468" y="146655"/>
                  <a:pt x="1083304" y="137747"/>
                </a:cubicBezTo>
                <a:cubicBezTo>
                  <a:pt x="1075141" y="128837"/>
                  <a:pt x="1071059" y="116859"/>
                  <a:pt x="1071059" y="101813"/>
                </a:cubicBezTo>
                <a:cubicBezTo>
                  <a:pt x="1071059" y="85521"/>
                  <a:pt x="1075245" y="72817"/>
                  <a:pt x="1083617" y="63700"/>
                </a:cubicBezTo>
                <a:cubicBezTo>
                  <a:pt x="1091989" y="54582"/>
                  <a:pt x="1102497" y="50022"/>
                  <a:pt x="1115141" y="50022"/>
                </a:cubicBezTo>
                <a:cubicBezTo>
                  <a:pt x="1125841" y="50022"/>
                  <a:pt x="1134629" y="53540"/>
                  <a:pt x="1141507" y="60574"/>
                </a:cubicBezTo>
                <a:cubicBezTo>
                  <a:pt x="1148385" y="67606"/>
                  <a:pt x="1151824" y="77011"/>
                  <a:pt x="1151824" y="88790"/>
                </a:cubicBezTo>
                <a:lnTo>
                  <a:pt x="1085858" y="88790"/>
                </a:lnTo>
                <a:moveTo>
                  <a:pt x="1085858" y="82745"/>
                </a:moveTo>
                <a:lnTo>
                  <a:pt x="1130044" y="82745"/>
                </a:lnTo>
                <a:cubicBezTo>
                  <a:pt x="1129697" y="76631"/>
                  <a:pt x="1128967" y="72324"/>
                  <a:pt x="1127855" y="69823"/>
                </a:cubicBezTo>
                <a:cubicBezTo>
                  <a:pt x="1126119" y="65932"/>
                  <a:pt x="1123531" y="62875"/>
                  <a:pt x="1120092" y="60652"/>
                </a:cubicBezTo>
                <a:cubicBezTo>
                  <a:pt x="1116653" y="58429"/>
                  <a:pt x="1113057" y="57317"/>
                  <a:pt x="1109305" y="57317"/>
                </a:cubicBezTo>
                <a:cubicBezTo>
                  <a:pt x="1103539" y="57317"/>
                  <a:pt x="1098380" y="59558"/>
                  <a:pt x="1093830" y="64039"/>
                </a:cubicBezTo>
                <a:cubicBezTo>
                  <a:pt x="1089279" y="68520"/>
                  <a:pt x="1086622" y="74756"/>
                  <a:pt x="1085858" y="82745"/>
                </a:cubicBezTo>
                <a:close/>
                <a:moveTo>
                  <a:pt x="1197641" y="0"/>
                </a:moveTo>
                <a:lnTo>
                  <a:pt x="1197641" y="126528"/>
                </a:lnTo>
                <a:cubicBezTo>
                  <a:pt x="1197641" y="132498"/>
                  <a:pt x="1198076" y="136456"/>
                  <a:pt x="1198944" y="138402"/>
                </a:cubicBezTo>
                <a:cubicBezTo>
                  <a:pt x="1199813" y="140345"/>
                  <a:pt x="1201150" y="141820"/>
                  <a:pt x="1202956" y="142827"/>
                </a:cubicBezTo>
                <a:cubicBezTo>
                  <a:pt x="1204763" y="143833"/>
                  <a:pt x="1208132" y="144335"/>
                  <a:pt x="1213065" y="144335"/>
                </a:cubicBezTo>
                <a:lnTo>
                  <a:pt x="1213065" y="148191"/>
                </a:lnTo>
                <a:lnTo>
                  <a:pt x="1166273" y="148191"/>
                </a:lnTo>
                <a:lnTo>
                  <a:pt x="1166273" y="144335"/>
                </a:lnTo>
                <a:cubicBezTo>
                  <a:pt x="1170650" y="144335"/>
                  <a:pt x="1173638" y="143885"/>
                  <a:pt x="1175236" y="142984"/>
                </a:cubicBezTo>
                <a:cubicBezTo>
                  <a:pt x="1176834" y="142081"/>
                  <a:pt x="1178084" y="140588"/>
                  <a:pt x="1178987" y="138506"/>
                </a:cubicBezTo>
                <a:cubicBezTo>
                  <a:pt x="1179890" y="136422"/>
                  <a:pt x="1180342" y="132429"/>
                  <a:pt x="1180342" y="126528"/>
                </a:cubicBezTo>
                <a:lnTo>
                  <a:pt x="1180342" y="39884"/>
                </a:lnTo>
                <a:cubicBezTo>
                  <a:pt x="1180342" y="29124"/>
                  <a:pt x="1180099" y="22512"/>
                  <a:pt x="1179613" y="20048"/>
                </a:cubicBezTo>
                <a:cubicBezTo>
                  <a:pt x="1179126" y="17582"/>
                  <a:pt x="1178345" y="15898"/>
                  <a:pt x="1177268" y="14997"/>
                </a:cubicBezTo>
                <a:cubicBezTo>
                  <a:pt x="1176191" y="14094"/>
                  <a:pt x="1174819" y="13642"/>
                  <a:pt x="1173151" y="13642"/>
                </a:cubicBezTo>
                <a:cubicBezTo>
                  <a:pt x="1171345" y="13642"/>
                  <a:pt x="1169052" y="14198"/>
                  <a:pt x="1166273" y="15310"/>
                </a:cubicBezTo>
                <a:lnTo>
                  <a:pt x="1164502" y="11662"/>
                </a:lnTo>
                <a:lnTo>
                  <a:pt x="1192952" y="0"/>
                </a:lnTo>
                <a:lnTo>
                  <a:pt x="1197641" y="0"/>
                </a:lnTo>
                <a:close/>
                <a:moveTo>
                  <a:pt x="1286054" y="50022"/>
                </a:moveTo>
                <a:lnTo>
                  <a:pt x="1286054" y="82328"/>
                </a:lnTo>
                <a:lnTo>
                  <a:pt x="1282615" y="82328"/>
                </a:lnTo>
                <a:cubicBezTo>
                  <a:pt x="1279975" y="72196"/>
                  <a:pt x="1276588" y="65304"/>
                  <a:pt x="1272455" y="61652"/>
                </a:cubicBezTo>
                <a:cubicBezTo>
                  <a:pt x="1268321" y="57998"/>
                  <a:pt x="1263058" y="56171"/>
                  <a:pt x="1256666" y="56171"/>
                </a:cubicBezTo>
                <a:cubicBezTo>
                  <a:pt x="1251803" y="56171"/>
                  <a:pt x="1247878" y="57455"/>
                  <a:pt x="1244890" y="60024"/>
                </a:cubicBezTo>
                <a:cubicBezTo>
                  <a:pt x="1241903" y="62590"/>
                  <a:pt x="1240409" y="65435"/>
                  <a:pt x="1240409" y="68559"/>
                </a:cubicBezTo>
                <a:cubicBezTo>
                  <a:pt x="1240409" y="72446"/>
                  <a:pt x="1241521" y="75776"/>
                  <a:pt x="1243744" y="78551"/>
                </a:cubicBezTo>
                <a:cubicBezTo>
                  <a:pt x="1245898" y="81397"/>
                  <a:pt x="1250275" y="84416"/>
                  <a:pt x="1256875" y="87607"/>
                </a:cubicBezTo>
                <a:lnTo>
                  <a:pt x="1272090" y="95000"/>
                </a:lnTo>
                <a:cubicBezTo>
                  <a:pt x="1286193" y="101869"/>
                  <a:pt x="1293245" y="110926"/>
                  <a:pt x="1293245" y="122170"/>
                </a:cubicBezTo>
                <a:cubicBezTo>
                  <a:pt x="1293245" y="130844"/>
                  <a:pt x="1289962" y="137836"/>
                  <a:pt x="1283397" y="143147"/>
                </a:cubicBezTo>
                <a:cubicBezTo>
                  <a:pt x="1276832" y="148455"/>
                  <a:pt x="1269485" y="151109"/>
                  <a:pt x="1261356" y="151109"/>
                </a:cubicBezTo>
                <a:cubicBezTo>
                  <a:pt x="1255520" y="151109"/>
                  <a:pt x="1248850" y="150067"/>
                  <a:pt x="1241347" y="147983"/>
                </a:cubicBezTo>
                <a:cubicBezTo>
                  <a:pt x="1239054" y="147288"/>
                  <a:pt x="1237179" y="146941"/>
                  <a:pt x="1235720" y="146941"/>
                </a:cubicBezTo>
                <a:cubicBezTo>
                  <a:pt x="1234122" y="146941"/>
                  <a:pt x="1232871" y="147844"/>
                  <a:pt x="1231968" y="149650"/>
                </a:cubicBezTo>
                <a:lnTo>
                  <a:pt x="1228529" y="149650"/>
                </a:lnTo>
                <a:lnTo>
                  <a:pt x="1228529" y="115468"/>
                </a:lnTo>
                <a:lnTo>
                  <a:pt x="1231968" y="115468"/>
                </a:lnTo>
                <a:cubicBezTo>
                  <a:pt x="1233913" y="125229"/>
                  <a:pt x="1237630" y="132585"/>
                  <a:pt x="1243119" y="137535"/>
                </a:cubicBezTo>
                <a:cubicBezTo>
                  <a:pt x="1248607" y="142485"/>
                  <a:pt x="1254756" y="144961"/>
                  <a:pt x="1261564" y="144961"/>
                </a:cubicBezTo>
                <a:cubicBezTo>
                  <a:pt x="1266358" y="144961"/>
                  <a:pt x="1270266" y="143556"/>
                  <a:pt x="1273288" y="140746"/>
                </a:cubicBezTo>
                <a:cubicBezTo>
                  <a:pt x="1276311" y="137935"/>
                  <a:pt x="1277822" y="134551"/>
                  <a:pt x="1277822" y="130595"/>
                </a:cubicBezTo>
                <a:cubicBezTo>
                  <a:pt x="1277822" y="125806"/>
                  <a:pt x="1276137" y="121781"/>
                  <a:pt x="1272767" y="118520"/>
                </a:cubicBezTo>
                <a:cubicBezTo>
                  <a:pt x="1269398" y="115259"/>
                  <a:pt x="1262676" y="111130"/>
                  <a:pt x="1252602" y="106135"/>
                </a:cubicBezTo>
                <a:cubicBezTo>
                  <a:pt x="1242528" y="101137"/>
                  <a:pt x="1235928" y="96625"/>
                  <a:pt x="1232802" y="92600"/>
                </a:cubicBezTo>
                <a:cubicBezTo>
                  <a:pt x="1229675" y="88644"/>
                  <a:pt x="1228112" y="83647"/>
                  <a:pt x="1228112" y="77609"/>
                </a:cubicBezTo>
                <a:cubicBezTo>
                  <a:pt x="1228112" y="69767"/>
                  <a:pt x="1230804" y="63210"/>
                  <a:pt x="1236188" y="57936"/>
                </a:cubicBezTo>
                <a:cubicBezTo>
                  <a:pt x="1241573" y="52660"/>
                  <a:pt x="1248538" y="50022"/>
                  <a:pt x="1257083" y="50022"/>
                </a:cubicBezTo>
                <a:cubicBezTo>
                  <a:pt x="1260835" y="50022"/>
                  <a:pt x="1265386" y="50821"/>
                  <a:pt x="1270735" y="52419"/>
                </a:cubicBezTo>
                <a:cubicBezTo>
                  <a:pt x="1274278" y="53461"/>
                  <a:pt x="1276641" y="53982"/>
                  <a:pt x="1277822" y="53982"/>
                </a:cubicBezTo>
                <a:cubicBezTo>
                  <a:pt x="1278933" y="53982"/>
                  <a:pt x="1279802" y="53739"/>
                  <a:pt x="1280427" y="53253"/>
                </a:cubicBezTo>
                <a:cubicBezTo>
                  <a:pt x="1281052" y="52767"/>
                  <a:pt x="1281782" y="51690"/>
                  <a:pt x="1282615" y="50022"/>
                </a:cubicBezTo>
                <a:lnTo>
                  <a:pt x="1286054" y="50022"/>
                </a:ln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8competitions">
            <a:extLst xmlns:a="http://schemas.openxmlformats.org/drawingml/2006/main">
              <a:ext uri="{FF2B5EF4-FFF2-40B4-BE49-F238E27FC236}">
                <a16:creationId xmlns:a16="http://schemas.microsoft.com/office/drawing/2014/main" id="{F1CEB061-3433-47A3-A01C-EFCAFE21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501" y="1912194"/>
            <a:ext cx="1246190" cy="193836"/>
          </a:xfrm>
          <a:custGeom xmlns:a="http://schemas.openxmlformats.org/drawingml/2006/main">
            <a:pathLst>
              <a:path w="1246190" h="193836">
                <a:moveTo>
                  <a:pt x="28033" y="77014"/>
                </a:moveTo>
                <a:cubicBezTo>
                  <a:pt x="16848" y="67843"/>
                  <a:pt x="9640" y="60478"/>
                  <a:pt x="6409" y="54920"/>
                </a:cubicBezTo>
                <a:cubicBezTo>
                  <a:pt x="3179" y="49362"/>
                  <a:pt x="1563" y="43596"/>
                  <a:pt x="1563" y="37621"/>
                </a:cubicBezTo>
                <a:cubicBezTo>
                  <a:pt x="1563" y="28450"/>
                  <a:pt x="5106" y="20547"/>
                  <a:pt x="12193" y="13912"/>
                </a:cubicBezTo>
                <a:cubicBezTo>
                  <a:pt x="19279" y="7278"/>
                  <a:pt x="28693" y="3960"/>
                  <a:pt x="40435" y="3960"/>
                </a:cubicBezTo>
                <a:cubicBezTo>
                  <a:pt x="51829" y="3960"/>
                  <a:pt x="60999" y="7052"/>
                  <a:pt x="67947" y="13235"/>
                </a:cubicBezTo>
                <a:cubicBezTo>
                  <a:pt x="74895" y="19418"/>
                  <a:pt x="78368" y="26470"/>
                  <a:pt x="78368" y="34390"/>
                </a:cubicBezTo>
                <a:cubicBezTo>
                  <a:pt x="78368" y="39670"/>
                  <a:pt x="76492" y="45055"/>
                  <a:pt x="72741" y="50543"/>
                </a:cubicBezTo>
                <a:cubicBezTo>
                  <a:pt x="68989" y="56032"/>
                  <a:pt x="61173" y="62493"/>
                  <a:pt x="49293" y="69927"/>
                </a:cubicBezTo>
                <a:cubicBezTo>
                  <a:pt x="61521" y="79376"/>
                  <a:pt x="69614" y="86810"/>
                  <a:pt x="73574" y="92229"/>
                </a:cubicBezTo>
                <a:cubicBezTo>
                  <a:pt x="78855" y="99315"/>
                  <a:pt x="81495" y="106784"/>
                  <a:pt x="81495" y="114634"/>
                </a:cubicBezTo>
                <a:cubicBezTo>
                  <a:pt x="81495" y="124569"/>
                  <a:pt x="77708" y="133063"/>
                  <a:pt x="70135" y="140115"/>
                </a:cubicBezTo>
                <a:cubicBezTo>
                  <a:pt x="62563" y="147166"/>
                  <a:pt x="52628" y="150692"/>
                  <a:pt x="40330" y="150692"/>
                </a:cubicBezTo>
                <a:cubicBezTo>
                  <a:pt x="26922" y="150692"/>
                  <a:pt x="16466" y="146489"/>
                  <a:pt x="8962" y="138082"/>
                </a:cubicBezTo>
                <a:cubicBezTo>
                  <a:pt x="2987" y="131343"/>
                  <a:pt x="0" y="123979"/>
                  <a:pt x="0" y="115989"/>
                </a:cubicBezTo>
                <a:cubicBezTo>
                  <a:pt x="0" y="109736"/>
                  <a:pt x="2102" y="103536"/>
                  <a:pt x="6305" y="97387"/>
                </a:cubicBezTo>
                <a:cubicBezTo>
                  <a:pt x="10508" y="91239"/>
                  <a:pt x="17751" y="84447"/>
                  <a:pt x="28033" y="77014"/>
                </a:cubicBezTo>
                <a:moveTo>
                  <a:pt x="44395" y="65863"/>
                </a:moveTo>
                <a:cubicBezTo>
                  <a:pt x="52732" y="58359"/>
                  <a:pt x="58012" y="52437"/>
                  <a:pt x="60235" y="48094"/>
                </a:cubicBezTo>
                <a:cubicBezTo>
                  <a:pt x="62458" y="43752"/>
                  <a:pt x="63570" y="38837"/>
                  <a:pt x="63570" y="33348"/>
                </a:cubicBezTo>
                <a:cubicBezTo>
                  <a:pt x="63570" y="26053"/>
                  <a:pt x="61521" y="20339"/>
                  <a:pt x="57421" y="16205"/>
                </a:cubicBezTo>
                <a:cubicBezTo>
                  <a:pt x="53322" y="12071"/>
                  <a:pt x="47730" y="10004"/>
                  <a:pt x="40643" y="10004"/>
                </a:cubicBezTo>
                <a:cubicBezTo>
                  <a:pt x="33557" y="10004"/>
                  <a:pt x="27790" y="12054"/>
                  <a:pt x="23344" y="16153"/>
                </a:cubicBezTo>
                <a:cubicBezTo>
                  <a:pt x="18897" y="20252"/>
                  <a:pt x="16674" y="25046"/>
                  <a:pt x="16674" y="30534"/>
                </a:cubicBezTo>
                <a:cubicBezTo>
                  <a:pt x="16674" y="34147"/>
                  <a:pt x="17595" y="37760"/>
                  <a:pt x="19436" y="41373"/>
                </a:cubicBezTo>
                <a:cubicBezTo>
                  <a:pt x="21277" y="44985"/>
                  <a:pt x="23900" y="48424"/>
                  <a:pt x="27304" y="51690"/>
                </a:cubicBezTo>
                <a:lnTo>
                  <a:pt x="44395" y="65863"/>
                </a:lnTo>
                <a:moveTo>
                  <a:pt x="32931" y="80974"/>
                </a:moveTo>
                <a:cubicBezTo>
                  <a:pt x="27165" y="85837"/>
                  <a:pt x="22892" y="91134"/>
                  <a:pt x="20113" y="96866"/>
                </a:cubicBezTo>
                <a:cubicBezTo>
                  <a:pt x="17334" y="102598"/>
                  <a:pt x="15945" y="108799"/>
                  <a:pt x="15945" y="115468"/>
                </a:cubicBezTo>
                <a:cubicBezTo>
                  <a:pt x="15945" y="124431"/>
                  <a:pt x="18394" y="131604"/>
                  <a:pt x="23292" y="136988"/>
                </a:cubicBezTo>
                <a:cubicBezTo>
                  <a:pt x="28190" y="142373"/>
                  <a:pt x="34425" y="145065"/>
                  <a:pt x="41998" y="145065"/>
                </a:cubicBezTo>
                <a:cubicBezTo>
                  <a:pt x="49501" y="145065"/>
                  <a:pt x="55511" y="142946"/>
                  <a:pt x="60027" y="138708"/>
                </a:cubicBezTo>
                <a:cubicBezTo>
                  <a:pt x="64543" y="134470"/>
                  <a:pt x="66801" y="129329"/>
                  <a:pt x="66801" y="123284"/>
                </a:cubicBezTo>
                <a:cubicBezTo>
                  <a:pt x="66801" y="118282"/>
                  <a:pt x="65481" y="113801"/>
                  <a:pt x="62841" y="109841"/>
                </a:cubicBezTo>
                <a:cubicBezTo>
                  <a:pt x="57908" y="102476"/>
                  <a:pt x="47938" y="92854"/>
                  <a:pt x="32931" y="80974"/>
                </a:cubicBezTo>
                <a:close/>
                <a:moveTo>
                  <a:pt x="235398" y="111925"/>
                </a:moveTo>
                <a:cubicBezTo>
                  <a:pt x="232828" y="124500"/>
                  <a:pt x="227791" y="134174"/>
                  <a:pt x="220287" y="140948"/>
                </a:cubicBezTo>
                <a:cubicBezTo>
                  <a:pt x="212784" y="147722"/>
                  <a:pt x="204482" y="151109"/>
                  <a:pt x="195380" y="151109"/>
                </a:cubicBezTo>
                <a:cubicBezTo>
                  <a:pt x="184542" y="151109"/>
                  <a:pt x="175094" y="146564"/>
                  <a:pt x="167034" y="137473"/>
                </a:cubicBezTo>
                <a:cubicBezTo>
                  <a:pt x="158975" y="128381"/>
                  <a:pt x="154946" y="116096"/>
                  <a:pt x="154946" y="100618"/>
                </a:cubicBezTo>
                <a:cubicBezTo>
                  <a:pt x="154946" y="85626"/>
                  <a:pt x="159410" y="73446"/>
                  <a:pt x="168337" y="64078"/>
                </a:cubicBezTo>
                <a:cubicBezTo>
                  <a:pt x="177265" y="54708"/>
                  <a:pt x="187981" y="50022"/>
                  <a:pt x="200487" y="50022"/>
                </a:cubicBezTo>
                <a:cubicBezTo>
                  <a:pt x="209866" y="50022"/>
                  <a:pt x="217578" y="52498"/>
                  <a:pt x="223622" y="57451"/>
                </a:cubicBezTo>
                <a:cubicBezTo>
                  <a:pt x="229667" y="62401"/>
                  <a:pt x="232689" y="67542"/>
                  <a:pt x="232689" y="72874"/>
                </a:cubicBezTo>
                <a:cubicBezTo>
                  <a:pt x="232689" y="75506"/>
                  <a:pt x="231838" y="77636"/>
                  <a:pt x="230136" y="79264"/>
                </a:cubicBezTo>
                <a:cubicBezTo>
                  <a:pt x="228433" y="80890"/>
                  <a:pt x="226054" y="81703"/>
                  <a:pt x="222997" y="81703"/>
                </a:cubicBezTo>
                <a:cubicBezTo>
                  <a:pt x="218898" y="81703"/>
                  <a:pt x="215806" y="80383"/>
                  <a:pt x="213722" y="77743"/>
                </a:cubicBezTo>
                <a:cubicBezTo>
                  <a:pt x="212541" y="76284"/>
                  <a:pt x="211759" y="73505"/>
                  <a:pt x="211377" y="69406"/>
                </a:cubicBezTo>
                <a:cubicBezTo>
                  <a:pt x="210995" y="65307"/>
                  <a:pt x="209588" y="62181"/>
                  <a:pt x="207157" y="60027"/>
                </a:cubicBezTo>
                <a:cubicBezTo>
                  <a:pt x="204725" y="57943"/>
                  <a:pt x="201355" y="56900"/>
                  <a:pt x="197048" y="56900"/>
                </a:cubicBezTo>
                <a:cubicBezTo>
                  <a:pt x="190100" y="56900"/>
                  <a:pt x="184508" y="59471"/>
                  <a:pt x="180270" y="64612"/>
                </a:cubicBezTo>
                <a:cubicBezTo>
                  <a:pt x="174642" y="71421"/>
                  <a:pt x="171828" y="80418"/>
                  <a:pt x="171828" y="91603"/>
                </a:cubicBezTo>
                <a:cubicBezTo>
                  <a:pt x="171828" y="102997"/>
                  <a:pt x="174625" y="113054"/>
                  <a:pt x="180217" y="121773"/>
                </a:cubicBezTo>
                <a:cubicBezTo>
                  <a:pt x="185810" y="130492"/>
                  <a:pt x="193366" y="134852"/>
                  <a:pt x="202884" y="134852"/>
                </a:cubicBezTo>
                <a:cubicBezTo>
                  <a:pt x="209692" y="134852"/>
                  <a:pt x="215806" y="132524"/>
                  <a:pt x="221225" y="127870"/>
                </a:cubicBezTo>
                <a:cubicBezTo>
                  <a:pt x="225046" y="124674"/>
                  <a:pt x="228763" y="118872"/>
                  <a:pt x="232376" y="110466"/>
                </a:cubicBezTo>
                <a:lnTo>
                  <a:pt x="235398" y="111925"/>
                </a:lnTo>
                <a:close/>
                <a:moveTo>
                  <a:pt x="296014" y="50022"/>
                </a:moveTo>
                <a:cubicBezTo>
                  <a:pt x="310465" y="50022"/>
                  <a:pt x="322067" y="55505"/>
                  <a:pt x="330821" y="66472"/>
                </a:cubicBezTo>
                <a:cubicBezTo>
                  <a:pt x="338255" y="75840"/>
                  <a:pt x="341972" y="86598"/>
                  <a:pt x="341972" y="98745"/>
                </a:cubicBezTo>
                <a:cubicBezTo>
                  <a:pt x="341972" y="107282"/>
                  <a:pt x="339922" y="115923"/>
                  <a:pt x="335823" y="124668"/>
                </a:cubicBezTo>
                <a:cubicBezTo>
                  <a:pt x="331724" y="133411"/>
                  <a:pt x="326079" y="140004"/>
                  <a:pt x="318889" y="144446"/>
                </a:cubicBezTo>
                <a:cubicBezTo>
                  <a:pt x="311698" y="148888"/>
                  <a:pt x="303691" y="151109"/>
                  <a:pt x="294868" y="151109"/>
                </a:cubicBezTo>
                <a:cubicBezTo>
                  <a:pt x="280486" y="151109"/>
                  <a:pt x="269057" y="145383"/>
                  <a:pt x="260581" y="133930"/>
                </a:cubicBezTo>
                <a:cubicBezTo>
                  <a:pt x="253425" y="124284"/>
                  <a:pt x="249848" y="113458"/>
                  <a:pt x="249848" y="101452"/>
                </a:cubicBezTo>
                <a:cubicBezTo>
                  <a:pt x="249848" y="92706"/>
                  <a:pt x="252019" y="84013"/>
                  <a:pt x="256361" y="75372"/>
                </a:cubicBezTo>
                <a:cubicBezTo>
                  <a:pt x="260703" y="66731"/>
                  <a:pt x="266417" y="60346"/>
                  <a:pt x="273504" y="56216"/>
                </a:cubicBezTo>
                <a:cubicBezTo>
                  <a:pt x="280590" y="52087"/>
                  <a:pt x="288094" y="50022"/>
                  <a:pt x="296014" y="50022"/>
                </a:cubicBezTo>
                <a:moveTo>
                  <a:pt x="292783" y="56900"/>
                </a:moveTo>
                <a:cubicBezTo>
                  <a:pt x="289101" y="56900"/>
                  <a:pt x="285402" y="57994"/>
                  <a:pt x="281685" y="60180"/>
                </a:cubicBezTo>
                <a:cubicBezTo>
                  <a:pt x="277968" y="62366"/>
                  <a:pt x="274963" y="66200"/>
                  <a:pt x="272670" y="71682"/>
                </a:cubicBezTo>
                <a:cubicBezTo>
                  <a:pt x="270377" y="77164"/>
                  <a:pt x="269231" y="84207"/>
                  <a:pt x="269231" y="92812"/>
                </a:cubicBezTo>
                <a:cubicBezTo>
                  <a:pt x="269231" y="106689"/>
                  <a:pt x="271993" y="118660"/>
                  <a:pt x="277516" y="128723"/>
                </a:cubicBezTo>
                <a:cubicBezTo>
                  <a:pt x="283039" y="138784"/>
                  <a:pt x="290317" y="143814"/>
                  <a:pt x="299349" y="143814"/>
                </a:cubicBezTo>
                <a:cubicBezTo>
                  <a:pt x="306088" y="143814"/>
                  <a:pt x="311646" y="141038"/>
                  <a:pt x="316023" y="135487"/>
                </a:cubicBezTo>
                <a:cubicBezTo>
                  <a:pt x="320400" y="129935"/>
                  <a:pt x="322588" y="120394"/>
                  <a:pt x="322588" y="106864"/>
                </a:cubicBezTo>
                <a:cubicBezTo>
                  <a:pt x="322588" y="89932"/>
                  <a:pt x="318941" y="76608"/>
                  <a:pt x="311646" y="66892"/>
                </a:cubicBezTo>
                <a:cubicBezTo>
                  <a:pt x="306713" y="60231"/>
                  <a:pt x="300426" y="56900"/>
                  <a:pt x="292783" y="56900"/>
                </a:cubicBezTo>
                <a:close/>
                <a:moveTo>
                  <a:pt x="384721" y="70344"/>
                </a:moveTo>
                <a:cubicBezTo>
                  <a:pt x="391668" y="63396"/>
                  <a:pt x="395768" y="59402"/>
                  <a:pt x="397018" y="58359"/>
                </a:cubicBezTo>
                <a:cubicBezTo>
                  <a:pt x="400144" y="55719"/>
                  <a:pt x="403514" y="53670"/>
                  <a:pt x="407127" y="52211"/>
                </a:cubicBezTo>
                <a:cubicBezTo>
                  <a:pt x="410739" y="50752"/>
                  <a:pt x="414317" y="50022"/>
                  <a:pt x="417861" y="50022"/>
                </a:cubicBezTo>
                <a:cubicBezTo>
                  <a:pt x="423836" y="50022"/>
                  <a:pt x="428977" y="51759"/>
                  <a:pt x="433284" y="55233"/>
                </a:cubicBezTo>
                <a:cubicBezTo>
                  <a:pt x="437592" y="58707"/>
                  <a:pt x="440475" y="63744"/>
                  <a:pt x="441934" y="70344"/>
                </a:cubicBezTo>
                <a:cubicBezTo>
                  <a:pt x="449090" y="62007"/>
                  <a:pt x="455134" y="56536"/>
                  <a:pt x="460067" y="53930"/>
                </a:cubicBezTo>
                <a:cubicBezTo>
                  <a:pt x="465000" y="51325"/>
                  <a:pt x="470072" y="50022"/>
                  <a:pt x="475282" y="50022"/>
                </a:cubicBezTo>
                <a:cubicBezTo>
                  <a:pt x="480354" y="50022"/>
                  <a:pt x="484852" y="51323"/>
                  <a:pt x="488778" y="53924"/>
                </a:cubicBezTo>
                <a:cubicBezTo>
                  <a:pt x="492703" y="56523"/>
                  <a:pt x="495812" y="60768"/>
                  <a:pt x="498105" y="66661"/>
                </a:cubicBezTo>
                <a:cubicBezTo>
                  <a:pt x="499633" y="70681"/>
                  <a:pt x="500398" y="76990"/>
                  <a:pt x="500398" y="85585"/>
                </a:cubicBezTo>
                <a:lnTo>
                  <a:pt x="500398" y="126554"/>
                </a:lnTo>
                <a:cubicBezTo>
                  <a:pt x="500398" y="132516"/>
                  <a:pt x="500849" y="136606"/>
                  <a:pt x="501752" y="138825"/>
                </a:cubicBezTo>
                <a:cubicBezTo>
                  <a:pt x="502447" y="140349"/>
                  <a:pt x="503732" y="141648"/>
                  <a:pt x="505608" y="142723"/>
                </a:cubicBezTo>
                <a:cubicBezTo>
                  <a:pt x="507484" y="143798"/>
                  <a:pt x="510541" y="144335"/>
                  <a:pt x="514779" y="144335"/>
                </a:cubicBezTo>
                <a:lnTo>
                  <a:pt x="514779" y="148191"/>
                </a:lnTo>
                <a:lnTo>
                  <a:pt x="467675" y="148191"/>
                </a:lnTo>
                <a:lnTo>
                  <a:pt x="467675" y="144335"/>
                </a:lnTo>
                <a:lnTo>
                  <a:pt x="469655" y="144335"/>
                </a:lnTo>
                <a:cubicBezTo>
                  <a:pt x="473754" y="144335"/>
                  <a:pt x="476950" y="143541"/>
                  <a:pt x="479242" y="141951"/>
                </a:cubicBezTo>
                <a:cubicBezTo>
                  <a:pt x="480840" y="140844"/>
                  <a:pt x="481987" y="139081"/>
                  <a:pt x="482681" y="136663"/>
                </a:cubicBezTo>
                <a:cubicBezTo>
                  <a:pt x="482959" y="135488"/>
                  <a:pt x="483098" y="132136"/>
                  <a:pt x="483098" y="126606"/>
                </a:cubicBezTo>
                <a:lnTo>
                  <a:pt x="483098" y="85754"/>
                </a:lnTo>
                <a:cubicBezTo>
                  <a:pt x="483098" y="78012"/>
                  <a:pt x="482160" y="72552"/>
                  <a:pt x="480284" y="69373"/>
                </a:cubicBezTo>
                <a:cubicBezTo>
                  <a:pt x="477575" y="64949"/>
                  <a:pt x="473233" y="62736"/>
                  <a:pt x="467258" y="62736"/>
                </a:cubicBezTo>
                <a:cubicBezTo>
                  <a:pt x="463576" y="62736"/>
                  <a:pt x="459876" y="63653"/>
                  <a:pt x="456159" y="65485"/>
                </a:cubicBezTo>
                <a:cubicBezTo>
                  <a:pt x="452442" y="67315"/>
                  <a:pt x="447944" y="70719"/>
                  <a:pt x="442663" y="75698"/>
                </a:cubicBezTo>
                <a:lnTo>
                  <a:pt x="442455" y="76838"/>
                </a:lnTo>
                <a:lnTo>
                  <a:pt x="442663" y="81296"/>
                </a:lnTo>
                <a:lnTo>
                  <a:pt x="442663" y="126606"/>
                </a:lnTo>
                <a:cubicBezTo>
                  <a:pt x="442663" y="133104"/>
                  <a:pt x="443028" y="137148"/>
                  <a:pt x="443758" y="138737"/>
                </a:cubicBezTo>
                <a:cubicBezTo>
                  <a:pt x="444487" y="140326"/>
                  <a:pt x="445859" y="141657"/>
                  <a:pt x="447874" y="142730"/>
                </a:cubicBezTo>
                <a:cubicBezTo>
                  <a:pt x="449889" y="143800"/>
                  <a:pt x="453328" y="144335"/>
                  <a:pt x="458191" y="144335"/>
                </a:cubicBezTo>
                <a:lnTo>
                  <a:pt x="458191" y="148191"/>
                </a:lnTo>
                <a:lnTo>
                  <a:pt x="409941" y="148191"/>
                </a:lnTo>
                <a:lnTo>
                  <a:pt x="409941" y="144335"/>
                </a:lnTo>
                <a:cubicBezTo>
                  <a:pt x="415221" y="144335"/>
                  <a:pt x="418851" y="143713"/>
                  <a:pt x="420831" y="142469"/>
                </a:cubicBezTo>
                <a:cubicBezTo>
                  <a:pt x="422811" y="141225"/>
                  <a:pt x="424183" y="139359"/>
                  <a:pt x="424947" y="136871"/>
                </a:cubicBezTo>
                <a:cubicBezTo>
                  <a:pt x="425295" y="135694"/>
                  <a:pt x="425468" y="132273"/>
                  <a:pt x="425468" y="126606"/>
                </a:cubicBezTo>
                <a:lnTo>
                  <a:pt x="425468" y="85754"/>
                </a:lnTo>
                <a:cubicBezTo>
                  <a:pt x="425468" y="78012"/>
                  <a:pt x="424322" y="72448"/>
                  <a:pt x="422029" y="69061"/>
                </a:cubicBezTo>
                <a:cubicBezTo>
                  <a:pt x="418972" y="64636"/>
                  <a:pt x="414700" y="62424"/>
                  <a:pt x="409211" y="62424"/>
                </a:cubicBezTo>
                <a:cubicBezTo>
                  <a:pt x="405459" y="62424"/>
                  <a:pt x="401742" y="63426"/>
                  <a:pt x="398060" y="65430"/>
                </a:cubicBezTo>
                <a:cubicBezTo>
                  <a:pt x="392294" y="68471"/>
                  <a:pt x="387847" y="71893"/>
                  <a:pt x="384721" y="75695"/>
                </a:cubicBezTo>
                <a:lnTo>
                  <a:pt x="384721" y="126606"/>
                </a:lnTo>
                <a:cubicBezTo>
                  <a:pt x="384721" y="132826"/>
                  <a:pt x="385155" y="136870"/>
                  <a:pt x="386024" y="138737"/>
                </a:cubicBezTo>
                <a:cubicBezTo>
                  <a:pt x="386892" y="140602"/>
                  <a:pt x="388177" y="142001"/>
                  <a:pt x="389879" y="142935"/>
                </a:cubicBezTo>
                <a:cubicBezTo>
                  <a:pt x="391582" y="143868"/>
                  <a:pt x="395038" y="144335"/>
                  <a:pt x="400249" y="144335"/>
                </a:cubicBezTo>
                <a:lnTo>
                  <a:pt x="400249" y="148191"/>
                </a:lnTo>
                <a:lnTo>
                  <a:pt x="353040" y="148191"/>
                </a:lnTo>
                <a:lnTo>
                  <a:pt x="353040" y="144335"/>
                </a:lnTo>
                <a:cubicBezTo>
                  <a:pt x="357417" y="144335"/>
                  <a:pt x="360474" y="143867"/>
                  <a:pt x="362211" y="142932"/>
                </a:cubicBezTo>
                <a:cubicBezTo>
                  <a:pt x="363948" y="141996"/>
                  <a:pt x="365268" y="140505"/>
                  <a:pt x="366171" y="138460"/>
                </a:cubicBezTo>
                <a:cubicBezTo>
                  <a:pt x="367074" y="136415"/>
                  <a:pt x="367526" y="132446"/>
                  <a:pt x="367526" y="126554"/>
                </a:cubicBezTo>
                <a:lnTo>
                  <a:pt x="367526" y="90161"/>
                </a:lnTo>
                <a:cubicBezTo>
                  <a:pt x="367526" y="79692"/>
                  <a:pt x="367213" y="72933"/>
                  <a:pt x="366588" y="69885"/>
                </a:cubicBezTo>
                <a:cubicBezTo>
                  <a:pt x="366102" y="67596"/>
                  <a:pt x="365337" y="66019"/>
                  <a:pt x="364295" y="65153"/>
                </a:cubicBezTo>
                <a:cubicBezTo>
                  <a:pt x="363253" y="64286"/>
                  <a:pt x="361829" y="63853"/>
                  <a:pt x="360022" y="63853"/>
                </a:cubicBezTo>
                <a:cubicBezTo>
                  <a:pt x="358077" y="63853"/>
                  <a:pt x="355750" y="64373"/>
                  <a:pt x="353040" y="65413"/>
                </a:cubicBezTo>
                <a:lnTo>
                  <a:pt x="351477" y="61668"/>
                </a:lnTo>
                <a:lnTo>
                  <a:pt x="380240" y="50022"/>
                </a:lnTo>
                <a:lnTo>
                  <a:pt x="384721" y="50022"/>
                </a:lnTo>
                <a:lnTo>
                  <a:pt x="384721" y="70344"/>
                </a:lnTo>
                <a:close/>
                <a:moveTo>
                  <a:pt x="516092" y="62121"/>
                </a:moveTo>
                <a:lnTo>
                  <a:pt x="545480" y="50231"/>
                </a:lnTo>
                <a:lnTo>
                  <a:pt x="549440" y="50231"/>
                </a:lnTo>
                <a:lnTo>
                  <a:pt x="549440" y="72532"/>
                </a:lnTo>
                <a:cubicBezTo>
                  <a:pt x="554373" y="64126"/>
                  <a:pt x="559323" y="58273"/>
                  <a:pt x="564291" y="54972"/>
                </a:cubicBezTo>
                <a:cubicBezTo>
                  <a:pt x="569258" y="51672"/>
                  <a:pt x="574486" y="50022"/>
                  <a:pt x="579975" y="50022"/>
                </a:cubicBezTo>
                <a:cubicBezTo>
                  <a:pt x="589562" y="50022"/>
                  <a:pt x="597552" y="53770"/>
                  <a:pt x="603944" y="61264"/>
                </a:cubicBezTo>
                <a:cubicBezTo>
                  <a:pt x="611794" y="70426"/>
                  <a:pt x="615720" y="82364"/>
                  <a:pt x="615720" y="97078"/>
                </a:cubicBezTo>
                <a:cubicBezTo>
                  <a:pt x="615720" y="113526"/>
                  <a:pt x="610995" y="127129"/>
                  <a:pt x="601547" y="137887"/>
                </a:cubicBezTo>
                <a:cubicBezTo>
                  <a:pt x="593765" y="146702"/>
                  <a:pt x="583969" y="151109"/>
                  <a:pt x="572159" y="151109"/>
                </a:cubicBezTo>
                <a:cubicBezTo>
                  <a:pt x="567017" y="151109"/>
                  <a:pt x="562571" y="150380"/>
                  <a:pt x="558819" y="148921"/>
                </a:cubicBezTo>
                <a:cubicBezTo>
                  <a:pt x="556040" y="147878"/>
                  <a:pt x="552914" y="145794"/>
                  <a:pt x="549440" y="142668"/>
                </a:cubicBezTo>
                <a:lnTo>
                  <a:pt x="549440" y="171743"/>
                </a:lnTo>
                <a:cubicBezTo>
                  <a:pt x="549440" y="178274"/>
                  <a:pt x="549840" y="182425"/>
                  <a:pt x="550639" y="184197"/>
                </a:cubicBezTo>
                <a:cubicBezTo>
                  <a:pt x="551438" y="185968"/>
                  <a:pt x="552827" y="187375"/>
                  <a:pt x="554807" y="188417"/>
                </a:cubicBezTo>
                <a:cubicBezTo>
                  <a:pt x="556787" y="189460"/>
                  <a:pt x="560383" y="189981"/>
                  <a:pt x="565593" y="189981"/>
                </a:cubicBezTo>
                <a:lnTo>
                  <a:pt x="565593" y="193836"/>
                </a:lnTo>
                <a:lnTo>
                  <a:pt x="515571" y="193836"/>
                </a:lnTo>
                <a:lnTo>
                  <a:pt x="515571" y="189981"/>
                </a:lnTo>
                <a:lnTo>
                  <a:pt x="518176" y="189981"/>
                </a:lnTo>
                <a:cubicBezTo>
                  <a:pt x="521997" y="190050"/>
                  <a:pt x="525263" y="189319"/>
                  <a:pt x="527972" y="187789"/>
                </a:cubicBezTo>
                <a:cubicBezTo>
                  <a:pt x="529292" y="187025"/>
                  <a:pt x="530317" y="185790"/>
                  <a:pt x="531047" y="184086"/>
                </a:cubicBezTo>
                <a:cubicBezTo>
                  <a:pt x="531776" y="182384"/>
                  <a:pt x="532141" y="178057"/>
                  <a:pt x="532141" y="171105"/>
                </a:cubicBezTo>
                <a:lnTo>
                  <a:pt x="532141" y="80788"/>
                </a:lnTo>
                <a:cubicBezTo>
                  <a:pt x="532141" y="74600"/>
                  <a:pt x="531863" y="70673"/>
                  <a:pt x="531307" y="69005"/>
                </a:cubicBezTo>
                <a:cubicBezTo>
                  <a:pt x="530751" y="67336"/>
                  <a:pt x="529865" y="66084"/>
                  <a:pt x="528650" y="65250"/>
                </a:cubicBezTo>
                <a:cubicBezTo>
                  <a:pt x="527434" y="64415"/>
                  <a:pt x="525784" y="63997"/>
                  <a:pt x="523700" y="63997"/>
                </a:cubicBezTo>
                <a:cubicBezTo>
                  <a:pt x="522032" y="63997"/>
                  <a:pt x="519913" y="64483"/>
                  <a:pt x="517343" y="65456"/>
                </a:cubicBezTo>
                <a:lnTo>
                  <a:pt x="516092" y="62121"/>
                </a:lnTo>
                <a:moveTo>
                  <a:pt x="549440" y="78870"/>
                </a:moveTo>
                <a:lnTo>
                  <a:pt x="549440" y="114465"/>
                </a:lnTo>
                <a:cubicBezTo>
                  <a:pt x="549440" y="122168"/>
                  <a:pt x="549753" y="127233"/>
                  <a:pt x="550378" y="129661"/>
                </a:cubicBezTo>
                <a:cubicBezTo>
                  <a:pt x="551351" y="133686"/>
                  <a:pt x="553730" y="137225"/>
                  <a:pt x="557517" y="140277"/>
                </a:cubicBezTo>
                <a:cubicBezTo>
                  <a:pt x="561303" y="143330"/>
                  <a:pt x="566080" y="144856"/>
                  <a:pt x="571846" y="144856"/>
                </a:cubicBezTo>
                <a:cubicBezTo>
                  <a:pt x="578794" y="144856"/>
                  <a:pt x="584421" y="142150"/>
                  <a:pt x="588729" y="136737"/>
                </a:cubicBezTo>
                <a:cubicBezTo>
                  <a:pt x="594356" y="129662"/>
                  <a:pt x="597170" y="119705"/>
                  <a:pt x="597170" y="106867"/>
                </a:cubicBezTo>
                <a:cubicBezTo>
                  <a:pt x="597170" y="92297"/>
                  <a:pt x="593974" y="81092"/>
                  <a:pt x="587582" y="73252"/>
                </a:cubicBezTo>
                <a:cubicBezTo>
                  <a:pt x="583136" y="67840"/>
                  <a:pt x="577856" y="65133"/>
                  <a:pt x="571742" y="65133"/>
                </a:cubicBezTo>
                <a:cubicBezTo>
                  <a:pt x="568407" y="65133"/>
                  <a:pt x="565107" y="65966"/>
                  <a:pt x="561842" y="67631"/>
                </a:cubicBezTo>
                <a:cubicBezTo>
                  <a:pt x="559340" y="68879"/>
                  <a:pt x="555207" y="72626"/>
                  <a:pt x="549440" y="78870"/>
                </a:cubicBezTo>
                <a:close/>
                <a:moveTo>
                  <a:pt x="646067" y="88790"/>
                </a:moveTo>
                <a:cubicBezTo>
                  <a:pt x="645998" y="102930"/>
                  <a:pt x="649437" y="114021"/>
                  <a:pt x="656385" y="122063"/>
                </a:cubicBezTo>
                <a:cubicBezTo>
                  <a:pt x="663332" y="130103"/>
                  <a:pt x="671495" y="134122"/>
                  <a:pt x="680875" y="134122"/>
                </a:cubicBezTo>
                <a:cubicBezTo>
                  <a:pt x="687127" y="134122"/>
                  <a:pt x="692564" y="132403"/>
                  <a:pt x="697184" y="128964"/>
                </a:cubicBezTo>
                <a:cubicBezTo>
                  <a:pt x="701804" y="125525"/>
                  <a:pt x="705677" y="119637"/>
                  <a:pt x="708804" y="111300"/>
                </a:cubicBezTo>
                <a:lnTo>
                  <a:pt x="712034" y="113384"/>
                </a:lnTo>
                <a:cubicBezTo>
                  <a:pt x="710575" y="122902"/>
                  <a:pt x="706337" y="131569"/>
                  <a:pt x="699320" y="139385"/>
                </a:cubicBezTo>
                <a:cubicBezTo>
                  <a:pt x="692303" y="147201"/>
                  <a:pt x="683515" y="151109"/>
                  <a:pt x="672954" y="151109"/>
                </a:cubicBezTo>
                <a:cubicBezTo>
                  <a:pt x="661491" y="151109"/>
                  <a:pt x="651678" y="146655"/>
                  <a:pt x="643514" y="137747"/>
                </a:cubicBezTo>
                <a:cubicBezTo>
                  <a:pt x="635351" y="128837"/>
                  <a:pt x="631269" y="116859"/>
                  <a:pt x="631269" y="101813"/>
                </a:cubicBezTo>
                <a:cubicBezTo>
                  <a:pt x="631269" y="85521"/>
                  <a:pt x="635455" y="72817"/>
                  <a:pt x="643827" y="63700"/>
                </a:cubicBezTo>
                <a:cubicBezTo>
                  <a:pt x="652199" y="54582"/>
                  <a:pt x="662707" y="50022"/>
                  <a:pt x="675351" y="50022"/>
                </a:cubicBezTo>
                <a:cubicBezTo>
                  <a:pt x="686051" y="50022"/>
                  <a:pt x="694839" y="53540"/>
                  <a:pt x="701717" y="60574"/>
                </a:cubicBezTo>
                <a:cubicBezTo>
                  <a:pt x="708595" y="67606"/>
                  <a:pt x="712034" y="77011"/>
                  <a:pt x="712034" y="88790"/>
                </a:cubicBezTo>
                <a:lnTo>
                  <a:pt x="646067" y="88790"/>
                </a:lnTo>
                <a:moveTo>
                  <a:pt x="646067" y="82745"/>
                </a:moveTo>
                <a:lnTo>
                  <a:pt x="690254" y="82745"/>
                </a:lnTo>
                <a:cubicBezTo>
                  <a:pt x="689906" y="76631"/>
                  <a:pt x="689177" y="72324"/>
                  <a:pt x="688065" y="69823"/>
                </a:cubicBezTo>
                <a:cubicBezTo>
                  <a:pt x="686328" y="65932"/>
                  <a:pt x="683740" y="62875"/>
                  <a:pt x="680301" y="60652"/>
                </a:cubicBezTo>
                <a:cubicBezTo>
                  <a:pt x="676862" y="58429"/>
                  <a:pt x="673267" y="57317"/>
                  <a:pt x="669515" y="57317"/>
                </a:cubicBezTo>
                <a:cubicBezTo>
                  <a:pt x="663749" y="57317"/>
                  <a:pt x="658590" y="59558"/>
                  <a:pt x="654040" y="64039"/>
                </a:cubicBezTo>
                <a:cubicBezTo>
                  <a:pt x="649489" y="68520"/>
                  <a:pt x="646832" y="74756"/>
                  <a:pt x="646067" y="82745"/>
                </a:cubicBezTo>
                <a:close/>
                <a:moveTo>
                  <a:pt x="752745" y="21259"/>
                </a:moveTo>
                <a:lnTo>
                  <a:pt x="752745" y="52732"/>
                </a:lnTo>
                <a:lnTo>
                  <a:pt x="775047" y="52732"/>
                </a:lnTo>
                <a:lnTo>
                  <a:pt x="775047" y="60027"/>
                </a:lnTo>
                <a:lnTo>
                  <a:pt x="752745" y="60027"/>
                </a:lnTo>
                <a:lnTo>
                  <a:pt x="752745" y="121845"/>
                </a:lnTo>
                <a:cubicBezTo>
                  <a:pt x="752745" y="128022"/>
                  <a:pt x="753631" y="132186"/>
                  <a:pt x="755403" y="134337"/>
                </a:cubicBezTo>
                <a:cubicBezTo>
                  <a:pt x="757174" y="136487"/>
                  <a:pt x="759450" y="137561"/>
                  <a:pt x="762229" y="137561"/>
                </a:cubicBezTo>
                <a:cubicBezTo>
                  <a:pt x="764521" y="137561"/>
                  <a:pt x="766745" y="136849"/>
                  <a:pt x="768898" y="135425"/>
                </a:cubicBezTo>
                <a:cubicBezTo>
                  <a:pt x="771052" y="134001"/>
                  <a:pt x="772720" y="131899"/>
                  <a:pt x="773901" y="129120"/>
                </a:cubicBezTo>
                <a:lnTo>
                  <a:pt x="777965" y="129120"/>
                </a:lnTo>
                <a:cubicBezTo>
                  <a:pt x="775533" y="135948"/>
                  <a:pt x="772094" y="141112"/>
                  <a:pt x="767648" y="144612"/>
                </a:cubicBezTo>
                <a:cubicBezTo>
                  <a:pt x="763201" y="148110"/>
                  <a:pt x="758616" y="149859"/>
                  <a:pt x="753892" y="149859"/>
                </a:cubicBezTo>
                <a:cubicBezTo>
                  <a:pt x="750696" y="149859"/>
                  <a:pt x="747569" y="148972"/>
                  <a:pt x="744513" y="147198"/>
                </a:cubicBezTo>
                <a:cubicBezTo>
                  <a:pt x="741456" y="145424"/>
                  <a:pt x="739198" y="142886"/>
                  <a:pt x="737739" y="139584"/>
                </a:cubicBezTo>
                <a:cubicBezTo>
                  <a:pt x="736280" y="136279"/>
                  <a:pt x="735550" y="131184"/>
                  <a:pt x="735550" y="124297"/>
                </a:cubicBezTo>
                <a:lnTo>
                  <a:pt x="735550" y="60027"/>
                </a:lnTo>
                <a:lnTo>
                  <a:pt x="720439" y="60027"/>
                </a:lnTo>
                <a:lnTo>
                  <a:pt x="720439" y="56588"/>
                </a:lnTo>
                <a:cubicBezTo>
                  <a:pt x="724260" y="55055"/>
                  <a:pt x="728168" y="52459"/>
                  <a:pt x="732163" y="48801"/>
                </a:cubicBezTo>
                <a:cubicBezTo>
                  <a:pt x="736158" y="45143"/>
                  <a:pt x="739719" y="40805"/>
                  <a:pt x="742845" y="35787"/>
                </a:cubicBezTo>
                <a:cubicBezTo>
                  <a:pt x="744443" y="33141"/>
                  <a:pt x="746666" y="28298"/>
                  <a:pt x="749515" y="21259"/>
                </a:cubicBezTo>
                <a:lnTo>
                  <a:pt x="752745" y="21259"/>
                </a:lnTo>
                <a:close/>
                <a:moveTo>
                  <a:pt x="808852" y="0"/>
                </a:moveTo>
                <a:cubicBezTo>
                  <a:pt x="811770" y="0"/>
                  <a:pt x="814254" y="1030"/>
                  <a:pt x="816303" y="3091"/>
                </a:cubicBezTo>
                <a:cubicBezTo>
                  <a:pt x="818353" y="5149"/>
                  <a:pt x="819378" y="7644"/>
                  <a:pt x="819378" y="10578"/>
                </a:cubicBezTo>
                <a:cubicBezTo>
                  <a:pt x="819378" y="13511"/>
                  <a:pt x="818353" y="16025"/>
                  <a:pt x="816303" y="18120"/>
                </a:cubicBezTo>
                <a:cubicBezTo>
                  <a:pt x="814254" y="20213"/>
                  <a:pt x="811770" y="21259"/>
                  <a:pt x="808852" y="21259"/>
                </a:cubicBezTo>
                <a:cubicBezTo>
                  <a:pt x="805934" y="21259"/>
                  <a:pt x="803433" y="20213"/>
                  <a:pt x="801349" y="18120"/>
                </a:cubicBezTo>
                <a:cubicBezTo>
                  <a:pt x="799265" y="16025"/>
                  <a:pt x="798222" y="13511"/>
                  <a:pt x="798222" y="10578"/>
                </a:cubicBezTo>
                <a:cubicBezTo>
                  <a:pt x="798222" y="7644"/>
                  <a:pt x="799247" y="5149"/>
                  <a:pt x="801297" y="3091"/>
                </a:cubicBezTo>
                <a:cubicBezTo>
                  <a:pt x="803346" y="1030"/>
                  <a:pt x="805865" y="0"/>
                  <a:pt x="808852" y="0"/>
                </a:cubicBezTo>
                <a:moveTo>
                  <a:pt x="817502" y="50022"/>
                </a:moveTo>
                <a:lnTo>
                  <a:pt x="817502" y="126554"/>
                </a:lnTo>
                <a:cubicBezTo>
                  <a:pt x="817502" y="132516"/>
                  <a:pt x="817936" y="136485"/>
                  <a:pt x="818805" y="138460"/>
                </a:cubicBezTo>
                <a:cubicBezTo>
                  <a:pt x="819673" y="140436"/>
                  <a:pt x="820958" y="141909"/>
                  <a:pt x="822660" y="142880"/>
                </a:cubicBezTo>
                <a:cubicBezTo>
                  <a:pt x="824363" y="143850"/>
                  <a:pt x="827472" y="144335"/>
                  <a:pt x="831987" y="144335"/>
                </a:cubicBezTo>
                <a:lnTo>
                  <a:pt x="831987" y="148191"/>
                </a:lnTo>
                <a:lnTo>
                  <a:pt x="785613" y="148191"/>
                </a:lnTo>
                <a:lnTo>
                  <a:pt x="785613" y="144335"/>
                </a:lnTo>
                <a:cubicBezTo>
                  <a:pt x="790267" y="144335"/>
                  <a:pt x="793394" y="143885"/>
                  <a:pt x="794992" y="142984"/>
                </a:cubicBezTo>
                <a:cubicBezTo>
                  <a:pt x="796590" y="142083"/>
                  <a:pt x="797858" y="140592"/>
                  <a:pt x="798796" y="138512"/>
                </a:cubicBezTo>
                <a:cubicBezTo>
                  <a:pt x="799733" y="136432"/>
                  <a:pt x="800202" y="132446"/>
                  <a:pt x="800202" y="126554"/>
                </a:cubicBezTo>
                <a:lnTo>
                  <a:pt x="800202" y="89848"/>
                </a:lnTo>
                <a:cubicBezTo>
                  <a:pt x="800202" y="79518"/>
                  <a:pt x="799890" y="72829"/>
                  <a:pt x="799265" y="69780"/>
                </a:cubicBezTo>
                <a:cubicBezTo>
                  <a:pt x="798778" y="67562"/>
                  <a:pt x="798014" y="66019"/>
                  <a:pt x="796972" y="65153"/>
                </a:cubicBezTo>
                <a:cubicBezTo>
                  <a:pt x="795930" y="64286"/>
                  <a:pt x="794505" y="63853"/>
                  <a:pt x="792699" y="63853"/>
                </a:cubicBezTo>
                <a:cubicBezTo>
                  <a:pt x="790754" y="63853"/>
                  <a:pt x="788392" y="64373"/>
                  <a:pt x="785613" y="65413"/>
                </a:cubicBezTo>
                <a:lnTo>
                  <a:pt x="784154" y="61668"/>
                </a:lnTo>
                <a:lnTo>
                  <a:pt x="812916" y="50022"/>
                </a:lnTo>
                <a:lnTo>
                  <a:pt x="817502" y="50022"/>
                </a:lnTo>
                <a:close/>
                <a:moveTo>
                  <a:pt x="871837" y="21259"/>
                </a:moveTo>
                <a:lnTo>
                  <a:pt x="871837" y="52732"/>
                </a:lnTo>
                <a:lnTo>
                  <a:pt x="894138" y="52732"/>
                </a:lnTo>
                <a:lnTo>
                  <a:pt x="894138" y="60027"/>
                </a:lnTo>
                <a:lnTo>
                  <a:pt x="871837" y="60027"/>
                </a:lnTo>
                <a:lnTo>
                  <a:pt x="871837" y="121845"/>
                </a:lnTo>
                <a:cubicBezTo>
                  <a:pt x="871837" y="128022"/>
                  <a:pt x="872722" y="132186"/>
                  <a:pt x="874494" y="134337"/>
                </a:cubicBezTo>
                <a:cubicBezTo>
                  <a:pt x="876266" y="136487"/>
                  <a:pt x="878541" y="137561"/>
                  <a:pt x="881320" y="137561"/>
                </a:cubicBezTo>
                <a:cubicBezTo>
                  <a:pt x="883613" y="137561"/>
                  <a:pt x="885836" y="136849"/>
                  <a:pt x="887990" y="135425"/>
                </a:cubicBezTo>
                <a:cubicBezTo>
                  <a:pt x="890143" y="134001"/>
                  <a:pt x="891811" y="131899"/>
                  <a:pt x="892992" y="129120"/>
                </a:cubicBezTo>
                <a:lnTo>
                  <a:pt x="897056" y="129120"/>
                </a:lnTo>
                <a:cubicBezTo>
                  <a:pt x="894625" y="135948"/>
                  <a:pt x="891186" y="141112"/>
                  <a:pt x="886739" y="144612"/>
                </a:cubicBezTo>
                <a:cubicBezTo>
                  <a:pt x="882293" y="148110"/>
                  <a:pt x="877707" y="149859"/>
                  <a:pt x="872983" y="149859"/>
                </a:cubicBezTo>
                <a:cubicBezTo>
                  <a:pt x="869787" y="149859"/>
                  <a:pt x="866661" y="148972"/>
                  <a:pt x="863604" y="147198"/>
                </a:cubicBezTo>
                <a:cubicBezTo>
                  <a:pt x="860547" y="145424"/>
                  <a:pt x="858289" y="142886"/>
                  <a:pt x="856830" y="139584"/>
                </a:cubicBezTo>
                <a:cubicBezTo>
                  <a:pt x="855371" y="136279"/>
                  <a:pt x="854641" y="131184"/>
                  <a:pt x="854641" y="124297"/>
                </a:cubicBezTo>
                <a:lnTo>
                  <a:pt x="854641" y="60027"/>
                </a:lnTo>
                <a:lnTo>
                  <a:pt x="839531" y="60027"/>
                </a:lnTo>
                <a:lnTo>
                  <a:pt x="839531" y="56588"/>
                </a:lnTo>
                <a:cubicBezTo>
                  <a:pt x="843352" y="55055"/>
                  <a:pt x="847260" y="52459"/>
                  <a:pt x="851255" y="48801"/>
                </a:cubicBezTo>
                <a:cubicBezTo>
                  <a:pt x="855249" y="45143"/>
                  <a:pt x="858810" y="40805"/>
                  <a:pt x="861936" y="35787"/>
                </a:cubicBezTo>
                <a:cubicBezTo>
                  <a:pt x="863534" y="33141"/>
                  <a:pt x="865758" y="28298"/>
                  <a:pt x="868606" y="21259"/>
                </a:cubicBezTo>
                <a:lnTo>
                  <a:pt x="871837" y="21259"/>
                </a:lnTo>
                <a:close/>
                <a:moveTo>
                  <a:pt x="927944" y="0"/>
                </a:moveTo>
                <a:cubicBezTo>
                  <a:pt x="930862" y="0"/>
                  <a:pt x="933345" y="1030"/>
                  <a:pt x="935395" y="3091"/>
                </a:cubicBezTo>
                <a:cubicBezTo>
                  <a:pt x="937444" y="5149"/>
                  <a:pt x="938469" y="7644"/>
                  <a:pt x="938469" y="10578"/>
                </a:cubicBezTo>
                <a:cubicBezTo>
                  <a:pt x="938469" y="13511"/>
                  <a:pt x="937444" y="16025"/>
                  <a:pt x="935395" y="18120"/>
                </a:cubicBezTo>
                <a:cubicBezTo>
                  <a:pt x="933345" y="20213"/>
                  <a:pt x="930862" y="21259"/>
                  <a:pt x="927944" y="21259"/>
                </a:cubicBezTo>
                <a:cubicBezTo>
                  <a:pt x="925026" y="21259"/>
                  <a:pt x="922525" y="20213"/>
                  <a:pt x="920440" y="18120"/>
                </a:cubicBezTo>
                <a:cubicBezTo>
                  <a:pt x="918356" y="16025"/>
                  <a:pt x="917314" y="13511"/>
                  <a:pt x="917314" y="10578"/>
                </a:cubicBezTo>
                <a:cubicBezTo>
                  <a:pt x="917314" y="7644"/>
                  <a:pt x="918339" y="5149"/>
                  <a:pt x="920388" y="3091"/>
                </a:cubicBezTo>
                <a:cubicBezTo>
                  <a:pt x="922438" y="1030"/>
                  <a:pt x="924956" y="0"/>
                  <a:pt x="927944" y="0"/>
                </a:cubicBezTo>
                <a:moveTo>
                  <a:pt x="936593" y="50022"/>
                </a:moveTo>
                <a:lnTo>
                  <a:pt x="936593" y="126554"/>
                </a:lnTo>
                <a:cubicBezTo>
                  <a:pt x="936593" y="132516"/>
                  <a:pt x="937028" y="136485"/>
                  <a:pt x="937896" y="138460"/>
                </a:cubicBezTo>
                <a:cubicBezTo>
                  <a:pt x="938764" y="140436"/>
                  <a:pt x="940050" y="141909"/>
                  <a:pt x="941752" y="142880"/>
                </a:cubicBezTo>
                <a:cubicBezTo>
                  <a:pt x="943454" y="143850"/>
                  <a:pt x="946563" y="144335"/>
                  <a:pt x="951079" y="144335"/>
                </a:cubicBezTo>
                <a:lnTo>
                  <a:pt x="951079" y="148191"/>
                </a:lnTo>
                <a:lnTo>
                  <a:pt x="904704" y="148191"/>
                </a:lnTo>
                <a:lnTo>
                  <a:pt x="904704" y="144335"/>
                </a:lnTo>
                <a:cubicBezTo>
                  <a:pt x="909359" y="144335"/>
                  <a:pt x="912485" y="143885"/>
                  <a:pt x="914083" y="142984"/>
                </a:cubicBezTo>
                <a:cubicBezTo>
                  <a:pt x="915681" y="142083"/>
                  <a:pt x="916949" y="140592"/>
                  <a:pt x="917887" y="138512"/>
                </a:cubicBezTo>
                <a:cubicBezTo>
                  <a:pt x="918825" y="136432"/>
                  <a:pt x="919294" y="132446"/>
                  <a:pt x="919294" y="126554"/>
                </a:cubicBezTo>
                <a:lnTo>
                  <a:pt x="919294" y="89848"/>
                </a:lnTo>
                <a:cubicBezTo>
                  <a:pt x="919294" y="79518"/>
                  <a:pt x="918981" y="72829"/>
                  <a:pt x="918356" y="69780"/>
                </a:cubicBezTo>
                <a:cubicBezTo>
                  <a:pt x="917870" y="67562"/>
                  <a:pt x="917105" y="66019"/>
                  <a:pt x="916063" y="65153"/>
                </a:cubicBezTo>
                <a:cubicBezTo>
                  <a:pt x="915021" y="64286"/>
                  <a:pt x="913597" y="63853"/>
                  <a:pt x="911791" y="63853"/>
                </a:cubicBezTo>
                <a:cubicBezTo>
                  <a:pt x="909845" y="63853"/>
                  <a:pt x="907483" y="64373"/>
                  <a:pt x="904704" y="65413"/>
                </a:cubicBezTo>
                <a:lnTo>
                  <a:pt x="903245" y="61668"/>
                </a:lnTo>
                <a:lnTo>
                  <a:pt x="932008" y="50022"/>
                </a:lnTo>
                <a:lnTo>
                  <a:pt x="936593" y="50022"/>
                </a:lnTo>
                <a:close/>
                <a:moveTo>
                  <a:pt x="1009895" y="50022"/>
                </a:moveTo>
                <a:cubicBezTo>
                  <a:pt x="1024346" y="50022"/>
                  <a:pt x="1035949" y="55505"/>
                  <a:pt x="1044703" y="66472"/>
                </a:cubicBezTo>
                <a:cubicBezTo>
                  <a:pt x="1052137" y="75840"/>
                  <a:pt x="1055853" y="86598"/>
                  <a:pt x="1055853" y="98745"/>
                </a:cubicBezTo>
                <a:cubicBezTo>
                  <a:pt x="1055853" y="107282"/>
                  <a:pt x="1053804" y="115923"/>
                  <a:pt x="1049705" y="124668"/>
                </a:cubicBezTo>
                <a:cubicBezTo>
                  <a:pt x="1045606" y="133411"/>
                  <a:pt x="1039961" y="140004"/>
                  <a:pt x="1032770" y="144446"/>
                </a:cubicBezTo>
                <a:cubicBezTo>
                  <a:pt x="1025580" y="148888"/>
                  <a:pt x="1017572" y="151109"/>
                  <a:pt x="1008749" y="151109"/>
                </a:cubicBezTo>
                <a:cubicBezTo>
                  <a:pt x="994368" y="151109"/>
                  <a:pt x="982939" y="145383"/>
                  <a:pt x="974463" y="133930"/>
                </a:cubicBezTo>
                <a:cubicBezTo>
                  <a:pt x="967307" y="124284"/>
                  <a:pt x="963729" y="113458"/>
                  <a:pt x="963729" y="101452"/>
                </a:cubicBezTo>
                <a:cubicBezTo>
                  <a:pt x="963729" y="92706"/>
                  <a:pt x="965900" y="84013"/>
                  <a:pt x="970242" y="75372"/>
                </a:cubicBezTo>
                <a:cubicBezTo>
                  <a:pt x="974585" y="66731"/>
                  <a:pt x="980299" y="60346"/>
                  <a:pt x="987385" y="56216"/>
                </a:cubicBezTo>
                <a:cubicBezTo>
                  <a:pt x="994472" y="52087"/>
                  <a:pt x="1001975" y="50022"/>
                  <a:pt x="1009895" y="50022"/>
                </a:cubicBezTo>
                <a:moveTo>
                  <a:pt x="1006665" y="56900"/>
                </a:moveTo>
                <a:cubicBezTo>
                  <a:pt x="1002983" y="56900"/>
                  <a:pt x="999283" y="57994"/>
                  <a:pt x="995566" y="60180"/>
                </a:cubicBezTo>
                <a:cubicBezTo>
                  <a:pt x="991849" y="62366"/>
                  <a:pt x="988844" y="66200"/>
                  <a:pt x="986552" y="71682"/>
                </a:cubicBezTo>
                <a:cubicBezTo>
                  <a:pt x="984259" y="77164"/>
                  <a:pt x="983113" y="84207"/>
                  <a:pt x="983113" y="92812"/>
                </a:cubicBezTo>
                <a:cubicBezTo>
                  <a:pt x="983113" y="106689"/>
                  <a:pt x="985874" y="118660"/>
                  <a:pt x="991398" y="128723"/>
                </a:cubicBezTo>
                <a:cubicBezTo>
                  <a:pt x="996921" y="138784"/>
                  <a:pt x="1004198" y="143814"/>
                  <a:pt x="1013230" y="143814"/>
                </a:cubicBezTo>
                <a:cubicBezTo>
                  <a:pt x="1019969" y="143814"/>
                  <a:pt x="1025527" y="141038"/>
                  <a:pt x="1029904" y="135487"/>
                </a:cubicBezTo>
                <a:cubicBezTo>
                  <a:pt x="1034281" y="129935"/>
                  <a:pt x="1036470" y="120394"/>
                  <a:pt x="1036470" y="106864"/>
                </a:cubicBezTo>
                <a:cubicBezTo>
                  <a:pt x="1036470" y="89932"/>
                  <a:pt x="1032822" y="76608"/>
                  <a:pt x="1025527" y="66892"/>
                </a:cubicBezTo>
                <a:cubicBezTo>
                  <a:pt x="1020595" y="60231"/>
                  <a:pt x="1014307" y="56900"/>
                  <a:pt x="1006665" y="56900"/>
                </a:cubicBezTo>
                <a:close/>
                <a:moveTo>
                  <a:pt x="1098082" y="70240"/>
                </a:moveTo>
                <a:cubicBezTo>
                  <a:pt x="1109267" y="56761"/>
                  <a:pt x="1119932" y="50022"/>
                  <a:pt x="1130075" y="50022"/>
                </a:cubicBezTo>
                <a:cubicBezTo>
                  <a:pt x="1135286" y="50022"/>
                  <a:pt x="1139767" y="51323"/>
                  <a:pt x="1143519" y="53924"/>
                </a:cubicBezTo>
                <a:cubicBezTo>
                  <a:pt x="1147270" y="56523"/>
                  <a:pt x="1150258" y="60803"/>
                  <a:pt x="1152481" y="66765"/>
                </a:cubicBezTo>
                <a:cubicBezTo>
                  <a:pt x="1154010" y="70922"/>
                  <a:pt x="1154774" y="77300"/>
                  <a:pt x="1154774" y="85898"/>
                </a:cubicBezTo>
                <a:lnTo>
                  <a:pt x="1154774" y="126554"/>
                </a:lnTo>
                <a:cubicBezTo>
                  <a:pt x="1154774" y="132585"/>
                  <a:pt x="1155260" y="136676"/>
                  <a:pt x="1156233" y="138825"/>
                </a:cubicBezTo>
                <a:cubicBezTo>
                  <a:pt x="1156997" y="140558"/>
                  <a:pt x="1158230" y="141909"/>
                  <a:pt x="1159932" y="142880"/>
                </a:cubicBezTo>
                <a:cubicBezTo>
                  <a:pt x="1161635" y="143850"/>
                  <a:pt x="1164778" y="144335"/>
                  <a:pt x="1169364" y="144335"/>
                </a:cubicBezTo>
                <a:lnTo>
                  <a:pt x="1169364" y="148191"/>
                </a:lnTo>
                <a:lnTo>
                  <a:pt x="1122155" y="148191"/>
                </a:lnTo>
                <a:lnTo>
                  <a:pt x="1122155" y="144335"/>
                </a:lnTo>
                <a:lnTo>
                  <a:pt x="1124135" y="144335"/>
                </a:lnTo>
                <a:cubicBezTo>
                  <a:pt x="1128582" y="144335"/>
                  <a:pt x="1131691" y="143661"/>
                  <a:pt x="1133462" y="142313"/>
                </a:cubicBezTo>
                <a:cubicBezTo>
                  <a:pt x="1135234" y="140965"/>
                  <a:pt x="1136467" y="138978"/>
                  <a:pt x="1137162" y="136353"/>
                </a:cubicBezTo>
                <a:cubicBezTo>
                  <a:pt x="1137440" y="135315"/>
                  <a:pt x="1137579" y="132066"/>
                  <a:pt x="1137579" y="126606"/>
                </a:cubicBezTo>
                <a:lnTo>
                  <a:pt x="1137579" y="87725"/>
                </a:lnTo>
                <a:cubicBezTo>
                  <a:pt x="1137579" y="79086"/>
                  <a:pt x="1136450" y="72814"/>
                  <a:pt x="1134192" y="68908"/>
                </a:cubicBezTo>
                <a:cubicBezTo>
                  <a:pt x="1131934" y="65002"/>
                  <a:pt x="1128130" y="63049"/>
                  <a:pt x="1122780" y="63049"/>
                </a:cubicBezTo>
                <a:cubicBezTo>
                  <a:pt x="1114513" y="63049"/>
                  <a:pt x="1106280" y="67542"/>
                  <a:pt x="1098082" y="76528"/>
                </a:cubicBezTo>
                <a:lnTo>
                  <a:pt x="1098082" y="126606"/>
                </a:lnTo>
                <a:cubicBezTo>
                  <a:pt x="1098082" y="133035"/>
                  <a:pt x="1098464" y="137009"/>
                  <a:pt x="1099228" y="138529"/>
                </a:cubicBezTo>
                <a:cubicBezTo>
                  <a:pt x="1100201" y="140533"/>
                  <a:pt x="1101538" y="142001"/>
                  <a:pt x="1103240" y="142935"/>
                </a:cubicBezTo>
                <a:cubicBezTo>
                  <a:pt x="1104943" y="143868"/>
                  <a:pt x="1108399" y="144335"/>
                  <a:pt x="1113610" y="144335"/>
                </a:cubicBezTo>
                <a:lnTo>
                  <a:pt x="1113610" y="148191"/>
                </a:lnTo>
                <a:lnTo>
                  <a:pt x="1066401" y="148191"/>
                </a:lnTo>
                <a:lnTo>
                  <a:pt x="1066401" y="144335"/>
                </a:lnTo>
                <a:lnTo>
                  <a:pt x="1068485" y="144335"/>
                </a:lnTo>
                <a:cubicBezTo>
                  <a:pt x="1073349" y="144335"/>
                  <a:pt x="1076631" y="143105"/>
                  <a:pt x="1078333" y="140645"/>
                </a:cubicBezTo>
                <a:cubicBezTo>
                  <a:pt x="1080036" y="138183"/>
                  <a:pt x="1080887" y="133486"/>
                  <a:pt x="1080887" y="126554"/>
                </a:cubicBezTo>
                <a:lnTo>
                  <a:pt x="1080887" y="91200"/>
                </a:lnTo>
                <a:cubicBezTo>
                  <a:pt x="1080887" y="79762"/>
                  <a:pt x="1080626" y="72796"/>
                  <a:pt x="1080105" y="70302"/>
                </a:cubicBezTo>
                <a:cubicBezTo>
                  <a:pt x="1079584" y="67805"/>
                  <a:pt x="1078785" y="66106"/>
                  <a:pt x="1077708" y="65205"/>
                </a:cubicBezTo>
                <a:cubicBezTo>
                  <a:pt x="1076631" y="64304"/>
                  <a:pt x="1075190" y="63853"/>
                  <a:pt x="1073383" y="63853"/>
                </a:cubicBezTo>
                <a:cubicBezTo>
                  <a:pt x="1071438" y="63853"/>
                  <a:pt x="1069111" y="64373"/>
                  <a:pt x="1066401" y="65413"/>
                </a:cubicBezTo>
                <a:lnTo>
                  <a:pt x="1064838" y="61668"/>
                </a:lnTo>
                <a:lnTo>
                  <a:pt x="1093601" y="50022"/>
                </a:lnTo>
                <a:lnTo>
                  <a:pt x="1098082" y="50022"/>
                </a:lnTo>
                <a:lnTo>
                  <a:pt x="1098082" y="70240"/>
                </a:lnTo>
                <a:close/>
                <a:moveTo>
                  <a:pt x="1239000" y="50022"/>
                </a:moveTo>
                <a:lnTo>
                  <a:pt x="1239000" y="82328"/>
                </a:lnTo>
                <a:lnTo>
                  <a:pt x="1235561" y="82328"/>
                </a:lnTo>
                <a:cubicBezTo>
                  <a:pt x="1232921" y="72196"/>
                  <a:pt x="1229534" y="65304"/>
                  <a:pt x="1225400" y="61652"/>
                </a:cubicBezTo>
                <a:cubicBezTo>
                  <a:pt x="1221266" y="57998"/>
                  <a:pt x="1216003" y="56171"/>
                  <a:pt x="1209612" y="56171"/>
                </a:cubicBezTo>
                <a:cubicBezTo>
                  <a:pt x="1204748" y="56171"/>
                  <a:pt x="1200823" y="57455"/>
                  <a:pt x="1197835" y="60024"/>
                </a:cubicBezTo>
                <a:cubicBezTo>
                  <a:pt x="1194848" y="62590"/>
                  <a:pt x="1193354" y="65435"/>
                  <a:pt x="1193354" y="68559"/>
                </a:cubicBezTo>
                <a:cubicBezTo>
                  <a:pt x="1193354" y="72446"/>
                  <a:pt x="1194466" y="75776"/>
                  <a:pt x="1196689" y="78551"/>
                </a:cubicBezTo>
                <a:cubicBezTo>
                  <a:pt x="1198843" y="81397"/>
                  <a:pt x="1203220" y="84416"/>
                  <a:pt x="1209820" y="87607"/>
                </a:cubicBezTo>
                <a:lnTo>
                  <a:pt x="1225035" y="95000"/>
                </a:lnTo>
                <a:cubicBezTo>
                  <a:pt x="1239139" y="101869"/>
                  <a:pt x="1246190" y="110926"/>
                  <a:pt x="1246190" y="122170"/>
                </a:cubicBezTo>
                <a:cubicBezTo>
                  <a:pt x="1246190" y="130844"/>
                  <a:pt x="1242908" y="137836"/>
                  <a:pt x="1236342" y="143147"/>
                </a:cubicBezTo>
                <a:cubicBezTo>
                  <a:pt x="1229777" y="148455"/>
                  <a:pt x="1222430" y="151109"/>
                  <a:pt x="1214301" y="151109"/>
                </a:cubicBezTo>
                <a:cubicBezTo>
                  <a:pt x="1208465" y="151109"/>
                  <a:pt x="1201796" y="150067"/>
                  <a:pt x="1194292" y="147983"/>
                </a:cubicBezTo>
                <a:cubicBezTo>
                  <a:pt x="1192000" y="147288"/>
                  <a:pt x="1190124" y="146941"/>
                  <a:pt x="1188665" y="146941"/>
                </a:cubicBezTo>
                <a:cubicBezTo>
                  <a:pt x="1187067" y="146941"/>
                  <a:pt x="1185816" y="147844"/>
                  <a:pt x="1184913" y="149650"/>
                </a:cubicBezTo>
                <a:lnTo>
                  <a:pt x="1181474" y="149650"/>
                </a:lnTo>
                <a:lnTo>
                  <a:pt x="1181474" y="115468"/>
                </a:lnTo>
                <a:lnTo>
                  <a:pt x="1184913" y="115468"/>
                </a:lnTo>
                <a:cubicBezTo>
                  <a:pt x="1186858" y="125229"/>
                  <a:pt x="1190575" y="132585"/>
                  <a:pt x="1196064" y="137535"/>
                </a:cubicBezTo>
                <a:cubicBezTo>
                  <a:pt x="1201552" y="142485"/>
                  <a:pt x="1207701" y="144961"/>
                  <a:pt x="1214510" y="144961"/>
                </a:cubicBezTo>
                <a:cubicBezTo>
                  <a:pt x="1219303" y="144961"/>
                  <a:pt x="1223211" y="143556"/>
                  <a:pt x="1226234" y="140746"/>
                </a:cubicBezTo>
                <a:cubicBezTo>
                  <a:pt x="1229256" y="137935"/>
                  <a:pt x="1230767" y="134551"/>
                  <a:pt x="1230767" y="130595"/>
                </a:cubicBezTo>
                <a:cubicBezTo>
                  <a:pt x="1230767" y="125806"/>
                  <a:pt x="1229082" y="121781"/>
                  <a:pt x="1225713" y="118520"/>
                </a:cubicBezTo>
                <a:cubicBezTo>
                  <a:pt x="1222343" y="115259"/>
                  <a:pt x="1215621" y="111130"/>
                  <a:pt x="1205547" y="106135"/>
                </a:cubicBezTo>
                <a:cubicBezTo>
                  <a:pt x="1195473" y="101137"/>
                  <a:pt x="1188873" y="96625"/>
                  <a:pt x="1185747" y="92600"/>
                </a:cubicBezTo>
                <a:cubicBezTo>
                  <a:pt x="1182620" y="88644"/>
                  <a:pt x="1181057" y="83647"/>
                  <a:pt x="1181057" y="77609"/>
                </a:cubicBezTo>
                <a:cubicBezTo>
                  <a:pt x="1181057" y="69767"/>
                  <a:pt x="1183749" y="63210"/>
                  <a:pt x="1189134" y="57936"/>
                </a:cubicBezTo>
                <a:cubicBezTo>
                  <a:pt x="1194518" y="52660"/>
                  <a:pt x="1201483" y="50022"/>
                  <a:pt x="1210028" y="50022"/>
                </a:cubicBezTo>
                <a:cubicBezTo>
                  <a:pt x="1213780" y="50022"/>
                  <a:pt x="1218331" y="50821"/>
                  <a:pt x="1223680" y="52419"/>
                </a:cubicBezTo>
                <a:cubicBezTo>
                  <a:pt x="1227224" y="53461"/>
                  <a:pt x="1229586" y="53982"/>
                  <a:pt x="1230767" y="53982"/>
                </a:cubicBezTo>
                <a:cubicBezTo>
                  <a:pt x="1231878" y="53982"/>
                  <a:pt x="1232747" y="53739"/>
                  <a:pt x="1233372" y="53253"/>
                </a:cubicBezTo>
                <a:cubicBezTo>
                  <a:pt x="1233997" y="52767"/>
                  <a:pt x="1234727" y="51690"/>
                  <a:pt x="1235561" y="50022"/>
                </a:cubicBezTo>
                <a:lnTo>
                  <a:pt x="1239000" y="50022"/>
                </a:ln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5ade7c9c0146b1"/>
          <a:stretch xmlns:a="http://schemas.openxmlformats.org/drawingml/2006/main"/>
        </p:blipFill>
        <p:spPr>
          <a:xfrm xmlns:a="http://schemas.openxmlformats.org/drawingml/2006/main">
            <a:off x="4405502" y="582120"/>
            <a:ext cx="1308672" cy="1208691"/>
          </a:xfrm>
          <a:prstGeom xmlns:a="http://schemas.openxmlformats.org/drawingml/2006/main" prst="rect">
            <a:avLst/>
          </a:prstGeom>
        </p:spPr>
      </p:pic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05356B-F4F2-4862-B139-40FA420E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7" y="2821101"/>
            <a:ext cx="7089307" cy="13381"/>
          </a:xfrm>
          <a:custGeom xmlns:a="http://schemas.openxmlformats.org/drawingml/2006/main">
            <a:pathLst>
              <a:path w="7089307" h="13381">
                <a:moveTo>
                  <a:pt x="0" y="0"/>
                </a:moveTo>
                <a:lnTo>
                  <a:pt x="7089307" y="0"/>
                </a:lnTo>
                <a:lnTo>
                  <a:pt x="7089307" y="13381"/>
                </a:lnTo>
                <a:lnTo>
                  <a:pt x="0" y="1338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D352DE-9A06-45B5-B54A-472D675B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06" y="2649154"/>
            <a:ext cx="13381" cy="178638"/>
          </a:xfrm>
          <a:custGeom xmlns:a="http://schemas.openxmlformats.org/drawingml/2006/main">
            <a:pathLst>
              <a:path w="13381" h="178638">
                <a:moveTo>
                  <a:pt x="13381" y="0"/>
                </a:moveTo>
                <a:lnTo>
                  <a:pt x="13381" y="178638"/>
                </a:lnTo>
                <a:lnTo>
                  <a:pt x="0" y="178638"/>
                </a:lnTo>
                <a:lnTo>
                  <a:pt x="0" y="0"/>
                </a:lnTo>
                <a:lnTo>
                  <a:pt x="13381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EBB207-48DD-4E8E-8138-B491B80B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7642" y="2649154"/>
            <a:ext cx="13381" cy="178638"/>
          </a:xfrm>
          <a:custGeom xmlns:a="http://schemas.openxmlformats.org/drawingml/2006/main">
            <a:pathLst>
              <a:path w="13381" h="178638">
                <a:moveTo>
                  <a:pt x="13381" y="0"/>
                </a:moveTo>
                <a:lnTo>
                  <a:pt x="13381" y="178638"/>
                </a:lnTo>
                <a:lnTo>
                  <a:pt x="0" y="178638"/>
                </a:lnTo>
                <a:lnTo>
                  <a:pt x="0" y="0"/>
                </a:lnTo>
                <a:lnTo>
                  <a:pt x="13381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1.Datacollection">
            <a:extLst xmlns:a="http://schemas.openxmlformats.org/drawingml/2006/main">
              <a:ext uri="{FF2B5EF4-FFF2-40B4-BE49-F238E27FC236}">
                <a16:creationId xmlns:a16="http://schemas.microsoft.com/office/drawing/2014/main" id="{E79AA954-74AA-48FA-A2E6-1221855B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5272" y="3095440"/>
            <a:ext cx="1676806" cy="170531"/>
          </a:xfrm>
          <a:custGeom xmlns:a="http://schemas.openxmlformats.org/drawingml/2006/main">
            <a:pathLst>
              <a:path w="1676806" h="170531">
                <a:moveTo>
                  <a:pt x="0" y="23404"/>
                </a:moveTo>
                <a:lnTo>
                  <a:pt x="38810" y="4469"/>
                </a:lnTo>
                <a:lnTo>
                  <a:pt x="42691" y="4469"/>
                </a:lnTo>
                <a:lnTo>
                  <a:pt x="42691" y="139129"/>
                </a:lnTo>
                <a:cubicBezTo>
                  <a:pt x="42691" y="148068"/>
                  <a:pt x="43064" y="153634"/>
                  <a:pt x="43809" y="155830"/>
                </a:cubicBezTo>
                <a:cubicBezTo>
                  <a:pt x="44554" y="158025"/>
                  <a:pt x="46102" y="159711"/>
                  <a:pt x="48454" y="160887"/>
                </a:cubicBezTo>
                <a:cubicBezTo>
                  <a:pt x="50806" y="162063"/>
                  <a:pt x="55589" y="162729"/>
                  <a:pt x="62802" y="162886"/>
                </a:cubicBezTo>
                <a:lnTo>
                  <a:pt x="62802" y="167238"/>
                </a:lnTo>
                <a:lnTo>
                  <a:pt x="2823" y="167238"/>
                </a:lnTo>
                <a:lnTo>
                  <a:pt x="2823" y="162886"/>
                </a:lnTo>
                <a:cubicBezTo>
                  <a:pt x="10349" y="162729"/>
                  <a:pt x="15211" y="162083"/>
                  <a:pt x="17406" y="160946"/>
                </a:cubicBezTo>
                <a:cubicBezTo>
                  <a:pt x="19601" y="159809"/>
                  <a:pt x="21130" y="158280"/>
                  <a:pt x="21993" y="156359"/>
                </a:cubicBezTo>
                <a:cubicBezTo>
                  <a:pt x="22855" y="154438"/>
                  <a:pt x="23286" y="148695"/>
                  <a:pt x="23286" y="139129"/>
                </a:cubicBezTo>
                <a:lnTo>
                  <a:pt x="23286" y="53041"/>
                </a:lnTo>
                <a:cubicBezTo>
                  <a:pt x="23286" y="41437"/>
                  <a:pt x="22894" y="33989"/>
                  <a:pt x="22110" y="30696"/>
                </a:cubicBezTo>
                <a:cubicBezTo>
                  <a:pt x="21561" y="28187"/>
                  <a:pt x="20562" y="26344"/>
                  <a:pt x="19111" y="25168"/>
                </a:cubicBezTo>
                <a:cubicBezTo>
                  <a:pt x="17661" y="23992"/>
                  <a:pt x="15916" y="23404"/>
                  <a:pt x="13878" y="23404"/>
                </a:cubicBezTo>
                <a:cubicBezTo>
                  <a:pt x="10977" y="23404"/>
                  <a:pt x="6939" y="24619"/>
                  <a:pt x="1764" y="27050"/>
                </a:cubicBezTo>
                <a:lnTo>
                  <a:pt x="0" y="23404"/>
                </a:lnTo>
                <a:close/>
                <a:moveTo>
                  <a:pt x="122312" y="144422"/>
                </a:moveTo>
                <a:cubicBezTo>
                  <a:pt x="125997" y="144422"/>
                  <a:pt x="129094" y="145696"/>
                  <a:pt x="131603" y="148244"/>
                </a:cubicBezTo>
                <a:cubicBezTo>
                  <a:pt x="134112" y="150792"/>
                  <a:pt x="135366" y="153870"/>
                  <a:pt x="135366" y="157476"/>
                </a:cubicBezTo>
                <a:cubicBezTo>
                  <a:pt x="135366" y="161083"/>
                  <a:pt x="134092" y="164160"/>
                  <a:pt x="131544" y="166708"/>
                </a:cubicBezTo>
                <a:cubicBezTo>
                  <a:pt x="128996" y="169257"/>
                  <a:pt x="125918" y="170531"/>
                  <a:pt x="122312" y="170531"/>
                </a:cubicBezTo>
                <a:cubicBezTo>
                  <a:pt x="118705" y="170531"/>
                  <a:pt x="115628" y="169257"/>
                  <a:pt x="113080" y="166708"/>
                </a:cubicBezTo>
                <a:cubicBezTo>
                  <a:pt x="110531" y="164160"/>
                  <a:pt x="109257" y="161083"/>
                  <a:pt x="109257" y="157476"/>
                </a:cubicBezTo>
                <a:cubicBezTo>
                  <a:pt x="109257" y="153791"/>
                  <a:pt x="110531" y="150694"/>
                  <a:pt x="113080" y="148185"/>
                </a:cubicBezTo>
                <a:cubicBezTo>
                  <a:pt x="115628" y="145676"/>
                  <a:pt x="118705" y="144422"/>
                  <a:pt x="122312" y="144422"/>
                </a:cubicBezTo>
                <a:close/>
                <a:moveTo>
                  <a:pt x="216750" y="167238"/>
                </a:moveTo>
                <a:lnTo>
                  <a:pt x="216750" y="162886"/>
                </a:lnTo>
                <a:lnTo>
                  <a:pt x="222748" y="162886"/>
                </a:lnTo>
                <a:cubicBezTo>
                  <a:pt x="229491" y="162886"/>
                  <a:pt x="234274" y="160730"/>
                  <a:pt x="237096" y="156418"/>
                </a:cubicBezTo>
                <a:cubicBezTo>
                  <a:pt x="238821" y="153830"/>
                  <a:pt x="239684" y="148028"/>
                  <a:pt x="239684" y="139012"/>
                </a:cubicBezTo>
                <a:lnTo>
                  <a:pt x="239684" y="35988"/>
                </a:lnTo>
                <a:cubicBezTo>
                  <a:pt x="239684" y="26030"/>
                  <a:pt x="238586" y="19797"/>
                  <a:pt x="236391" y="17288"/>
                </a:cubicBezTo>
                <a:cubicBezTo>
                  <a:pt x="233333" y="13838"/>
                  <a:pt x="228786" y="12114"/>
                  <a:pt x="222748" y="12114"/>
                </a:cubicBezTo>
                <a:lnTo>
                  <a:pt x="216750" y="12114"/>
                </a:lnTo>
                <a:lnTo>
                  <a:pt x="216750" y="7762"/>
                </a:lnTo>
                <a:lnTo>
                  <a:pt x="281670" y="7762"/>
                </a:lnTo>
                <a:cubicBezTo>
                  <a:pt x="305505" y="7762"/>
                  <a:pt x="323636" y="10467"/>
                  <a:pt x="336063" y="15877"/>
                </a:cubicBezTo>
                <a:cubicBezTo>
                  <a:pt x="348490" y="21287"/>
                  <a:pt x="358487" y="30303"/>
                  <a:pt x="366053" y="42927"/>
                </a:cubicBezTo>
                <a:cubicBezTo>
                  <a:pt x="373619" y="55550"/>
                  <a:pt x="377402" y="70133"/>
                  <a:pt x="377402" y="86677"/>
                </a:cubicBezTo>
                <a:cubicBezTo>
                  <a:pt x="377402" y="108865"/>
                  <a:pt x="370659" y="127408"/>
                  <a:pt x="357174" y="142305"/>
                </a:cubicBezTo>
                <a:cubicBezTo>
                  <a:pt x="342041" y="158927"/>
                  <a:pt x="318990" y="167238"/>
                  <a:pt x="288020" y="167238"/>
                </a:cubicBezTo>
                <a:lnTo>
                  <a:pt x="216750" y="167238"/>
                </a:lnTo>
                <a:moveTo>
                  <a:pt x="262264" y="155830"/>
                </a:moveTo>
                <a:cubicBezTo>
                  <a:pt x="272222" y="157947"/>
                  <a:pt x="280572" y="159005"/>
                  <a:pt x="287315" y="159005"/>
                </a:cubicBezTo>
                <a:cubicBezTo>
                  <a:pt x="305505" y="159005"/>
                  <a:pt x="320598" y="152615"/>
                  <a:pt x="332594" y="139835"/>
                </a:cubicBezTo>
                <a:cubicBezTo>
                  <a:pt x="344590" y="127055"/>
                  <a:pt x="350588" y="109728"/>
                  <a:pt x="350588" y="87853"/>
                </a:cubicBezTo>
                <a:cubicBezTo>
                  <a:pt x="350588" y="65821"/>
                  <a:pt x="344590" y="48454"/>
                  <a:pt x="332594" y="35753"/>
                </a:cubicBezTo>
                <a:cubicBezTo>
                  <a:pt x="320598" y="23051"/>
                  <a:pt x="305191" y="16700"/>
                  <a:pt x="286374" y="16700"/>
                </a:cubicBezTo>
                <a:cubicBezTo>
                  <a:pt x="279318" y="16700"/>
                  <a:pt x="271281" y="17837"/>
                  <a:pt x="262264" y="20111"/>
                </a:cubicBezTo>
                <a:lnTo>
                  <a:pt x="262264" y="155830"/>
                </a:lnTo>
                <a:close/>
                <a:moveTo>
                  <a:pt x="455153" y="151713"/>
                </a:moveTo>
                <a:cubicBezTo>
                  <a:pt x="444098" y="160260"/>
                  <a:pt x="437159" y="165199"/>
                  <a:pt x="434337" y="166532"/>
                </a:cubicBezTo>
                <a:cubicBezTo>
                  <a:pt x="430103" y="168571"/>
                  <a:pt x="425595" y="169590"/>
                  <a:pt x="420812" y="169590"/>
                </a:cubicBezTo>
                <a:cubicBezTo>
                  <a:pt x="413363" y="169590"/>
                  <a:pt x="407228" y="167042"/>
                  <a:pt x="402406" y="161945"/>
                </a:cubicBezTo>
                <a:cubicBezTo>
                  <a:pt x="397584" y="156849"/>
                  <a:pt x="395174" y="150145"/>
                  <a:pt x="395174" y="141834"/>
                </a:cubicBezTo>
                <a:cubicBezTo>
                  <a:pt x="395174" y="136581"/>
                  <a:pt x="396350" y="132034"/>
                  <a:pt x="398702" y="128192"/>
                </a:cubicBezTo>
                <a:cubicBezTo>
                  <a:pt x="401916" y="122860"/>
                  <a:pt x="407503" y="117843"/>
                  <a:pt x="415461" y="113138"/>
                </a:cubicBezTo>
                <a:cubicBezTo>
                  <a:pt x="423419" y="108434"/>
                  <a:pt x="436650" y="102710"/>
                  <a:pt x="455153" y="95968"/>
                </a:cubicBezTo>
                <a:lnTo>
                  <a:pt x="455153" y="91734"/>
                </a:lnTo>
                <a:cubicBezTo>
                  <a:pt x="455153" y="80992"/>
                  <a:pt x="453448" y="73622"/>
                  <a:pt x="450037" y="69624"/>
                </a:cubicBezTo>
                <a:cubicBezTo>
                  <a:pt x="446627" y="65625"/>
                  <a:pt x="441668" y="63626"/>
                  <a:pt x="435160" y="63626"/>
                </a:cubicBezTo>
                <a:cubicBezTo>
                  <a:pt x="430220" y="63626"/>
                  <a:pt x="426300" y="64954"/>
                  <a:pt x="423399" y="67610"/>
                </a:cubicBezTo>
                <a:cubicBezTo>
                  <a:pt x="420420" y="70265"/>
                  <a:pt x="418930" y="73312"/>
                  <a:pt x="418930" y="76750"/>
                </a:cubicBezTo>
                <a:lnTo>
                  <a:pt x="419165" y="83545"/>
                </a:lnTo>
                <a:cubicBezTo>
                  <a:pt x="419165" y="87137"/>
                  <a:pt x="418244" y="89910"/>
                  <a:pt x="416402" y="91862"/>
                </a:cubicBezTo>
                <a:cubicBezTo>
                  <a:pt x="414559" y="93815"/>
                  <a:pt x="412148" y="94792"/>
                  <a:pt x="409169" y="94792"/>
                </a:cubicBezTo>
                <a:cubicBezTo>
                  <a:pt x="406268" y="94792"/>
                  <a:pt x="403896" y="93776"/>
                  <a:pt x="402054" y="91745"/>
                </a:cubicBezTo>
                <a:cubicBezTo>
                  <a:pt x="400211" y="89711"/>
                  <a:pt x="399290" y="86935"/>
                  <a:pt x="399290" y="83417"/>
                </a:cubicBezTo>
                <a:cubicBezTo>
                  <a:pt x="399290" y="76696"/>
                  <a:pt x="402740" y="70522"/>
                  <a:pt x="409639" y="64894"/>
                </a:cubicBezTo>
                <a:cubicBezTo>
                  <a:pt x="416539" y="59266"/>
                  <a:pt x="426222" y="56452"/>
                  <a:pt x="438688" y="56452"/>
                </a:cubicBezTo>
                <a:cubicBezTo>
                  <a:pt x="448254" y="56452"/>
                  <a:pt x="456094" y="58056"/>
                  <a:pt x="462210" y="61266"/>
                </a:cubicBezTo>
                <a:cubicBezTo>
                  <a:pt x="466836" y="63694"/>
                  <a:pt x="470246" y="67493"/>
                  <a:pt x="472442" y="72663"/>
                </a:cubicBezTo>
                <a:cubicBezTo>
                  <a:pt x="473853" y="76029"/>
                  <a:pt x="474558" y="82921"/>
                  <a:pt x="474558" y="93336"/>
                </a:cubicBezTo>
                <a:lnTo>
                  <a:pt x="474558" y="129868"/>
                </a:lnTo>
                <a:cubicBezTo>
                  <a:pt x="474558" y="140127"/>
                  <a:pt x="474754" y="146411"/>
                  <a:pt x="475146" y="148722"/>
                </a:cubicBezTo>
                <a:cubicBezTo>
                  <a:pt x="475539" y="151032"/>
                  <a:pt x="476185" y="152580"/>
                  <a:pt x="477087" y="153364"/>
                </a:cubicBezTo>
                <a:cubicBezTo>
                  <a:pt x="477989" y="154145"/>
                  <a:pt x="479028" y="154536"/>
                  <a:pt x="480204" y="154536"/>
                </a:cubicBezTo>
                <a:cubicBezTo>
                  <a:pt x="481458" y="154536"/>
                  <a:pt x="482556" y="154262"/>
                  <a:pt x="483497" y="153713"/>
                </a:cubicBezTo>
                <a:cubicBezTo>
                  <a:pt x="485143" y="152694"/>
                  <a:pt x="488319" y="149832"/>
                  <a:pt x="493023" y="145127"/>
                </a:cubicBezTo>
                <a:lnTo>
                  <a:pt x="493023" y="151713"/>
                </a:lnTo>
                <a:cubicBezTo>
                  <a:pt x="484241" y="163474"/>
                  <a:pt x="475852" y="169355"/>
                  <a:pt x="467855" y="169355"/>
                </a:cubicBezTo>
                <a:cubicBezTo>
                  <a:pt x="464013" y="169355"/>
                  <a:pt x="460955" y="168022"/>
                  <a:pt x="458681" y="165356"/>
                </a:cubicBezTo>
                <a:cubicBezTo>
                  <a:pt x="456408" y="162690"/>
                  <a:pt x="455232" y="158143"/>
                  <a:pt x="455153" y="151713"/>
                </a:cubicBezTo>
                <a:moveTo>
                  <a:pt x="455153" y="144003"/>
                </a:moveTo>
                <a:lnTo>
                  <a:pt x="455153" y="103142"/>
                </a:lnTo>
                <a:cubicBezTo>
                  <a:pt x="443314" y="107824"/>
                  <a:pt x="435670" y="111141"/>
                  <a:pt x="432220" y="113094"/>
                </a:cubicBezTo>
                <a:cubicBezTo>
                  <a:pt x="426026" y="116529"/>
                  <a:pt x="421596" y="120120"/>
                  <a:pt x="418930" y="123866"/>
                </a:cubicBezTo>
                <a:cubicBezTo>
                  <a:pt x="416264" y="127613"/>
                  <a:pt x="414932" y="131710"/>
                  <a:pt x="414932" y="136160"/>
                </a:cubicBezTo>
                <a:cubicBezTo>
                  <a:pt x="414932" y="141781"/>
                  <a:pt x="416617" y="146444"/>
                  <a:pt x="419989" y="150151"/>
                </a:cubicBezTo>
                <a:cubicBezTo>
                  <a:pt x="423360" y="153859"/>
                  <a:pt x="427241" y="155712"/>
                  <a:pt x="431632" y="155712"/>
                </a:cubicBezTo>
                <a:cubicBezTo>
                  <a:pt x="437591" y="155712"/>
                  <a:pt x="445431" y="151809"/>
                  <a:pt x="455153" y="144003"/>
                </a:cubicBezTo>
                <a:close/>
                <a:moveTo>
                  <a:pt x="532448" y="23992"/>
                </a:moveTo>
                <a:lnTo>
                  <a:pt x="532448" y="59509"/>
                </a:lnTo>
                <a:lnTo>
                  <a:pt x="557616" y="59509"/>
                </a:lnTo>
                <a:lnTo>
                  <a:pt x="557616" y="67742"/>
                </a:lnTo>
                <a:lnTo>
                  <a:pt x="532448" y="67742"/>
                </a:lnTo>
                <a:lnTo>
                  <a:pt x="532448" y="137505"/>
                </a:lnTo>
                <a:cubicBezTo>
                  <a:pt x="532448" y="144476"/>
                  <a:pt x="533447" y="149175"/>
                  <a:pt x="535447" y="151603"/>
                </a:cubicBezTo>
                <a:cubicBezTo>
                  <a:pt x="537446" y="154029"/>
                  <a:pt x="540014" y="155242"/>
                  <a:pt x="543150" y="155242"/>
                </a:cubicBezTo>
                <a:cubicBezTo>
                  <a:pt x="545737" y="155242"/>
                  <a:pt x="548246" y="154438"/>
                  <a:pt x="550677" y="152831"/>
                </a:cubicBezTo>
                <a:cubicBezTo>
                  <a:pt x="553107" y="151223"/>
                  <a:pt x="554989" y="148852"/>
                  <a:pt x="556322" y="145715"/>
                </a:cubicBezTo>
                <a:lnTo>
                  <a:pt x="560909" y="145715"/>
                </a:lnTo>
                <a:cubicBezTo>
                  <a:pt x="558164" y="153421"/>
                  <a:pt x="554283" y="159249"/>
                  <a:pt x="549266" y="163199"/>
                </a:cubicBezTo>
                <a:cubicBezTo>
                  <a:pt x="544248" y="167146"/>
                  <a:pt x="539073" y="169119"/>
                  <a:pt x="533741" y="169119"/>
                </a:cubicBezTo>
                <a:cubicBezTo>
                  <a:pt x="530135" y="169119"/>
                  <a:pt x="526607" y="168118"/>
                  <a:pt x="523157" y="166117"/>
                </a:cubicBezTo>
                <a:cubicBezTo>
                  <a:pt x="519707" y="164115"/>
                  <a:pt x="517159" y="161251"/>
                  <a:pt x="515512" y="157524"/>
                </a:cubicBezTo>
                <a:cubicBezTo>
                  <a:pt x="513866" y="153795"/>
                  <a:pt x="513042" y="148044"/>
                  <a:pt x="513042" y="140272"/>
                </a:cubicBezTo>
                <a:lnTo>
                  <a:pt x="513042" y="67742"/>
                </a:lnTo>
                <a:lnTo>
                  <a:pt x="495989" y="67742"/>
                </a:lnTo>
                <a:lnTo>
                  <a:pt x="495989" y="63861"/>
                </a:lnTo>
                <a:cubicBezTo>
                  <a:pt x="500302" y="62131"/>
                  <a:pt x="504712" y="59202"/>
                  <a:pt x="509220" y="55073"/>
                </a:cubicBezTo>
                <a:cubicBezTo>
                  <a:pt x="513729" y="50945"/>
                  <a:pt x="517747" y="46049"/>
                  <a:pt x="521275" y="40387"/>
                </a:cubicBezTo>
                <a:cubicBezTo>
                  <a:pt x="523078" y="37400"/>
                  <a:pt x="525587" y="31935"/>
                  <a:pt x="528802" y="23992"/>
                </a:cubicBezTo>
                <a:lnTo>
                  <a:pt x="532448" y="23992"/>
                </a:lnTo>
                <a:close/>
                <a:moveTo>
                  <a:pt x="629108" y="151713"/>
                </a:moveTo>
                <a:cubicBezTo>
                  <a:pt x="618053" y="160260"/>
                  <a:pt x="611114" y="165199"/>
                  <a:pt x="608291" y="166532"/>
                </a:cubicBezTo>
                <a:cubicBezTo>
                  <a:pt x="604057" y="168571"/>
                  <a:pt x="599549" y="169590"/>
                  <a:pt x="594767" y="169590"/>
                </a:cubicBezTo>
                <a:cubicBezTo>
                  <a:pt x="587318" y="169590"/>
                  <a:pt x="581183" y="167042"/>
                  <a:pt x="576361" y="161945"/>
                </a:cubicBezTo>
                <a:cubicBezTo>
                  <a:pt x="571539" y="156849"/>
                  <a:pt x="569128" y="150145"/>
                  <a:pt x="569128" y="141834"/>
                </a:cubicBezTo>
                <a:cubicBezTo>
                  <a:pt x="569128" y="136581"/>
                  <a:pt x="570304" y="132034"/>
                  <a:pt x="572656" y="128192"/>
                </a:cubicBezTo>
                <a:cubicBezTo>
                  <a:pt x="575871" y="122860"/>
                  <a:pt x="581457" y="117843"/>
                  <a:pt x="589415" y="113138"/>
                </a:cubicBezTo>
                <a:cubicBezTo>
                  <a:pt x="597373" y="108434"/>
                  <a:pt x="610604" y="102710"/>
                  <a:pt x="629108" y="95968"/>
                </a:cubicBezTo>
                <a:lnTo>
                  <a:pt x="629108" y="91734"/>
                </a:lnTo>
                <a:cubicBezTo>
                  <a:pt x="629108" y="80992"/>
                  <a:pt x="627403" y="73622"/>
                  <a:pt x="623992" y="69624"/>
                </a:cubicBezTo>
                <a:cubicBezTo>
                  <a:pt x="620581" y="65625"/>
                  <a:pt x="615622" y="63626"/>
                  <a:pt x="609115" y="63626"/>
                </a:cubicBezTo>
                <a:cubicBezTo>
                  <a:pt x="604175" y="63626"/>
                  <a:pt x="600255" y="64954"/>
                  <a:pt x="597354" y="67610"/>
                </a:cubicBezTo>
                <a:cubicBezTo>
                  <a:pt x="594374" y="70265"/>
                  <a:pt x="592885" y="73312"/>
                  <a:pt x="592885" y="76750"/>
                </a:cubicBezTo>
                <a:lnTo>
                  <a:pt x="593120" y="83545"/>
                </a:lnTo>
                <a:cubicBezTo>
                  <a:pt x="593120" y="87137"/>
                  <a:pt x="592199" y="89910"/>
                  <a:pt x="590356" y="91862"/>
                </a:cubicBezTo>
                <a:cubicBezTo>
                  <a:pt x="588514" y="93815"/>
                  <a:pt x="586103" y="94792"/>
                  <a:pt x="583123" y="94792"/>
                </a:cubicBezTo>
                <a:cubicBezTo>
                  <a:pt x="580222" y="94792"/>
                  <a:pt x="577851" y="93776"/>
                  <a:pt x="576008" y="91745"/>
                </a:cubicBezTo>
                <a:cubicBezTo>
                  <a:pt x="574166" y="89711"/>
                  <a:pt x="573244" y="86935"/>
                  <a:pt x="573244" y="83417"/>
                </a:cubicBezTo>
                <a:cubicBezTo>
                  <a:pt x="573244" y="76696"/>
                  <a:pt x="576694" y="70522"/>
                  <a:pt x="583594" y="64894"/>
                </a:cubicBezTo>
                <a:cubicBezTo>
                  <a:pt x="590493" y="59266"/>
                  <a:pt x="600176" y="56452"/>
                  <a:pt x="612643" y="56452"/>
                </a:cubicBezTo>
                <a:cubicBezTo>
                  <a:pt x="622208" y="56452"/>
                  <a:pt x="630049" y="58056"/>
                  <a:pt x="636164" y="61266"/>
                </a:cubicBezTo>
                <a:cubicBezTo>
                  <a:pt x="640790" y="63694"/>
                  <a:pt x="644201" y="67493"/>
                  <a:pt x="646396" y="72663"/>
                </a:cubicBezTo>
                <a:cubicBezTo>
                  <a:pt x="647807" y="76029"/>
                  <a:pt x="648513" y="82921"/>
                  <a:pt x="648513" y="93336"/>
                </a:cubicBezTo>
                <a:lnTo>
                  <a:pt x="648513" y="129868"/>
                </a:lnTo>
                <a:cubicBezTo>
                  <a:pt x="648513" y="140127"/>
                  <a:pt x="648709" y="146411"/>
                  <a:pt x="649101" y="148722"/>
                </a:cubicBezTo>
                <a:cubicBezTo>
                  <a:pt x="649493" y="151032"/>
                  <a:pt x="650140" y="152580"/>
                  <a:pt x="651042" y="153364"/>
                </a:cubicBezTo>
                <a:cubicBezTo>
                  <a:pt x="651943" y="154145"/>
                  <a:pt x="652982" y="154536"/>
                  <a:pt x="654158" y="154536"/>
                </a:cubicBezTo>
                <a:cubicBezTo>
                  <a:pt x="655413" y="154536"/>
                  <a:pt x="656510" y="154262"/>
                  <a:pt x="657451" y="153713"/>
                </a:cubicBezTo>
                <a:cubicBezTo>
                  <a:pt x="659098" y="152694"/>
                  <a:pt x="662273" y="149832"/>
                  <a:pt x="666977" y="145127"/>
                </a:cubicBezTo>
                <a:lnTo>
                  <a:pt x="666977" y="151713"/>
                </a:lnTo>
                <a:cubicBezTo>
                  <a:pt x="658196" y="163474"/>
                  <a:pt x="649807" y="169355"/>
                  <a:pt x="641809" y="169355"/>
                </a:cubicBezTo>
                <a:cubicBezTo>
                  <a:pt x="637968" y="169355"/>
                  <a:pt x="634910" y="168022"/>
                  <a:pt x="632636" y="165356"/>
                </a:cubicBezTo>
                <a:cubicBezTo>
                  <a:pt x="630362" y="162690"/>
                  <a:pt x="629186" y="158143"/>
                  <a:pt x="629108" y="151713"/>
                </a:cubicBezTo>
                <a:moveTo>
                  <a:pt x="629108" y="144003"/>
                </a:moveTo>
                <a:lnTo>
                  <a:pt x="629108" y="103142"/>
                </a:lnTo>
                <a:cubicBezTo>
                  <a:pt x="617269" y="107824"/>
                  <a:pt x="609624" y="111141"/>
                  <a:pt x="606174" y="113094"/>
                </a:cubicBezTo>
                <a:cubicBezTo>
                  <a:pt x="599980" y="116529"/>
                  <a:pt x="595551" y="120120"/>
                  <a:pt x="592885" y="123866"/>
                </a:cubicBezTo>
                <a:cubicBezTo>
                  <a:pt x="590219" y="127613"/>
                  <a:pt x="588886" y="131710"/>
                  <a:pt x="588886" y="136160"/>
                </a:cubicBezTo>
                <a:cubicBezTo>
                  <a:pt x="588886" y="141781"/>
                  <a:pt x="590572" y="146444"/>
                  <a:pt x="593943" y="150151"/>
                </a:cubicBezTo>
                <a:cubicBezTo>
                  <a:pt x="597315" y="153859"/>
                  <a:pt x="601196" y="155712"/>
                  <a:pt x="605586" y="155712"/>
                </a:cubicBezTo>
                <a:cubicBezTo>
                  <a:pt x="611545" y="155712"/>
                  <a:pt x="619386" y="151809"/>
                  <a:pt x="629108" y="144003"/>
                </a:cubicBezTo>
                <a:close/>
                <a:moveTo>
                  <a:pt x="826832" y="126310"/>
                </a:moveTo>
                <a:cubicBezTo>
                  <a:pt x="823931" y="140502"/>
                  <a:pt x="818247" y="151419"/>
                  <a:pt x="809779" y="159064"/>
                </a:cubicBezTo>
                <a:cubicBezTo>
                  <a:pt x="801311" y="166708"/>
                  <a:pt x="791942" y="170531"/>
                  <a:pt x="781671" y="170531"/>
                </a:cubicBezTo>
                <a:cubicBezTo>
                  <a:pt x="769440" y="170531"/>
                  <a:pt x="758776" y="165401"/>
                  <a:pt x="749681" y="155142"/>
                </a:cubicBezTo>
                <a:cubicBezTo>
                  <a:pt x="740587" y="144881"/>
                  <a:pt x="736039" y="131017"/>
                  <a:pt x="736039" y="113550"/>
                </a:cubicBezTo>
                <a:cubicBezTo>
                  <a:pt x="736039" y="96632"/>
                  <a:pt x="741077" y="82886"/>
                  <a:pt x="751152" y="72314"/>
                </a:cubicBezTo>
                <a:cubicBezTo>
                  <a:pt x="761227" y="61739"/>
                  <a:pt x="773321" y="56452"/>
                  <a:pt x="787433" y="56452"/>
                </a:cubicBezTo>
                <a:cubicBezTo>
                  <a:pt x="798018" y="56452"/>
                  <a:pt x="806721" y="59246"/>
                  <a:pt x="813542" y="64835"/>
                </a:cubicBezTo>
                <a:cubicBezTo>
                  <a:pt x="820364" y="70421"/>
                  <a:pt x="823774" y="76223"/>
                  <a:pt x="823774" y="82241"/>
                </a:cubicBezTo>
                <a:cubicBezTo>
                  <a:pt x="823774" y="85210"/>
                  <a:pt x="822814" y="87614"/>
                  <a:pt x="820893" y="89451"/>
                </a:cubicBezTo>
                <a:cubicBezTo>
                  <a:pt x="818972" y="91287"/>
                  <a:pt x="816286" y="92204"/>
                  <a:pt x="812837" y="92204"/>
                </a:cubicBezTo>
                <a:cubicBezTo>
                  <a:pt x="808211" y="92204"/>
                  <a:pt x="804722" y="90714"/>
                  <a:pt x="802370" y="87735"/>
                </a:cubicBezTo>
                <a:cubicBezTo>
                  <a:pt x="801037" y="86089"/>
                  <a:pt x="800155" y="82952"/>
                  <a:pt x="799723" y="78326"/>
                </a:cubicBezTo>
                <a:cubicBezTo>
                  <a:pt x="799292" y="73701"/>
                  <a:pt x="797704" y="70172"/>
                  <a:pt x="794960" y="67742"/>
                </a:cubicBezTo>
                <a:cubicBezTo>
                  <a:pt x="792216" y="65390"/>
                  <a:pt x="788414" y="64214"/>
                  <a:pt x="783552" y="64214"/>
                </a:cubicBezTo>
                <a:cubicBezTo>
                  <a:pt x="775712" y="64214"/>
                  <a:pt x="769400" y="67115"/>
                  <a:pt x="764618" y="72917"/>
                </a:cubicBezTo>
                <a:cubicBezTo>
                  <a:pt x="758267" y="80600"/>
                  <a:pt x="755091" y="90754"/>
                  <a:pt x="755091" y="103377"/>
                </a:cubicBezTo>
                <a:cubicBezTo>
                  <a:pt x="755091" y="116235"/>
                  <a:pt x="758247" y="127584"/>
                  <a:pt x="764559" y="137424"/>
                </a:cubicBezTo>
                <a:cubicBezTo>
                  <a:pt x="770870" y="147264"/>
                  <a:pt x="779397" y="152184"/>
                  <a:pt x="790138" y="152184"/>
                </a:cubicBezTo>
                <a:cubicBezTo>
                  <a:pt x="797822" y="152184"/>
                  <a:pt x="804722" y="149557"/>
                  <a:pt x="810837" y="144304"/>
                </a:cubicBezTo>
                <a:cubicBezTo>
                  <a:pt x="815150" y="140698"/>
                  <a:pt x="819344" y="134151"/>
                  <a:pt x="823421" y="124664"/>
                </a:cubicBezTo>
                <a:lnTo>
                  <a:pt x="826832" y="126310"/>
                </a:lnTo>
                <a:close/>
                <a:moveTo>
                  <a:pt x="895070" y="56452"/>
                </a:moveTo>
                <a:cubicBezTo>
                  <a:pt x="911378" y="56452"/>
                  <a:pt x="924472" y="62639"/>
                  <a:pt x="934351" y="75015"/>
                </a:cubicBezTo>
                <a:cubicBezTo>
                  <a:pt x="942740" y="85588"/>
                  <a:pt x="946935" y="97728"/>
                  <a:pt x="946935" y="111437"/>
                </a:cubicBezTo>
                <a:cubicBezTo>
                  <a:pt x="946935" y="121071"/>
                  <a:pt x="944622" y="130822"/>
                  <a:pt x="939996" y="140691"/>
                </a:cubicBezTo>
                <a:cubicBezTo>
                  <a:pt x="935370" y="150558"/>
                  <a:pt x="929000" y="157998"/>
                  <a:pt x="920885" y="163011"/>
                </a:cubicBezTo>
                <a:cubicBezTo>
                  <a:pt x="912770" y="168024"/>
                  <a:pt x="903734" y="170531"/>
                  <a:pt x="893776" y="170531"/>
                </a:cubicBezTo>
                <a:cubicBezTo>
                  <a:pt x="877547" y="170531"/>
                  <a:pt x="864649" y="164068"/>
                  <a:pt x="855084" y="151144"/>
                </a:cubicBezTo>
                <a:cubicBezTo>
                  <a:pt x="847008" y="140258"/>
                  <a:pt x="842970" y="128040"/>
                  <a:pt x="842970" y="114491"/>
                </a:cubicBezTo>
                <a:cubicBezTo>
                  <a:pt x="842970" y="104622"/>
                  <a:pt x="845420" y="94811"/>
                  <a:pt x="850320" y="85060"/>
                </a:cubicBezTo>
                <a:cubicBezTo>
                  <a:pt x="855221" y="75308"/>
                  <a:pt x="861670" y="68102"/>
                  <a:pt x="869667" y="63442"/>
                </a:cubicBezTo>
                <a:cubicBezTo>
                  <a:pt x="877664" y="58782"/>
                  <a:pt x="886132" y="56452"/>
                  <a:pt x="895070" y="56452"/>
                </a:cubicBezTo>
                <a:moveTo>
                  <a:pt x="891424" y="64214"/>
                </a:moveTo>
                <a:cubicBezTo>
                  <a:pt x="887269" y="64214"/>
                  <a:pt x="883094" y="65447"/>
                  <a:pt x="878899" y="67915"/>
                </a:cubicBezTo>
                <a:cubicBezTo>
                  <a:pt x="874704" y="70382"/>
                  <a:pt x="871313" y="74709"/>
                  <a:pt x="868726" y="80895"/>
                </a:cubicBezTo>
                <a:cubicBezTo>
                  <a:pt x="866139" y="87082"/>
                  <a:pt x="864845" y="95030"/>
                  <a:pt x="864845" y="104740"/>
                </a:cubicBezTo>
                <a:cubicBezTo>
                  <a:pt x="864845" y="120402"/>
                  <a:pt x="867962" y="133911"/>
                  <a:pt x="874195" y="145267"/>
                </a:cubicBezTo>
                <a:cubicBezTo>
                  <a:pt x="880428" y="156621"/>
                  <a:pt x="888641" y="162298"/>
                  <a:pt x="898833" y="162298"/>
                </a:cubicBezTo>
                <a:cubicBezTo>
                  <a:pt x="906439" y="162298"/>
                  <a:pt x="912711" y="159166"/>
                  <a:pt x="917651" y="152901"/>
                </a:cubicBezTo>
                <a:cubicBezTo>
                  <a:pt x="922590" y="146636"/>
                  <a:pt x="925060" y="135868"/>
                  <a:pt x="925060" y="120599"/>
                </a:cubicBezTo>
                <a:cubicBezTo>
                  <a:pt x="925060" y="101490"/>
                  <a:pt x="920944" y="86454"/>
                  <a:pt x="912711" y="75489"/>
                </a:cubicBezTo>
                <a:cubicBezTo>
                  <a:pt x="907144" y="67972"/>
                  <a:pt x="900049" y="64214"/>
                  <a:pt x="891424" y="64214"/>
                </a:cubicBezTo>
                <a:close/>
                <a:moveTo>
                  <a:pt x="999858" y="0"/>
                </a:moveTo>
                <a:lnTo>
                  <a:pt x="999858" y="142790"/>
                </a:lnTo>
                <a:cubicBezTo>
                  <a:pt x="999858" y="149528"/>
                  <a:pt x="1000348" y="153995"/>
                  <a:pt x="1001328" y="156190"/>
                </a:cubicBezTo>
                <a:cubicBezTo>
                  <a:pt x="1002308" y="158383"/>
                  <a:pt x="1003818" y="160048"/>
                  <a:pt x="1005856" y="161185"/>
                </a:cubicBezTo>
                <a:cubicBezTo>
                  <a:pt x="1007895" y="162319"/>
                  <a:pt x="1011697" y="162886"/>
                  <a:pt x="1017264" y="162886"/>
                </a:cubicBezTo>
                <a:lnTo>
                  <a:pt x="1017264" y="167238"/>
                </a:lnTo>
                <a:lnTo>
                  <a:pt x="964458" y="167238"/>
                </a:lnTo>
                <a:lnTo>
                  <a:pt x="964458" y="162886"/>
                </a:lnTo>
                <a:cubicBezTo>
                  <a:pt x="969398" y="162886"/>
                  <a:pt x="972769" y="162378"/>
                  <a:pt x="974573" y="161361"/>
                </a:cubicBezTo>
                <a:cubicBezTo>
                  <a:pt x="976376" y="160342"/>
                  <a:pt x="977787" y="158657"/>
                  <a:pt x="978806" y="156308"/>
                </a:cubicBezTo>
                <a:cubicBezTo>
                  <a:pt x="979826" y="153955"/>
                  <a:pt x="980335" y="149450"/>
                  <a:pt x="980335" y="142790"/>
                </a:cubicBezTo>
                <a:lnTo>
                  <a:pt x="980335" y="45011"/>
                </a:lnTo>
                <a:cubicBezTo>
                  <a:pt x="980335" y="32868"/>
                  <a:pt x="980061" y="25406"/>
                  <a:pt x="979512" y="22625"/>
                </a:cubicBezTo>
                <a:cubicBezTo>
                  <a:pt x="978963" y="19841"/>
                  <a:pt x="978081" y="17941"/>
                  <a:pt x="976866" y="16924"/>
                </a:cubicBezTo>
                <a:cubicBezTo>
                  <a:pt x="975651" y="15905"/>
                  <a:pt x="974102" y="15396"/>
                  <a:pt x="972220" y="15396"/>
                </a:cubicBezTo>
                <a:cubicBezTo>
                  <a:pt x="970182" y="15396"/>
                  <a:pt x="967595" y="16023"/>
                  <a:pt x="964458" y="17277"/>
                </a:cubicBezTo>
                <a:lnTo>
                  <a:pt x="962459" y="13161"/>
                </a:lnTo>
                <a:lnTo>
                  <a:pt x="994566" y="0"/>
                </a:lnTo>
                <a:lnTo>
                  <a:pt x="999858" y="0"/>
                </a:lnTo>
                <a:close/>
                <a:moveTo>
                  <a:pt x="1066764" y="0"/>
                </a:moveTo>
                <a:lnTo>
                  <a:pt x="1066764" y="142790"/>
                </a:lnTo>
                <a:cubicBezTo>
                  <a:pt x="1066764" y="149528"/>
                  <a:pt x="1067254" y="153995"/>
                  <a:pt x="1068234" y="156190"/>
                </a:cubicBezTo>
                <a:cubicBezTo>
                  <a:pt x="1069214" y="158383"/>
                  <a:pt x="1070723" y="160048"/>
                  <a:pt x="1072762" y="161185"/>
                </a:cubicBezTo>
                <a:cubicBezTo>
                  <a:pt x="1074800" y="162319"/>
                  <a:pt x="1078603" y="162886"/>
                  <a:pt x="1084170" y="162886"/>
                </a:cubicBezTo>
                <a:lnTo>
                  <a:pt x="1084170" y="167238"/>
                </a:lnTo>
                <a:lnTo>
                  <a:pt x="1031364" y="167238"/>
                </a:lnTo>
                <a:lnTo>
                  <a:pt x="1031364" y="162886"/>
                </a:lnTo>
                <a:cubicBezTo>
                  <a:pt x="1036303" y="162886"/>
                  <a:pt x="1039675" y="162378"/>
                  <a:pt x="1041478" y="161361"/>
                </a:cubicBezTo>
                <a:cubicBezTo>
                  <a:pt x="1043281" y="160342"/>
                  <a:pt x="1044693" y="158657"/>
                  <a:pt x="1045712" y="156308"/>
                </a:cubicBezTo>
                <a:cubicBezTo>
                  <a:pt x="1046731" y="153955"/>
                  <a:pt x="1047241" y="149450"/>
                  <a:pt x="1047241" y="142790"/>
                </a:cubicBezTo>
                <a:lnTo>
                  <a:pt x="1047241" y="45011"/>
                </a:lnTo>
                <a:cubicBezTo>
                  <a:pt x="1047241" y="32868"/>
                  <a:pt x="1046966" y="25406"/>
                  <a:pt x="1046418" y="22625"/>
                </a:cubicBezTo>
                <a:cubicBezTo>
                  <a:pt x="1045869" y="19841"/>
                  <a:pt x="1044987" y="17941"/>
                  <a:pt x="1043771" y="16924"/>
                </a:cubicBezTo>
                <a:cubicBezTo>
                  <a:pt x="1042556" y="15905"/>
                  <a:pt x="1041008" y="15396"/>
                  <a:pt x="1039126" y="15396"/>
                </a:cubicBezTo>
                <a:cubicBezTo>
                  <a:pt x="1037087" y="15396"/>
                  <a:pt x="1034500" y="16023"/>
                  <a:pt x="1031364" y="17277"/>
                </a:cubicBezTo>
                <a:lnTo>
                  <a:pt x="1029365" y="13161"/>
                </a:lnTo>
                <a:lnTo>
                  <a:pt x="1061471" y="0"/>
                </a:lnTo>
                <a:lnTo>
                  <a:pt x="1066764" y="0"/>
                </a:lnTo>
                <a:close/>
                <a:moveTo>
                  <a:pt x="1114735" y="100201"/>
                </a:moveTo>
                <a:cubicBezTo>
                  <a:pt x="1114656" y="116159"/>
                  <a:pt x="1118537" y="128676"/>
                  <a:pt x="1126378" y="137751"/>
                </a:cubicBezTo>
                <a:cubicBezTo>
                  <a:pt x="1134218" y="146824"/>
                  <a:pt x="1143431" y="151361"/>
                  <a:pt x="1154016" y="151361"/>
                </a:cubicBezTo>
                <a:cubicBezTo>
                  <a:pt x="1161072" y="151361"/>
                  <a:pt x="1167207" y="149420"/>
                  <a:pt x="1172421" y="145539"/>
                </a:cubicBezTo>
                <a:cubicBezTo>
                  <a:pt x="1177635" y="141658"/>
                  <a:pt x="1182006" y="135013"/>
                  <a:pt x="1185534" y="125605"/>
                </a:cubicBezTo>
                <a:lnTo>
                  <a:pt x="1189180" y="127957"/>
                </a:lnTo>
                <a:cubicBezTo>
                  <a:pt x="1187534" y="138698"/>
                  <a:pt x="1182751" y="148479"/>
                  <a:pt x="1174832" y="157300"/>
                </a:cubicBezTo>
                <a:cubicBezTo>
                  <a:pt x="1166913" y="166120"/>
                  <a:pt x="1156995" y="170531"/>
                  <a:pt x="1145077" y="170531"/>
                </a:cubicBezTo>
                <a:cubicBezTo>
                  <a:pt x="1132141" y="170531"/>
                  <a:pt x="1121066" y="165504"/>
                  <a:pt x="1111853" y="155451"/>
                </a:cubicBezTo>
                <a:cubicBezTo>
                  <a:pt x="1102641" y="145396"/>
                  <a:pt x="1098034" y="131878"/>
                  <a:pt x="1098034" y="114899"/>
                </a:cubicBezTo>
                <a:cubicBezTo>
                  <a:pt x="1098034" y="96513"/>
                  <a:pt x="1102758" y="82176"/>
                  <a:pt x="1112206" y="71887"/>
                </a:cubicBezTo>
                <a:cubicBezTo>
                  <a:pt x="1121654" y="61597"/>
                  <a:pt x="1133513" y="56452"/>
                  <a:pt x="1147782" y="56452"/>
                </a:cubicBezTo>
                <a:cubicBezTo>
                  <a:pt x="1159857" y="56452"/>
                  <a:pt x="1169775" y="60421"/>
                  <a:pt x="1177537" y="68359"/>
                </a:cubicBezTo>
                <a:cubicBezTo>
                  <a:pt x="1185299" y="76295"/>
                  <a:pt x="1189180" y="86909"/>
                  <a:pt x="1189180" y="100201"/>
                </a:cubicBezTo>
                <a:lnTo>
                  <a:pt x="1114735" y="100201"/>
                </a:lnTo>
                <a:moveTo>
                  <a:pt x="1114735" y="93380"/>
                </a:moveTo>
                <a:lnTo>
                  <a:pt x="1164600" y="93380"/>
                </a:lnTo>
                <a:cubicBezTo>
                  <a:pt x="1164208" y="86481"/>
                  <a:pt x="1163385" y="81619"/>
                  <a:pt x="1162130" y="78797"/>
                </a:cubicBezTo>
                <a:cubicBezTo>
                  <a:pt x="1160170" y="74406"/>
                  <a:pt x="1157250" y="70956"/>
                  <a:pt x="1153369" y="68447"/>
                </a:cubicBezTo>
                <a:cubicBezTo>
                  <a:pt x="1149488" y="65939"/>
                  <a:pt x="1145430" y="64684"/>
                  <a:pt x="1141196" y="64684"/>
                </a:cubicBezTo>
                <a:cubicBezTo>
                  <a:pt x="1134689" y="64684"/>
                  <a:pt x="1128867" y="67213"/>
                  <a:pt x="1123732" y="72270"/>
                </a:cubicBezTo>
                <a:cubicBezTo>
                  <a:pt x="1118596" y="77327"/>
                  <a:pt x="1115597" y="84364"/>
                  <a:pt x="1114735" y="93380"/>
                </a:cubicBezTo>
                <a:close/>
                <a:moveTo>
                  <a:pt x="1295170" y="126310"/>
                </a:moveTo>
                <a:cubicBezTo>
                  <a:pt x="1292269" y="140502"/>
                  <a:pt x="1286585" y="151419"/>
                  <a:pt x="1278117" y="159064"/>
                </a:cubicBezTo>
                <a:cubicBezTo>
                  <a:pt x="1269650" y="166708"/>
                  <a:pt x="1260280" y="170531"/>
                  <a:pt x="1250009" y="170531"/>
                </a:cubicBezTo>
                <a:cubicBezTo>
                  <a:pt x="1237778" y="170531"/>
                  <a:pt x="1227115" y="165401"/>
                  <a:pt x="1218020" y="155142"/>
                </a:cubicBezTo>
                <a:cubicBezTo>
                  <a:pt x="1208925" y="144881"/>
                  <a:pt x="1204378" y="131017"/>
                  <a:pt x="1204378" y="113550"/>
                </a:cubicBezTo>
                <a:cubicBezTo>
                  <a:pt x="1204378" y="96632"/>
                  <a:pt x="1209415" y="82886"/>
                  <a:pt x="1219490" y="72314"/>
                </a:cubicBezTo>
                <a:cubicBezTo>
                  <a:pt x="1229565" y="61739"/>
                  <a:pt x="1241659" y="56452"/>
                  <a:pt x="1255772" y="56452"/>
                </a:cubicBezTo>
                <a:cubicBezTo>
                  <a:pt x="1266357" y="56452"/>
                  <a:pt x="1275060" y="59246"/>
                  <a:pt x="1281881" y="64835"/>
                </a:cubicBezTo>
                <a:cubicBezTo>
                  <a:pt x="1288702" y="70421"/>
                  <a:pt x="1292113" y="76223"/>
                  <a:pt x="1292113" y="82241"/>
                </a:cubicBezTo>
                <a:cubicBezTo>
                  <a:pt x="1292113" y="85210"/>
                  <a:pt x="1291152" y="87614"/>
                  <a:pt x="1289231" y="89451"/>
                </a:cubicBezTo>
                <a:cubicBezTo>
                  <a:pt x="1287310" y="91287"/>
                  <a:pt x="1284625" y="92204"/>
                  <a:pt x="1281175" y="92204"/>
                </a:cubicBezTo>
                <a:cubicBezTo>
                  <a:pt x="1276549" y="92204"/>
                  <a:pt x="1273060" y="90714"/>
                  <a:pt x="1270708" y="87735"/>
                </a:cubicBezTo>
                <a:cubicBezTo>
                  <a:pt x="1269375" y="86089"/>
                  <a:pt x="1268493" y="82952"/>
                  <a:pt x="1268062" y="78326"/>
                </a:cubicBezTo>
                <a:cubicBezTo>
                  <a:pt x="1267631" y="73701"/>
                  <a:pt x="1266043" y="70172"/>
                  <a:pt x="1263299" y="67742"/>
                </a:cubicBezTo>
                <a:cubicBezTo>
                  <a:pt x="1260555" y="65390"/>
                  <a:pt x="1256752" y="64214"/>
                  <a:pt x="1251891" y="64214"/>
                </a:cubicBezTo>
                <a:cubicBezTo>
                  <a:pt x="1244050" y="64214"/>
                  <a:pt x="1237739" y="67115"/>
                  <a:pt x="1232956" y="72917"/>
                </a:cubicBezTo>
                <a:cubicBezTo>
                  <a:pt x="1226605" y="80600"/>
                  <a:pt x="1223430" y="90754"/>
                  <a:pt x="1223430" y="103377"/>
                </a:cubicBezTo>
                <a:cubicBezTo>
                  <a:pt x="1223430" y="116235"/>
                  <a:pt x="1226586" y="127584"/>
                  <a:pt x="1232897" y="137424"/>
                </a:cubicBezTo>
                <a:cubicBezTo>
                  <a:pt x="1239209" y="147264"/>
                  <a:pt x="1247735" y="152184"/>
                  <a:pt x="1258477" y="152184"/>
                </a:cubicBezTo>
                <a:cubicBezTo>
                  <a:pt x="1266161" y="152184"/>
                  <a:pt x="1273060" y="149557"/>
                  <a:pt x="1279176" y="144304"/>
                </a:cubicBezTo>
                <a:cubicBezTo>
                  <a:pt x="1283488" y="140698"/>
                  <a:pt x="1287683" y="134151"/>
                  <a:pt x="1291760" y="124664"/>
                </a:cubicBezTo>
                <a:lnTo>
                  <a:pt x="1295170" y="126310"/>
                </a:lnTo>
                <a:close/>
                <a:moveTo>
                  <a:pt x="1342005" y="23992"/>
                </a:moveTo>
                <a:lnTo>
                  <a:pt x="1342005" y="59509"/>
                </a:lnTo>
                <a:lnTo>
                  <a:pt x="1367173" y="59509"/>
                </a:lnTo>
                <a:lnTo>
                  <a:pt x="1367173" y="67742"/>
                </a:lnTo>
                <a:lnTo>
                  <a:pt x="1342005" y="67742"/>
                </a:lnTo>
                <a:lnTo>
                  <a:pt x="1342005" y="137505"/>
                </a:lnTo>
                <a:cubicBezTo>
                  <a:pt x="1342005" y="144476"/>
                  <a:pt x="1343004" y="149175"/>
                  <a:pt x="1345004" y="151603"/>
                </a:cubicBezTo>
                <a:cubicBezTo>
                  <a:pt x="1347003" y="154029"/>
                  <a:pt x="1349571" y="155242"/>
                  <a:pt x="1352707" y="155242"/>
                </a:cubicBezTo>
                <a:cubicBezTo>
                  <a:pt x="1355294" y="155242"/>
                  <a:pt x="1357803" y="154438"/>
                  <a:pt x="1360234" y="152831"/>
                </a:cubicBezTo>
                <a:cubicBezTo>
                  <a:pt x="1362664" y="151223"/>
                  <a:pt x="1364546" y="148852"/>
                  <a:pt x="1365879" y="145715"/>
                </a:cubicBezTo>
                <a:lnTo>
                  <a:pt x="1370466" y="145715"/>
                </a:lnTo>
                <a:cubicBezTo>
                  <a:pt x="1367721" y="153421"/>
                  <a:pt x="1363840" y="159249"/>
                  <a:pt x="1358822" y="163199"/>
                </a:cubicBezTo>
                <a:cubicBezTo>
                  <a:pt x="1353805" y="167146"/>
                  <a:pt x="1348630" y="169119"/>
                  <a:pt x="1343298" y="169119"/>
                </a:cubicBezTo>
                <a:cubicBezTo>
                  <a:pt x="1339692" y="169119"/>
                  <a:pt x="1336163" y="168118"/>
                  <a:pt x="1332714" y="166117"/>
                </a:cubicBezTo>
                <a:cubicBezTo>
                  <a:pt x="1329264" y="164115"/>
                  <a:pt x="1326716" y="161251"/>
                  <a:pt x="1325069" y="157524"/>
                </a:cubicBezTo>
                <a:cubicBezTo>
                  <a:pt x="1323423" y="153795"/>
                  <a:pt x="1322599" y="148044"/>
                  <a:pt x="1322599" y="140272"/>
                </a:cubicBezTo>
                <a:lnTo>
                  <a:pt x="1322599" y="67742"/>
                </a:lnTo>
                <a:lnTo>
                  <a:pt x="1305546" y="67742"/>
                </a:lnTo>
                <a:lnTo>
                  <a:pt x="1305546" y="63861"/>
                </a:lnTo>
                <a:cubicBezTo>
                  <a:pt x="1309859" y="62131"/>
                  <a:pt x="1314269" y="59202"/>
                  <a:pt x="1318777" y="55073"/>
                </a:cubicBezTo>
                <a:cubicBezTo>
                  <a:pt x="1323285" y="50945"/>
                  <a:pt x="1327304" y="46049"/>
                  <a:pt x="1330832" y="40387"/>
                </a:cubicBezTo>
                <a:cubicBezTo>
                  <a:pt x="1332635" y="37400"/>
                  <a:pt x="1335144" y="31935"/>
                  <a:pt x="1338359" y="23992"/>
                </a:cubicBezTo>
                <a:lnTo>
                  <a:pt x="1342005" y="23992"/>
                </a:lnTo>
                <a:close/>
                <a:moveTo>
                  <a:pt x="1405029" y="0"/>
                </a:moveTo>
                <a:cubicBezTo>
                  <a:pt x="1408322" y="0"/>
                  <a:pt x="1411125" y="1163"/>
                  <a:pt x="1413438" y="3488"/>
                </a:cubicBezTo>
                <a:cubicBezTo>
                  <a:pt x="1415751" y="5811"/>
                  <a:pt x="1416907" y="8627"/>
                  <a:pt x="1416907" y="11937"/>
                </a:cubicBezTo>
                <a:cubicBezTo>
                  <a:pt x="1416907" y="15247"/>
                  <a:pt x="1415751" y="18085"/>
                  <a:pt x="1413438" y="20449"/>
                </a:cubicBezTo>
                <a:cubicBezTo>
                  <a:pt x="1411125" y="22811"/>
                  <a:pt x="1408322" y="23992"/>
                  <a:pt x="1405029" y="23992"/>
                </a:cubicBezTo>
                <a:cubicBezTo>
                  <a:pt x="1401736" y="23992"/>
                  <a:pt x="1398913" y="22811"/>
                  <a:pt x="1396561" y="20449"/>
                </a:cubicBezTo>
                <a:cubicBezTo>
                  <a:pt x="1394209" y="18085"/>
                  <a:pt x="1393033" y="15247"/>
                  <a:pt x="1393033" y="11937"/>
                </a:cubicBezTo>
                <a:cubicBezTo>
                  <a:pt x="1393033" y="8627"/>
                  <a:pt x="1394190" y="5811"/>
                  <a:pt x="1396503" y="3488"/>
                </a:cubicBezTo>
                <a:cubicBezTo>
                  <a:pt x="1398815" y="1163"/>
                  <a:pt x="1401658" y="0"/>
                  <a:pt x="1405029" y="0"/>
                </a:cubicBezTo>
                <a:moveTo>
                  <a:pt x="1414790" y="56452"/>
                </a:moveTo>
                <a:lnTo>
                  <a:pt x="1414790" y="142819"/>
                </a:lnTo>
                <a:cubicBezTo>
                  <a:pt x="1414790" y="149548"/>
                  <a:pt x="1415280" y="154026"/>
                  <a:pt x="1416261" y="156256"/>
                </a:cubicBezTo>
                <a:cubicBezTo>
                  <a:pt x="1417241" y="158486"/>
                  <a:pt x="1418691" y="160148"/>
                  <a:pt x="1420612" y="161243"/>
                </a:cubicBezTo>
                <a:cubicBezTo>
                  <a:pt x="1422533" y="162339"/>
                  <a:pt x="1426042" y="162886"/>
                  <a:pt x="1431138" y="162886"/>
                </a:cubicBezTo>
                <a:lnTo>
                  <a:pt x="1431138" y="167238"/>
                </a:lnTo>
                <a:lnTo>
                  <a:pt x="1378803" y="167238"/>
                </a:lnTo>
                <a:lnTo>
                  <a:pt x="1378803" y="162886"/>
                </a:lnTo>
                <a:cubicBezTo>
                  <a:pt x="1384056" y="162886"/>
                  <a:pt x="1387584" y="162378"/>
                  <a:pt x="1389387" y="161361"/>
                </a:cubicBezTo>
                <a:cubicBezTo>
                  <a:pt x="1391191" y="160344"/>
                  <a:pt x="1392621" y="158662"/>
                  <a:pt x="1393680" y="156315"/>
                </a:cubicBezTo>
                <a:cubicBezTo>
                  <a:pt x="1394738" y="153968"/>
                  <a:pt x="1395268" y="149469"/>
                  <a:pt x="1395268" y="142819"/>
                </a:cubicBezTo>
                <a:lnTo>
                  <a:pt x="1395268" y="101396"/>
                </a:lnTo>
                <a:cubicBezTo>
                  <a:pt x="1395268" y="89738"/>
                  <a:pt x="1394915" y="82189"/>
                  <a:pt x="1394209" y="78749"/>
                </a:cubicBezTo>
                <a:cubicBezTo>
                  <a:pt x="1393660" y="76245"/>
                  <a:pt x="1392798" y="74504"/>
                  <a:pt x="1391622" y="73527"/>
                </a:cubicBezTo>
                <a:cubicBezTo>
                  <a:pt x="1390446" y="72549"/>
                  <a:pt x="1388838" y="72060"/>
                  <a:pt x="1386800" y="72060"/>
                </a:cubicBezTo>
                <a:cubicBezTo>
                  <a:pt x="1384605" y="72060"/>
                  <a:pt x="1381939" y="72647"/>
                  <a:pt x="1378803" y="73821"/>
                </a:cubicBezTo>
                <a:lnTo>
                  <a:pt x="1377156" y="69594"/>
                </a:lnTo>
                <a:lnTo>
                  <a:pt x="1409616" y="56452"/>
                </a:lnTo>
                <a:lnTo>
                  <a:pt x="1414790" y="56452"/>
                </a:lnTo>
                <a:close/>
                <a:moveTo>
                  <a:pt x="1497220" y="56452"/>
                </a:moveTo>
                <a:cubicBezTo>
                  <a:pt x="1513528" y="56452"/>
                  <a:pt x="1526622" y="62639"/>
                  <a:pt x="1536501" y="75015"/>
                </a:cubicBezTo>
                <a:cubicBezTo>
                  <a:pt x="1544890" y="85588"/>
                  <a:pt x="1549085" y="97728"/>
                  <a:pt x="1549085" y="111437"/>
                </a:cubicBezTo>
                <a:cubicBezTo>
                  <a:pt x="1549085" y="121071"/>
                  <a:pt x="1546772" y="130822"/>
                  <a:pt x="1542146" y="140691"/>
                </a:cubicBezTo>
                <a:cubicBezTo>
                  <a:pt x="1537520" y="150558"/>
                  <a:pt x="1531150" y="157998"/>
                  <a:pt x="1523035" y="163011"/>
                </a:cubicBezTo>
                <a:cubicBezTo>
                  <a:pt x="1514920" y="168024"/>
                  <a:pt x="1505884" y="170531"/>
                  <a:pt x="1495926" y="170531"/>
                </a:cubicBezTo>
                <a:cubicBezTo>
                  <a:pt x="1479697" y="170531"/>
                  <a:pt x="1466799" y="164068"/>
                  <a:pt x="1457234" y="151144"/>
                </a:cubicBezTo>
                <a:cubicBezTo>
                  <a:pt x="1449158" y="140258"/>
                  <a:pt x="1445120" y="128040"/>
                  <a:pt x="1445120" y="114491"/>
                </a:cubicBezTo>
                <a:cubicBezTo>
                  <a:pt x="1445120" y="104622"/>
                  <a:pt x="1447570" y="94811"/>
                  <a:pt x="1452471" y="85060"/>
                </a:cubicBezTo>
                <a:cubicBezTo>
                  <a:pt x="1457371" y="75308"/>
                  <a:pt x="1463820" y="68102"/>
                  <a:pt x="1471817" y="63442"/>
                </a:cubicBezTo>
                <a:cubicBezTo>
                  <a:pt x="1479814" y="58782"/>
                  <a:pt x="1488282" y="56452"/>
                  <a:pt x="1497220" y="56452"/>
                </a:cubicBezTo>
                <a:moveTo>
                  <a:pt x="1493574" y="64214"/>
                </a:moveTo>
                <a:cubicBezTo>
                  <a:pt x="1489419" y="64214"/>
                  <a:pt x="1485244" y="65447"/>
                  <a:pt x="1481049" y="67915"/>
                </a:cubicBezTo>
                <a:cubicBezTo>
                  <a:pt x="1476854" y="70382"/>
                  <a:pt x="1473463" y="74709"/>
                  <a:pt x="1470876" y="80895"/>
                </a:cubicBezTo>
                <a:cubicBezTo>
                  <a:pt x="1468289" y="87082"/>
                  <a:pt x="1466995" y="95030"/>
                  <a:pt x="1466995" y="104740"/>
                </a:cubicBezTo>
                <a:cubicBezTo>
                  <a:pt x="1466995" y="120402"/>
                  <a:pt x="1470112" y="133911"/>
                  <a:pt x="1476345" y="145267"/>
                </a:cubicBezTo>
                <a:cubicBezTo>
                  <a:pt x="1482578" y="156621"/>
                  <a:pt x="1490791" y="162298"/>
                  <a:pt x="1500984" y="162298"/>
                </a:cubicBezTo>
                <a:cubicBezTo>
                  <a:pt x="1508589" y="162298"/>
                  <a:pt x="1514861" y="159166"/>
                  <a:pt x="1519801" y="152901"/>
                </a:cubicBezTo>
                <a:cubicBezTo>
                  <a:pt x="1524740" y="146636"/>
                  <a:pt x="1527210" y="135868"/>
                  <a:pt x="1527210" y="120599"/>
                </a:cubicBezTo>
                <a:cubicBezTo>
                  <a:pt x="1527210" y="101490"/>
                  <a:pt x="1523094" y="86454"/>
                  <a:pt x="1514861" y="75489"/>
                </a:cubicBezTo>
                <a:cubicBezTo>
                  <a:pt x="1509294" y="67972"/>
                  <a:pt x="1502199" y="64214"/>
                  <a:pt x="1493574" y="64214"/>
                </a:cubicBezTo>
                <a:close/>
                <a:moveTo>
                  <a:pt x="1596363" y="79267"/>
                </a:moveTo>
                <a:cubicBezTo>
                  <a:pt x="1608986" y="64057"/>
                  <a:pt x="1621021" y="56452"/>
                  <a:pt x="1632468" y="56452"/>
                </a:cubicBezTo>
                <a:cubicBezTo>
                  <a:pt x="1638349" y="56452"/>
                  <a:pt x="1643406" y="57919"/>
                  <a:pt x="1647640" y="60854"/>
                </a:cubicBezTo>
                <a:cubicBezTo>
                  <a:pt x="1651873" y="63787"/>
                  <a:pt x="1655245" y="68618"/>
                  <a:pt x="1657754" y="75346"/>
                </a:cubicBezTo>
                <a:cubicBezTo>
                  <a:pt x="1659479" y="80038"/>
                  <a:pt x="1660341" y="87235"/>
                  <a:pt x="1660341" y="96938"/>
                </a:cubicBezTo>
                <a:lnTo>
                  <a:pt x="1660341" y="142819"/>
                </a:lnTo>
                <a:cubicBezTo>
                  <a:pt x="1660341" y="149626"/>
                  <a:pt x="1660890" y="154242"/>
                  <a:pt x="1661988" y="156668"/>
                </a:cubicBezTo>
                <a:cubicBezTo>
                  <a:pt x="1662850" y="158623"/>
                  <a:pt x="1664242" y="160148"/>
                  <a:pt x="1666163" y="161243"/>
                </a:cubicBezTo>
                <a:cubicBezTo>
                  <a:pt x="1668084" y="162339"/>
                  <a:pt x="1671632" y="162886"/>
                  <a:pt x="1676806" y="162886"/>
                </a:cubicBezTo>
                <a:lnTo>
                  <a:pt x="1676806" y="167238"/>
                </a:lnTo>
                <a:lnTo>
                  <a:pt x="1623530" y="167238"/>
                </a:lnTo>
                <a:lnTo>
                  <a:pt x="1623530" y="162886"/>
                </a:lnTo>
                <a:lnTo>
                  <a:pt x="1625765" y="162886"/>
                </a:lnTo>
                <a:cubicBezTo>
                  <a:pt x="1630783" y="162886"/>
                  <a:pt x="1634291" y="162125"/>
                  <a:pt x="1636291" y="160604"/>
                </a:cubicBezTo>
                <a:cubicBezTo>
                  <a:pt x="1638290" y="159082"/>
                  <a:pt x="1639682" y="156840"/>
                  <a:pt x="1640466" y="153878"/>
                </a:cubicBezTo>
                <a:cubicBezTo>
                  <a:pt x="1640779" y="152707"/>
                  <a:pt x="1640936" y="149040"/>
                  <a:pt x="1640936" y="142878"/>
                </a:cubicBezTo>
                <a:lnTo>
                  <a:pt x="1640936" y="99000"/>
                </a:lnTo>
                <a:cubicBezTo>
                  <a:pt x="1640936" y="89250"/>
                  <a:pt x="1639662" y="82172"/>
                  <a:pt x="1637114" y="77764"/>
                </a:cubicBezTo>
                <a:cubicBezTo>
                  <a:pt x="1634566" y="73356"/>
                  <a:pt x="1630273" y="71152"/>
                  <a:pt x="1624236" y="71152"/>
                </a:cubicBezTo>
                <a:cubicBezTo>
                  <a:pt x="1614906" y="71152"/>
                  <a:pt x="1605615" y="76223"/>
                  <a:pt x="1596363" y="86364"/>
                </a:cubicBezTo>
                <a:lnTo>
                  <a:pt x="1596363" y="142878"/>
                </a:lnTo>
                <a:cubicBezTo>
                  <a:pt x="1596363" y="150133"/>
                  <a:pt x="1596794" y="154618"/>
                  <a:pt x="1597657" y="156333"/>
                </a:cubicBezTo>
                <a:cubicBezTo>
                  <a:pt x="1598754" y="158595"/>
                  <a:pt x="1600263" y="160252"/>
                  <a:pt x="1602184" y="161306"/>
                </a:cubicBezTo>
                <a:cubicBezTo>
                  <a:pt x="1604105" y="162359"/>
                  <a:pt x="1608006" y="162886"/>
                  <a:pt x="1613886" y="162886"/>
                </a:cubicBezTo>
                <a:lnTo>
                  <a:pt x="1613886" y="167238"/>
                </a:lnTo>
                <a:lnTo>
                  <a:pt x="1560610" y="167238"/>
                </a:lnTo>
                <a:lnTo>
                  <a:pt x="1560610" y="162886"/>
                </a:lnTo>
                <a:lnTo>
                  <a:pt x="1562962" y="162886"/>
                </a:lnTo>
                <a:cubicBezTo>
                  <a:pt x="1568451" y="162886"/>
                  <a:pt x="1572155" y="161498"/>
                  <a:pt x="1574076" y="158722"/>
                </a:cubicBezTo>
                <a:cubicBezTo>
                  <a:pt x="1575997" y="155944"/>
                  <a:pt x="1576958" y="150643"/>
                  <a:pt x="1576958" y="142819"/>
                </a:cubicBezTo>
                <a:lnTo>
                  <a:pt x="1576958" y="102921"/>
                </a:lnTo>
                <a:cubicBezTo>
                  <a:pt x="1576958" y="90014"/>
                  <a:pt x="1576664" y="82152"/>
                  <a:pt x="1576076" y="79337"/>
                </a:cubicBezTo>
                <a:cubicBezTo>
                  <a:pt x="1575488" y="76520"/>
                  <a:pt x="1574586" y="74602"/>
                  <a:pt x="1573371" y="73585"/>
                </a:cubicBezTo>
                <a:cubicBezTo>
                  <a:pt x="1572155" y="72569"/>
                  <a:pt x="1570528" y="72060"/>
                  <a:pt x="1568490" y="72060"/>
                </a:cubicBezTo>
                <a:cubicBezTo>
                  <a:pt x="1566295" y="72060"/>
                  <a:pt x="1563668" y="72647"/>
                  <a:pt x="1560610" y="73821"/>
                </a:cubicBezTo>
                <a:lnTo>
                  <a:pt x="1558846" y="69594"/>
                </a:lnTo>
                <a:lnTo>
                  <a:pt x="1591306" y="56452"/>
                </a:lnTo>
                <a:lnTo>
                  <a:pt x="1596363" y="56452"/>
                </a:lnTo>
                <a:lnTo>
                  <a:pt x="1596363" y="792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85FB87-A246-4840-B925-33E5A49D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4536" y="2827792"/>
            <a:ext cx="13381" cy="178638"/>
          </a:xfrm>
          <a:custGeom xmlns:a="http://schemas.openxmlformats.org/drawingml/2006/main">
            <a:pathLst>
              <a:path w="13381" h="178638">
                <a:moveTo>
                  <a:pt x="13381" y="0"/>
                </a:moveTo>
                <a:lnTo>
                  <a:pt x="13381" y="178638"/>
                </a:lnTo>
                <a:lnTo>
                  <a:pt x="0" y="178638"/>
                </a:lnTo>
                <a:lnTo>
                  <a:pt x="0" y="0"/>
                </a:lnTo>
                <a:lnTo>
                  <a:pt x="13381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d2b16880cc4170"/>
          <a:stretch xmlns:a="http://schemas.openxmlformats.org/drawingml/2006/main"/>
        </p:blipFill>
        <p:spPr>
          <a:xfrm xmlns:a="http://schemas.openxmlformats.org/drawingml/2006/main">
            <a:off x="2543110" y="1396014"/>
            <a:ext cx="389678" cy="189476"/>
          </a:xfrm>
          <a:prstGeom xmlns:a="http://schemas.openxmlformats.org/drawingml/2006/main" prst="rect">
            <a:avLst/>
          </a:prstGeom>
        </p:spPr>
      </p:pic>
      <p:pic>
        <p:nvPicPr>
          <p:cNvPr id="1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f2442f7fe346af"/>
          <a:stretch xmlns:a="http://schemas.openxmlformats.org/drawingml/2006/main"/>
        </p:blipFill>
        <p:spPr>
          <a:xfrm xmlns:a="http://schemas.openxmlformats.org/drawingml/2006/main">
            <a:off x="2048545" y="1400831"/>
            <a:ext cx="389678" cy="189476"/>
          </a:xfrm>
          <a:prstGeom xmlns:a="http://schemas.openxmlformats.org/drawingml/2006/main" prst="rect">
            <a:avLst/>
          </a:prstGeom>
        </p:spPr>
      </p:pic>
      <p:pic>
        <p:nvPicPr>
          <p:cNvPr id="1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a33b7b1b7c43bc"/>
          <a:stretch xmlns:a="http://schemas.openxmlformats.org/drawingml/2006/main"/>
        </p:blipFill>
        <p:spPr>
          <a:xfrm xmlns:a="http://schemas.openxmlformats.org/drawingml/2006/main">
            <a:off x="1572991" y="1389681"/>
            <a:ext cx="382164" cy="189296"/>
          </a:xfrm>
          <a:prstGeom xmlns:a="http://schemas.openxmlformats.org/drawingml/2006/main" prst="rect">
            <a:avLst/>
          </a:prstGeom>
        </p:spPr>
      </p:pic>
      <p:pic>
        <p:nvPicPr>
          <p:cNvPr id="1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363a81795a4af4"/>
          <a:stretch xmlns:a="http://schemas.openxmlformats.org/drawingml/2006/main"/>
        </p:blipFill>
        <p:spPr>
          <a:xfrm xmlns:a="http://schemas.openxmlformats.org/drawingml/2006/main">
            <a:off x="66814" y="678606"/>
            <a:ext cx="1199482" cy="808579"/>
          </a:xfrm>
          <a:prstGeom xmlns:a="http://schemas.openxmlformats.org/drawingml/2006/main" prst="rect">
            <a:avLst/>
          </a:prstGeom>
        </p:spPr>
      </p:pic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EB60FE-EE9F-448B-86B1-BEBFCEBA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515" y="1358547"/>
            <a:ext cx="1471921" cy="823607"/>
          </a:xfrm>
          <a:custGeom xmlns:a="http://schemas.openxmlformats.org/drawingml/2006/main">
            <a:pathLst>
              <a:path w="1471921" h="823607">
                <a:moveTo>
                  <a:pt x="0" y="823607"/>
                </a:moveTo>
                <a:lnTo>
                  <a:pt x="1471921" y="823607"/>
                </a:lnTo>
                <a:lnTo>
                  <a:pt x="1471921" y="0"/>
                </a:lnTo>
                <a:lnTo>
                  <a:pt x="0" y="0"/>
                </a:lnTo>
                <a:lnTo>
                  <a:pt x="0" y="823607"/>
                </a:lnTo>
                <a:close/>
                <a:moveTo>
                  <a:pt x="1458540" y="810226"/>
                </a:moveTo>
                <a:lnTo>
                  <a:pt x="13381" y="810226"/>
                </a:lnTo>
                <a:lnTo>
                  <a:pt x="13381" y="13381"/>
                </a:lnTo>
                <a:lnTo>
                  <a:pt x="1458540" y="13381"/>
                </a:lnTo>
                <a:lnTo>
                  <a:pt x="1458540" y="8102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52E521-5A30-4C4D-981F-F11FEEAA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58" y="1076205"/>
            <a:ext cx="255579" cy="747963"/>
          </a:xfrm>
          <a:custGeom xmlns:a="http://schemas.openxmlformats.org/drawingml/2006/main">
            <a:pathLst>
              <a:path w="255579" h="747963">
                <a:moveTo>
                  <a:pt x="134480" y="687789"/>
                </a:moveTo>
                <a:lnTo>
                  <a:pt x="134480" y="0"/>
                </a:lnTo>
                <a:lnTo>
                  <a:pt x="0" y="0"/>
                </a:lnTo>
                <a:lnTo>
                  <a:pt x="0" y="13381"/>
                </a:lnTo>
                <a:lnTo>
                  <a:pt x="121099" y="13381"/>
                </a:lnTo>
                <a:lnTo>
                  <a:pt x="121099" y="701170"/>
                </a:lnTo>
                <a:lnTo>
                  <a:pt x="217554" y="701170"/>
                </a:lnTo>
                <a:lnTo>
                  <a:pt x="158646" y="735532"/>
                </a:lnTo>
                <a:lnTo>
                  <a:pt x="157027" y="736857"/>
                </a:lnTo>
                <a:lnTo>
                  <a:pt x="155890" y="738623"/>
                </a:lnTo>
                <a:lnTo>
                  <a:pt x="155355" y="740644"/>
                </a:lnTo>
                <a:lnTo>
                  <a:pt x="155475" y="742731"/>
                </a:lnTo>
                <a:lnTo>
                  <a:pt x="156238" y="744685"/>
                </a:lnTo>
                <a:lnTo>
                  <a:pt x="157562" y="746304"/>
                </a:lnTo>
                <a:lnTo>
                  <a:pt x="159315" y="747442"/>
                </a:lnTo>
                <a:lnTo>
                  <a:pt x="161349" y="747963"/>
                </a:lnTo>
                <a:lnTo>
                  <a:pt x="163437" y="747856"/>
                </a:lnTo>
                <a:lnTo>
                  <a:pt x="165390" y="747094"/>
                </a:lnTo>
                <a:lnTo>
                  <a:pt x="255579" y="694479"/>
                </a:lnTo>
                <a:lnTo>
                  <a:pt x="165390" y="641865"/>
                </a:lnTo>
                <a:lnTo>
                  <a:pt x="163437" y="641102"/>
                </a:lnTo>
                <a:lnTo>
                  <a:pt x="161349" y="640995"/>
                </a:lnTo>
                <a:lnTo>
                  <a:pt x="159315" y="641517"/>
                </a:lnTo>
                <a:lnTo>
                  <a:pt x="157562" y="642654"/>
                </a:lnTo>
                <a:lnTo>
                  <a:pt x="156238" y="644273"/>
                </a:lnTo>
                <a:lnTo>
                  <a:pt x="155475" y="646227"/>
                </a:lnTo>
                <a:lnTo>
                  <a:pt x="155355" y="648314"/>
                </a:lnTo>
                <a:lnTo>
                  <a:pt x="155890" y="650335"/>
                </a:lnTo>
                <a:lnTo>
                  <a:pt x="157027" y="652101"/>
                </a:lnTo>
                <a:lnTo>
                  <a:pt x="158646" y="653426"/>
                </a:lnTo>
                <a:lnTo>
                  <a:pt x="217554" y="687789"/>
                </a:lnTo>
                <a:lnTo>
                  <a:pt x="134480" y="6877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Security">
            <a:extLst xmlns:a="http://schemas.openxmlformats.org/drawingml/2006/main">
              <a:ext uri="{FF2B5EF4-FFF2-40B4-BE49-F238E27FC236}">
                <a16:creationId xmlns:a16="http://schemas.microsoft.com/office/drawing/2014/main" id="{397CF6D8-4315-4F29-AEDC-5918476A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48" y="1601753"/>
            <a:ext cx="698957" cy="194253"/>
          </a:xfrm>
          <a:custGeom xmlns:a="http://schemas.openxmlformats.org/drawingml/2006/main">
            <a:pathLst>
              <a:path w="698957" h="194253">
                <a:moveTo>
                  <a:pt x="84517" y="3752"/>
                </a:moveTo>
                <a:lnTo>
                  <a:pt x="84517" y="52523"/>
                </a:lnTo>
                <a:lnTo>
                  <a:pt x="80661" y="52523"/>
                </a:lnTo>
                <a:cubicBezTo>
                  <a:pt x="79410" y="43144"/>
                  <a:pt x="77170" y="35676"/>
                  <a:pt x="73939" y="30118"/>
                </a:cubicBezTo>
                <a:cubicBezTo>
                  <a:pt x="70709" y="24560"/>
                  <a:pt x="66106" y="20148"/>
                  <a:pt x="60131" y="16883"/>
                </a:cubicBezTo>
                <a:cubicBezTo>
                  <a:pt x="54156" y="13617"/>
                  <a:pt x="47973" y="11985"/>
                  <a:pt x="41581" y="11985"/>
                </a:cubicBezTo>
                <a:cubicBezTo>
                  <a:pt x="34356" y="11985"/>
                  <a:pt x="28381" y="14189"/>
                  <a:pt x="23656" y="18599"/>
                </a:cubicBezTo>
                <a:cubicBezTo>
                  <a:pt x="18932" y="23006"/>
                  <a:pt x="16570" y="28021"/>
                  <a:pt x="16570" y="33645"/>
                </a:cubicBezTo>
                <a:cubicBezTo>
                  <a:pt x="16570" y="37950"/>
                  <a:pt x="18064" y="41872"/>
                  <a:pt x="21051" y="45411"/>
                </a:cubicBezTo>
                <a:cubicBezTo>
                  <a:pt x="25359" y="50619"/>
                  <a:pt x="35606" y="57563"/>
                  <a:pt x="51794" y="66240"/>
                </a:cubicBezTo>
                <a:cubicBezTo>
                  <a:pt x="64994" y="73320"/>
                  <a:pt x="74009" y="78753"/>
                  <a:pt x="78837" y="82537"/>
                </a:cubicBezTo>
                <a:cubicBezTo>
                  <a:pt x="83666" y="86319"/>
                  <a:pt x="87383" y="90779"/>
                  <a:pt x="89988" y="95918"/>
                </a:cubicBezTo>
                <a:cubicBezTo>
                  <a:pt x="92593" y="101055"/>
                  <a:pt x="93896" y="106435"/>
                  <a:pt x="93896" y="112058"/>
                </a:cubicBezTo>
                <a:cubicBezTo>
                  <a:pt x="93896" y="122749"/>
                  <a:pt x="89745" y="131965"/>
                  <a:pt x="81443" y="139708"/>
                </a:cubicBezTo>
                <a:cubicBezTo>
                  <a:pt x="73140" y="147448"/>
                  <a:pt x="62458" y="151318"/>
                  <a:pt x="49397" y="151318"/>
                </a:cubicBezTo>
                <a:cubicBezTo>
                  <a:pt x="45298" y="151318"/>
                  <a:pt x="41442" y="151009"/>
                  <a:pt x="37829" y="150393"/>
                </a:cubicBezTo>
                <a:cubicBezTo>
                  <a:pt x="35676" y="150050"/>
                  <a:pt x="31212" y="148798"/>
                  <a:pt x="24438" y="146638"/>
                </a:cubicBezTo>
                <a:cubicBezTo>
                  <a:pt x="17664" y="144477"/>
                  <a:pt x="13374" y="143397"/>
                  <a:pt x="11568" y="143397"/>
                </a:cubicBezTo>
                <a:cubicBezTo>
                  <a:pt x="9831" y="143397"/>
                  <a:pt x="8459" y="143912"/>
                  <a:pt x="7451" y="144941"/>
                </a:cubicBezTo>
                <a:cubicBezTo>
                  <a:pt x="6444" y="145970"/>
                  <a:pt x="5697" y="148096"/>
                  <a:pt x="5211" y="151318"/>
                </a:cubicBezTo>
                <a:lnTo>
                  <a:pt x="1355" y="151318"/>
                </a:lnTo>
                <a:lnTo>
                  <a:pt x="1355" y="102963"/>
                </a:lnTo>
                <a:lnTo>
                  <a:pt x="5211" y="102963"/>
                </a:lnTo>
                <a:cubicBezTo>
                  <a:pt x="7017" y="113106"/>
                  <a:pt x="9449" y="120696"/>
                  <a:pt x="12506" y="125733"/>
                </a:cubicBezTo>
                <a:cubicBezTo>
                  <a:pt x="15562" y="130770"/>
                  <a:pt x="20235" y="134956"/>
                  <a:pt x="26522" y="138291"/>
                </a:cubicBezTo>
                <a:cubicBezTo>
                  <a:pt x="32810" y="141626"/>
                  <a:pt x="39705" y="143293"/>
                  <a:pt x="47209" y="143293"/>
                </a:cubicBezTo>
                <a:cubicBezTo>
                  <a:pt x="55893" y="143293"/>
                  <a:pt x="62754" y="141003"/>
                  <a:pt x="67791" y="136422"/>
                </a:cubicBezTo>
                <a:cubicBezTo>
                  <a:pt x="72828" y="131838"/>
                  <a:pt x="75346" y="126423"/>
                  <a:pt x="75346" y="120174"/>
                </a:cubicBezTo>
                <a:cubicBezTo>
                  <a:pt x="75346" y="116702"/>
                  <a:pt x="74391" y="113197"/>
                  <a:pt x="72480" y="109658"/>
                </a:cubicBezTo>
                <a:cubicBezTo>
                  <a:pt x="70570" y="106117"/>
                  <a:pt x="67600" y="102819"/>
                  <a:pt x="63570" y="99765"/>
                </a:cubicBezTo>
                <a:cubicBezTo>
                  <a:pt x="60860" y="97682"/>
                  <a:pt x="53461" y="93257"/>
                  <a:pt x="41373" y="86487"/>
                </a:cubicBezTo>
                <a:cubicBezTo>
                  <a:pt x="29284" y="79718"/>
                  <a:pt x="20686" y="74320"/>
                  <a:pt x="15580" y="70295"/>
                </a:cubicBezTo>
                <a:cubicBezTo>
                  <a:pt x="10473" y="66268"/>
                  <a:pt x="6600" y="61824"/>
                  <a:pt x="3960" y="56966"/>
                </a:cubicBezTo>
                <a:cubicBezTo>
                  <a:pt x="1320" y="52104"/>
                  <a:pt x="0" y="46758"/>
                  <a:pt x="0" y="40926"/>
                </a:cubicBezTo>
                <a:cubicBezTo>
                  <a:pt x="0" y="30792"/>
                  <a:pt x="3891" y="22063"/>
                  <a:pt x="11672" y="14740"/>
                </a:cubicBezTo>
                <a:cubicBezTo>
                  <a:pt x="19453" y="7414"/>
                  <a:pt x="29353" y="3752"/>
                  <a:pt x="41373" y="3752"/>
                </a:cubicBezTo>
                <a:cubicBezTo>
                  <a:pt x="48876" y="3752"/>
                  <a:pt x="56831" y="5593"/>
                  <a:pt x="65237" y="9275"/>
                </a:cubicBezTo>
                <a:cubicBezTo>
                  <a:pt x="69128" y="11012"/>
                  <a:pt x="71872" y="11880"/>
                  <a:pt x="73470" y="11880"/>
                </a:cubicBezTo>
                <a:cubicBezTo>
                  <a:pt x="75277" y="11880"/>
                  <a:pt x="76753" y="11342"/>
                  <a:pt x="77899" y="10265"/>
                </a:cubicBezTo>
                <a:cubicBezTo>
                  <a:pt x="79046" y="9188"/>
                  <a:pt x="79966" y="7017"/>
                  <a:pt x="80661" y="3752"/>
                </a:cubicBezTo>
                <a:lnTo>
                  <a:pt x="84517" y="3752"/>
                </a:lnTo>
                <a:close/>
                <a:moveTo>
                  <a:pt x="128471" y="88790"/>
                </a:moveTo>
                <a:cubicBezTo>
                  <a:pt x="128401" y="102930"/>
                  <a:pt x="131841" y="114021"/>
                  <a:pt x="138788" y="122063"/>
                </a:cubicBezTo>
                <a:cubicBezTo>
                  <a:pt x="145736" y="130103"/>
                  <a:pt x="153899" y="134122"/>
                  <a:pt x="163278" y="134122"/>
                </a:cubicBezTo>
                <a:cubicBezTo>
                  <a:pt x="169531" y="134122"/>
                  <a:pt x="174967" y="132403"/>
                  <a:pt x="179588" y="128964"/>
                </a:cubicBezTo>
                <a:cubicBezTo>
                  <a:pt x="184208" y="125525"/>
                  <a:pt x="188081" y="119637"/>
                  <a:pt x="191207" y="111300"/>
                </a:cubicBezTo>
                <a:lnTo>
                  <a:pt x="194438" y="113384"/>
                </a:lnTo>
                <a:cubicBezTo>
                  <a:pt x="192979" y="122902"/>
                  <a:pt x="188741" y="131569"/>
                  <a:pt x="181724" y="139385"/>
                </a:cubicBezTo>
                <a:cubicBezTo>
                  <a:pt x="174707" y="147201"/>
                  <a:pt x="165918" y="151109"/>
                  <a:pt x="155358" y="151109"/>
                </a:cubicBezTo>
                <a:cubicBezTo>
                  <a:pt x="143895" y="151109"/>
                  <a:pt x="134081" y="146655"/>
                  <a:pt x="125918" y="137747"/>
                </a:cubicBezTo>
                <a:cubicBezTo>
                  <a:pt x="117754" y="128837"/>
                  <a:pt x="113673" y="116859"/>
                  <a:pt x="113673" y="101813"/>
                </a:cubicBezTo>
                <a:cubicBezTo>
                  <a:pt x="113673" y="85521"/>
                  <a:pt x="117859" y="72817"/>
                  <a:pt x="126230" y="63700"/>
                </a:cubicBezTo>
                <a:cubicBezTo>
                  <a:pt x="134602" y="54582"/>
                  <a:pt x="145110" y="50022"/>
                  <a:pt x="157755" y="50022"/>
                </a:cubicBezTo>
                <a:cubicBezTo>
                  <a:pt x="168454" y="50022"/>
                  <a:pt x="177243" y="53540"/>
                  <a:pt x="184121" y="60574"/>
                </a:cubicBezTo>
                <a:cubicBezTo>
                  <a:pt x="190999" y="67606"/>
                  <a:pt x="194438" y="77011"/>
                  <a:pt x="194438" y="88790"/>
                </a:cubicBezTo>
                <a:lnTo>
                  <a:pt x="128471" y="88790"/>
                </a:lnTo>
                <a:moveTo>
                  <a:pt x="128471" y="82745"/>
                </a:moveTo>
                <a:lnTo>
                  <a:pt x="172657" y="82745"/>
                </a:lnTo>
                <a:cubicBezTo>
                  <a:pt x="172310" y="76631"/>
                  <a:pt x="171580" y="72324"/>
                  <a:pt x="170469" y="69823"/>
                </a:cubicBezTo>
                <a:cubicBezTo>
                  <a:pt x="168732" y="65932"/>
                  <a:pt x="166144" y="62875"/>
                  <a:pt x="162705" y="60652"/>
                </a:cubicBezTo>
                <a:cubicBezTo>
                  <a:pt x="159266" y="58429"/>
                  <a:pt x="155671" y="57317"/>
                  <a:pt x="151919" y="57317"/>
                </a:cubicBezTo>
                <a:cubicBezTo>
                  <a:pt x="146152" y="57317"/>
                  <a:pt x="140994" y="59558"/>
                  <a:pt x="136443" y="64039"/>
                </a:cubicBezTo>
                <a:cubicBezTo>
                  <a:pt x="131893" y="68520"/>
                  <a:pt x="129235" y="74756"/>
                  <a:pt x="128471" y="82745"/>
                </a:cubicBezTo>
                <a:close/>
                <a:moveTo>
                  <a:pt x="288506" y="111925"/>
                </a:moveTo>
                <a:cubicBezTo>
                  <a:pt x="285935" y="124500"/>
                  <a:pt x="280898" y="134174"/>
                  <a:pt x="273395" y="140948"/>
                </a:cubicBezTo>
                <a:cubicBezTo>
                  <a:pt x="265892" y="147722"/>
                  <a:pt x="257589" y="151109"/>
                  <a:pt x="248488" y="151109"/>
                </a:cubicBezTo>
                <a:cubicBezTo>
                  <a:pt x="237650" y="151109"/>
                  <a:pt x="228201" y="146564"/>
                  <a:pt x="220142" y="137473"/>
                </a:cubicBezTo>
                <a:cubicBezTo>
                  <a:pt x="212083" y="128381"/>
                  <a:pt x="208053" y="116096"/>
                  <a:pt x="208053" y="100618"/>
                </a:cubicBezTo>
                <a:cubicBezTo>
                  <a:pt x="208053" y="85626"/>
                  <a:pt x="212517" y="73446"/>
                  <a:pt x="221445" y="64078"/>
                </a:cubicBezTo>
                <a:cubicBezTo>
                  <a:pt x="230372" y="54708"/>
                  <a:pt x="241089" y="50022"/>
                  <a:pt x="253594" y="50022"/>
                </a:cubicBezTo>
                <a:cubicBezTo>
                  <a:pt x="262974" y="50022"/>
                  <a:pt x="270685" y="52498"/>
                  <a:pt x="276730" y="57451"/>
                </a:cubicBezTo>
                <a:cubicBezTo>
                  <a:pt x="282774" y="62401"/>
                  <a:pt x="285796" y="67542"/>
                  <a:pt x="285796" y="72874"/>
                </a:cubicBezTo>
                <a:cubicBezTo>
                  <a:pt x="285796" y="75506"/>
                  <a:pt x="284945" y="77636"/>
                  <a:pt x="283243" y="79264"/>
                </a:cubicBezTo>
                <a:cubicBezTo>
                  <a:pt x="281541" y="80890"/>
                  <a:pt x="279161" y="81703"/>
                  <a:pt x="276104" y="81703"/>
                </a:cubicBezTo>
                <a:cubicBezTo>
                  <a:pt x="272005" y="81703"/>
                  <a:pt x="268914" y="80383"/>
                  <a:pt x="266829" y="77743"/>
                </a:cubicBezTo>
                <a:cubicBezTo>
                  <a:pt x="265648" y="76284"/>
                  <a:pt x="264867" y="73505"/>
                  <a:pt x="264485" y="69406"/>
                </a:cubicBezTo>
                <a:cubicBezTo>
                  <a:pt x="264103" y="65307"/>
                  <a:pt x="262696" y="62181"/>
                  <a:pt x="260264" y="60027"/>
                </a:cubicBezTo>
                <a:cubicBezTo>
                  <a:pt x="257832" y="57943"/>
                  <a:pt x="254463" y="56900"/>
                  <a:pt x="250155" y="56900"/>
                </a:cubicBezTo>
                <a:cubicBezTo>
                  <a:pt x="243208" y="56900"/>
                  <a:pt x="237615" y="59471"/>
                  <a:pt x="233377" y="64612"/>
                </a:cubicBezTo>
                <a:cubicBezTo>
                  <a:pt x="227750" y="71421"/>
                  <a:pt x="224936" y="80418"/>
                  <a:pt x="224936" y="91603"/>
                </a:cubicBezTo>
                <a:cubicBezTo>
                  <a:pt x="224936" y="102997"/>
                  <a:pt x="227732" y="113054"/>
                  <a:pt x="233325" y="121773"/>
                </a:cubicBezTo>
                <a:cubicBezTo>
                  <a:pt x="238918" y="130492"/>
                  <a:pt x="246473" y="134852"/>
                  <a:pt x="255991" y="134852"/>
                </a:cubicBezTo>
                <a:cubicBezTo>
                  <a:pt x="262800" y="134852"/>
                  <a:pt x="268914" y="132524"/>
                  <a:pt x="274333" y="127870"/>
                </a:cubicBezTo>
                <a:cubicBezTo>
                  <a:pt x="278154" y="124674"/>
                  <a:pt x="281871" y="118872"/>
                  <a:pt x="285484" y="110466"/>
                </a:cubicBezTo>
                <a:lnTo>
                  <a:pt x="288506" y="111925"/>
                </a:lnTo>
                <a:close/>
                <a:moveTo>
                  <a:pt x="386117" y="52732"/>
                </a:moveTo>
                <a:lnTo>
                  <a:pt x="386117" y="110570"/>
                </a:lnTo>
                <a:cubicBezTo>
                  <a:pt x="386117" y="121617"/>
                  <a:pt x="386377" y="128373"/>
                  <a:pt x="386899" y="130840"/>
                </a:cubicBezTo>
                <a:cubicBezTo>
                  <a:pt x="387420" y="133306"/>
                  <a:pt x="388253" y="135026"/>
                  <a:pt x="389400" y="135998"/>
                </a:cubicBezTo>
                <a:cubicBezTo>
                  <a:pt x="390546" y="136971"/>
                  <a:pt x="391883" y="137457"/>
                  <a:pt x="393412" y="137457"/>
                </a:cubicBezTo>
                <a:cubicBezTo>
                  <a:pt x="395566" y="137457"/>
                  <a:pt x="397997" y="136867"/>
                  <a:pt x="400707" y="135686"/>
                </a:cubicBezTo>
                <a:lnTo>
                  <a:pt x="402166" y="139333"/>
                </a:lnTo>
                <a:lnTo>
                  <a:pt x="373611" y="151109"/>
                </a:lnTo>
                <a:lnTo>
                  <a:pt x="368922" y="151109"/>
                </a:lnTo>
                <a:lnTo>
                  <a:pt x="368922" y="130892"/>
                </a:lnTo>
                <a:cubicBezTo>
                  <a:pt x="360724" y="139785"/>
                  <a:pt x="354471" y="145377"/>
                  <a:pt x="350163" y="147670"/>
                </a:cubicBezTo>
                <a:cubicBezTo>
                  <a:pt x="345856" y="149963"/>
                  <a:pt x="341305" y="151109"/>
                  <a:pt x="336511" y="151109"/>
                </a:cubicBezTo>
                <a:cubicBezTo>
                  <a:pt x="331162" y="151109"/>
                  <a:pt x="326524" y="149563"/>
                  <a:pt x="322599" y="146472"/>
                </a:cubicBezTo>
                <a:cubicBezTo>
                  <a:pt x="318674" y="143380"/>
                  <a:pt x="315947" y="139402"/>
                  <a:pt x="314418" y="134539"/>
                </a:cubicBezTo>
                <a:cubicBezTo>
                  <a:pt x="312890" y="129676"/>
                  <a:pt x="312126" y="122798"/>
                  <a:pt x="312126" y="113905"/>
                </a:cubicBezTo>
                <a:lnTo>
                  <a:pt x="312126" y="71282"/>
                </a:lnTo>
                <a:cubicBezTo>
                  <a:pt x="312126" y="66766"/>
                  <a:pt x="311639" y="63640"/>
                  <a:pt x="310667" y="61903"/>
                </a:cubicBezTo>
                <a:cubicBezTo>
                  <a:pt x="309694" y="60166"/>
                  <a:pt x="308252" y="58828"/>
                  <a:pt x="306342" y="57890"/>
                </a:cubicBezTo>
                <a:cubicBezTo>
                  <a:pt x="304431" y="56952"/>
                  <a:pt x="300975" y="56518"/>
                  <a:pt x="295973" y="56588"/>
                </a:cubicBezTo>
                <a:lnTo>
                  <a:pt x="295973" y="52732"/>
                </a:lnTo>
                <a:lnTo>
                  <a:pt x="329425" y="52732"/>
                </a:lnTo>
                <a:lnTo>
                  <a:pt x="329425" y="116458"/>
                </a:lnTo>
                <a:cubicBezTo>
                  <a:pt x="329425" y="125329"/>
                  <a:pt x="330971" y="131151"/>
                  <a:pt x="334062" y="133924"/>
                </a:cubicBezTo>
                <a:cubicBezTo>
                  <a:pt x="337154" y="136696"/>
                  <a:pt x="340888" y="138082"/>
                  <a:pt x="345265" y="138082"/>
                </a:cubicBezTo>
                <a:cubicBezTo>
                  <a:pt x="348253" y="138082"/>
                  <a:pt x="351640" y="137147"/>
                  <a:pt x="355426" y="135275"/>
                </a:cubicBezTo>
                <a:cubicBezTo>
                  <a:pt x="359213" y="133404"/>
                  <a:pt x="363711" y="129835"/>
                  <a:pt x="368922" y="124571"/>
                </a:cubicBezTo>
                <a:lnTo>
                  <a:pt x="368922" y="70621"/>
                </a:lnTo>
                <a:cubicBezTo>
                  <a:pt x="368922" y="65215"/>
                  <a:pt x="367932" y="61560"/>
                  <a:pt x="365952" y="59656"/>
                </a:cubicBezTo>
                <a:cubicBezTo>
                  <a:pt x="363972" y="57749"/>
                  <a:pt x="359855" y="56727"/>
                  <a:pt x="353602" y="56588"/>
                </a:cubicBezTo>
                <a:lnTo>
                  <a:pt x="353602" y="52732"/>
                </a:lnTo>
                <a:lnTo>
                  <a:pt x="386117" y="52732"/>
                </a:lnTo>
                <a:close/>
                <a:moveTo>
                  <a:pt x="437412" y="50022"/>
                </a:moveTo>
                <a:lnTo>
                  <a:pt x="437412" y="71490"/>
                </a:lnTo>
                <a:cubicBezTo>
                  <a:pt x="445401" y="57178"/>
                  <a:pt x="453599" y="50022"/>
                  <a:pt x="462006" y="50022"/>
                </a:cubicBezTo>
                <a:cubicBezTo>
                  <a:pt x="465827" y="50022"/>
                  <a:pt x="468988" y="51186"/>
                  <a:pt x="471489" y="53513"/>
                </a:cubicBezTo>
                <a:cubicBezTo>
                  <a:pt x="473990" y="55841"/>
                  <a:pt x="475241" y="58533"/>
                  <a:pt x="475241" y="61590"/>
                </a:cubicBezTo>
                <a:cubicBezTo>
                  <a:pt x="475241" y="64300"/>
                  <a:pt x="474338" y="66592"/>
                  <a:pt x="472532" y="68468"/>
                </a:cubicBezTo>
                <a:cubicBezTo>
                  <a:pt x="470725" y="70344"/>
                  <a:pt x="468571" y="71282"/>
                  <a:pt x="466070" y="71282"/>
                </a:cubicBezTo>
                <a:cubicBezTo>
                  <a:pt x="463639" y="71282"/>
                  <a:pt x="460912" y="70083"/>
                  <a:pt x="457890" y="67686"/>
                </a:cubicBezTo>
                <a:cubicBezTo>
                  <a:pt x="454867" y="65290"/>
                  <a:pt x="452627" y="64091"/>
                  <a:pt x="451168" y="64091"/>
                </a:cubicBezTo>
                <a:cubicBezTo>
                  <a:pt x="449917" y="64091"/>
                  <a:pt x="448562" y="64784"/>
                  <a:pt x="447103" y="66169"/>
                </a:cubicBezTo>
                <a:cubicBezTo>
                  <a:pt x="443977" y="69011"/>
                  <a:pt x="440746" y="73688"/>
                  <a:pt x="437412" y="80202"/>
                </a:cubicBezTo>
                <a:lnTo>
                  <a:pt x="437412" y="125834"/>
                </a:lnTo>
                <a:cubicBezTo>
                  <a:pt x="437412" y="131099"/>
                  <a:pt x="438072" y="135083"/>
                  <a:pt x="439392" y="137786"/>
                </a:cubicBezTo>
                <a:cubicBezTo>
                  <a:pt x="440295" y="139658"/>
                  <a:pt x="441893" y="141218"/>
                  <a:pt x="444186" y="142466"/>
                </a:cubicBezTo>
                <a:cubicBezTo>
                  <a:pt x="446478" y="143712"/>
                  <a:pt x="449778" y="144335"/>
                  <a:pt x="454086" y="144335"/>
                </a:cubicBezTo>
                <a:lnTo>
                  <a:pt x="454086" y="148191"/>
                </a:lnTo>
                <a:lnTo>
                  <a:pt x="405210" y="148191"/>
                </a:lnTo>
                <a:lnTo>
                  <a:pt x="405210" y="144335"/>
                </a:lnTo>
                <a:cubicBezTo>
                  <a:pt x="410073" y="144335"/>
                  <a:pt x="413686" y="143573"/>
                  <a:pt x="416048" y="142049"/>
                </a:cubicBezTo>
                <a:cubicBezTo>
                  <a:pt x="417785" y="140940"/>
                  <a:pt x="419001" y="139171"/>
                  <a:pt x="419695" y="136744"/>
                </a:cubicBezTo>
                <a:cubicBezTo>
                  <a:pt x="420043" y="135565"/>
                  <a:pt x="420216" y="132203"/>
                  <a:pt x="420216" y="126658"/>
                </a:cubicBezTo>
                <a:lnTo>
                  <a:pt x="420216" y="89744"/>
                </a:lnTo>
                <a:cubicBezTo>
                  <a:pt x="420216" y="78652"/>
                  <a:pt x="419991" y="72049"/>
                  <a:pt x="419539" y="69937"/>
                </a:cubicBezTo>
                <a:cubicBezTo>
                  <a:pt x="419088" y="67822"/>
                  <a:pt x="418254" y="66280"/>
                  <a:pt x="417038" y="65309"/>
                </a:cubicBezTo>
                <a:cubicBezTo>
                  <a:pt x="415822" y="64339"/>
                  <a:pt x="414311" y="63853"/>
                  <a:pt x="412505" y="63853"/>
                </a:cubicBezTo>
                <a:cubicBezTo>
                  <a:pt x="410351" y="63853"/>
                  <a:pt x="407919" y="64373"/>
                  <a:pt x="405210" y="65413"/>
                </a:cubicBezTo>
                <a:lnTo>
                  <a:pt x="404168" y="61668"/>
                </a:lnTo>
                <a:lnTo>
                  <a:pt x="433035" y="50022"/>
                </a:lnTo>
                <a:lnTo>
                  <a:pt x="437412" y="50022"/>
                </a:lnTo>
                <a:close/>
                <a:moveTo>
                  <a:pt x="505353" y="0"/>
                </a:moveTo>
                <a:cubicBezTo>
                  <a:pt x="508271" y="0"/>
                  <a:pt x="510755" y="1030"/>
                  <a:pt x="512804" y="3091"/>
                </a:cubicBezTo>
                <a:cubicBezTo>
                  <a:pt x="514854" y="5149"/>
                  <a:pt x="515879" y="7644"/>
                  <a:pt x="515879" y="10578"/>
                </a:cubicBezTo>
                <a:cubicBezTo>
                  <a:pt x="515879" y="13511"/>
                  <a:pt x="514854" y="16025"/>
                  <a:pt x="512804" y="18120"/>
                </a:cubicBezTo>
                <a:cubicBezTo>
                  <a:pt x="510755" y="20213"/>
                  <a:pt x="508271" y="21259"/>
                  <a:pt x="505353" y="21259"/>
                </a:cubicBezTo>
                <a:cubicBezTo>
                  <a:pt x="502435" y="21259"/>
                  <a:pt x="499934" y="20213"/>
                  <a:pt x="497850" y="18120"/>
                </a:cubicBezTo>
                <a:cubicBezTo>
                  <a:pt x="495765" y="16025"/>
                  <a:pt x="494723" y="13511"/>
                  <a:pt x="494723" y="10578"/>
                </a:cubicBezTo>
                <a:cubicBezTo>
                  <a:pt x="494723" y="7644"/>
                  <a:pt x="495748" y="5149"/>
                  <a:pt x="497798" y="3091"/>
                </a:cubicBezTo>
                <a:cubicBezTo>
                  <a:pt x="499847" y="1030"/>
                  <a:pt x="502366" y="0"/>
                  <a:pt x="505353" y="0"/>
                </a:cubicBezTo>
                <a:moveTo>
                  <a:pt x="514003" y="50022"/>
                </a:moveTo>
                <a:lnTo>
                  <a:pt x="514003" y="126554"/>
                </a:lnTo>
                <a:cubicBezTo>
                  <a:pt x="514003" y="132516"/>
                  <a:pt x="514437" y="136485"/>
                  <a:pt x="515305" y="138460"/>
                </a:cubicBezTo>
                <a:cubicBezTo>
                  <a:pt x="516174" y="140436"/>
                  <a:pt x="517459" y="141909"/>
                  <a:pt x="519161" y="142880"/>
                </a:cubicBezTo>
                <a:cubicBezTo>
                  <a:pt x="520863" y="143850"/>
                  <a:pt x="523972" y="144335"/>
                  <a:pt x="528488" y="144335"/>
                </a:cubicBezTo>
                <a:lnTo>
                  <a:pt x="528488" y="148191"/>
                </a:lnTo>
                <a:lnTo>
                  <a:pt x="482114" y="148191"/>
                </a:lnTo>
                <a:lnTo>
                  <a:pt x="482114" y="144335"/>
                </a:lnTo>
                <a:cubicBezTo>
                  <a:pt x="486768" y="144335"/>
                  <a:pt x="489895" y="143885"/>
                  <a:pt x="491493" y="142984"/>
                </a:cubicBezTo>
                <a:cubicBezTo>
                  <a:pt x="493091" y="142083"/>
                  <a:pt x="494359" y="140592"/>
                  <a:pt x="495296" y="138512"/>
                </a:cubicBezTo>
                <a:cubicBezTo>
                  <a:pt x="496234" y="136432"/>
                  <a:pt x="496703" y="132446"/>
                  <a:pt x="496703" y="126554"/>
                </a:cubicBezTo>
                <a:lnTo>
                  <a:pt x="496703" y="89848"/>
                </a:lnTo>
                <a:cubicBezTo>
                  <a:pt x="496703" y="79518"/>
                  <a:pt x="496391" y="72829"/>
                  <a:pt x="495765" y="69780"/>
                </a:cubicBezTo>
                <a:cubicBezTo>
                  <a:pt x="495279" y="67562"/>
                  <a:pt x="494515" y="66019"/>
                  <a:pt x="493473" y="65153"/>
                </a:cubicBezTo>
                <a:cubicBezTo>
                  <a:pt x="492431" y="64286"/>
                  <a:pt x="491006" y="63853"/>
                  <a:pt x="489200" y="63853"/>
                </a:cubicBezTo>
                <a:cubicBezTo>
                  <a:pt x="487255" y="63853"/>
                  <a:pt x="484893" y="64373"/>
                  <a:pt x="482114" y="65413"/>
                </a:cubicBezTo>
                <a:lnTo>
                  <a:pt x="480655" y="61668"/>
                </a:lnTo>
                <a:lnTo>
                  <a:pt x="509417" y="50022"/>
                </a:lnTo>
                <a:lnTo>
                  <a:pt x="514003" y="50022"/>
                </a:lnTo>
                <a:close/>
                <a:moveTo>
                  <a:pt x="568338" y="21259"/>
                </a:moveTo>
                <a:lnTo>
                  <a:pt x="568338" y="52732"/>
                </a:lnTo>
                <a:lnTo>
                  <a:pt x="590640" y="52732"/>
                </a:lnTo>
                <a:lnTo>
                  <a:pt x="590640" y="60027"/>
                </a:lnTo>
                <a:lnTo>
                  <a:pt x="568338" y="60027"/>
                </a:lnTo>
                <a:lnTo>
                  <a:pt x="568338" y="121845"/>
                </a:lnTo>
                <a:cubicBezTo>
                  <a:pt x="568338" y="128022"/>
                  <a:pt x="569224" y="132186"/>
                  <a:pt x="570995" y="134337"/>
                </a:cubicBezTo>
                <a:cubicBezTo>
                  <a:pt x="572767" y="136487"/>
                  <a:pt x="575042" y="137561"/>
                  <a:pt x="577821" y="137561"/>
                </a:cubicBezTo>
                <a:cubicBezTo>
                  <a:pt x="580114" y="137561"/>
                  <a:pt x="582337" y="136849"/>
                  <a:pt x="584491" y="135425"/>
                </a:cubicBezTo>
                <a:cubicBezTo>
                  <a:pt x="586645" y="134001"/>
                  <a:pt x="588312" y="131899"/>
                  <a:pt x="589493" y="129120"/>
                </a:cubicBezTo>
                <a:lnTo>
                  <a:pt x="593558" y="129120"/>
                </a:lnTo>
                <a:cubicBezTo>
                  <a:pt x="591126" y="135948"/>
                  <a:pt x="587687" y="141112"/>
                  <a:pt x="583240" y="144612"/>
                </a:cubicBezTo>
                <a:cubicBezTo>
                  <a:pt x="578794" y="148110"/>
                  <a:pt x="574209" y="149859"/>
                  <a:pt x="569484" y="149859"/>
                </a:cubicBezTo>
                <a:cubicBezTo>
                  <a:pt x="566288" y="149859"/>
                  <a:pt x="563162" y="148972"/>
                  <a:pt x="560105" y="147198"/>
                </a:cubicBezTo>
                <a:cubicBezTo>
                  <a:pt x="557048" y="145424"/>
                  <a:pt x="554790" y="142886"/>
                  <a:pt x="553331" y="139584"/>
                </a:cubicBezTo>
                <a:cubicBezTo>
                  <a:pt x="551872" y="136279"/>
                  <a:pt x="551143" y="131184"/>
                  <a:pt x="551143" y="124297"/>
                </a:cubicBezTo>
                <a:lnTo>
                  <a:pt x="551143" y="60027"/>
                </a:lnTo>
                <a:lnTo>
                  <a:pt x="536032" y="60027"/>
                </a:lnTo>
                <a:lnTo>
                  <a:pt x="536032" y="56588"/>
                </a:lnTo>
                <a:cubicBezTo>
                  <a:pt x="539853" y="55055"/>
                  <a:pt x="543761" y="52459"/>
                  <a:pt x="547756" y="48801"/>
                </a:cubicBezTo>
                <a:cubicBezTo>
                  <a:pt x="551751" y="45143"/>
                  <a:pt x="555311" y="40805"/>
                  <a:pt x="558438" y="35787"/>
                </a:cubicBezTo>
                <a:cubicBezTo>
                  <a:pt x="560036" y="33141"/>
                  <a:pt x="562259" y="28298"/>
                  <a:pt x="565107" y="21259"/>
                </a:cubicBezTo>
                <a:lnTo>
                  <a:pt x="568338" y="21259"/>
                </a:lnTo>
                <a:close/>
                <a:moveTo>
                  <a:pt x="594744" y="52732"/>
                </a:moveTo>
                <a:lnTo>
                  <a:pt x="639243" y="52732"/>
                </a:lnTo>
                <a:lnTo>
                  <a:pt x="639243" y="56588"/>
                </a:lnTo>
                <a:lnTo>
                  <a:pt x="637055" y="56588"/>
                </a:lnTo>
                <a:cubicBezTo>
                  <a:pt x="633928" y="56588"/>
                  <a:pt x="631583" y="57265"/>
                  <a:pt x="630020" y="58620"/>
                </a:cubicBezTo>
                <a:cubicBezTo>
                  <a:pt x="628457" y="59975"/>
                  <a:pt x="627675" y="61659"/>
                  <a:pt x="627675" y="63674"/>
                </a:cubicBezTo>
                <a:cubicBezTo>
                  <a:pt x="627675" y="66384"/>
                  <a:pt x="628822" y="70135"/>
                  <a:pt x="631114" y="74929"/>
                </a:cubicBezTo>
                <a:lnTo>
                  <a:pt x="654354" y="123076"/>
                </a:lnTo>
                <a:lnTo>
                  <a:pt x="675718" y="70344"/>
                </a:lnTo>
                <a:cubicBezTo>
                  <a:pt x="676899" y="67495"/>
                  <a:pt x="677489" y="64682"/>
                  <a:pt x="677489" y="61903"/>
                </a:cubicBezTo>
                <a:cubicBezTo>
                  <a:pt x="677489" y="60652"/>
                  <a:pt x="677246" y="59714"/>
                  <a:pt x="676760" y="59089"/>
                </a:cubicBezTo>
                <a:cubicBezTo>
                  <a:pt x="676204" y="58325"/>
                  <a:pt x="675336" y="57717"/>
                  <a:pt x="674154" y="57265"/>
                </a:cubicBezTo>
                <a:cubicBezTo>
                  <a:pt x="672973" y="56814"/>
                  <a:pt x="670889" y="56588"/>
                  <a:pt x="667902" y="56588"/>
                </a:cubicBezTo>
                <a:lnTo>
                  <a:pt x="667902" y="52732"/>
                </a:lnTo>
                <a:lnTo>
                  <a:pt x="698957" y="52732"/>
                </a:lnTo>
                <a:lnTo>
                  <a:pt x="698957" y="56588"/>
                </a:lnTo>
                <a:cubicBezTo>
                  <a:pt x="696387" y="56866"/>
                  <a:pt x="694407" y="57421"/>
                  <a:pt x="693017" y="58255"/>
                </a:cubicBezTo>
                <a:cubicBezTo>
                  <a:pt x="691628" y="59089"/>
                  <a:pt x="690099" y="60652"/>
                  <a:pt x="688432" y="62945"/>
                </a:cubicBezTo>
                <a:cubicBezTo>
                  <a:pt x="687806" y="63917"/>
                  <a:pt x="686625" y="66592"/>
                  <a:pt x="684888" y="70969"/>
                </a:cubicBezTo>
                <a:lnTo>
                  <a:pt x="646017" y="166220"/>
                </a:lnTo>
                <a:cubicBezTo>
                  <a:pt x="642265" y="175460"/>
                  <a:pt x="637350" y="182443"/>
                  <a:pt x="631271" y="187167"/>
                </a:cubicBezTo>
                <a:cubicBezTo>
                  <a:pt x="625192" y="191891"/>
                  <a:pt x="619338" y="194253"/>
                  <a:pt x="613711" y="194253"/>
                </a:cubicBezTo>
                <a:cubicBezTo>
                  <a:pt x="609612" y="194253"/>
                  <a:pt x="606242" y="193086"/>
                  <a:pt x="603602" y="190752"/>
                </a:cubicBezTo>
                <a:cubicBezTo>
                  <a:pt x="600962" y="188418"/>
                  <a:pt x="599642" y="185742"/>
                  <a:pt x="599642" y="182722"/>
                </a:cubicBezTo>
                <a:cubicBezTo>
                  <a:pt x="599642" y="179838"/>
                  <a:pt x="600597" y="177513"/>
                  <a:pt x="602508" y="175746"/>
                </a:cubicBezTo>
                <a:cubicBezTo>
                  <a:pt x="604418" y="173981"/>
                  <a:pt x="607041" y="173098"/>
                  <a:pt x="610376" y="173098"/>
                </a:cubicBezTo>
                <a:cubicBezTo>
                  <a:pt x="612669" y="173098"/>
                  <a:pt x="615795" y="173862"/>
                  <a:pt x="619755" y="175391"/>
                </a:cubicBezTo>
                <a:cubicBezTo>
                  <a:pt x="622534" y="176433"/>
                  <a:pt x="624271" y="176954"/>
                  <a:pt x="624966" y="176954"/>
                </a:cubicBezTo>
                <a:cubicBezTo>
                  <a:pt x="627050" y="176954"/>
                  <a:pt x="629325" y="175869"/>
                  <a:pt x="631792" y="173701"/>
                </a:cubicBezTo>
                <a:cubicBezTo>
                  <a:pt x="634258" y="171534"/>
                  <a:pt x="636742" y="167339"/>
                  <a:pt x="639243" y="161117"/>
                </a:cubicBezTo>
                <a:lnTo>
                  <a:pt x="646017" y="144439"/>
                </a:lnTo>
                <a:lnTo>
                  <a:pt x="611731" y="72428"/>
                </a:lnTo>
                <a:cubicBezTo>
                  <a:pt x="610689" y="70274"/>
                  <a:pt x="609021" y="67600"/>
                  <a:pt x="606729" y="64404"/>
                </a:cubicBezTo>
                <a:cubicBezTo>
                  <a:pt x="604992" y="61972"/>
                  <a:pt x="603567" y="60339"/>
                  <a:pt x="602456" y="59506"/>
                </a:cubicBezTo>
                <a:cubicBezTo>
                  <a:pt x="600858" y="58394"/>
                  <a:pt x="598287" y="57421"/>
                  <a:pt x="594744" y="56588"/>
                </a:cubicBezTo>
                <a:lnTo>
                  <a:pt x="594744" y="52732"/>
                </a:ln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researchers">
            <a:extLst xmlns:a="http://schemas.openxmlformats.org/drawingml/2006/main">
              <a:ext uri="{FF2B5EF4-FFF2-40B4-BE49-F238E27FC236}">
                <a16:creationId xmlns:a16="http://schemas.microsoft.com/office/drawing/2014/main" id="{7579D6C7-A546-4560-BE90-831385B7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51" y="1832577"/>
            <a:ext cx="954676" cy="151109"/>
          </a:xfrm>
          <a:custGeom xmlns:a="http://schemas.openxmlformats.org/drawingml/2006/main">
            <a:pathLst>
              <a:path w="954676" h="151109">
                <a:moveTo>
                  <a:pt x="33244" y="50022"/>
                </a:moveTo>
                <a:lnTo>
                  <a:pt x="33244" y="71490"/>
                </a:lnTo>
                <a:cubicBezTo>
                  <a:pt x="41234" y="57178"/>
                  <a:pt x="49432" y="50022"/>
                  <a:pt x="57838" y="50022"/>
                </a:cubicBezTo>
                <a:cubicBezTo>
                  <a:pt x="61659" y="50022"/>
                  <a:pt x="64821" y="51186"/>
                  <a:pt x="67322" y="53513"/>
                </a:cubicBezTo>
                <a:cubicBezTo>
                  <a:pt x="69823" y="55841"/>
                  <a:pt x="71073" y="58533"/>
                  <a:pt x="71073" y="61590"/>
                </a:cubicBezTo>
                <a:cubicBezTo>
                  <a:pt x="71073" y="64300"/>
                  <a:pt x="70170" y="66592"/>
                  <a:pt x="68364" y="68468"/>
                </a:cubicBezTo>
                <a:cubicBezTo>
                  <a:pt x="66557" y="70344"/>
                  <a:pt x="64404" y="71282"/>
                  <a:pt x="61903" y="71282"/>
                </a:cubicBezTo>
                <a:cubicBezTo>
                  <a:pt x="59471" y="71282"/>
                  <a:pt x="56744" y="70083"/>
                  <a:pt x="53722" y="67686"/>
                </a:cubicBezTo>
                <a:cubicBezTo>
                  <a:pt x="50700" y="65290"/>
                  <a:pt x="48459" y="64091"/>
                  <a:pt x="47000" y="64091"/>
                </a:cubicBezTo>
                <a:cubicBezTo>
                  <a:pt x="45750" y="64091"/>
                  <a:pt x="44395" y="64784"/>
                  <a:pt x="42936" y="66169"/>
                </a:cubicBezTo>
                <a:cubicBezTo>
                  <a:pt x="39809" y="69011"/>
                  <a:pt x="36579" y="73688"/>
                  <a:pt x="33244" y="80202"/>
                </a:cubicBezTo>
                <a:lnTo>
                  <a:pt x="33244" y="125834"/>
                </a:lnTo>
                <a:cubicBezTo>
                  <a:pt x="33244" y="131099"/>
                  <a:pt x="33904" y="135083"/>
                  <a:pt x="35224" y="137786"/>
                </a:cubicBezTo>
                <a:cubicBezTo>
                  <a:pt x="36127" y="139658"/>
                  <a:pt x="37725" y="141218"/>
                  <a:pt x="40018" y="142466"/>
                </a:cubicBezTo>
                <a:cubicBezTo>
                  <a:pt x="42311" y="143712"/>
                  <a:pt x="45611" y="144335"/>
                  <a:pt x="49918" y="144335"/>
                </a:cubicBezTo>
                <a:lnTo>
                  <a:pt x="49918" y="148191"/>
                </a:lnTo>
                <a:lnTo>
                  <a:pt x="1042" y="148191"/>
                </a:lnTo>
                <a:lnTo>
                  <a:pt x="1042" y="144335"/>
                </a:lnTo>
                <a:cubicBezTo>
                  <a:pt x="5905" y="144335"/>
                  <a:pt x="9518" y="143573"/>
                  <a:pt x="11880" y="142049"/>
                </a:cubicBezTo>
                <a:cubicBezTo>
                  <a:pt x="13617" y="140940"/>
                  <a:pt x="14833" y="139171"/>
                  <a:pt x="15528" y="136744"/>
                </a:cubicBezTo>
                <a:cubicBezTo>
                  <a:pt x="15875" y="135565"/>
                  <a:pt x="16049" y="132203"/>
                  <a:pt x="16049" y="126658"/>
                </a:cubicBezTo>
                <a:lnTo>
                  <a:pt x="16049" y="89744"/>
                </a:lnTo>
                <a:cubicBezTo>
                  <a:pt x="16049" y="78652"/>
                  <a:pt x="15823" y="72049"/>
                  <a:pt x="15371" y="69937"/>
                </a:cubicBezTo>
                <a:cubicBezTo>
                  <a:pt x="14920" y="67822"/>
                  <a:pt x="14086" y="66280"/>
                  <a:pt x="12870" y="65309"/>
                </a:cubicBezTo>
                <a:cubicBezTo>
                  <a:pt x="11655" y="64339"/>
                  <a:pt x="10143" y="63853"/>
                  <a:pt x="8337" y="63853"/>
                </a:cubicBezTo>
                <a:cubicBezTo>
                  <a:pt x="6183" y="63853"/>
                  <a:pt x="3752" y="64373"/>
                  <a:pt x="1042" y="65413"/>
                </a:cubicBezTo>
                <a:lnTo>
                  <a:pt x="0" y="61668"/>
                </a:lnTo>
                <a:lnTo>
                  <a:pt x="28867" y="50022"/>
                </a:lnTo>
                <a:lnTo>
                  <a:pt x="33244" y="50022"/>
                </a:lnTo>
                <a:close/>
                <a:moveTo>
                  <a:pt x="92953" y="88790"/>
                </a:moveTo>
                <a:cubicBezTo>
                  <a:pt x="92883" y="102930"/>
                  <a:pt x="96322" y="114021"/>
                  <a:pt x="103270" y="122063"/>
                </a:cubicBezTo>
                <a:cubicBezTo>
                  <a:pt x="110217" y="130103"/>
                  <a:pt x="118381" y="134122"/>
                  <a:pt x="127760" y="134122"/>
                </a:cubicBezTo>
                <a:cubicBezTo>
                  <a:pt x="134013" y="134122"/>
                  <a:pt x="139449" y="132403"/>
                  <a:pt x="144069" y="128964"/>
                </a:cubicBezTo>
                <a:cubicBezTo>
                  <a:pt x="148689" y="125525"/>
                  <a:pt x="152563" y="119637"/>
                  <a:pt x="155689" y="111300"/>
                </a:cubicBezTo>
                <a:lnTo>
                  <a:pt x="158920" y="113384"/>
                </a:lnTo>
                <a:cubicBezTo>
                  <a:pt x="157461" y="122902"/>
                  <a:pt x="153223" y="131569"/>
                  <a:pt x="146206" y="139385"/>
                </a:cubicBezTo>
                <a:cubicBezTo>
                  <a:pt x="139188" y="147201"/>
                  <a:pt x="130400" y="151109"/>
                  <a:pt x="119840" y="151109"/>
                </a:cubicBezTo>
                <a:cubicBezTo>
                  <a:pt x="108376" y="151109"/>
                  <a:pt x="98563" y="146655"/>
                  <a:pt x="90399" y="137747"/>
                </a:cubicBezTo>
                <a:cubicBezTo>
                  <a:pt x="82236" y="128837"/>
                  <a:pt x="78154" y="116859"/>
                  <a:pt x="78154" y="101813"/>
                </a:cubicBezTo>
                <a:cubicBezTo>
                  <a:pt x="78154" y="85521"/>
                  <a:pt x="82340" y="72817"/>
                  <a:pt x="90712" y="63700"/>
                </a:cubicBezTo>
                <a:cubicBezTo>
                  <a:pt x="99084" y="54582"/>
                  <a:pt x="109592" y="50022"/>
                  <a:pt x="122236" y="50022"/>
                </a:cubicBezTo>
                <a:cubicBezTo>
                  <a:pt x="132936" y="50022"/>
                  <a:pt x="141724" y="53540"/>
                  <a:pt x="148602" y="60574"/>
                </a:cubicBezTo>
                <a:cubicBezTo>
                  <a:pt x="155480" y="67606"/>
                  <a:pt x="158920" y="77011"/>
                  <a:pt x="158920" y="88790"/>
                </a:cubicBezTo>
                <a:lnTo>
                  <a:pt x="92953" y="88790"/>
                </a:lnTo>
                <a:moveTo>
                  <a:pt x="92953" y="82745"/>
                </a:moveTo>
                <a:lnTo>
                  <a:pt x="137139" y="82745"/>
                </a:lnTo>
                <a:cubicBezTo>
                  <a:pt x="136792" y="76631"/>
                  <a:pt x="136062" y="72324"/>
                  <a:pt x="134950" y="69823"/>
                </a:cubicBezTo>
                <a:cubicBezTo>
                  <a:pt x="133214" y="65932"/>
                  <a:pt x="130626" y="62875"/>
                  <a:pt x="127187" y="60652"/>
                </a:cubicBezTo>
                <a:cubicBezTo>
                  <a:pt x="123748" y="58429"/>
                  <a:pt x="120152" y="57317"/>
                  <a:pt x="116401" y="57317"/>
                </a:cubicBezTo>
                <a:cubicBezTo>
                  <a:pt x="110634" y="57317"/>
                  <a:pt x="105476" y="59558"/>
                  <a:pt x="100925" y="64039"/>
                </a:cubicBezTo>
                <a:cubicBezTo>
                  <a:pt x="96374" y="68520"/>
                  <a:pt x="93717" y="74756"/>
                  <a:pt x="92953" y="82745"/>
                </a:cubicBezTo>
                <a:close/>
                <a:moveTo>
                  <a:pt x="233604" y="50022"/>
                </a:moveTo>
                <a:lnTo>
                  <a:pt x="233604" y="82328"/>
                </a:lnTo>
                <a:lnTo>
                  <a:pt x="230165" y="82328"/>
                </a:lnTo>
                <a:cubicBezTo>
                  <a:pt x="227525" y="72196"/>
                  <a:pt x="224138" y="65304"/>
                  <a:pt x="220004" y="61652"/>
                </a:cubicBezTo>
                <a:cubicBezTo>
                  <a:pt x="215870" y="57998"/>
                  <a:pt x="210607" y="56171"/>
                  <a:pt x="204216" y="56171"/>
                </a:cubicBezTo>
                <a:cubicBezTo>
                  <a:pt x="199352" y="56171"/>
                  <a:pt x="195427" y="57455"/>
                  <a:pt x="192440" y="60024"/>
                </a:cubicBezTo>
                <a:cubicBezTo>
                  <a:pt x="189452" y="62590"/>
                  <a:pt x="187958" y="65435"/>
                  <a:pt x="187958" y="68559"/>
                </a:cubicBezTo>
                <a:cubicBezTo>
                  <a:pt x="187958" y="72446"/>
                  <a:pt x="189070" y="75776"/>
                  <a:pt x="191293" y="78551"/>
                </a:cubicBezTo>
                <a:cubicBezTo>
                  <a:pt x="193447" y="81397"/>
                  <a:pt x="197824" y="84416"/>
                  <a:pt x="204424" y="87607"/>
                </a:cubicBezTo>
                <a:lnTo>
                  <a:pt x="219639" y="95000"/>
                </a:lnTo>
                <a:cubicBezTo>
                  <a:pt x="233743" y="101869"/>
                  <a:pt x="240794" y="110926"/>
                  <a:pt x="240794" y="122170"/>
                </a:cubicBezTo>
                <a:cubicBezTo>
                  <a:pt x="240794" y="130844"/>
                  <a:pt x="237512" y="137836"/>
                  <a:pt x="230946" y="143147"/>
                </a:cubicBezTo>
                <a:cubicBezTo>
                  <a:pt x="224381" y="148455"/>
                  <a:pt x="217034" y="151109"/>
                  <a:pt x="208905" y="151109"/>
                </a:cubicBezTo>
                <a:cubicBezTo>
                  <a:pt x="203069" y="151109"/>
                  <a:pt x="196400" y="150067"/>
                  <a:pt x="188896" y="147983"/>
                </a:cubicBezTo>
                <a:cubicBezTo>
                  <a:pt x="186604" y="147288"/>
                  <a:pt x="184728" y="146941"/>
                  <a:pt x="183269" y="146941"/>
                </a:cubicBezTo>
                <a:cubicBezTo>
                  <a:pt x="181671" y="146941"/>
                  <a:pt x="180420" y="147844"/>
                  <a:pt x="179517" y="149650"/>
                </a:cubicBezTo>
                <a:lnTo>
                  <a:pt x="176078" y="149650"/>
                </a:lnTo>
                <a:lnTo>
                  <a:pt x="176078" y="115468"/>
                </a:lnTo>
                <a:lnTo>
                  <a:pt x="179517" y="115468"/>
                </a:lnTo>
                <a:cubicBezTo>
                  <a:pt x="181462" y="125229"/>
                  <a:pt x="185179" y="132585"/>
                  <a:pt x="190668" y="137535"/>
                </a:cubicBezTo>
                <a:cubicBezTo>
                  <a:pt x="196157" y="142485"/>
                  <a:pt x="202305" y="144961"/>
                  <a:pt x="209114" y="144961"/>
                </a:cubicBezTo>
                <a:cubicBezTo>
                  <a:pt x="213907" y="144961"/>
                  <a:pt x="217815" y="143556"/>
                  <a:pt x="220838" y="140746"/>
                </a:cubicBezTo>
                <a:cubicBezTo>
                  <a:pt x="223860" y="137935"/>
                  <a:pt x="225371" y="134551"/>
                  <a:pt x="225371" y="130595"/>
                </a:cubicBezTo>
                <a:cubicBezTo>
                  <a:pt x="225371" y="125806"/>
                  <a:pt x="223686" y="121781"/>
                  <a:pt x="220317" y="118520"/>
                </a:cubicBezTo>
                <a:cubicBezTo>
                  <a:pt x="216947" y="115259"/>
                  <a:pt x="210225" y="111130"/>
                  <a:pt x="200151" y="106135"/>
                </a:cubicBezTo>
                <a:cubicBezTo>
                  <a:pt x="190077" y="101137"/>
                  <a:pt x="183477" y="96625"/>
                  <a:pt x="180351" y="92600"/>
                </a:cubicBezTo>
                <a:cubicBezTo>
                  <a:pt x="177224" y="88644"/>
                  <a:pt x="175661" y="83647"/>
                  <a:pt x="175661" y="77609"/>
                </a:cubicBezTo>
                <a:cubicBezTo>
                  <a:pt x="175661" y="69767"/>
                  <a:pt x="178353" y="63210"/>
                  <a:pt x="183738" y="57936"/>
                </a:cubicBezTo>
                <a:cubicBezTo>
                  <a:pt x="189122" y="52660"/>
                  <a:pt x="196087" y="50022"/>
                  <a:pt x="204633" y="50022"/>
                </a:cubicBezTo>
                <a:cubicBezTo>
                  <a:pt x="208384" y="50022"/>
                  <a:pt x="212935" y="50821"/>
                  <a:pt x="218284" y="52419"/>
                </a:cubicBezTo>
                <a:cubicBezTo>
                  <a:pt x="221828" y="53461"/>
                  <a:pt x="224190" y="53982"/>
                  <a:pt x="225371" y="53982"/>
                </a:cubicBezTo>
                <a:cubicBezTo>
                  <a:pt x="226483" y="53982"/>
                  <a:pt x="227351" y="53739"/>
                  <a:pt x="227976" y="53253"/>
                </a:cubicBezTo>
                <a:cubicBezTo>
                  <a:pt x="228602" y="52767"/>
                  <a:pt x="229331" y="51690"/>
                  <a:pt x="230165" y="50022"/>
                </a:cubicBezTo>
                <a:lnTo>
                  <a:pt x="233604" y="50022"/>
                </a:lnTo>
                <a:close/>
                <a:moveTo>
                  <a:pt x="271590" y="88790"/>
                </a:moveTo>
                <a:cubicBezTo>
                  <a:pt x="271521" y="102930"/>
                  <a:pt x="274960" y="114021"/>
                  <a:pt x="281907" y="122063"/>
                </a:cubicBezTo>
                <a:cubicBezTo>
                  <a:pt x="288855" y="130103"/>
                  <a:pt x="297018" y="134122"/>
                  <a:pt x="306398" y="134122"/>
                </a:cubicBezTo>
                <a:cubicBezTo>
                  <a:pt x="312650" y="134122"/>
                  <a:pt x="318087" y="132403"/>
                  <a:pt x="322707" y="128964"/>
                </a:cubicBezTo>
                <a:cubicBezTo>
                  <a:pt x="327327" y="125525"/>
                  <a:pt x="331200" y="119637"/>
                  <a:pt x="334327" y="111300"/>
                </a:cubicBezTo>
                <a:lnTo>
                  <a:pt x="337557" y="113384"/>
                </a:lnTo>
                <a:cubicBezTo>
                  <a:pt x="336098" y="122902"/>
                  <a:pt x="331860" y="131569"/>
                  <a:pt x="324843" y="139385"/>
                </a:cubicBezTo>
                <a:cubicBezTo>
                  <a:pt x="317826" y="147201"/>
                  <a:pt x="309038" y="151109"/>
                  <a:pt x="298477" y="151109"/>
                </a:cubicBezTo>
                <a:cubicBezTo>
                  <a:pt x="287014" y="151109"/>
                  <a:pt x="277200" y="146655"/>
                  <a:pt x="269037" y="137747"/>
                </a:cubicBezTo>
                <a:cubicBezTo>
                  <a:pt x="260874" y="128837"/>
                  <a:pt x="256792" y="116859"/>
                  <a:pt x="256792" y="101813"/>
                </a:cubicBezTo>
                <a:cubicBezTo>
                  <a:pt x="256792" y="85521"/>
                  <a:pt x="260978" y="72817"/>
                  <a:pt x="269350" y="63700"/>
                </a:cubicBezTo>
                <a:cubicBezTo>
                  <a:pt x="277722" y="54582"/>
                  <a:pt x="288230" y="50022"/>
                  <a:pt x="300874" y="50022"/>
                </a:cubicBezTo>
                <a:cubicBezTo>
                  <a:pt x="311573" y="50022"/>
                  <a:pt x="320362" y="53540"/>
                  <a:pt x="327240" y="60574"/>
                </a:cubicBezTo>
                <a:cubicBezTo>
                  <a:pt x="334118" y="67606"/>
                  <a:pt x="337557" y="77011"/>
                  <a:pt x="337557" y="88790"/>
                </a:cubicBezTo>
                <a:lnTo>
                  <a:pt x="271590" y="88790"/>
                </a:lnTo>
                <a:moveTo>
                  <a:pt x="271590" y="82745"/>
                </a:moveTo>
                <a:lnTo>
                  <a:pt x="315777" y="82745"/>
                </a:lnTo>
                <a:cubicBezTo>
                  <a:pt x="315429" y="76631"/>
                  <a:pt x="314700" y="72324"/>
                  <a:pt x="313588" y="69823"/>
                </a:cubicBezTo>
                <a:cubicBezTo>
                  <a:pt x="311851" y="65932"/>
                  <a:pt x="309263" y="62875"/>
                  <a:pt x="305824" y="60652"/>
                </a:cubicBezTo>
                <a:cubicBezTo>
                  <a:pt x="302385" y="58429"/>
                  <a:pt x="298790" y="57317"/>
                  <a:pt x="295038" y="57317"/>
                </a:cubicBezTo>
                <a:cubicBezTo>
                  <a:pt x="289272" y="57317"/>
                  <a:pt x="284113" y="59558"/>
                  <a:pt x="279563" y="64039"/>
                </a:cubicBezTo>
                <a:cubicBezTo>
                  <a:pt x="275012" y="68520"/>
                  <a:pt x="272355" y="74756"/>
                  <a:pt x="271590" y="82745"/>
                </a:cubicBezTo>
                <a:close/>
                <a:moveTo>
                  <a:pt x="404634" y="134435"/>
                </a:moveTo>
                <a:cubicBezTo>
                  <a:pt x="394838" y="142008"/>
                  <a:pt x="388689" y="146385"/>
                  <a:pt x="386188" y="147566"/>
                </a:cubicBezTo>
                <a:cubicBezTo>
                  <a:pt x="382436" y="149372"/>
                  <a:pt x="378442" y="150275"/>
                  <a:pt x="374204" y="150275"/>
                </a:cubicBezTo>
                <a:cubicBezTo>
                  <a:pt x="367603" y="150275"/>
                  <a:pt x="362167" y="148017"/>
                  <a:pt x="357894" y="143502"/>
                </a:cubicBezTo>
                <a:cubicBezTo>
                  <a:pt x="353622" y="138986"/>
                  <a:pt x="351485" y="133045"/>
                  <a:pt x="351485" y="125681"/>
                </a:cubicBezTo>
                <a:cubicBezTo>
                  <a:pt x="351485" y="121026"/>
                  <a:pt x="352527" y="116997"/>
                  <a:pt x="354612" y="113592"/>
                </a:cubicBezTo>
                <a:cubicBezTo>
                  <a:pt x="357460" y="108868"/>
                  <a:pt x="362410" y="104422"/>
                  <a:pt x="369462" y="100253"/>
                </a:cubicBezTo>
                <a:cubicBezTo>
                  <a:pt x="376514" y="96085"/>
                  <a:pt x="388238" y="91013"/>
                  <a:pt x="404634" y="85038"/>
                </a:cubicBezTo>
                <a:lnTo>
                  <a:pt x="404634" y="81286"/>
                </a:lnTo>
                <a:cubicBezTo>
                  <a:pt x="404634" y="71768"/>
                  <a:pt x="403123" y="65237"/>
                  <a:pt x="400101" y="61694"/>
                </a:cubicBezTo>
                <a:cubicBezTo>
                  <a:pt x="397078" y="58151"/>
                  <a:pt x="392684" y="56379"/>
                  <a:pt x="386918" y="56379"/>
                </a:cubicBezTo>
                <a:cubicBezTo>
                  <a:pt x="382541" y="56379"/>
                  <a:pt x="379067" y="57556"/>
                  <a:pt x="376496" y="59910"/>
                </a:cubicBezTo>
                <a:cubicBezTo>
                  <a:pt x="373856" y="62263"/>
                  <a:pt x="372536" y="64963"/>
                  <a:pt x="372536" y="68009"/>
                </a:cubicBezTo>
                <a:lnTo>
                  <a:pt x="372745" y="74030"/>
                </a:lnTo>
                <a:cubicBezTo>
                  <a:pt x="372745" y="77213"/>
                  <a:pt x="371928" y="79670"/>
                  <a:pt x="370296" y="81400"/>
                </a:cubicBezTo>
                <a:cubicBezTo>
                  <a:pt x="368663" y="83131"/>
                  <a:pt x="366527" y="83996"/>
                  <a:pt x="363887" y="83996"/>
                </a:cubicBezTo>
                <a:cubicBezTo>
                  <a:pt x="361316" y="83996"/>
                  <a:pt x="359214" y="83096"/>
                  <a:pt x="357582" y="81296"/>
                </a:cubicBezTo>
                <a:cubicBezTo>
                  <a:pt x="355949" y="79494"/>
                  <a:pt x="355133" y="77034"/>
                  <a:pt x="355133" y="73916"/>
                </a:cubicBezTo>
                <a:cubicBezTo>
                  <a:pt x="355133" y="67961"/>
                  <a:pt x="358190" y="62490"/>
                  <a:pt x="364303" y="57503"/>
                </a:cubicBezTo>
                <a:cubicBezTo>
                  <a:pt x="370417" y="52516"/>
                  <a:pt x="378997" y="50022"/>
                  <a:pt x="390044" y="50022"/>
                </a:cubicBezTo>
                <a:cubicBezTo>
                  <a:pt x="398520" y="50022"/>
                  <a:pt x="405468" y="51444"/>
                  <a:pt x="410887" y="54289"/>
                </a:cubicBezTo>
                <a:cubicBezTo>
                  <a:pt x="414986" y="56440"/>
                  <a:pt x="418008" y="59806"/>
                  <a:pt x="419953" y="64387"/>
                </a:cubicBezTo>
                <a:cubicBezTo>
                  <a:pt x="421204" y="67371"/>
                  <a:pt x="421829" y="73477"/>
                  <a:pt x="421829" y="82706"/>
                </a:cubicBezTo>
                <a:lnTo>
                  <a:pt x="421829" y="115077"/>
                </a:lnTo>
                <a:cubicBezTo>
                  <a:pt x="421829" y="124168"/>
                  <a:pt x="422003" y="129737"/>
                  <a:pt x="422350" y="131784"/>
                </a:cubicBezTo>
                <a:cubicBezTo>
                  <a:pt x="422698" y="133831"/>
                  <a:pt x="423271" y="135202"/>
                  <a:pt x="424070" y="135897"/>
                </a:cubicBezTo>
                <a:cubicBezTo>
                  <a:pt x="424869" y="136590"/>
                  <a:pt x="425789" y="136936"/>
                  <a:pt x="426831" y="136936"/>
                </a:cubicBezTo>
                <a:cubicBezTo>
                  <a:pt x="427943" y="136936"/>
                  <a:pt x="428916" y="136693"/>
                  <a:pt x="429749" y="136207"/>
                </a:cubicBezTo>
                <a:cubicBezTo>
                  <a:pt x="431208" y="135303"/>
                  <a:pt x="434022" y="132768"/>
                  <a:pt x="438191" y="128599"/>
                </a:cubicBezTo>
                <a:lnTo>
                  <a:pt x="438191" y="134435"/>
                </a:lnTo>
                <a:cubicBezTo>
                  <a:pt x="430409" y="144856"/>
                  <a:pt x="422975" y="150067"/>
                  <a:pt x="415889" y="150067"/>
                </a:cubicBezTo>
                <a:cubicBezTo>
                  <a:pt x="412485" y="150067"/>
                  <a:pt x="409775" y="148886"/>
                  <a:pt x="407760" y="146524"/>
                </a:cubicBezTo>
                <a:cubicBezTo>
                  <a:pt x="405746" y="144162"/>
                  <a:pt x="404703" y="140132"/>
                  <a:pt x="404634" y="134435"/>
                </a:cubicBezTo>
                <a:moveTo>
                  <a:pt x="404634" y="127603"/>
                </a:moveTo>
                <a:lnTo>
                  <a:pt x="404634" y="91395"/>
                </a:lnTo>
                <a:cubicBezTo>
                  <a:pt x="394143" y="95544"/>
                  <a:pt x="387369" y="98484"/>
                  <a:pt x="384312" y="100214"/>
                </a:cubicBezTo>
                <a:cubicBezTo>
                  <a:pt x="378824" y="103258"/>
                  <a:pt x="374898" y="106440"/>
                  <a:pt x="372536" y="109759"/>
                </a:cubicBezTo>
                <a:cubicBezTo>
                  <a:pt x="370174" y="113079"/>
                  <a:pt x="368993" y="116710"/>
                  <a:pt x="368993" y="120653"/>
                </a:cubicBezTo>
                <a:cubicBezTo>
                  <a:pt x="368993" y="125633"/>
                  <a:pt x="370487" y="129766"/>
                  <a:pt x="373474" y="133051"/>
                </a:cubicBezTo>
                <a:cubicBezTo>
                  <a:pt x="376462" y="136336"/>
                  <a:pt x="379901" y="137978"/>
                  <a:pt x="383791" y="137978"/>
                </a:cubicBezTo>
                <a:cubicBezTo>
                  <a:pt x="389071" y="137978"/>
                  <a:pt x="396019" y="134520"/>
                  <a:pt x="404634" y="127603"/>
                </a:cubicBezTo>
                <a:close/>
                <a:moveTo>
                  <a:pt x="473482" y="50022"/>
                </a:moveTo>
                <a:lnTo>
                  <a:pt x="473482" y="71490"/>
                </a:lnTo>
                <a:cubicBezTo>
                  <a:pt x="481472" y="57178"/>
                  <a:pt x="489670" y="50022"/>
                  <a:pt x="498076" y="50022"/>
                </a:cubicBezTo>
                <a:cubicBezTo>
                  <a:pt x="501898" y="50022"/>
                  <a:pt x="505059" y="51186"/>
                  <a:pt x="507560" y="53513"/>
                </a:cubicBezTo>
                <a:cubicBezTo>
                  <a:pt x="510061" y="55841"/>
                  <a:pt x="511312" y="58533"/>
                  <a:pt x="511312" y="61590"/>
                </a:cubicBezTo>
                <a:cubicBezTo>
                  <a:pt x="511312" y="64300"/>
                  <a:pt x="510408" y="66592"/>
                  <a:pt x="508602" y="68468"/>
                </a:cubicBezTo>
                <a:cubicBezTo>
                  <a:pt x="506796" y="70344"/>
                  <a:pt x="504642" y="71282"/>
                  <a:pt x="502141" y="71282"/>
                </a:cubicBezTo>
                <a:cubicBezTo>
                  <a:pt x="499709" y="71282"/>
                  <a:pt x="496982" y="70083"/>
                  <a:pt x="493960" y="67686"/>
                </a:cubicBezTo>
                <a:cubicBezTo>
                  <a:pt x="490938" y="65290"/>
                  <a:pt x="488697" y="64091"/>
                  <a:pt x="487238" y="64091"/>
                </a:cubicBezTo>
                <a:cubicBezTo>
                  <a:pt x="485988" y="64091"/>
                  <a:pt x="484633" y="64784"/>
                  <a:pt x="483174" y="66169"/>
                </a:cubicBezTo>
                <a:cubicBezTo>
                  <a:pt x="480048" y="69011"/>
                  <a:pt x="476817" y="73688"/>
                  <a:pt x="473482" y="80202"/>
                </a:cubicBezTo>
                <a:lnTo>
                  <a:pt x="473482" y="125834"/>
                </a:lnTo>
                <a:cubicBezTo>
                  <a:pt x="473482" y="131099"/>
                  <a:pt x="474142" y="135083"/>
                  <a:pt x="475462" y="137786"/>
                </a:cubicBezTo>
                <a:cubicBezTo>
                  <a:pt x="476365" y="139658"/>
                  <a:pt x="477963" y="141218"/>
                  <a:pt x="480256" y="142466"/>
                </a:cubicBezTo>
                <a:cubicBezTo>
                  <a:pt x="482549" y="143712"/>
                  <a:pt x="485849" y="144335"/>
                  <a:pt x="490156" y="144335"/>
                </a:cubicBezTo>
                <a:lnTo>
                  <a:pt x="490156" y="148191"/>
                </a:lnTo>
                <a:lnTo>
                  <a:pt x="441280" y="148191"/>
                </a:lnTo>
                <a:lnTo>
                  <a:pt x="441280" y="144335"/>
                </a:lnTo>
                <a:cubicBezTo>
                  <a:pt x="446144" y="144335"/>
                  <a:pt x="449756" y="143573"/>
                  <a:pt x="452118" y="142049"/>
                </a:cubicBezTo>
                <a:cubicBezTo>
                  <a:pt x="453855" y="140940"/>
                  <a:pt x="455071" y="139171"/>
                  <a:pt x="455766" y="136744"/>
                </a:cubicBezTo>
                <a:cubicBezTo>
                  <a:pt x="456113" y="135565"/>
                  <a:pt x="456287" y="132203"/>
                  <a:pt x="456287" y="126658"/>
                </a:cubicBezTo>
                <a:lnTo>
                  <a:pt x="456287" y="89744"/>
                </a:lnTo>
                <a:cubicBezTo>
                  <a:pt x="456287" y="78652"/>
                  <a:pt x="456061" y="72049"/>
                  <a:pt x="455610" y="69937"/>
                </a:cubicBezTo>
                <a:cubicBezTo>
                  <a:pt x="455158" y="67822"/>
                  <a:pt x="454324" y="66280"/>
                  <a:pt x="453109" y="65309"/>
                </a:cubicBezTo>
                <a:cubicBezTo>
                  <a:pt x="451893" y="64339"/>
                  <a:pt x="450382" y="63853"/>
                  <a:pt x="448575" y="63853"/>
                </a:cubicBezTo>
                <a:cubicBezTo>
                  <a:pt x="446421" y="63853"/>
                  <a:pt x="443990" y="64373"/>
                  <a:pt x="441280" y="65413"/>
                </a:cubicBezTo>
                <a:lnTo>
                  <a:pt x="440238" y="61668"/>
                </a:lnTo>
                <a:lnTo>
                  <a:pt x="469105" y="50022"/>
                </a:lnTo>
                <a:lnTo>
                  <a:pt x="473482" y="50022"/>
                </a:lnTo>
                <a:close/>
                <a:moveTo>
                  <a:pt x="598220" y="111925"/>
                </a:moveTo>
                <a:cubicBezTo>
                  <a:pt x="595649" y="124500"/>
                  <a:pt x="590612" y="134174"/>
                  <a:pt x="583109" y="140948"/>
                </a:cubicBezTo>
                <a:cubicBezTo>
                  <a:pt x="575605" y="147722"/>
                  <a:pt x="567303" y="151109"/>
                  <a:pt x="558202" y="151109"/>
                </a:cubicBezTo>
                <a:cubicBezTo>
                  <a:pt x="547364" y="151109"/>
                  <a:pt x="537915" y="146564"/>
                  <a:pt x="529856" y="137473"/>
                </a:cubicBezTo>
                <a:cubicBezTo>
                  <a:pt x="521797" y="128381"/>
                  <a:pt x="517767" y="116096"/>
                  <a:pt x="517767" y="100618"/>
                </a:cubicBezTo>
                <a:cubicBezTo>
                  <a:pt x="517767" y="85626"/>
                  <a:pt x="522231" y="73446"/>
                  <a:pt x="531159" y="64078"/>
                </a:cubicBezTo>
                <a:cubicBezTo>
                  <a:pt x="540086" y="54708"/>
                  <a:pt x="550803" y="50022"/>
                  <a:pt x="563308" y="50022"/>
                </a:cubicBezTo>
                <a:cubicBezTo>
                  <a:pt x="572688" y="50022"/>
                  <a:pt x="580399" y="52498"/>
                  <a:pt x="586444" y="57451"/>
                </a:cubicBezTo>
                <a:cubicBezTo>
                  <a:pt x="592488" y="62401"/>
                  <a:pt x="595510" y="67542"/>
                  <a:pt x="595510" y="72874"/>
                </a:cubicBezTo>
                <a:cubicBezTo>
                  <a:pt x="595510" y="75506"/>
                  <a:pt x="594659" y="77636"/>
                  <a:pt x="592957" y="79264"/>
                </a:cubicBezTo>
                <a:cubicBezTo>
                  <a:pt x="591255" y="80890"/>
                  <a:pt x="588875" y="81703"/>
                  <a:pt x="585818" y="81703"/>
                </a:cubicBezTo>
                <a:cubicBezTo>
                  <a:pt x="581719" y="81703"/>
                  <a:pt x="578628" y="80383"/>
                  <a:pt x="576543" y="77743"/>
                </a:cubicBezTo>
                <a:cubicBezTo>
                  <a:pt x="575362" y="76284"/>
                  <a:pt x="574581" y="73505"/>
                  <a:pt x="574199" y="69406"/>
                </a:cubicBezTo>
                <a:cubicBezTo>
                  <a:pt x="573817" y="65307"/>
                  <a:pt x="572410" y="62181"/>
                  <a:pt x="569978" y="60027"/>
                </a:cubicBezTo>
                <a:cubicBezTo>
                  <a:pt x="567546" y="57943"/>
                  <a:pt x="564177" y="56900"/>
                  <a:pt x="559869" y="56900"/>
                </a:cubicBezTo>
                <a:cubicBezTo>
                  <a:pt x="552922" y="56900"/>
                  <a:pt x="547329" y="59471"/>
                  <a:pt x="543091" y="64612"/>
                </a:cubicBezTo>
                <a:cubicBezTo>
                  <a:pt x="537463" y="71421"/>
                  <a:pt x="534650" y="80418"/>
                  <a:pt x="534650" y="91603"/>
                </a:cubicBezTo>
                <a:cubicBezTo>
                  <a:pt x="534650" y="102997"/>
                  <a:pt x="537446" y="113054"/>
                  <a:pt x="543039" y="121773"/>
                </a:cubicBezTo>
                <a:cubicBezTo>
                  <a:pt x="548632" y="130492"/>
                  <a:pt x="556187" y="134852"/>
                  <a:pt x="565705" y="134852"/>
                </a:cubicBezTo>
                <a:cubicBezTo>
                  <a:pt x="572514" y="134852"/>
                  <a:pt x="578628" y="132524"/>
                  <a:pt x="584047" y="127870"/>
                </a:cubicBezTo>
                <a:cubicBezTo>
                  <a:pt x="587868" y="124674"/>
                  <a:pt x="591585" y="118872"/>
                  <a:pt x="595198" y="110466"/>
                </a:cubicBezTo>
                <a:lnTo>
                  <a:pt x="598220" y="111925"/>
                </a:lnTo>
                <a:close/>
                <a:moveTo>
                  <a:pt x="640181" y="0"/>
                </a:moveTo>
                <a:lnTo>
                  <a:pt x="640181" y="69927"/>
                </a:lnTo>
                <a:cubicBezTo>
                  <a:pt x="647893" y="61451"/>
                  <a:pt x="654007" y="56015"/>
                  <a:pt x="658523" y="53618"/>
                </a:cubicBezTo>
                <a:cubicBezTo>
                  <a:pt x="663038" y="51221"/>
                  <a:pt x="667554" y="50022"/>
                  <a:pt x="672070" y="50022"/>
                </a:cubicBezTo>
                <a:cubicBezTo>
                  <a:pt x="677489" y="50022"/>
                  <a:pt x="682144" y="51513"/>
                  <a:pt x="686035" y="54494"/>
                </a:cubicBezTo>
                <a:cubicBezTo>
                  <a:pt x="689925" y="57475"/>
                  <a:pt x="692809" y="62153"/>
                  <a:pt x="694685" y="68530"/>
                </a:cubicBezTo>
                <a:cubicBezTo>
                  <a:pt x="696005" y="72968"/>
                  <a:pt x="696665" y="81079"/>
                  <a:pt x="696665" y="92864"/>
                </a:cubicBezTo>
                <a:lnTo>
                  <a:pt x="696665" y="126554"/>
                </a:lnTo>
                <a:cubicBezTo>
                  <a:pt x="696665" y="132585"/>
                  <a:pt x="697151" y="136710"/>
                  <a:pt x="698124" y="138929"/>
                </a:cubicBezTo>
                <a:cubicBezTo>
                  <a:pt x="698818" y="140592"/>
                  <a:pt x="699999" y="141909"/>
                  <a:pt x="701667" y="142880"/>
                </a:cubicBezTo>
                <a:cubicBezTo>
                  <a:pt x="703334" y="143850"/>
                  <a:pt x="706391" y="144335"/>
                  <a:pt x="710838" y="144335"/>
                </a:cubicBezTo>
                <a:lnTo>
                  <a:pt x="710838" y="148191"/>
                </a:lnTo>
                <a:lnTo>
                  <a:pt x="663942" y="148191"/>
                </a:lnTo>
                <a:lnTo>
                  <a:pt x="663942" y="144335"/>
                </a:lnTo>
                <a:lnTo>
                  <a:pt x="666130" y="144335"/>
                </a:lnTo>
                <a:cubicBezTo>
                  <a:pt x="670577" y="144335"/>
                  <a:pt x="673668" y="143658"/>
                  <a:pt x="675405" y="142303"/>
                </a:cubicBezTo>
                <a:cubicBezTo>
                  <a:pt x="677142" y="140948"/>
                  <a:pt x="678358" y="138951"/>
                  <a:pt x="679053" y="136311"/>
                </a:cubicBezTo>
                <a:cubicBezTo>
                  <a:pt x="679261" y="135199"/>
                  <a:pt x="679365" y="131934"/>
                  <a:pt x="679365" y="126515"/>
                </a:cubicBezTo>
                <a:lnTo>
                  <a:pt x="679365" y="92750"/>
                </a:lnTo>
                <a:cubicBezTo>
                  <a:pt x="679365" y="82328"/>
                  <a:pt x="678827" y="75485"/>
                  <a:pt x="677750" y="72220"/>
                </a:cubicBezTo>
                <a:cubicBezTo>
                  <a:pt x="676673" y="68954"/>
                  <a:pt x="674954" y="66505"/>
                  <a:pt x="672591" y="64873"/>
                </a:cubicBezTo>
                <a:cubicBezTo>
                  <a:pt x="670229" y="63240"/>
                  <a:pt x="667381" y="62424"/>
                  <a:pt x="664046" y="62424"/>
                </a:cubicBezTo>
                <a:cubicBezTo>
                  <a:pt x="660642" y="62424"/>
                  <a:pt x="657098" y="63327"/>
                  <a:pt x="653416" y="65133"/>
                </a:cubicBezTo>
                <a:cubicBezTo>
                  <a:pt x="649734" y="66940"/>
                  <a:pt x="645322" y="70587"/>
                  <a:pt x="640181" y="76076"/>
                </a:cubicBezTo>
                <a:lnTo>
                  <a:pt x="640181" y="126515"/>
                </a:lnTo>
                <a:cubicBezTo>
                  <a:pt x="640181" y="133045"/>
                  <a:pt x="640546" y="137110"/>
                  <a:pt x="641275" y="138708"/>
                </a:cubicBezTo>
                <a:cubicBezTo>
                  <a:pt x="642005" y="140306"/>
                  <a:pt x="643360" y="141643"/>
                  <a:pt x="645340" y="142720"/>
                </a:cubicBezTo>
                <a:cubicBezTo>
                  <a:pt x="647320" y="143797"/>
                  <a:pt x="650741" y="144335"/>
                  <a:pt x="655605" y="144335"/>
                </a:cubicBezTo>
                <a:lnTo>
                  <a:pt x="655605" y="148191"/>
                </a:lnTo>
                <a:lnTo>
                  <a:pt x="608292" y="148191"/>
                </a:lnTo>
                <a:lnTo>
                  <a:pt x="608292" y="144335"/>
                </a:lnTo>
                <a:cubicBezTo>
                  <a:pt x="612530" y="144335"/>
                  <a:pt x="615865" y="143675"/>
                  <a:pt x="618296" y="142355"/>
                </a:cubicBezTo>
                <a:cubicBezTo>
                  <a:pt x="619686" y="141663"/>
                  <a:pt x="620797" y="140345"/>
                  <a:pt x="621631" y="138402"/>
                </a:cubicBezTo>
                <a:cubicBezTo>
                  <a:pt x="622465" y="136456"/>
                  <a:pt x="622882" y="132498"/>
                  <a:pt x="622882" y="126528"/>
                </a:cubicBezTo>
                <a:lnTo>
                  <a:pt x="622882" y="40197"/>
                </a:lnTo>
                <a:cubicBezTo>
                  <a:pt x="622882" y="29298"/>
                  <a:pt x="622621" y="22599"/>
                  <a:pt x="622100" y="20100"/>
                </a:cubicBezTo>
                <a:cubicBezTo>
                  <a:pt x="621579" y="17599"/>
                  <a:pt x="620780" y="15898"/>
                  <a:pt x="619703" y="14997"/>
                </a:cubicBezTo>
                <a:cubicBezTo>
                  <a:pt x="618626" y="14094"/>
                  <a:pt x="617185" y="13642"/>
                  <a:pt x="615378" y="13642"/>
                </a:cubicBezTo>
                <a:cubicBezTo>
                  <a:pt x="613919" y="13642"/>
                  <a:pt x="611557" y="14198"/>
                  <a:pt x="608292" y="15310"/>
                </a:cubicBezTo>
                <a:lnTo>
                  <a:pt x="606833" y="11662"/>
                </a:lnTo>
                <a:lnTo>
                  <a:pt x="635387" y="0"/>
                </a:lnTo>
                <a:lnTo>
                  <a:pt x="640181" y="0"/>
                </a:lnTo>
                <a:close/>
                <a:moveTo>
                  <a:pt x="735245" y="88790"/>
                </a:moveTo>
                <a:cubicBezTo>
                  <a:pt x="735176" y="102930"/>
                  <a:pt x="738615" y="114021"/>
                  <a:pt x="745562" y="122063"/>
                </a:cubicBezTo>
                <a:cubicBezTo>
                  <a:pt x="752510" y="130103"/>
                  <a:pt x="760673" y="134122"/>
                  <a:pt x="770052" y="134122"/>
                </a:cubicBezTo>
                <a:cubicBezTo>
                  <a:pt x="776305" y="134122"/>
                  <a:pt x="781742" y="132403"/>
                  <a:pt x="786362" y="128964"/>
                </a:cubicBezTo>
                <a:cubicBezTo>
                  <a:pt x="790982" y="125525"/>
                  <a:pt x="794855" y="119637"/>
                  <a:pt x="797982" y="111300"/>
                </a:cubicBezTo>
                <a:lnTo>
                  <a:pt x="801212" y="113384"/>
                </a:lnTo>
                <a:cubicBezTo>
                  <a:pt x="799753" y="122902"/>
                  <a:pt x="795515" y="131569"/>
                  <a:pt x="788498" y="139385"/>
                </a:cubicBezTo>
                <a:cubicBezTo>
                  <a:pt x="781481" y="147201"/>
                  <a:pt x="772693" y="151109"/>
                  <a:pt x="762132" y="151109"/>
                </a:cubicBezTo>
                <a:cubicBezTo>
                  <a:pt x="750669" y="151109"/>
                  <a:pt x="740855" y="146655"/>
                  <a:pt x="732692" y="137747"/>
                </a:cubicBezTo>
                <a:cubicBezTo>
                  <a:pt x="724529" y="128837"/>
                  <a:pt x="720447" y="116859"/>
                  <a:pt x="720447" y="101813"/>
                </a:cubicBezTo>
                <a:cubicBezTo>
                  <a:pt x="720447" y="85521"/>
                  <a:pt x="724633" y="72817"/>
                  <a:pt x="733005" y="63700"/>
                </a:cubicBezTo>
                <a:cubicBezTo>
                  <a:pt x="741376" y="54582"/>
                  <a:pt x="751885" y="50022"/>
                  <a:pt x="764529" y="50022"/>
                </a:cubicBezTo>
                <a:cubicBezTo>
                  <a:pt x="775228" y="50022"/>
                  <a:pt x="784017" y="53540"/>
                  <a:pt x="790895" y="60574"/>
                </a:cubicBezTo>
                <a:cubicBezTo>
                  <a:pt x="797773" y="67606"/>
                  <a:pt x="801212" y="77011"/>
                  <a:pt x="801212" y="88790"/>
                </a:cubicBezTo>
                <a:lnTo>
                  <a:pt x="735245" y="88790"/>
                </a:lnTo>
                <a:moveTo>
                  <a:pt x="735245" y="82745"/>
                </a:moveTo>
                <a:lnTo>
                  <a:pt x="779432" y="82745"/>
                </a:lnTo>
                <a:cubicBezTo>
                  <a:pt x="779084" y="76631"/>
                  <a:pt x="778355" y="72324"/>
                  <a:pt x="777243" y="69823"/>
                </a:cubicBezTo>
                <a:cubicBezTo>
                  <a:pt x="775506" y="65932"/>
                  <a:pt x="772918" y="62875"/>
                  <a:pt x="769479" y="60652"/>
                </a:cubicBezTo>
                <a:cubicBezTo>
                  <a:pt x="766040" y="58429"/>
                  <a:pt x="762445" y="57317"/>
                  <a:pt x="758693" y="57317"/>
                </a:cubicBezTo>
                <a:cubicBezTo>
                  <a:pt x="752927" y="57317"/>
                  <a:pt x="747768" y="59558"/>
                  <a:pt x="743218" y="64039"/>
                </a:cubicBezTo>
                <a:cubicBezTo>
                  <a:pt x="738667" y="68520"/>
                  <a:pt x="736009" y="74756"/>
                  <a:pt x="735245" y="82745"/>
                </a:cubicBezTo>
                <a:close/>
                <a:moveTo>
                  <a:pt x="842131" y="50022"/>
                </a:moveTo>
                <a:lnTo>
                  <a:pt x="842131" y="71490"/>
                </a:lnTo>
                <a:cubicBezTo>
                  <a:pt x="850121" y="57178"/>
                  <a:pt x="858319" y="50022"/>
                  <a:pt x="866726" y="50022"/>
                </a:cubicBezTo>
                <a:cubicBezTo>
                  <a:pt x="870547" y="50022"/>
                  <a:pt x="873708" y="51186"/>
                  <a:pt x="876209" y="53513"/>
                </a:cubicBezTo>
                <a:cubicBezTo>
                  <a:pt x="878710" y="55841"/>
                  <a:pt x="879961" y="58533"/>
                  <a:pt x="879961" y="61590"/>
                </a:cubicBezTo>
                <a:cubicBezTo>
                  <a:pt x="879961" y="64300"/>
                  <a:pt x="879058" y="66592"/>
                  <a:pt x="877251" y="68468"/>
                </a:cubicBezTo>
                <a:cubicBezTo>
                  <a:pt x="875445" y="70344"/>
                  <a:pt x="873291" y="71282"/>
                  <a:pt x="870790" y="71282"/>
                </a:cubicBezTo>
                <a:cubicBezTo>
                  <a:pt x="868358" y="71282"/>
                  <a:pt x="865631" y="70083"/>
                  <a:pt x="862609" y="67686"/>
                </a:cubicBezTo>
                <a:cubicBezTo>
                  <a:pt x="859587" y="65290"/>
                  <a:pt x="857346" y="64091"/>
                  <a:pt x="855888" y="64091"/>
                </a:cubicBezTo>
                <a:cubicBezTo>
                  <a:pt x="854637" y="64091"/>
                  <a:pt x="853282" y="64784"/>
                  <a:pt x="851823" y="66169"/>
                </a:cubicBezTo>
                <a:cubicBezTo>
                  <a:pt x="848697" y="69011"/>
                  <a:pt x="845466" y="73688"/>
                  <a:pt x="842131" y="80202"/>
                </a:cubicBezTo>
                <a:lnTo>
                  <a:pt x="842131" y="125834"/>
                </a:lnTo>
                <a:cubicBezTo>
                  <a:pt x="842131" y="131099"/>
                  <a:pt x="842791" y="135083"/>
                  <a:pt x="844111" y="137786"/>
                </a:cubicBezTo>
                <a:cubicBezTo>
                  <a:pt x="845015" y="139658"/>
                  <a:pt x="846613" y="141218"/>
                  <a:pt x="848905" y="142466"/>
                </a:cubicBezTo>
                <a:cubicBezTo>
                  <a:pt x="851198" y="143712"/>
                  <a:pt x="854498" y="144335"/>
                  <a:pt x="858805" y="144335"/>
                </a:cubicBezTo>
                <a:lnTo>
                  <a:pt x="858805" y="148191"/>
                </a:lnTo>
                <a:lnTo>
                  <a:pt x="809930" y="148191"/>
                </a:lnTo>
                <a:lnTo>
                  <a:pt x="809930" y="144335"/>
                </a:lnTo>
                <a:cubicBezTo>
                  <a:pt x="814793" y="144335"/>
                  <a:pt x="818406" y="143573"/>
                  <a:pt x="820768" y="142049"/>
                </a:cubicBezTo>
                <a:cubicBezTo>
                  <a:pt x="822505" y="140940"/>
                  <a:pt x="823720" y="139171"/>
                  <a:pt x="824415" y="136744"/>
                </a:cubicBezTo>
                <a:cubicBezTo>
                  <a:pt x="824763" y="135565"/>
                  <a:pt x="824936" y="132203"/>
                  <a:pt x="824936" y="126658"/>
                </a:cubicBezTo>
                <a:lnTo>
                  <a:pt x="824936" y="89744"/>
                </a:lnTo>
                <a:cubicBezTo>
                  <a:pt x="824936" y="78652"/>
                  <a:pt x="824710" y="72049"/>
                  <a:pt x="824259" y="69937"/>
                </a:cubicBezTo>
                <a:cubicBezTo>
                  <a:pt x="823807" y="67822"/>
                  <a:pt x="822974" y="66280"/>
                  <a:pt x="821758" y="65309"/>
                </a:cubicBezTo>
                <a:cubicBezTo>
                  <a:pt x="820542" y="64339"/>
                  <a:pt x="819031" y="63853"/>
                  <a:pt x="817224" y="63853"/>
                </a:cubicBezTo>
                <a:cubicBezTo>
                  <a:pt x="815071" y="63853"/>
                  <a:pt x="812639" y="64373"/>
                  <a:pt x="809930" y="65413"/>
                </a:cubicBezTo>
                <a:lnTo>
                  <a:pt x="808887" y="61668"/>
                </a:lnTo>
                <a:lnTo>
                  <a:pt x="837754" y="50022"/>
                </a:lnTo>
                <a:lnTo>
                  <a:pt x="842131" y="50022"/>
                </a:lnTo>
                <a:close/>
                <a:moveTo>
                  <a:pt x="947485" y="50022"/>
                </a:moveTo>
                <a:lnTo>
                  <a:pt x="947485" y="82328"/>
                </a:lnTo>
                <a:lnTo>
                  <a:pt x="944046" y="82328"/>
                </a:lnTo>
                <a:cubicBezTo>
                  <a:pt x="941406" y="72196"/>
                  <a:pt x="938019" y="65304"/>
                  <a:pt x="933886" y="61652"/>
                </a:cubicBezTo>
                <a:cubicBezTo>
                  <a:pt x="929752" y="57998"/>
                  <a:pt x="924489" y="56171"/>
                  <a:pt x="918097" y="56171"/>
                </a:cubicBezTo>
                <a:cubicBezTo>
                  <a:pt x="913234" y="56171"/>
                  <a:pt x="909309" y="57455"/>
                  <a:pt x="906321" y="60024"/>
                </a:cubicBezTo>
                <a:cubicBezTo>
                  <a:pt x="903334" y="62590"/>
                  <a:pt x="901840" y="65435"/>
                  <a:pt x="901840" y="68559"/>
                </a:cubicBezTo>
                <a:cubicBezTo>
                  <a:pt x="901840" y="72446"/>
                  <a:pt x="902952" y="75776"/>
                  <a:pt x="905175" y="78551"/>
                </a:cubicBezTo>
                <a:cubicBezTo>
                  <a:pt x="907329" y="81397"/>
                  <a:pt x="911705" y="84416"/>
                  <a:pt x="918306" y="87607"/>
                </a:cubicBezTo>
                <a:lnTo>
                  <a:pt x="933521" y="95000"/>
                </a:lnTo>
                <a:cubicBezTo>
                  <a:pt x="947624" y="101869"/>
                  <a:pt x="954676" y="110926"/>
                  <a:pt x="954676" y="122170"/>
                </a:cubicBezTo>
                <a:cubicBezTo>
                  <a:pt x="954676" y="130844"/>
                  <a:pt x="951393" y="137836"/>
                  <a:pt x="944828" y="143147"/>
                </a:cubicBezTo>
                <a:cubicBezTo>
                  <a:pt x="938262" y="148455"/>
                  <a:pt x="930915" y="151109"/>
                  <a:pt x="922787" y="151109"/>
                </a:cubicBezTo>
                <a:cubicBezTo>
                  <a:pt x="916951" y="151109"/>
                  <a:pt x="910281" y="150067"/>
                  <a:pt x="902778" y="147983"/>
                </a:cubicBezTo>
                <a:cubicBezTo>
                  <a:pt x="900485" y="147288"/>
                  <a:pt x="898609" y="146941"/>
                  <a:pt x="897150" y="146941"/>
                </a:cubicBezTo>
                <a:cubicBezTo>
                  <a:pt x="895552" y="146941"/>
                  <a:pt x="894302" y="147844"/>
                  <a:pt x="893399" y="149650"/>
                </a:cubicBezTo>
                <a:lnTo>
                  <a:pt x="889960" y="149650"/>
                </a:lnTo>
                <a:lnTo>
                  <a:pt x="889960" y="115468"/>
                </a:lnTo>
                <a:lnTo>
                  <a:pt x="893399" y="115468"/>
                </a:lnTo>
                <a:cubicBezTo>
                  <a:pt x="895344" y="125229"/>
                  <a:pt x="899061" y="132585"/>
                  <a:pt x="904550" y="137535"/>
                </a:cubicBezTo>
                <a:cubicBezTo>
                  <a:pt x="910038" y="142485"/>
                  <a:pt x="916187" y="144961"/>
                  <a:pt x="922995" y="144961"/>
                </a:cubicBezTo>
                <a:cubicBezTo>
                  <a:pt x="927789" y="144961"/>
                  <a:pt x="931697" y="143556"/>
                  <a:pt x="934719" y="140746"/>
                </a:cubicBezTo>
                <a:cubicBezTo>
                  <a:pt x="937741" y="137935"/>
                  <a:pt x="939253" y="134551"/>
                  <a:pt x="939253" y="130595"/>
                </a:cubicBezTo>
                <a:cubicBezTo>
                  <a:pt x="939253" y="125806"/>
                  <a:pt x="937568" y="121781"/>
                  <a:pt x="934198" y="118520"/>
                </a:cubicBezTo>
                <a:cubicBezTo>
                  <a:pt x="930829" y="115259"/>
                  <a:pt x="924107" y="111130"/>
                  <a:pt x="914033" y="106135"/>
                </a:cubicBezTo>
                <a:cubicBezTo>
                  <a:pt x="903959" y="101137"/>
                  <a:pt x="897359" y="96625"/>
                  <a:pt x="894232" y="92600"/>
                </a:cubicBezTo>
                <a:cubicBezTo>
                  <a:pt x="891106" y="88644"/>
                  <a:pt x="889543" y="83647"/>
                  <a:pt x="889543" y="77609"/>
                </a:cubicBezTo>
                <a:cubicBezTo>
                  <a:pt x="889543" y="69767"/>
                  <a:pt x="892235" y="63210"/>
                  <a:pt x="897619" y="57936"/>
                </a:cubicBezTo>
                <a:cubicBezTo>
                  <a:pt x="903004" y="52660"/>
                  <a:pt x="909969" y="50022"/>
                  <a:pt x="918514" y="50022"/>
                </a:cubicBezTo>
                <a:cubicBezTo>
                  <a:pt x="922266" y="50022"/>
                  <a:pt x="926816" y="50821"/>
                  <a:pt x="932166" y="52419"/>
                </a:cubicBezTo>
                <a:cubicBezTo>
                  <a:pt x="935709" y="53461"/>
                  <a:pt x="938071" y="53982"/>
                  <a:pt x="939253" y="53982"/>
                </a:cubicBezTo>
                <a:cubicBezTo>
                  <a:pt x="940364" y="53982"/>
                  <a:pt x="941233" y="53739"/>
                  <a:pt x="941858" y="53253"/>
                </a:cubicBezTo>
                <a:cubicBezTo>
                  <a:pt x="942483" y="52767"/>
                  <a:pt x="943213" y="51690"/>
                  <a:pt x="944046" y="50022"/>
                </a:cubicBezTo>
                <a:lnTo>
                  <a:pt x="947485" y="50022"/>
                </a:ln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85CF66-EC75-4721-84BA-085D9EE5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739" y="1047570"/>
            <a:ext cx="261734" cy="277792"/>
          </a:xfrm>
          <a:custGeom xmlns:a="http://schemas.openxmlformats.org/drawingml/2006/main">
            <a:pathLst>
              <a:path w="261734" h="277792">
                <a:moveTo>
                  <a:pt x="0" y="97950"/>
                </a:moveTo>
                <a:lnTo>
                  <a:pt x="89921" y="97950"/>
                </a:lnTo>
                <a:lnTo>
                  <a:pt x="89921" y="0"/>
                </a:lnTo>
                <a:lnTo>
                  <a:pt x="173419" y="0"/>
                </a:lnTo>
                <a:lnTo>
                  <a:pt x="173419" y="97950"/>
                </a:lnTo>
                <a:lnTo>
                  <a:pt x="261734" y="97950"/>
                </a:lnTo>
                <a:lnTo>
                  <a:pt x="261734" y="181448"/>
                </a:lnTo>
                <a:lnTo>
                  <a:pt x="173419" y="181448"/>
                </a:lnTo>
                <a:lnTo>
                  <a:pt x="173419" y="277792"/>
                </a:lnTo>
                <a:lnTo>
                  <a:pt x="89921" y="277792"/>
                </a:lnTo>
                <a:lnTo>
                  <a:pt x="89921" y="181448"/>
                </a:lnTo>
                <a:lnTo>
                  <a:pt x="0" y="181448"/>
                </a:lnTo>
                <a:lnTo>
                  <a:pt x="0" y="97950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10E431-AD2A-4B14-AB17-0CA71D3A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798" y="1041254"/>
            <a:ext cx="274955" cy="290691"/>
          </a:xfrm>
          <a:custGeom xmlns:a="http://schemas.openxmlformats.org/drawingml/2006/main">
            <a:pathLst>
              <a:path w="274955" h="290691">
                <a:moveTo>
                  <a:pt x="88931" y="96799"/>
                </a:moveTo>
                <a:lnTo>
                  <a:pt x="0" y="96799"/>
                </a:lnTo>
                <a:lnTo>
                  <a:pt x="0" y="193892"/>
                </a:lnTo>
                <a:lnTo>
                  <a:pt x="88931" y="193892"/>
                </a:lnTo>
                <a:lnTo>
                  <a:pt x="88931" y="290691"/>
                </a:lnTo>
                <a:lnTo>
                  <a:pt x="186024" y="290691"/>
                </a:lnTo>
                <a:lnTo>
                  <a:pt x="186024" y="193892"/>
                </a:lnTo>
                <a:lnTo>
                  <a:pt x="274955" y="193892"/>
                </a:lnTo>
                <a:lnTo>
                  <a:pt x="274955" y="96799"/>
                </a:lnTo>
                <a:lnTo>
                  <a:pt x="186024" y="96799"/>
                </a:lnTo>
                <a:lnTo>
                  <a:pt x="186024" y="0"/>
                </a:lnTo>
                <a:lnTo>
                  <a:pt x="88931" y="0"/>
                </a:lnTo>
                <a:lnTo>
                  <a:pt x="88931" y="96799"/>
                </a:lnTo>
                <a:close/>
                <a:moveTo>
                  <a:pt x="172643" y="13381"/>
                </a:moveTo>
                <a:lnTo>
                  <a:pt x="172643" y="110180"/>
                </a:lnTo>
                <a:lnTo>
                  <a:pt x="261574" y="110180"/>
                </a:lnTo>
                <a:lnTo>
                  <a:pt x="261574" y="180511"/>
                </a:lnTo>
                <a:lnTo>
                  <a:pt x="172643" y="180511"/>
                </a:lnTo>
                <a:lnTo>
                  <a:pt x="172643" y="277310"/>
                </a:lnTo>
                <a:lnTo>
                  <a:pt x="102312" y="277310"/>
                </a:lnTo>
                <a:lnTo>
                  <a:pt x="102312" y="180511"/>
                </a:lnTo>
                <a:lnTo>
                  <a:pt x="13381" y="180511"/>
                </a:lnTo>
                <a:lnTo>
                  <a:pt x="13381" y="110180"/>
                </a:lnTo>
                <a:lnTo>
                  <a:pt x="102312" y="110180"/>
                </a:lnTo>
                <a:lnTo>
                  <a:pt x="102312" y="13381"/>
                </a:lnTo>
                <a:lnTo>
                  <a:pt x="172643" y="13381"/>
                </a:lnTo>
                <a:close/>
              </a:path>
            </a:pathLst>
          </a:custGeom>
          <a:solidFill xmlns:a="http://schemas.openxmlformats.org/drawingml/2006/main">
            <a:srgbClr val="2E54A1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7e595ba6204cb3"/>
          <a:stretch xmlns:a="http://schemas.openxmlformats.org/drawingml/2006/main"/>
        </p:blipFill>
        <p:spPr>
          <a:xfrm xmlns:a="http://schemas.openxmlformats.org/drawingml/2006/main">
            <a:off x="1502338" y="74636"/>
            <a:ext cx="1496542" cy="267877"/>
          </a:xfrm>
          <a:prstGeom xmlns:a="http://schemas.openxmlformats.org/drawingml/2006/main" prst="rect">
            <a:avLst/>
          </a:prstGeom>
        </p:spPr>
      </p:pic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B1C21E-B816-4BC0-874A-420544AE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607" y="262367"/>
            <a:ext cx="1458005" cy="547555"/>
          </a:xfrm>
          <a:custGeom xmlns:a="http://schemas.openxmlformats.org/drawingml/2006/main">
            <a:pathLst>
              <a:path w="1458005" h="547555">
                <a:moveTo>
                  <a:pt x="0" y="0"/>
                </a:moveTo>
                <a:lnTo>
                  <a:pt x="1458005" y="0"/>
                </a:lnTo>
                <a:lnTo>
                  <a:pt x="1458005" y="547555"/>
                </a:lnTo>
                <a:lnTo>
                  <a:pt x="0" y="5475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3A36FB-6A94-4A99-91E1-5F9E235E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184" y="255944"/>
            <a:ext cx="1470583" cy="559999"/>
          </a:xfrm>
          <a:custGeom xmlns:a="http://schemas.openxmlformats.org/drawingml/2006/main">
            <a:pathLst>
              <a:path w="1470583" h="559999">
                <a:moveTo>
                  <a:pt x="0" y="559999"/>
                </a:moveTo>
                <a:lnTo>
                  <a:pt x="1470583" y="559999"/>
                </a:lnTo>
                <a:lnTo>
                  <a:pt x="1470583" y="0"/>
                </a:lnTo>
                <a:lnTo>
                  <a:pt x="0" y="0"/>
                </a:lnTo>
                <a:lnTo>
                  <a:pt x="0" y="559999"/>
                </a:lnTo>
                <a:close/>
                <a:moveTo>
                  <a:pt x="1457202" y="546618"/>
                </a:moveTo>
                <a:lnTo>
                  <a:pt x="13381" y="546618"/>
                </a:lnTo>
                <a:lnTo>
                  <a:pt x="13381" y="13381"/>
                </a:lnTo>
                <a:lnTo>
                  <a:pt x="1457202" y="13381"/>
                </a:lnTo>
                <a:lnTo>
                  <a:pt x="1457202" y="5466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V">
            <a:extLst xmlns:a="http://schemas.openxmlformats.org/drawingml/2006/main">
              <a:ext uri="{FF2B5EF4-FFF2-40B4-BE49-F238E27FC236}">
                <a16:creationId xmlns:a16="http://schemas.microsoft.com/office/drawing/2014/main" id="{33A862EC-F162-4C9A-AB04-9B7F3ABA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3655" y="309995"/>
            <a:ext cx="149650" cy="144439"/>
          </a:xfrm>
          <a:custGeom xmlns:a="http://schemas.openxmlformats.org/drawingml/2006/main">
            <a:pathLst>
              <a:path w="149650" h="144439">
                <a:moveTo>
                  <a:pt x="149650" y="0"/>
                </a:moveTo>
                <a:lnTo>
                  <a:pt x="149650" y="3856"/>
                </a:lnTo>
                <a:cubicBezTo>
                  <a:pt x="144648" y="4759"/>
                  <a:pt x="140861" y="6356"/>
                  <a:pt x="138291" y="8646"/>
                </a:cubicBezTo>
                <a:cubicBezTo>
                  <a:pt x="134609" y="12049"/>
                  <a:pt x="131343" y="17255"/>
                  <a:pt x="128495" y="24265"/>
                </a:cubicBezTo>
                <a:lnTo>
                  <a:pt x="79202" y="144439"/>
                </a:lnTo>
                <a:lnTo>
                  <a:pt x="75346" y="144439"/>
                </a:lnTo>
                <a:lnTo>
                  <a:pt x="22406" y="22705"/>
                </a:lnTo>
                <a:cubicBezTo>
                  <a:pt x="19696" y="16457"/>
                  <a:pt x="17786" y="12638"/>
                  <a:pt x="16674" y="11249"/>
                </a:cubicBezTo>
                <a:cubicBezTo>
                  <a:pt x="14937" y="9097"/>
                  <a:pt x="12801" y="7414"/>
                  <a:pt x="10265" y="6201"/>
                </a:cubicBezTo>
                <a:cubicBezTo>
                  <a:pt x="7729" y="4985"/>
                  <a:pt x="4307" y="4203"/>
                  <a:pt x="0" y="3856"/>
                </a:cubicBezTo>
                <a:lnTo>
                  <a:pt x="0" y="0"/>
                </a:lnTo>
                <a:lnTo>
                  <a:pt x="57734" y="0"/>
                </a:lnTo>
                <a:lnTo>
                  <a:pt x="57734" y="3856"/>
                </a:lnTo>
                <a:cubicBezTo>
                  <a:pt x="51203" y="4481"/>
                  <a:pt x="46965" y="5593"/>
                  <a:pt x="45020" y="7191"/>
                </a:cubicBezTo>
                <a:cubicBezTo>
                  <a:pt x="43075" y="8786"/>
                  <a:pt x="42102" y="10834"/>
                  <a:pt x="42102" y="13333"/>
                </a:cubicBezTo>
                <a:cubicBezTo>
                  <a:pt x="42102" y="16804"/>
                  <a:pt x="43700" y="22219"/>
                  <a:pt x="46896" y="29577"/>
                </a:cubicBezTo>
                <a:lnTo>
                  <a:pt x="82849" y="112365"/>
                </a:lnTo>
                <a:lnTo>
                  <a:pt x="116198" y="30619"/>
                </a:lnTo>
                <a:cubicBezTo>
                  <a:pt x="119463" y="22566"/>
                  <a:pt x="121096" y="16978"/>
                  <a:pt x="121096" y="13854"/>
                </a:cubicBezTo>
                <a:cubicBezTo>
                  <a:pt x="121096" y="11839"/>
                  <a:pt x="120088" y="9912"/>
                  <a:pt x="118074" y="8073"/>
                </a:cubicBezTo>
                <a:cubicBezTo>
                  <a:pt x="116059" y="6234"/>
                  <a:pt x="112654" y="4933"/>
                  <a:pt x="107861" y="4169"/>
                </a:cubicBezTo>
                <a:cubicBezTo>
                  <a:pt x="107513" y="4099"/>
                  <a:pt x="106923" y="3995"/>
                  <a:pt x="106089" y="3856"/>
                </a:cubicBezTo>
                <a:lnTo>
                  <a:pt x="106089" y="0"/>
                </a:lnTo>
                <a:lnTo>
                  <a:pt x="149650" y="0"/>
                </a:ln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ulnerability">
            <a:extLst xmlns:a="http://schemas.openxmlformats.org/drawingml/2006/main">
              <a:ext uri="{FF2B5EF4-FFF2-40B4-BE49-F238E27FC236}">
                <a16:creationId xmlns:a16="http://schemas.microsoft.com/office/drawing/2014/main" id="{DB198A06-385A-42C2-A1AE-C78DB5F9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3158" y="303117"/>
            <a:ext cx="985732" cy="194253"/>
          </a:xfrm>
          <a:custGeom xmlns:a="http://schemas.openxmlformats.org/drawingml/2006/main">
            <a:pathLst>
              <a:path w="985732" h="194253">
                <a:moveTo>
                  <a:pt x="90144" y="52732"/>
                </a:moveTo>
                <a:lnTo>
                  <a:pt x="90144" y="110570"/>
                </a:lnTo>
                <a:cubicBezTo>
                  <a:pt x="90144" y="121617"/>
                  <a:pt x="90405" y="128373"/>
                  <a:pt x="90926" y="130840"/>
                </a:cubicBezTo>
                <a:cubicBezTo>
                  <a:pt x="91447" y="133306"/>
                  <a:pt x="92281" y="135026"/>
                  <a:pt x="93427" y="135998"/>
                </a:cubicBezTo>
                <a:cubicBezTo>
                  <a:pt x="94573" y="136971"/>
                  <a:pt x="95911" y="137457"/>
                  <a:pt x="97439" y="137457"/>
                </a:cubicBezTo>
                <a:cubicBezTo>
                  <a:pt x="99593" y="137457"/>
                  <a:pt x="102025" y="136867"/>
                  <a:pt x="104734" y="135686"/>
                </a:cubicBezTo>
                <a:lnTo>
                  <a:pt x="106193" y="139333"/>
                </a:lnTo>
                <a:lnTo>
                  <a:pt x="77639" y="151109"/>
                </a:lnTo>
                <a:lnTo>
                  <a:pt x="72949" y="151109"/>
                </a:lnTo>
                <a:lnTo>
                  <a:pt x="72949" y="130892"/>
                </a:lnTo>
                <a:cubicBezTo>
                  <a:pt x="64751" y="139785"/>
                  <a:pt x="58498" y="145377"/>
                  <a:pt x="54191" y="147670"/>
                </a:cubicBezTo>
                <a:cubicBezTo>
                  <a:pt x="49883" y="149963"/>
                  <a:pt x="45333" y="151109"/>
                  <a:pt x="40539" y="151109"/>
                </a:cubicBezTo>
                <a:cubicBezTo>
                  <a:pt x="35189" y="151109"/>
                  <a:pt x="30552" y="149563"/>
                  <a:pt x="26626" y="146472"/>
                </a:cubicBezTo>
                <a:cubicBezTo>
                  <a:pt x="22701" y="143380"/>
                  <a:pt x="19974" y="139402"/>
                  <a:pt x="18446" y="134539"/>
                </a:cubicBezTo>
                <a:cubicBezTo>
                  <a:pt x="16917" y="129676"/>
                  <a:pt x="16153" y="122798"/>
                  <a:pt x="16153" y="113905"/>
                </a:cubicBezTo>
                <a:lnTo>
                  <a:pt x="16153" y="71282"/>
                </a:lnTo>
                <a:cubicBezTo>
                  <a:pt x="16153" y="66766"/>
                  <a:pt x="15667" y="63640"/>
                  <a:pt x="14694" y="61903"/>
                </a:cubicBezTo>
                <a:cubicBezTo>
                  <a:pt x="13721" y="60166"/>
                  <a:pt x="12280" y="58828"/>
                  <a:pt x="10369" y="57890"/>
                </a:cubicBezTo>
                <a:cubicBezTo>
                  <a:pt x="8459" y="56952"/>
                  <a:pt x="5002" y="56518"/>
                  <a:pt x="0" y="56588"/>
                </a:cubicBezTo>
                <a:lnTo>
                  <a:pt x="0" y="52732"/>
                </a:lnTo>
                <a:lnTo>
                  <a:pt x="33452" y="52732"/>
                </a:lnTo>
                <a:lnTo>
                  <a:pt x="33452" y="116458"/>
                </a:lnTo>
                <a:cubicBezTo>
                  <a:pt x="33452" y="125329"/>
                  <a:pt x="34998" y="131151"/>
                  <a:pt x="38090" y="133924"/>
                </a:cubicBezTo>
                <a:cubicBezTo>
                  <a:pt x="41182" y="136696"/>
                  <a:pt x="44916" y="138082"/>
                  <a:pt x="49293" y="138082"/>
                </a:cubicBezTo>
                <a:cubicBezTo>
                  <a:pt x="52280" y="138082"/>
                  <a:pt x="55667" y="137147"/>
                  <a:pt x="59454" y="135275"/>
                </a:cubicBezTo>
                <a:cubicBezTo>
                  <a:pt x="63240" y="133404"/>
                  <a:pt x="67739" y="129835"/>
                  <a:pt x="72949" y="124571"/>
                </a:cubicBezTo>
                <a:lnTo>
                  <a:pt x="72949" y="70621"/>
                </a:lnTo>
                <a:cubicBezTo>
                  <a:pt x="72949" y="65215"/>
                  <a:pt x="71959" y="61560"/>
                  <a:pt x="69979" y="59656"/>
                </a:cubicBezTo>
                <a:cubicBezTo>
                  <a:pt x="67999" y="57749"/>
                  <a:pt x="63883" y="56727"/>
                  <a:pt x="57630" y="56588"/>
                </a:cubicBezTo>
                <a:lnTo>
                  <a:pt x="57630" y="52732"/>
                </a:lnTo>
                <a:lnTo>
                  <a:pt x="90144" y="52732"/>
                </a:lnTo>
                <a:close/>
                <a:moveTo>
                  <a:pt x="146337" y="0"/>
                </a:moveTo>
                <a:lnTo>
                  <a:pt x="146337" y="126528"/>
                </a:lnTo>
                <a:cubicBezTo>
                  <a:pt x="146337" y="132498"/>
                  <a:pt x="146772" y="136456"/>
                  <a:pt x="147640" y="138402"/>
                </a:cubicBezTo>
                <a:cubicBezTo>
                  <a:pt x="148508" y="140345"/>
                  <a:pt x="149846" y="141820"/>
                  <a:pt x="151652" y="142827"/>
                </a:cubicBezTo>
                <a:cubicBezTo>
                  <a:pt x="153459" y="143833"/>
                  <a:pt x="156828" y="144335"/>
                  <a:pt x="161761" y="144335"/>
                </a:cubicBezTo>
                <a:lnTo>
                  <a:pt x="161761" y="148191"/>
                </a:lnTo>
                <a:lnTo>
                  <a:pt x="114969" y="148191"/>
                </a:lnTo>
                <a:lnTo>
                  <a:pt x="114969" y="144335"/>
                </a:lnTo>
                <a:cubicBezTo>
                  <a:pt x="119346" y="144335"/>
                  <a:pt x="122334" y="143885"/>
                  <a:pt x="123932" y="142984"/>
                </a:cubicBezTo>
                <a:cubicBezTo>
                  <a:pt x="125529" y="142081"/>
                  <a:pt x="126780" y="140588"/>
                  <a:pt x="127683" y="138506"/>
                </a:cubicBezTo>
                <a:cubicBezTo>
                  <a:pt x="128586" y="136422"/>
                  <a:pt x="129038" y="132429"/>
                  <a:pt x="129038" y="126528"/>
                </a:cubicBezTo>
                <a:lnTo>
                  <a:pt x="129038" y="39884"/>
                </a:lnTo>
                <a:cubicBezTo>
                  <a:pt x="129038" y="29124"/>
                  <a:pt x="128795" y="22512"/>
                  <a:pt x="128308" y="20048"/>
                </a:cubicBezTo>
                <a:cubicBezTo>
                  <a:pt x="127822" y="17582"/>
                  <a:pt x="127041" y="15898"/>
                  <a:pt x="125964" y="14997"/>
                </a:cubicBezTo>
                <a:cubicBezTo>
                  <a:pt x="124887" y="14094"/>
                  <a:pt x="123515" y="13642"/>
                  <a:pt x="121847" y="13642"/>
                </a:cubicBezTo>
                <a:cubicBezTo>
                  <a:pt x="120041" y="13642"/>
                  <a:pt x="117748" y="14198"/>
                  <a:pt x="114969" y="15310"/>
                </a:cubicBezTo>
                <a:lnTo>
                  <a:pt x="113198" y="11662"/>
                </a:lnTo>
                <a:lnTo>
                  <a:pt x="141648" y="0"/>
                </a:lnTo>
                <a:lnTo>
                  <a:pt x="146337" y="0"/>
                </a:lnTo>
                <a:close/>
                <a:moveTo>
                  <a:pt x="200881" y="70240"/>
                </a:moveTo>
                <a:cubicBezTo>
                  <a:pt x="212067" y="56761"/>
                  <a:pt x="222731" y="50022"/>
                  <a:pt x="232874" y="50022"/>
                </a:cubicBezTo>
                <a:cubicBezTo>
                  <a:pt x="238085" y="50022"/>
                  <a:pt x="242566" y="51323"/>
                  <a:pt x="246318" y="53924"/>
                </a:cubicBezTo>
                <a:cubicBezTo>
                  <a:pt x="250070" y="56523"/>
                  <a:pt x="253057" y="60803"/>
                  <a:pt x="255280" y="66765"/>
                </a:cubicBezTo>
                <a:cubicBezTo>
                  <a:pt x="256809" y="70922"/>
                  <a:pt x="257573" y="77300"/>
                  <a:pt x="257573" y="85898"/>
                </a:cubicBezTo>
                <a:lnTo>
                  <a:pt x="257573" y="126554"/>
                </a:lnTo>
                <a:cubicBezTo>
                  <a:pt x="257573" y="132585"/>
                  <a:pt x="258059" y="136676"/>
                  <a:pt x="259032" y="138825"/>
                </a:cubicBezTo>
                <a:cubicBezTo>
                  <a:pt x="259796" y="140558"/>
                  <a:pt x="261029" y="141909"/>
                  <a:pt x="262731" y="142880"/>
                </a:cubicBezTo>
                <a:cubicBezTo>
                  <a:pt x="264434" y="143850"/>
                  <a:pt x="267577" y="144335"/>
                  <a:pt x="272163" y="144335"/>
                </a:cubicBezTo>
                <a:lnTo>
                  <a:pt x="272163" y="148191"/>
                </a:lnTo>
                <a:lnTo>
                  <a:pt x="224954" y="148191"/>
                </a:lnTo>
                <a:lnTo>
                  <a:pt x="224954" y="144335"/>
                </a:lnTo>
                <a:lnTo>
                  <a:pt x="226934" y="144335"/>
                </a:lnTo>
                <a:cubicBezTo>
                  <a:pt x="231381" y="144335"/>
                  <a:pt x="234490" y="143661"/>
                  <a:pt x="236261" y="142313"/>
                </a:cubicBezTo>
                <a:cubicBezTo>
                  <a:pt x="238033" y="140965"/>
                  <a:pt x="239266" y="138978"/>
                  <a:pt x="239961" y="136353"/>
                </a:cubicBezTo>
                <a:cubicBezTo>
                  <a:pt x="240239" y="135315"/>
                  <a:pt x="240378" y="132066"/>
                  <a:pt x="240378" y="126606"/>
                </a:cubicBezTo>
                <a:lnTo>
                  <a:pt x="240378" y="87725"/>
                </a:lnTo>
                <a:cubicBezTo>
                  <a:pt x="240378" y="79086"/>
                  <a:pt x="239249" y="72814"/>
                  <a:pt x="236991" y="68908"/>
                </a:cubicBezTo>
                <a:cubicBezTo>
                  <a:pt x="234733" y="65002"/>
                  <a:pt x="230929" y="63049"/>
                  <a:pt x="225579" y="63049"/>
                </a:cubicBezTo>
                <a:cubicBezTo>
                  <a:pt x="217312" y="63049"/>
                  <a:pt x="209079" y="67542"/>
                  <a:pt x="200881" y="76528"/>
                </a:cubicBezTo>
                <a:lnTo>
                  <a:pt x="200881" y="126606"/>
                </a:lnTo>
                <a:cubicBezTo>
                  <a:pt x="200881" y="133035"/>
                  <a:pt x="201263" y="137009"/>
                  <a:pt x="202027" y="138529"/>
                </a:cubicBezTo>
                <a:cubicBezTo>
                  <a:pt x="203000" y="140533"/>
                  <a:pt x="204337" y="142001"/>
                  <a:pt x="206040" y="142935"/>
                </a:cubicBezTo>
                <a:cubicBezTo>
                  <a:pt x="207742" y="143868"/>
                  <a:pt x="211198" y="144335"/>
                  <a:pt x="216409" y="144335"/>
                </a:cubicBezTo>
                <a:lnTo>
                  <a:pt x="216409" y="148191"/>
                </a:lnTo>
                <a:lnTo>
                  <a:pt x="169200" y="148191"/>
                </a:lnTo>
                <a:lnTo>
                  <a:pt x="169200" y="144335"/>
                </a:lnTo>
                <a:lnTo>
                  <a:pt x="171284" y="144335"/>
                </a:lnTo>
                <a:cubicBezTo>
                  <a:pt x="176148" y="144335"/>
                  <a:pt x="179430" y="143105"/>
                  <a:pt x="181133" y="140645"/>
                </a:cubicBezTo>
                <a:cubicBezTo>
                  <a:pt x="182835" y="138183"/>
                  <a:pt x="183686" y="133486"/>
                  <a:pt x="183686" y="126554"/>
                </a:cubicBezTo>
                <a:lnTo>
                  <a:pt x="183686" y="91200"/>
                </a:lnTo>
                <a:cubicBezTo>
                  <a:pt x="183686" y="79762"/>
                  <a:pt x="183425" y="72796"/>
                  <a:pt x="182904" y="70302"/>
                </a:cubicBezTo>
                <a:cubicBezTo>
                  <a:pt x="182383" y="67805"/>
                  <a:pt x="181584" y="66106"/>
                  <a:pt x="180507" y="65205"/>
                </a:cubicBezTo>
                <a:cubicBezTo>
                  <a:pt x="179430" y="64304"/>
                  <a:pt x="177989" y="63853"/>
                  <a:pt x="176182" y="63853"/>
                </a:cubicBezTo>
                <a:cubicBezTo>
                  <a:pt x="174237" y="63853"/>
                  <a:pt x="171910" y="64373"/>
                  <a:pt x="169200" y="65413"/>
                </a:cubicBezTo>
                <a:lnTo>
                  <a:pt x="167637" y="61668"/>
                </a:lnTo>
                <a:lnTo>
                  <a:pt x="196400" y="50022"/>
                </a:lnTo>
                <a:lnTo>
                  <a:pt x="200881" y="50022"/>
                </a:lnTo>
                <a:lnTo>
                  <a:pt x="200881" y="70240"/>
                </a:lnTo>
                <a:close/>
                <a:moveTo>
                  <a:pt x="296153" y="88790"/>
                </a:moveTo>
                <a:cubicBezTo>
                  <a:pt x="296084" y="102930"/>
                  <a:pt x="299523" y="114021"/>
                  <a:pt x="306470" y="122063"/>
                </a:cubicBezTo>
                <a:cubicBezTo>
                  <a:pt x="313418" y="130103"/>
                  <a:pt x="321581" y="134122"/>
                  <a:pt x="330961" y="134122"/>
                </a:cubicBezTo>
                <a:cubicBezTo>
                  <a:pt x="337213" y="134122"/>
                  <a:pt x="342650" y="132403"/>
                  <a:pt x="347270" y="128964"/>
                </a:cubicBezTo>
                <a:cubicBezTo>
                  <a:pt x="351890" y="125525"/>
                  <a:pt x="355763" y="119637"/>
                  <a:pt x="358890" y="111300"/>
                </a:cubicBezTo>
                <a:lnTo>
                  <a:pt x="362120" y="113384"/>
                </a:lnTo>
                <a:cubicBezTo>
                  <a:pt x="360661" y="122902"/>
                  <a:pt x="356423" y="131569"/>
                  <a:pt x="349406" y="139385"/>
                </a:cubicBezTo>
                <a:cubicBezTo>
                  <a:pt x="342389" y="147201"/>
                  <a:pt x="333601" y="151109"/>
                  <a:pt x="323040" y="151109"/>
                </a:cubicBezTo>
                <a:cubicBezTo>
                  <a:pt x="311577" y="151109"/>
                  <a:pt x="301764" y="146655"/>
                  <a:pt x="293600" y="137747"/>
                </a:cubicBezTo>
                <a:cubicBezTo>
                  <a:pt x="285437" y="128837"/>
                  <a:pt x="281355" y="116859"/>
                  <a:pt x="281355" y="101813"/>
                </a:cubicBezTo>
                <a:cubicBezTo>
                  <a:pt x="281355" y="85521"/>
                  <a:pt x="285541" y="72817"/>
                  <a:pt x="293913" y="63700"/>
                </a:cubicBezTo>
                <a:cubicBezTo>
                  <a:pt x="302285" y="54582"/>
                  <a:pt x="312793" y="50022"/>
                  <a:pt x="325437" y="50022"/>
                </a:cubicBezTo>
                <a:cubicBezTo>
                  <a:pt x="336137" y="50022"/>
                  <a:pt x="344925" y="53540"/>
                  <a:pt x="351803" y="60574"/>
                </a:cubicBezTo>
                <a:cubicBezTo>
                  <a:pt x="358681" y="67606"/>
                  <a:pt x="362120" y="77011"/>
                  <a:pt x="362120" y="88790"/>
                </a:cubicBezTo>
                <a:lnTo>
                  <a:pt x="296153" y="88790"/>
                </a:lnTo>
                <a:moveTo>
                  <a:pt x="296153" y="82745"/>
                </a:moveTo>
                <a:lnTo>
                  <a:pt x="340340" y="82745"/>
                </a:lnTo>
                <a:cubicBezTo>
                  <a:pt x="339992" y="76631"/>
                  <a:pt x="339263" y="72324"/>
                  <a:pt x="338151" y="69823"/>
                </a:cubicBezTo>
                <a:cubicBezTo>
                  <a:pt x="336414" y="65932"/>
                  <a:pt x="333826" y="62875"/>
                  <a:pt x="330387" y="60652"/>
                </a:cubicBezTo>
                <a:cubicBezTo>
                  <a:pt x="326948" y="58429"/>
                  <a:pt x="323353" y="57317"/>
                  <a:pt x="319601" y="57317"/>
                </a:cubicBezTo>
                <a:cubicBezTo>
                  <a:pt x="313835" y="57317"/>
                  <a:pt x="308676" y="59558"/>
                  <a:pt x="304126" y="64039"/>
                </a:cubicBezTo>
                <a:cubicBezTo>
                  <a:pt x="299575" y="68520"/>
                  <a:pt x="296918" y="74756"/>
                  <a:pt x="296153" y="82745"/>
                </a:cubicBezTo>
                <a:close/>
                <a:moveTo>
                  <a:pt x="403040" y="50022"/>
                </a:moveTo>
                <a:lnTo>
                  <a:pt x="403040" y="71490"/>
                </a:lnTo>
                <a:cubicBezTo>
                  <a:pt x="411030" y="57178"/>
                  <a:pt x="419228" y="50022"/>
                  <a:pt x="427634" y="50022"/>
                </a:cubicBezTo>
                <a:cubicBezTo>
                  <a:pt x="431455" y="50022"/>
                  <a:pt x="434616" y="51186"/>
                  <a:pt x="437118" y="53513"/>
                </a:cubicBezTo>
                <a:cubicBezTo>
                  <a:pt x="439619" y="55841"/>
                  <a:pt x="440869" y="58533"/>
                  <a:pt x="440869" y="61590"/>
                </a:cubicBezTo>
                <a:cubicBezTo>
                  <a:pt x="440869" y="64300"/>
                  <a:pt x="439966" y="66592"/>
                  <a:pt x="438160" y="68468"/>
                </a:cubicBezTo>
                <a:cubicBezTo>
                  <a:pt x="436353" y="70344"/>
                  <a:pt x="434200" y="71282"/>
                  <a:pt x="431698" y="71282"/>
                </a:cubicBezTo>
                <a:cubicBezTo>
                  <a:pt x="429267" y="71282"/>
                  <a:pt x="426540" y="70083"/>
                  <a:pt x="423518" y="67686"/>
                </a:cubicBezTo>
                <a:cubicBezTo>
                  <a:pt x="420496" y="65290"/>
                  <a:pt x="418255" y="64091"/>
                  <a:pt x="416796" y="64091"/>
                </a:cubicBezTo>
                <a:cubicBezTo>
                  <a:pt x="415545" y="64091"/>
                  <a:pt x="414191" y="64784"/>
                  <a:pt x="412732" y="66169"/>
                </a:cubicBezTo>
                <a:cubicBezTo>
                  <a:pt x="409605" y="69011"/>
                  <a:pt x="406375" y="73688"/>
                  <a:pt x="403040" y="80202"/>
                </a:cubicBezTo>
                <a:lnTo>
                  <a:pt x="403040" y="125834"/>
                </a:lnTo>
                <a:cubicBezTo>
                  <a:pt x="403040" y="131099"/>
                  <a:pt x="403700" y="135083"/>
                  <a:pt x="405020" y="137786"/>
                </a:cubicBezTo>
                <a:cubicBezTo>
                  <a:pt x="405923" y="139658"/>
                  <a:pt x="407521" y="141218"/>
                  <a:pt x="409814" y="142466"/>
                </a:cubicBezTo>
                <a:cubicBezTo>
                  <a:pt x="412106" y="143712"/>
                  <a:pt x="415406" y="144335"/>
                  <a:pt x="419714" y="144335"/>
                </a:cubicBezTo>
                <a:lnTo>
                  <a:pt x="419714" y="148191"/>
                </a:lnTo>
                <a:lnTo>
                  <a:pt x="370838" y="148191"/>
                </a:lnTo>
                <a:lnTo>
                  <a:pt x="370838" y="144335"/>
                </a:lnTo>
                <a:cubicBezTo>
                  <a:pt x="375701" y="144335"/>
                  <a:pt x="379314" y="143573"/>
                  <a:pt x="381676" y="142049"/>
                </a:cubicBezTo>
                <a:cubicBezTo>
                  <a:pt x="383413" y="140940"/>
                  <a:pt x="384629" y="139171"/>
                  <a:pt x="385324" y="136744"/>
                </a:cubicBezTo>
                <a:cubicBezTo>
                  <a:pt x="385671" y="135565"/>
                  <a:pt x="385845" y="132203"/>
                  <a:pt x="385845" y="126658"/>
                </a:cubicBezTo>
                <a:lnTo>
                  <a:pt x="385845" y="89744"/>
                </a:lnTo>
                <a:cubicBezTo>
                  <a:pt x="385845" y="78652"/>
                  <a:pt x="385619" y="72049"/>
                  <a:pt x="385167" y="69937"/>
                </a:cubicBezTo>
                <a:cubicBezTo>
                  <a:pt x="384716" y="67822"/>
                  <a:pt x="383882" y="66280"/>
                  <a:pt x="382666" y="65309"/>
                </a:cubicBezTo>
                <a:cubicBezTo>
                  <a:pt x="381450" y="64339"/>
                  <a:pt x="379939" y="63853"/>
                  <a:pt x="378133" y="63853"/>
                </a:cubicBezTo>
                <a:cubicBezTo>
                  <a:pt x="375979" y="63853"/>
                  <a:pt x="373548" y="64373"/>
                  <a:pt x="370838" y="65413"/>
                </a:cubicBezTo>
                <a:lnTo>
                  <a:pt x="369796" y="61668"/>
                </a:lnTo>
                <a:lnTo>
                  <a:pt x="398663" y="50022"/>
                </a:lnTo>
                <a:lnTo>
                  <a:pt x="403040" y="50022"/>
                </a:lnTo>
                <a:close/>
                <a:moveTo>
                  <a:pt x="500786" y="134435"/>
                </a:moveTo>
                <a:cubicBezTo>
                  <a:pt x="490990" y="142008"/>
                  <a:pt x="484842" y="146385"/>
                  <a:pt x="482341" y="147566"/>
                </a:cubicBezTo>
                <a:cubicBezTo>
                  <a:pt x="478589" y="149372"/>
                  <a:pt x="474594" y="150275"/>
                  <a:pt x="470356" y="150275"/>
                </a:cubicBezTo>
                <a:cubicBezTo>
                  <a:pt x="463756" y="150275"/>
                  <a:pt x="458319" y="148017"/>
                  <a:pt x="454047" y="143502"/>
                </a:cubicBezTo>
                <a:cubicBezTo>
                  <a:pt x="449774" y="138986"/>
                  <a:pt x="447638" y="133045"/>
                  <a:pt x="447638" y="125681"/>
                </a:cubicBezTo>
                <a:cubicBezTo>
                  <a:pt x="447638" y="121026"/>
                  <a:pt x="448680" y="116997"/>
                  <a:pt x="450764" y="113592"/>
                </a:cubicBezTo>
                <a:cubicBezTo>
                  <a:pt x="453612" y="108868"/>
                  <a:pt x="458563" y="104422"/>
                  <a:pt x="465614" y="100253"/>
                </a:cubicBezTo>
                <a:cubicBezTo>
                  <a:pt x="472666" y="96085"/>
                  <a:pt x="484390" y="91013"/>
                  <a:pt x="500786" y="85038"/>
                </a:cubicBezTo>
                <a:lnTo>
                  <a:pt x="500786" y="81286"/>
                </a:lnTo>
                <a:cubicBezTo>
                  <a:pt x="500786" y="71768"/>
                  <a:pt x="499275" y="65237"/>
                  <a:pt x="496253" y="61694"/>
                </a:cubicBezTo>
                <a:cubicBezTo>
                  <a:pt x="493231" y="58151"/>
                  <a:pt x="488836" y="56379"/>
                  <a:pt x="483070" y="56379"/>
                </a:cubicBezTo>
                <a:cubicBezTo>
                  <a:pt x="478693" y="56379"/>
                  <a:pt x="475219" y="57556"/>
                  <a:pt x="472649" y="59910"/>
                </a:cubicBezTo>
                <a:cubicBezTo>
                  <a:pt x="470009" y="62263"/>
                  <a:pt x="468689" y="64963"/>
                  <a:pt x="468689" y="68009"/>
                </a:cubicBezTo>
                <a:lnTo>
                  <a:pt x="468897" y="74030"/>
                </a:lnTo>
                <a:cubicBezTo>
                  <a:pt x="468897" y="77213"/>
                  <a:pt x="468081" y="79670"/>
                  <a:pt x="466448" y="81400"/>
                </a:cubicBezTo>
                <a:cubicBezTo>
                  <a:pt x="464815" y="83131"/>
                  <a:pt x="462679" y="83996"/>
                  <a:pt x="460039" y="83996"/>
                </a:cubicBezTo>
                <a:cubicBezTo>
                  <a:pt x="457468" y="83996"/>
                  <a:pt x="455367" y="83096"/>
                  <a:pt x="453734" y="81296"/>
                </a:cubicBezTo>
                <a:cubicBezTo>
                  <a:pt x="452101" y="79494"/>
                  <a:pt x="451285" y="77034"/>
                  <a:pt x="451285" y="73916"/>
                </a:cubicBezTo>
                <a:cubicBezTo>
                  <a:pt x="451285" y="67961"/>
                  <a:pt x="454342" y="62490"/>
                  <a:pt x="460456" y="57503"/>
                </a:cubicBezTo>
                <a:cubicBezTo>
                  <a:pt x="466570" y="52516"/>
                  <a:pt x="475150" y="50022"/>
                  <a:pt x="486196" y="50022"/>
                </a:cubicBezTo>
                <a:cubicBezTo>
                  <a:pt x="494672" y="50022"/>
                  <a:pt x="501620" y="51444"/>
                  <a:pt x="507039" y="54289"/>
                </a:cubicBezTo>
                <a:cubicBezTo>
                  <a:pt x="511138" y="56440"/>
                  <a:pt x="514160" y="59806"/>
                  <a:pt x="516106" y="64387"/>
                </a:cubicBezTo>
                <a:cubicBezTo>
                  <a:pt x="517356" y="67371"/>
                  <a:pt x="517981" y="73477"/>
                  <a:pt x="517981" y="82706"/>
                </a:cubicBezTo>
                <a:lnTo>
                  <a:pt x="517981" y="115077"/>
                </a:lnTo>
                <a:cubicBezTo>
                  <a:pt x="517981" y="124168"/>
                  <a:pt x="518155" y="129737"/>
                  <a:pt x="518503" y="131784"/>
                </a:cubicBezTo>
                <a:cubicBezTo>
                  <a:pt x="518850" y="133831"/>
                  <a:pt x="519423" y="135202"/>
                  <a:pt x="520222" y="135897"/>
                </a:cubicBezTo>
                <a:cubicBezTo>
                  <a:pt x="521021" y="136590"/>
                  <a:pt x="521942" y="136936"/>
                  <a:pt x="522984" y="136936"/>
                </a:cubicBezTo>
                <a:cubicBezTo>
                  <a:pt x="524095" y="136936"/>
                  <a:pt x="525068" y="136693"/>
                  <a:pt x="525902" y="136207"/>
                </a:cubicBezTo>
                <a:cubicBezTo>
                  <a:pt x="527361" y="135303"/>
                  <a:pt x="530174" y="132768"/>
                  <a:pt x="534343" y="128599"/>
                </a:cubicBezTo>
                <a:lnTo>
                  <a:pt x="534343" y="134435"/>
                </a:lnTo>
                <a:cubicBezTo>
                  <a:pt x="526562" y="144856"/>
                  <a:pt x="519128" y="150067"/>
                  <a:pt x="512041" y="150067"/>
                </a:cubicBezTo>
                <a:cubicBezTo>
                  <a:pt x="508637" y="150067"/>
                  <a:pt x="505927" y="148886"/>
                  <a:pt x="503913" y="146524"/>
                </a:cubicBezTo>
                <a:cubicBezTo>
                  <a:pt x="501898" y="144162"/>
                  <a:pt x="500856" y="140132"/>
                  <a:pt x="500786" y="134435"/>
                </a:cubicBezTo>
                <a:moveTo>
                  <a:pt x="500786" y="127603"/>
                </a:moveTo>
                <a:lnTo>
                  <a:pt x="500786" y="91395"/>
                </a:lnTo>
                <a:cubicBezTo>
                  <a:pt x="490295" y="95544"/>
                  <a:pt x="483522" y="98484"/>
                  <a:pt x="480465" y="100214"/>
                </a:cubicBezTo>
                <a:cubicBezTo>
                  <a:pt x="474976" y="103258"/>
                  <a:pt x="471051" y="106440"/>
                  <a:pt x="468689" y="109759"/>
                </a:cubicBezTo>
                <a:cubicBezTo>
                  <a:pt x="466326" y="113079"/>
                  <a:pt x="465145" y="116710"/>
                  <a:pt x="465145" y="120653"/>
                </a:cubicBezTo>
                <a:cubicBezTo>
                  <a:pt x="465145" y="125633"/>
                  <a:pt x="466639" y="129766"/>
                  <a:pt x="469627" y="133051"/>
                </a:cubicBezTo>
                <a:cubicBezTo>
                  <a:pt x="472614" y="136336"/>
                  <a:pt x="476053" y="137978"/>
                  <a:pt x="479944" y="137978"/>
                </a:cubicBezTo>
                <a:cubicBezTo>
                  <a:pt x="485224" y="137978"/>
                  <a:pt x="492171" y="134520"/>
                  <a:pt x="500786" y="127603"/>
                </a:cubicBezTo>
                <a:close/>
                <a:moveTo>
                  <a:pt x="567863" y="69302"/>
                </a:moveTo>
                <a:cubicBezTo>
                  <a:pt x="577103" y="56449"/>
                  <a:pt x="587073" y="50022"/>
                  <a:pt x="597772" y="50022"/>
                </a:cubicBezTo>
                <a:cubicBezTo>
                  <a:pt x="607568" y="50022"/>
                  <a:pt x="616114" y="54204"/>
                  <a:pt x="623409" y="62567"/>
                </a:cubicBezTo>
                <a:cubicBezTo>
                  <a:pt x="630704" y="70930"/>
                  <a:pt x="634351" y="82364"/>
                  <a:pt x="634351" y="96869"/>
                </a:cubicBezTo>
                <a:cubicBezTo>
                  <a:pt x="634351" y="113804"/>
                  <a:pt x="628724" y="127442"/>
                  <a:pt x="617469" y="137783"/>
                </a:cubicBezTo>
                <a:cubicBezTo>
                  <a:pt x="607812" y="146667"/>
                  <a:pt x="597043" y="151109"/>
                  <a:pt x="585163" y="151109"/>
                </a:cubicBezTo>
                <a:cubicBezTo>
                  <a:pt x="579605" y="151109"/>
                  <a:pt x="573960" y="150102"/>
                  <a:pt x="568228" y="148087"/>
                </a:cubicBezTo>
                <a:cubicBezTo>
                  <a:pt x="562496" y="146072"/>
                  <a:pt x="556643" y="143050"/>
                  <a:pt x="550668" y="139020"/>
                </a:cubicBezTo>
                <a:lnTo>
                  <a:pt x="550668" y="40122"/>
                </a:lnTo>
                <a:cubicBezTo>
                  <a:pt x="550668" y="29284"/>
                  <a:pt x="550408" y="22614"/>
                  <a:pt x="549886" y="20113"/>
                </a:cubicBezTo>
                <a:cubicBezTo>
                  <a:pt x="549365" y="17612"/>
                  <a:pt x="548549" y="15910"/>
                  <a:pt x="547437" y="15007"/>
                </a:cubicBezTo>
                <a:cubicBezTo>
                  <a:pt x="546326" y="14104"/>
                  <a:pt x="544936" y="13652"/>
                  <a:pt x="543269" y="13652"/>
                </a:cubicBezTo>
                <a:cubicBezTo>
                  <a:pt x="541324" y="13652"/>
                  <a:pt x="538892" y="14208"/>
                  <a:pt x="535974" y="15319"/>
                </a:cubicBezTo>
                <a:lnTo>
                  <a:pt x="534515" y="11672"/>
                </a:lnTo>
                <a:lnTo>
                  <a:pt x="563174" y="0"/>
                </a:lnTo>
                <a:lnTo>
                  <a:pt x="567863" y="0"/>
                </a:lnTo>
                <a:lnTo>
                  <a:pt x="567863" y="69302"/>
                </a:lnTo>
                <a:moveTo>
                  <a:pt x="567863" y="75942"/>
                </a:moveTo>
                <a:lnTo>
                  <a:pt x="567863" y="132901"/>
                </a:lnTo>
                <a:cubicBezTo>
                  <a:pt x="571406" y="136364"/>
                  <a:pt x="575071" y="138979"/>
                  <a:pt x="578858" y="140746"/>
                </a:cubicBezTo>
                <a:cubicBezTo>
                  <a:pt x="582644" y="142514"/>
                  <a:pt x="586517" y="143397"/>
                  <a:pt x="590478" y="143397"/>
                </a:cubicBezTo>
                <a:cubicBezTo>
                  <a:pt x="596800" y="143397"/>
                  <a:pt x="602688" y="139933"/>
                  <a:pt x="608142" y="133005"/>
                </a:cubicBezTo>
                <a:cubicBezTo>
                  <a:pt x="613595" y="126075"/>
                  <a:pt x="616322" y="115993"/>
                  <a:pt x="616322" y="102757"/>
                </a:cubicBezTo>
                <a:cubicBezTo>
                  <a:pt x="616322" y="90562"/>
                  <a:pt x="613595" y="81191"/>
                  <a:pt x="608142" y="74643"/>
                </a:cubicBezTo>
                <a:cubicBezTo>
                  <a:pt x="602688" y="68095"/>
                  <a:pt x="596487" y="64821"/>
                  <a:pt x="589540" y="64821"/>
                </a:cubicBezTo>
                <a:cubicBezTo>
                  <a:pt x="585857" y="64821"/>
                  <a:pt x="582175" y="65756"/>
                  <a:pt x="578493" y="67628"/>
                </a:cubicBezTo>
                <a:cubicBezTo>
                  <a:pt x="575714" y="69013"/>
                  <a:pt x="572171" y="71784"/>
                  <a:pt x="567863" y="75942"/>
                </a:cubicBezTo>
                <a:close/>
                <a:moveTo>
                  <a:pt x="673036" y="0"/>
                </a:moveTo>
                <a:cubicBezTo>
                  <a:pt x="675954" y="0"/>
                  <a:pt x="678438" y="1030"/>
                  <a:pt x="680487" y="3091"/>
                </a:cubicBezTo>
                <a:cubicBezTo>
                  <a:pt x="682537" y="5149"/>
                  <a:pt x="683561" y="7644"/>
                  <a:pt x="683561" y="10578"/>
                </a:cubicBezTo>
                <a:cubicBezTo>
                  <a:pt x="683561" y="13511"/>
                  <a:pt x="682537" y="16025"/>
                  <a:pt x="680487" y="18120"/>
                </a:cubicBezTo>
                <a:cubicBezTo>
                  <a:pt x="678438" y="20213"/>
                  <a:pt x="675954" y="21259"/>
                  <a:pt x="673036" y="21259"/>
                </a:cubicBezTo>
                <a:cubicBezTo>
                  <a:pt x="670118" y="21259"/>
                  <a:pt x="667617" y="20213"/>
                  <a:pt x="665533" y="18120"/>
                </a:cubicBezTo>
                <a:cubicBezTo>
                  <a:pt x="663448" y="16025"/>
                  <a:pt x="662406" y="13511"/>
                  <a:pt x="662406" y="10578"/>
                </a:cubicBezTo>
                <a:cubicBezTo>
                  <a:pt x="662406" y="7644"/>
                  <a:pt x="663431" y="5149"/>
                  <a:pt x="665481" y="3091"/>
                </a:cubicBezTo>
                <a:cubicBezTo>
                  <a:pt x="667530" y="1030"/>
                  <a:pt x="670049" y="0"/>
                  <a:pt x="673036" y="0"/>
                </a:cubicBezTo>
                <a:moveTo>
                  <a:pt x="681686" y="50022"/>
                </a:moveTo>
                <a:lnTo>
                  <a:pt x="681686" y="126554"/>
                </a:lnTo>
                <a:cubicBezTo>
                  <a:pt x="681686" y="132516"/>
                  <a:pt x="682120" y="136485"/>
                  <a:pt x="682988" y="138460"/>
                </a:cubicBezTo>
                <a:cubicBezTo>
                  <a:pt x="683857" y="140436"/>
                  <a:pt x="685142" y="141909"/>
                  <a:pt x="686844" y="142880"/>
                </a:cubicBezTo>
                <a:cubicBezTo>
                  <a:pt x="688546" y="143850"/>
                  <a:pt x="691655" y="144335"/>
                  <a:pt x="696171" y="144335"/>
                </a:cubicBezTo>
                <a:lnTo>
                  <a:pt x="696171" y="148191"/>
                </a:lnTo>
                <a:lnTo>
                  <a:pt x="649796" y="148191"/>
                </a:lnTo>
                <a:lnTo>
                  <a:pt x="649796" y="144335"/>
                </a:lnTo>
                <a:cubicBezTo>
                  <a:pt x="654451" y="144335"/>
                  <a:pt x="657578" y="143885"/>
                  <a:pt x="659176" y="142984"/>
                </a:cubicBezTo>
                <a:cubicBezTo>
                  <a:pt x="660774" y="142083"/>
                  <a:pt x="662041" y="140592"/>
                  <a:pt x="662979" y="138512"/>
                </a:cubicBezTo>
                <a:cubicBezTo>
                  <a:pt x="663917" y="136432"/>
                  <a:pt x="664386" y="132446"/>
                  <a:pt x="664386" y="126554"/>
                </a:cubicBezTo>
                <a:lnTo>
                  <a:pt x="664386" y="89848"/>
                </a:lnTo>
                <a:cubicBezTo>
                  <a:pt x="664386" y="79518"/>
                  <a:pt x="664074" y="72829"/>
                  <a:pt x="663448" y="69780"/>
                </a:cubicBezTo>
                <a:cubicBezTo>
                  <a:pt x="662962" y="67562"/>
                  <a:pt x="662198" y="66019"/>
                  <a:pt x="661156" y="65153"/>
                </a:cubicBezTo>
                <a:cubicBezTo>
                  <a:pt x="660114" y="64286"/>
                  <a:pt x="658689" y="63853"/>
                  <a:pt x="656883" y="63853"/>
                </a:cubicBezTo>
                <a:cubicBezTo>
                  <a:pt x="654938" y="63853"/>
                  <a:pt x="652575" y="64373"/>
                  <a:pt x="649796" y="65413"/>
                </a:cubicBezTo>
                <a:lnTo>
                  <a:pt x="648337" y="61668"/>
                </a:lnTo>
                <a:lnTo>
                  <a:pt x="677100" y="50022"/>
                </a:lnTo>
                <a:lnTo>
                  <a:pt x="681686" y="50022"/>
                </a:lnTo>
                <a:close/>
                <a:moveTo>
                  <a:pt x="741127" y="0"/>
                </a:moveTo>
                <a:lnTo>
                  <a:pt x="741127" y="126528"/>
                </a:lnTo>
                <a:cubicBezTo>
                  <a:pt x="741127" y="132498"/>
                  <a:pt x="741561" y="136456"/>
                  <a:pt x="742430" y="138402"/>
                </a:cubicBezTo>
                <a:cubicBezTo>
                  <a:pt x="743298" y="140345"/>
                  <a:pt x="744636" y="141820"/>
                  <a:pt x="746442" y="142827"/>
                </a:cubicBezTo>
                <a:cubicBezTo>
                  <a:pt x="748248" y="143833"/>
                  <a:pt x="751618" y="144335"/>
                  <a:pt x="756551" y="144335"/>
                </a:cubicBezTo>
                <a:lnTo>
                  <a:pt x="756551" y="148191"/>
                </a:lnTo>
                <a:lnTo>
                  <a:pt x="709759" y="148191"/>
                </a:lnTo>
                <a:lnTo>
                  <a:pt x="709759" y="144335"/>
                </a:lnTo>
                <a:cubicBezTo>
                  <a:pt x="714136" y="144335"/>
                  <a:pt x="717123" y="143885"/>
                  <a:pt x="718721" y="142984"/>
                </a:cubicBezTo>
                <a:cubicBezTo>
                  <a:pt x="720319" y="142081"/>
                  <a:pt x="721570" y="140588"/>
                  <a:pt x="722473" y="138506"/>
                </a:cubicBezTo>
                <a:cubicBezTo>
                  <a:pt x="723376" y="136422"/>
                  <a:pt x="723828" y="132429"/>
                  <a:pt x="723828" y="126528"/>
                </a:cubicBezTo>
                <a:lnTo>
                  <a:pt x="723828" y="39884"/>
                </a:lnTo>
                <a:cubicBezTo>
                  <a:pt x="723828" y="29124"/>
                  <a:pt x="723585" y="22512"/>
                  <a:pt x="723098" y="20048"/>
                </a:cubicBezTo>
                <a:cubicBezTo>
                  <a:pt x="722612" y="17582"/>
                  <a:pt x="721830" y="15898"/>
                  <a:pt x="720754" y="14997"/>
                </a:cubicBezTo>
                <a:cubicBezTo>
                  <a:pt x="719677" y="14094"/>
                  <a:pt x="718305" y="13642"/>
                  <a:pt x="716637" y="13642"/>
                </a:cubicBezTo>
                <a:cubicBezTo>
                  <a:pt x="714831" y="13642"/>
                  <a:pt x="712538" y="14198"/>
                  <a:pt x="709759" y="15310"/>
                </a:cubicBezTo>
                <a:lnTo>
                  <a:pt x="707987" y="11662"/>
                </a:lnTo>
                <a:lnTo>
                  <a:pt x="736438" y="0"/>
                </a:lnTo>
                <a:lnTo>
                  <a:pt x="741127" y="0"/>
                </a:lnTo>
                <a:close/>
                <a:moveTo>
                  <a:pt x="792128" y="0"/>
                </a:moveTo>
                <a:cubicBezTo>
                  <a:pt x="795046" y="0"/>
                  <a:pt x="797529" y="1030"/>
                  <a:pt x="799579" y="3091"/>
                </a:cubicBezTo>
                <a:cubicBezTo>
                  <a:pt x="801629" y="5149"/>
                  <a:pt x="802653" y="7644"/>
                  <a:pt x="802653" y="10578"/>
                </a:cubicBezTo>
                <a:cubicBezTo>
                  <a:pt x="802653" y="13511"/>
                  <a:pt x="801629" y="16025"/>
                  <a:pt x="799579" y="18120"/>
                </a:cubicBezTo>
                <a:cubicBezTo>
                  <a:pt x="797529" y="20213"/>
                  <a:pt x="795046" y="21259"/>
                  <a:pt x="792128" y="21259"/>
                </a:cubicBezTo>
                <a:cubicBezTo>
                  <a:pt x="789210" y="21259"/>
                  <a:pt x="786709" y="20213"/>
                  <a:pt x="784624" y="18120"/>
                </a:cubicBezTo>
                <a:cubicBezTo>
                  <a:pt x="782540" y="16025"/>
                  <a:pt x="781498" y="13511"/>
                  <a:pt x="781498" y="10578"/>
                </a:cubicBezTo>
                <a:cubicBezTo>
                  <a:pt x="781498" y="7644"/>
                  <a:pt x="782523" y="5149"/>
                  <a:pt x="784572" y="3091"/>
                </a:cubicBezTo>
                <a:cubicBezTo>
                  <a:pt x="786622" y="1030"/>
                  <a:pt x="789140" y="0"/>
                  <a:pt x="792128" y="0"/>
                </a:cubicBezTo>
                <a:moveTo>
                  <a:pt x="800777" y="50022"/>
                </a:moveTo>
                <a:lnTo>
                  <a:pt x="800777" y="126554"/>
                </a:lnTo>
                <a:cubicBezTo>
                  <a:pt x="800777" y="132516"/>
                  <a:pt x="801212" y="136485"/>
                  <a:pt x="802080" y="138460"/>
                </a:cubicBezTo>
                <a:cubicBezTo>
                  <a:pt x="802949" y="140436"/>
                  <a:pt x="804234" y="141909"/>
                  <a:pt x="805936" y="142880"/>
                </a:cubicBezTo>
                <a:cubicBezTo>
                  <a:pt x="807638" y="143850"/>
                  <a:pt x="810747" y="144335"/>
                  <a:pt x="815263" y="144335"/>
                </a:cubicBezTo>
                <a:lnTo>
                  <a:pt x="815263" y="148191"/>
                </a:lnTo>
                <a:lnTo>
                  <a:pt x="768888" y="148191"/>
                </a:lnTo>
                <a:lnTo>
                  <a:pt x="768888" y="144335"/>
                </a:lnTo>
                <a:cubicBezTo>
                  <a:pt x="773543" y="144335"/>
                  <a:pt x="776669" y="143885"/>
                  <a:pt x="778267" y="142984"/>
                </a:cubicBezTo>
                <a:cubicBezTo>
                  <a:pt x="779865" y="142083"/>
                  <a:pt x="781133" y="140592"/>
                  <a:pt x="782071" y="138512"/>
                </a:cubicBezTo>
                <a:cubicBezTo>
                  <a:pt x="783009" y="136432"/>
                  <a:pt x="783478" y="132446"/>
                  <a:pt x="783478" y="126554"/>
                </a:cubicBezTo>
                <a:lnTo>
                  <a:pt x="783478" y="89848"/>
                </a:lnTo>
                <a:cubicBezTo>
                  <a:pt x="783478" y="79518"/>
                  <a:pt x="783165" y="72829"/>
                  <a:pt x="782540" y="69780"/>
                </a:cubicBezTo>
                <a:cubicBezTo>
                  <a:pt x="782054" y="67562"/>
                  <a:pt x="781290" y="66019"/>
                  <a:pt x="780247" y="65153"/>
                </a:cubicBezTo>
                <a:cubicBezTo>
                  <a:pt x="779205" y="64286"/>
                  <a:pt x="777781" y="63853"/>
                  <a:pt x="775975" y="63853"/>
                </a:cubicBezTo>
                <a:cubicBezTo>
                  <a:pt x="774029" y="63853"/>
                  <a:pt x="771667" y="64373"/>
                  <a:pt x="768888" y="65413"/>
                </a:cubicBezTo>
                <a:lnTo>
                  <a:pt x="767429" y="61668"/>
                </a:lnTo>
                <a:lnTo>
                  <a:pt x="796192" y="50022"/>
                </a:lnTo>
                <a:lnTo>
                  <a:pt x="800777" y="50022"/>
                </a:lnTo>
                <a:close/>
                <a:moveTo>
                  <a:pt x="855113" y="21259"/>
                </a:moveTo>
                <a:lnTo>
                  <a:pt x="855113" y="52732"/>
                </a:lnTo>
                <a:lnTo>
                  <a:pt x="877414" y="52732"/>
                </a:lnTo>
                <a:lnTo>
                  <a:pt x="877414" y="60027"/>
                </a:lnTo>
                <a:lnTo>
                  <a:pt x="855113" y="60027"/>
                </a:lnTo>
                <a:lnTo>
                  <a:pt x="855113" y="121845"/>
                </a:lnTo>
                <a:cubicBezTo>
                  <a:pt x="855113" y="128022"/>
                  <a:pt x="855999" y="132186"/>
                  <a:pt x="857770" y="134337"/>
                </a:cubicBezTo>
                <a:cubicBezTo>
                  <a:pt x="859542" y="136487"/>
                  <a:pt x="861817" y="137561"/>
                  <a:pt x="864596" y="137561"/>
                </a:cubicBezTo>
                <a:cubicBezTo>
                  <a:pt x="866889" y="137561"/>
                  <a:pt x="869112" y="136849"/>
                  <a:pt x="871266" y="135425"/>
                </a:cubicBezTo>
                <a:cubicBezTo>
                  <a:pt x="873420" y="134001"/>
                  <a:pt x="875087" y="131899"/>
                  <a:pt x="876268" y="129120"/>
                </a:cubicBezTo>
                <a:lnTo>
                  <a:pt x="880332" y="129120"/>
                </a:lnTo>
                <a:cubicBezTo>
                  <a:pt x="877901" y="135948"/>
                  <a:pt x="874462" y="141112"/>
                  <a:pt x="870015" y="144612"/>
                </a:cubicBezTo>
                <a:cubicBezTo>
                  <a:pt x="865569" y="148110"/>
                  <a:pt x="860983" y="149859"/>
                  <a:pt x="856259" y="149859"/>
                </a:cubicBezTo>
                <a:cubicBezTo>
                  <a:pt x="853063" y="149859"/>
                  <a:pt x="849937" y="148972"/>
                  <a:pt x="846880" y="147198"/>
                </a:cubicBezTo>
                <a:cubicBezTo>
                  <a:pt x="843823" y="145424"/>
                  <a:pt x="841565" y="142886"/>
                  <a:pt x="840106" y="139584"/>
                </a:cubicBezTo>
                <a:cubicBezTo>
                  <a:pt x="838647" y="136279"/>
                  <a:pt x="837918" y="131184"/>
                  <a:pt x="837918" y="124297"/>
                </a:cubicBezTo>
                <a:lnTo>
                  <a:pt x="837918" y="60027"/>
                </a:lnTo>
                <a:lnTo>
                  <a:pt x="822807" y="60027"/>
                </a:lnTo>
                <a:lnTo>
                  <a:pt x="822807" y="56588"/>
                </a:lnTo>
                <a:cubicBezTo>
                  <a:pt x="826628" y="55055"/>
                  <a:pt x="830536" y="52459"/>
                  <a:pt x="834531" y="48801"/>
                </a:cubicBezTo>
                <a:cubicBezTo>
                  <a:pt x="838526" y="45143"/>
                  <a:pt x="842086" y="40805"/>
                  <a:pt x="845213" y="35787"/>
                </a:cubicBezTo>
                <a:cubicBezTo>
                  <a:pt x="846810" y="33141"/>
                  <a:pt x="849034" y="28298"/>
                  <a:pt x="851882" y="21259"/>
                </a:cubicBezTo>
                <a:lnTo>
                  <a:pt x="855113" y="21259"/>
                </a:lnTo>
                <a:close/>
                <a:moveTo>
                  <a:pt x="881519" y="52732"/>
                </a:moveTo>
                <a:lnTo>
                  <a:pt x="926018" y="52732"/>
                </a:lnTo>
                <a:lnTo>
                  <a:pt x="926018" y="56588"/>
                </a:lnTo>
                <a:lnTo>
                  <a:pt x="923829" y="56588"/>
                </a:lnTo>
                <a:cubicBezTo>
                  <a:pt x="920703" y="56588"/>
                  <a:pt x="918358" y="57265"/>
                  <a:pt x="916795" y="58620"/>
                </a:cubicBezTo>
                <a:cubicBezTo>
                  <a:pt x="915232" y="59975"/>
                  <a:pt x="914450" y="61659"/>
                  <a:pt x="914450" y="63674"/>
                </a:cubicBezTo>
                <a:cubicBezTo>
                  <a:pt x="914450" y="66384"/>
                  <a:pt x="915596" y="70135"/>
                  <a:pt x="917889" y="74929"/>
                </a:cubicBezTo>
                <a:lnTo>
                  <a:pt x="941129" y="123076"/>
                </a:lnTo>
                <a:lnTo>
                  <a:pt x="962492" y="70344"/>
                </a:lnTo>
                <a:cubicBezTo>
                  <a:pt x="963673" y="67495"/>
                  <a:pt x="964264" y="64682"/>
                  <a:pt x="964264" y="61903"/>
                </a:cubicBezTo>
                <a:cubicBezTo>
                  <a:pt x="964264" y="60652"/>
                  <a:pt x="964021" y="59714"/>
                  <a:pt x="963535" y="59089"/>
                </a:cubicBezTo>
                <a:cubicBezTo>
                  <a:pt x="962979" y="58325"/>
                  <a:pt x="962110" y="57717"/>
                  <a:pt x="960929" y="57265"/>
                </a:cubicBezTo>
                <a:cubicBezTo>
                  <a:pt x="959748" y="56814"/>
                  <a:pt x="957664" y="56588"/>
                  <a:pt x="954676" y="56588"/>
                </a:cubicBezTo>
                <a:lnTo>
                  <a:pt x="954676" y="52732"/>
                </a:lnTo>
                <a:lnTo>
                  <a:pt x="985732" y="52732"/>
                </a:lnTo>
                <a:lnTo>
                  <a:pt x="985732" y="56588"/>
                </a:lnTo>
                <a:cubicBezTo>
                  <a:pt x="983161" y="56866"/>
                  <a:pt x="981181" y="57421"/>
                  <a:pt x="979792" y="58255"/>
                </a:cubicBezTo>
                <a:cubicBezTo>
                  <a:pt x="978402" y="59089"/>
                  <a:pt x="976874" y="60652"/>
                  <a:pt x="975206" y="62945"/>
                </a:cubicBezTo>
                <a:cubicBezTo>
                  <a:pt x="974581" y="63917"/>
                  <a:pt x="973400" y="66592"/>
                  <a:pt x="971663" y="70969"/>
                </a:cubicBezTo>
                <a:lnTo>
                  <a:pt x="932792" y="166220"/>
                </a:lnTo>
                <a:cubicBezTo>
                  <a:pt x="929040" y="175460"/>
                  <a:pt x="924125" y="182443"/>
                  <a:pt x="918045" y="187167"/>
                </a:cubicBezTo>
                <a:cubicBezTo>
                  <a:pt x="911966" y="191891"/>
                  <a:pt x="906113" y="194253"/>
                  <a:pt x="900486" y="194253"/>
                </a:cubicBezTo>
                <a:cubicBezTo>
                  <a:pt x="896386" y="194253"/>
                  <a:pt x="893017" y="193086"/>
                  <a:pt x="890377" y="190752"/>
                </a:cubicBezTo>
                <a:cubicBezTo>
                  <a:pt x="887737" y="188418"/>
                  <a:pt x="886417" y="185742"/>
                  <a:pt x="886417" y="182722"/>
                </a:cubicBezTo>
                <a:cubicBezTo>
                  <a:pt x="886417" y="179838"/>
                  <a:pt x="887372" y="177513"/>
                  <a:pt x="889283" y="175746"/>
                </a:cubicBezTo>
                <a:cubicBezTo>
                  <a:pt x="891193" y="173981"/>
                  <a:pt x="893816" y="173098"/>
                  <a:pt x="897151" y="173098"/>
                </a:cubicBezTo>
                <a:cubicBezTo>
                  <a:pt x="899443" y="173098"/>
                  <a:pt x="902570" y="173862"/>
                  <a:pt x="906530" y="175391"/>
                </a:cubicBezTo>
                <a:cubicBezTo>
                  <a:pt x="909309" y="176433"/>
                  <a:pt x="911046" y="176954"/>
                  <a:pt x="911741" y="176954"/>
                </a:cubicBezTo>
                <a:cubicBezTo>
                  <a:pt x="913825" y="176954"/>
                  <a:pt x="916100" y="175869"/>
                  <a:pt x="918567" y="173701"/>
                </a:cubicBezTo>
                <a:cubicBezTo>
                  <a:pt x="921033" y="171534"/>
                  <a:pt x="923517" y="167339"/>
                  <a:pt x="926018" y="161117"/>
                </a:cubicBezTo>
                <a:lnTo>
                  <a:pt x="932792" y="144439"/>
                </a:lnTo>
                <a:lnTo>
                  <a:pt x="898505" y="72428"/>
                </a:lnTo>
                <a:cubicBezTo>
                  <a:pt x="897463" y="70274"/>
                  <a:pt x="895796" y="67600"/>
                  <a:pt x="893503" y="64404"/>
                </a:cubicBezTo>
                <a:cubicBezTo>
                  <a:pt x="891766" y="61972"/>
                  <a:pt x="890342" y="60339"/>
                  <a:pt x="889231" y="59506"/>
                </a:cubicBezTo>
                <a:cubicBezTo>
                  <a:pt x="887633" y="58394"/>
                  <a:pt x="885062" y="57421"/>
                  <a:pt x="881519" y="56588"/>
                </a:cubicBezTo>
                <a:lnTo>
                  <a:pt x="881519" y="52732"/>
                </a:ln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reportplatf">
            <a:extLst xmlns:a="http://schemas.openxmlformats.org/drawingml/2006/main">
              <a:ext uri="{FF2B5EF4-FFF2-40B4-BE49-F238E27FC236}">
                <a16:creationId xmlns:a16="http://schemas.microsoft.com/office/drawing/2014/main" id="{359E605C-EA5E-4B88-BBFE-6625B1A9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488" y="533941"/>
            <a:ext cx="977893" cy="193836"/>
          </a:xfrm>
          <a:custGeom xmlns:a="http://schemas.openxmlformats.org/drawingml/2006/main">
            <a:pathLst>
              <a:path w="977893" h="193836">
                <a:moveTo>
                  <a:pt x="33244" y="50022"/>
                </a:moveTo>
                <a:lnTo>
                  <a:pt x="33244" y="71490"/>
                </a:lnTo>
                <a:cubicBezTo>
                  <a:pt x="41234" y="57178"/>
                  <a:pt x="49432" y="50022"/>
                  <a:pt x="57838" y="50022"/>
                </a:cubicBezTo>
                <a:cubicBezTo>
                  <a:pt x="61659" y="50022"/>
                  <a:pt x="64821" y="51186"/>
                  <a:pt x="67322" y="53513"/>
                </a:cubicBezTo>
                <a:cubicBezTo>
                  <a:pt x="69823" y="55841"/>
                  <a:pt x="71073" y="58533"/>
                  <a:pt x="71073" y="61590"/>
                </a:cubicBezTo>
                <a:cubicBezTo>
                  <a:pt x="71073" y="64300"/>
                  <a:pt x="70170" y="66592"/>
                  <a:pt x="68364" y="68468"/>
                </a:cubicBezTo>
                <a:cubicBezTo>
                  <a:pt x="66557" y="70344"/>
                  <a:pt x="64404" y="71282"/>
                  <a:pt x="61903" y="71282"/>
                </a:cubicBezTo>
                <a:cubicBezTo>
                  <a:pt x="59471" y="71282"/>
                  <a:pt x="56744" y="70083"/>
                  <a:pt x="53722" y="67686"/>
                </a:cubicBezTo>
                <a:cubicBezTo>
                  <a:pt x="50700" y="65290"/>
                  <a:pt x="48459" y="64091"/>
                  <a:pt x="47000" y="64091"/>
                </a:cubicBezTo>
                <a:cubicBezTo>
                  <a:pt x="45750" y="64091"/>
                  <a:pt x="44395" y="64784"/>
                  <a:pt x="42936" y="66169"/>
                </a:cubicBezTo>
                <a:cubicBezTo>
                  <a:pt x="39809" y="69011"/>
                  <a:pt x="36579" y="73688"/>
                  <a:pt x="33244" y="80202"/>
                </a:cubicBezTo>
                <a:lnTo>
                  <a:pt x="33244" y="125834"/>
                </a:lnTo>
                <a:cubicBezTo>
                  <a:pt x="33244" y="131099"/>
                  <a:pt x="33904" y="135083"/>
                  <a:pt x="35224" y="137786"/>
                </a:cubicBezTo>
                <a:cubicBezTo>
                  <a:pt x="36127" y="139658"/>
                  <a:pt x="37725" y="141218"/>
                  <a:pt x="40018" y="142466"/>
                </a:cubicBezTo>
                <a:cubicBezTo>
                  <a:pt x="42311" y="143712"/>
                  <a:pt x="45611" y="144335"/>
                  <a:pt x="49918" y="144335"/>
                </a:cubicBezTo>
                <a:lnTo>
                  <a:pt x="49918" y="148191"/>
                </a:lnTo>
                <a:lnTo>
                  <a:pt x="1042" y="148191"/>
                </a:lnTo>
                <a:lnTo>
                  <a:pt x="1042" y="144335"/>
                </a:lnTo>
                <a:cubicBezTo>
                  <a:pt x="5905" y="144335"/>
                  <a:pt x="9518" y="143573"/>
                  <a:pt x="11880" y="142049"/>
                </a:cubicBezTo>
                <a:cubicBezTo>
                  <a:pt x="13617" y="140940"/>
                  <a:pt x="14833" y="139171"/>
                  <a:pt x="15528" y="136744"/>
                </a:cubicBezTo>
                <a:cubicBezTo>
                  <a:pt x="15875" y="135565"/>
                  <a:pt x="16049" y="132203"/>
                  <a:pt x="16049" y="126658"/>
                </a:cubicBezTo>
                <a:lnTo>
                  <a:pt x="16049" y="89744"/>
                </a:lnTo>
                <a:cubicBezTo>
                  <a:pt x="16049" y="78652"/>
                  <a:pt x="15823" y="72049"/>
                  <a:pt x="15371" y="69937"/>
                </a:cubicBezTo>
                <a:cubicBezTo>
                  <a:pt x="14920" y="67822"/>
                  <a:pt x="14086" y="66280"/>
                  <a:pt x="12870" y="65309"/>
                </a:cubicBezTo>
                <a:cubicBezTo>
                  <a:pt x="11655" y="64339"/>
                  <a:pt x="10143" y="63853"/>
                  <a:pt x="8337" y="63853"/>
                </a:cubicBezTo>
                <a:cubicBezTo>
                  <a:pt x="6183" y="63853"/>
                  <a:pt x="3752" y="64373"/>
                  <a:pt x="1042" y="65413"/>
                </a:cubicBezTo>
                <a:lnTo>
                  <a:pt x="0" y="61668"/>
                </a:lnTo>
                <a:lnTo>
                  <a:pt x="28867" y="50022"/>
                </a:lnTo>
                <a:lnTo>
                  <a:pt x="33244" y="50022"/>
                </a:lnTo>
                <a:close/>
                <a:moveTo>
                  <a:pt x="92953" y="88790"/>
                </a:moveTo>
                <a:cubicBezTo>
                  <a:pt x="92883" y="102930"/>
                  <a:pt x="96322" y="114021"/>
                  <a:pt x="103270" y="122063"/>
                </a:cubicBezTo>
                <a:cubicBezTo>
                  <a:pt x="110217" y="130103"/>
                  <a:pt x="118381" y="134122"/>
                  <a:pt x="127760" y="134122"/>
                </a:cubicBezTo>
                <a:cubicBezTo>
                  <a:pt x="134012" y="134122"/>
                  <a:pt x="139449" y="132403"/>
                  <a:pt x="144069" y="128964"/>
                </a:cubicBezTo>
                <a:cubicBezTo>
                  <a:pt x="148689" y="125525"/>
                  <a:pt x="152562" y="119637"/>
                  <a:pt x="155689" y="111300"/>
                </a:cubicBezTo>
                <a:lnTo>
                  <a:pt x="158919" y="113384"/>
                </a:lnTo>
                <a:cubicBezTo>
                  <a:pt x="157460" y="122902"/>
                  <a:pt x="153222" y="131569"/>
                  <a:pt x="146205" y="139385"/>
                </a:cubicBezTo>
                <a:cubicBezTo>
                  <a:pt x="139188" y="147201"/>
                  <a:pt x="130400" y="151109"/>
                  <a:pt x="119840" y="151109"/>
                </a:cubicBezTo>
                <a:cubicBezTo>
                  <a:pt x="108376" y="151109"/>
                  <a:pt x="98563" y="146655"/>
                  <a:pt x="90399" y="137747"/>
                </a:cubicBezTo>
                <a:cubicBezTo>
                  <a:pt x="82236" y="128837"/>
                  <a:pt x="78154" y="116859"/>
                  <a:pt x="78154" y="101813"/>
                </a:cubicBezTo>
                <a:cubicBezTo>
                  <a:pt x="78154" y="85521"/>
                  <a:pt x="82340" y="72817"/>
                  <a:pt x="90712" y="63700"/>
                </a:cubicBezTo>
                <a:cubicBezTo>
                  <a:pt x="99084" y="54582"/>
                  <a:pt x="109592" y="50022"/>
                  <a:pt x="122236" y="50022"/>
                </a:cubicBezTo>
                <a:cubicBezTo>
                  <a:pt x="132936" y="50022"/>
                  <a:pt x="141724" y="53540"/>
                  <a:pt x="148602" y="60574"/>
                </a:cubicBezTo>
                <a:cubicBezTo>
                  <a:pt x="155480" y="67606"/>
                  <a:pt x="158919" y="77011"/>
                  <a:pt x="158919" y="88790"/>
                </a:cubicBezTo>
                <a:lnTo>
                  <a:pt x="92953" y="88790"/>
                </a:lnTo>
                <a:moveTo>
                  <a:pt x="92953" y="82745"/>
                </a:moveTo>
                <a:lnTo>
                  <a:pt x="137139" y="82745"/>
                </a:lnTo>
                <a:cubicBezTo>
                  <a:pt x="136792" y="76631"/>
                  <a:pt x="136062" y="72324"/>
                  <a:pt x="134950" y="69823"/>
                </a:cubicBezTo>
                <a:cubicBezTo>
                  <a:pt x="133214" y="65932"/>
                  <a:pt x="130626" y="62875"/>
                  <a:pt x="127187" y="60652"/>
                </a:cubicBezTo>
                <a:cubicBezTo>
                  <a:pt x="123747" y="58429"/>
                  <a:pt x="120152" y="57317"/>
                  <a:pt x="116400" y="57317"/>
                </a:cubicBezTo>
                <a:cubicBezTo>
                  <a:pt x="110634" y="57317"/>
                  <a:pt x="105475" y="59558"/>
                  <a:pt x="100925" y="64039"/>
                </a:cubicBezTo>
                <a:cubicBezTo>
                  <a:pt x="96374" y="68520"/>
                  <a:pt x="93717" y="74756"/>
                  <a:pt x="92953" y="82745"/>
                </a:cubicBezTo>
                <a:close/>
                <a:moveTo>
                  <a:pt x="165031" y="62121"/>
                </a:moveTo>
                <a:lnTo>
                  <a:pt x="194420" y="50231"/>
                </a:lnTo>
                <a:lnTo>
                  <a:pt x="198380" y="50231"/>
                </a:lnTo>
                <a:lnTo>
                  <a:pt x="198380" y="72532"/>
                </a:lnTo>
                <a:cubicBezTo>
                  <a:pt x="203312" y="64126"/>
                  <a:pt x="208263" y="58273"/>
                  <a:pt x="213230" y="54972"/>
                </a:cubicBezTo>
                <a:cubicBezTo>
                  <a:pt x="218198" y="51672"/>
                  <a:pt x="223426" y="50022"/>
                  <a:pt x="228914" y="50022"/>
                </a:cubicBezTo>
                <a:cubicBezTo>
                  <a:pt x="238502" y="50022"/>
                  <a:pt x="246491" y="53770"/>
                  <a:pt x="252883" y="61264"/>
                </a:cubicBezTo>
                <a:cubicBezTo>
                  <a:pt x="260734" y="70426"/>
                  <a:pt x="264659" y="82364"/>
                  <a:pt x="264659" y="97078"/>
                </a:cubicBezTo>
                <a:cubicBezTo>
                  <a:pt x="264659" y="113526"/>
                  <a:pt x="259935" y="127129"/>
                  <a:pt x="250486" y="137887"/>
                </a:cubicBezTo>
                <a:cubicBezTo>
                  <a:pt x="242705" y="146702"/>
                  <a:pt x="232909" y="151109"/>
                  <a:pt x="221098" y="151109"/>
                </a:cubicBezTo>
                <a:cubicBezTo>
                  <a:pt x="215957" y="151109"/>
                  <a:pt x="211511" y="150380"/>
                  <a:pt x="207759" y="148921"/>
                </a:cubicBezTo>
                <a:cubicBezTo>
                  <a:pt x="204980" y="147878"/>
                  <a:pt x="201853" y="145794"/>
                  <a:pt x="198380" y="142668"/>
                </a:cubicBezTo>
                <a:lnTo>
                  <a:pt x="198380" y="171743"/>
                </a:lnTo>
                <a:cubicBezTo>
                  <a:pt x="198380" y="178274"/>
                  <a:pt x="198779" y="182425"/>
                  <a:pt x="199578" y="184197"/>
                </a:cubicBezTo>
                <a:cubicBezTo>
                  <a:pt x="200377" y="185968"/>
                  <a:pt x="201767" y="187375"/>
                  <a:pt x="203747" y="188417"/>
                </a:cubicBezTo>
                <a:cubicBezTo>
                  <a:pt x="205727" y="189460"/>
                  <a:pt x="209322" y="189981"/>
                  <a:pt x="214533" y="189981"/>
                </a:cubicBezTo>
                <a:lnTo>
                  <a:pt x="214533" y="193836"/>
                </a:lnTo>
                <a:lnTo>
                  <a:pt x="164510" y="193836"/>
                </a:lnTo>
                <a:lnTo>
                  <a:pt x="164510" y="189981"/>
                </a:lnTo>
                <a:lnTo>
                  <a:pt x="167116" y="189981"/>
                </a:lnTo>
                <a:cubicBezTo>
                  <a:pt x="170937" y="190050"/>
                  <a:pt x="174202" y="189319"/>
                  <a:pt x="176912" y="187789"/>
                </a:cubicBezTo>
                <a:cubicBezTo>
                  <a:pt x="178232" y="187025"/>
                  <a:pt x="179257" y="185790"/>
                  <a:pt x="179986" y="184086"/>
                </a:cubicBezTo>
                <a:cubicBezTo>
                  <a:pt x="180716" y="182384"/>
                  <a:pt x="181080" y="178057"/>
                  <a:pt x="181080" y="171105"/>
                </a:cubicBezTo>
                <a:lnTo>
                  <a:pt x="181080" y="80788"/>
                </a:lnTo>
                <a:cubicBezTo>
                  <a:pt x="181080" y="74600"/>
                  <a:pt x="180802" y="70673"/>
                  <a:pt x="180247" y="69005"/>
                </a:cubicBezTo>
                <a:cubicBezTo>
                  <a:pt x="179691" y="67336"/>
                  <a:pt x="178805" y="66084"/>
                  <a:pt x="177589" y="65250"/>
                </a:cubicBezTo>
                <a:cubicBezTo>
                  <a:pt x="176373" y="64415"/>
                  <a:pt x="174723" y="63997"/>
                  <a:pt x="172639" y="63997"/>
                </a:cubicBezTo>
                <a:cubicBezTo>
                  <a:pt x="170972" y="63997"/>
                  <a:pt x="168853" y="64483"/>
                  <a:pt x="166282" y="65456"/>
                </a:cubicBezTo>
                <a:lnTo>
                  <a:pt x="165031" y="62121"/>
                </a:lnTo>
                <a:moveTo>
                  <a:pt x="198380" y="78870"/>
                </a:moveTo>
                <a:lnTo>
                  <a:pt x="198380" y="114465"/>
                </a:lnTo>
                <a:cubicBezTo>
                  <a:pt x="198380" y="122168"/>
                  <a:pt x="198692" y="127233"/>
                  <a:pt x="199318" y="129661"/>
                </a:cubicBezTo>
                <a:cubicBezTo>
                  <a:pt x="200290" y="133686"/>
                  <a:pt x="202670" y="137225"/>
                  <a:pt x="206456" y="140277"/>
                </a:cubicBezTo>
                <a:cubicBezTo>
                  <a:pt x="210243" y="143330"/>
                  <a:pt x="215019" y="144856"/>
                  <a:pt x="220786" y="144856"/>
                </a:cubicBezTo>
                <a:cubicBezTo>
                  <a:pt x="227733" y="144856"/>
                  <a:pt x="233361" y="142150"/>
                  <a:pt x="237668" y="136737"/>
                </a:cubicBezTo>
                <a:cubicBezTo>
                  <a:pt x="243296" y="129662"/>
                  <a:pt x="246109" y="119705"/>
                  <a:pt x="246109" y="106867"/>
                </a:cubicBezTo>
                <a:cubicBezTo>
                  <a:pt x="246109" y="92297"/>
                  <a:pt x="242913" y="81092"/>
                  <a:pt x="236522" y="73252"/>
                </a:cubicBezTo>
                <a:cubicBezTo>
                  <a:pt x="232075" y="67840"/>
                  <a:pt x="226795" y="65133"/>
                  <a:pt x="220681" y="65133"/>
                </a:cubicBezTo>
                <a:cubicBezTo>
                  <a:pt x="217346" y="65133"/>
                  <a:pt x="214046" y="65966"/>
                  <a:pt x="210781" y="67631"/>
                </a:cubicBezTo>
                <a:cubicBezTo>
                  <a:pt x="208280" y="68879"/>
                  <a:pt x="204146" y="72626"/>
                  <a:pt x="198380" y="78870"/>
                </a:cubicBezTo>
                <a:close/>
                <a:moveTo>
                  <a:pt x="325646" y="50022"/>
                </a:moveTo>
                <a:cubicBezTo>
                  <a:pt x="340097" y="50022"/>
                  <a:pt x="351699" y="55505"/>
                  <a:pt x="360453" y="66472"/>
                </a:cubicBezTo>
                <a:cubicBezTo>
                  <a:pt x="367887" y="75840"/>
                  <a:pt x="371604" y="86598"/>
                  <a:pt x="371604" y="98745"/>
                </a:cubicBezTo>
                <a:cubicBezTo>
                  <a:pt x="371604" y="107282"/>
                  <a:pt x="369554" y="115923"/>
                  <a:pt x="365455" y="124668"/>
                </a:cubicBezTo>
                <a:cubicBezTo>
                  <a:pt x="361356" y="133411"/>
                  <a:pt x="355711" y="140004"/>
                  <a:pt x="348521" y="144446"/>
                </a:cubicBezTo>
                <a:cubicBezTo>
                  <a:pt x="341330" y="148888"/>
                  <a:pt x="333323" y="151109"/>
                  <a:pt x="324500" y="151109"/>
                </a:cubicBezTo>
                <a:cubicBezTo>
                  <a:pt x="310118" y="151109"/>
                  <a:pt x="298689" y="145383"/>
                  <a:pt x="290213" y="133930"/>
                </a:cubicBezTo>
                <a:cubicBezTo>
                  <a:pt x="283057" y="124284"/>
                  <a:pt x="279479" y="113458"/>
                  <a:pt x="279479" y="101452"/>
                </a:cubicBezTo>
                <a:cubicBezTo>
                  <a:pt x="279479" y="92706"/>
                  <a:pt x="281651" y="84013"/>
                  <a:pt x="285993" y="75372"/>
                </a:cubicBezTo>
                <a:cubicBezTo>
                  <a:pt x="290335" y="66731"/>
                  <a:pt x="296049" y="60346"/>
                  <a:pt x="303136" y="56216"/>
                </a:cubicBezTo>
                <a:cubicBezTo>
                  <a:pt x="310222" y="52087"/>
                  <a:pt x="317726" y="50022"/>
                  <a:pt x="325646" y="50022"/>
                </a:cubicBezTo>
                <a:moveTo>
                  <a:pt x="322415" y="56900"/>
                </a:moveTo>
                <a:cubicBezTo>
                  <a:pt x="318733" y="56900"/>
                  <a:pt x="315033" y="57994"/>
                  <a:pt x="311317" y="60180"/>
                </a:cubicBezTo>
                <a:cubicBezTo>
                  <a:pt x="307600" y="62366"/>
                  <a:pt x="304595" y="66200"/>
                  <a:pt x="302302" y="71682"/>
                </a:cubicBezTo>
                <a:cubicBezTo>
                  <a:pt x="300009" y="77164"/>
                  <a:pt x="298863" y="84207"/>
                  <a:pt x="298863" y="92812"/>
                </a:cubicBezTo>
                <a:cubicBezTo>
                  <a:pt x="298863" y="106689"/>
                  <a:pt x="301625" y="118660"/>
                  <a:pt x="307148" y="128723"/>
                </a:cubicBezTo>
                <a:cubicBezTo>
                  <a:pt x="312671" y="138784"/>
                  <a:pt x="319949" y="143814"/>
                  <a:pt x="328981" y="143814"/>
                </a:cubicBezTo>
                <a:cubicBezTo>
                  <a:pt x="335720" y="143814"/>
                  <a:pt x="341278" y="141038"/>
                  <a:pt x="345655" y="135487"/>
                </a:cubicBezTo>
                <a:cubicBezTo>
                  <a:pt x="350032" y="129935"/>
                  <a:pt x="352220" y="120394"/>
                  <a:pt x="352220" y="106864"/>
                </a:cubicBezTo>
                <a:cubicBezTo>
                  <a:pt x="352220" y="89932"/>
                  <a:pt x="348573" y="76608"/>
                  <a:pt x="341278" y="66892"/>
                </a:cubicBezTo>
                <a:cubicBezTo>
                  <a:pt x="336345" y="60231"/>
                  <a:pt x="330058" y="56900"/>
                  <a:pt x="322415" y="56900"/>
                </a:cubicBezTo>
                <a:close/>
                <a:moveTo>
                  <a:pt x="413937" y="50022"/>
                </a:moveTo>
                <a:lnTo>
                  <a:pt x="413937" y="71490"/>
                </a:lnTo>
                <a:cubicBezTo>
                  <a:pt x="421926" y="57178"/>
                  <a:pt x="430124" y="50022"/>
                  <a:pt x="438531" y="50022"/>
                </a:cubicBezTo>
                <a:cubicBezTo>
                  <a:pt x="442352" y="50022"/>
                  <a:pt x="445513" y="51186"/>
                  <a:pt x="448014" y="53513"/>
                </a:cubicBezTo>
                <a:cubicBezTo>
                  <a:pt x="450515" y="55841"/>
                  <a:pt x="451766" y="58533"/>
                  <a:pt x="451766" y="61590"/>
                </a:cubicBezTo>
                <a:cubicBezTo>
                  <a:pt x="451766" y="64300"/>
                  <a:pt x="450863" y="66592"/>
                  <a:pt x="449056" y="68468"/>
                </a:cubicBezTo>
                <a:cubicBezTo>
                  <a:pt x="447250" y="70344"/>
                  <a:pt x="445096" y="71282"/>
                  <a:pt x="442595" y="71282"/>
                </a:cubicBezTo>
                <a:cubicBezTo>
                  <a:pt x="440164" y="71282"/>
                  <a:pt x="437437" y="70083"/>
                  <a:pt x="434414" y="67686"/>
                </a:cubicBezTo>
                <a:cubicBezTo>
                  <a:pt x="431392" y="65290"/>
                  <a:pt x="429152" y="64091"/>
                  <a:pt x="427693" y="64091"/>
                </a:cubicBezTo>
                <a:cubicBezTo>
                  <a:pt x="426442" y="64091"/>
                  <a:pt x="425087" y="64784"/>
                  <a:pt x="423628" y="66169"/>
                </a:cubicBezTo>
                <a:cubicBezTo>
                  <a:pt x="420502" y="69011"/>
                  <a:pt x="417271" y="73688"/>
                  <a:pt x="413937" y="80202"/>
                </a:cubicBezTo>
                <a:lnTo>
                  <a:pt x="413937" y="125834"/>
                </a:lnTo>
                <a:cubicBezTo>
                  <a:pt x="413937" y="131099"/>
                  <a:pt x="414597" y="135083"/>
                  <a:pt x="415917" y="137786"/>
                </a:cubicBezTo>
                <a:cubicBezTo>
                  <a:pt x="416820" y="139658"/>
                  <a:pt x="418418" y="141218"/>
                  <a:pt x="420710" y="142466"/>
                </a:cubicBezTo>
                <a:cubicBezTo>
                  <a:pt x="423003" y="143712"/>
                  <a:pt x="426303" y="144335"/>
                  <a:pt x="430611" y="144335"/>
                </a:cubicBezTo>
                <a:lnTo>
                  <a:pt x="430611" y="148191"/>
                </a:lnTo>
                <a:lnTo>
                  <a:pt x="381735" y="148191"/>
                </a:lnTo>
                <a:lnTo>
                  <a:pt x="381735" y="144335"/>
                </a:lnTo>
                <a:cubicBezTo>
                  <a:pt x="386598" y="144335"/>
                  <a:pt x="390211" y="143573"/>
                  <a:pt x="392573" y="142049"/>
                </a:cubicBezTo>
                <a:cubicBezTo>
                  <a:pt x="394310" y="140940"/>
                  <a:pt x="395526" y="139171"/>
                  <a:pt x="396220" y="136744"/>
                </a:cubicBezTo>
                <a:cubicBezTo>
                  <a:pt x="396568" y="135565"/>
                  <a:pt x="396741" y="132203"/>
                  <a:pt x="396741" y="126658"/>
                </a:cubicBezTo>
                <a:lnTo>
                  <a:pt x="396741" y="89744"/>
                </a:lnTo>
                <a:cubicBezTo>
                  <a:pt x="396741" y="78652"/>
                  <a:pt x="396516" y="72049"/>
                  <a:pt x="396064" y="69937"/>
                </a:cubicBezTo>
                <a:cubicBezTo>
                  <a:pt x="395612" y="67822"/>
                  <a:pt x="394779" y="66280"/>
                  <a:pt x="393563" y="65309"/>
                </a:cubicBezTo>
                <a:cubicBezTo>
                  <a:pt x="392347" y="64339"/>
                  <a:pt x="390836" y="63853"/>
                  <a:pt x="389030" y="63853"/>
                </a:cubicBezTo>
                <a:cubicBezTo>
                  <a:pt x="386876" y="63853"/>
                  <a:pt x="384444" y="64373"/>
                  <a:pt x="381735" y="65413"/>
                </a:cubicBezTo>
                <a:lnTo>
                  <a:pt x="380693" y="61668"/>
                </a:lnTo>
                <a:lnTo>
                  <a:pt x="409560" y="50022"/>
                </a:lnTo>
                <a:lnTo>
                  <a:pt x="413937" y="50022"/>
                </a:lnTo>
                <a:close/>
                <a:moveTo>
                  <a:pt x="485317" y="21259"/>
                </a:moveTo>
                <a:lnTo>
                  <a:pt x="485317" y="52732"/>
                </a:lnTo>
                <a:lnTo>
                  <a:pt x="507618" y="52732"/>
                </a:lnTo>
                <a:lnTo>
                  <a:pt x="507618" y="60027"/>
                </a:lnTo>
                <a:lnTo>
                  <a:pt x="485317" y="60027"/>
                </a:lnTo>
                <a:lnTo>
                  <a:pt x="485317" y="121845"/>
                </a:lnTo>
                <a:cubicBezTo>
                  <a:pt x="485317" y="128022"/>
                  <a:pt x="486203" y="132186"/>
                  <a:pt x="487974" y="134337"/>
                </a:cubicBezTo>
                <a:cubicBezTo>
                  <a:pt x="489746" y="136487"/>
                  <a:pt x="492021" y="137561"/>
                  <a:pt x="494800" y="137561"/>
                </a:cubicBezTo>
                <a:cubicBezTo>
                  <a:pt x="497093" y="137561"/>
                  <a:pt x="499316" y="136849"/>
                  <a:pt x="501470" y="135425"/>
                </a:cubicBezTo>
                <a:cubicBezTo>
                  <a:pt x="503624" y="134001"/>
                  <a:pt x="505291" y="131899"/>
                  <a:pt x="506472" y="129120"/>
                </a:cubicBezTo>
                <a:lnTo>
                  <a:pt x="510536" y="129120"/>
                </a:lnTo>
                <a:cubicBezTo>
                  <a:pt x="508105" y="135948"/>
                  <a:pt x="504666" y="141112"/>
                  <a:pt x="500219" y="144612"/>
                </a:cubicBezTo>
                <a:cubicBezTo>
                  <a:pt x="495773" y="148110"/>
                  <a:pt x="491187" y="149859"/>
                  <a:pt x="486463" y="149859"/>
                </a:cubicBezTo>
                <a:cubicBezTo>
                  <a:pt x="483267" y="149859"/>
                  <a:pt x="480141" y="148972"/>
                  <a:pt x="477084" y="147198"/>
                </a:cubicBezTo>
                <a:cubicBezTo>
                  <a:pt x="474027" y="145424"/>
                  <a:pt x="471769" y="142886"/>
                  <a:pt x="470310" y="139584"/>
                </a:cubicBezTo>
                <a:cubicBezTo>
                  <a:pt x="468851" y="136279"/>
                  <a:pt x="468122" y="131184"/>
                  <a:pt x="468122" y="124297"/>
                </a:cubicBezTo>
                <a:lnTo>
                  <a:pt x="468122" y="60027"/>
                </a:lnTo>
                <a:lnTo>
                  <a:pt x="453011" y="60027"/>
                </a:lnTo>
                <a:lnTo>
                  <a:pt x="453011" y="56588"/>
                </a:lnTo>
                <a:cubicBezTo>
                  <a:pt x="456832" y="55055"/>
                  <a:pt x="460740" y="52459"/>
                  <a:pt x="464735" y="48801"/>
                </a:cubicBezTo>
                <a:cubicBezTo>
                  <a:pt x="468730" y="45143"/>
                  <a:pt x="472290" y="40805"/>
                  <a:pt x="475417" y="35787"/>
                </a:cubicBezTo>
                <a:cubicBezTo>
                  <a:pt x="477014" y="33141"/>
                  <a:pt x="479238" y="28298"/>
                  <a:pt x="482086" y="21259"/>
                </a:cubicBezTo>
                <a:lnTo>
                  <a:pt x="485317" y="21259"/>
                </a:lnTo>
                <a:close/>
                <a:moveTo>
                  <a:pt x="563788" y="62121"/>
                </a:moveTo>
                <a:lnTo>
                  <a:pt x="593177" y="50231"/>
                </a:lnTo>
                <a:lnTo>
                  <a:pt x="597137" y="50231"/>
                </a:lnTo>
                <a:lnTo>
                  <a:pt x="597137" y="72532"/>
                </a:lnTo>
                <a:cubicBezTo>
                  <a:pt x="602069" y="64126"/>
                  <a:pt x="607020" y="58273"/>
                  <a:pt x="611987" y="54972"/>
                </a:cubicBezTo>
                <a:cubicBezTo>
                  <a:pt x="616955" y="51672"/>
                  <a:pt x="622183" y="50022"/>
                  <a:pt x="627671" y="50022"/>
                </a:cubicBezTo>
                <a:cubicBezTo>
                  <a:pt x="637259" y="50022"/>
                  <a:pt x="645248" y="53770"/>
                  <a:pt x="651640" y="61264"/>
                </a:cubicBezTo>
                <a:cubicBezTo>
                  <a:pt x="659491" y="70426"/>
                  <a:pt x="663416" y="82364"/>
                  <a:pt x="663416" y="97078"/>
                </a:cubicBezTo>
                <a:cubicBezTo>
                  <a:pt x="663416" y="113526"/>
                  <a:pt x="658692" y="127129"/>
                  <a:pt x="649243" y="137887"/>
                </a:cubicBezTo>
                <a:cubicBezTo>
                  <a:pt x="641462" y="146702"/>
                  <a:pt x="631666" y="151109"/>
                  <a:pt x="619855" y="151109"/>
                </a:cubicBezTo>
                <a:cubicBezTo>
                  <a:pt x="614714" y="151109"/>
                  <a:pt x="610268" y="150380"/>
                  <a:pt x="606516" y="148921"/>
                </a:cubicBezTo>
                <a:cubicBezTo>
                  <a:pt x="603737" y="147878"/>
                  <a:pt x="600610" y="145794"/>
                  <a:pt x="597137" y="142668"/>
                </a:cubicBezTo>
                <a:lnTo>
                  <a:pt x="597137" y="171743"/>
                </a:lnTo>
                <a:cubicBezTo>
                  <a:pt x="597137" y="178274"/>
                  <a:pt x="597536" y="182425"/>
                  <a:pt x="598335" y="184197"/>
                </a:cubicBezTo>
                <a:cubicBezTo>
                  <a:pt x="599134" y="185968"/>
                  <a:pt x="600524" y="187375"/>
                  <a:pt x="602504" y="188417"/>
                </a:cubicBezTo>
                <a:cubicBezTo>
                  <a:pt x="604484" y="189460"/>
                  <a:pt x="608079" y="189981"/>
                  <a:pt x="613290" y="189981"/>
                </a:cubicBezTo>
                <a:lnTo>
                  <a:pt x="613290" y="193836"/>
                </a:lnTo>
                <a:lnTo>
                  <a:pt x="563267" y="193836"/>
                </a:lnTo>
                <a:lnTo>
                  <a:pt x="563267" y="189981"/>
                </a:lnTo>
                <a:lnTo>
                  <a:pt x="565873" y="189981"/>
                </a:lnTo>
                <a:cubicBezTo>
                  <a:pt x="569694" y="190050"/>
                  <a:pt x="572959" y="189319"/>
                  <a:pt x="575669" y="187789"/>
                </a:cubicBezTo>
                <a:cubicBezTo>
                  <a:pt x="576989" y="187025"/>
                  <a:pt x="578014" y="185790"/>
                  <a:pt x="578743" y="184086"/>
                </a:cubicBezTo>
                <a:cubicBezTo>
                  <a:pt x="579473" y="182384"/>
                  <a:pt x="579837" y="178057"/>
                  <a:pt x="579837" y="171105"/>
                </a:cubicBezTo>
                <a:lnTo>
                  <a:pt x="579837" y="80788"/>
                </a:lnTo>
                <a:cubicBezTo>
                  <a:pt x="579837" y="74600"/>
                  <a:pt x="579559" y="70673"/>
                  <a:pt x="579004" y="69005"/>
                </a:cubicBezTo>
                <a:cubicBezTo>
                  <a:pt x="578448" y="67336"/>
                  <a:pt x="577562" y="66084"/>
                  <a:pt x="576346" y="65250"/>
                </a:cubicBezTo>
                <a:cubicBezTo>
                  <a:pt x="575130" y="64415"/>
                  <a:pt x="573480" y="63997"/>
                  <a:pt x="571396" y="63997"/>
                </a:cubicBezTo>
                <a:cubicBezTo>
                  <a:pt x="569729" y="63997"/>
                  <a:pt x="567610" y="64483"/>
                  <a:pt x="565039" y="65456"/>
                </a:cubicBezTo>
                <a:lnTo>
                  <a:pt x="563788" y="62121"/>
                </a:lnTo>
                <a:moveTo>
                  <a:pt x="597137" y="78870"/>
                </a:moveTo>
                <a:lnTo>
                  <a:pt x="597137" y="114465"/>
                </a:lnTo>
                <a:cubicBezTo>
                  <a:pt x="597137" y="122168"/>
                  <a:pt x="597449" y="127233"/>
                  <a:pt x="598075" y="129661"/>
                </a:cubicBezTo>
                <a:cubicBezTo>
                  <a:pt x="599047" y="133686"/>
                  <a:pt x="601427" y="137225"/>
                  <a:pt x="605213" y="140277"/>
                </a:cubicBezTo>
                <a:cubicBezTo>
                  <a:pt x="609000" y="143330"/>
                  <a:pt x="613776" y="144856"/>
                  <a:pt x="619543" y="144856"/>
                </a:cubicBezTo>
                <a:cubicBezTo>
                  <a:pt x="626490" y="144856"/>
                  <a:pt x="632118" y="142150"/>
                  <a:pt x="636425" y="136737"/>
                </a:cubicBezTo>
                <a:cubicBezTo>
                  <a:pt x="642053" y="129662"/>
                  <a:pt x="644866" y="119705"/>
                  <a:pt x="644866" y="106867"/>
                </a:cubicBezTo>
                <a:cubicBezTo>
                  <a:pt x="644866" y="92297"/>
                  <a:pt x="641670" y="81092"/>
                  <a:pt x="635279" y="73252"/>
                </a:cubicBezTo>
                <a:cubicBezTo>
                  <a:pt x="630832" y="67840"/>
                  <a:pt x="625552" y="65133"/>
                  <a:pt x="619438" y="65133"/>
                </a:cubicBezTo>
                <a:cubicBezTo>
                  <a:pt x="616103" y="65133"/>
                  <a:pt x="612803" y="65966"/>
                  <a:pt x="609538" y="67631"/>
                </a:cubicBezTo>
                <a:cubicBezTo>
                  <a:pt x="607037" y="68879"/>
                  <a:pt x="602903" y="72626"/>
                  <a:pt x="597137" y="78870"/>
                </a:cubicBezTo>
                <a:close/>
                <a:moveTo>
                  <a:pt x="710542" y="0"/>
                </a:moveTo>
                <a:lnTo>
                  <a:pt x="710542" y="126528"/>
                </a:lnTo>
                <a:cubicBezTo>
                  <a:pt x="710542" y="132498"/>
                  <a:pt x="710976" y="136456"/>
                  <a:pt x="711845" y="138402"/>
                </a:cubicBezTo>
                <a:cubicBezTo>
                  <a:pt x="712713" y="140345"/>
                  <a:pt x="714051" y="141820"/>
                  <a:pt x="715857" y="142827"/>
                </a:cubicBezTo>
                <a:cubicBezTo>
                  <a:pt x="717663" y="143833"/>
                  <a:pt x="721033" y="144335"/>
                  <a:pt x="725966" y="144335"/>
                </a:cubicBezTo>
                <a:lnTo>
                  <a:pt x="725966" y="148191"/>
                </a:lnTo>
                <a:lnTo>
                  <a:pt x="679174" y="148191"/>
                </a:lnTo>
                <a:lnTo>
                  <a:pt x="679174" y="144335"/>
                </a:lnTo>
                <a:cubicBezTo>
                  <a:pt x="683551" y="144335"/>
                  <a:pt x="686538" y="143885"/>
                  <a:pt x="688136" y="142984"/>
                </a:cubicBezTo>
                <a:cubicBezTo>
                  <a:pt x="689734" y="142081"/>
                  <a:pt x="690985" y="140588"/>
                  <a:pt x="691888" y="138506"/>
                </a:cubicBezTo>
                <a:cubicBezTo>
                  <a:pt x="692791" y="136422"/>
                  <a:pt x="693243" y="132429"/>
                  <a:pt x="693243" y="126528"/>
                </a:cubicBezTo>
                <a:lnTo>
                  <a:pt x="693243" y="39884"/>
                </a:lnTo>
                <a:cubicBezTo>
                  <a:pt x="693243" y="29124"/>
                  <a:pt x="693000" y="22512"/>
                  <a:pt x="692513" y="20048"/>
                </a:cubicBezTo>
                <a:cubicBezTo>
                  <a:pt x="692027" y="17582"/>
                  <a:pt x="691245" y="15898"/>
                  <a:pt x="690169" y="14997"/>
                </a:cubicBezTo>
                <a:cubicBezTo>
                  <a:pt x="689092" y="14094"/>
                  <a:pt x="687720" y="13642"/>
                  <a:pt x="686052" y="13642"/>
                </a:cubicBezTo>
                <a:cubicBezTo>
                  <a:pt x="684246" y="13642"/>
                  <a:pt x="681953" y="14198"/>
                  <a:pt x="679174" y="15310"/>
                </a:cubicBezTo>
                <a:lnTo>
                  <a:pt x="677402" y="11662"/>
                </a:lnTo>
                <a:lnTo>
                  <a:pt x="705853" y="0"/>
                </a:lnTo>
                <a:lnTo>
                  <a:pt x="710542" y="0"/>
                </a:lnTo>
                <a:close/>
                <a:moveTo>
                  <a:pt x="791348" y="134435"/>
                </a:moveTo>
                <a:cubicBezTo>
                  <a:pt x="781552" y="142008"/>
                  <a:pt x="775403" y="146385"/>
                  <a:pt x="772902" y="147566"/>
                </a:cubicBezTo>
                <a:cubicBezTo>
                  <a:pt x="769150" y="149372"/>
                  <a:pt x="765155" y="150275"/>
                  <a:pt x="760917" y="150275"/>
                </a:cubicBezTo>
                <a:cubicBezTo>
                  <a:pt x="754317" y="150275"/>
                  <a:pt x="748881" y="148017"/>
                  <a:pt x="744608" y="143502"/>
                </a:cubicBezTo>
                <a:cubicBezTo>
                  <a:pt x="740335" y="138986"/>
                  <a:pt x="738199" y="133045"/>
                  <a:pt x="738199" y="125681"/>
                </a:cubicBezTo>
                <a:cubicBezTo>
                  <a:pt x="738199" y="121026"/>
                  <a:pt x="739241" y="116997"/>
                  <a:pt x="741325" y="113592"/>
                </a:cubicBezTo>
                <a:cubicBezTo>
                  <a:pt x="744174" y="108868"/>
                  <a:pt x="749124" y="104422"/>
                  <a:pt x="756176" y="100253"/>
                </a:cubicBezTo>
                <a:cubicBezTo>
                  <a:pt x="763228" y="96085"/>
                  <a:pt x="774951" y="91013"/>
                  <a:pt x="791348" y="85038"/>
                </a:cubicBezTo>
                <a:lnTo>
                  <a:pt x="791348" y="81286"/>
                </a:lnTo>
                <a:cubicBezTo>
                  <a:pt x="791348" y="71768"/>
                  <a:pt x="789837" y="65237"/>
                  <a:pt x="786814" y="61694"/>
                </a:cubicBezTo>
                <a:cubicBezTo>
                  <a:pt x="783792" y="58151"/>
                  <a:pt x="779398" y="56379"/>
                  <a:pt x="773631" y="56379"/>
                </a:cubicBezTo>
                <a:cubicBezTo>
                  <a:pt x="769255" y="56379"/>
                  <a:pt x="765781" y="57556"/>
                  <a:pt x="763210" y="59910"/>
                </a:cubicBezTo>
                <a:cubicBezTo>
                  <a:pt x="760570" y="62263"/>
                  <a:pt x="759250" y="64963"/>
                  <a:pt x="759250" y="68009"/>
                </a:cubicBezTo>
                <a:lnTo>
                  <a:pt x="759458" y="74030"/>
                </a:lnTo>
                <a:cubicBezTo>
                  <a:pt x="759458" y="77213"/>
                  <a:pt x="758642" y="79670"/>
                  <a:pt x="757009" y="81400"/>
                </a:cubicBezTo>
                <a:cubicBezTo>
                  <a:pt x="755377" y="83131"/>
                  <a:pt x="753240" y="83996"/>
                  <a:pt x="750600" y="83996"/>
                </a:cubicBezTo>
                <a:cubicBezTo>
                  <a:pt x="748030" y="83996"/>
                  <a:pt x="745928" y="83096"/>
                  <a:pt x="744295" y="81296"/>
                </a:cubicBezTo>
                <a:cubicBezTo>
                  <a:pt x="742663" y="79494"/>
                  <a:pt x="741846" y="77034"/>
                  <a:pt x="741846" y="73916"/>
                </a:cubicBezTo>
                <a:cubicBezTo>
                  <a:pt x="741846" y="67961"/>
                  <a:pt x="744903" y="62490"/>
                  <a:pt x="751017" y="57503"/>
                </a:cubicBezTo>
                <a:cubicBezTo>
                  <a:pt x="757131" y="52516"/>
                  <a:pt x="765711" y="50022"/>
                  <a:pt x="776758" y="50022"/>
                </a:cubicBezTo>
                <a:cubicBezTo>
                  <a:pt x="785234" y="50022"/>
                  <a:pt x="792181" y="51444"/>
                  <a:pt x="797600" y="54289"/>
                </a:cubicBezTo>
                <a:cubicBezTo>
                  <a:pt x="801700" y="56440"/>
                  <a:pt x="804722" y="59806"/>
                  <a:pt x="806667" y="64387"/>
                </a:cubicBezTo>
                <a:cubicBezTo>
                  <a:pt x="807918" y="67371"/>
                  <a:pt x="808543" y="73477"/>
                  <a:pt x="808543" y="82706"/>
                </a:cubicBezTo>
                <a:lnTo>
                  <a:pt x="808543" y="115077"/>
                </a:lnTo>
                <a:cubicBezTo>
                  <a:pt x="808543" y="124168"/>
                  <a:pt x="808717" y="129737"/>
                  <a:pt x="809064" y="131784"/>
                </a:cubicBezTo>
                <a:cubicBezTo>
                  <a:pt x="809411" y="133831"/>
                  <a:pt x="809984" y="135202"/>
                  <a:pt x="810783" y="135897"/>
                </a:cubicBezTo>
                <a:cubicBezTo>
                  <a:pt x="811582" y="136590"/>
                  <a:pt x="812503" y="136936"/>
                  <a:pt x="813545" y="136936"/>
                </a:cubicBezTo>
                <a:cubicBezTo>
                  <a:pt x="814657" y="136936"/>
                  <a:pt x="815629" y="136693"/>
                  <a:pt x="816463" y="136207"/>
                </a:cubicBezTo>
                <a:cubicBezTo>
                  <a:pt x="817922" y="135303"/>
                  <a:pt x="820736" y="132768"/>
                  <a:pt x="824904" y="128599"/>
                </a:cubicBezTo>
                <a:lnTo>
                  <a:pt x="824904" y="134435"/>
                </a:lnTo>
                <a:cubicBezTo>
                  <a:pt x="817123" y="144856"/>
                  <a:pt x="809689" y="150067"/>
                  <a:pt x="802603" y="150067"/>
                </a:cubicBezTo>
                <a:cubicBezTo>
                  <a:pt x="799198" y="150067"/>
                  <a:pt x="796489" y="148886"/>
                  <a:pt x="794474" y="146524"/>
                </a:cubicBezTo>
                <a:cubicBezTo>
                  <a:pt x="792459" y="144162"/>
                  <a:pt x="791417" y="140132"/>
                  <a:pt x="791348" y="134435"/>
                </a:cubicBezTo>
                <a:moveTo>
                  <a:pt x="791348" y="127603"/>
                </a:moveTo>
                <a:lnTo>
                  <a:pt x="791348" y="91395"/>
                </a:lnTo>
                <a:cubicBezTo>
                  <a:pt x="780857" y="95544"/>
                  <a:pt x="774083" y="98484"/>
                  <a:pt x="771026" y="100214"/>
                </a:cubicBezTo>
                <a:cubicBezTo>
                  <a:pt x="765538" y="103258"/>
                  <a:pt x="761612" y="106440"/>
                  <a:pt x="759250" y="109759"/>
                </a:cubicBezTo>
                <a:cubicBezTo>
                  <a:pt x="756888" y="113079"/>
                  <a:pt x="755707" y="116710"/>
                  <a:pt x="755707" y="120653"/>
                </a:cubicBezTo>
                <a:cubicBezTo>
                  <a:pt x="755707" y="125633"/>
                  <a:pt x="757201" y="129766"/>
                  <a:pt x="760188" y="133051"/>
                </a:cubicBezTo>
                <a:cubicBezTo>
                  <a:pt x="763175" y="136336"/>
                  <a:pt x="766614" y="137978"/>
                  <a:pt x="770505" y="137978"/>
                </a:cubicBezTo>
                <a:cubicBezTo>
                  <a:pt x="775785" y="137978"/>
                  <a:pt x="782733" y="134520"/>
                  <a:pt x="791348" y="127603"/>
                </a:cubicBezTo>
                <a:close/>
                <a:moveTo>
                  <a:pt x="859987" y="21259"/>
                </a:moveTo>
                <a:lnTo>
                  <a:pt x="859987" y="52732"/>
                </a:lnTo>
                <a:lnTo>
                  <a:pt x="882289" y="52732"/>
                </a:lnTo>
                <a:lnTo>
                  <a:pt x="882289" y="60027"/>
                </a:lnTo>
                <a:lnTo>
                  <a:pt x="859987" y="60027"/>
                </a:lnTo>
                <a:lnTo>
                  <a:pt x="859987" y="121845"/>
                </a:lnTo>
                <a:cubicBezTo>
                  <a:pt x="859987" y="128022"/>
                  <a:pt x="860873" y="132186"/>
                  <a:pt x="862645" y="134337"/>
                </a:cubicBezTo>
                <a:cubicBezTo>
                  <a:pt x="864416" y="136487"/>
                  <a:pt x="866692" y="137561"/>
                  <a:pt x="869471" y="137561"/>
                </a:cubicBezTo>
                <a:cubicBezTo>
                  <a:pt x="871763" y="137561"/>
                  <a:pt x="873987" y="136849"/>
                  <a:pt x="876140" y="135425"/>
                </a:cubicBezTo>
                <a:cubicBezTo>
                  <a:pt x="878294" y="134001"/>
                  <a:pt x="879962" y="131899"/>
                  <a:pt x="881143" y="129120"/>
                </a:cubicBezTo>
                <a:lnTo>
                  <a:pt x="885207" y="129120"/>
                </a:lnTo>
                <a:cubicBezTo>
                  <a:pt x="882775" y="135948"/>
                  <a:pt x="879336" y="141112"/>
                  <a:pt x="874890" y="144612"/>
                </a:cubicBezTo>
                <a:cubicBezTo>
                  <a:pt x="870443" y="148110"/>
                  <a:pt x="865858" y="149859"/>
                  <a:pt x="861134" y="149859"/>
                </a:cubicBezTo>
                <a:cubicBezTo>
                  <a:pt x="857938" y="149859"/>
                  <a:pt x="854811" y="148972"/>
                  <a:pt x="851755" y="147198"/>
                </a:cubicBezTo>
                <a:cubicBezTo>
                  <a:pt x="848698" y="145424"/>
                  <a:pt x="846440" y="142886"/>
                  <a:pt x="844981" y="139584"/>
                </a:cubicBezTo>
                <a:cubicBezTo>
                  <a:pt x="843522" y="136279"/>
                  <a:pt x="842792" y="131184"/>
                  <a:pt x="842792" y="124297"/>
                </a:cubicBezTo>
                <a:lnTo>
                  <a:pt x="842792" y="60027"/>
                </a:lnTo>
                <a:lnTo>
                  <a:pt x="827681" y="60027"/>
                </a:lnTo>
                <a:lnTo>
                  <a:pt x="827681" y="56588"/>
                </a:lnTo>
                <a:cubicBezTo>
                  <a:pt x="831502" y="55055"/>
                  <a:pt x="835410" y="52459"/>
                  <a:pt x="839405" y="48801"/>
                </a:cubicBezTo>
                <a:cubicBezTo>
                  <a:pt x="843400" y="45143"/>
                  <a:pt x="846961" y="40805"/>
                  <a:pt x="850087" y="35787"/>
                </a:cubicBezTo>
                <a:cubicBezTo>
                  <a:pt x="851685" y="33141"/>
                  <a:pt x="853908" y="28298"/>
                  <a:pt x="856757" y="21259"/>
                </a:cubicBezTo>
                <a:lnTo>
                  <a:pt x="859987" y="21259"/>
                </a:lnTo>
                <a:close/>
                <a:moveTo>
                  <a:pt x="929121" y="60027"/>
                </a:moveTo>
                <a:lnTo>
                  <a:pt x="929121" y="122841"/>
                </a:lnTo>
                <a:cubicBezTo>
                  <a:pt x="929121" y="131745"/>
                  <a:pt x="930094" y="137379"/>
                  <a:pt x="932039" y="139743"/>
                </a:cubicBezTo>
                <a:cubicBezTo>
                  <a:pt x="934610" y="142805"/>
                  <a:pt x="938049" y="144335"/>
                  <a:pt x="942356" y="144335"/>
                </a:cubicBezTo>
                <a:lnTo>
                  <a:pt x="951006" y="144335"/>
                </a:lnTo>
                <a:lnTo>
                  <a:pt x="951006" y="148191"/>
                </a:lnTo>
                <a:lnTo>
                  <a:pt x="894001" y="148191"/>
                </a:lnTo>
                <a:lnTo>
                  <a:pt x="894001" y="144335"/>
                </a:lnTo>
                <a:lnTo>
                  <a:pt x="898274" y="144335"/>
                </a:lnTo>
                <a:cubicBezTo>
                  <a:pt x="901053" y="144335"/>
                  <a:pt x="903589" y="143639"/>
                  <a:pt x="905881" y="142248"/>
                </a:cubicBezTo>
                <a:cubicBezTo>
                  <a:pt x="908174" y="140856"/>
                  <a:pt x="909755" y="138978"/>
                  <a:pt x="910623" y="136614"/>
                </a:cubicBezTo>
                <a:cubicBezTo>
                  <a:pt x="911492" y="134249"/>
                  <a:pt x="911926" y="129659"/>
                  <a:pt x="911926" y="122841"/>
                </a:cubicBezTo>
                <a:lnTo>
                  <a:pt x="911926" y="60027"/>
                </a:lnTo>
                <a:lnTo>
                  <a:pt x="893376" y="60027"/>
                </a:lnTo>
                <a:lnTo>
                  <a:pt x="893376" y="52732"/>
                </a:lnTo>
                <a:lnTo>
                  <a:pt x="911926" y="52732"/>
                </a:lnTo>
                <a:lnTo>
                  <a:pt x="911926" y="46453"/>
                </a:lnTo>
                <a:cubicBezTo>
                  <a:pt x="911926" y="36898"/>
                  <a:pt x="913454" y="28807"/>
                  <a:pt x="916511" y="22181"/>
                </a:cubicBezTo>
                <a:cubicBezTo>
                  <a:pt x="919568" y="15555"/>
                  <a:pt x="924240" y="10202"/>
                  <a:pt x="930528" y="6123"/>
                </a:cubicBezTo>
                <a:cubicBezTo>
                  <a:pt x="936815" y="2041"/>
                  <a:pt x="943885" y="0"/>
                  <a:pt x="951735" y="0"/>
                </a:cubicBezTo>
                <a:cubicBezTo>
                  <a:pt x="959030" y="0"/>
                  <a:pt x="965735" y="2362"/>
                  <a:pt x="971848" y="7087"/>
                </a:cubicBezTo>
                <a:cubicBezTo>
                  <a:pt x="975878" y="10213"/>
                  <a:pt x="977893" y="13721"/>
                  <a:pt x="977893" y="17612"/>
                </a:cubicBezTo>
                <a:cubicBezTo>
                  <a:pt x="977893" y="19696"/>
                  <a:pt x="976990" y="21659"/>
                  <a:pt x="975183" y="23500"/>
                </a:cubicBezTo>
                <a:cubicBezTo>
                  <a:pt x="973377" y="25341"/>
                  <a:pt x="971432" y="26262"/>
                  <a:pt x="969347" y="26262"/>
                </a:cubicBezTo>
                <a:cubicBezTo>
                  <a:pt x="967749" y="26262"/>
                  <a:pt x="966065" y="25682"/>
                  <a:pt x="964293" y="24523"/>
                </a:cubicBezTo>
                <a:cubicBezTo>
                  <a:pt x="962521" y="23363"/>
                  <a:pt x="960350" y="20870"/>
                  <a:pt x="957780" y="17042"/>
                </a:cubicBezTo>
                <a:cubicBezTo>
                  <a:pt x="955209" y="13214"/>
                  <a:pt x="952847" y="10633"/>
                  <a:pt x="950693" y="9298"/>
                </a:cubicBezTo>
                <a:cubicBezTo>
                  <a:pt x="948539" y="7963"/>
                  <a:pt x="946142" y="7295"/>
                  <a:pt x="943502" y="7295"/>
                </a:cubicBezTo>
                <a:cubicBezTo>
                  <a:pt x="940307" y="7295"/>
                  <a:pt x="937597" y="8155"/>
                  <a:pt x="935374" y="9874"/>
                </a:cubicBezTo>
                <a:cubicBezTo>
                  <a:pt x="933151" y="11592"/>
                  <a:pt x="931553" y="14255"/>
                  <a:pt x="930580" y="17866"/>
                </a:cubicBezTo>
                <a:cubicBezTo>
                  <a:pt x="929607" y="21477"/>
                  <a:pt x="929121" y="30784"/>
                  <a:pt x="929121" y="45789"/>
                </a:cubicBezTo>
                <a:lnTo>
                  <a:pt x="929121" y="52732"/>
                </a:lnTo>
                <a:lnTo>
                  <a:pt x="953715" y="52732"/>
                </a:lnTo>
                <a:lnTo>
                  <a:pt x="953715" y="60027"/>
                </a:lnTo>
                <a:lnTo>
                  <a:pt x="929121" y="60027"/>
                </a:ln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orm">
            <a:extLst xmlns:a="http://schemas.openxmlformats.org/drawingml/2006/main">
              <a:ext uri="{FF2B5EF4-FFF2-40B4-BE49-F238E27FC236}">
                <a16:creationId xmlns:a16="http://schemas.microsoft.com/office/drawing/2014/main" id="{6A533BE9-24E3-4FAD-8D6A-3730C520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9411" y="583963"/>
            <a:ext cx="336521" cy="101087"/>
          </a:xfrm>
          <a:custGeom xmlns:a="http://schemas.openxmlformats.org/drawingml/2006/main">
            <a:pathLst>
              <a:path w="336521" h="101087">
                <a:moveTo>
                  <a:pt x="46166" y="0"/>
                </a:moveTo>
                <a:cubicBezTo>
                  <a:pt x="60617" y="0"/>
                  <a:pt x="72220" y="5483"/>
                  <a:pt x="80974" y="16449"/>
                </a:cubicBezTo>
                <a:cubicBezTo>
                  <a:pt x="88408" y="25818"/>
                  <a:pt x="92124" y="36576"/>
                  <a:pt x="92124" y="48723"/>
                </a:cubicBezTo>
                <a:cubicBezTo>
                  <a:pt x="92124" y="57260"/>
                  <a:pt x="90075" y="65901"/>
                  <a:pt x="85976" y="74646"/>
                </a:cubicBezTo>
                <a:cubicBezTo>
                  <a:pt x="81877" y="83389"/>
                  <a:pt x="76232" y="89982"/>
                  <a:pt x="69041" y="94424"/>
                </a:cubicBezTo>
                <a:cubicBezTo>
                  <a:pt x="61851" y="98866"/>
                  <a:pt x="53843" y="101087"/>
                  <a:pt x="45020" y="101087"/>
                </a:cubicBezTo>
                <a:cubicBezTo>
                  <a:pt x="30639" y="101087"/>
                  <a:pt x="19210" y="95360"/>
                  <a:pt x="10734" y="83908"/>
                </a:cubicBezTo>
                <a:cubicBezTo>
                  <a:pt x="3578" y="74262"/>
                  <a:pt x="0" y="63435"/>
                  <a:pt x="0" y="51429"/>
                </a:cubicBezTo>
                <a:cubicBezTo>
                  <a:pt x="0" y="42684"/>
                  <a:pt x="2171" y="33991"/>
                  <a:pt x="6513" y="25350"/>
                </a:cubicBezTo>
                <a:cubicBezTo>
                  <a:pt x="10856" y="16709"/>
                  <a:pt x="16570" y="10324"/>
                  <a:pt x="23656" y="6194"/>
                </a:cubicBezTo>
                <a:cubicBezTo>
                  <a:pt x="30743" y="2065"/>
                  <a:pt x="38246" y="0"/>
                  <a:pt x="46166" y="0"/>
                </a:cubicBezTo>
                <a:moveTo>
                  <a:pt x="42936" y="6878"/>
                </a:moveTo>
                <a:cubicBezTo>
                  <a:pt x="39254" y="6878"/>
                  <a:pt x="35554" y="7971"/>
                  <a:pt x="31837" y="10158"/>
                </a:cubicBezTo>
                <a:cubicBezTo>
                  <a:pt x="28120" y="12344"/>
                  <a:pt x="25115" y="16178"/>
                  <a:pt x="22823" y="21660"/>
                </a:cubicBezTo>
                <a:cubicBezTo>
                  <a:pt x="20530" y="27142"/>
                  <a:pt x="19384" y="34185"/>
                  <a:pt x="19384" y="42789"/>
                </a:cubicBezTo>
                <a:cubicBezTo>
                  <a:pt x="19384" y="56667"/>
                  <a:pt x="22145" y="68637"/>
                  <a:pt x="27669" y="78700"/>
                </a:cubicBezTo>
                <a:cubicBezTo>
                  <a:pt x="33192" y="88761"/>
                  <a:pt x="40469" y="93792"/>
                  <a:pt x="49501" y="93792"/>
                </a:cubicBezTo>
                <a:cubicBezTo>
                  <a:pt x="56240" y="93792"/>
                  <a:pt x="61798" y="91016"/>
                  <a:pt x="66175" y="85465"/>
                </a:cubicBezTo>
                <a:cubicBezTo>
                  <a:pt x="70552" y="79913"/>
                  <a:pt x="72741" y="70372"/>
                  <a:pt x="72741" y="56842"/>
                </a:cubicBezTo>
                <a:cubicBezTo>
                  <a:pt x="72741" y="39909"/>
                  <a:pt x="69093" y="26585"/>
                  <a:pt x="61798" y="16870"/>
                </a:cubicBezTo>
                <a:cubicBezTo>
                  <a:pt x="56866" y="10209"/>
                  <a:pt x="50578" y="6878"/>
                  <a:pt x="42936" y="6878"/>
                </a:cubicBezTo>
                <a:close/>
                <a:moveTo>
                  <a:pt x="134457" y="0"/>
                </a:moveTo>
                <a:lnTo>
                  <a:pt x="134457" y="21468"/>
                </a:lnTo>
                <a:cubicBezTo>
                  <a:pt x="142446" y="7156"/>
                  <a:pt x="150644" y="0"/>
                  <a:pt x="159051" y="0"/>
                </a:cubicBezTo>
                <a:cubicBezTo>
                  <a:pt x="162872" y="0"/>
                  <a:pt x="166033" y="1164"/>
                  <a:pt x="168534" y="3491"/>
                </a:cubicBezTo>
                <a:cubicBezTo>
                  <a:pt x="171035" y="5819"/>
                  <a:pt x="172286" y="8511"/>
                  <a:pt x="172286" y="11568"/>
                </a:cubicBezTo>
                <a:cubicBezTo>
                  <a:pt x="172286" y="14277"/>
                  <a:pt x="171383" y="16570"/>
                  <a:pt x="169576" y="18446"/>
                </a:cubicBezTo>
                <a:cubicBezTo>
                  <a:pt x="167770" y="20322"/>
                  <a:pt x="165616" y="21259"/>
                  <a:pt x="163115" y="21259"/>
                </a:cubicBezTo>
                <a:cubicBezTo>
                  <a:pt x="160684" y="21259"/>
                  <a:pt x="157957" y="20061"/>
                  <a:pt x="154934" y="17664"/>
                </a:cubicBezTo>
                <a:cubicBezTo>
                  <a:pt x="151912" y="15267"/>
                  <a:pt x="149672" y="14069"/>
                  <a:pt x="148213" y="14069"/>
                </a:cubicBezTo>
                <a:cubicBezTo>
                  <a:pt x="146962" y="14069"/>
                  <a:pt x="145607" y="14761"/>
                  <a:pt x="144148" y="16147"/>
                </a:cubicBezTo>
                <a:cubicBezTo>
                  <a:pt x="141022" y="18989"/>
                  <a:pt x="137791" y="23666"/>
                  <a:pt x="134457" y="30179"/>
                </a:cubicBezTo>
                <a:lnTo>
                  <a:pt x="134457" y="75812"/>
                </a:lnTo>
                <a:cubicBezTo>
                  <a:pt x="134457" y="81077"/>
                  <a:pt x="135117" y="85061"/>
                  <a:pt x="136437" y="87764"/>
                </a:cubicBezTo>
                <a:cubicBezTo>
                  <a:pt x="137340" y="89635"/>
                  <a:pt x="138938" y="91195"/>
                  <a:pt x="141230" y="92444"/>
                </a:cubicBezTo>
                <a:cubicBezTo>
                  <a:pt x="143523" y="93690"/>
                  <a:pt x="146823" y="94313"/>
                  <a:pt x="151131" y="94313"/>
                </a:cubicBezTo>
                <a:lnTo>
                  <a:pt x="151131" y="98169"/>
                </a:lnTo>
                <a:lnTo>
                  <a:pt x="102255" y="98169"/>
                </a:lnTo>
                <a:lnTo>
                  <a:pt x="102255" y="94313"/>
                </a:lnTo>
                <a:cubicBezTo>
                  <a:pt x="107118" y="94313"/>
                  <a:pt x="110731" y="93551"/>
                  <a:pt x="113093" y="92027"/>
                </a:cubicBezTo>
                <a:cubicBezTo>
                  <a:pt x="114830" y="90917"/>
                  <a:pt x="116046" y="89149"/>
                  <a:pt x="116740" y="86722"/>
                </a:cubicBezTo>
                <a:cubicBezTo>
                  <a:pt x="117088" y="85543"/>
                  <a:pt x="117261" y="82181"/>
                  <a:pt x="117261" y="76636"/>
                </a:cubicBezTo>
                <a:lnTo>
                  <a:pt x="117261" y="39721"/>
                </a:lnTo>
                <a:cubicBezTo>
                  <a:pt x="117261" y="28629"/>
                  <a:pt x="117036" y="22027"/>
                  <a:pt x="116584" y="19914"/>
                </a:cubicBezTo>
                <a:cubicBezTo>
                  <a:pt x="116132" y="17800"/>
                  <a:pt x="115299" y="16257"/>
                  <a:pt x="114083" y="15287"/>
                </a:cubicBezTo>
                <a:cubicBezTo>
                  <a:pt x="112867" y="14316"/>
                  <a:pt x="111356" y="13831"/>
                  <a:pt x="109550" y="13831"/>
                </a:cubicBezTo>
                <a:cubicBezTo>
                  <a:pt x="107396" y="13831"/>
                  <a:pt x="104964" y="14351"/>
                  <a:pt x="102255" y="15391"/>
                </a:cubicBezTo>
                <a:lnTo>
                  <a:pt x="101213" y="11646"/>
                </a:lnTo>
                <a:lnTo>
                  <a:pt x="130080" y="0"/>
                </a:lnTo>
                <a:lnTo>
                  <a:pt x="134457" y="0"/>
                </a:lnTo>
                <a:close/>
                <a:moveTo>
                  <a:pt x="206463" y="20322"/>
                </a:moveTo>
                <a:cubicBezTo>
                  <a:pt x="213410" y="13374"/>
                  <a:pt x="217509" y="9379"/>
                  <a:pt x="218760" y="8337"/>
                </a:cubicBezTo>
                <a:cubicBezTo>
                  <a:pt x="221886" y="5697"/>
                  <a:pt x="225256" y="3647"/>
                  <a:pt x="228869" y="2188"/>
                </a:cubicBezTo>
                <a:cubicBezTo>
                  <a:pt x="232481" y="729"/>
                  <a:pt x="236059" y="0"/>
                  <a:pt x="239602" y="0"/>
                </a:cubicBezTo>
                <a:cubicBezTo>
                  <a:pt x="245577" y="0"/>
                  <a:pt x="250719" y="1737"/>
                  <a:pt x="255026" y="5211"/>
                </a:cubicBezTo>
                <a:cubicBezTo>
                  <a:pt x="259333" y="8684"/>
                  <a:pt x="262217" y="13721"/>
                  <a:pt x="263676" y="20322"/>
                </a:cubicBezTo>
                <a:cubicBezTo>
                  <a:pt x="270832" y="11985"/>
                  <a:pt x="276876" y="6513"/>
                  <a:pt x="281809" y="3908"/>
                </a:cubicBezTo>
                <a:cubicBezTo>
                  <a:pt x="286742" y="1303"/>
                  <a:pt x="291813" y="0"/>
                  <a:pt x="297024" y="0"/>
                </a:cubicBezTo>
                <a:cubicBezTo>
                  <a:pt x="302096" y="0"/>
                  <a:pt x="306594" y="1300"/>
                  <a:pt x="310520" y="3901"/>
                </a:cubicBezTo>
                <a:cubicBezTo>
                  <a:pt x="314445" y="6500"/>
                  <a:pt x="317554" y="10746"/>
                  <a:pt x="319847" y="16638"/>
                </a:cubicBezTo>
                <a:cubicBezTo>
                  <a:pt x="321375" y="20659"/>
                  <a:pt x="322139" y="26967"/>
                  <a:pt x="322139" y="35563"/>
                </a:cubicBezTo>
                <a:lnTo>
                  <a:pt x="322139" y="76532"/>
                </a:lnTo>
                <a:cubicBezTo>
                  <a:pt x="322139" y="82493"/>
                  <a:pt x="322591" y="86584"/>
                  <a:pt x="323494" y="88803"/>
                </a:cubicBezTo>
                <a:cubicBezTo>
                  <a:pt x="324189" y="90327"/>
                  <a:pt x="325474" y="91626"/>
                  <a:pt x="327350" y="92701"/>
                </a:cubicBezTo>
                <a:cubicBezTo>
                  <a:pt x="329226" y="93776"/>
                  <a:pt x="332283" y="94313"/>
                  <a:pt x="336521" y="94313"/>
                </a:cubicBezTo>
                <a:lnTo>
                  <a:pt x="336521" y="98169"/>
                </a:lnTo>
                <a:lnTo>
                  <a:pt x="289416" y="98169"/>
                </a:lnTo>
                <a:lnTo>
                  <a:pt x="289416" y="94313"/>
                </a:lnTo>
                <a:lnTo>
                  <a:pt x="291396" y="94313"/>
                </a:lnTo>
                <a:cubicBezTo>
                  <a:pt x="295495" y="94313"/>
                  <a:pt x="298691" y="93518"/>
                  <a:pt x="300984" y="91929"/>
                </a:cubicBezTo>
                <a:cubicBezTo>
                  <a:pt x="302582" y="90822"/>
                  <a:pt x="303728" y="89059"/>
                  <a:pt x="304423" y="86640"/>
                </a:cubicBezTo>
                <a:cubicBezTo>
                  <a:pt x="304701" y="85466"/>
                  <a:pt x="304840" y="82113"/>
                  <a:pt x="304840" y="76584"/>
                </a:cubicBezTo>
                <a:lnTo>
                  <a:pt x="304840" y="35732"/>
                </a:lnTo>
                <a:cubicBezTo>
                  <a:pt x="304840" y="27990"/>
                  <a:pt x="303902" y="22530"/>
                  <a:pt x="302026" y="19351"/>
                </a:cubicBezTo>
                <a:cubicBezTo>
                  <a:pt x="299317" y="14926"/>
                  <a:pt x="294974" y="12714"/>
                  <a:pt x="288999" y="12714"/>
                </a:cubicBezTo>
                <a:cubicBezTo>
                  <a:pt x="285317" y="12714"/>
                  <a:pt x="281618" y="13630"/>
                  <a:pt x="277901" y="15463"/>
                </a:cubicBezTo>
                <a:cubicBezTo>
                  <a:pt x="274184" y="17293"/>
                  <a:pt x="269685" y="20697"/>
                  <a:pt x="264405" y="25676"/>
                </a:cubicBezTo>
                <a:lnTo>
                  <a:pt x="264197" y="26815"/>
                </a:lnTo>
                <a:lnTo>
                  <a:pt x="264405" y="31274"/>
                </a:lnTo>
                <a:lnTo>
                  <a:pt x="264405" y="76584"/>
                </a:lnTo>
                <a:cubicBezTo>
                  <a:pt x="264405" y="83082"/>
                  <a:pt x="264770" y="87125"/>
                  <a:pt x="265499" y="88715"/>
                </a:cubicBezTo>
                <a:cubicBezTo>
                  <a:pt x="266229" y="90304"/>
                  <a:pt x="267601" y="91635"/>
                  <a:pt x="269616" y="92707"/>
                </a:cubicBezTo>
                <a:cubicBezTo>
                  <a:pt x="271631" y="93778"/>
                  <a:pt x="275070" y="94313"/>
                  <a:pt x="279933" y="94313"/>
                </a:cubicBezTo>
                <a:lnTo>
                  <a:pt x="279933" y="98169"/>
                </a:lnTo>
                <a:lnTo>
                  <a:pt x="231682" y="98169"/>
                </a:lnTo>
                <a:lnTo>
                  <a:pt x="231682" y="94313"/>
                </a:lnTo>
                <a:cubicBezTo>
                  <a:pt x="236962" y="94313"/>
                  <a:pt x="240592" y="93691"/>
                  <a:pt x="242573" y="92447"/>
                </a:cubicBezTo>
                <a:cubicBezTo>
                  <a:pt x="244553" y="91203"/>
                  <a:pt x="245925" y="89337"/>
                  <a:pt x="246689" y="86849"/>
                </a:cubicBezTo>
                <a:cubicBezTo>
                  <a:pt x="247036" y="85672"/>
                  <a:pt x="247210" y="82250"/>
                  <a:pt x="247210" y="76584"/>
                </a:cubicBezTo>
                <a:lnTo>
                  <a:pt x="247210" y="35732"/>
                </a:lnTo>
                <a:cubicBezTo>
                  <a:pt x="247210" y="27990"/>
                  <a:pt x="246064" y="22425"/>
                  <a:pt x="243771" y="19038"/>
                </a:cubicBezTo>
                <a:cubicBezTo>
                  <a:pt x="240714" y="14614"/>
                  <a:pt x="236441" y="12401"/>
                  <a:pt x="230953" y="12401"/>
                </a:cubicBezTo>
                <a:cubicBezTo>
                  <a:pt x="227201" y="12401"/>
                  <a:pt x="223484" y="13403"/>
                  <a:pt x="219802" y="15407"/>
                </a:cubicBezTo>
                <a:cubicBezTo>
                  <a:pt x="214035" y="18449"/>
                  <a:pt x="209589" y="21871"/>
                  <a:pt x="206463" y="25672"/>
                </a:cubicBezTo>
                <a:lnTo>
                  <a:pt x="206463" y="76584"/>
                </a:lnTo>
                <a:cubicBezTo>
                  <a:pt x="206463" y="82804"/>
                  <a:pt x="206897" y="86848"/>
                  <a:pt x="207765" y="88715"/>
                </a:cubicBezTo>
                <a:cubicBezTo>
                  <a:pt x="208634" y="90580"/>
                  <a:pt x="209919" y="91979"/>
                  <a:pt x="211621" y="92913"/>
                </a:cubicBezTo>
                <a:cubicBezTo>
                  <a:pt x="213323" y="93846"/>
                  <a:pt x="216780" y="94313"/>
                  <a:pt x="221990" y="94313"/>
                </a:cubicBezTo>
                <a:lnTo>
                  <a:pt x="221990" y="98169"/>
                </a:lnTo>
                <a:lnTo>
                  <a:pt x="174782" y="98169"/>
                </a:lnTo>
                <a:lnTo>
                  <a:pt x="174782" y="94313"/>
                </a:lnTo>
                <a:cubicBezTo>
                  <a:pt x="179159" y="94313"/>
                  <a:pt x="182216" y="93845"/>
                  <a:pt x="183953" y="92909"/>
                </a:cubicBezTo>
                <a:cubicBezTo>
                  <a:pt x="185690" y="91974"/>
                  <a:pt x="187010" y="90483"/>
                  <a:pt x="187913" y="88438"/>
                </a:cubicBezTo>
                <a:cubicBezTo>
                  <a:pt x="188816" y="86393"/>
                  <a:pt x="189267" y="82424"/>
                  <a:pt x="189267" y="76532"/>
                </a:cubicBezTo>
                <a:lnTo>
                  <a:pt x="189267" y="40138"/>
                </a:lnTo>
                <a:cubicBezTo>
                  <a:pt x="189267" y="29669"/>
                  <a:pt x="188955" y="22911"/>
                  <a:pt x="188330" y="19862"/>
                </a:cubicBezTo>
                <a:cubicBezTo>
                  <a:pt x="187843" y="17574"/>
                  <a:pt x="187079" y="15997"/>
                  <a:pt x="186037" y="15130"/>
                </a:cubicBezTo>
                <a:cubicBezTo>
                  <a:pt x="184995" y="14264"/>
                  <a:pt x="183571" y="13831"/>
                  <a:pt x="181764" y="13831"/>
                </a:cubicBezTo>
                <a:cubicBezTo>
                  <a:pt x="179819" y="13831"/>
                  <a:pt x="177491" y="14351"/>
                  <a:pt x="174782" y="15391"/>
                </a:cubicBezTo>
                <a:lnTo>
                  <a:pt x="173219" y="11646"/>
                </a:lnTo>
                <a:lnTo>
                  <a:pt x="201982" y="0"/>
                </a:lnTo>
                <a:lnTo>
                  <a:pt x="206463" y="0"/>
                </a:lnTo>
                <a:lnTo>
                  <a:pt x="206463" y="20322"/>
                </a:ln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D9E639-F32D-4F54-9BAC-476E4069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58" y="482794"/>
            <a:ext cx="256917" cy="606793"/>
          </a:xfrm>
          <a:custGeom xmlns:a="http://schemas.openxmlformats.org/drawingml/2006/main">
            <a:pathLst>
              <a:path w="256917" h="606793">
                <a:moveTo>
                  <a:pt x="159984" y="94537"/>
                </a:moveTo>
                <a:lnTo>
                  <a:pt x="158365" y="95862"/>
                </a:lnTo>
                <a:lnTo>
                  <a:pt x="157228" y="97629"/>
                </a:lnTo>
                <a:lnTo>
                  <a:pt x="156693" y="99649"/>
                </a:lnTo>
                <a:lnTo>
                  <a:pt x="156813" y="101737"/>
                </a:lnTo>
                <a:lnTo>
                  <a:pt x="157576" y="103690"/>
                </a:lnTo>
                <a:lnTo>
                  <a:pt x="158901" y="105309"/>
                </a:lnTo>
                <a:lnTo>
                  <a:pt x="160653" y="106447"/>
                </a:lnTo>
                <a:lnTo>
                  <a:pt x="162687" y="106969"/>
                </a:lnTo>
                <a:lnTo>
                  <a:pt x="164775" y="106861"/>
                </a:lnTo>
                <a:lnTo>
                  <a:pt x="166729" y="106099"/>
                </a:lnTo>
                <a:lnTo>
                  <a:pt x="256917" y="53484"/>
                </a:lnTo>
                <a:lnTo>
                  <a:pt x="166729" y="870"/>
                </a:lnTo>
                <a:lnTo>
                  <a:pt x="164775" y="107"/>
                </a:lnTo>
                <a:lnTo>
                  <a:pt x="162687" y="0"/>
                </a:lnTo>
                <a:lnTo>
                  <a:pt x="160653" y="522"/>
                </a:lnTo>
                <a:lnTo>
                  <a:pt x="158901" y="1659"/>
                </a:lnTo>
                <a:lnTo>
                  <a:pt x="157576" y="3278"/>
                </a:lnTo>
                <a:lnTo>
                  <a:pt x="156813" y="5232"/>
                </a:lnTo>
                <a:lnTo>
                  <a:pt x="156693" y="7319"/>
                </a:lnTo>
                <a:lnTo>
                  <a:pt x="157228" y="9340"/>
                </a:lnTo>
                <a:lnTo>
                  <a:pt x="158365" y="11106"/>
                </a:lnTo>
                <a:lnTo>
                  <a:pt x="159984" y="12431"/>
                </a:lnTo>
                <a:lnTo>
                  <a:pt x="218892" y="46794"/>
                </a:lnTo>
                <a:lnTo>
                  <a:pt x="121768" y="46794"/>
                </a:lnTo>
                <a:lnTo>
                  <a:pt x="121768" y="593412"/>
                </a:lnTo>
                <a:lnTo>
                  <a:pt x="0" y="593412"/>
                </a:lnTo>
                <a:lnTo>
                  <a:pt x="0" y="606793"/>
                </a:lnTo>
                <a:lnTo>
                  <a:pt x="135149" y="606793"/>
                </a:lnTo>
                <a:lnTo>
                  <a:pt x="135149" y="60175"/>
                </a:lnTo>
                <a:lnTo>
                  <a:pt x="218892" y="60175"/>
                </a:lnTo>
                <a:lnTo>
                  <a:pt x="159984" y="945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4securityexperts">
            <a:extLst xmlns:a="http://schemas.openxmlformats.org/drawingml/2006/main">
              <a:ext uri="{FF2B5EF4-FFF2-40B4-BE49-F238E27FC236}">
                <a16:creationId xmlns:a16="http://schemas.microsoft.com/office/drawing/2014/main" id="{35843F1F-5756-4FB0-8318-C7A8F33A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2564" y="1818527"/>
            <a:ext cx="1499984" cy="194253"/>
          </a:xfrm>
          <a:custGeom xmlns:a="http://schemas.openxmlformats.org/drawingml/2006/main">
            <a:pathLst>
              <a:path w="1499984" h="194253">
                <a:moveTo>
                  <a:pt x="95980" y="96085"/>
                </a:moveTo>
                <a:lnTo>
                  <a:pt x="95980" y="110883"/>
                </a:lnTo>
                <a:lnTo>
                  <a:pt x="77014" y="110883"/>
                </a:lnTo>
                <a:lnTo>
                  <a:pt x="77014" y="148191"/>
                </a:lnTo>
                <a:lnTo>
                  <a:pt x="59818" y="148191"/>
                </a:lnTo>
                <a:lnTo>
                  <a:pt x="59818" y="110883"/>
                </a:lnTo>
                <a:lnTo>
                  <a:pt x="0" y="110883"/>
                </a:lnTo>
                <a:lnTo>
                  <a:pt x="0" y="97544"/>
                </a:lnTo>
                <a:lnTo>
                  <a:pt x="65550" y="3960"/>
                </a:lnTo>
                <a:lnTo>
                  <a:pt x="77014" y="3960"/>
                </a:lnTo>
                <a:lnTo>
                  <a:pt x="77014" y="96085"/>
                </a:lnTo>
                <a:lnTo>
                  <a:pt x="95980" y="96085"/>
                </a:lnTo>
                <a:moveTo>
                  <a:pt x="59818" y="96085"/>
                </a:moveTo>
                <a:lnTo>
                  <a:pt x="59818" y="25949"/>
                </a:lnTo>
                <a:lnTo>
                  <a:pt x="10213" y="96085"/>
                </a:lnTo>
                <a:lnTo>
                  <a:pt x="59818" y="96085"/>
                </a:lnTo>
                <a:close/>
                <a:moveTo>
                  <a:pt x="225603" y="50022"/>
                </a:moveTo>
                <a:lnTo>
                  <a:pt x="225603" y="82328"/>
                </a:lnTo>
                <a:lnTo>
                  <a:pt x="222164" y="82328"/>
                </a:lnTo>
                <a:cubicBezTo>
                  <a:pt x="219524" y="72196"/>
                  <a:pt x="216137" y="65304"/>
                  <a:pt x="212003" y="61652"/>
                </a:cubicBezTo>
                <a:cubicBezTo>
                  <a:pt x="207869" y="57998"/>
                  <a:pt x="202606" y="56171"/>
                  <a:pt x="196215" y="56171"/>
                </a:cubicBezTo>
                <a:cubicBezTo>
                  <a:pt x="191351" y="56171"/>
                  <a:pt x="187426" y="57455"/>
                  <a:pt x="184439" y="60024"/>
                </a:cubicBezTo>
                <a:cubicBezTo>
                  <a:pt x="181451" y="62590"/>
                  <a:pt x="179957" y="65435"/>
                  <a:pt x="179957" y="68559"/>
                </a:cubicBezTo>
                <a:cubicBezTo>
                  <a:pt x="179957" y="72446"/>
                  <a:pt x="181069" y="75776"/>
                  <a:pt x="183292" y="78551"/>
                </a:cubicBezTo>
                <a:cubicBezTo>
                  <a:pt x="185446" y="81397"/>
                  <a:pt x="189823" y="84416"/>
                  <a:pt x="196423" y="87607"/>
                </a:cubicBezTo>
                <a:lnTo>
                  <a:pt x="211638" y="95000"/>
                </a:lnTo>
                <a:cubicBezTo>
                  <a:pt x="225742" y="101869"/>
                  <a:pt x="232794" y="110926"/>
                  <a:pt x="232794" y="122170"/>
                </a:cubicBezTo>
                <a:cubicBezTo>
                  <a:pt x="232794" y="130844"/>
                  <a:pt x="229511" y="137836"/>
                  <a:pt x="222945" y="143147"/>
                </a:cubicBezTo>
                <a:cubicBezTo>
                  <a:pt x="216380" y="148455"/>
                  <a:pt x="209033" y="151109"/>
                  <a:pt x="200904" y="151109"/>
                </a:cubicBezTo>
                <a:cubicBezTo>
                  <a:pt x="195068" y="151109"/>
                  <a:pt x="188399" y="150067"/>
                  <a:pt x="180895" y="147983"/>
                </a:cubicBezTo>
                <a:cubicBezTo>
                  <a:pt x="178603" y="147288"/>
                  <a:pt x="176727" y="146941"/>
                  <a:pt x="175268" y="146941"/>
                </a:cubicBezTo>
                <a:cubicBezTo>
                  <a:pt x="173670" y="146941"/>
                  <a:pt x="172419" y="147844"/>
                  <a:pt x="171516" y="149650"/>
                </a:cubicBezTo>
                <a:lnTo>
                  <a:pt x="168077" y="149650"/>
                </a:lnTo>
                <a:lnTo>
                  <a:pt x="168077" y="115468"/>
                </a:lnTo>
                <a:lnTo>
                  <a:pt x="171516" y="115468"/>
                </a:lnTo>
                <a:cubicBezTo>
                  <a:pt x="173461" y="125229"/>
                  <a:pt x="177178" y="132585"/>
                  <a:pt x="182667" y="137535"/>
                </a:cubicBezTo>
                <a:cubicBezTo>
                  <a:pt x="188156" y="142485"/>
                  <a:pt x="194304" y="144961"/>
                  <a:pt x="201113" y="144961"/>
                </a:cubicBezTo>
                <a:cubicBezTo>
                  <a:pt x="205907" y="144961"/>
                  <a:pt x="209815" y="143556"/>
                  <a:pt x="212837" y="140746"/>
                </a:cubicBezTo>
                <a:cubicBezTo>
                  <a:pt x="215859" y="137935"/>
                  <a:pt x="217370" y="134551"/>
                  <a:pt x="217370" y="130595"/>
                </a:cubicBezTo>
                <a:cubicBezTo>
                  <a:pt x="217370" y="125806"/>
                  <a:pt x="215685" y="121781"/>
                  <a:pt x="212316" y="118520"/>
                </a:cubicBezTo>
                <a:cubicBezTo>
                  <a:pt x="208946" y="115259"/>
                  <a:pt x="202224" y="111130"/>
                  <a:pt x="192150" y="106135"/>
                </a:cubicBezTo>
                <a:cubicBezTo>
                  <a:pt x="182076" y="101137"/>
                  <a:pt x="175476" y="96625"/>
                  <a:pt x="172350" y="92600"/>
                </a:cubicBezTo>
                <a:cubicBezTo>
                  <a:pt x="169223" y="88644"/>
                  <a:pt x="167660" y="83647"/>
                  <a:pt x="167660" y="77609"/>
                </a:cubicBezTo>
                <a:cubicBezTo>
                  <a:pt x="167660" y="69767"/>
                  <a:pt x="170352" y="63210"/>
                  <a:pt x="175737" y="57936"/>
                </a:cubicBezTo>
                <a:cubicBezTo>
                  <a:pt x="181121" y="52660"/>
                  <a:pt x="188086" y="50022"/>
                  <a:pt x="196632" y="50022"/>
                </a:cubicBezTo>
                <a:cubicBezTo>
                  <a:pt x="200383" y="50022"/>
                  <a:pt x="204934" y="50821"/>
                  <a:pt x="210283" y="52419"/>
                </a:cubicBezTo>
                <a:cubicBezTo>
                  <a:pt x="213827" y="53461"/>
                  <a:pt x="216189" y="53982"/>
                  <a:pt x="217370" y="53982"/>
                </a:cubicBezTo>
                <a:cubicBezTo>
                  <a:pt x="218482" y="53982"/>
                  <a:pt x="219350" y="53739"/>
                  <a:pt x="219975" y="53253"/>
                </a:cubicBezTo>
                <a:cubicBezTo>
                  <a:pt x="220601" y="52767"/>
                  <a:pt x="221330" y="51690"/>
                  <a:pt x="222164" y="50022"/>
                </a:cubicBezTo>
                <a:lnTo>
                  <a:pt x="225603" y="50022"/>
                </a:lnTo>
                <a:close/>
                <a:moveTo>
                  <a:pt x="263589" y="88790"/>
                </a:moveTo>
                <a:cubicBezTo>
                  <a:pt x="263520" y="102930"/>
                  <a:pt x="266959" y="114021"/>
                  <a:pt x="273906" y="122063"/>
                </a:cubicBezTo>
                <a:cubicBezTo>
                  <a:pt x="280854" y="130103"/>
                  <a:pt x="289017" y="134122"/>
                  <a:pt x="298396" y="134122"/>
                </a:cubicBezTo>
                <a:cubicBezTo>
                  <a:pt x="304649" y="134122"/>
                  <a:pt x="310085" y="132403"/>
                  <a:pt x="314706" y="128964"/>
                </a:cubicBezTo>
                <a:cubicBezTo>
                  <a:pt x="319326" y="125525"/>
                  <a:pt x="323199" y="119637"/>
                  <a:pt x="326325" y="111300"/>
                </a:cubicBezTo>
                <a:lnTo>
                  <a:pt x="329556" y="113384"/>
                </a:lnTo>
                <a:cubicBezTo>
                  <a:pt x="328097" y="122902"/>
                  <a:pt x="323859" y="131569"/>
                  <a:pt x="316842" y="139385"/>
                </a:cubicBezTo>
                <a:cubicBezTo>
                  <a:pt x="309825" y="147201"/>
                  <a:pt x="301036" y="151109"/>
                  <a:pt x="290476" y="151109"/>
                </a:cubicBezTo>
                <a:cubicBezTo>
                  <a:pt x="279013" y="151109"/>
                  <a:pt x="269199" y="146655"/>
                  <a:pt x="261036" y="137747"/>
                </a:cubicBezTo>
                <a:cubicBezTo>
                  <a:pt x="252872" y="128837"/>
                  <a:pt x="248791" y="116859"/>
                  <a:pt x="248791" y="101813"/>
                </a:cubicBezTo>
                <a:cubicBezTo>
                  <a:pt x="248791" y="85521"/>
                  <a:pt x="252977" y="72817"/>
                  <a:pt x="261348" y="63700"/>
                </a:cubicBezTo>
                <a:cubicBezTo>
                  <a:pt x="269720" y="54582"/>
                  <a:pt x="280228" y="50022"/>
                  <a:pt x="292873" y="50022"/>
                </a:cubicBezTo>
                <a:cubicBezTo>
                  <a:pt x="303572" y="50022"/>
                  <a:pt x="312361" y="53540"/>
                  <a:pt x="319239" y="60574"/>
                </a:cubicBezTo>
                <a:cubicBezTo>
                  <a:pt x="326117" y="67606"/>
                  <a:pt x="329556" y="77011"/>
                  <a:pt x="329556" y="88790"/>
                </a:cubicBezTo>
                <a:lnTo>
                  <a:pt x="263589" y="88790"/>
                </a:lnTo>
                <a:moveTo>
                  <a:pt x="263589" y="82745"/>
                </a:moveTo>
                <a:lnTo>
                  <a:pt x="307775" y="82745"/>
                </a:lnTo>
                <a:cubicBezTo>
                  <a:pt x="307428" y="76631"/>
                  <a:pt x="306699" y="72324"/>
                  <a:pt x="305587" y="69823"/>
                </a:cubicBezTo>
                <a:cubicBezTo>
                  <a:pt x="303850" y="65932"/>
                  <a:pt x="301262" y="62875"/>
                  <a:pt x="297823" y="60652"/>
                </a:cubicBezTo>
                <a:cubicBezTo>
                  <a:pt x="294384" y="58429"/>
                  <a:pt x="290789" y="57317"/>
                  <a:pt x="287037" y="57317"/>
                </a:cubicBezTo>
                <a:cubicBezTo>
                  <a:pt x="281271" y="57317"/>
                  <a:pt x="276112" y="59558"/>
                  <a:pt x="271561" y="64039"/>
                </a:cubicBezTo>
                <a:cubicBezTo>
                  <a:pt x="267011" y="68520"/>
                  <a:pt x="264353" y="74756"/>
                  <a:pt x="263589" y="82745"/>
                </a:cubicBezTo>
                <a:close/>
                <a:moveTo>
                  <a:pt x="423624" y="111925"/>
                </a:moveTo>
                <a:cubicBezTo>
                  <a:pt x="421054" y="124500"/>
                  <a:pt x="416017" y="134174"/>
                  <a:pt x="408513" y="140948"/>
                </a:cubicBezTo>
                <a:cubicBezTo>
                  <a:pt x="401010" y="147722"/>
                  <a:pt x="392708" y="151109"/>
                  <a:pt x="383606" y="151109"/>
                </a:cubicBezTo>
                <a:cubicBezTo>
                  <a:pt x="372768" y="151109"/>
                  <a:pt x="363320" y="146564"/>
                  <a:pt x="355260" y="137473"/>
                </a:cubicBezTo>
                <a:cubicBezTo>
                  <a:pt x="347201" y="128381"/>
                  <a:pt x="343172" y="116096"/>
                  <a:pt x="343172" y="100618"/>
                </a:cubicBezTo>
                <a:cubicBezTo>
                  <a:pt x="343172" y="85626"/>
                  <a:pt x="347635" y="73446"/>
                  <a:pt x="356563" y="64078"/>
                </a:cubicBezTo>
                <a:cubicBezTo>
                  <a:pt x="365491" y="54708"/>
                  <a:pt x="376207" y="50022"/>
                  <a:pt x="388713" y="50022"/>
                </a:cubicBezTo>
                <a:cubicBezTo>
                  <a:pt x="398092" y="50022"/>
                  <a:pt x="405804" y="52498"/>
                  <a:pt x="411848" y="57451"/>
                </a:cubicBezTo>
                <a:cubicBezTo>
                  <a:pt x="417892" y="62401"/>
                  <a:pt x="420915" y="67542"/>
                  <a:pt x="420915" y="72874"/>
                </a:cubicBezTo>
                <a:cubicBezTo>
                  <a:pt x="420915" y="75506"/>
                  <a:pt x="420064" y="77636"/>
                  <a:pt x="418361" y="79264"/>
                </a:cubicBezTo>
                <a:cubicBezTo>
                  <a:pt x="416659" y="80890"/>
                  <a:pt x="414280" y="81703"/>
                  <a:pt x="411223" y="81703"/>
                </a:cubicBezTo>
                <a:cubicBezTo>
                  <a:pt x="407124" y="81703"/>
                  <a:pt x="404032" y="80383"/>
                  <a:pt x="401948" y="77743"/>
                </a:cubicBezTo>
                <a:cubicBezTo>
                  <a:pt x="400767" y="76284"/>
                  <a:pt x="399985" y="73505"/>
                  <a:pt x="399603" y="69406"/>
                </a:cubicBezTo>
                <a:cubicBezTo>
                  <a:pt x="399221" y="65307"/>
                  <a:pt x="397814" y="62181"/>
                  <a:pt x="395382" y="60027"/>
                </a:cubicBezTo>
                <a:cubicBezTo>
                  <a:pt x="392951" y="57943"/>
                  <a:pt x="389581" y="56900"/>
                  <a:pt x="385274" y="56900"/>
                </a:cubicBezTo>
                <a:cubicBezTo>
                  <a:pt x="378326" y="56900"/>
                  <a:pt x="372733" y="59471"/>
                  <a:pt x="368495" y="64612"/>
                </a:cubicBezTo>
                <a:cubicBezTo>
                  <a:pt x="362868" y="71421"/>
                  <a:pt x="360054" y="80418"/>
                  <a:pt x="360054" y="91603"/>
                </a:cubicBezTo>
                <a:cubicBezTo>
                  <a:pt x="360054" y="102997"/>
                  <a:pt x="362851" y="113054"/>
                  <a:pt x="368443" y="121773"/>
                </a:cubicBezTo>
                <a:cubicBezTo>
                  <a:pt x="374036" y="130492"/>
                  <a:pt x="381592" y="134852"/>
                  <a:pt x="391110" y="134852"/>
                </a:cubicBezTo>
                <a:cubicBezTo>
                  <a:pt x="397918" y="134852"/>
                  <a:pt x="404032" y="132524"/>
                  <a:pt x="409451" y="127870"/>
                </a:cubicBezTo>
                <a:cubicBezTo>
                  <a:pt x="413272" y="124674"/>
                  <a:pt x="416989" y="118872"/>
                  <a:pt x="420602" y="110466"/>
                </a:cubicBezTo>
                <a:lnTo>
                  <a:pt x="423624" y="111925"/>
                </a:lnTo>
                <a:close/>
                <a:moveTo>
                  <a:pt x="521235" y="52732"/>
                </a:moveTo>
                <a:lnTo>
                  <a:pt x="521235" y="110570"/>
                </a:lnTo>
                <a:cubicBezTo>
                  <a:pt x="521235" y="121617"/>
                  <a:pt x="521496" y="128373"/>
                  <a:pt x="522017" y="130840"/>
                </a:cubicBezTo>
                <a:cubicBezTo>
                  <a:pt x="522538" y="133306"/>
                  <a:pt x="523371" y="135026"/>
                  <a:pt x="524518" y="135998"/>
                </a:cubicBezTo>
                <a:cubicBezTo>
                  <a:pt x="525664" y="136971"/>
                  <a:pt x="527002" y="137457"/>
                  <a:pt x="528530" y="137457"/>
                </a:cubicBezTo>
                <a:cubicBezTo>
                  <a:pt x="530684" y="137457"/>
                  <a:pt x="533115" y="136867"/>
                  <a:pt x="535825" y="135686"/>
                </a:cubicBezTo>
                <a:lnTo>
                  <a:pt x="537284" y="139333"/>
                </a:lnTo>
                <a:lnTo>
                  <a:pt x="508730" y="151109"/>
                </a:lnTo>
                <a:lnTo>
                  <a:pt x="504040" y="151109"/>
                </a:lnTo>
                <a:lnTo>
                  <a:pt x="504040" y="130892"/>
                </a:lnTo>
                <a:cubicBezTo>
                  <a:pt x="495842" y="139785"/>
                  <a:pt x="489589" y="145377"/>
                  <a:pt x="485282" y="147670"/>
                </a:cubicBezTo>
                <a:cubicBezTo>
                  <a:pt x="480974" y="149963"/>
                  <a:pt x="476423" y="151109"/>
                  <a:pt x="471630" y="151109"/>
                </a:cubicBezTo>
                <a:cubicBezTo>
                  <a:pt x="466280" y="151109"/>
                  <a:pt x="461643" y="149563"/>
                  <a:pt x="457717" y="146472"/>
                </a:cubicBezTo>
                <a:cubicBezTo>
                  <a:pt x="453792" y="143380"/>
                  <a:pt x="451065" y="139402"/>
                  <a:pt x="449536" y="134539"/>
                </a:cubicBezTo>
                <a:cubicBezTo>
                  <a:pt x="448008" y="129676"/>
                  <a:pt x="447244" y="122798"/>
                  <a:pt x="447244" y="113905"/>
                </a:cubicBezTo>
                <a:lnTo>
                  <a:pt x="447244" y="71282"/>
                </a:lnTo>
                <a:cubicBezTo>
                  <a:pt x="447244" y="66766"/>
                  <a:pt x="446757" y="63640"/>
                  <a:pt x="445785" y="61903"/>
                </a:cubicBezTo>
                <a:cubicBezTo>
                  <a:pt x="444812" y="60166"/>
                  <a:pt x="443371" y="58828"/>
                  <a:pt x="441460" y="57890"/>
                </a:cubicBezTo>
                <a:cubicBezTo>
                  <a:pt x="439549" y="56952"/>
                  <a:pt x="436093" y="56518"/>
                  <a:pt x="431091" y="56588"/>
                </a:cubicBezTo>
                <a:lnTo>
                  <a:pt x="431091" y="52732"/>
                </a:lnTo>
                <a:lnTo>
                  <a:pt x="464543" y="52732"/>
                </a:lnTo>
                <a:lnTo>
                  <a:pt x="464543" y="116458"/>
                </a:lnTo>
                <a:cubicBezTo>
                  <a:pt x="464543" y="125329"/>
                  <a:pt x="466089" y="131151"/>
                  <a:pt x="469181" y="133924"/>
                </a:cubicBezTo>
                <a:cubicBezTo>
                  <a:pt x="472272" y="136696"/>
                  <a:pt x="476007" y="138082"/>
                  <a:pt x="480384" y="138082"/>
                </a:cubicBezTo>
                <a:cubicBezTo>
                  <a:pt x="483371" y="138082"/>
                  <a:pt x="486758" y="137147"/>
                  <a:pt x="490544" y="135275"/>
                </a:cubicBezTo>
                <a:cubicBezTo>
                  <a:pt x="494331" y="133404"/>
                  <a:pt x="498829" y="129835"/>
                  <a:pt x="504040" y="124571"/>
                </a:cubicBezTo>
                <a:lnTo>
                  <a:pt x="504040" y="70621"/>
                </a:lnTo>
                <a:cubicBezTo>
                  <a:pt x="504040" y="65215"/>
                  <a:pt x="503050" y="61560"/>
                  <a:pt x="501070" y="59656"/>
                </a:cubicBezTo>
                <a:cubicBezTo>
                  <a:pt x="499090" y="57749"/>
                  <a:pt x="494973" y="56727"/>
                  <a:pt x="488721" y="56588"/>
                </a:cubicBezTo>
                <a:lnTo>
                  <a:pt x="488721" y="52732"/>
                </a:lnTo>
                <a:lnTo>
                  <a:pt x="521235" y="52732"/>
                </a:lnTo>
                <a:close/>
                <a:moveTo>
                  <a:pt x="572530" y="50022"/>
                </a:moveTo>
                <a:lnTo>
                  <a:pt x="572530" y="71490"/>
                </a:lnTo>
                <a:cubicBezTo>
                  <a:pt x="580520" y="57178"/>
                  <a:pt x="588718" y="50022"/>
                  <a:pt x="597124" y="50022"/>
                </a:cubicBezTo>
                <a:cubicBezTo>
                  <a:pt x="600946" y="50022"/>
                  <a:pt x="604107" y="51186"/>
                  <a:pt x="606608" y="53513"/>
                </a:cubicBezTo>
                <a:cubicBezTo>
                  <a:pt x="609109" y="55841"/>
                  <a:pt x="610360" y="58533"/>
                  <a:pt x="610360" y="61590"/>
                </a:cubicBezTo>
                <a:cubicBezTo>
                  <a:pt x="610360" y="64300"/>
                  <a:pt x="609456" y="66592"/>
                  <a:pt x="607650" y="68468"/>
                </a:cubicBezTo>
                <a:cubicBezTo>
                  <a:pt x="605844" y="70344"/>
                  <a:pt x="603690" y="71282"/>
                  <a:pt x="601189" y="71282"/>
                </a:cubicBezTo>
                <a:cubicBezTo>
                  <a:pt x="598757" y="71282"/>
                  <a:pt x="596030" y="70083"/>
                  <a:pt x="593008" y="67686"/>
                </a:cubicBezTo>
                <a:cubicBezTo>
                  <a:pt x="589986" y="65290"/>
                  <a:pt x="587745" y="64091"/>
                  <a:pt x="586286" y="64091"/>
                </a:cubicBezTo>
                <a:cubicBezTo>
                  <a:pt x="585036" y="64091"/>
                  <a:pt x="583681" y="64784"/>
                  <a:pt x="582222" y="66169"/>
                </a:cubicBezTo>
                <a:cubicBezTo>
                  <a:pt x="579096" y="69011"/>
                  <a:pt x="575865" y="73688"/>
                  <a:pt x="572530" y="80202"/>
                </a:cubicBezTo>
                <a:lnTo>
                  <a:pt x="572530" y="125834"/>
                </a:lnTo>
                <a:cubicBezTo>
                  <a:pt x="572530" y="131099"/>
                  <a:pt x="573190" y="135083"/>
                  <a:pt x="574510" y="137786"/>
                </a:cubicBezTo>
                <a:cubicBezTo>
                  <a:pt x="575413" y="139658"/>
                  <a:pt x="577011" y="141218"/>
                  <a:pt x="579304" y="142466"/>
                </a:cubicBezTo>
                <a:cubicBezTo>
                  <a:pt x="581597" y="143712"/>
                  <a:pt x="584897" y="144335"/>
                  <a:pt x="589204" y="144335"/>
                </a:cubicBezTo>
                <a:lnTo>
                  <a:pt x="589204" y="148191"/>
                </a:lnTo>
                <a:lnTo>
                  <a:pt x="540328" y="148191"/>
                </a:lnTo>
                <a:lnTo>
                  <a:pt x="540328" y="144335"/>
                </a:lnTo>
                <a:cubicBezTo>
                  <a:pt x="545192" y="144335"/>
                  <a:pt x="548804" y="143573"/>
                  <a:pt x="551166" y="142049"/>
                </a:cubicBezTo>
                <a:cubicBezTo>
                  <a:pt x="552903" y="140940"/>
                  <a:pt x="554119" y="139171"/>
                  <a:pt x="554814" y="136744"/>
                </a:cubicBezTo>
                <a:cubicBezTo>
                  <a:pt x="555161" y="135565"/>
                  <a:pt x="555335" y="132203"/>
                  <a:pt x="555335" y="126658"/>
                </a:cubicBezTo>
                <a:lnTo>
                  <a:pt x="555335" y="89744"/>
                </a:lnTo>
                <a:cubicBezTo>
                  <a:pt x="555335" y="78652"/>
                  <a:pt x="555109" y="72049"/>
                  <a:pt x="554658" y="69937"/>
                </a:cubicBezTo>
                <a:cubicBezTo>
                  <a:pt x="554206" y="67822"/>
                  <a:pt x="553372" y="66280"/>
                  <a:pt x="552156" y="65309"/>
                </a:cubicBezTo>
                <a:cubicBezTo>
                  <a:pt x="550941" y="64339"/>
                  <a:pt x="549430" y="63853"/>
                  <a:pt x="547623" y="63853"/>
                </a:cubicBezTo>
                <a:cubicBezTo>
                  <a:pt x="545469" y="63853"/>
                  <a:pt x="543038" y="64373"/>
                  <a:pt x="540328" y="65413"/>
                </a:cubicBezTo>
                <a:lnTo>
                  <a:pt x="539286" y="61668"/>
                </a:lnTo>
                <a:lnTo>
                  <a:pt x="568153" y="50022"/>
                </a:lnTo>
                <a:lnTo>
                  <a:pt x="572530" y="50022"/>
                </a:lnTo>
                <a:close/>
                <a:moveTo>
                  <a:pt x="640471" y="0"/>
                </a:moveTo>
                <a:cubicBezTo>
                  <a:pt x="643389" y="0"/>
                  <a:pt x="645873" y="1030"/>
                  <a:pt x="647923" y="3091"/>
                </a:cubicBezTo>
                <a:cubicBezTo>
                  <a:pt x="649972" y="5149"/>
                  <a:pt x="650997" y="7644"/>
                  <a:pt x="650997" y="10578"/>
                </a:cubicBezTo>
                <a:cubicBezTo>
                  <a:pt x="650997" y="13511"/>
                  <a:pt x="649972" y="16025"/>
                  <a:pt x="647923" y="18120"/>
                </a:cubicBezTo>
                <a:cubicBezTo>
                  <a:pt x="645873" y="20213"/>
                  <a:pt x="643389" y="21259"/>
                  <a:pt x="640471" y="21259"/>
                </a:cubicBezTo>
                <a:cubicBezTo>
                  <a:pt x="637553" y="21259"/>
                  <a:pt x="635052" y="20213"/>
                  <a:pt x="632968" y="18120"/>
                </a:cubicBezTo>
                <a:cubicBezTo>
                  <a:pt x="630884" y="16025"/>
                  <a:pt x="629842" y="13511"/>
                  <a:pt x="629842" y="10578"/>
                </a:cubicBezTo>
                <a:cubicBezTo>
                  <a:pt x="629842" y="7644"/>
                  <a:pt x="630866" y="5149"/>
                  <a:pt x="632916" y="3091"/>
                </a:cubicBezTo>
                <a:cubicBezTo>
                  <a:pt x="634965" y="1030"/>
                  <a:pt x="637484" y="0"/>
                  <a:pt x="640471" y="0"/>
                </a:cubicBezTo>
                <a:moveTo>
                  <a:pt x="649121" y="50022"/>
                </a:moveTo>
                <a:lnTo>
                  <a:pt x="649121" y="126554"/>
                </a:lnTo>
                <a:cubicBezTo>
                  <a:pt x="649121" y="132516"/>
                  <a:pt x="649555" y="136485"/>
                  <a:pt x="650424" y="138460"/>
                </a:cubicBezTo>
                <a:cubicBezTo>
                  <a:pt x="651292" y="140436"/>
                  <a:pt x="652577" y="141909"/>
                  <a:pt x="654280" y="142880"/>
                </a:cubicBezTo>
                <a:cubicBezTo>
                  <a:pt x="655982" y="143850"/>
                  <a:pt x="659091" y="144335"/>
                  <a:pt x="663607" y="144335"/>
                </a:cubicBezTo>
                <a:lnTo>
                  <a:pt x="663607" y="148191"/>
                </a:lnTo>
                <a:lnTo>
                  <a:pt x="617232" y="148191"/>
                </a:lnTo>
                <a:lnTo>
                  <a:pt x="617232" y="144335"/>
                </a:lnTo>
                <a:cubicBezTo>
                  <a:pt x="621887" y="144335"/>
                  <a:pt x="625013" y="143885"/>
                  <a:pt x="626611" y="142984"/>
                </a:cubicBezTo>
                <a:cubicBezTo>
                  <a:pt x="628209" y="142083"/>
                  <a:pt x="629477" y="140592"/>
                  <a:pt x="630415" y="138512"/>
                </a:cubicBezTo>
                <a:cubicBezTo>
                  <a:pt x="631353" y="136432"/>
                  <a:pt x="631822" y="132446"/>
                  <a:pt x="631822" y="126554"/>
                </a:cubicBezTo>
                <a:lnTo>
                  <a:pt x="631822" y="89848"/>
                </a:lnTo>
                <a:cubicBezTo>
                  <a:pt x="631822" y="79518"/>
                  <a:pt x="631509" y="72829"/>
                  <a:pt x="630884" y="69780"/>
                </a:cubicBezTo>
                <a:cubicBezTo>
                  <a:pt x="630397" y="67562"/>
                  <a:pt x="629633" y="66019"/>
                  <a:pt x="628591" y="65153"/>
                </a:cubicBezTo>
                <a:cubicBezTo>
                  <a:pt x="627549" y="64286"/>
                  <a:pt x="626125" y="63853"/>
                  <a:pt x="624318" y="63853"/>
                </a:cubicBezTo>
                <a:cubicBezTo>
                  <a:pt x="622373" y="63853"/>
                  <a:pt x="620011" y="64373"/>
                  <a:pt x="617232" y="65413"/>
                </a:cubicBezTo>
                <a:lnTo>
                  <a:pt x="615773" y="61668"/>
                </a:lnTo>
                <a:lnTo>
                  <a:pt x="644536" y="50022"/>
                </a:lnTo>
                <a:lnTo>
                  <a:pt x="649121" y="50022"/>
                </a:lnTo>
                <a:close/>
                <a:moveTo>
                  <a:pt x="703457" y="21259"/>
                </a:moveTo>
                <a:lnTo>
                  <a:pt x="703457" y="52732"/>
                </a:lnTo>
                <a:lnTo>
                  <a:pt x="725758" y="52732"/>
                </a:lnTo>
                <a:lnTo>
                  <a:pt x="725758" y="60027"/>
                </a:lnTo>
                <a:lnTo>
                  <a:pt x="703457" y="60027"/>
                </a:lnTo>
                <a:lnTo>
                  <a:pt x="703457" y="121845"/>
                </a:lnTo>
                <a:cubicBezTo>
                  <a:pt x="703457" y="128022"/>
                  <a:pt x="704343" y="132186"/>
                  <a:pt x="706114" y="134337"/>
                </a:cubicBezTo>
                <a:cubicBezTo>
                  <a:pt x="707886" y="136487"/>
                  <a:pt x="710161" y="137561"/>
                  <a:pt x="712940" y="137561"/>
                </a:cubicBezTo>
                <a:cubicBezTo>
                  <a:pt x="715233" y="137561"/>
                  <a:pt x="717456" y="136849"/>
                  <a:pt x="719610" y="135425"/>
                </a:cubicBezTo>
                <a:cubicBezTo>
                  <a:pt x="721763" y="134001"/>
                  <a:pt x="723431" y="131899"/>
                  <a:pt x="724612" y="129120"/>
                </a:cubicBezTo>
                <a:lnTo>
                  <a:pt x="728676" y="129120"/>
                </a:lnTo>
                <a:cubicBezTo>
                  <a:pt x="726245" y="135948"/>
                  <a:pt x="722806" y="141112"/>
                  <a:pt x="718359" y="144612"/>
                </a:cubicBezTo>
                <a:cubicBezTo>
                  <a:pt x="713913" y="148110"/>
                  <a:pt x="709327" y="149859"/>
                  <a:pt x="704603" y="149859"/>
                </a:cubicBezTo>
                <a:cubicBezTo>
                  <a:pt x="701407" y="149859"/>
                  <a:pt x="698281" y="148972"/>
                  <a:pt x="695224" y="147198"/>
                </a:cubicBezTo>
                <a:cubicBezTo>
                  <a:pt x="692167" y="145424"/>
                  <a:pt x="689909" y="142886"/>
                  <a:pt x="688450" y="139584"/>
                </a:cubicBezTo>
                <a:cubicBezTo>
                  <a:pt x="686991" y="136279"/>
                  <a:pt x="686262" y="131184"/>
                  <a:pt x="686262" y="124297"/>
                </a:cubicBezTo>
                <a:lnTo>
                  <a:pt x="686262" y="60027"/>
                </a:lnTo>
                <a:lnTo>
                  <a:pt x="671151" y="60027"/>
                </a:lnTo>
                <a:lnTo>
                  <a:pt x="671151" y="56588"/>
                </a:lnTo>
                <a:cubicBezTo>
                  <a:pt x="674972" y="55055"/>
                  <a:pt x="678880" y="52459"/>
                  <a:pt x="682875" y="48801"/>
                </a:cubicBezTo>
                <a:cubicBezTo>
                  <a:pt x="686869" y="45143"/>
                  <a:pt x="690430" y="40805"/>
                  <a:pt x="693556" y="35787"/>
                </a:cubicBezTo>
                <a:cubicBezTo>
                  <a:pt x="695154" y="33141"/>
                  <a:pt x="697378" y="28298"/>
                  <a:pt x="700226" y="21259"/>
                </a:cubicBezTo>
                <a:lnTo>
                  <a:pt x="703457" y="21259"/>
                </a:lnTo>
                <a:close/>
                <a:moveTo>
                  <a:pt x="729863" y="52732"/>
                </a:moveTo>
                <a:lnTo>
                  <a:pt x="774362" y="52732"/>
                </a:lnTo>
                <a:lnTo>
                  <a:pt x="774362" y="56588"/>
                </a:lnTo>
                <a:lnTo>
                  <a:pt x="772173" y="56588"/>
                </a:lnTo>
                <a:cubicBezTo>
                  <a:pt x="769047" y="56588"/>
                  <a:pt x="766702" y="57265"/>
                  <a:pt x="765139" y="58620"/>
                </a:cubicBezTo>
                <a:cubicBezTo>
                  <a:pt x="763576" y="59975"/>
                  <a:pt x="762794" y="61659"/>
                  <a:pt x="762794" y="63674"/>
                </a:cubicBezTo>
                <a:cubicBezTo>
                  <a:pt x="762794" y="66384"/>
                  <a:pt x="763941" y="70135"/>
                  <a:pt x="766233" y="74929"/>
                </a:cubicBezTo>
                <a:lnTo>
                  <a:pt x="789473" y="123076"/>
                </a:lnTo>
                <a:lnTo>
                  <a:pt x="810837" y="70344"/>
                </a:lnTo>
                <a:cubicBezTo>
                  <a:pt x="812018" y="67495"/>
                  <a:pt x="812608" y="64682"/>
                  <a:pt x="812608" y="61903"/>
                </a:cubicBezTo>
                <a:cubicBezTo>
                  <a:pt x="812608" y="60652"/>
                  <a:pt x="812365" y="59714"/>
                  <a:pt x="811879" y="59089"/>
                </a:cubicBezTo>
                <a:cubicBezTo>
                  <a:pt x="811323" y="58325"/>
                  <a:pt x="810454" y="57717"/>
                  <a:pt x="809273" y="57265"/>
                </a:cubicBezTo>
                <a:cubicBezTo>
                  <a:pt x="808092" y="56814"/>
                  <a:pt x="806008" y="56588"/>
                  <a:pt x="803021" y="56588"/>
                </a:cubicBezTo>
                <a:lnTo>
                  <a:pt x="803021" y="52732"/>
                </a:lnTo>
                <a:lnTo>
                  <a:pt x="834076" y="52732"/>
                </a:lnTo>
                <a:lnTo>
                  <a:pt x="834076" y="56588"/>
                </a:lnTo>
                <a:cubicBezTo>
                  <a:pt x="831506" y="56866"/>
                  <a:pt x="829525" y="57421"/>
                  <a:pt x="828136" y="58255"/>
                </a:cubicBezTo>
                <a:cubicBezTo>
                  <a:pt x="826746" y="59089"/>
                  <a:pt x="825218" y="60652"/>
                  <a:pt x="823551" y="62945"/>
                </a:cubicBezTo>
                <a:cubicBezTo>
                  <a:pt x="822925" y="63917"/>
                  <a:pt x="821744" y="66592"/>
                  <a:pt x="820007" y="70969"/>
                </a:cubicBezTo>
                <a:lnTo>
                  <a:pt x="781136" y="166220"/>
                </a:lnTo>
                <a:cubicBezTo>
                  <a:pt x="777384" y="175460"/>
                  <a:pt x="772469" y="182443"/>
                  <a:pt x="766390" y="187167"/>
                </a:cubicBezTo>
                <a:cubicBezTo>
                  <a:pt x="760311" y="191891"/>
                  <a:pt x="754457" y="194253"/>
                  <a:pt x="748830" y="194253"/>
                </a:cubicBezTo>
                <a:cubicBezTo>
                  <a:pt x="744731" y="194253"/>
                  <a:pt x="741361" y="193086"/>
                  <a:pt x="738721" y="190752"/>
                </a:cubicBezTo>
                <a:cubicBezTo>
                  <a:pt x="736081" y="188418"/>
                  <a:pt x="734761" y="185742"/>
                  <a:pt x="734761" y="182722"/>
                </a:cubicBezTo>
                <a:cubicBezTo>
                  <a:pt x="734761" y="179838"/>
                  <a:pt x="735716" y="177513"/>
                  <a:pt x="737627" y="175746"/>
                </a:cubicBezTo>
                <a:cubicBezTo>
                  <a:pt x="739537" y="173981"/>
                  <a:pt x="742160" y="173098"/>
                  <a:pt x="745495" y="173098"/>
                </a:cubicBezTo>
                <a:cubicBezTo>
                  <a:pt x="747788" y="173098"/>
                  <a:pt x="750914" y="173862"/>
                  <a:pt x="754874" y="175391"/>
                </a:cubicBezTo>
                <a:cubicBezTo>
                  <a:pt x="757653" y="176433"/>
                  <a:pt x="759390" y="176954"/>
                  <a:pt x="760085" y="176954"/>
                </a:cubicBezTo>
                <a:cubicBezTo>
                  <a:pt x="762169" y="176954"/>
                  <a:pt x="764444" y="175869"/>
                  <a:pt x="766911" y="173701"/>
                </a:cubicBezTo>
                <a:cubicBezTo>
                  <a:pt x="769377" y="171534"/>
                  <a:pt x="771861" y="167339"/>
                  <a:pt x="774362" y="161117"/>
                </a:cubicBezTo>
                <a:lnTo>
                  <a:pt x="781136" y="144439"/>
                </a:lnTo>
                <a:lnTo>
                  <a:pt x="746850" y="72428"/>
                </a:lnTo>
                <a:cubicBezTo>
                  <a:pt x="745808" y="70274"/>
                  <a:pt x="744140" y="67600"/>
                  <a:pt x="741847" y="64404"/>
                </a:cubicBezTo>
                <a:cubicBezTo>
                  <a:pt x="740111" y="61972"/>
                  <a:pt x="738686" y="60339"/>
                  <a:pt x="737575" y="59506"/>
                </a:cubicBezTo>
                <a:cubicBezTo>
                  <a:pt x="735977" y="58394"/>
                  <a:pt x="733406" y="57421"/>
                  <a:pt x="729863" y="56588"/>
                </a:cubicBezTo>
                <a:lnTo>
                  <a:pt x="729863" y="52732"/>
                </a:lnTo>
                <a:close/>
                <a:moveTo>
                  <a:pt x="911904" y="88790"/>
                </a:moveTo>
                <a:cubicBezTo>
                  <a:pt x="911834" y="102930"/>
                  <a:pt x="915273" y="114021"/>
                  <a:pt x="922221" y="122063"/>
                </a:cubicBezTo>
                <a:cubicBezTo>
                  <a:pt x="929168" y="130103"/>
                  <a:pt x="937332" y="134122"/>
                  <a:pt x="946711" y="134122"/>
                </a:cubicBezTo>
                <a:cubicBezTo>
                  <a:pt x="952964" y="134122"/>
                  <a:pt x="958400" y="132403"/>
                  <a:pt x="963020" y="128964"/>
                </a:cubicBezTo>
                <a:cubicBezTo>
                  <a:pt x="967640" y="125525"/>
                  <a:pt x="971514" y="119637"/>
                  <a:pt x="974640" y="111300"/>
                </a:cubicBezTo>
                <a:lnTo>
                  <a:pt x="977871" y="113384"/>
                </a:lnTo>
                <a:cubicBezTo>
                  <a:pt x="976412" y="122902"/>
                  <a:pt x="972174" y="131569"/>
                  <a:pt x="965157" y="139385"/>
                </a:cubicBezTo>
                <a:cubicBezTo>
                  <a:pt x="958140" y="147201"/>
                  <a:pt x="949351" y="151109"/>
                  <a:pt x="938791" y="151109"/>
                </a:cubicBezTo>
                <a:cubicBezTo>
                  <a:pt x="927327" y="151109"/>
                  <a:pt x="917514" y="146655"/>
                  <a:pt x="909351" y="137747"/>
                </a:cubicBezTo>
                <a:cubicBezTo>
                  <a:pt x="901187" y="128837"/>
                  <a:pt x="897106" y="116859"/>
                  <a:pt x="897106" y="101813"/>
                </a:cubicBezTo>
                <a:cubicBezTo>
                  <a:pt x="897106" y="85521"/>
                  <a:pt x="901291" y="72817"/>
                  <a:pt x="909663" y="63700"/>
                </a:cubicBezTo>
                <a:cubicBezTo>
                  <a:pt x="918035" y="54582"/>
                  <a:pt x="928543" y="50022"/>
                  <a:pt x="941188" y="50022"/>
                </a:cubicBezTo>
                <a:cubicBezTo>
                  <a:pt x="951887" y="50022"/>
                  <a:pt x="960676" y="53540"/>
                  <a:pt x="967554" y="60574"/>
                </a:cubicBezTo>
                <a:cubicBezTo>
                  <a:pt x="974432" y="67606"/>
                  <a:pt x="977871" y="77011"/>
                  <a:pt x="977871" y="88790"/>
                </a:cubicBezTo>
                <a:lnTo>
                  <a:pt x="911904" y="88790"/>
                </a:lnTo>
                <a:moveTo>
                  <a:pt x="911904" y="82745"/>
                </a:moveTo>
                <a:lnTo>
                  <a:pt x="956090" y="82745"/>
                </a:lnTo>
                <a:cubicBezTo>
                  <a:pt x="955743" y="76631"/>
                  <a:pt x="955013" y="72324"/>
                  <a:pt x="953902" y="69823"/>
                </a:cubicBezTo>
                <a:cubicBezTo>
                  <a:pt x="952165" y="65932"/>
                  <a:pt x="949577" y="62875"/>
                  <a:pt x="946138" y="60652"/>
                </a:cubicBezTo>
                <a:cubicBezTo>
                  <a:pt x="942699" y="58429"/>
                  <a:pt x="939103" y="57317"/>
                  <a:pt x="935352" y="57317"/>
                </a:cubicBezTo>
                <a:cubicBezTo>
                  <a:pt x="929585" y="57317"/>
                  <a:pt x="924427" y="59558"/>
                  <a:pt x="919876" y="64039"/>
                </a:cubicBezTo>
                <a:cubicBezTo>
                  <a:pt x="915325" y="68520"/>
                  <a:pt x="912668" y="74756"/>
                  <a:pt x="911904" y="82745"/>
                </a:cubicBezTo>
                <a:close/>
                <a:moveTo>
                  <a:pt x="987005" y="52732"/>
                </a:moveTo>
                <a:lnTo>
                  <a:pt x="1031921" y="52732"/>
                </a:lnTo>
                <a:lnTo>
                  <a:pt x="1031921" y="56588"/>
                </a:lnTo>
                <a:cubicBezTo>
                  <a:pt x="1029073" y="56588"/>
                  <a:pt x="1027075" y="57074"/>
                  <a:pt x="1025929" y="58047"/>
                </a:cubicBezTo>
                <a:cubicBezTo>
                  <a:pt x="1024782" y="59019"/>
                  <a:pt x="1024209" y="60305"/>
                  <a:pt x="1024209" y="61903"/>
                </a:cubicBezTo>
                <a:cubicBezTo>
                  <a:pt x="1024209" y="63570"/>
                  <a:pt x="1025425" y="66141"/>
                  <a:pt x="1027857" y="69614"/>
                </a:cubicBezTo>
                <a:cubicBezTo>
                  <a:pt x="1028621" y="70726"/>
                  <a:pt x="1029767" y="72463"/>
                  <a:pt x="1031296" y="74825"/>
                </a:cubicBezTo>
                <a:lnTo>
                  <a:pt x="1038070" y="85663"/>
                </a:lnTo>
                <a:lnTo>
                  <a:pt x="1045886" y="74825"/>
                </a:lnTo>
                <a:cubicBezTo>
                  <a:pt x="1050888" y="67947"/>
                  <a:pt x="1053389" y="63605"/>
                  <a:pt x="1053389" y="61798"/>
                </a:cubicBezTo>
                <a:cubicBezTo>
                  <a:pt x="1053389" y="60339"/>
                  <a:pt x="1052798" y="59106"/>
                  <a:pt x="1051617" y="58099"/>
                </a:cubicBezTo>
                <a:cubicBezTo>
                  <a:pt x="1050436" y="57091"/>
                  <a:pt x="1048526" y="56588"/>
                  <a:pt x="1045886" y="56588"/>
                </a:cubicBezTo>
                <a:lnTo>
                  <a:pt x="1045886" y="52732"/>
                </a:lnTo>
                <a:lnTo>
                  <a:pt x="1078192" y="52732"/>
                </a:lnTo>
                <a:lnTo>
                  <a:pt x="1078192" y="56588"/>
                </a:lnTo>
                <a:cubicBezTo>
                  <a:pt x="1074787" y="56796"/>
                  <a:pt x="1071835" y="57734"/>
                  <a:pt x="1069334" y="59402"/>
                </a:cubicBezTo>
                <a:cubicBezTo>
                  <a:pt x="1065929" y="61764"/>
                  <a:pt x="1061274" y="66905"/>
                  <a:pt x="1055369" y="74825"/>
                </a:cubicBezTo>
                <a:lnTo>
                  <a:pt x="1042342" y="92229"/>
                </a:lnTo>
                <a:lnTo>
                  <a:pt x="1066103" y="126342"/>
                </a:lnTo>
                <a:cubicBezTo>
                  <a:pt x="1071939" y="134731"/>
                  <a:pt x="1076107" y="139776"/>
                  <a:pt x="1078609" y="141476"/>
                </a:cubicBezTo>
                <a:cubicBezTo>
                  <a:pt x="1081110" y="143174"/>
                  <a:pt x="1084340" y="144127"/>
                  <a:pt x="1088300" y="144335"/>
                </a:cubicBezTo>
                <a:lnTo>
                  <a:pt x="1088300" y="148191"/>
                </a:lnTo>
                <a:lnTo>
                  <a:pt x="1043280" y="148191"/>
                </a:lnTo>
                <a:lnTo>
                  <a:pt x="1043280" y="144335"/>
                </a:lnTo>
                <a:cubicBezTo>
                  <a:pt x="1046407" y="144335"/>
                  <a:pt x="1048838" y="143643"/>
                  <a:pt x="1050575" y="142257"/>
                </a:cubicBezTo>
                <a:cubicBezTo>
                  <a:pt x="1051895" y="141287"/>
                  <a:pt x="1052555" y="140005"/>
                  <a:pt x="1052555" y="138411"/>
                </a:cubicBezTo>
                <a:cubicBezTo>
                  <a:pt x="1052555" y="136818"/>
                  <a:pt x="1050332" y="132799"/>
                  <a:pt x="1045886" y="126355"/>
                </a:cubicBezTo>
                <a:lnTo>
                  <a:pt x="1031921" y="105985"/>
                </a:lnTo>
                <a:lnTo>
                  <a:pt x="1016602" y="126355"/>
                </a:lnTo>
                <a:cubicBezTo>
                  <a:pt x="1011877" y="132660"/>
                  <a:pt x="1009515" y="136402"/>
                  <a:pt x="1009515" y="137581"/>
                </a:cubicBezTo>
                <a:cubicBezTo>
                  <a:pt x="1009515" y="139244"/>
                  <a:pt x="1010297" y="140751"/>
                  <a:pt x="1011860" y="142101"/>
                </a:cubicBezTo>
                <a:cubicBezTo>
                  <a:pt x="1013423" y="143452"/>
                  <a:pt x="1015768" y="144196"/>
                  <a:pt x="1018894" y="144335"/>
                </a:cubicBezTo>
                <a:lnTo>
                  <a:pt x="1018894" y="148191"/>
                </a:lnTo>
                <a:lnTo>
                  <a:pt x="987735" y="148191"/>
                </a:lnTo>
                <a:lnTo>
                  <a:pt x="987735" y="144335"/>
                </a:lnTo>
                <a:cubicBezTo>
                  <a:pt x="990236" y="143988"/>
                  <a:pt x="992424" y="143122"/>
                  <a:pt x="994300" y="141736"/>
                </a:cubicBezTo>
                <a:cubicBezTo>
                  <a:pt x="996940" y="139726"/>
                  <a:pt x="1001387" y="134597"/>
                  <a:pt x="1007639" y="126349"/>
                </a:cubicBezTo>
                <a:lnTo>
                  <a:pt x="1027648" y="99836"/>
                </a:lnTo>
                <a:lnTo>
                  <a:pt x="1009515" y="73574"/>
                </a:lnTo>
                <a:cubicBezTo>
                  <a:pt x="1004374" y="66071"/>
                  <a:pt x="1000397" y="61364"/>
                  <a:pt x="997583" y="59454"/>
                </a:cubicBezTo>
                <a:cubicBezTo>
                  <a:pt x="994769" y="57543"/>
                  <a:pt x="991243" y="56588"/>
                  <a:pt x="987005" y="56588"/>
                </a:cubicBezTo>
                <a:lnTo>
                  <a:pt x="987005" y="52732"/>
                </a:lnTo>
                <a:close/>
                <a:moveTo>
                  <a:pt x="1091032" y="62121"/>
                </a:moveTo>
                <a:lnTo>
                  <a:pt x="1120420" y="50231"/>
                </a:lnTo>
                <a:lnTo>
                  <a:pt x="1124380" y="50231"/>
                </a:lnTo>
                <a:lnTo>
                  <a:pt x="1124380" y="72532"/>
                </a:lnTo>
                <a:cubicBezTo>
                  <a:pt x="1129313" y="64126"/>
                  <a:pt x="1134263" y="58273"/>
                  <a:pt x="1139230" y="54972"/>
                </a:cubicBezTo>
                <a:cubicBezTo>
                  <a:pt x="1144198" y="51672"/>
                  <a:pt x="1149426" y="50022"/>
                  <a:pt x="1154915" y="50022"/>
                </a:cubicBezTo>
                <a:cubicBezTo>
                  <a:pt x="1164502" y="50022"/>
                  <a:pt x="1172492" y="53770"/>
                  <a:pt x="1178884" y="61264"/>
                </a:cubicBezTo>
                <a:cubicBezTo>
                  <a:pt x="1186734" y="70426"/>
                  <a:pt x="1190660" y="82364"/>
                  <a:pt x="1190660" y="97078"/>
                </a:cubicBezTo>
                <a:cubicBezTo>
                  <a:pt x="1190660" y="113526"/>
                  <a:pt x="1185935" y="127129"/>
                  <a:pt x="1176487" y="137887"/>
                </a:cubicBezTo>
                <a:cubicBezTo>
                  <a:pt x="1168705" y="146702"/>
                  <a:pt x="1158909" y="151109"/>
                  <a:pt x="1147099" y="151109"/>
                </a:cubicBezTo>
                <a:cubicBezTo>
                  <a:pt x="1141957" y="151109"/>
                  <a:pt x="1137511" y="150380"/>
                  <a:pt x="1133759" y="148921"/>
                </a:cubicBezTo>
                <a:cubicBezTo>
                  <a:pt x="1130980" y="147878"/>
                  <a:pt x="1127854" y="145794"/>
                  <a:pt x="1124380" y="142668"/>
                </a:cubicBezTo>
                <a:lnTo>
                  <a:pt x="1124380" y="171743"/>
                </a:lnTo>
                <a:cubicBezTo>
                  <a:pt x="1124380" y="178274"/>
                  <a:pt x="1124780" y="182425"/>
                  <a:pt x="1125579" y="184197"/>
                </a:cubicBezTo>
                <a:cubicBezTo>
                  <a:pt x="1126377" y="185968"/>
                  <a:pt x="1127767" y="187375"/>
                  <a:pt x="1129747" y="188417"/>
                </a:cubicBezTo>
                <a:cubicBezTo>
                  <a:pt x="1131727" y="189460"/>
                  <a:pt x="1135322" y="189981"/>
                  <a:pt x="1140533" y="189981"/>
                </a:cubicBezTo>
                <a:lnTo>
                  <a:pt x="1140533" y="193836"/>
                </a:lnTo>
                <a:lnTo>
                  <a:pt x="1090511" y="193836"/>
                </a:lnTo>
                <a:lnTo>
                  <a:pt x="1090511" y="189981"/>
                </a:lnTo>
                <a:lnTo>
                  <a:pt x="1093116" y="189981"/>
                </a:lnTo>
                <a:cubicBezTo>
                  <a:pt x="1096937" y="190050"/>
                  <a:pt x="1100203" y="189319"/>
                  <a:pt x="1102912" y="187789"/>
                </a:cubicBezTo>
                <a:cubicBezTo>
                  <a:pt x="1104232" y="187025"/>
                  <a:pt x="1105257" y="185790"/>
                  <a:pt x="1105986" y="184086"/>
                </a:cubicBezTo>
                <a:cubicBezTo>
                  <a:pt x="1106716" y="182384"/>
                  <a:pt x="1107081" y="178057"/>
                  <a:pt x="1107081" y="171105"/>
                </a:cubicBezTo>
                <a:lnTo>
                  <a:pt x="1107081" y="80788"/>
                </a:lnTo>
                <a:cubicBezTo>
                  <a:pt x="1107081" y="74600"/>
                  <a:pt x="1106803" y="70673"/>
                  <a:pt x="1106247" y="69005"/>
                </a:cubicBezTo>
                <a:cubicBezTo>
                  <a:pt x="1105691" y="67336"/>
                  <a:pt x="1104805" y="66084"/>
                  <a:pt x="1103590" y="65250"/>
                </a:cubicBezTo>
                <a:cubicBezTo>
                  <a:pt x="1102374" y="64415"/>
                  <a:pt x="1100724" y="63997"/>
                  <a:pt x="1098639" y="63997"/>
                </a:cubicBezTo>
                <a:cubicBezTo>
                  <a:pt x="1096972" y="63997"/>
                  <a:pt x="1094853" y="64483"/>
                  <a:pt x="1092282" y="65456"/>
                </a:cubicBezTo>
                <a:lnTo>
                  <a:pt x="1091032" y="62121"/>
                </a:lnTo>
                <a:moveTo>
                  <a:pt x="1124380" y="78870"/>
                </a:moveTo>
                <a:lnTo>
                  <a:pt x="1124380" y="114465"/>
                </a:lnTo>
                <a:cubicBezTo>
                  <a:pt x="1124380" y="122168"/>
                  <a:pt x="1124693" y="127233"/>
                  <a:pt x="1125318" y="129661"/>
                </a:cubicBezTo>
                <a:cubicBezTo>
                  <a:pt x="1126291" y="133686"/>
                  <a:pt x="1128670" y="137225"/>
                  <a:pt x="1132457" y="140277"/>
                </a:cubicBezTo>
                <a:cubicBezTo>
                  <a:pt x="1136243" y="143330"/>
                  <a:pt x="1141019" y="144856"/>
                  <a:pt x="1146786" y="144856"/>
                </a:cubicBezTo>
                <a:cubicBezTo>
                  <a:pt x="1153733" y="144856"/>
                  <a:pt x="1159361" y="142150"/>
                  <a:pt x="1163668" y="136737"/>
                </a:cubicBezTo>
                <a:cubicBezTo>
                  <a:pt x="1169296" y="129662"/>
                  <a:pt x="1172110" y="119705"/>
                  <a:pt x="1172110" y="106867"/>
                </a:cubicBezTo>
                <a:cubicBezTo>
                  <a:pt x="1172110" y="92297"/>
                  <a:pt x="1168914" y="81092"/>
                  <a:pt x="1162522" y="73252"/>
                </a:cubicBezTo>
                <a:cubicBezTo>
                  <a:pt x="1158076" y="67840"/>
                  <a:pt x="1152796" y="65133"/>
                  <a:pt x="1146682" y="65133"/>
                </a:cubicBezTo>
                <a:cubicBezTo>
                  <a:pt x="1143347" y="65133"/>
                  <a:pt x="1140047" y="65966"/>
                  <a:pt x="1136781" y="67631"/>
                </a:cubicBezTo>
                <a:cubicBezTo>
                  <a:pt x="1134280" y="68879"/>
                  <a:pt x="1130147" y="72626"/>
                  <a:pt x="1124380" y="78870"/>
                </a:cubicBezTo>
                <a:close/>
                <a:moveTo>
                  <a:pt x="1221008" y="88790"/>
                </a:moveTo>
                <a:cubicBezTo>
                  <a:pt x="1220938" y="102930"/>
                  <a:pt x="1224377" y="114021"/>
                  <a:pt x="1231325" y="122063"/>
                </a:cubicBezTo>
                <a:cubicBezTo>
                  <a:pt x="1238272" y="130103"/>
                  <a:pt x="1246436" y="134122"/>
                  <a:pt x="1255815" y="134122"/>
                </a:cubicBezTo>
                <a:cubicBezTo>
                  <a:pt x="1262068" y="134122"/>
                  <a:pt x="1267504" y="132403"/>
                  <a:pt x="1272124" y="128964"/>
                </a:cubicBezTo>
                <a:cubicBezTo>
                  <a:pt x="1276744" y="125525"/>
                  <a:pt x="1280617" y="119637"/>
                  <a:pt x="1283744" y="111300"/>
                </a:cubicBezTo>
                <a:lnTo>
                  <a:pt x="1286974" y="113384"/>
                </a:lnTo>
                <a:cubicBezTo>
                  <a:pt x="1285515" y="122902"/>
                  <a:pt x="1281277" y="131569"/>
                  <a:pt x="1274260" y="139385"/>
                </a:cubicBezTo>
                <a:cubicBezTo>
                  <a:pt x="1267243" y="147201"/>
                  <a:pt x="1258455" y="151109"/>
                  <a:pt x="1247895" y="151109"/>
                </a:cubicBezTo>
                <a:cubicBezTo>
                  <a:pt x="1236431" y="151109"/>
                  <a:pt x="1226618" y="146655"/>
                  <a:pt x="1218454" y="137747"/>
                </a:cubicBezTo>
                <a:cubicBezTo>
                  <a:pt x="1210291" y="128837"/>
                  <a:pt x="1206209" y="116859"/>
                  <a:pt x="1206209" y="101813"/>
                </a:cubicBezTo>
                <a:cubicBezTo>
                  <a:pt x="1206209" y="85521"/>
                  <a:pt x="1210395" y="72817"/>
                  <a:pt x="1218767" y="63700"/>
                </a:cubicBezTo>
                <a:cubicBezTo>
                  <a:pt x="1227139" y="54582"/>
                  <a:pt x="1237647" y="50022"/>
                  <a:pt x="1250291" y="50022"/>
                </a:cubicBezTo>
                <a:cubicBezTo>
                  <a:pt x="1260991" y="50022"/>
                  <a:pt x="1269779" y="53540"/>
                  <a:pt x="1276657" y="60574"/>
                </a:cubicBezTo>
                <a:cubicBezTo>
                  <a:pt x="1283535" y="67606"/>
                  <a:pt x="1286974" y="77011"/>
                  <a:pt x="1286974" y="88790"/>
                </a:cubicBezTo>
                <a:lnTo>
                  <a:pt x="1221008" y="88790"/>
                </a:lnTo>
                <a:moveTo>
                  <a:pt x="1221008" y="82745"/>
                </a:moveTo>
                <a:lnTo>
                  <a:pt x="1265194" y="82745"/>
                </a:lnTo>
                <a:cubicBezTo>
                  <a:pt x="1264847" y="76631"/>
                  <a:pt x="1264117" y="72324"/>
                  <a:pt x="1263005" y="69823"/>
                </a:cubicBezTo>
                <a:cubicBezTo>
                  <a:pt x="1261269" y="65932"/>
                  <a:pt x="1258681" y="62875"/>
                  <a:pt x="1255242" y="60652"/>
                </a:cubicBezTo>
                <a:cubicBezTo>
                  <a:pt x="1251803" y="58429"/>
                  <a:pt x="1248207" y="57317"/>
                  <a:pt x="1244456" y="57317"/>
                </a:cubicBezTo>
                <a:cubicBezTo>
                  <a:pt x="1238689" y="57317"/>
                  <a:pt x="1233530" y="59558"/>
                  <a:pt x="1228980" y="64039"/>
                </a:cubicBezTo>
                <a:cubicBezTo>
                  <a:pt x="1224429" y="68520"/>
                  <a:pt x="1221772" y="74756"/>
                  <a:pt x="1221008" y="82745"/>
                </a:cubicBezTo>
                <a:close/>
                <a:moveTo>
                  <a:pt x="1327894" y="50022"/>
                </a:moveTo>
                <a:lnTo>
                  <a:pt x="1327894" y="71490"/>
                </a:lnTo>
                <a:cubicBezTo>
                  <a:pt x="1335883" y="57178"/>
                  <a:pt x="1344082" y="50022"/>
                  <a:pt x="1352488" y="50022"/>
                </a:cubicBezTo>
                <a:cubicBezTo>
                  <a:pt x="1356309" y="50022"/>
                  <a:pt x="1359470" y="51186"/>
                  <a:pt x="1361971" y="53513"/>
                </a:cubicBezTo>
                <a:cubicBezTo>
                  <a:pt x="1364473" y="55841"/>
                  <a:pt x="1365723" y="58533"/>
                  <a:pt x="1365723" y="61590"/>
                </a:cubicBezTo>
                <a:cubicBezTo>
                  <a:pt x="1365723" y="64300"/>
                  <a:pt x="1364820" y="66592"/>
                  <a:pt x="1363014" y="68468"/>
                </a:cubicBezTo>
                <a:cubicBezTo>
                  <a:pt x="1361207" y="70344"/>
                  <a:pt x="1359053" y="71282"/>
                  <a:pt x="1356552" y="71282"/>
                </a:cubicBezTo>
                <a:cubicBezTo>
                  <a:pt x="1354121" y="71282"/>
                  <a:pt x="1351394" y="70083"/>
                  <a:pt x="1348372" y="67686"/>
                </a:cubicBezTo>
                <a:cubicBezTo>
                  <a:pt x="1345349" y="65290"/>
                  <a:pt x="1343109" y="64091"/>
                  <a:pt x="1341650" y="64091"/>
                </a:cubicBezTo>
                <a:cubicBezTo>
                  <a:pt x="1340399" y="64091"/>
                  <a:pt x="1339045" y="64784"/>
                  <a:pt x="1337586" y="66169"/>
                </a:cubicBezTo>
                <a:cubicBezTo>
                  <a:pt x="1334459" y="69011"/>
                  <a:pt x="1331229" y="73688"/>
                  <a:pt x="1327894" y="80202"/>
                </a:cubicBezTo>
                <a:lnTo>
                  <a:pt x="1327894" y="125834"/>
                </a:lnTo>
                <a:cubicBezTo>
                  <a:pt x="1327894" y="131099"/>
                  <a:pt x="1328554" y="135083"/>
                  <a:pt x="1329874" y="137786"/>
                </a:cubicBezTo>
                <a:cubicBezTo>
                  <a:pt x="1330777" y="139658"/>
                  <a:pt x="1332375" y="141218"/>
                  <a:pt x="1334668" y="142466"/>
                </a:cubicBezTo>
                <a:cubicBezTo>
                  <a:pt x="1336960" y="143712"/>
                  <a:pt x="1340260" y="144335"/>
                  <a:pt x="1344568" y="144335"/>
                </a:cubicBezTo>
                <a:lnTo>
                  <a:pt x="1344568" y="148191"/>
                </a:lnTo>
                <a:lnTo>
                  <a:pt x="1295692" y="148191"/>
                </a:lnTo>
                <a:lnTo>
                  <a:pt x="1295692" y="144335"/>
                </a:lnTo>
                <a:cubicBezTo>
                  <a:pt x="1300555" y="144335"/>
                  <a:pt x="1304168" y="143573"/>
                  <a:pt x="1306530" y="142049"/>
                </a:cubicBezTo>
                <a:cubicBezTo>
                  <a:pt x="1308267" y="140940"/>
                  <a:pt x="1309483" y="139171"/>
                  <a:pt x="1310177" y="136744"/>
                </a:cubicBezTo>
                <a:cubicBezTo>
                  <a:pt x="1310525" y="135565"/>
                  <a:pt x="1310699" y="132203"/>
                  <a:pt x="1310699" y="126658"/>
                </a:cubicBezTo>
                <a:lnTo>
                  <a:pt x="1310699" y="89744"/>
                </a:lnTo>
                <a:cubicBezTo>
                  <a:pt x="1310699" y="78652"/>
                  <a:pt x="1310473" y="72049"/>
                  <a:pt x="1310021" y="69937"/>
                </a:cubicBezTo>
                <a:cubicBezTo>
                  <a:pt x="1309570" y="67822"/>
                  <a:pt x="1308736" y="66280"/>
                  <a:pt x="1307520" y="65309"/>
                </a:cubicBezTo>
                <a:cubicBezTo>
                  <a:pt x="1306304" y="64339"/>
                  <a:pt x="1304793" y="63853"/>
                  <a:pt x="1302987" y="63853"/>
                </a:cubicBezTo>
                <a:cubicBezTo>
                  <a:pt x="1300833" y="63853"/>
                  <a:pt x="1298401" y="64373"/>
                  <a:pt x="1295692" y="65413"/>
                </a:cubicBezTo>
                <a:lnTo>
                  <a:pt x="1294650" y="61668"/>
                </a:lnTo>
                <a:lnTo>
                  <a:pt x="1323517" y="50022"/>
                </a:lnTo>
                <a:lnTo>
                  <a:pt x="1327894" y="50022"/>
                </a:lnTo>
                <a:close/>
                <a:moveTo>
                  <a:pt x="1399275" y="21259"/>
                </a:moveTo>
                <a:lnTo>
                  <a:pt x="1399275" y="52732"/>
                </a:lnTo>
                <a:lnTo>
                  <a:pt x="1421576" y="52732"/>
                </a:lnTo>
                <a:lnTo>
                  <a:pt x="1421576" y="60027"/>
                </a:lnTo>
                <a:lnTo>
                  <a:pt x="1399275" y="60027"/>
                </a:lnTo>
                <a:lnTo>
                  <a:pt x="1399275" y="121845"/>
                </a:lnTo>
                <a:cubicBezTo>
                  <a:pt x="1399275" y="128022"/>
                  <a:pt x="1400160" y="132186"/>
                  <a:pt x="1401932" y="134337"/>
                </a:cubicBezTo>
                <a:cubicBezTo>
                  <a:pt x="1403704" y="136487"/>
                  <a:pt x="1405979" y="137561"/>
                  <a:pt x="1408758" y="137561"/>
                </a:cubicBezTo>
                <a:cubicBezTo>
                  <a:pt x="1411051" y="137561"/>
                  <a:pt x="1413274" y="136849"/>
                  <a:pt x="1415428" y="135425"/>
                </a:cubicBezTo>
                <a:cubicBezTo>
                  <a:pt x="1417581" y="134001"/>
                  <a:pt x="1419249" y="131899"/>
                  <a:pt x="1420430" y="129120"/>
                </a:cubicBezTo>
                <a:lnTo>
                  <a:pt x="1424494" y="129120"/>
                </a:lnTo>
                <a:cubicBezTo>
                  <a:pt x="1422062" y="135948"/>
                  <a:pt x="1418623" y="141112"/>
                  <a:pt x="1414177" y="144612"/>
                </a:cubicBezTo>
                <a:cubicBezTo>
                  <a:pt x="1409731" y="148110"/>
                  <a:pt x="1405145" y="149859"/>
                  <a:pt x="1400421" y="149859"/>
                </a:cubicBezTo>
                <a:cubicBezTo>
                  <a:pt x="1397225" y="149859"/>
                  <a:pt x="1394099" y="148972"/>
                  <a:pt x="1391042" y="147198"/>
                </a:cubicBezTo>
                <a:cubicBezTo>
                  <a:pt x="1387985" y="145424"/>
                  <a:pt x="1385727" y="142886"/>
                  <a:pt x="1384268" y="139584"/>
                </a:cubicBezTo>
                <a:cubicBezTo>
                  <a:pt x="1382809" y="136279"/>
                  <a:pt x="1382079" y="131184"/>
                  <a:pt x="1382079" y="124297"/>
                </a:cubicBezTo>
                <a:lnTo>
                  <a:pt x="1382079" y="60027"/>
                </a:lnTo>
                <a:lnTo>
                  <a:pt x="1366968" y="60027"/>
                </a:lnTo>
                <a:lnTo>
                  <a:pt x="1366968" y="56588"/>
                </a:lnTo>
                <a:cubicBezTo>
                  <a:pt x="1370790" y="55055"/>
                  <a:pt x="1374698" y="52459"/>
                  <a:pt x="1378692" y="48801"/>
                </a:cubicBezTo>
                <a:cubicBezTo>
                  <a:pt x="1382687" y="45143"/>
                  <a:pt x="1386248" y="40805"/>
                  <a:pt x="1389374" y="35787"/>
                </a:cubicBezTo>
                <a:cubicBezTo>
                  <a:pt x="1390972" y="33141"/>
                  <a:pt x="1393195" y="28298"/>
                  <a:pt x="1396044" y="21259"/>
                </a:cubicBezTo>
                <a:lnTo>
                  <a:pt x="1399275" y="21259"/>
                </a:lnTo>
                <a:close/>
                <a:moveTo>
                  <a:pt x="1492794" y="50022"/>
                </a:moveTo>
                <a:lnTo>
                  <a:pt x="1492794" y="82328"/>
                </a:lnTo>
                <a:lnTo>
                  <a:pt x="1489355" y="82328"/>
                </a:lnTo>
                <a:cubicBezTo>
                  <a:pt x="1486715" y="72196"/>
                  <a:pt x="1483328" y="65304"/>
                  <a:pt x="1479194" y="61652"/>
                </a:cubicBezTo>
                <a:cubicBezTo>
                  <a:pt x="1475060" y="57998"/>
                  <a:pt x="1469797" y="56171"/>
                  <a:pt x="1463406" y="56171"/>
                </a:cubicBezTo>
                <a:cubicBezTo>
                  <a:pt x="1458542" y="56171"/>
                  <a:pt x="1454617" y="57455"/>
                  <a:pt x="1451630" y="60024"/>
                </a:cubicBezTo>
                <a:cubicBezTo>
                  <a:pt x="1448642" y="62590"/>
                  <a:pt x="1447148" y="65435"/>
                  <a:pt x="1447148" y="68559"/>
                </a:cubicBezTo>
                <a:cubicBezTo>
                  <a:pt x="1447148" y="72446"/>
                  <a:pt x="1448260" y="75776"/>
                  <a:pt x="1450483" y="78551"/>
                </a:cubicBezTo>
                <a:cubicBezTo>
                  <a:pt x="1452637" y="81397"/>
                  <a:pt x="1457014" y="84416"/>
                  <a:pt x="1463614" y="87607"/>
                </a:cubicBezTo>
                <a:lnTo>
                  <a:pt x="1478829" y="95000"/>
                </a:lnTo>
                <a:cubicBezTo>
                  <a:pt x="1492933" y="101869"/>
                  <a:pt x="1499984" y="110926"/>
                  <a:pt x="1499984" y="122170"/>
                </a:cubicBezTo>
                <a:cubicBezTo>
                  <a:pt x="1499984" y="130844"/>
                  <a:pt x="1496702" y="137836"/>
                  <a:pt x="1490136" y="143147"/>
                </a:cubicBezTo>
                <a:cubicBezTo>
                  <a:pt x="1483571" y="148455"/>
                  <a:pt x="1476224" y="151109"/>
                  <a:pt x="1468095" y="151109"/>
                </a:cubicBezTo>
                <a:cubicBezTo>
                  <a:pt x="1462259" y="151109"/>
                  <a:pt x="1455590" y="150067"/>
                  <a:pt x="1448086" y="147983"/>
                </a:cubicBezTo>
                <a:cubicBezTo>
                  <a:pt x="1445794" y="147288"/>
                  <a:pt x="1443918" y="146941"/>
                  <a:pt x="1442459" y="146941"/>
                </a:cubicBezTo>
                <a:cubicBezTo>
                  <a:pt x="1440861" y="146941"/>
                  <a:pt x="1439610" y="147844"/>
                  <a:pt x="1438707" y="149650"/>
                </a:cubicBezTo>
                <a:lnTo>
                  <a:pt x="1435268" y="149650"/>
                </a:lnTo>
                <a:lnTo>
                  <a:pt x="1435268" y="115468"/>
                </a:lnTo>
                <a:lnTo>
                  <a:pt x="1438707" y="115468"/>
                </a:lnTo>
                <a:cubicBezTo>
                  <a:pt x="1440652" y="125229"/>
                  <a:pt x="1444369" y="132585"/>
                  <a:pt x="1449858" y="137535"/>
                </a:cubicBezTo>
                <a:cubicBezTo>
                  <a:pt x="1455346" y="142485"/>
                  <a:pt x="1461495" y="144961"/>
                  <a:pt x="1468304" y="144961"/>
                </a:cubicBezTo>
                <a:cubicBezTo>
                  <a:pt x="1473097" y="144961"/>
                  <a:pt x="1477005" y="143556"/>
                  <a:pt x="1480028" y="140746"/>
                </a:cubicBezTo>
                <a:cubicBezTo>
                  <a:pt x="1483050" y="137935"/>
                  <a:pt x="1484561" y="134551"/>
                  <a:pt x="1484561" y="130595"/>
                </a:cubicBezTo>
                <a:cubicBezTo>
                  <a:pt x="1484561" y="125806"/>
                  <a:pt x="1482876" y="121781"/>
                  <a:pt x="1479507" y="118520"/>
                </a:cubicBezTo>
                <a:cubicBezTo>
                  <a:pt x="1476137" y="115259"/>
                  <a:pt x="1469415" y="111130"/>
                  <a:pt x="1459341" y="106135"/>
                </a:cubicBezTo>
                <a:cubicBezTo>
                  <a:pt x="1449267" y="101137"/>
                  <a:pt x="1442667" y="96625"/>
                  <a:pt x="1439541" y="92600"/>
                </a:cubicBezTo>
                <a:cubicBezTo>
                  <a:pt x="1436414" y="88644"/>
                  <a:pt x="1434851" y="83647"/>
                  <a:pt x="1434851" y="77609"/>
                </a:cubicBezTo>
                <a:cubicBezTo>
                  <a:pt x="1434851" y="69767"/>
                  <a:pt x="1437543" y="63210"/>
                  <a:pt x="1442928" y="57936"/>
                </a:cubicBezTo>
                <a:cubicBezTo>
                  <a:pt x="1448312" y="52660"/>
                  <a:pt x="1455277" y="50022"/>
                  <a:pt x="1463822" y="50022"/>
                </a:cubicBezTo>
                <a:cubicBezTo>
                  <a:pt x="1467574" y="50022"/>
                  <a:pt x="1472125" y="50821"/>
                  <a:pt x="1477474" y="52419"/>
                </a:cubicBezTo>
                <a:cubicBezTo>
                  <a:pt x="1481018" y="53461"/>
                  <a:pt x="1483380" y="53982"/>
                  <a:pt x="1484561" y="53982"/>
                </a:cubicBezTo>
                <a:cubicBezTo>
                  <a:pt x="1485673" y="53982"/>
                  <a:pt x="1486541" y="53739"/>
                  <a:pt x="1487166" y="53253"/>
                </a:cubicBezTo>
                <a:cubicBezTo>
                  <a:pt x="1487792" y="52767"/>
                  <a:pt x="1488521" y="51690"/>
                  <a:pt x="1489355" y="50022"/>
                </a:cubicBezTo>
                <a:lnTo>
                  <a:pt x="1492794" y="50022"/>
                </a:ln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ICVverif">
            <a:extLst xmlns:a="http://schemas.openxmlformats.org/drawingml/2006/main">
              <a:ext uri="{FF2B5EF4-FFF2-40B4-BE49-F238E27FC236}">
                <a16:creationId xmlns:a16="http://schemas.microsoft.com/office/drawing/2014/main" id="{9E0F4DD5-9EBF-4C88-9FD8-60056553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5584" y="2049350"/>
            <a:ext cx="838784" cy="151318"/>
          </a:xfrm>
          <a:custGeom xmlns:a="http://schemas.openxmlformats.org/drawingml/2006/main">
            <a:pathLst>
              <a:path w="838784" h="151318">
                <a:moveTo>
                  <a:pt x="60548" y="144335"/>
                </a:moveTo>
                <a:lnTo>
                  <a:pt x="60548" y="148191"/>
                </a:lnTo>
                <a:lnTo>
                  <a:pt x="0" y="148191"/>
                </a:lnTo>
                <a:lnTo>
                  <a:pt x="0" y="144335"/>
                </a:lnTo>
                <a:lnTo>
                  <a:pt x="5002" y="144335"/>
                </a:lnTo>
                <a:cubicBezTo>
                  <a:pt x="10838" y="144335"/>
                  <a:pt x="15076" y="142633"/>
                  <a:pt x="17716" y="139229"/>
                </a:cubicBezTo>
                <a:cubicBezTo>
                  <a:pt x="19384" y="137006"/>
                  <a:pt x="20217" y="131656"/>
                  <a:pt x="20217" y="123180"/>
                </a:cubicBezTo>
                <a:lnTo>
                  <a:pt x="20217" y="31889"/>
                </a:lnTo>
                <a:cubicBezTo>
                  <a:pt x="20217" y="24733"/>
                  <a:pt x="19766" y="20009"/>
                  <a:pt x="18863" y="17716"/>
                </a:cubicBezTo>
                <a:cubicBezTo>
                  <a:pt x="18168" y="15979"/>
                  <a:pt x="16744" y="14486"/>
                  <a:pt x="14590" y="13235"/>
                </a:cubicBezTo>
                <a:cubicBezTo>
                  <a:pt x="11533" y="11568"/>
                  <a:pt x="8337" y="10734"/>
                  <a:pt x="5002" y="10734"/>
                </a:cubicBezTo>
                <a:lnTo>
                  <a:pt x="0" y="10734"/>
                </a:lnTo>
                <a:lnTo>
                  <a:pt x="0" y="6878"/>
                </a:lnTo>
                <a:lnTo>
                  <a:pt x="60548" y="6878"/>
                </a:lnTo>
                <a:lnTo>
                  <a:pt x="60548" y="10734"/>
                </a:lnTo>
                <a:lnTo>
                  <a:pt x="55441" y="10734"/>
                </a:lnTo>
                <a:cubicBezTo>
                  <a:pt x="49675" y="10734"/>
                  <a:pt x="45472" y="12436"/>
                  <a:pt x="42832" y="15840"/>
                </a:cubicBezTo>
                <a:cubicBezTo>
                  <a:pt x="41095" y="18064"/>
                  <a:pt x="40226" y="23413"/>
                  <a:pt x="40226" y="31889"/>
                </a:cubicBezTo>
                <a:lnTo>
                  <a:pt x="40226" y="123180"/>
                </a:lnTo>
                <a:cubicBezTo>
                  <a:pt x="40226" y="130336"/>
                  <a:pt x="40678" y="135060"/>
                  <a:pt x="41581" y="137353"/>
                </a:cubicBezTo>
                <a:cubicBezTo>
                  <a:pt x="42276" y="139090"/>
                  <a:pt x="43735" y="140584"/>
                  <a:pt x="45958" y="141834"/>
                </a:cubicBezTo>
                <a:cubicBezTo>
                  <a:pt x="48945" y="143502"/>
                  <a:pt x="52107" y="144335"/>
                  <a:pt x="55441" y="144335"/>
                </a:cubicBezTo>
                <a:lnTo>
                  <a:pt x="60548" y="144335"/>
                </a:lnTo>
                <a:close/>
                <a:moveTo>
                  <a:pt x="194769" y="3752"/>
                </a:moveTo>
                <a:lnTo>
                  <a:pt x="198000" y="51690"/>
                </a:lnTo>
                <a:lnTo>
                  <a:pt x="194769" y="51690"/>
                </a:lnTo>
                <a:cubicBezTo>
                  <a:pt x="190461" y="37271"/>
                  <a:pt x="184313" y="26894"/>
                  <a:pt x="176323" y="20556"/>
                </a:cubicBezTo>
                <a:cubicBezTo>
                  <a:pt x="168333" y="14216"/>
                  <a:pt x="158746" y="11047"/>
                  <a:pt x="147560" y="11047"/>
                </a:cubicBezTo>
                <a:cubicBezTo>
                  <a:pt x="138181" y="11047"/>
                  <a:pt x="129705" y="13428"/>
                  <a:pt x="122132" y="18192"/>
                </a:cubicBezTo>
                <a:cubicBezTo>
                  <a:pt x="114560" y="22953"/>
                  <a:pt x="108602" y="30549"/>
                  <a:pt x="104260" y="40979"/>
                </a:cubicBezTo>
                <a:cubicBezTo>
                  <a:pt x="99918" y="51409"/>
                  <a:pt x="97746" y="64377"/>
                  <a:pt x="97746" y="79883"/>
                </a:cubicBezTo>
                <a:cubicBezTo>
                  <a:pt x="97746" y="92675"/>
                  <a:pt x="99796" y="103765"/>
                  <a:pt x="103895" y="113153"/>
                </a:cubicBezTo>
                <a:cubicBezTo>
                  <a:pt x="107994" y="122538"/>
                  <a:pt x="114160" y="129735"/>
                  <a:pt x="122393" y="134741"/>
                </a:cubicBezTo>
                <a:cubicBezTo>
                  <a:pt x="130626" y="139748"/>
                  <a:pt x="140022" y="142251"/>
                  <a:pt x="150583" y="142251"/>
                </a:cubicBezTo>
                <a:cubicBezTo>
                  <a:pt x="159753" y="142251"/>
                  <a:pt x="167847" y="140288"/>
                  <a:pt x="174864" y="136363"/>
                </a:cubicBezTo>
                <a:cubicBezTo>
                  <a:pt x="181881" y="132438"/>
                  <a:pt x="189593" y="124639"/>
                  <a:pt x="198000" y="112967"/>
                </a:cubicBezTo>
                <a:lnTo>
                  <a:pt x="201230" y="115045"/>
                </a:lnTo>
                <a:cubicBezTo>
                  <a:pt x="194144" y="127587"/>
                  <a:pt x="185876" y="136769"/>
                  <a:pt x="176427" y="142590"/>
                </a:cubicBezTo>
                <a:cubicBezTo>
                  <a:pt x="166979" y="148408"/>
                  <a:pt x="155758" y="151318"/>
                  <a:pt x="142767" y="151318"/>
                </a:cubicBezTo>
                <a:cubicBezTo>
                  <a:pt x="119353" y="151318"/>
                  <a:pt x="101220" y="142645"/>
                  <a:pt x="88367" y="125300"/>
                </a:cubicBezTo>
                <a:cubicBezTo>
                  <a:pt x="78780" y="112397"/>
                  <a:pt x="73986" y="97204"/>
                  <a:pt x="73986" y="79720"/>
                </a:cubicBezTo>
                <a:cubicBezTo>
                  <a:pt x="73986" y="65636"/>
                  <a:pt x="77147" y="52697"/>
                  <a:pt x="83469" y="40904"/>
                </a:cubicBezTo>
                <a:cubicBezTo>
                  <a:pt x="89792" y="29110"/>
                  <a:pt x="98493" y="19970"/>
                  <a:pt x="109575" y="13483"/>
                </a:cubicBezTo>
                <a:cubicBezTo>
                  <a:pt x="120656" y="6995"/>
                  <a:pt x="132762" y="3752"/>
                  <a:pt x="145893" y="3752"/>
                </a:cubicBezTo>
                <a:cubicBezTo>
                  <a:pt x="156106" y="3752"/>
                  <a:pt x="166180" y="6253"/>
                  <a:pt x="176115" y="11255"/>
                </a:cubicBezTo>
                <a:cubicBezTo>
                  <a:pt x="179033" y="12783"/>
                  <a:pt x="181117" y="13548"/>
                  <a:pt x="182368" y="13548"/>
                </a:cubicBezTo>
                <a:cubicBezTo>
                  <a:pt x="184243" y="13548"/>
                  <a:pt x="185876" y="12888"/>
                  <a:pt x="187266" y="11568"/>
                </a:cubicBezTo>
                <a:cubicBezTo>
                  <a:pt x="189072" y="9692"/>
                  <a:pt x="190357" y="7087"/>
                  <a:pt x="191121" y="3752"/>
                </a:cubicBezTo>
                <a:lnTo>
                  <a:pt x="194769" y="3752"/>
                </a:lnTo>
                <a:close/>
                <a:moveTo>
                  <a:pt x="360309" y="6878"/>
                </a:moveTo>
                <a:lnTo>
                  <a:pt x="360309" y="10734"/>
                </a:lnTo>
                <a:cubicBezTo>
                  <a:pt x="355307" y="11637"/>
                  <a:pt x="351520" y="13234"/>
                  <a:pt x="348950" y="15525"/>
                </a:cubicBezTo>
                <a:cubicBezTo>
                  <a:pt x="345268" y="18927"/>
                  <a:pt x="342002" y="24133"/>
                  <a:pt x="339154" y="31143"/>
                </a:cubicBezTo>
                <a:lnTo>
                  <a:pt x="289861" y="151318"/>
                </a:lnTo>
                <a:lnTo>
                  <a:pt x="286005" y="151318"/>
                </a:lnTo>
                <a:lnTo>
                  <a:pt x="233065" y="29584"/>
                </a:lnTo>
                <a:cubicBezTo>
                  <a:pt x="230355" y="23335"/>
                  <a:pt x="228445" y="19516"/>
                  <a:pt x="227333" y="18127"/>
                </a:cubicBezTo>
                <a:cubicBezTo>
                  <a:pt x="225596" y="15975"/>
                  <a:pt x="223460" y="14292"/>
                  <a:pt x="220924" y="13079"/>
                </a:cubicBezTo>
                <a:cubicBezTo>
                  <a:pt x="218388" y="11863"/>
                  <a:pt x="214966" y="11081"/>
                  <a:pt x="210659" y="10734"/>
                </a:cubicBezTo>
                <a:lnTo>
                  <a:pt x="210659" y="6878"/>
                </a:lnTo>
                <a:lnTo>
                  <a:pt x="268393" y="6878"/>
                </a:lnTo>
                <a:lnTo>
                  <a:pt x="268393" y="10734"/>
                </a:lnTo>
                <a:cubicBezTo>
                  <a:pt x="261862" y="11359"/>
                  <a:pt x="257624" y="12471"/>
                  <a:pt x="255679" y="14069"/>
                </a:cubicBezTo>
                <a:cubicBezTo>
                  <a:pt x="253734" y="15665"/>
                  <a:pt x="252761" y="17712"/>
                  <a:pt x="252761" y="20211"/>
                </a:cubicBezTo>
                <a:cubicBezTo>
                  <a:pt x="252761" y="23682"/>
                  <a:pt x="254359" y="29097"/>
                  <a:pt x="257555" y="36455"/>
                </a:cubicBezTo>
                <a:lnTo>
                  <a:pt x="293508" y="119243"/>
                </a:lnTo>
                <a:lnTo>
                  <a:pt x="326857" y="37497"/>
                </a:lnTo>
                <a:cubicBezTo>
                  <a:pt x="330122" y="29445"/>
                  <a:pt x="331755" y="23856"/>
                  <a:pt x="331755" y="20732"/>
                </a:cubicBezTo>
                <a:cubicBezTo>
                  <a:pt x="331755" y="18717"/>
                  <a:pt x="330747" y="16790"/>
                  <a:pt x="328732" y="14951"/>
                </a:cubicBezTo>
                <a:cubicBezTo>
                  <a:pt x="326718" y="13112"/>
                  <a:pt x="323313" y="11811"/>
                  <a:pt x="318519" y="11047"/>
                </a:cubicBezTo>
                <a:cubicBezTo>
                  <a:pt x="318172" y="10977"/>
                  <a:pt x="317582" y="10873"/>
                  <a:pt x="316748" y="10734"/>
                </a:cubicBezTo>
                <a:lnTo>
                  <a:pt x="316748" y="6878"/>
                </a:lnTo>
                <a:lnTo>
                  <a:pt x="360309" y="6878"/>
                </a:lnTo>
                <a:close/>
                <a:moveTo>
                  <a:pt x="414616" y="52732"/>
                </a:moveTo>
                <a:lnTo>
                  <a:pt x="459532" y="52732"/>
                </a:lnTo>
                <a:lnTo>
                  <a:pt x="459532" y="56588"/>
                </a:lnTo>
                <a:lnTo>
                  <a:pt x="456614" y="56588"/>
                </a:lnTo>
                <a:cubicBezTo>
                  <a:pt x="453905" y="56588"/>
                  <a:pt x="451838" y="57248"/>
                  <a:pt x="450413" y="58568"/>
                </a:cubicBezTo>
                <a:cubicBezTo>
                  <a:pt x="448989" y="59888"/>
                  <a:pt x="448277" y="61659"/>
                  <a:pt x="448277" y="63883"/>
                </a:cubicBezTo>
                <a:cubicBezTo>
                  <a:pt x="448277" y="66314"/>
                  <a:pt x="449007" y="69198"/>
                  <a:pt x="450465" y="72532"/>
                </a:cubicBezTo>
                <a:lnTo>
                  <a:pt x="472663" y="125264"/>
                </a:lnTo>
                <a:lnTo>
                  <a:pt x="494965" y="70552"/>
                </a:lnTo>
                <a:cubicBezTo>
                  <a:pt x="496562" y="66662"/>
                  <a:pt x="497361" y="63709"/>
                  <a:pt x="497361" y="61694"/>
                </a:cubicBezTo>
                <a:cubicBezTo>
                  <a:pt x="497361" y="60722"/>
                  <a:pt x="497084" y="59923"/>
                  <a:pt x="496528" y="59297"/>
                </a:cubicBezTo>
                <a:cubicBezTo>
                  <a:pt x="495763" y="58255"/>
                  <a:pt x="494791" y="57543"/>
                  <a:pt x="493610" y="57161"/>
                </a:cubicBezTo>
                <a:cubicBezTo>
                  <a:pt x="492429" y="56779"/>
                  <a:pt x="490032" y="56588"/>
                  <a:pt x="486419" y="56588"/>
                </a:cubicBezTo>
                <a:lnTo>
                  <a:pt x="486419" y="52732"/>
                </a:lnTo>
                <a:lnTo>
                  <a:pt x="517579" y="52732"/>
                </a:lnTo>
                <a:lnTo>
                  <a:pt x="517579" y="56588"/>
                </a:lnTo>
                <a:cubicBezTo>
                  <a:pt x="513966" y="56866"/>
                  <a:pt x="511465" y="57595"/>
                  <a:pt x="510075" y="58776"/>
                </a:cubicBezTo>
                <a:cubicBezTo>
                  <a:pt x="507644" y="60860"/>
                  <a:pt x="505455" y="64334"/>
                  <a:pt x="503510" y="69198"/>
                </a:cubicBezTo>
                <a:lnTo>
                  <a:pt x="469641" y="151109"/>
                </a:lnTo>
                <a:lnTo>
                  <a:pt x="465368" y="151109"/>
                </a:lnTo>
                <a:lnTo>
                  <a:pt x="431290" y="70552"/>
                </a:lnTo>
                <a:cubicBezTo>
                  <a:pt x="429762" y="66801"/>
                  <a:pt x="428303" y="64108"/>
                  <a:pt x="426913" y="62476"/>
                </a:cubicBezTo>
                <a:cubicBezTo>
                  <a:pt x="425524" y="60843"/>
                  <a:pt x="423752" y="59471"/>
                  <a:pt x="421598" y="58359"/>
                </a:cubicBezTo>
                <a:cubicBezTo>
                  <a:pt x="420417" y="57734"/>
                  <a:pt x="418090" y="57144"/>
                  <a:pt x="414616" y="56588"/>
                </a:cubicBezTo>
                <a:lnTo>
                  <a:pt x="414616" y="52732"/>
                </a:lnTo>
                <a:close/>
                <a:moveTo>
                  <a:pt x="542612" y="88790"/>
                </a:moveTo>
                <a:cubicBezTo>
                  <a:pt x="542542" y="102930"/>
                  <a:pt x="545981" y="114021"/>
                  <a:pt x="552929" y="122063"/>
                </a:cubicBezTo>
                <a:cubicBezTo>
                  <a:pt x="559876" y="130103"/>
                  <a:pt x="568040" y="134122"/>
                  <a:pt x="577419" y="134122"/>
                </a:cubicBezTo>
                <a:cubicBezTo>
                  <a:pt x="583672" y="134122"/>
                  <a:pt x="589108" y="132403"/>
                  <a:pt x="593728" y="128964"/>
                </a:cubicBezTo>
                <a:cubicBezTo>
                  <a:pt x="598348" y="125525"/>
                  <a:pt x="602222" y="119637"/>
                  <a:pt x="605348" y="111300"/>
                </a:cubicBezTo>
                <a:lnTo>
                  <a:pt x="608579" y="113384"/>
                </a:lnTo>
                <a:cubicBezTo>
                  <a:pt x="607120" y="122902"/>
                  <a:pt x="602882" y="131569"/>
                  <a:pt x="595865" y="139385"/>
                </a:cubicBezTo>
                <a:cubicBezTo>
                  <a:pt x="588848" y="147201"/>
                  <a:pt x="580059" y="151109"/>
                  <a:pt x="569499" y="151109"/>
                </a:cubicBezTo>
                <a:cubicBezTo>
                  <a:pt x="558035" y="151109"/>
                  <a:pt x="548222" y="146655"/>
                  <a:pt x="540059" y="137747"/>
                </a:cubicBezTo>
                <a:cubicBezTo>
                  <a:pt x="531895" y="128837"/>
                  <a:pt x="527814" y="116859"/>
                  <a:pt x="527814" y="101813"/>
                </a:cubicBezTo>
                <a:cubicBezTo>
                  <a:pt x="527814" y="85521"/>
                  <a:pt x="531999" y="72817"/>
                  <a:pt x="540371" y="63700"/>
                </a:cubicBezTo>
                <a:cubicBezTo>
                  <a:pt x="548743" y="54582"/>
                  <a:pt x="559251" y="50022"/>
                  <a:pt x="571896" y="50022"/>
                </a:cubicBezTo>
                <a:cubicBezTo>
                  <a:pt x="582595" y="50022"/>
                  <a:pt x="591384" y="53540"/>
                  <a:pt x="598262" y="60574"/>
                </a:cubicBezTo>
                <a:cubicBezTo>
                  <a:pt x="605140" y="67606"/>
                  <a:pt x="608579" y="77011"/>
                  <a:pt x="608579" y="88790"/>
                </a:cubicBezTo>
                <a:lnTo>
                  <a:pt x="542612" y="88790"/>
                </a:lnTo>
                <a:moveTo>
                  <a:pt x="542612" y="82745"/>
                </a:moveTo>
                <a:lnTo>
                  <a:pt x="586798" y="82745"/>
                </a:lnTo>
                <a:cubicBezTo>
                  <a:pt x="586451" y="76631"/>
                  <a:pt x="585721" y="72324"/>
                  <a:pt x="584610" y="69823"/>
                </a:cubicBezTo>
                <a:cubicBezTo>
                  <a:pt x="582873" y="65932"/>
                  <a:pt x="580285" y="62875"/>
                  <a:pt x="576846" y="60652"/>
                </a:cubicBezTo>
                <a:cubicBezTo>
                  <a:pt x="573407" y="58429"/>
                  <a:pt x="569811" y="57317"/>
                  <a:pt x="566060" y="57317"/>
                </a:cubicBezTo>
                <a:cubicBezTo>
                  <a:pt x="560293" y="57317"/>
                  <a:pt x="555135" y="59558"/>
                  <a:pt x="550584" y="64039"/>
                </a:cubicBezTo>
                <a:cubicBezTo>
                  <a:pt x="546033" y="68520"/>
                  <a:pt x="543376" y="74756"/>
                  <a:pt x="542612" y="82745"/>
                </a:cubicBezTo>
                <a:close/>
                <a:moveTo>
                  <a:pt x="649498" y="50022"/>
                </a:moveTo>
                <a:lnTo>
                  <a:pt x="649498" y="71490"/>
                </a:lnTo>
                <a:cubicBezTo>
                  <a:pt x="657488" y="57178"/>
                  <a:pt x="665686" y="50022"/>
                  <a:pt x="674092" y="50022"/>
                </a:cubicBezTo>
                <a:cubicBezTo>
                  <a:pt x="677913" y="50022"/>
                  <a:pt x="681075" y="51186"/>
                  <a:pt x="683576" y="53513"/>
                </a:cubicBezTo>
                <a:cubicBezTo>
                  <a:pt x="686077" y="55841"/>
                  <a:pt x="687327" y="58533"/>
                  <a:pt x="687327" y="61590"/>
                </a:cubicBezTo>
                <a:cubicBezTo>
                  <a:pt x="687327" y="64300"/>
                  <a:pt x="686424" y="66592"/>
                  <a:pt x="684618" y="68468"/>
                </a:cubicBezTo>
                <a:cubicBezTo>
                  <a:pt x="682811" y="70344"/>
                  <a:pt x="680658" y="71282"/>
                  <a:pt x="678157" y="71282"/>
                </a:cubicBezTo>
                <a:cubicBezTo>
                  <a:pt x="675725" y="71282"/>
                  <a:pt x="672998" y="70083"/>
                  <a:pt x="669976" y="67686"/>
                </a:cubicBezTo>
                <a:cubicBezTo>
                  <a:pt x="666954" y="65290"/>
                  <a:pt x="664713" y="64091"/>
                  <a:pt x="663254" y="64091"/>
                </a:cubicBezTo>
                <a:cubicBezTo>
                  <a:pt x="662004" y="64091"/>
                  <a:pt x="660649" y="64784"/>
                  <a:pt x="659190" y="66169"/>
                </a:cubicBezTo>
                <a:cubicBezTo>
                  <a:pt x="656063" y="69011"/>
                  <a:pt x="652833" y="73688"/>
                  <a:pt x="649498" y="80202"/>
                </a:cubicBezTo>
                <a:lnTo>
                  <a:pt x="649498" y="125834"/>
                </a:lnTo>
                <a:cubicBezTo>
                  <a:pt x="649498" y="131099"/>
                  <a:pt x="650158" y="135083"/>
                  <a:pt x="651478" y="137786"/>
                </a:cubicBezTo>
                <a:cubicBezTo>
                  <a:pt x="652381" y="139658"/>
                  <a:pt x="653979" y="141218"/>
                  <a:pt x="656272" y="142466"/>
                </a:cubicBezTo>
                <a:cubicBezTo>
                  <a:pt x="658565" y="143712"/>
                  <a:pt x="661865" y="144335"/>
                  <a:pt x="666172" y="144335"/>
                </a:cubicBezTo>
                <a:lnTo>
                  <a:pt x="666172" y="148191"/>
                </a:lnTo>
                <a:lnTo>
                  <a:pt x="617296" y="148191"/>
                </a:lnTo>
                <a:lnTo>
                  <a:pt x="617296" y="144335"/>
                </a:lnTo>
                <a:cubicBezTo>
                  <a:pt x="622159" y="144335"/>
                  <a:pt x="625772" y="143573"/>
                  <a:pt x="628134" y="142049"/>
                </a:cubicBezTo>
                <a:cubicBezTo>
                  <a:pt x="629871" y="140940"/>
                  <a:pt x="631087" y="139171"/>
                  <a:pt x="631782" y="136744"/>
                </a:cubicBezTo>
                <a:cubicBezTo>
                  <a:pt x="632129" y="135565"/>
                  <a:pt x="632303" y="132203"/>
                  <a:pt x="632303" y="126658"/>
                </a:cubicBezTo>
                <a:lnTo>
                  <a:pt x="632303" y="89744"/>
                </a:lnTo>
                <a:cubicBezTo>
                  <a:pt x="632303" y="78652"/>
                  <a:pt x="632077" y="72049"/>
                  <a:pt x="631625" y="69937"/>
                </a:cubicBezTo>
                <a:cubicBezTo>
                  <a:pt x="631174" y="67822"/>
                  <a:pt x="630340" y="66280"/>
                  <a:pt x="629124" y="65309"/>
                </a:cubicBezTo>
                <a:cubicBezTo>
                  <a:pt x="627908" y="64339"/>
                  <a:pt x="626397" y="63853"/>
                  <a:pt x="624591" y="63853"/>
                </a:cubicBezTo>
                <a:cubicBezTo>
                  <a:pt x="622437" y="63853"/>
                  <a:pt x="620006" y="64373"/>
                  <a:pt x="617296" y="65413"/>
                </a:cubicBezTo>
                <a:lnTo>
                  <a:pt x="616254" y="61668"/>
                </a:lnTo>
                <a:lnTo>
                  <a:pt x="645121" y="50022"/>
                </a:lnTo>
                <a:lnTo>
                  <a:pt x="649498" y="50022"/>
                </a:lnTo>
                <a:close/>
                <a:moveTo>
                  <a:pt x="717439" y="0"/>
                </a:moveTo>
                <a:cubicBezTo>
                  <a:pt x="720357" y="0"/>
                  <a:pt x="722841" y="1030"/>
                  <a:pt x="724891" y="3091"/>
                </a:cubicBezTo>
                <a:cubicBezTo>
                  <a:pt x="726940" y="5149"/>
                  <a:pt x="727965" y="7644"/>
                  <a:pt x="727965" y="10578"/>
                </a:cubicBezTo>
                <a:cubicBezTo>
                  <a:pt x="727965" y="13511"/>
                  <a:pt x="726940" y="16025"/>
                  <a:pt x="724891" y="18120"/>
                </a:cubicBezTo>
                <a:cubicBezTo>
                  <a:pt x="722841" y="20213"/>
                  <a:pt x="720357" y="21259"/>
                  <a:pt x="717439" y="21259"/>
                </a:cubicBezTo>
                <a:cubicBezTo>
                  <a:pt x="714522" y="21259"/>
                  <a:pt x="712020" y="20213"/>
                  <a:pt x="709936" y="18120"/>
                </a:cubicBezTo>
                <a:cubicBezTo>
                  <a:pt x="707852" y="16025"/>
                  <a:pt x="706810" y="13511"/>
                  <a:pt x="706810" y="10578"/>
                </a:cubicBezTo>
                <a:cubicBezTo>
                  <a:pt x="706810" y="7644"/>
                  <a:pt x="707834" y="5149"/>
                  <a:pt x="709884" y="3091"/>
                </a:cubicBezTo>
                <a:cubicBezTo>
                  <a:pt x="711934" y="1030"/>
                  <a:pt x="714452" y="0"/>
                  <a:pt x="717439" y="0"/>
                </a:cubicBezTo>
                <a:moveTo>
                  <a:pt x="726089" y="50022"/>
                </a:moveTo>
                <a:lnTo>
                  <a:pt x="726089" y="126554"/>
                </a:lnTo>
                <a:cubicBezTo>
                  <a:pt x="726089" y="132516"/>
                  <a:pt x="726523" y="136485"/>
                  <a:pt x="727392" y="138460"/>
                </a:cubicBezTo>
                <a:cubicBezTo>
                  <a:pt x="728260" y="140436"/>
                  <a:pt x="729546" y="141909"/>
                  <a:pt x="731248" y="142880"/>
                </a:cubicBezTo>
                <a:cubicBezTo>
                  <a:pt x="732950" y="143850"/>
                  <a:pt x="736059" y="144335"/>
                  <a:pt x="740575" y="144335"/>
                </a:cubicBezTo>
                <a:lnTo>
                  <a:pt x="740575" y="148191"/>
                </a:lnTo>
                <a:lnTo>
                  <a:pt x="694200" y="148191"/>
                </a:lnTo>
                <a:lnTo>
                  <a:pt x="694200" y="144335"/>
                </a:lnTo>
                <a:cubicBezTo>
                  <a:pt x="698855" y="144335"/>
                  <a:pt x="701981" y="143885"/>
                  <a:pt x="703579" y="142984"/>
                </a:cubicBezTo>
                <a:cubicBezTo>
                  <a:pt x="705177" y="142083"/>
                  <a:pt x="706445" y="140592"/>
                  <a:pt x="707383" y="138512"/>
                </a:cubicBezTo>
                <a:cubicBezTo>
                  <a:pt x="708321" y="136432"/>
                  <a:pt x="708790" y="132446"/>
                  <a:pt x="708790" y="126554"/>
                </a:cubicBezTo>
                <a:lnTo>
                  <a:pt x="708790" y="89848"/>
                </a:lnTo>
                <a:cubicBezTo>
                  <a:pt x="708790" y="79518"/>
                  <a:pt x="708477" y="72829"/>
                  <a:pt x="707852" y="69780"/>
                </a:cubicBezTo>
                <a:cubicBezTo>
                  <a:pt x="707366" y="67562"/>
                  <a:pt x="706601" y="66019"/>
                  <a:pt x="705559" y="65153"/>
                </a:cubicBezTo>
                <a:cubicBezTo>
                  <a:pt x="704517" y="64286"/>
                  <a:pt x="703093" y="63853"/>
                  <a:pt x="701286" y="63853"/>
                </a:cubicBezTo>
                <a:cubicBezTo>
                  <a:pt x="699341" y="63853"/>
                  <a:pt x="696979" y="64373"/>
                  <a:pt x="694200" y="65413"/>
                </a:cubicBezTo>
                <a:lnTo>
                  <a:pt x="692741" y="61668"/>
                </a:lnTo>
                <a:lnTo>
                  <a:pt x="721504" y="50022"/>
                </a:lnTo>
                <a:lnTo>
                  <a:pt x="726089" y="50022"/>
                </a:lnTo>
                <a:close/>
                <a:moveTo>
                  <a:pt x="790012" y="60027"/>
                </a:moveTo>
                <a:lnTo>
                  <a:pt x="790012" y="122841"/>
                </a:lnTo>
                <a:cubicBezTo>
                  <a:pt x="790012" y="131745"/>
                  <a:pt x="790985" y="137379"/>
                  <a:pt x="792930" y="139743"/>
                </a:cubicBezTo>
                <a:cubicBezTo>
                  <a:pt x="795501" y="142805"/>
                  <a:pt x="798940" y="144335"/>
                  <a:pt x="803247" y="144335"/>
                </a:cubicBezTo>
                <a:lnTo>
                  <a:pt x="811897" y="144335"/>
                </a:lnTo>
                <a:lnTo>
                  <a:pt x="811897" y="148191"/>
                </a:lnTo>
                <a:lnTo>
                  <a:pt x="754893" y="148191"/>
                </a:lnTo>
                <a:lnTo>
                  <a:pt x="754893" y="144335"/>
                </a:lnTo>
                <a:lnTo>
                  <a:pt x="759165" y="144335"/>
                </a:lnTo>
                <a:cubicBezTo>
                  <a:pt x="761944" y="144335"/>
                  <a:pt x="764480" y="143639"/>
                  <a:pt x="766773" y="142248"/>
                </a:cubicBezTo>
                <a:cubicBezTo>
                  <a:pt x="769066" y="140856"/>
                  <a:pt x="770646" y="138978"/>
                  <a:pt x="771515" y="136614"/>
                </a:cubicBezTo>
                <a:cubicBezTo>
                  <a:pt x="772383" y="134249"/>
                  <a:pt x="772817" y="129659"/>
                  <a:pt x="772817" y="122841"/>
                </a:cubicBezTo>
                <a:lnTo>
                  <a:pt x="772817" y="60027"/>
                </a:lnTo>
                <a:lnTo>
                  <a:pt x="754267" y="60027"/>
                </a:lnTo>
                <a:lnTo>
                  <a:pt x="754267" y="52732"/>
                </a:lnTo>
                <a:lnTo>
                  <a:pt x="772817" y="52732"/>
                </a:lnTo>
                <a:lnTo>
                  <a:pt x="772817" y="46453"/>
                </a:lnTo>
                <a:cubicBezTo>
                  <a:pt x="772817" y="36898"/>
                  <a:pt x="774346" y="28807"/>
                  <a:pt x="777403" y="22181"/>
                </a:cubicBezTo>
                <a:cubicBezTo>
                  <a:pt x="780460" y="15555"/>
                  <a:pt x="785132" y="10202"/>
                  <a:pt x="791419" y="6123"/>
                </a:cubicBezTo>
                <a:cubicBezTo>
                  <a:pt x="797707" y="2041"/>
                  <a:pt x="804776" y="0"/>
                  <a:pt x="812627" y="0"/>
                </a:cubicBezTo>
                <a:cubicBezTo>
                  <a:pt x="819922" y="0"/>
                  <a:pt x="826626" y="2362"/>
                  <a:pt x="832740" y="7087"/>
                </a:cubicBezTo>
                <a:cubicBezTo>
                  <a:pt x="836769" y="10213"/>
                  <a:pt x="838784" y="13721"/>
                  <a:pt x="838784" y="17612"/>
                </a:cubicBezTo>
                <a:cubicBezTo>
                  <a:pt x="838784" y="19696"/>
                  <a:pt x="837881" y="21659"/>
                  <a:pt x="836075" y="23500"/>
                </a:cubicBezTo>
                <a:cubicBezTo>
                  <a:pt x="834268" y="25341"/>
                  <a:pt x="832323" y="26262"/>
                  <a:pt x="830239" y="26262"/>
                </a:cubicBezTo>
                <a:cubicBezTo>
                  <a:pt x="828641" y="26262"/>
                  <a:pt x="826956" y="25682"/>
                  <a:pt x="825184" y="24523"/>
                </a:cubicBezTo>
                <a:cubicBezTo>
                  <a:pt x="823413" y="23363"/>
                  <a:pt x="821242" y="20870"/>
                  <a:pt x="818671" y="17042"/>
                </a:cubicBezTo>
                <a:cubicBezTo>
                  <a:pt x="816100" y="13214"/>
                  <a:pt x="813738" y="10633"/>
                  <a:pt x="811585" y="9298"/>
                </a:cubicBezTo>
                <a:cubicBezTo>
                  <a:pt x="809431" y="7963"/>
                  <a:pt x="807034" y="7295"/>
                  <a:pt x="804394" y="7295"/>
                </a:cubicBezTo>
                <a:cubicBezTo>
                  <a:pt x="801198" y="7295"/>
                  <a:pt x="798488" y="8155"/>
                  <a:pt x="796265" y="9874"/>
                </a:cubicBezTo>
                <a:cubicBezTo>
                  <a:pt x="794042" y="11592"/>
                  <a:pt x="792444" y="14255"/>
                  <a:pt x="791471" y="17866"/>
                </a:cubicBezTo>
                <a:cubicBezTo>
                  <a:pt x="790499" y="21477"/>
                  <a:pt x="790012" y="30784"/>
                  <a:pt x="790012" y="45789"/>
                </a:cubicBezTo>
                <a:lnTo>
                  <a:pt x="790012" y="52732"/>
                </a:lnTo>
                <a:lnTo>
                  <a:pt x="814607" y="52732"/>
                </a:lnTo>
                <a:lnTo>
                  <a:pt x="814607" y="60027"/>
                </a:lnTo>
                <a:lnTo>
                  <a:pt x="790012" y="60027"/>
                </a:ln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y">
            <a:extLst xmlns:a="http://schemas.openxmlformats.org/drawingml/2006/main">
              <a:ext uri="{FF2B5EF4-FFF2-40B4-BE49-F238E27FC236}">
                <a16:creationId xmlns:a16="http://schemas.microsoft.com/office/drawing/2014/main" id="{D4B1FCD7-FC7F-45E8-ABEB-DFBCA1B6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4458" y="2102082"/>
            <a:ext cx="104213" cy="141521"/>
          </a:xfrm>
          <a:custGeom xmlns:a="http://schemas.openxmlformats.org/drawingml/2006/main">
            <a:pathLst>
              <a:path w="104213" h="141521">
                <a:moveTo>
                  <a:pt x="0" y="0"/>
                </a:moveTo>
                <a:lnTo>
                  <a:pt x="44499" y="0"/>
                </a:lnTo>
                <a:lnTo>
                  <a:pt x="44499" y="3856"/>
                </a:lnTo>
                <a:lnTo>
                  <a:pt x="42311" y="3856"/>
                </a:lnTo>
                <a:cubicBezTo>
                  <a:pt x="39184" y="3856"/>
                  <a:pt x="36839" y="4533"/>
                  <a:pt x="35276" y="5888"/>
                </a:cubicBezTo>
                <a:cubicBezTo>
                  <a:pt x="33713" y="7243"/>
                  <a:pt x="32931" y="8928"/>
                  <a:pt x="32931" y="10942"/>
                </a:cubicBezTo>
                <a:cubicBezTo>
                  <a:pt x="32931" y="13652"/>
                  <a:pt x="34078" y="17404"/>
                  <a:pt x="36370" y="22197"/>
                </a:cubicBezTo>
                <a:lnTo>
                  <a:pt x="59610" y="70344"/>
                </a:lnTo>
                <a:lnTo>
                  <a:pt x="80974" y="17612"/>
                </a:lnTo>
                <a:cubicBezTo>
                  <a:pt x="82155" y="14764"/>
                  <a:pt x="82745" y="11950"/>
                  <a:pt x="82745" y="9171"/>
                </a:cubicBezTo>
                <a:cubicBezTo>
                  <a:pt x="82745" y="7920"/>
                  <a:pt x="82502" y="6982"/>
                  <a:pt x="82016" y="6357"/>
                </a:cubicBezTo>
                <a:cubicBezTo>
                  <a:pt x="81460" y="5593"/>
                  <a:pt x="80592" y="4985"/>
                  <a:pt x="79410" y="4533"/>
                </a:cubicBezTo>
                <a:cubicBezTo>
                  <a:pt x="78229" y="4082"/>
                  <a:pt x="76145" y="3856"/>
                  <a:pt x="73158" y="3856"/>
                </a:cubicBezTo>
                <a:lnTo>
                  <a:pt x="73158" y="0"/>
                </a:lnTo>
                <a:lnTo>
                  <a:pt x="104213" y="0"/>
                </a:lnTo>
                <a:lnTo>
                  <a:pt x="104213" y="3856"/>
                </a:lnTo>
                <a:cubicBezTo>
                  <a:pt x="101643" y="4134"/>
                  <a:pt x="99663" y="4690"/>
                  <a:pt x="98273" y="5523"/>
                </a:cubicBezTo>
                <a:cubicBezTo>
                  <a:pt x="96884" y="6357"/>
                  <a:pt x="95355" y="7920"/>
                  <a:pt x="93688" y="10213"/>
                </a:cubicBezTo>
                <a:cubicBezTo>
                  <a:pt x="93062" y="11186"/>
                  <a:pt x="91881" y="13860"/>
                  <a:pt x="90144" y="18237"/>
                </a:cubicBezTo>
                <a:lnTo>
                  <a:pt x="51273" y="113488"/>
                </a:lnTo>
                <a:cubicBezTo>
                  <a:pt x="47521" y="122728"/>
                  <a:pt x="42606" y="129711"/>
                  <a:pt x="36527" y="134435"/>
                </a:cubicBezTo>
                <a:cubicBezTo>
                  <a:pt x="30448" y="139159"/>
                  <a:pt x="24594" y="141521"/>
                  <a:pt x="18967" y="141521"/>
                </a:cubicBezTo>
                <a:cubicBezTo>
                  <a:pt x="14868" y="141521"/>
                  <a:pt x="11498" y="140355"/>
                  <a:pt x="8858" y="138021"/>
                </a:cubicBezTo>
                <a:cubicBezTo>
                  <a:pt x="6218" y="135687"/>
                  <a:pt x="4898" y="133010"/>
                  <a:pt x="4898" y="129990"/>
                </a:cubicBezTo>
                <a:cubicBezTo>
                  <a:pt x="4898" y="127106"/>
                  <a:pt x="5853" y="124781"/>
                  <a:pt x="7764" y="123014"/>
                </a:cubicBezTo>
                <a:cubicBezTo>
                  <a:pt x="9674" y="121249"/>
                  <a:pt x="12297" y="120366"/>
                  <a:pt x="15632" y="120366"/>
                </a:cubicBezTo>
                <a:cubicBezTo>
                  <a:pt x="17925" y="120366"/>
                  <a:pt x="21051" y="121130"/>
                  <a:pt x="25011" y="122659"/>
                </a:cubicBezTo>
                <a:cubicBezTo>
                  <a:pt x="27790" y="123701"/>
                  <a:pt x="29527" y="124222"/>
                  <a:pt x="30222" y="124222"/>
                </a:cubicBezTo>
                <a:cubicBezTo>
                  <a:pt x="32306" y="124222"/>
                  <a:pt x="34581" y="123138"/>
                  <a:pt x="37048" y="120969"/>
                </a:cubicBezTo>
                <a:cubicBezTo>
                  <a:pt x="39514" y="118802"/>
                  <a:pt x="41998" y="114607"/>
                  <a:pt x="44499" y="108385"/>
                </a:cubicBezTo>
                <a:lnTo>
                  <a:pt x="51273" y="91708"/>
                </a:lnTo>
                <a:lnTo>
                  <a:pt x="16987" y="19696"/>
                </a:lnTo>
                <a:cubicBezTo>
                  <a:pt x="15945" y="17543"/>
                  <a:pt x="14277" y="14868"/>
                  <a:pt x="11985" y="11672"/>
                </a:cubicBezTo>
                <a:cubicBezTo>
                  <a:pt x="10248" y="9240"/>
                  <a:pt x="8823" y="7608"/>
                  <a:pt x="7712" y="6774"/>
                </a:cubicBezTo>
                <a:cubicBezTo>
                  <a:pt x="6114" y="5662"/>
                  <a:pt x="3543" y="4690"/>
                  <a:pt x="0" y="3856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Paneldisscusion">
            <a:extLst xmlns:a="http://schemas.openxmlformats.org/drawingml/2006/main">
              <a:ext uri="{FF2B5EF4-FFF2-40B4-BE49-F238E27FC236}">
                <a16:creationId xmlns:a16="http://schemas.microsoft.com/office/drawing/2014/main" id="{C82EF5B6-6948-46E3-9E3C-C9DF164B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7600" y="2280174"/>
            <a:ext cx="1417596" cy="151109"/>
          </a:xfrm>
          <a:custGeom xmlns:a="http://schemas.openxmlformats.org/drawingml/2006/main">
            <a:pathLst>
              <a:path w="1417596" h="151109">
                <a:moveTo>
                  <a:pt x="40226" y="81912"/>
                </a:moveTo>
                <a:lnTo>
                  <a:pt x="40226" y="123144"/>
                </a:lnTo>
                <a:cubicBezTo>
                  <a:pt x="40226" y="132052"/>
                  <a:pt x="41199" y="137585"/>
                  <a:pt x="43144" y="139743"/>
                </a:cubicBezTo>
                <a:cubicBezTo>
                  <a:pt x="45784" y="142805"/>
                  <a:pt x="49779" y="144335"/>
                  <a:pt x="55129" y="144335"/>
                </a:cubicBezTo>
                <a:lnTo>
                  <a:pt x="60548" y="144335"/>
                </a:lnTo>
                <a:lnTo>
                  <a:pt x="60548" y="148191"/>
                </a:lnTo>
                <a:lnTo>
                  <a:pt x="0" y="148191"/>
                </a:lnTo>
                <a:lnTo>
                  <a:pt x="0" y="144335"/>
                </a:lnTo>
                <a:lnTo>
                  <a:pt x="5315" y="144335"/>
                </a:lnTo>
                <a:cubicBezTo>
                  <a:pt x="11290" y="144335"/>
                  <a:pt x="15562" y="142390"/>
                  <a:pt x="18133" y="138499"/>
                </a:cubicBezTo>
                <a:cubicBezTo>
                  <a:pt x="19523" y="136346"/>
                  <a:pt x="20217" y="131239"/>
                  <a:pt x="20217" y="123180"/>
                </a:cubicBezTo>
                <a:lnTo>
                  <a:pt x="20217" y="31889"/>
                </a:lnTo>
                <a:cubicBezTo>
                  <a:pt x="20217" y="22996"/>
                  <a:pt x="19279" y="17473"/>
                  <a:pt x="17404" y="15319"/>
                </a:cubicBezTo>
                <a:cubicBezTo>
                  <a:pt x="14694" y="12262"/>
                  <a:pt x="10664" y="10734"/>
                  <a:pt x="5315" y="10734"/>
                </a:cubicBezTo>
                <a:lnTo>
                  <a:pt x="0" y="10734"/>
                </a:lnTo>
                <a:lnTo>
                  <a:pt x="0" y="6878"/>
                </a:lnTo>
                <a:lnTo>
                  <a:pt x="51794" y="6878"/>
                </a:lnTo>
                <a:cubicBezTo>
                  <a:pt x="64438" y="6878"/>
                  <a:pt x="74408" y="8180"/>
                  <a:pt x="81703" y="10783"/>
                </a:cubicBezTo>
                <a:cubicBezTo>
                  <a:pt x="88998" y="13384"/>
                  <a:pt x="95147" y="17772"/>
                  <a:pt x="100149" y="23946"/>
                </a:cubicBezTo>
                <a:cubicBezTo>
                  <a:pt x="105151" y="30121"/>
                  <a:pt x="107652" y="37441"/>
                  <a:pt x="107652" y="45906"/>
                </a:cubicBezTo>
                <a:cubicBezTo>
                  <a:pt x="107652" y="57424"/>
                  <a:pt x="103848" y="66791"/>
                  <a:pt x="96241" y="74008"/>
                </a:cubicBezTo>
                <a:cubicBezTo>
                  <a:pt x="88633" y="81222"/>
                  <a:pt x="77882" y="84830"/>
                  <a:pt x="63987" y="84830"/>
                </a:cubicBezTo>
                <a:cubicBezTo>
                  <a:pt x="60583" y="84830"/>
                  <a:pt x="56900" y="84586"/>
                  <a:pt x="52940" y="84100"/>
                </a:cubicBezTo>
                <a:cubicBezTo>
                  <a:pt x="48980" y="83614"/>
                  <a:pt x="44742" y="82884"/>
                  <a:pt x="40226" y="81912"/>
                </a:cubicBezTo>
                <a:moveTo>
                  <a:pt x="40226" y="75867"/>
                </a:moveTo>
                <a:cubicBezTo>
                  <a:pt x="43908" y="76562"/>
                  <a:pt x="47174" y="77083"/>
                  <a:pt x="50022" y="77430"/>
                </a:cubicBezTo>
                <a:cubicBezTo>
                  <a:pt x="52871" y="77778"/>
                  <a:pt x="55302" y="77951"/>
                  <a:pt x="57317" y="77951"/>
                </a:cubicBezTo>
                <a:cubicBezTo>
                  <a:pt x="64543" y="77951"/>
                  <a:pt x="70778" y="75155"/>
                  <a:pt x="76024" y="69562"/>
                </a:cubicBezTo>
                <a:cubicBezTo>
                  <a:pt x="81269" y="63970"/>
                  <a:pt x="83892" y="56727"/>
                  <a:pt x="83892" y="47834"/>
                </a:cubicBezTo>
                <a:cubicBezTo>
                  <a:pt x="83892" y="41720"/>
                  <a:pt x="82641" y="36040"/>
                  <a:pt x="80140" y="30795"/>
                </a:cubicBezTo>
                <a:cubicBezTo>
                  <a:pt x="77639" y="25550"/>
                  <a:pt x="74096" y="21624"/>
                  <a:pt x="69510" y="19019"/>
                </a:cubicBezTo>
                <a:cubicBezTo>
                  <a:pt x="64925" y="16414"/>
                  <a:pt x="59714" y="15111"/>
                  <a:pt x="53878" y="15111"/>
                </a:cubicBezTo>
                <a:cubicBezTo>
                  <a:pt x="50335" y="15111"/>
                  <a:pt x="45784" y="15771"/>
                  <a:pt x="40226" y="17091"/>
                </a:cubicBezTo>
                <a:lnTo>
                  <a:pt x="40226" y="75867"/>
                </a:lnTo>
                <a:close/>
                <a:moveTo>
                  <a:pt x="176305" y="134435"/>
                </a:moveTo>
                <a:cubicBezTo>
                  <a:pt x="166509" y="142008"/>
                  <a:pt x="160360" y="146385"/>
                  <a:pt x="157859" y="147566"/>
                </a:cubicBezTo>
                <a:cubicBezTo>
                  <a:pt x="154107" y="149372"/>
                  <a:pt x="150113" y="150275"/>
                  <a:pt x="145875" y="150275"/>
                </a:cubicBezTo>
                <a:cubicBezTo>
                  <a:pt x="139274" y="150275"/>
                  <a:pt x="133838" y="148017"/>
                  <a:pt x="129565" y="143502"/>
                </a:cubicBezTo>
                <a:cubicBezTo>
                  <a:pt x="125292" y="138986"/>
                  <a:pt x="123156" y="133045"/>
                  <a:pt x="123156" y="125681"/>
                </a:cubicBezTo>
                <a:cubicBezTo>
                  <a:pt x="123156" y="121026"/>
                  <a:pt x="124198" y="116997"/>
                  <a:pt x="126282" y="113592"/>
                </a:cubicBezTo>
                <a:cubicBezTo>
                  <a:pt x="129131" y="108868"/>
                  <a:pt x="134081" y="104422"/>
                  <a:pt x="141133" y="100253"/>
                </a:cubicBezTo>
                <a:cubicBezTo>
                  <a:pt x="148185" y="96085"/>
                  <a:pt x="159909" y="91013"/>
                  <a:pt x="176305" y="85038"/>
                </a:cubicBezTo>
                <a:lnTo>
                  <a:pt x="176305" y="81286"/>
                </a:lnTo>
                <a:cubicBezTo>
                  <a:pt x="176305" y="71768"/>
                  <a:pt x="174794" y="65237"/>
                  <a:pt x="171771" y="61694"/>
                </a:cubicBezTo>
                <a:cubicBezTo>
                  <a:pt x="168749" y="58151"/>
                  <a:pt x="164355" y="56379"/>
                  <a:pt x="158589" y="56379"/>
                </a:cubicBezTo>
                <a:cubicBezTo>
                  <a:pt x="154212" y="56379"/>
                  <a:pt x="150738" y="57556"/>
                  <a:pt x="148167" y="59910"/>
                </a:cubicBezTo>
                <a:cubicBezTo>
                  <a:pt x="145527" y="62263"/>
                  <a:pt x="144207" y="64963"/>
                  <a:pt x="144207" y="68009"/>
                </a:cubicBezTo>
                <a:lnTo>
                  <a:pt x="144416" y="74030"/>
                </a:lnTo>
                <a:cubicBezTo>
                  <a:pt x="144416" y="77213"/>
                  <a:pt x="143599" y="79670"/>
                  <a:pt x="141967" y="81400"/>
                </a:cubicBezTo>
                <a:cubicBezTo>
                  <a:pt x="140334" y="83131"/>
                  <a:pt x="138197" y="83996"/>
                  <a:pt x="135557" y="83996"/>
                </a:cubicBezTo>
                <a:cubicBezTo>
                  <a:pt x="132987" y="83996"/>
                  <a:pt x="130885" y="83096"/>
                  <a:pt x="129253" y="81296"/>
                </a:cubicBezTo>
                <a:cubicBezTo>
                  <a:pt x="127620" y="79494"/>
                  <a:pt x="126804" y="77034"/>
                  <a:pt x="126804" y="73916"/>
                </a:cubicBezTo>
                <a:cubicBezTo>
                  <a:pt x="126804" y="67961"/>
                  <a:pt x="129860" y="62490"/>
                  <a:pt x="135974" y="57503"/>
                </a:cubicBezTo>
                <a:cubicBezTo>
                  <a:pt x="142088" y="52516"/>
                  <a:pt x="150668" y="50022"/>
                  <a:pt x="161715" y="50022"/>
                </a:cubicBezTo>
                <a:cubicBezTo>
                  <a:pt x="170191" y="50022"/>
                  <a:pt x="177138" y="51444"/>
                  <a:pt x="182558" y="54289"/>
                </a:cubicBezTo>
                <a:cubicBezTo>
                  <a:pt x="186657" y="56440"/>
                  <a:pt x="189679" y="59806"/>
                  <a:pt x="191624" y="64387"/>
                </a:cubicBezTo>
                <a:cubicBezTo>
                  <a:pt x="192875" y="67371"/>
                  <a:pt x="193500" y="73477"/>
                  <a:pt x="193500" y="82706"/>
                </a:cubicBezTo>
                <a:lnTo>
                  <a:pt x="193500" y="115077"/>
                </a:lnTo>
                <a:cubicBezTo>
                  <a:pt x="193500" y="124168"/>
                  <a:pt x="193674" y="129737"/>
                  <a:pt x="194021" y="131784"/>
                </a:cubicBezTo>
                <a:cubicBezTo>
                  <a:pt x="194368" y="133831"/>
                  <a:pt x="194942" y="135202"/>
                  <a:pt x="195741" y="135897"/>
                </a:cubicBezTo>
                <a:cubicBezTo>
                  <a:pt x="196539" y="136590"/>
                  <a:pt x="197460" y="136936"/>
                  <a:pt x="198502" y="136936"/>
                </a:cubicBezTo>
                <a:cubicBezTo>
                  <a:pt x="199614" y="136936"/>
                  <a:pt x="200586" y="136693"/>
                  <a:pt x="201420" y="136207"/>
                </a:cubicBezTo>
                <a:cubicBezTo>
                  <a:pt x="202879" y="135303"/>
                  <a:pt x="205693" y="132768"/>
                  <a:pt x="209861" y="128599"/>
                </a:cubicBezTo>
                <a:lnTo>
                  <a:pt x="209861" y="134435"/>
                </a:lnTo>
                <a:cubicBezTo>
                  <a:pt x="202080" y="144856"/>
                  <a:pt x="194646" y="150067"/>
                  <a:pt x="187560" y="150067"/>
                </a:cubicBezTo>
                <a:cubicBezTo>
                  <a:pt x="184155" y="150067"/>
                  <a:pt x="181446" y="148886"/>
                  <a:pt x="179431" y="146524"/>
                </a:cubicBezTo>
                <a:cubicBezTo>
                  <a:pt x="177416" y="144162"/>
                  <a:pt x="176374" y="140132"/>
                  <a:pt x="176305" y="134435"/>
                </a:cubicBezTo>
                <a:moveTo>
                  <a:pt x="176305" y="127603"/>
                </a:moveTo>
                <a:lnTo>
                  <a:pt x="176305" y="91395"/>
                </a:lnTo>
                <a:cubicBezTo>
                  <a:pt x="165814" y="95544"/>
                  <a:pt x="159040" y="98484"/>
                  <a:pt x="155983" y="100214"/>
                </a:cubicBezTo>
                <a:cubicBezTo>
                  <a:pt x="150495" y="103258"/>
                  <a:pt x="146569" y="106440"/>
                  <a:pt x="144207" y="109759"/>
                </a:cubicBezTo>
                <a:cubicBezTo>
                  <a:pt x="141845" y="113079"/>
                  <a:pt x="140664" y="116710"/>
                  <a:pt x="140664" y="120653"/>
                </a:cubicBezTo>
                <a:cubicBezTo>
                  <a:pt x="140664" y="125633"/>
                  <a:pt x="142158" y="129766"/>
                  <a:pt x="145145" y="133051"/>
                </a:cubicBezTo>
                <a:cubicBezTo>
                  <a:pt x="148132" y="136336"/>
                  <a:pt x="151572" y="137978"/>
                  <a:pt x="155462" y="137978"/>
                </a:cubicBezTo>
                <a:cubicBezTo>
                  <a:pt x="160742" y="137978"/>
                  <a:pt x="167690" y="134520"/>
                  <a:pt x="176305" y="127603"/>
                </a:cubicBezTo>
                <a:close/>
                <a:moveTo>
                  <a:pt x="245049" y="70240"/>
                </a:moveTo>
                <a:cubicBezTo>
                  <a:pt x="256235" y="56761"/>
                  <a:pt x="266899" y="50022"/>
                  <a:pt x="277043" y="50022"/>
                </a:cubicBezTo>
                <a:cubicBezTo>
                  <a:pt x="282253" y="50022"/>
                  <a:pt x="286734" y="51323"/>
                  <a:pt x="290486" y="53924"/>
                </a:cubicBezTo>
                <a:cubicBezTo>
                  <a:pt x="294238" y="56523"/>
                  <a:pt x="297225" y="60803"/>
                  <a:pt x="299448" y="66765"/>
                </a:cubicBezTo>
                <a:cubicBezTo>
                  <a:pt x="300977" y="70922"/>
                  <a:pt x="301741" y="77300"/>
                  <a:pt x="301741" y="85898"/>
                </a:cubicBezTo>
                <a:lnTo>
                  <a:pt x="301741" y="126554"/>
                </a:lnTo>
                <a:cubicBezTo>
                  <a:pt x="301741" y="132585"/>
                  <a:pt x="302228" y="136676"/>
                  <a:pt x="303200" y="138825"/>
                </a:cubicBezTo>
                <a:cubicBezTo>
                  <a:pt x="303964" y="140558"/>
                  <a:pt x="305198" y="141909"/>
                  <a:pt x="306900" y="142880"/>
                </a:cubicBezTo>
                <a:cubicBezTo>
                  <a:pt x="308602" y="143850"/>
                  <a:pt x="311746" y="144335"/>
                  <a:pt x="316331" y="144335"/>
                </a:cubicBezTo>
                <a:lnTo>
                  <a:pt x="316331" y="148191"/>
                </a:lnTo>
                <a:lnTo>
                  <a:pt x="269122" y="148191"/>
                </a:lnTo>
                <a:lnTo>
                  <a:pt x="269122" y="144335"/>
                </a:lnTo>
                <a:lnTo>
                  <a:pt x="271103" y="144335"/>
                </a:lnTo>
                <a:cubicBezTo>
                  <a:pt x="275549" y="144335"/>
                  <a:pt x="278658" y="143661"/>
                  <a:pt x="280430" y="142313"/>
                </a:cubicBezTo>
                <a:cubicBezTo>
                  <a:pt x="282201" y="140965"/>
                  <a:pt x="283434" y="138978"/>
                  <a:pt x="284129" y="136353"/>
                </a:cubicBezTo>
                <a:cubicBezTo>
                  <a:pt x="284407" y="135315"/>
                  <a:pt x="284546" y="132066"/>
                  <a:pt x="284546" y="126606"/>
                </a:cubicBezTo>
                <a:lnTo>
                  <a:pt x="284546" y="87725"/>
                </a:lnTo>
                <a:cubicBezTo>
                  <a:pt x="284546" y="79086"/>
                  <a:pt x="283417" y="72814"/>
                  <a:pt x="281159" y="68908"/>
                </a:cubicBezTo>
                <a:cubicBezTo>
                  <a:pt x="278901" y="65002"/>
                  <a:pt x="275097" y="63049"/>
                  <a:pt x="269748" y="63049"/>
                </a:cubicBezTo>
                <a:cubicBezTo>
                  <a:pt x="261480" y="63049"/>
                  <a:pt x="253247" y="67542"/>
                  <a:pt x="245049" y="76528"/>
                </a:cubicBezTo>
                <a:lnTo>
                  <a:pt x="245049" y="126606"/>
                </a:lnTo>
                <a:cubicBezTo>
                  <a:pt x="245049" y="133035"/>
                  <a:pt x="245431" y="137009"/>
                  <a:pt x="246196" y="138529"/>
                </a:cubicBezTo>
                <a:cubicBezTo>
                  <a:pt x="247168" y="140533"/>
                  <a:pt x="248506" y="142001"/>
                  <a:pt x="250208" y="142935"/>
                </a:cubicBezTo>
                <a:cubicBezTo>
                  <a:pt x="251910" y="143868"/>
                  <a:pt x="255366" y="144335"/>
                  <a:pt x="260577" y="144335"/>
                </a:cubicBezTo>
                <a:lnTo>
                  <a:pt x="260577" y="148191"/>
                </a:lnTo>
                <a:lnTo>
                  <a:pt x="213368" y="148191"/>
                </a:lnTo>
                <a:lnTo>
                  <a:pt x="213368" y="144335"/>
                </a:lnTo>
                <a:lnTo>
                  <a:pt x="215453" y="144335"/>
                </a:lnTo>
                <a:cubicBezTo>
                  <a:pt x="220316" y="144335"/>
                  <a:pt x="223599" y="143105"/>
                  <a:pt x="225301" y="140645"/>
                </a:cubicBezTo>
                <a:cubicBezTo>
                  <a:pt x="227003" y="138183"/>
                  <a:pt x="227854" y="133486"/>
                  <a:pt x="227854" y="126554"/>
                </a:cubicBezTo>
                <a:lnTo>
                  <a:pt x="227854" y="91200"/>
                </a:lnTo>
                <a:cubicBezTo>
                  <a:pt x="227854" y="79762"/>
                  <a:pt x="227594" y="72796"/>
                  <a:pt x="227072" y="70302"/>
                </a:cubicBezTo>
                <a:cubicBezTo>
                  <a:pt x="226551" y="67805"/>
                  <a:pt x="225752" y="66106"/>
                  <a:pt x="224676" y="65205"/>
                </a:cubicBezTo>
                <a:cubicBezTo>
                  <a:pt x="223599" y="64304"/>
                  <a:pt x="222157" y="63853"/>
                  <a:pt x="220351" y="63853"/>
                </a:cubicBezTo>
                <a:cubicBezTo>
                  <a:pt x="218405" y="63853"/>
                  <a:pt x="216078" y="64373"/>
                  <a:pt x="213368" y="65413"/>
                </a:cubicBezTo>
                <a:lnTo>
                  <a:pt x="211805" y="61668"/>
                </a:lnTo>
                <a:lnTo>
                  <a:pt x="240568" y="50022"/>
                </a:lnTo>
                <a:lnTo>
                  <a:pt x="245049" y="50022"/>
                </a:lnTo>
                <a:lnTo>
                  <a:pt x="245049" y="70240"/>
                </a:lnTo>
                <a:close/>
                <a:moveTo>
                  <a:pt x="340322" y="88790"/>
                </a:moveTo>
                <a:cubicBezTo>
                  <a:pt x="340252" y="102930"/>
                  <a:pt x="343691" y="114021"/>
                  <a:pt x="350639" y="122063"/>
                </a:cubicBezTo>
                <a:cubicBezTo>
                  <a:pt x="357586" y="130103"/>
                  <a:pt x="365750" y="134122"/>
                  <a:pt x="375129" y="134122"/>
                </a:cubicBezTo>
                <a:cubicBezTo>
                  <a:pt x="381382" y="134122"/>
                  <a:pt x="386818" y="132403"/>
                  <a:pt x="391438" y="128964"/>
                </a:cubicBezTo>
                <a:cubicBezTo>
                  <a:pt x="396058" y="125525"/>
                  <a:pt x="399932" y="119637"/>
                  <a:pt x="403058" y="111300"/>
                </a:cubicBezTo>
                <a:lnTo>
                  <a:pt x="406289" y="113384"/>
                </a:lnTo>
                <a:cubicBezTo>
                  <a:pt x="404830" y="122902"/>
                  <a:pt x="400592" y="131569"/>
                  <a:pt x="393575" y="139385"/>
                </a:cubicBezTo>
                <a:cubicBezTo>
                  <a:pt x="386558" y="147201"/>
                  <a:pt x="377769" y="151109"/>
                  <a:pt x="367209" y="151109"/>
                </a:cubicBezTo>
                <a:cubicBezTo>
                  <a:pt x="355745" y="151109"/>
                  <a:pt x="345932" y="146655"/>
                  <a:pt x="337768" y="137747"/>
                </a:cubicBezTo>
                <a:cubicBezTo>
                  <a:pt x="329605" y="128837"/>
                  <a:pt x="325523" y="116859"/>
                  <a:pt x="325523" y="101813"/>
                </a:cubicBezTo>
                <a:cubicBezTo>
                  <a:pt x="325523" y="85521"/>
                  <a:pt x="329709" y="72817"/>
                  <a:pt x="338081" y="63700"/>
                </a:cubicBezTo>
                <a:cubicBezTo>
                  <a:pt x="346453" y="54582"/>
                  <a:pt x="356961" y="50022"/>
                  <a:pt x="369606" y="50022"/>
                </a:cubicBezTo>
                <a:cubicBezTo>
                  <a:pt x="380305" y="50022"/>
                  <a:pt x="389093" y="53540"/>
                  <a:pt x="395971" y="60574"/>
                </a:cubicBezTo>
                <a:cubicBezTo>
                  <a:pt x="402850" y="67606"/>
                  <a:pt x="406289" y="77011"/>
                  <a:pt x="406289" y="88790"/>
                </a:cubicBezTo>
                <a:lnTo>
                  <a:pt x="340322" y="88790"/>
                </a:lnTo>
                <a:moveTo>
                  <a:pt x="340322" y="82745"/>
                </a:moveTo>
                <a:lnTo>
                  <a:pt x="384508" y="82745"/>
                </a:lnTo>
                <a:cubicBezTo>
                  <a:pt x="384161" y="76631"/>
                  <a:pt x="383431" y="72324"/>
                  <a:pt x="382320" y="69823"/>
                </a:cubicBezTo>
                <a:cubicBezTo>
                  <a:pt x="380583" y="65932"/>
                  <a:pt x="377995" y="62875"/>
                  <a:pt x="374556" y="60652"/>
                </a:cubicBezTo>
                <a:cubicBezTo>
                  <a:pt x="371117" y="58429"/>
                  <a:pt x="367521" y="57317"/>
                  <a:pt x="363770" y="57317"/>
                </a:cubicBezTo>
                <a:cubicBezTo>
                  <a:pt x="358003" y="57317"/>
                  <a:pt x="352845" y="59558"/>
                  <a:pt x="348294" y="64039"/>
                </a:cubicBezTo>
                <a:cubicBezTo>
                  <a:pt x="343743" y="68520"/>
                  <a:pt x="341086" y="74756"/>
                  <a:pt x="340322" y="82745"/>
                </a:cubicBezTo>
                <a:close/>
                <a:moveTo>
                  <a:pt x="452106" y="0"/>
                </a:moveTo>
                <a:lnTo>
                  <a:pt x="452106" y="126528"/>
                </a:lnTo>
                <a:cubicBezTo>
                  <a:pt x="452106" y="132498"/>
                  <a:pt x="452540" y="136456"/>
                  <a:pt x="453409" y="138402"/>
                </a:cubicBezTo>
                <a:cubicBezTo>
                  <a:pt x="454277" y="140345"/>
                  <a:pt x="455615" y="141820"/>
                  <a:pt x="457421" y="142827"/>
                </a:cubicBezTo>
                <a:cubicBezTo>
                  <a:pt x="459227" y="143833"/>
                  <a:pt x="462597" y="144335"/>
                  <a:pt x="467530" y="144335"/>
                </a:cubicBezTo>
                <a:lnTo>
                  <a:pt x="467530" y="148191"/>
                </a:lnTo>
                <a:lnTo>
                  <a:pt x="420738" y="148191"/>
                </a:lnTo>
                <a:lnTo>
                  <a:pt x="420738" y="144335"/>
                </a:lnTo>
                <a:cubicBezTo>
                  <a:pt x="425115" y="144335"/>
                  <a:pt x="428102" y="143885"/>
                  <a:pt x="429700" y="142984"/>
                </a:cubicBezTo>
                <a:cubicBezTo>
                  <a:pt x="431298" y="142081"/>
                  <a:pt x="432549" y="140588"/>
                  <a:pt x="433452" y="138506"/>
                </a:cubicBezTo>
                <a:cubicBezTo>
                  <a:pt x="434355" y="136422"/>
                  <a:pt x="434807" y="132429"/>
                  <a:pt x="434807" y="126528"/>
                </a:cubicBezTo>
                <a:lnTo>
                  <a:pt x="434807" y="39884"/>
                </a:lnTo>
                <a:cubicBezTo>
                  <a:pt x="434807" y="29124"/>
                  <a:pt x="434564" y="22512"/>
                  <a:pt x="434077" y="20048"/>
                </a:cubicBezTo>
                <a:cubicBezTo>
                  <a:pt x="433591" y="17582"/>
                  <a:pt x="432809" y="15898"/>
                  <a:pt x="431732" y="14997"/>
                </a:cubicBezTo>
                <a:cubicBezTo>
                  <a:pt x="430656" y="14094"/>
                  <a:pt x="429283" y="13642"/>
                  <a:pt x="427616" y="13642"/>
                </a:cubicBezTo>
                <a:cubicBezTo>
                  <a:pt x="425810" y="13642"/>
                  <a:pt x="423517" y="14198"/>
                  <a:pt x="420738" y="15310"/>
                </a:cubicBezTo>
                <a:lnTo>
                  <a:pt x="418966" y="11662"/>
                </a:lnTo>
                <a:lnTo>
                  <a:pt x="447417" y="0"/>
                </a:lnTo>
                <a:lnTo>
                  <a:pt x="452106" y="0"/>
                </a:lnTo>
                <a:close/>
                <a:moveTo>
                  <a:pt x="599775" y="137457"/>
                </a:moveTo>
                <a:cubicBezTo>
                  <a:pt x="595120" y="142320"/>
                  <a:pt x="590570" y="145812"/>
                  <a:pt x="586123" y="147931"/>
                </a:cubicBezTo>
                <a:cubicBezTo>
                  <a:pt x="581677" y="150050"/>
                  <a:pt x="576883" y="151109"/>
                  <a:pt x="571742" y="151109"/>
                </a:cubicBezTo>
                <a:cubicBezTo>
                  <a:pt x="561321" y="151109"/>
                  <a:pt x="552219" y="146759"/>
                  <a:pt x="544438" y="138060"/>
                </a:cubicBezTo>
                <a:cubicBezTo>
                  <a:pt x="536657" y="129358"/>
                  <a:pt x="532766" y="118177"/>
                  <a:pt x="532766" y="104516"/>
                </a:cubicBezTo>
                <a:cubicBezTo>
                  <a:pt x="532766" y="90858"/>
                  <a:pt x="537074" y="78361"/>
                  <a:pt x="545689" y="67025"/>
                </a:cubicBezTo>
                <a:cubicBezTo>
                  <a:pt x="554304" y="55690"/>
                  <a:pt x="565385" y="50022"/>
                  <a:pt x="578933" y="50022"/>
                </a:cubicBezTo>
                <a:cubicBezTo>
                  <a:pt x="587339" y="50022"/>
                  <a:pt x="594287" y="52697"/>
                  <a:pt x="599775" y="58047"/>
                </a:cubicBezTo>
                <a:lnTo>
                  <a:pt x="599775" y="40396"/>
                </a:lnTo>
                <a:cubicBezTo>
                  <a:pt x="599775" y="29442"/>
                  <a:pt x="599515" y="22710"/>
                  <a:pt x="598994" y="20198"/>
                </a:cubicBezTo>
                <a:cubicBezTo>
                  <a:pt x="598473" y="17686"/>
                  <a:pt x="597656" y="15977"/>
                  <a:pt x="596545" y="15072"/>
                </a:cubicBezTo>
                <a:cubicBezTo>
                  <a:pt x="595433" y="14164"/>
                  <a:pt x="594044" y="13711"/>
                  <a:pt x="592376" y="13711"/>
                </a:cubicBezTo>
                <a:cubicBezTo>
                  <a:pt x="590570" y="13711"/>
                  <a:pt x="588173" y="14269"/>
                  <a:pt x="585185" y="15384"/>
                </a:cubicBezTo>
                <a:lnTo>
                  <a:pt x="583831" y="11721"/>
                </a:lnTo>
                <a:lnTo>
                  <a:pt x="612281" y="0"/>
                </a:lnTo>
                <a:lnTo>
                  <a:pt x="616970" y="0"/>
                </a:lnTo>
                <a:lnTo>
                  <a:pt x="616970" y="110362"/>
                </a:lnTo>
                <a:cubicBezTo>
                  <a:pt x="616970" y="121547"/>
                  <a:pt x="617231" y="128373"/>
                  <a:pt x="617752" y="130840"/>
                </a:cubicBezTo>
                <a:cubicBezTo>
                  <a:pt x="618273" y="133306"/>
                  <a:pt x="619107" y="135026"/>
                  <a:pt x="620253" y="135998"/>
                </a:cubicBezTo>
                <a:cubicBezTo>
                  <a:pt x="621400" y="136971"/>
                  <a:pt x="622737" y="137457"/>
                  <a:pt x="624265" y="137457"/>
                </a:cubicBezTo>
                <a:cubicBezTo>
                  <a:pt x="626141" y="137457"/>
                  <a:pt x="628642" y="136867"/>
                  <a:pt x="631769" y="135686"/>
                </a:cubicBezTo>
                <a:lnTo>
                  <a:pt x="632915" y="139333"/>
                </a:lnTo>
                <a:lnTo>
                  <a:pt x="604569" y="151109"/>
                </a:lnTo>
                <a:lnTo>
                  <a:pt x="599775" y="151109"/>
                </a:lnTo>
                <a:lnTo>
                  <a:pt x="599775" y="137457"/>
                </a:lnTo>
                <a:moveTo>
                  <a:pt x="599775" y="130185"/>
                </a:moveTo>
                <a:lnTo>
                  <a:pt x="599775" y="81120"/>
                </a:lnTo>
                <a:cubicBezTo>
                  <a:pt x="599358" y="76407"/>
                  <a:pt x="598108" y="72110"/>
                  <a:pt x="596024" y="68230"/>
                </a:cubicBezTo>
                <a:cubicBezTo>
                  <a:pt x="593939" y="64348"/>
                  <a:pt x="591178" y="61421"/>
                  <a:pt x="587739" y="59447"/>
                </a:cubicBezTo>
                <a:cubicBezTo>
                  <a:pt x="584300" y="57471"/>
                  <a:pt x="580947" y="56484"/>
                  <a:pt x="577682" y="56484"/>
                </a:cubicBezTo>
                <a:cubicBezTo>
                  <a:pt x="571568" y="56484"/>
                  <a:pt x="566114" y="59221"/>
                  <a:pt x="561321" y="64697"/>
                </a:cubicBezTo>
                <a:cubicBezTo>
                  <a:pt x="554998" y="71903"/>
                  <a:pt x="551837" y="82436"/>
                  <a:pt x="551837" y="96296"/>
                </a:cubicBezTo>
                <a:cubicBezTo>
                  <a:pt x="551837" y="110296"/>
                  <a:pt x="554894" y="121021"/>
                  <a:pt x="561008" y="128472"/>
                </a:cubicBezTo>
                <a:cubicBezTo>
                  <a:pt x="567122" y="135921"/>
                  <a:pt x="573930" y="139646"/>
                  <a:pt x="581434" y="139646"/>
                </a:cubicBezTo>
                <a:cubicBezTo>
                  <a:pt x="587756" y="139646"/>
                  <a:pt x="593870" y="136492"/>
                  <a:pt x="599775" y="130185"/>
                </a:cubicBezTo>
                <a:close/>
                <a:moveTo>
                  <a:pt x="663680" y="0"/>
                </a:moveTo>
                <a:cubicBezTo>
                  <a:pt x="666598" y="0"/>
                  <a:pt x="669081" y="1030"/>
                  <a:pt x="671131" y="3091"/>
                </a:cubicBezTo>
                <a:cubicBezTo>
                  <a:pt x="673180" y="5149"/>
                  <a:pt x="674205" y="7644"/>
                  <a:pt x="674205" y="10578"/>
                </a:cubicBezTo>
                <a:cubicBezTo>
                  <a:pt x="674205" y="13511"/>
                  <a:pt x="673180" y="16025"/>
                  <a:pt x="671131" y="18120"/>
                </a:cubicBezTo>
                <a:cubicBezTo>
                  <a:pt x="669081" y="20213"/>
                  <a:pt x="666598" y="21259"/>
                  <a:pt x="663680" y="21259"/>
                </a:cubicBezTo>
                <a:cubicBezTo>
                  <a:pt x="660762" y="21259"/>
                  <a:pt x="658261" y="20213"/>
                  <a:pt x="656176" y="18120"/>
                </a:cubicBezTo>
                <a:cubicBezTo>
                  <a:pt x="654092" y="16025"/>
                  <a:pt x="653050" y="13511"/>
                  <a:pt x="653050" y="10578"/>
                </a:cubicBezTo>
                <a:cubicBezTo>
                  <a:pt x="653050" y="7644"/>
                  <a:pt x="654075" y="5149"/>
                  <a:pt x="656124" y="3091"/>
                </a:cubicBezTo>
                <a:cubicBezTo>
                  <a:pt x="658174" y="1030"/>
                  <a:pt x="660692" y="0"/>
                  <a:pt x="663680" y="0"/>
                </a:cubicBezTo>
                <a:moveTo>
                  <a:pt x="672329" y="50022"/>
                </a:moveTo>
                <a:lnTo>
                  <a:pt x="672329" y="126554"/>
                </a:lnTo>
                <a:cubicBezTo>
                  <a:pt x="672329" y="132516"/>
                  <a:pt x="672763" y="136485"/>
                  <a:pt x="673632" y="138460"/>
                </a:cubicBezTo>
                <a:cubicBezTo>
                  <a:pt x="674500" y="140436"/>
                  <a:pt x="675786" y="141909"/>
                  <a:pt x="677488" y="142880"/>
                </a:cubicBezTo>
                <a:cubicBezTo>
                  <a:pt x="679190" y="143850"/>
                  <a:pt x="682299" y="144335"/>
                  <a:pt x="686815" y="144335"/>
                </a:cubicBezTo>
                <a:lnTo>
                  <a:pt x="686815" y="148191"/>
                </a:lnTo>
                <a:lnTo>
                  <a:pt x="640440" y="148191"/>
                </a:lnTo>
                <a:lnTo>
                  <a:pt x="640440" y="144335"/>
                </a:lnTo>
                <a:cubicBezTo>
                  <a:pt x="645095" y="144335"/>
                  <a:pt x="648221" y="143885"/>
                  <a:pt x="649819" y="142984"/>
                </a:cubicBezTo>
                <a:cubicBezTo>
                  <a:pt x="651417" y="142083"/>
                  <a:pt x="652685" y="140592"/>
                  <a:pt x="653623" y="138512"/>
                </a:cubicBezTo>
                <a:cubicBezTo>
                  <a:pt x="654561" y="136432"/>
                  <a:pt x="655030" y="132446"/>
                  <a:pt x="655030" y="126554"/>
                </a:cubicBezTo>
                <a:lnTo>
                  <a:pt x="655030" y="89848"/>
                </a:lnTo>
                <a:cubicBezTo>
                  <a:pt x="655030" y="79518"/>
                  <a:pt x="654717" y="72829"/>
                  <a:pt x="654092" y="69780"/>
                </a:cubicBezTo>
                <a:cubicBezTo>
                  <a:pt x="653606" y="67562"/>
                  <a:pt x="652841" y="66019"/>
                  <a:pt x="651799" y="65153"/>
                </a:cubicBezTo>
                <a:cubicBezTo>
                  <a:pt x="650757" y="64286"/>
                  <a:pt x="649333" y="63853"/>
                  <a:pt x="647527" y="63853"/>
                </a:cubicBezTo>
                <a:cubicBezTo>
                  <a:pt x="645581" y="63853"/>
                  <a:pt x="643219" y="64373"/>
                  <a:pt x="640440" y="65413"/>
                </a:cubicBezTo>
                <a:lnTo>
                  <a:pt x="638981" y="61668"/>
                </a:lnTo>
                <a:lnTo>
                  <a:pt x="667744" y="50022"/>
                </a:lnTo>
                <a:lnTo>
                  <a:pt x="672329" y="50022"/>
                </a:lnTo>
                <a:close/>
                <a:moveTo>
                  <a:pt x="760638" y="50022"/>
                </a:moveTo>
                <a:lnTo>
                  <a:pt x="760638" y="82328"/>
                </a:lnTo>
                <a:lnTo>
                  <a:pt x="757199" y="82328"/>
                </a:lnTo>
                <a:cubicBezTo>
                  <a:pt x="754559" y="72196"/>
                  <a:pt x="751172" y="65304"/>
                  <a:pt x="747039" y="61652"/>
                </a:cubicBezTo>
                <a:cubicBezTo>
                  <a:pt x="742905" y="57998"/>
                  <a:pt x="737642" y="56171"/>
                  <a:pt x="731250" y="56171"/>
                </a:cubicBezTo>
                <a:cubicBezTo>
                  <a:pt x="726387" y="56171"/>
                  <a:pt x="722462" y="57455"/>
                  <a:pt x="719474" y="60024"/>
                </a:cubicBezTo>
                <a:cubicBezTo>
                  <a:pt x="716487" y="62590"/>
                  <a:pt x="714993" y="65435"/>
                  <a:pt x="714993" y="68559"/>
                </a:cubicBezTo>
                <a:cubicBezTo>
                  <a:pt x="714993" y="72446"/>
                  <a:pt x="716105" y="75776"/>
                  <a:pt x="718328" y="78551"/>
                </a:cubicBezTo>
                <a:cubicBezTo>
                  <a:pt x="720482" y="81397"/>
                  <a:pt x="724859" y="84416"/>
                  <a:pt x="731459" y="87607"/>
                </a:cubicBezTo>
                <a:lnTo>
                  <a:pt x="746674" y="95000"/>
                </a:lnTo>
                <a:cubicBezTo>
                  <a:pt x="760777" y="101869"/>
                  <a:pt x="767829" y="110926"/>
                  <a:pt x="767829" y="122170"/>
                </a:cubicBezTo>
                <a:cubicBezTo>
                  <a:pt x="767829" y="130844"/>
                  <a:pt x="764546" y="137836"/>
                  <a:pt x="757981" y="143147"/>
                </a:cubicBezTo>
                <a:cubicBezTo>
                  <a:pt x="751416" y="148455"/>
                  <a:pt x="744069" y="151109"/>
                  <a:pt x="735940" y="151109"/>
                </a:cubicBezTo>
                <a:cubicBezTo>
                  <a:pt x="730104" y="151109"/>
                  <a:pt x="723434" y="150067"/>
                  <a:pt x="715931" y="147983"/>
                </a:cubicBezTo>
                <a:cubicBezTo>
                  <a:pt x="713638" y="147288"/>
                  <a:pt x="711762" y="146941"/>
                  <a:pt x="710303" y="146941"/>
                </a:cubicBezTo>
                <a:cubicBezTo>
                  <a:pt x="708706" y="146941"/>
                  <a:pt x="707455" y="147844"/>
                  <a:pt x="706552" y="149650"/>
                </a:cubicBezTo>
                <a:lnTo>
                  <a:pt x="703113" y="149650"/>
                </a:lnTo>
                <a:lnTo>
                  <a:pt x="703113" y="115468"/>
                </a:lnTo>
                <a:lnTo>
                  <a:pt x="706552" y="115468"/>
                </a:lnTo>
                <a:cubicBezTo>
                  <a:pt x="708497" y="125229"/>
                  <a:pt x="712214" y="132585"/>
                  <a:pt x="717703" y="137535"/>
                </a:cubicBezTo>
                <a:cubicBezTo>
                  <a:pt x="723191" y="142485"/>
                  <a:pt x="729340" y="144961"/>
                  <a:pt x="736148" y="144961"/>
                </a:cubicBezTo>
                <a:cubicBezTo>
                  <a:pt x="740942" y="144961"/>
                  <a:pt x="744850" y="143556"/>
                  <a:pt x="747872" y="140746"/>
                </a:cubicBezTo>
                <a:cubicBezTo>
                  <a:pt x="750894" y="137935"/>
                  <a:pt x="752406" y="134551"/>
                  <a:pt x="752406" y="130595"/>
                </a:cubicBezTo>
                <a:cubicBezTo>
                  <a:pt x="752406" y="125806"/>
                  <a:pt x="750721" y="121781"/>
                  <a:pt x="747351" y="118520"/>
                </a:cubicBezTo>
                <a:cubicBezTo>
                  <a:pt x="743982" y="115259"/>
                  <a:pt x="737260" y="111130"/>
                  <a:pt x="727186" y="106135"/>
                </a:cubicBezTo>
                <a:cubicBezTo>
                  <a:pt x="717112" y="101137"/>
                  <a:pt x="710512" y="96625"/>
                  <a:pt x="707385" y="92600"/>
                </a:cubicBezTo>
                <a:cubicBezTo>
                  <a:pt x="704259" y="88644"/>
                  <a:pt x="702696" y="83647"/>
                  <a:pt x="702696" y="77609"/>
                </a:cubicBezTo>
                <a:cubicBezTo>
                  <a:pt x="702696" y="69767"/>
                  <a:pt x="705388" y="63210"/>
                  <a:pt x="710772" y="57936"/>
                </a:cubicBezTo>
                <a:cubicBezTo>
                  <a:pt x="716157" y="52660"/>
                  <a:pt x="723122" y="50022"/>
                  <a:pt x="731667" y="50022"/>
                </a:cubicBezTo>
                <a:cubicBezTo>
                  <a:pt x="735419" y="50022"/>
                  <a:pt x="739969" y="50821"/>
                  <a:pt x="745319" y="52419"/>
                </a:cubicBezTo>
                <a:cubicBezTo>
                  <a:pt x="748862" y="53461"/>
                  <a:pt x="751224" y="53982"/>
                  <a:pt x="752406" y="53982"/>
                </a:cubicBezTo>
                <a:cubicBezTo>
                  <a:pt x="753517" y="53982"/>
                  <a:pt x="754386" y="53739"/>
                  <a:pt x="755011" y="53253"/>
                </a:cubicBezTo>
                <a:cubicBezTo>
                  <a:pt x="755636" y="52767"/>
                  <a:pt x="756366" y="51690"/>
                  <a:pt x="757199" y="50022"/>
                </a:cubicBezTo>
                <a:lnTo>
                  <a:pt x="760638" y="50022"/>
                </a:lnTo>
                <a:close/>
                <a:moveTo>
                  <a:pt x="844270" y="50022"/>
                </a:moveTo>
                <a:lnTo>
                  <a:pt x="844270" y="82328"/>
                </a:lnTo>
                <a:lnTo>
                  <a:pt x="840831" y="82328"/>
                </a:lnTo>
                <a:cubicBezTo>
                  <a:pt x="838191" y="72196"/>
                  <a:pt x="834804" y="65304"/>
                  <a:pt x="830670" y="61652"/>
                </a:cubicBezTo>
                <a:cubicBezTo>
                  <a:pt x="826537" y="57998"/>
                  <a:pt x="821274" y="56171"/>
                  <a:pt x="814882" y="56171"/>
                </a:cubicBezTo>
                <a:cubicBezTo>
                  <a:pt x="810019" y="56171"/>
                  <a:pt x="806094" y="57455"/>
                  <a:pt x="803106" y="60024"/>
                </a:cubicBezTo>
                <a:cubicBezTo>
                  <a:pt x="800119" y="62590"/>
                  <a:pt x="798625" y="65435"/>
                  <a:pt x="798625" y="68559"/>
                </a:cubicBezTo>
                <a:cubicBezTo>
                  <a:pt x="798625" y="72446"/>
                  <a:pt x="799737" y="75776"/>
                  <a:pt x="801960" y="78551"/>
                </a:cubicBezTo>
                <a:cubicBezTo>
                  <a:pt x="804113" y="81397"/>
                  <a:pt x="808490" y="84416"/>
                  <a:pt x="815091" y="87607"/>
                </a:cubicBezTo>
                <a:lnTo>
                  <a:pt x="830306" y="95000"/>
                </a:lnTo>
                <a:cubicBezTo>
                  <a:pt x="844409" y="101869"/>
                  <a:pt x="851461" y="110926"/>
                  <a:pt x="851461" y="122170"/>
                </a:cubicBezTo>
                <a:cubicBezTo>
                  <a:pt x="851461" y="130844"/>
                  <a:pt x="848178" y="137836"/>
                  <a:pt x="841613" y="143147"/>
                </a:cubicBezTo>
                <a:cubicBezTo>
                  <a:pt x="835047" y="148455"/>
                  <a:pt x="827700" y="151109"/>
                  <a:pt x="819572" y="151109"/>
                </a:cubicBezTo>
                <a:cubicBezTo>
                  <a:pt x="813736" y="151109"/>
                  <a:pt x="807066" y="150067"/>
                  <a:pt x="799563" y="147983"/>
                </a:cubicBezTo>
                <a:cubicBezTo>
                  <a:pt x="797270" y="147288"/>
                  <a:pt x="795394" y="146941"/>
                  <a:pt x="793935" y="146941"/>
                </a:cubicBezTo>
                <a:cubicBezTo>
                  <a:pt x="792337" y="146941"/>
                  <a:pt x="791087" y="147844"/>
                  <a:pt x="790184" y="149650"/>
                </a:cubicBezTo>
                <a:lnTo>
                  <a:pt x="786745" y="149650"/>
                </a:lnTo>
                <a:lnTo>
                  <a:pt x="786745" y="115468"/>
                </a:lnTo>
                <a:lnTo>
                  <a:pt x="790184" y="115468"/>
                </a:lnTo>
                <a:cubicBezTo>
                  <a:pt x="792129" y="125229"/>
                  <a:pt x="795846" y="132585"/>
                  <a:pt x="801334" y="137535"/>
                </a:cubicBezTo>
                <a:cubicBezTo>
                  <a:pt x="806823" y="142485"/>
                  <a:pt x="812972" y="144961"/>
                  <a:pt x="819780" y="144961"/>
                </a:cubicBezTo>
                <a:cubicBezTo>
                  <a:pt x="824574" y="144961"/>
                  <a:pt x="828482" y="143556"/>
                  <a:pt x="831504" y="140746"/>
                </a:cubicBezTo>
                <a:cubicBezTo>
                  <a:pt x="834526" y="137935"/>
                  <a:pt x="836037" y="134551"/>
                  <a:pt x="836037" y="130595"/>
                </a:cubicBezTo>
                <a:cubicBezTo>
                  <a:pt x="836037" y="125806"/>
                  <a:pt x="834353" y="121781"/>
                  <a:pt x="830983" y="118520"/>
                </a:cubicBezTo>
                <a:cubicBezTo>
                  <a:pt x="827614" y="115259"/>
                  <a:pt x="820892" y="111130"/>
                  <a:pt x="810818" y="106135"/>
                </a:cubicBezTo>
                <a:cubicBezTo>
                  <a:pt x="800744" y="101137"/>
                  <a:pt x="794144" y="96625"/>
                  <a:pt x="791017" y="92600"/>
                </a:cubicBezTo>
                <a:cubicBezTo>
                  <a:pt x="787891" y="88644"/>
                  <a:pt x="786328" y="83647"/>
                  <a:pt x="786328" y="77609"/>
                </a:cubicBezTo>
                <a:cubicBezTo>
                  <a:pt x="786328" y="69767"/>
                  <a:pt x="789020" y="63210"/>
                  <a:pt x="794404" y="57936"/>
                </a:cubicBezTo>
                <a:cubicBezTo>
                  <a:pt x="799789" y="52660"/>
                  <a:pt x="806754" y="50022"/>
                  <a:pt x="815299" y="50022"/>
                </a:cubicBezTo>
                <a:cubicBezTo>
                  <a:pt x="819051" y="50022"/>
                  <a:pt x="823601" y="50821"/>
                  <a:pt x="828951" y="52419"/>
                </a:cubicBezTo>
                <a:cubicBezTo>
                  <a:pt x="832494" y="53461"/>
                  <a:pt x="834856" y="53982"/>
                  <a:pt x="836037" y="53982"/>
                </a:cubicBezTo>
                <a:cubicBezTo>
                  <a:pt x="837149" y="53982"/>
                  <a:pt x="838018" y="53739"/>
                  <a:pt x="838643" y="53253"/>
                </a:cubicBezTo>
                <a:cubicBezTo>
                  <a:pt x="839268" y="52767"/>
                  <a:pt x="839998" y="51690"/>
                  <a:pt x="840831" y="50022"/>
                </a:cubicBezTo>
                <a:lnTo>
                  <a:pt x="844270" y="50022"/>
                </a:lnTo>
                <a:close/>
                <a:moveTo>
                  <a:pt x="947286" y="111925"/>
                </a:moveTo>
                <a:cubicBezTo>
                  <a:pt x="944715" y="124500"/>
                  <a:pt x="939678" y="134174"/>
                  <a:pt x="932175" y="140948"/>
                </a:cubicBezTo>
                <a:cubicBezTo>
                  <a:pt x="924672" y="147722"/>
                  <a:pt x="916369" y="151109"/>
                  <a:pt x="907268" y="151109"/>
                </a:cubicBezTo>
                <a:cubicBezTo>
                  <a:pt x="896430" y="151109"/>
                  <a:pt x="886981" y="146564"/>
                  <a:pt x="878922" y="137473"/>
                </a:cubicBezTo>
                <a:cubicBezTo>
                  <a:pt x="870863" y="128381"/>
                  <a:pt x="866833" y="116096"/>
                  <a:pt x="866833" y="100618"/>
                </a:cubicBezTo>
                <a:cubicBezTo>
                  <a:pt x="866833" y="85626"/>
                  <a:pt x="871297" y="73446"/>
                  <a:pt x="880225" y="64078"/>
                </a:cubicBezTo>
                <a:cubicBezTo>
                  <a:pt x="889152" y="54708"/>
                  <a:pt x="899869" y="50022"/>
                  <a:pt x="912374" y="50022"/>
                </a:cubicBezTo>
                <a:cubicBezTo>
                  <a:pt x="921754" y="50022"/>
                  <a:pt x="929465" y="52498"/>
                  <a:pt x="935510" y="57451"/>
                </a:cubicBezTo>
                <a:cubicBezTo>
                  <a:pt x="941554" y="62401"/>
                  <a:pt x="944576" y="67542"/>
                  <a:pt x="944576" y="72874"/>
                </a:cubicBezTo>
                <a:cubicBezTo>
                  <a:pt x="944576" y="75506"/>
                  <a:pt x="943725" y="77636"/>
                  <a:pt x="942023" y="79264"/>
                </a:cubicBezTo>
                <a:cubicBezTo>
                  <a:pt x="940321" y="80890"/>
                  <a:pt x="937941" y="81703"/>
                  <a:pt x="934884" y="81703"/>
                </a:cubicBezTo>
                <a:cubicBezTo>
                  <a:pt x="930785" y="81703"/>
                  <a:pt x="927694" y="80383"/>
                  <a:pt x="925609" y="77743"/>
                </a:cubicBezTo>
                <a:cubicBezTo>
                  <a:pt x="924428" y="76284"/>
                  <a:pt x="923647" y="73505"/>
                  <a:pt x="923265" y="69406"/>
                </a:cubicBezTo>
                <a:cubicBezTo>
                  <a:pt x="922883" y="65307"/>
                  <a:pt x="921476" y="62181"/>
                  <a:pt x="919044" y="60027"/>
                </a:cubicBezTo>
                <a:cubicBezTo>
                  <a:pt x="916612" y="57943"/>
                  <a:pt x="913243" y="56900"/>
                  <a:pt x="908935" y="56900"/>
                </a:cubicBezTo>
                <a:cubicBezTo>
                  <a:pt x="901988" y="56900"/>
                  <a:pt x="896395" y="59471"/>
                  <a:pt x="892157" y="64612"/>
                </a:cubicBezTo>
                <a:cubicBezTo>
                  <a:pt x="886530" y="71421"/>
                  <a:pt x="883716" y="80418"/>
                  <a:pt x="883716" y="91603"/>
                </a:cubicBezTo>
                <a:cubicBezTo>
                  <a:pt x="883716" y="102997"/>
                  <a:pt x="886512" y="113054"/>
                  <a:pt x="892105" y="121773"/>
                </a:cubicBezTo>
                <a:cubicBezTo>
                  <a:pt x="897698" y="130492"/>
                  <a:pt x="905253" y="134852"/>
                  <a:pt x="914771" y="134852"/>
                </a:cubicBezTo>
                <a:cubicBezTo>
                  <a:pt x="921580" y="134852"/>
                  <a:pt x="927694" y="132524"/>
                  <a:pt x="933113" y="127870"/>
                </a:cubicBezTo>
                <a:cubicBezTo>
                  <a:pt x="936934" y="124674"/>
                  <a:pt x="940651" y="118872"/>
                  <a:pt x="944264" y="110466"/>
                </a:cubicBezTo>
                <a:lnTo>
                  <a:pt x="947286" y="111925"/>
                </a:lnTo>
                <a:close/>
                <a:moveTo>
                  <a:pt x="1044897" y="52732"/>
                </a:moveTo>
                <a:lnTo>
                  <a:pt x="1044897" y="110570"/>
                </a:lnTo>
                <a:cubicBezTo>
                  <a:pt x="1044897" y="121617"/>
                  <a:pt x="1045158" y="128373"/>
                  <a:pt x="1045679" y="130840"/>
                </a:cubicBezTo>
                <a:cubicBezTo>
                  <a:pt x="1046200" y="133306"/>
                  <a:pt x="1047033" y="135026"/>
                  <a:pt x="1048180" y="135998"/>
                </a:cubicBezTo>
                <a:cubicBezTo>
                  <a:pt x="1049326" y="136971"/>
                  <a:pt x="1050663" y="137457"/>
                  <a:pt x="1052192" y="137457"/>
                </a:cubicBezTo>
                <a:cubicBezTo>
                  <a:pt x="1054346" y="137457"/>
                  <a:pt x="1056777" y="136867"/>
                  <a:pt x="1059487" y="135686"/>
                </a:cubicBezTo>
                <a:lnTo>
                  <a:pt x="1060946" y="139333"/>
                </a:lnTo>
                <a:lnTo>
                  <a:pt x="1032391" y="151109"/>
                </a:lnTo>
                <a:lnTo>
                  <a:pt x="1027702" y="151109"/>
                </a:lnTo>
                <a:lnTo>
                  <a:pt x="1027702" y="130892"/>
                </a:lnTo>
                <a:cubicBezTo>
                  <a:pt x="1019504" y="139785"/>
                  <a:pt x="1013251" y="145377"/>
                  <a:pt x="1008943" y="147670"/>
                </a:cubicBezTo>
                <a:cubicBezTo>
                  <a:pt x="1004636" y="149963"/>
                  <a:pt x="1000085" y="151109"/>
                  <a:pt x="995292" y="151109"/>
                </a:cubicBezTo>
                <a:cubicBezTo>
                  <a:pt x="989942" y="151109"/>
                  <a:pt x="985304" y="149563"/>
                  <a:pt x="981379" y="146472"/>
                </a:cubicBezTo>
                <a:cubicBezTo>
                  <a:pt x="977454" y="143380"/>
                  <a:pt x="974727" y="139402"/>
                  <a:pt x="973198" y="134539"/>
                </a:cubicBezTo>
                <a:cubicBezTo>
                  <a:pt x="971670" y="129676"/>
                  <a:pt x="970906" y="122798"/>
                  <a:pt x="970906" y="113905"/>
                </a:cubicBezTo>
                <a:lnTo>
                  <a:pt x="970906" y="71282"/>
                </a:lnTo>
                <a:cubicBezTo>
                  <a:pt x="970906" y="66766"/>
                  <a:pt x="970419" y="63640"/>
                  <a:pt x="969447" y="61903"/>
                </a:cubicBezTo>
                <a:cubicBezTo>
                  <a:pt x="968474" y="60166"/>
                  <a:pt x="967032" y="58828"/>
                  <a:pt x="965122" y="57890"/>
                </a:cubicBezTo>
                <a:cubicBezTo>
                  <a:pt x="963211" y="56952"/>
                  <a:pt x="959755" y="56518"/>
                  <a:pt x="954753" y="56588"/>
                </a:cubicBezTo>
                <a:lnTo>
                  <a:pt x="954753" y="52732"/>
                </a:lnTo>
                <a:lnTo>
                  <a:pt x="988205" y="52732"/>
                </a:lnTo>
                <a:lnTo>
                  <a:pt x="988205" y="116458"/>
                </a:lnTo>
                <a:cubicBezTo>
                  <a:pt x="988205" y="125329"/>
                  <a:pt x="989751" y="131151"/>
                  <a:pt x="992843" y="133924"/>
                </a:cubicBezTo>
                <a:cubicBezTo>
                  <a:pt x="995934" y="136696"/>
                  <a:pt x="999669" y="138082"/>
                  <a:pt x="1004045" y="138082"/>
                </a:cubicBezTo>
                <a:cubicBezTo>
                  <a:pt x="1007033" y="138082"/>
                  <a:pt x="1010420" y="137147"/>
                  <a:pt x="1014206" y="135275"/>
                </a:cubicBezTo>
                <a:cubicBezTo>
                  <a:pt x="1017993" y="133404"/>
                  <a:pt x="1022491" y="129835"/>
                  <a:pt x="1027702" y="124571"/>
                </a:cubicBezTo>
                <a:lnTo>
                  <a:pt x="1027702" y="70621"/>
                </a:lnTo>
                <a:cubicBezTo>
                  <a:pt x="1027702" y="65215"/>
                  <a:pt x="1026712" y="61560"/>
                  <a:pt x="1024732" y="59656"/>
                </a:cubicBezTo>
                <a:cubicBezTo>
                  <a:pt x="1022752" y="57749"/>
                  <a:pt x="1018635" y="56727"/>
                  <a:pt x="1012383" y="56588"/>
                </a:cubicBezTo>
                <a:lnTo>
                  <a:pt x="1012383" y="52732"/>
                </a:lnTo>
                <a:lnTo>
                  <a:pt x="1044897" y="52732"/>
                </a:lnTo>
                <a:close/>
                <a:moveTo>
                  <a:pt x="1129957" y="50022"/>
                </a:moveTo>
                <a:lnTo>
                  <a:pt x="1129957" y="82328"/>
                </a:lnTo>
                <a:lnTo>
                  <a:pt x="1126518" y="82328"/>
                </a:lnTo>
                <a:cubicBezTo>
                  <a:pt x="1123878" y="72196"/>
                  <a:pt x="1120491" y="65304"/>
                  <a:pt x="1116357" y="61652"/>
                </a:cubicBezTo>
                <a:cubicBezTo>
                  <a:pt x="1112223" y="57998"/>
                  <a:pt x="1106960" y="56171"/>
                  <a:pt x="1100569" y="56171"/>
                </a:cubicBezTo>
                <a:cubicBezTo>
                  <a:pt x="1095705" y="56171"/>
                  <a:pt x="1091780" y="57455"/>
                  <a:pt x="1088793" y="60024"/>
                </a:cubicBezTo>
                <a:cubicBezTo>
                  <a:pt x="1085805" y="62590"/>
                  <a:pt x="1084311" y="65435"/>
                  <a:pt x="1084311" y="68559"/>
                </a:cubicBezTo>
                <a:cubicBezTo>
                  <a:pt x="1084311" y="72446"/>
                  <a:pt x="1085423" y="75776"/>
                  <a:pt x="1087646" y="78551"/>
                </a:cubicBezTo>
                <a:cubicBezTo>
                  <a:pt x="1089800" y="81397"/>
                  <a:pt x="1094177" y="84416"/>
                  <a:pt x="1100777" y="87607"/>
                </a:cubicBezTo>
                <a:lnTo>
                  <a:pt x="1115992" y="95000"/>
                </a:lnTo>
                <a:cubicBezTo>
                  <a:pt x="1130096" y="101869"/>
                  <a:pt x="1137148" y="110926"/>
                  <a:pt x="1137148" y="122170"/>
                </a:cubicBezTo>
                <a:cubicBezTo>
                  <a:pt x="1137148" y="130844"/>
                  <a:pt x="1133865" y="137836"/>
                  <a:pt x="1127299" y="143147"/>
                </a:cubicBezTo>
                <a:cubicBezTo>
                  <a:pt x="1120734" y="148455"/>
                  <a:pt x="1113387" y="151109"/>
                  <a:pt x="1105258" y="151109"/>
                </a:cubicBezTo>
                <a:cubicBezTo>
                  <a:pt x="1099422" y="151109"/>
                  <a:pt x="1092753" y="150067"/>
                  <a:pt x="1085249" y="147983"/>
                </a:cubicBezTo>
                <a:cubicBezTo>
                  <a:pt x="1082957" y="147288"/>
                  <a:pt x="1081081" y="146941"/>
                  <a:pt x="1079622" y="146941"/>
                </a:cubicBezTo>
                <a:cubicBezTo>
                  <a:pt x="1078024" y="146941"/>
                  <a:pt x="1076773" y="147844"/>
                  <a:pt x="1075870" y="149650"/>
                </a:cubicBezTo>
                <a:lnTo>
                  <a:pt x="1072431" y="149650"/>
                </a:lnTo>
                <a:lnTo>
                  <a:pt x="1072431" y="115468"/>
                </a:lnTo>
                <a:lnTo>
                  <a:pt x="1075870" y="115468"/>
                </a:lnTo>
                <a:cubicBezTo>
                  <a:pt x="1077816" y="125229"/>
                  <a:pt x="1081532" y="132585"/>
                  <a:pt x="1087021" y="137535"/>
                </a:cubicBezTo>
                <a:cubicBezTo>
                  <a:pt x="1092510" y="142485"/>
                  <a:pt x="1098658" y="144961"/>
                  <a:pt x="1105467" y="144961"/>
                </a:cubicBezTo>
                <a:cubicBezTo>
                  <a:pt x="1110261" y="144961"/>
                  <a:pt x="1114169" y="143556"/>
                  <a:pt x="1117191" y="140746"/>
                </a:cubicBezTo>
                <a:cubicBezTo>
                  <a:pt x="1120213" y="137935"/>
                  <a:pt x="1121724" y="134551"/>
                  <a:pt x="1121724" y="130595"/>
                </a:cubicBezTo>
                <a:cubicBezTo>
                  <a:pt x="1121724" y="125806"/>
                  <a:pt x="1120039" y="121781"/>
                  <a:pt x="1116670" y="118520"/>
                </a:cubicBezTo>
                <a:cubicBezTo>
                  <a:pt x="1113300" y="115259"/>
                  <a:pt x="1106578" y="111130"/>
                  <a:pt x="1096504" y="106135"/>
                </a:cubicBezTo>
                <a:cubicBezTo>
                  <a:pt x="1086430" y="101137"/>
                  <a:pt x="1079830" y="96625"/>
                  <a:pt x="1076704" y="92600"/>
                </a:cubicBezTo>
                <a:cubicBezTo>
                  <a:pt x="1073578" y="88644"/>
                  <a:pt x="1072014" y="83647"/>
                  <a:pt x="1072014" y="77609"/>
                </a:cubicBezTo>
                <a:cubicBezTo>
                  <a:pt x="1072014" y="69767"/>
                  <a:pt x="1074707" y="63210"/>
                  <a:pt x="1080091" y="57936"/>
                </a:cubicBezTo>
                <a:cubicBezTo>
                  <a:pt x="1085475" y="52660"/>
                  <a:pt x="1092440" y="50022"/>
                  <a:pt x="1100986" y="50022"/>
                </a:cubicBezTo>
                <a:cubicBezTo>
                  <a:pt x="1104737" y="50022"/>
                  <a:pt x="1109288" y="50821"/>
                  <a:pt x="1114638" y="52419"/>
                </a:cubicBezTo>
                <a:cubicBezTo>
                  <a:pt x="1118181" y="53461"/>
                  <a:pt x="1120543" y="53982"/>
                  <a:pt x="1121724" y="53982"/>
                </a:cubicBezTo>
                <a:cubicBezTo>
                  <a:pt x="1122836" y="53982"/>
                  <a:pt x="1123704" y="53739"/>
                  <a:pt x="1124329" y="53253"/>
                </a:cubicBezTo>
                <a:cubicBezTo>
                  <a:pt x="1124955" y="52767"/>
                  <a:pt x="1125684" y="51690"/>
                  <a:pt x="1126518" y="50022"/>
                </a:cubicBezTo>
                <a:lnTo>
                  <a:pt x="1129957" y="50022"/>
                </a:lnTo>
                <a:close/>
                <a:moveTo>
                  <a:pt x="1176176" y="0"/>
                </a:moveTo>
                <a:cubicBezTo>
                  <a:pt x="1179094" y="0"/>
                  <a:pt x="1181578" y="1030"/>
                  <a:pt x="1183627" y="3091"/>
                </a:cubicBezTo>
                <a:cubicBezTo>
                  <a:pt x="1185677" y="5149"/>
                  <a:pt x="1186701" y="7644"/>
                  <a:pt x="1186701" y="10578"/>
                </a:cubicBezTo>
                <a:cubicBezTo>
                  <a:pt x="1186701" y="13511"/>
                  <a:pt x="1185677" y="16025"/>
                  <a:pt x="1183627" y="18120"/>
                </a:cubicBezTo>
                <a:cubicBezTo>
                  <a:pt x="1181578" y="20213"/>
                  <a:pt x="1179094" y="21259"/>
                  <a:pt x="1176176" y="21259"/>
                </a:cubicBezTo>
                <a:cubicBezTo>
                  <a:pt x="1173258" y="21259"/>
                  <a:pt x="1170757" y="20213"/>
                  <a:pt x="1168673" y="18120"/>
                </a:cubicBezTo>
                <a:cubicBezTo>
                  <a:pt x="1166588" y="16025"/>
                  <a:pt x="1165546" y="13511"/>
                  <a:pt x="1165546" y="10578"/>
                </a:cubicBezTo>
                <a:cubicBezTo>
                  <a:pt x="1165546" y="7644"/>
                  <a:pt x="1166571" y="5149"/>
                  <a:pt x="1168620" y="3091"/>
                </a:cubicBezTo>
                <a:cubicBezTo>
                  <a:pt x="1170670" y="1030"/>
                  <a:pt x="1173188" y="0"/>
                  <a:pt x="1176176" y="0"/>
                </a:cubicBezTo>
                <a:moveTo>
                  <a:pt x="1184826" y="50022"/>
                </a:moveTo>
                <a:lnTo>
                  <a:pt x="1184826" y="126554"/>
                </a:lnTo>
                <a:cubicBezTo>
                  <a:pt x="1184826" y="132516"/>
                  <a:pt x="1185260" y="136485"/>
                  <a:pt x="1186128" y="138460"/>
                </a:cubicBezTo>
                <a:cubicBezTo>
                  <a:pt x="1186997" y="140436"/>
                  <a:pt x="1188282" y="141909"/>
                  <a:pt x="1189984" y="142880"/>
                </a:cubicBezTo>
                <a:cubicBezTo>
                  <a:pt x="1191686" y="143850"/>
                  <a:pt x="1194795" y="144335"/>
                  <a:pt x="1199311" y="144335"/>
                </a:cubicBezTo>
                <a:lnTo>
                  <a:pt x="1199311" y="148191"/>
                </a:lnTo>
                <a:lnTo>
                  <a:pt x="1152936" y="148191"/>
                </a:lnTo>
                <a:lnTo>
                  <a:pt x="1152936" y="144335"/>
                </a:lnTo>
                <a:cubicBezTo>
                  <a:pt x="1157591" y="144335"/>
                  <a:pt x="1160718" y="143885"/>
                  <a:pt x="1162316" y="142984"/>
                </a:cubicBezTo>
                <a:cubicBezTo>
                  <a:pt x="1163914" y="142083"/>
                  <a:pt x="1165181" y="140592"/>
                  <a:pt x="1166119" y="138512"/>
                </a:cubicBezTo>
                <a:cubicBezTo>
                  <a:pt x="1167057" y="136432"/>
                  <a:pt x="1167526" y="132446"/>
                  <a:pt x="1167526" y="126554"/>
                </a:cubicBezTo>
                <a:lnTo>
                  <a:pt x="1167526" y="89848"/>
                </a:lnTo>
                <a:cubicBezTo>
                  <a:pt x="1167526" y="79518"/>
                  <a:pt x="1167214" y="72829"/>
                  <a:pt x="1166588" y="69780"/>
                </a:cubicBezTo>
                <a:cubicBezTo>
                  <a:pt x="1166102" y="67562"/>
                  <a:pt x="1165338" y="66019"/>
                  <a:pt x="1164296" y="65153"/>
                </a:cubicBezTo>
                <a:cubicBezTo>
                  <a:pt x="1163253" y="64286"/>
                  <a:pt x="1161829" y="63853"/>
                  <a:pt x="1160023" y="63853"/>
                </a:cubicBezTo>
                <a:cubicBezTo>
                  <a:pt x="1158078" y="63853"/>
                  <a:pt x="1155715" y="64373"/>
                  <a:pt x="1152936" y="65413"/>
                </a:cubicBezTo>
                <a:lnTo>
                  <a:pt x="1151477" y="61668"/>
                </a:lnTo>
                <a:lnTo>
                  <a:pt x="1180240" y="50022"/>
                </a:lnTo>
                <a:lnTo>
                  <a:pt x="1184826" y="50022"/>
                </a:lnTo>
                <a:close/>
                <a:moveTo>
                  <a:pt x="1258128" y="50022"/>
                </a:moveTo>
                <a:cubicBezTo>
                  <a:pt x="1272579" y="50022"/>
                  <a:pt x="1284181" y="55505"/>
                  <a:pt x="1292935" y="66472"/>
                </a:cubicBezTo>
                <a:cubicBezTo>
                  <a:pt x="1300369" y="75840"/>
                  <a:pt x="1304086" y="86598"/>
                  <a:pt x="1304086" y="98745"/>
                </a:cubicBezTo>
                <a:cubicBezTo>
                  <a:pt x="1304086" y="107282"/>
                  <a:pt x="1302036" y="115923"/>
                  <a:pt x="1297937" y="124668"/>
                </a:cubicBezTo>
                <a:cubicBezTo>
                  <a:pt x="1293838" y="133411"/>
                  <a:pt x="1288193" y="140004"/>
                  <a:pt x="1281003" y="144446"/>
                </a:cubicBezTo>
                <a:cubicBezTo>
                  <a:pt x="1273812" y="148888"/>
                  <a:pt x="1265805" y="151109"/>
                  <a:pt x="1256981" y="151109"/>
                </a:cubicBezTo>
                <a:cubicBezTo>
                  <a:pt x="1242600" y="151109"/>
                  <a:pt x="1231171" y="145383"/>
                  <a:pt x="1222695" y="133930"/>
                </a:cubicBezTo>
                <a:cubicBezTo>
                  <a:pt x="1215539" y="124284"/>
                  <a:pt x="1211961" y="113458"/>
                  <a:pt x="1211961" y="101452"/>
                </a:cubicBezTo>
                <a:cubicBezTo>
                  <a:pt x="1211961" y="92706"/>
                  <a:pt x="1214132" y="84013"/>
                  <a:pt x="1218475" y="75372"/>
                </a:cubicBezTo>
                <a:cubicBezTo>
                  <a:pt x="1222817" y="66731"/>
                  <a:pt x="1228531" y="60346"/>
                  <a:pt x="1235618" y="56216"/>
                </a:cubicBezTo>
                <a:cubicBezTo>
                  <a:pt x="1242704" y="52087"/>
                  <a:pt x="1250208" y="50022"/>
                  <a:pt x="1258128" y="50022"/>
                </a:cubicBezTo>
                <a:moveTo>
                  <a:pt x="1254897" y="56900"/>
                </a:moveTo>
                <a:cubicBezTo>
                  <a:pt x="1251215" y="56900"/>
                  <a:pt x="1247515" y="57994"/>
                  <a:pt x="1243798" y="60180"/>
                </a:cubicBezTo>
                <a:cubicBezTo>
                  <a:pt x="1240082" y="62366"/>
                  <a:pt x="1237077" y="66200"/>
                  <a:pt x="1234784" y="71682"/>
                </a:cubicBezTo>
                <a:cubicBezTo>
                  <a:pt x="1232491" y="77164"/>
                  <a:pt x="1231345" y="84207"/>
                  <a:pt x="1231345" y="92812"/>
                </a:cubicBezTo>
                <a:cubicBezTo>
                  <a:pt x="1231345" y="106689"/>
                  <a:pt x="1234107" y="118660"/>
                  <a:pt x="1239630" y="128723"/>
                </a:cubicBezTo>
                <a:cubicBezTo>
                  <a:pt x="1245153" y="138784"/>
                  <a:pt x="1252431" y="143814"/>
                  <a:pt x="1261463" y="143814"/>
                </a:cubicBezTo>
                <a:cubicBezTo>
                  <a:pt x="1268202" y="143814"/>
                  <a:pt x="1273760" y="141038"/>
                  <a:pt x="1278137" y="135487"/>
                </a:cubicBezTo>
                <a:cubicBezTo>
                  <a:pt x="1282514" y="129935"/>
                  <a:pt x="1284702" y="120394"/>
                  <a:pt x="1284702" y="106864"/>
                </a:cubicBezTo>
                <a:cubicBezTo>
                  <a:pt x="1284702" y="89932"/>
                  <a:pt x="1281055" y="76608"/>
                  <a:pt x="1273760" y="66892"/>
                </a:cubicBezTo>
                <a:cubicBezTo>
                  <a:pt x="1268827" y="60231"/>
                  <a:pt x="1262539" y="56900"/>
                  <a:pt x="1254897" y="56900"/>
                </a:cubicBezTo>
                <a:close/>
                <a:moveTo>
                  <a:pt x="1346314" y="70240"/>
                </a:moveTo>
                <a:cubicBezTo>
                  <a:pt x="1357500" y="56761"/>
                  <a:pt x="1368164" y="50022"/>
                  <a:pt x="1378308" y="50022"/>
                </a:cubicBezTo>
                <a:cubicBezTo>
                  <a:pt x="1383518" y="50022"/>
                  <a:pt x="1388000" y="51323"/>
                  <a:pt x="1391751" y="53924"/>
                </a:cubicBezTo>
                <a:cubicBezTo>
                  <a:pt x="1395503" y="56523"/>
                  <a:pt x="1398490" y="60803"/>
                  <a:pt x="1400714" y="66765"/>
                </a:cubicBezTo>
                <a:cubicBezTo>
                  <a:pt x="1402242" y="70922"/>
                  <a:pt x="1403006" y="77300"/>
                  <a:pt x="1403006" y="85898"/>
                </a:cubicBezTo>
                <a:lnTo>
                  <a:pt x="1403006" y="126554"/>
                </a:lnTo>
                <a:cubicBezTo>
                  <a:pt x="1403006" y="132585"/>
                  <a:pt x="1403493" y="136676"/>
                  <a:pt x="1404465" y="138825"/>
                </a:cubicBezTo>
                <a:cubicBezTo>
                  <a:pt x="1405229" y="140558"/>
                  <a:pt x="1406463" y="141909"/>
                  <a:pt x="1408165" y="142880"/>
                </a:cubicBezTo>
                <a:cubicBezTo>
                  <a:pt x="1409867" y="143850"/>
                  <a:pt x="1413011" y="144335"/>
                  <a:pt x="1417596" y="144335"/>
                </a:cubicBezTo>
                <a:lnTo>
                  <a:pt x="1417596" y="148191"/>
                </a:lnTo>
                <a:lnTo>
                  <a:pt x="1370388" y="148191"/>
                </a:lnTo>
                <a:lnTo>
                  <a:pt x="1370388" y="144335"/>
                </a:lnTo>
                <a:lnTo>
                  <a:pt x="1372368" y="144335"/>
                </a:lnTo>
                <a:cubicBezTo>
                  <a:pt x="1376814" y="144335"/>
                  <a:pt x="1379923" y="143661"/>
                  <a:pt x="1381695" y="142313"/>
                </a:cubicBezTo>
                <a:cubicBezTo>
                  <a:pt x="1383466" y="140965"/>
                  <a:pt x="1384699" y="138978"/>
                  <a:pt x="1385394" y="136353"/>
                </a:cubicBezTo>
                <a:cubicBezTo>
                  <a:pt x="1385672" y="135315"/>
                  <a:pt x="1385811" y="132066"/>
                  <a:pt x="1385811" y="126606"/>
                </a:cubicBezTo>
                <a:lnTo>
                  <a:pt x="1385811" y="87725"/>
                </a:lnTo>
                <a:cubicBezTo>
                  <a:pt x="1385811" y="79086"/>
                  <a:pt x="1384682" y="72814"/>
                  <a:pt x="1382424" y="68908"/>
                </a:cubicBezTo>
                <a:cubicBezTo>
                  <a:pt x="1380166" y="65002"/>
                  <a:pt x="1376362" y="63049"/>
                  <a:pt x="1371013" y="63049"/>
                </a:cubicBezTo>
                <a:cubicBezTo>
                  <a:pt x="1362745" y="63049"/>
                  <a:pt x="1354512" y="67542"/>
                  <a:pt x="1346314" y="76528"/>
                </a:cubicBezTo>
                <a:lnTo>
                  <a:pt x="1346314" y="126606"/>
                </a:lnTo>
                <a:cubicBezTo>
                  <a:pt x="1346314" y="133035"/>
                  <a:pt x="1346696" y="137009"/>
                  <a:pt x="1347461" y="138529"/>
                </a:cubicBezTo>
                <a:cubicBezTo>
                  <a:pt x="1348433" y="140533"/>
                  <a:pt x="1349771" y="142001"/>
                  <a:pt x="1351473" y="142935"/>
                </a:cubicBezTo>
                <a:cubicBezTo>
                  <a:pt x="1353175" y="143868"/>
                  <a:pt x="1356631" y="144335"/>
                  <a:pt x="1361842" y="144335"/>
                </a:cubicBezTo>
                <a:lnTo>
                  <a:pt x="1361842" y="148191"/>
                </a:lnTo>
                <a:lnTo>
                  <a:pt x="1314633" y="148191"/>
                </a:lnTo>
                <a:lnTo>
                  <a:pt x="1314633" y="144335"/>
                </a:lnTo>
                <a:lnTo>
                  <a:pt x="1316718" y="144335"/>
                </a:lnTo>
                <a:cubicBezTo>
                  <a:pt x="1321581" y="144335"/>
                  <a:pt x="1324864" y="143105"/>
                  <a:pt x="1326566" y="140645"/>
                </a:cubicBezTo>
                <a:cubicBezTo>
                  <a:pt x="1328268" y="138183"/>
                  <a:pt x="1329119" y="133486"/>
                  <a:pt x="1329119" y="126554"/>
                </a:cubicBezTo>
                <a:lnTo>
                  <a:pt x="1329119" y="91200"/>
                </a:lnTo>
                <a:cubicBezTo>
                  <a:pt x="1329119" y="79762"/>
                  <a:pt x="1328859" y="72796"/>
                  <a:pt x="1328338" y="70302"/>
                </a:cubicBezTo>
                <a:cubicBezTo>
                  <a:pt x="1327816" y="67805"/>
                  <a:pt x="1327017" y="66106"/>
                  <a:pt x="1325941" y="65205"/>
                </a:cubicBezTo>
                <a:cubicBezTo>
                  <a:pt x="1324864" y="64304"/>
                  <a:pt x="1323422" y="63853"/>
                  <a:pt x="1321616" y="63853"/>
                </a:cubicBezTo>
                <a:cubicBezTo>
                  <a:pt x="1319670" y="63853"/>
                  <a:pt x="1317343" y="64373"/>
                  <a:pt x="1314633" y="65413"/>
                </a:cubicBezTo>
                <a:lnTo>
                  <a:pt x="1313070" y="61668"/>
                </a:lnTo>
                <a:lnTo>
                  <a:pt x="1341833" y="50022"/>
                </a:lnTo>
                <a:lnTo>
                  <a:pt x="1346314" y="50022"/>
                </a:lnTo>
                <a:lnTo>
                  <a:pt x="1346314" y="70240"/>
                </a:ln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5aa5e9f879400e"/>
          <a:stretch xmlns:a="http://schemas.openxmlformats.org/drawingml/2006/main"/>
        </p:blipFill>
        <p:spPr>
          <a:xfrm xmlns:a="http://schemas.openxmlformats.org/drawingml/2006/main">
            <a:off x="3414766" y="199743"/>
            <a:ext cx="600544" cy="600544"/>
          </a:xfrm>
          <a:prstGeom xmlns:a="http://schemas.openxmlformats.org/drawingml/2006/main" prst="rect">
            <a:avLst/>
          </a:prstGeom>
        </p:spPr>
      </p:pic>
      <p:sp>
        <p:nvSpPr>
          <p:cNvPr id="52" name="Text 751">
            <a:extLst xmlns:a="http://schemas.openxmlformats.org/drawingml/2006/main">
              <a:ext uri="{FF2B5EF4-FFF2-40B4-BE49-F238E27FC236}">
                <a16:creationId xmlns:a16="http://schemas.microsoft.com/office/drawing/2014/main" id="{F435684E-7329-45DC-A9E8-034EE4A1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4045" y="2066477"/>
            <a:ext cx="251411" cy="129620"/>
          </a:xfrm>
          <a:custGeom xmlns:a="http://schemas.openxmlformats.org/drawingml/2006/main">
            <a:pathLst>
              <a:path w="251411" h="129620">
                <a:moveTo>
                  <a:pt x="11934" y="2570"/>
                </a:moveTo>
                <a:lnTo>
                  <a:pt x="78672" y="2570"/>
                </a:lnTo>
                <a:lnTo>
                  <a:pt x="78672" y="6059"/>
                </a:lnTo>
                <a:lnTo>
                  <a:pt x="37179" y="129620"/>
                </a:lnTo>
                <a:lnTo>
                  <a:pt x="26897" y="129620"/>
                </a:lnTo>
                <a:lnTo>
                  <a:pt x="64076" y="17534"/>
                </a:lnTo>
                <a:lnTo>
                  <a:pt x="29835" y="17534"/>
                </a:lnTo>
                <a:cubicBezTo>
                  <a:pt x="22919" y="17534"/>
                  <a:pt x="17993" y="18360"/>
                  <a:pt x="15055" y="20012"/>
                </a:cubicBezTo>
                <a:cubicBezTo>
                  <a:pt x="9914" y="22827"/>
                  <a:pt x="5783" y="27173"/>
                  <a:pt x="2662" y="33048"/>
                </a:cubicBezTo>
                <a:lnTo>
                  <a:pt x="0" y="32038"/>
                </a:lnTo>
                <a:lnTo>
                  <a:pt x="11934" y="2570"/>
                </a:lnTo>
                <a:close/>
                <a:moveTo>
                  <a:pt x="168301" y="2570"/>
                </a:moveTo>
                <a:lnTo>
                  <a:pt x="161140" y="18360"/>
                </a:lnTo>
                <a:lnTo>
                  <a:pt x="123686" y="18360"/>
                </a:lnTo>
                <a:lnTo>
                  <a:pt x="115516" y="34884"/>
                </a:lnTo>
                <a:cubicBezTo>
                  <a:pt x="131734" y="37270"/>
                  <a:pt x="144586" y="43299"/>
                  <a:pt x="154072" y="52968"/>
                </a:cubicBezTo>
                <a:cubicBezTo>
                  <a:pt x="162211" y="61291"/>
                  <a:pt x="166281" y="71083"/>
                  <a:pt x="166281" y="82344"/>
                </a:cubicBezTo>
                <a:cubicBezTo>
                  <a:pt x="166281" y="88892"/>
                  <a:pt x="164950" y="94951"/>
                  <a:pt x="162288" y="100520"/>
                </a:cubicBezTo>
                <a:cubicBezTo>
                  <a:pt x="159626" y="106089"/>
                  <a:pt x="156275" y="110832"/>
                  <a:pt x="152236" y="114749"/>
                </a:cubicBezTo>
                <a:cubicBezTo>
                  <a:pt x="148197" y="118666"/>
                  <a:pt x="143698" y="121817"/>
                  <a:pt x="138741" y="124204"/>
                </a:cubicBezTo>
                <a:cubicBezTo>
                  <a:pt x="131703" y="127570"/>
                  <a:pt x="124482" y="129253"/>
                  <a:pt x="117077" y="129253"/>
                </a:cubicBezTo>
                <a:cubicBezTo>
                  <a:pt x="109610" y="129253"/>
                  <a:pt x="104179" y="127983"/>
                  <a:pt x="100782" y="125443"/>
                </a:cubicBezTo>
                <a:cubicBezTo>
                  <a:pt x="97386" y="122904"/>
                  <a:pt x="95688" y="120104"/>
                  <a:pt x="95688" y="117044"/>
                </a:cubicBezTo>
                <a:cubicBezTo>
                  <a:pt x="95688" y="115330"/>
                  <a:pt x="96391" y="113816"/>
                  <a:pt x="97799" y="112500"/>
                </a:cubicBezTo>
                <a:cubicBezTo>
                  <a:pt x="99207" y="111184"/>
                  <a:pt x="100981" y="110526"/>
                  <a:pt x="103123" y="110526"/>
                </a:cubicBezTo>
                <a:cubicBezTo>
                  <a:pt x="104714" y="110526"/>
                  <a:pt x="106107" y="110771"/>
                  <a:pt x="107300" y="111260"/>
                </a:cubicBezTo>
                <a:cubicBezTo>
                  <a:pt x="108494" y="111750"/>
                  <a:pt x="110528" y="113005"/>
                  <a:pt x="113405" y="115024"/>
                </a:cubicBezTo>
                <a:cubicBezTo>
                  <a:pt x="117995" y="118207"/>
                  <a:pt x="122646" y="119798"/>
                  <a:pt x="127358" y="119798"/>
                </a:cubicBezTo>
                <a:cubicBezTo>
                  <a:pt x="134519" y="119798"/>
                  <a:pt x="140807" y="117090"/>
                  <a:pt x="146223" y="111674"/>
                </a:cubicBezTo>
                <a:cubicBezTo>
                  <a:pt x="151639" y="106257"/>
                  <a:pt x="154347" y="99663"/>
                  <a:pt x="154347" y="91891"/>
                </a:cubicBezTo>
                <a:cubicBezTo>
                  <a:pt x="154347" y="84363"/>
                  <a:pt x="151930" y="77341"/>
                  <a:pt x="147095" y="70823"/>
                </a:cubicBezTo>
                <a:cubicBezTo>
                  <a:pt x="142260" y="64305"/>
                  <a:pt x="135590" y="59272"/>
                  <a:pt x="127083" y="55722"/>
                </a:cubicBezTo>
                <a:cubicBezTo>
                  <a:pt x="120412" y="52968"/>
                  <a:pt x="111324" y="51377"/>
                  <a:pt x="99819" y="50948"/>
                </a:cubicBezTo>
                <a:lnTo>
                  <a:pt x="123686" y="2570"/>
                </a:lnTo>
                <a:lnTo>
                  <a:pt x="168301" y="2570"/>
                </a:lnTo>
                <a:close/>
                <a:moveTo>
                  <a:pt x="202391" y="14780"/>
                </a:moveTo>
                <a:lnTo>
                  <a:pt x="232684" y="0"/>
                </a:lnTo>
                <a:lnTo>
                  <a:pt x="235714" y="0"/>
                </a:lnTo>
                <a:lnTo>
                  <a:pt x="235714" y="105110"/>
                </a:lnTo>
                <a:cubicBezTo>
                  <a:pt x="235714" y="112087"/>
                  <a:pt x="236005" y="116432"/>
                  <a:pt x="236586" y="118145"/>
                </a:cubicBezTo>
                <a:cubicBezTo>
                  <a:pt x="237167" y="119859"/>
                  <a:pt x="238376" y="121175"/>
                  <a:pt x="240212" y="122093"/>
                </a:cubicBezTo>
                <a:cubicBezTo>
                  <a:pt x="242048" y="123011"/>
                  <a:pt x="245781" y="123531"/>
                  <a:pt x="251411" y="123653"/>
                </a:cubicBezTo>
                <a:lnTo>
                  <a:pt x="251411" y="127050"/>
                </a:lnTo>
                <a:lnTo>
                  <a:pt x="204594" y="127050"/>
                </a:lnTo>
                <a:lnTo>
                  <a:pt x="204594" y="123653"/>
                </a:lnTo>
                <a:cubicBezTo>
                  <a:pt x="210469" y="123531"/>
                  <a:pt x="214263" y="123026"/>
                  <a:pt x="215977" y="122139"/>
                </a:cubicBezTo>
                <a:cubicBezTo>
                  <a:pt x="217691" y="121251"/>
                  <a:pt x="218884" y="120058"/>
                  <a:pt x="219557" y="118558"/>
                </a:cubicBezTo>
                <a:cubicBezTo>
                  <a:pt x="220230" y="117059"/>
                  <a:pt x="220567" y="112576"/>
                  <a:pt x="220567" y="105110"/>
                </a:cubicBezTo>
                <a:lnTo>
                  <a:pt x="220567" y="37913"/>
                </a:lnTo>
                <a:cubicBezTo>
                  <a:pt x="220567" y="28856"/>
                  <a:pt x="220261" y="23042"/>
                  <a:pt x="219649" y="20471"/>
                </a:cubicBezTo>
                <a:cubicBezTo>
                  <a:pt x="219221" y="18513"/>
                  <a:pt x="218440" y="17075"/>
                  <a:pt x="217308" y="16157"/>
                </a:cubicBezTo>
                <a:cubicBezTo>
                  <a:pt x="216176" y="15239"/>
                  <a:pt x="214814" y="14780"/>
                  <a:pt x="213223" y="14780"/>
                </a:cubicBezTo>
                <a:cubicBezTo>
                  <a:pt x="210959" y="14780"/>
                  <a:pt x="207807" y="15728"/>
                  <a:pt x="203768" y="17625"/>
                </a:cubicBezTo>
                <a:lnTo>
                  <a:pt x="202391" y="14780"/>
                </a:ln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139">
            <a:extLst xmlns:a="http://schemas.openxmlformats.org/drawingml/2006/main">
              <a:ext uri="{FF2B5EF4-FFF2-40B4-BE49-F238E27FC236}">
                <a16:creationId xmlns:a16="http://schemas.microsoft.com/office/drawing/2014/main" id="{6F58023B-321B-4DAD-88F8-B710B061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1669" y="853481"/>
            <a:ext cx="251228" cy="129620"/>
          </a:xfrm>
          <a:custGeom xmlns:a="http://schemas.openxmlformats.org/drawingml/2006/main">
            <a:pathLst>
              <a:path w="251228" h="129620">
                <a:moveTo>
                  <a:pt x="0" y="14780"/>
                </a:moveTo>
                <a:lnTo>
                  <a:pt x="30294" y="0"/>
                </a:lnTo>
                <a:lnTo>
                  <a:pt x="33323" y="0"/>
                </a:lnTo>
                <a:lnTo>
                  <a:pt x="33323" y="105110"/>
                </a:lnTo>
                <a:cubicBezTo>
                  <a:pt x="33323" y="112087"/>
                  <a:pt x="33614" y="116432"/>
                  <a:pt x="34195" y="118145"/>
                </a:cubicBezTo>
                <a:cubicBezTo>
                  <a:pt x="34777" y="119859"/>
                  <a:pt x="35985" y="121175"/>
                  <a:pt x="37821" y="122093"/>
                </a:cubicBezTo>
                <a:cubicBezTo>
                  <a:pt x="39657" y="123011"/>
                  <a:pt x="43390" y="123531"/>
                  <a:pt x="49021" y="123653"/>
                </a:cubicBezTo>
                <a:lnTo>
                  <a:pt x="49021" y="127050"/>
                </a:lnTo>
                <a:lnTo>
                  <a:pt x="2203" y="127050"/>
                </a:lnTo>
                <a:lnTo>
                  <a:pt x="2203" y="123653"/>
                </a:lnTo>
                <a:cubicBezTo>
                  <a:pt x="8078" y="123531"/>
                  <a:pt x="11873" y="123026"/>
                  <a:pt x="13586" y="122139"/>
                </a:cubicBezTo>
                <a:cubicBezTo>
                  <a:pt x="15300" y="121251"/>
                  <a:pt x="16493" y="120058"/>
                  <a:pt x="17166" y="118558"/>
                </a:cubicBezTo>
                <a:cubicBezTo>
                  <a:pt x="17840" y="117059"/>
                  <a:pt x="18176" y="112576"/>
                  <a:pt x="18176" y="105110"/>
                </a:cubicBezTo>
                <a:lnTo>
                  <a:pt x="18176" y="37913"/>
                </a:lnTo>
                <a:cubicBezTo>
                  <a:pt x="18176" y="28856"/>
                  <a:pt x="17870" y="23042"/>
                  <a:pt x="17258" y="20471"/>
                </a:cubicBezTo>
                <a:cubicBezTo>
                  <a:pt x="16830" y="18513"/>
                  <a:pt x="16050" y="17075"/>
                  <a:pt x="14917" y="16157"/>
                </a:cubicBezTo>
                <a:cubicBezTo>
                  <a:pt x="13785" y="15239"/>
                  <a:pt x="12423" y="14780"/>
                  <a:pt x="10832" y="14780"/>
                </a:cubicBezTo>
                <a:cubicBezTo>
                  <a:pt x="8568" y="14780"/>
                  <a:pt x="5416" y="15728"/>
                  <a:pt x="1377" y="17625"/>
                </a:cubicBezTo>
                <a:lnTo>
                  <a:pt x="0" y="14780"/>
                </a:lnTo>
                <a:close/>
                <a:moveTo>
                  <a:pt x="81183" y="26163"/>
                </a:moveTo>
                <a:cubicBezTo>
                  <a:pt x="84733" y="17778"/>
                  <a:pt x="89215" y="11322"/>
                  <a:pt x="94632" y="6793"/>
                </a:cubicBezTo>
                <a:cubicBezTo>
                  <a:pt x="100048" y="2264"/>
                  <a:pt x="106795" y="0"/>
                  <a:pt x="114873" y="0"/>
                </a:cubicBezTo>
                <a:cubicBezTo>
                  <a:pt x="124849" y="0"/>
                  <a:pt x="132499" y="3239"/>
                  <a:pt x="137823" y="9716"/>
                </a:cubicBezTo>
                <a:cubicBezTo>
                  <a:pt x="141862" y="14545"/>
                  <a:pt x="143882" y="19710"/>
                  <a:pt x="143882" y="25210"/>
                </a:cubicBezTo>
                <a:cubicBezTo>
                  <a:pt x="143882" y="34254"/>
                  <a:pt x="138190" y="43605"/>
                  <a:pt x="126807" y="53261"/>
                </a:cubicBezTo>
                <a:cubicBezTo>
                  <a:pt x="134457" y="56263"/>
                  <a:pt x="140240" y="60552"/>
                  <a:pt x="144157" y="66127"/>
                </a:cubicBezTo>
                <a:cubicBezTo>
                  <a:pt x="148074" y="71700"/>
                  <a:pt x="150032" y="78254"/>
                  <a:pt x="150032" y="85789"/>
                </a:cubicBezTo>
                <a:cubicBezTo>
                  <a:pt x="150032" y="96572"/>
                  <a:pt x="146605" y="105914"/>
                  <a:pt x="139751" y="113816"/>
                </a:cubicBezTo>
                <a:cubicBezTo>
                  <a:pt x="130816" y="124108"/>
                  <a:pt x="117872" y="129253"/>
                  <a:pt x="100920" y="129253"/>
                </a:cubicBezTo>
                <a:cubicBezTo>
                  <a:pt x="92535" y="129253"/>
                  <a:pt x="86829" y="128213"/>
                  <a:pt x="83799" y="126132"/>
                </a:cubicBezTo>
                <a:cubicBezTo>
                  <a:pt x="80770" y="124051"/>
                  <a:pt x="79255" y="121817"/>
                  <a:pt x="79255" y="119431"/>
                </a:cubicBezTo>
                <a:cubicBezTo>
                  <a:pt x="79255" y="117656"/>
                  <a:pt x="79974" y="116095"/>
                  <a:pt x="81412" y="114749"/>
                </a:cubicBezTo>
                <a:cubicBezTo>
                  <a:pt x="82851" y="113402"/>
                  <a:pt x="84580" y="112729"/>
                  <a:pt x="86599" y="112729"/>
                </a:cubicBezTo>
                <a:cubicBezTo>
                  <a:pt x="88129" y="112729"/>
                  <a:pt x="89690" y="112974"/>
                  <a:pt x="91281" y="113464"/>
                </a:cubicBezTo>
                <a:cubicBezTo>
                  <a:pt x="92321" y="113770"/>
                  <a:pt x="94677" y="114887"/>
                  <a:pt x="98349" y="116814"/>
                </a:cubicBezTo>
                <a:cubicBezTo>
                  <a:pt x="102021" y="118742"/>
                  <a:pt x="104561" y="119890"/>
                  <a:pt x="105969" y="120257"/>
                </a:cubicBezTo>
                <a:cubicBezTo>
                  <a:pt x="108233" y="120930"/>
                  <a:pt x="110650" y="121267"/>
                  <a:pt x="113221" y="121267"/>
                </a:cubicBezTo>
                <a:cubicBezTo>
                  <a:pt x="119463" y="121267"/>
                  <a:pt x="124895" y="118845"/>
                  <a:pt x="129515" y="114003"/>
                </a:cubicBezTo>
                <a:cubicBezTo>
                  <a:pt x="134136" y="109161"/>
                  <a:pt x="136446" y="103429"/>
                  <a:pt x="136446" y="96808"/>
                </a:cubicBezTo>
                <a:cubicBezTo>
                  <a:pt x="136446" y="91965"/>
                  <a:pt x="135375" y="87245"/>
                  <a:pt x="133233" y="82648"/>
                </a:cubicBezTo>
                <a:cubicBezTo>
                  <a:pt x="131642" y="79215"/>
                  <a:pt x="129898" y="76610"/>
                  <a:pt x="128000" y="74833"/>
                </a:cubicBezTo>
                <a:cubicBezTo>
                  <a:pt x="125369" y="72380"/>
                  <a:pt x="121758" y="70157"/>
                  <a:pt x="117168" y="68167"/>
                </a:cubicBezTo>
                <a:cubicBezTo>
                  <a:pt x="112578" y="66174"/>
                  <a:pt x="107897" y="65177"/>
                  <a:pt x="103123" y="65177"/>
                </a:cubicBezTo>
                <a:lnTo>
                  <a:pt x="100185" y="65177"/>
                </a:lnTo>
                <a:lnTo>
                  <a:pt x="100185" y="62423"/>
                </a:lnTo>
                <a:cubicBezTo>
                  <a:pt x="105020" y="61811"/>
                  <a:pt x="109870" y="60067"/>
                  <a:pt x="114736" y="57191"/>
                </a:cubicBezTo>
                <a:cubicBezTo>
                  <a:pt x="119601" y="54314"/>
                  <a:pt x="123135" y="50857"/>
                  <a:pt x="125338" y="46818"/>
                </a:cubicBezTo>
                <a:cubicBezTo>
                  <a:pt x="127542" y="42778"/>
                  <a:pt x="128643" y="38341"/>
                  <a:pt x="128643" y="33507"/>
                </a:cubicBezTo>
                <a:cubicBezTo>
                  <a:pt x="128643" y="27203"/>
                  <a:pt x="126669" y="22108"/>
                  <a:pt x="122722" y="18222"/>
                </a:cubicBezTo>
                <a:cubicBezTo>
                  <a:pt x="118775" y="14336"/>
                  <a:pt x="113863" y="12393"/>
                  <a:pt x="107988" y="12393"/>
                </a:cubicBezTo>
                <a:cubicBezTo>
                  <a:pt x="98502" y="12393"/>
                  <a:pt x="90577" y="17472"/>
                  <a:pt x="84212" y="27632"/>
                </a:cubicBezTo>
                <a:lnTo>
                  <a:pt x="81183" y="26163"/>
                </a:lnTo>
                <a:close/>
                <a:moveTo>
                  <a:pt x="175218" y="129620"/>
                </a:moveTo>
                <a:lnTo>
                  <a:pt x="175218" y="126224"/>
                </a:lnTo>
                <a:cubicBezTo>
                  <a:pt x="183174" y="126101"/>
                  <a:pt x="190579" y="124250"/>
                  <a:pt x="197434" y="120670"/>
                </a:cubicBezTo>
                <a:cubicBezTo>
                  <a:pt x="204288" y="117090"/>
                  <a:pt x="210913" y="110832"/>
                  <a:pt x="217308" y="101897"/>
                </a:cubicBezTo>
                <a:cubicBezTo>
                  <a:pt x="223703" y="92962"/>
                  <a:pt x="228156" y="83139"/>
                  <a:pt x="230665" y="72429"/>
                </a:cubicBezTo>
                <a:cubicBezTo>
                  <a:pt x="221057" y="78611"/>
                  <a:pt x="212366" y="81701"/>
                  <a:pt x="204594" y="81701"/>
                </a:cubicBezTo>
                <a:cubicBezTo>
                  <a:pt x="195842" y="81701"/>
                  <a:pt x="188345" y="78320"/>
                  <a:pt x="182103" y="71557"/>
                </a:cubicBezTo>
                <a:cubicBezTo>
                  <a:pt x="175861" y="64795"/>
                  <a:pt x="172740" y="55814"/>
                  <a:pt x="172740" y="44614"/>
                </a:cubicBezTo>
                <a:cubicBezTo>
                  <a:pt x="172740" y="33721"/>
                  <a:pt x="175861" y="24021"/>
                  <a:pt x="182103" y="15514"/>
                </a:cubicBezTo>
                <a:cubicBezTo>
                  <a:pt x="189631" y="5171"/>
                  <a:pt x="199453" y="0"/>
                  <a:pt x="211571" y="0"/>
                </a:cubicBezTo>
                <a:cubicBezTo>
                  <a:pt x="221791" y="0"/>
                  <a:pt x="230542" y="4223"/>
                  <a:pt x="237825" y="12668"/>
                </a:cubicBezTo>
                <a:cubicBezTo>
                  <a:pt x="246760" y="23133"/>
                  <a:pt x="251228" y="36046"/>
                  <a:pt x="251228" y="51407"/>
                </a:cubicBezTo>
                <a:cubicBezTo>
                  <a:pt x="251228" y="65239"/>
                  <a:pt x="247831" y="78136"/>
                  <a:pt x="241038" y="90101"/>
                </a:cubicBezTo>
                <a:cubicBezTo>
                  <a:pt x="234245" y="102065"/>
                  <a:pt x="224790" y="111995"/>
                  <a:pt x="212672" y="119890"/>
                </a:cubicBezTo>
                <a:cubicBezTo>
                  <a:pt x="202819" y="126377"/>
                  <a:pt x="192079" y="129620"/>
                  <a:pt x="180451" y="129620"/>
                </a:cubicBezTo>
                <a:lnTo>
                  <a:pt x="175218" y="129620"/>
                </a:lnTo>
                <a:moveTo>
                  <a:pt x="232134" y="65565"/>
                </a:moveTo>
                <a:cubicBezTo>
                  <a:pt x="233235" y="57632"/>
                  <a:pt x="233786" y="51284"/>
                  <a:pt x="233786" y="46522"/>
                </a:cubicBezTo>
                <a:cubicBezTo>
                  <a:pt x="233786" y="40603"/>
                  <a:pt x="232776" y="34210"/>
                  <a:pt x="230757" y="27345"/>
                </a:cubicBezTo>
                <a:cubicBezTo>
                  <a:pt x="228737" y="20479"/>
                  <a:pt x="225876" y="15215"/>
                  <a:pt x="222173" y="11552"/>
                </a:cubicBezTo>
                <a:cubicBezTo>
                  <a:pt x="218471" y="7890"/>
                  <a:pt x="214263" y="6059"/>
                  <a:pt x="209551" y="6059"/>
                </a:cubicBezTo>
                <a:cubicBezTo>
                  <a:pt x="204104" y="6059"/>
                  <a:pt x="199331" y="8500"/>
                  <a:pt x="195230" y="13383"/>
                </a:cubicBezTo>
                <a:cubicBezTo>
                  <a:pt x="191130" y="18265"/>
                  <a:pt x="189080" y="25528"/>
                  <a:pt x="189080" y="35171"/>
                </a:cubicBezTo>
                <a:cubicBezTo>
                  <a:pt x="189080" y="48049"/>
                  <a:pt x="191803" y="58119"/>
                  <a:pt x="197250" y="65381"/>
                </a:cubicBezTo>
                <a:cubicBezTo>
                  <a:pt x="201228" y="70631"/>
                  <a:pt x="206124" y="73256"/>
                  <a:pt x="211938" y="73256"/>
                </a:cubicBezTo>
                <a:cubicBezTo>
                  <a:pt x="214753" y="73256"/>
                  <a:pt x="218088" y="72584"/>
                  <a:pt x="221944" y="71242"/>
                </a:cubicBezTo>
                <a:cubicBezTo>
                  <a:pt x="225800" y="69899"/>
                  <a:pt x="229196" y="68007"/>
                  <a:pt x="232134" y="65565"/>
                </a:cubicBez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F5E558-CAE5-4419-8399-8CE10752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973" y="1073262"/>
            <a:ext cx="260129" cy="277792"/>
          </a:xfrm>
          <a:custGeom xmlns:a="http://schemas.openxmlformats.org/drawingml/2006/main">
            <a:pathLst>
              <a:path w="260129" h="277792">
                <a:moveTo>
                  <a:pt x="0" y="96344"/>
                </a:moveTo>
                <a:lnTo>
                  <a:pt x="88315" y="96344"/>
                </a:lnTo>
                <a:lnTo>
                  <a:pt x="88315" y="0"/>
                </a:lnTo>
                <a:lnTo>
                  <a:pt x="171813" y="0"/>
                </a:lnTo>
                <a:lnTo>
                  <a:pt x="171813" y="96344"/>
                </a:lnTo>
                <a:lnTo>
                  <a:pt x="260129" y="96344"/>
                </a:lnTo>
                <a:lnTo>
                  <a:pt x="260129" y="179842"/>
                </a:lnTo>
                <a:lnTo>
                  <a:pt x="171813" y="179842"/>
                </a:lnTo>
                <a:lnTo>
                  <a:pt x="171813" y="277792"/>
                </a:lnTo>
                <a:lnTo>
                  <a:pt x="88315" y="277792"/>
                </a:lnTo>
                <a:lnTo>
                  <a:pt x="88315" y="179842"/>
                </a:lnTo>
                <a:lnTo>
                  <a:pt x="0" y="179842"/>
                </a:lnTo>
                <a:lnTo>
                  <a:pt x="0" y="96344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839232-D603-41F5-B4D4-7245E32D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7560" y="1066678"/>
            <a:ext cx="274955" cy="290691"/>
          </a:xfrm>
          <a:custGeom xmlns:a="http://schemas.openxmlformats.org/drawingml/2006/main">
            <a:pathLst>
              <a:path w="274955" h="290691">
                <a:moveTo>
                  <a:pt x="88931" y="96799"/>
                </a:moveTo>
                <a:lnTo>
                  <a:pt x="0" y="96799"/>
                </a:lnTo>
                <a:lnTo>
                  <a:pt x="0" y="193892"/>
                </a:lnTo>
                <a:lnTo>
                  <a:pt x="88931" y="193892"/>
                </a:lnTo>
                <a:lnTo>
                  <a:pt x="88931" y="290691"/>
                </a:lnTo>
                <a:lnTo>
                  <a:pt x="186024" y="290691"/>
                </a:lnTo>
                <a:lnTo>
                  <a:pt x="186024" y="193892"/>
                </a:lnTo>
                <a:lnTo>
                  <a:pt x="274955" y="193892"/>
                </a:lnTo>
                <a:lnTo>
                  <a:pt x="274955" y="96799"/>
                </a:lnTo>
                <a:lnTo>
                  <a:pt x="186024" y="96799"/>
                </a:lnTo>
                <a:lnTo>
                  <a:pt x="186024" y="0"/>
                </a:lnTo>
                <a:lnTo>
                  <a:pt x="88931" y="0"/>
                </a:lnTo>
                <a:lnTo>
                  <a:pt x="88931" y="96799"/>
                </a:lnTo>
                <a:close/>
                <a:moveTo>
                  <a:pt x="172643" y="13381"/>
                </a:moveTo>
                <a:lnTo>
                  <a:pt x="172643" y="110180"/>
                </a:lnTo>
                <a:lnTo>
                  <a:pt x="261574" y="110180"/>
                </a:lnTo>
                <a:lnTo>
                  <a:pt x="261574" y="180511"/>
                </a:lnTo>
                <a:lnTo>
                  <a:pt x="172643" y="180511"/>
                </a:lnTo>
                <a:lnTo>
                  <a:pt x="172643" y="277310"/>
                </a:lnTo>
                <a:lnTo>
                  <a:pt x="102312" y="277310"/>
                </a:lnTo>
                <a:lnTo>
                  <a:pt x="102312" y="180511"/>
                </a:lnTo>
                <a:lnTo>
                  <a:pt x="13381" y="180511"/>
                </a:lnTo>
                <a:lnTo>
                  <a:pt x="13381" y="110180"/>
                </a:lnTo>
                <a:lnTo>
                  <a:pt x="102312" y="110180"/>
                </a:lnTo>
                <a:lnTo>
                  <a:pt x="102312" y="13381"/>
                </a:lnTo>
                <a:lnTo>
                  <a:pt x="172643" y="13381"/>
                </a:lnTo>
                <a:close/>
              </a:path>
            </a:pathLst>
          </a:custGeom>
          <a:solidFill xmlns:a="http://schemas.openxmlformats.org/drawingml/2006/main">
            <a:srgbClr val="2E54A1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bcf1fc5350489a"/>
          <a:stretch xmlns:a="http://schemas.openxmlformats.org/drawingml/2006/main"/>
        </p:blipFill>
        <p:spPr>
          <a:xfrm xmlns:a="http://schemas.openxmlformats.org/drawingml/2006/main">
            <a:off x="3414766" y="1381562"/>
            <a:ext cx="600544" cy="600544"/>
          </a:xfrm>
          <a:prstGeom xmlns:a="http://schemas.openxmlformats.org/drawingml/2006/main" prst="rect">
            <a:avLst/>
          </a:prstGeom>
        </p:spPr>
      </p:pic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84C28A-1558-460D-83E1-6B212F8A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402" y="1717695"/>
            <a:ext cx="374684" cy="106982"/>
          </a:xfrm>
          <a:custGeom xmlns:a="http://schemas.openxmlformats.org/drawingml/2006/main">
            <a:pathLst>
              <a:path w="374684" h="106982">
                <a:moveTo>
                  <a:pt x="27" y="46299"/>
                </a:moveTo>
                <a:lnTo>
                  <a:pt x="0" y="59680"/>
                </a:lnTo>
                <a:lnTo>
                  <a:pt x="336656" y="60278"/>
                </a:lnTo>
                <a:lnTo>
                  <a:pt x="277671" y="94537"/>
                </a:lnTo>
                <a:lnTo>
                  <a:pt x="276052" y="95862"/>
                </a:lnTo>
                <a:lnTo>
                  <a:pt x="274915" y="97615"/>
                </a:lnTo>
                <a:lnTo>
                  <a:pt x="274379" y="99649"/>
                </a:lnTo>
                <a:lnTo>
                  <a:pt x="274500" y="101737"/>
                </a:lnTo>
                <a:lnTo>
                  <a:pt x="275249" y="103690"/>
                </a:lnTo>
                <a:lnTo>
                  <a:pt x="276574" y="105309"/>
                </a:lnTo>
                <a:lnTo>
                  <a:pt x="278327" y="106447"/>
                </a:lnTo>
                <a:lnTo>
                  <a:pt x="280361" y="106982"/>
                </a:lnTo>
                <a:lnTo>
                  <a:pt x="282448" y="106861"/>
                </a:lnTo>
                <a:lnTo>
                  <a:pt x="284402" y="106112"/>
                </a:lnTo>
                <a:lnTo>
                  <a:pt x="374684" y="53658"/>
                </a:lnTo>
                <a:lnTo>
                  <a:pt x="284589" y="883"/>
                </a:lnTo>
                <a:lnTo>
                  <a:pt x="282636" y="120"/>
                </a:lnTo>
                <a:lnTo>
                  <a:pt x="280548" y="0"/>
                </a:lnTo>
                <a:lnTo>
                  <a:pt x="278514" y="522"/>
                </a:lnTo>
                <a:lnTo>
                  <a:pt x="276761" y="1659"/>
                </a:lnTo>
                <a:lnTo>
                  <a:pt x="275423" y="3278"/>
                </a:lnTo>
                <a:lnTo>
                  <a:pt x="274674" y="5219"/>
                </a:lnTo>
                <a:lnTo>
                  <a:pt x="274540" y="7319"/>
                </a:lnTo>
                <a:lnTo>
                  <a:pt x="275075" y="9340"/>
                </a:lnTo>
                <a:lnTo>
                  <a:pt x="276199" y="11106"/>
                </a:lnTo>
                <a:lnTo>
                  <a:pt x="277818" y="12431"/>
                </a:lnTo>
                <a:lnTo>
                  <a:pt x="336659" y="46897"/>
                </a:lnTo>
                <a:lnTo>
                  <a:pt x="27" y="462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5C9043-E6D2-44D7-B589-1CA6C454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732" y="482620"/>
            <a:ext cx="374684" cy="106982"/>
          </a:xfrm>
          <a:custGeom xmlns:a="http://schemas.openxmlformats.org/drawingml/2006/main">
            <a:pathLst>
              <a:path w="374684" h="106982">
                <a:moveTo>
                  <a:pt x="27" y="46299"/>
                </a:moveTo>
                <a:lnTo>
                  <a:pt x="0" y="59680"/>
                </a:lnTo>
                <a:lnTo>
                  <a:pt x="336656" y="60278"/>
                </a:lnTo>
                <a:lnTo>
                  <a:pt x="277671" y="94537"/>
                </a:lnTo>
                <a:lnTo>
                  <a:pt x="276052" y="95862"/>
                </a:lnTo>
                <a:lnTo>
                  <a:pt x="274915" y="97615"/>
                </a:lnTo>
                <a:lnTo>
                  <a:pt x="274379" y="99649"/>
                </a:lnTo>
                <a:lnTo>
                  <a:pt x="274500" y="101737"/>
                </a:lnTo>
                <a:lnTo>
                  <a:pt x="275249" y="103690"/>
                </a:lnTo>
                <a:lnTo>
                  <a:pt x="276574" y="105309"/>
                </a:lnTo>
                <a:lnTo>
                  <a:pt x="278327" y="106447"/>
                </a:lnTo>
                <a:lnTo>
                  <a:pt x="280361" y="106982"/>
                </a:lnTo>
                <a:lnTo>
                  <a:pt x="282448" y="106861"/>
                </a:lnTo>
                <a:lnTo>
                  <a:pt x="284402" y="106112"/>
                </a:lnTo>
                <a:lnTo>
                  <a:pt x="374684" y="53658"/>
                </a:lnTo>
                <a:lnTo>
                  <a:pt x="284589" y="883"/>
                </a:lnTo>
                <a:lnTo>
                  <a:pt x="282636" y="120"/>
                </a:lnTo>
                <a:lnTo>
                  <a:pt x="280548" y="0"/>
                </a:lnTo>
                <a:lnTo>
                  <a:pt x="278514" y="522"/>
                </a:lnTo>
                <a:lnTo>
                  <a:pt x="276761" y="1659"/>
                </a:lnTo>
                <a:lnTo>
                  <a:pt x="275437" y="3278"/>
                </a:lnTo>
                <a:lnTo>
                  <a:pt x="274674" y="5232"/>
                </a:lnTo>
                <a:lnTo>
                  <a:pt x="274540" y="7319"/>
                </a:lnTo>
                <a:lnTo>
                  <a:pt x="275075" y="9340"/>
                </a:lnTo>
                <a:lnTo>
                  <a:pt x="276199" y="11106"/>
                </a:lnTo>
                <a:lnTo>
                  <a:pt x="277818" y="12431"/>
                </a:lnTo>
                <a:lnTo>
                  <a:pt x="336659" y="46897"/>
                </a:lnTo>
                <a:lnTo>
                  <a:pt x="27" y="462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890">
            <a:extLst xmlns:a="http://schemas.openxmlformats.org/drawingml/2006/main">
              <a:ext uri="{FF2B5EF4-FFF2-40B4-BE49-F238E27FC236}">
                <a16:creationId xmlns:a16="http://schemas.microsoft.com/office/drawing/2014/main" id="{F41B91A3-8612-4856-99E8-EDF3BFDE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919" y="2375795"/>
            <a:ext cx="300282" cy="147149"/>
          </a:xfrm>
          <a:custGeom xmlns:a="http://schemas.openxmlformats.org/drawingml/2006/main">
            <a:pathLst>
              <a:path w="300282" h="147149">
                <a:moveTo>
                  <a:pt x="28033" y="73053"/>
                </a:moveTo>
                <a:cubicBezTo>
                  <a:pt x="16848" y="63883"/>
                  <a:pt x="9640" y="56518"/>
                  <a:pt x="6409" y="50960"/>
                </a:cubicBezTo>
                <a:cubicBezTo>
                  <a:pt x="3179" y="45402"/>
                  <a:pt x="1563" y="39636"/>
                  <a:pt x="1563" y="33661"/>
                </a:cubicBezTo>
                <a:cubicBezTo>
                  <a:pt x="1563" y="24490"/>
                  <a:pt x="5106" y="16587"/>
                  <a:pt x="12193" y="9952"/>
                </a:cubicBezTo>
                <a:cubicBezTo>
                  <a:pt x="19279" y="3317"/>
                  <a:pt x="28693" y="0"/>
                  <a:pt x="40435" y="0"/>
                </a:cubicBezTo>
                <a:cubicBezTo>
                  <a:pt x="51829" y="0"/>
                  <a:pt x="60999" y="3092"/>
                  <a:pt x="67947" y="9275"/>
                </a:cubicBezTo>
                <a:cubicBezTo>
                  <a:pt x="74895" y="15458"/>
                  <a:pt x="78368" y="22510"/>
                  <a:pt x="78368" y="30430"/>
                </a:cubicBezTo>
                <a:cubicBezTo>
                  <a:pt x="78368" y="35710"/>
                  <a:pt x="76492" y="41095"/>
                  <a:pt x="72741" y="46583"/>
                </a:cubicBezTo>
                <a:cubicBezTo>
                  <a:pt x="68989" y="52072"/>
                  <a:pt x="61173" y="58533"/>
                  <a:pt x="49293" y="65967"/>
                </a:cubicBezTo>
                <a:cubicBezTo>
                  <a:pt x="61521" y="75416"/>
                  <a:pt x="69614" y="82849"/>
                  <a:pt x="73574" y="88269"/>
                </a:cubicBezTo>
                <a:cubicBezTo>
                  <a:pt x="78855" y="95355"/>
                  <a:pt x="81495" y="102824"/>
                  <a:pt x="81495" y="110674"/>
                </a:cubicBezTo>
                <a:cubicBezTo>
                  <a:pt x="81495" y="120609"/>
                  <a:pt x="77708" y="129103"/>
                  <a:pt x="70135" y="136155"/>
                </a:cubicBezTo>
                <a:cubicBezTo>
                  <a:pt x="62563" y="143206"/>
                  <a:pt x="52628" y="146732"/>
                  <a:pt x="40330" y="146732"/>
                </a:cubicBezTo>
                <a:cubicBezTo>
                  <a:pt x="26922" y="146732"/>
                  <a:pt x="16466" y="142529"/>
                  <a:pt x="8962" y="134122"/>
                </a:cubicBezTo>
                <a:cubicBezTo>
                  <a:pt x="2987" y="127383"/>
                  <a:pt x="0" y="120019"/>
                  <a:pt x="0" y="112029"/>
                </a:cubicBezTo>
                <a:cubicBezTo>
                  <a:pt x="0" y="105776"/>
                  <a:pt x="2102" y="99576"/>
                  <a:pt x="6305" y="93427"/>
                </a:cubicBezTo>
                <a:cubicBezTo>
                  <a:pt x="10508" y="87279"/>
                  <a:pt x="17751" y="80487"/>
                  <a:pt x="28033" y="73053"/>
                </a:cubicBezTo>
                <a:moveTo>
                  <a:pt x="44395" y="61903"/>
                </a:moveTo>
                <a:cubicBezTo>
                  <a:pt x="52732" y="54399"/>
                  <a:pt x="58012" y="48476"/>
                  <a:pt x="60235" y="44134"/>
                </a:cubicBezTo>
                <a:cubicBezTo>
                  <a:pt x="62458" y="39792"/>
                  <a:pt x="63570" y="34877"/>
                  <a:pt x="63570" y="29388"/>
                </a:cubicBezTo>
                <a:cubicBezTo>
                  <a:pt x="63570" y="22093"/>
                  <a:pt x="61521" y="16379"/>
                  <a:pt x="57421" y="12245"/>
                </a:cubicBezTo>
                <a:cubicBezTo>
                  <a:pt x="53322" y="8111"/>
                  <a:pt x="47730" y="6044"/>
                  <a:pt x="40643" y="6044"/>
                </a:cubicBezTo>
                <a:cubicBezTo>
                  <a:pt x="33557" y="6044"/>
                  <a:pt x="27790" y="8094"/>
                  <a:pt x="23344" y="12193"/>
                </a:cubicBezTo>
                <a:cubicBezTo>
                  <a:pt x="18897" y="16292"/>
                  <a:pt x="16674" y="21086"/>
                  <a:pt x="16674" y="26574"/>
                </a:cubicBezTo>
                <a:cubicBezTo>
                  <a:pt x="16674" y="30187"/>
                  <a:pt x="17595" y="33800"/>
                  <a:pt x="19436" y="37413"/>
                </a:cubicBezTo>
                <a:cubicBezTo>
                  <a:pt x="21277" y="41025"/>
                  <a:pt x="23900" y="44464"/>
                  <a:pt x="27304" y="47730"/>
                </a:cubicBezTo>
                <a:lnTo>
                  <a:pt x="44395" y="61903"/>
                </a:lnTo>
                <a:moveTo>
                  <a:pt x="32931" y="77014"/>
                </a:moveTo>
                <a:cubicBezTo>
                  <a:pt x="27165" y="81877"/>
                  <a:pt x="22892" y="87174"/>
                  <a:pt x="20113" y="92906"/>
                </a:cubicBezTo>
                <a:cubicBezTo>
                  <a:pt x="17334" y="98638"/>
                  <a:pt x="15945" y="104838"/>
                  <a:pt x="15945" y="111508"/>
                </a:cubicBezTo>
                <a:cubicBezTo>
                  <a:pt x="15945" y="120470"/>
                  <a:pt x="18394" y="127644"/>
                  <a:pt x="23292" y="133028"/>
                </a:cubicBezTo>
                <a:cubicBezTo>
                  <a:pt x="28190" y="138412"/>
                  <a:pt x="34425" y="141105"/>
                  <a:pt x="41998" y="141105"/>
                </a:cubicBezTo>
                <a:cubicBezTo>
                  <a:pt x="49501" y="141105"/>
                  <a:pt x="55511" y="138986"/>
                  <a:pt x="60027" y="134748"/>
                </a:cubicBezTo>
                <a:cubicBezTo>
                  <a:pt x="64543" y="130510"/>
                  <a:pt x="66801" y="125368"/>
                  <a:pt x="66801" y="119324"/>
                </a:cubicBezTo>
                <a:cubicBezTo>
                  <a:pt x="66801" y="114322"/>
                  <a:pt x="65481" y="109841"/>
                  <a:pt x="62841" y="105881"/>
                </a:cubicBezTo>
                <a:cubicBezTo>
                  <a:pt x="57908" y="98516"/>
                  <a:pt x="47938" y="88894"/>
                  <a:pt x="32931" y="77014"/>
                </a:cubicBezTo>
                <a:close/>
                <a:moveTo>
                  <a:pt x="105381" y="147149"/>
                </a:moveTo>
                <a:lnTo>
                  <a:pt x="105381" y="143293"/>
                </a:lnTo>
                <a:cubicBezTo>
                  <a:pt x="114413" y="143154"/>
                  <a:pt x="122820" y="141053"/>
                  <a:pt x="130601" y="136988"/>
                </a:cubicBezTo>
                <a:cubicBezTo>
                  <a:pt x="138382" y="132924"/>
                  <a:pt x="145903" y="125820"/>
                  <a:pt x="153163" y="115677"/>
                </a:cubicBezTo>
                <a:cubicBezTo>
                  <a:pt x="160423" y="105533"/>
                  <a:pt x="165478" y="94382"/>
                  <a:pt x="168326" y="82224"/>
                </a:cubicBezTo>
                <a:cubicBezTo>
                  <a:pt x="157418" y="89241"/>
                  <a:pt x="147553" y="92750"/>
                  <a:pt x="138730" y="92750"/>
                </a:cubicBezTo>
                <a:cubicBezTo>
                  <a:pt x="128795" y="92750"/>
                  <a:pt x="120284" y="88911"/>
                  <a:pt x="113197" y="81234"/>
                </a:cubicBezTo>
                <a:cubicBezTo>
                  <a:pt x="106111" y="73557"/>
                  <a:pt x="102568" y="63362"/>
                  <a:pt x="102568" y="50648"/>
                </a:cubicBezTo>
                <a:cubicBezTo>
                  <a:pt x="102568" y="38281"/>
                  <a:pt x="106111" y="27269"/>
                  <a:pt x="113197" y="17612"/>
                </a:cubicBezTo>
                <a:cubicBezTo>
                  <a:pt x="121743" y="5871"/>
                  <a:pt x="132894" y="0"/>
                  <a:pt x="146650" y="0"/>
                </a:cubicBezTo>
                <a:cubicBezTo>
                  <a:pt x="158252" y="0"/>
                  <a:pt x="168187" y="4794"/>
                  <a:pt x="176455" y="14381"/>
                </a:cubicBezTo>
                <a:cubicBezTo>
                  <a:pt x="186598" y="26262"/>
                  <a:pt x="191670" y="40921"/>
                  <a:pt x="191670" y="58359"/>
                </a:cubicBezTo>
                <a:cubicBezTo>
                  <a:pt x="191670" y="74061"/>
                  <a:pt x="187814" y="88703"/>
                  <a:pt x="180102" y="102285"/>
                </a:cubicBezTo>
                <a:cubicBezTo>
                  <a:pt x="172390" y="115868"/>
                  <a:pt x="161656" y="127140"/>
                  <a:pt x="147900" y="136102"/>
                </a:cubicBezTo>
                <a:cubicBezTo>
                  <a:pt x="136715" y="143467"/>
                  <a:pt x="124522" y="147149"/>
                  <a:pt x="111321" y="147149"/>
                </a:cubicBezTo>
                <a:lnTo>
                  <a:pt x="105381" y="147149"/>
                </a:lnTo>
                <a:moveTo>
                  <a:pt x="169994" y="74431"/>
                </a:moveTo>
                <a:cubicBezTo>
                  <a:pt x="171244" y="65425"/>
                  <a:pt x="171869" y="58219"/>
                  <a:pt x="171869" y="52813"/>
                </a:cubicBezTo>
                <a:cubicBezTo>
                  <a:pt x="171869" y="46094"/>
                  <a:pt x="170723" y="38837"/>
                  <a:pt x="168430" y="31042"/>
                </a:cubicBezTo>
                <a:cubicBezTo>
                  <a:pt x="166138" y="23248"/>
                  <a:pt x="162890" y="17272"/>
                  <a:pt x="158686" y="13115"/>
                </a:cubicBezTo>
                <a:cubicBezTo>
                  <a:pt x="154483" y="8957"/>
                  <a:pt x="149707" y="6878"/>
                  <a:pt x="144357" y="6878"/>
                </a:cubicBezTo>
                <a:cubicBezTo>
                  <a:pt x="138174" y="6878"/>
                  <a:pt x="132755" y="9649"/>
                  <a:pt x="128100" y="15192"/>
                </a:cubicBezTo>
                <a:cubicBezTo>
                  <a:pt x="123445" y="20735"/>
                  <a:pt x="121118" y="28980"/>
                  <a:pt x="121118" y="39927"/>
                </a:cubicBezTo>
                <a:cubicBezTo>
                  <a:pt x="121118" y="54547"/>
                  <a:pt x="124209" y="65979"/>
                  <a:pt x="130393" y="74223"/>
                </a:cubicBezTo>
                <a:cubicBezTo>
                  <a:pt x="134908" y="80182"/>
                  <a:pt x="140466" y="83162"/>
                  <a:pt x="147067" y="83162"/>
                </a:cubicBezTo>
                <a:cubicBezTo>
                  <a:pt x="150262" y="83162"/>
                  <a:pt x="154049" y="82400"/>
                  <a:pt x="158426" y="80876"/>
                </a:cubicBezTo>
                <a:cubicBezTo>
                  <a:pt x="162803" y="79352"/>
                  <a:pt x="166659" y="77204"/>
                  <a:pt x="169994" y="74431"/>
                </a:cubicBezTo>
                <a:close/>
                <a:moveTo>
                  <a:pt x="208887" y="74408"/>
                </a:moveTo>
                <a:cubicBezTo>
                  <a:pt x="208887" y="58290"/>
                  <a:pt x="211319" y="44412"/>
                  <a:pt x="216182" y="32775"/>
                </a:cubicBezTo>
                <a:cubicBezTo>
                  <a:pt x="221045" y="21138"/>
                  <a:pt x="227506" y="12471"/>
                  <a:pt x="235566" y="6774"/>
                </a:cubicBezTo>
                <a:cubicBezTo>
                  <a:pt x="241818" y="2258"/>
                  <a:pt x="248280" y="0"/>
                  <a:pt x="254949" y="0"/>
                </a:cubicBezTo>
                <a:cubicBezTo>
                  <a:pt x="265787" y="0"/>
                  <a:pt x="275514" y="5523"/>
                  <a:pt x="284129" y="16570"/>
                </a:cubicBezTo>
                <a:cubicBezTo>
                  <a:pt x="294898" y="30257"/>
                  <a:pt x="300282" y="48806"/>
                  <a:pt x="300282" y="72220"/>
                </a:cubicBezTo>
                <a:cubicBezTo>
                  <a:pt x="300282" y="88616"/>
                  <a:pt x="297920" y="102546"/>
                  <a:pt x="293195" y="114009"/>
                </a:cubicBezTo>
                <a:cubicBezTo>
                  <a:pt x="288471" y="125473"/>
                  <a:pt x="282444" y="133792"/>
                  <a:pt x="275114" y="138968"/>
                </a:cubicBezTo>
                <a:cubicBezTo>
                  <a:pt x="267785" y="144144"/>
                  <a:pt x="260716" y="146732"/>
                  <a:pt x="253907" y="146732"/>
                </a:cubicBezTo>
                <a:cubicBezTo>
                  <a:pt x="240429" y="146732"/>
                  <a:pt x="229209" y="138777"/>
                  <a:pt x="220246" y="122867"/>
                </a:cubicBezTo>
                <a:cubicBezTo>
                  <a:pt x="212673" y="109459"/>
                  <a:pt x="208887" y="93306"/>
                  <a:pt x="208887" y="74408"/>
                </a:cubicBezTo>
                <a:moveTo>
                  <a:pt x="229313" y="77069"/>
                </a:moveTo>
                <a:cubicBezTo>
                  <a:pt x="229313" y="96537"/>
                  <a:pt x="231710" y="112424"/>
                  <a:pt x="236503" y="124730"/>
                </a:cubicBezTo>
                <a:cubicBezTo>
                  <a:pt x="240464" y="135091"/>
                  <a:pt x="246369" y="140271"/>
                  <a:pt x="254220" y="140271"/>
                </a:cubicBezTo>
                <a:cubicBezTo>
                  <a:pt x="257971" y="140271"/>
                  <a:pt x="261862" y="138585"/>
                  <a:pt x="265892" y="135213"/>
                </a:cubicBezTo>
                <a:cubicBezTo>
                  <a:pt x="269921" y="131842"/>
                  <a:pt x="272978" y="126192"/>
                  <a:pt x="275062" y="118266"/>
                </a:cubicBezTo>
                <a:cubicBezTo>
                  <a:pt x="278258" y="106305"/>
                  <a:pt x="279856" y="89444"/>
                  <a:pt x="279856" y="67683"/>
                </a:cubicBezTo>
                <a:cubicBezTo>
                  <a:pt x="279856" y="51552"/>
                  <a:pt x="278189" y="38098"/>
                  <a:pt x="274854" y="27320"/>
                </a:cubicBezTo>
                <a:cubicBezTo>
                  <a:pt x="272353" y="19324"/>
                  <a:pt x="269122" y="13657"/>
                  <a:pt x="265162" y="10320"/>
                </a:cubicBezTo>
                <a:cubicBezTo>
                  <a:pt x="262314" y="8026"/>
                  <a:pt x="258875" y="6878"/>
                  <a:pt x="254845" y="6878"/>
                </a:cubicBezTo>
                <a:cubicBezTo>
                  <a:pt x="250121" y="6878"/>
                  <a:pt x="245917" y="8999"/>
                  <a:pt x="242235" y="13242"/>
                </a:cubicBezTo>
                <a:cubicBezTo>
                  <a:pt x="237233" y="19012"/>
                  <a:pt x="233829" y="28087"/>
                  <a:pt x="232022" y="40464"/>
                </a:cubicBezTo>
                <a:cubicBezTo>
                  <a:pt x="230216" y="52839"/>
                  <a:pt x="229313" y="65041"/>
                  <a:pt x="229313" y="77069"/>
                </a:cubicBez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reports">
            <a:extLst xmlns:a="http://schemas.openxmlformats.org/drawingml/2006/main">
              <a:ext uri="{FF2B5EF4-FFF2-40B4-BE49-F238E27FC236}">
                <a16:creationId xmlns:a16="http://schemas.microsoft.com/office/drawing/2014/main" id="{10C193BC-3AA4-405E-81B3-AA7B8580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195" y="2572401"/>
            <a:ext cx="586027" cy="172577"/>
          </a:xfrm>
          <a:custGeom xmlns:a="http://schemas.openxmlformats.org/drawingml/2006/main">
            <a:pathLst>
              <a:path w="586027" h="172577">
                <a:moveTo>
                  <a:pt x="33244" y="28763"/>
                </a:moveTo>
                <a:lnTo>
                  <a:pt x="33244" y="50231"/>
                </a:lnTo>
                <a:cubicBezTo>
                  <a:pt x="41234" y="35919"/>
                  <a:pt x="49432" y="28763"/>
                  <a:pt x="57838" y="28763"/>
                </a:cubicBezTo>
                <a:cubicBezTo>
                  <a:pt x="61659" y="28763"/>
                  <a:pt x="64821" y="29927"/>
                  <a:pt x="67322" y="32254"/>
                </a:cubicBezTo>
                <a:cubicBezTo>
                  <a:pt x="69823" y="34581"/>
                  <a:pt x="71073" y="37274"/>
                  <a:pt x="71073" y="40330"/>
                </a:cubicBezTo>
                <a:cubicBezTo>
                  <a:pt x="71073" y="43040"/>
                  <a:pt x="70170" y="45333"/>
                  <a:pt x="68364" y="47209"/>
                </a:cubicBezTo>
                <a:cubicBezTo>
                  <a:pt x="66557" y="49084"/>
                  <a:pt x="64404" y="50022"/>
                  <a:pt x="61903" y="50022"/>
                </a:cubicBezTo>
                <a:cubicBezTo>
                  <a:pt x="59471" y="50022"/>
                  <a:pt x="56744" y="48824"/>
                  <a:pt x="53722" y="46427"/>
                </a:cubicBezTo>
                <a:cubicBezTo>
                  <a:pt x="50700" y="44030"/>
                  <a:pt x="48459" y="42832"/>
                  <a:pt x="47000" y="42832"/>
                </a:cubicBezTo>
                <a:cubicBezTo>
                  <a:pt x="45750" y="42832"/>
                  <a:pt x="44395" y="43524"/>
                  <a:pt x="42936" y="44909"/>
                </a:cubicBezTo>
                <a:cubicBezTo>
                  <a:pt x="39809" y="47751"/>
                  <a:pt x="36579" y="52429"/>
                  <a:pt x="33244" y="58942"/>
                </a:cubicBezTo>
                <a:lnTo>
                  <a:pt x="33244" y="104575"/>
                </a:lnTo>
                <a:cubicBezTo>
                  <a:pt x="33244" y="109840"/>
                  <a:pt x="33904" y="113824"/>
                  <a:pt x="35224" y="116527"/>
                </a:cubicBezTo>
                <a:cubicBezTo>
                  <a:pt x="36127" y="118398"/>
                  <a:pt x="37725" y="119958"/>
                  <a:pt x="40018" y="121206"/>
                </a:cubicBezTo>
                <a:cubicBezTo>
                  <a:pt x="42311" y="122453"/>
                  <a:pt x="45611" y="123076"/>
                  <a:pt x="49918" y="123076"/>
                </a:cubicBezTo>
                <a:lnTo>
                  <a:pt x="49918" y="126932"/>
                </a:lnTo>
                <a:lnTo>
                  <a:pt x="1042" y="126932"/>
                </a:lnTo>
                <a:lnTo>
                  <a:pt x="1042" y="123076"/>
                </a:lnTo>
                <a:cubicBezTo>
                  <a:pt x="5905" y="123076"/>
                  <a:pt x="9518" y="122314"/>
                  <a:pt x="11880" y="120790"/>
                </a:cubicBezTo>
                <a:cubicBezTo>
                  <a:pt x="13617" y="119680"/>
                  <a:pt x="14833" y="117912"/>
                  <a:pt x="15528" y="115484"/>
                </a:cubicBezTo>
                <a:cubicBezTo>
                  <a:pt x="15875" y="114306"/>
                  <a:pt x="16049" y="110944"/>
                  <a:pt x="16049" y="105399"/>
                </a:cubicBezTo>
                <a:lnTo>
                  <a:pt x="16049" y="68484"/>
                </a:lnTo>
                <a:cubicBezTo>
                  <a:pt x="16049" y="57392"/>
                  <a:pt x="15823" y="50790"/>
                  <a:pt x="15371" y="48677"/>
                </a:cubicBezTo>
                <a:cubicBezTo>
                  <a:pt x="14920" y="46563"/>
                  <a:pt x="14086" y="45020"/>
                  <a:pt x="12870" y="44050"/>
                </a:cubicBezTo>
                <a:cubicBezTo>
                  <a:pt x="11655" y="43079"/>
                  <a:pt x="10143" y="42594"/>
                  <a:pt x="8337" y="42594"/>
                </a:cubicBezTo>
                <a:cubicBezTo>
                  <a:pt x="6183" y="42594"/>
                  <a:pt x="3752" y="43114"/>
                  <a:pt x="1042" y="44154"/>
                </a:cubicBezTo>
                <a:lnTo>
                  <a:pt x="0" y="40409"/>
                </a:lnTo>
                <a:lnTo>
                  <a:pt x="28867" y="28763"/>
                </a:lnTo>
                <a:lnTo>
                  <a:pt x="33244" y="28763"/>
                </a:lnTo>
                <a:close/>
                <a:moveTo>
                  <a:pt x="92953" y="67530"/>
                </a:moveTo>
                <a:cubicBezTo>
                  <a:pt x="92883" y="81671"/>
                  <a:pt x="96322" y="92762"/>
                  <a:pt x="103270" y="100803"/>
                </a:cubicBezTo>
                <a:cubicBezTo>
                  <a:pt x="110218" y="108843"/>
                  <a:pt x="118381" y="112863"/>
                  <a:pt x="127760" y="112863"/>
                </a:cubicBezTo>
                <a:cubicBezTo>
                  <a:pt x="134013" y="112863"/>
                  <a:pt x="139449" y="111143"/>
                  <a:pt x="144069" y="107704"/>
                </a:cubicBezTo>
                <a:cubicBezTo>
                  <a:pt x="148690" y="104265"/>
                  <a:pt x="152563" y="98377"/>
                  <a:pt x="155689" y="90040"/>
                </a:cubicBezTo>
                <a:lnTo>
                  <a:pt x="158920" y="92124"/>
                </a:lnTo>
                <a:cubicBezTo>
                  <a:pt x="157461" y="101643"/>
                  <a:pt x="153223" y="110310"/>
                  <a:pt x="146206" y="118126"/>
                </a:cubicBezTo>
                <a:cubicBezTo>
                  <a:pt x="139189" y="125942"/>
                  <a:pt x="130400" y="129850"/>
                  <a:pt x="119840" y="129850"/>
                </a:cubicBezTo>
                <a:cubicBezTo>
                  <a:pt x="108376" y="129850"/>
                  <a:pt x="98563" y="125396"/>
                  <a:pt x="90400" y="116488"/>
                </a:cubicBezTo>
                <a:cubicBezTo>
                  <a:pt x="82236" y="107577"/>
                  <a:pt x="78155" y="95599"/>
                  <a:pt x="78155" y="80554"/>
                </a:cubicBezTo>
                <a:cubicBezTo>
                  <a:pt x="78155" y="64262"/>
                  <a:pt x="82341" y="51557"/>
                  <a:pt x="90712" y="42441"/>
                </a:cubicBezTo>
                <a:cubicBezTo>
                  <a:pt x="99084" y="33322"/>
                  <a:pt x="109592" y="28763"/>
                  <a:pt x="122237" y="28763"/>
                </a:cubicBezTo>
                <a:cubicBezTo>
                  <a:pt x="132936" y="28763"/>
                  <a:pt x="141725" y="32280"/>
                  <a:pt x="148603" y="39314"/>
                </a:cubicBezTo>
                <a:cubicBezTo>
                  <a:pt x="155481" y="46347"/>
                  <a:pt x="158920" y="55752"/>
                  <a:pt x="158920" y="67530"/>
                </a:cubicBezTo>
                <a:lnTo>
                  <a:pt x="92953" y="67530"/>
                </a:lnTo>
                <a:moveTo>
                  <a:pt x="92953" y="61486"/>
                </a:moveTo>
                <a:lnTo>
                  <a:pt x="137139" y="61486"/>
                </a:lnTo>
                <a:cubicBezTo>
                  <a:pt x="136792" y="55372"/>
                  <a:pt x="136062" y="51064"/>
                  <a:pt x="134951" y="48563"/>
                </a:cubicBezTo>
                <a:cubicBezTo>
                  <a:pt x="133214" y="44673"/>
                  <a:pt x="130626" y="41616"/>
                  <a:pt x="127187" y="39393"/>
                </a:cubicBezTo>
                <a:cubicBezTo>
                  <a:pt x="123748" y="37169"/>
                  <a:pt x="120153" y="36058"/>
                  <a:pt x="116401" y="36058"/>
                </a:cubicBezTo>
                <a:cubicBezTo>
                  <a:pt x="110634" y="36058"/>
                  <a:pt x="105476" y="38298"/>
                  <a:pt x="100925" y="42780"/>
                </a:cubicBezTo>
                <a:cubicBezTo>
                  <a:pt x="96375" y="47261"/>
                  <a:pt x="93717" y="53496"/>
                  <a:pt x="92953" y="61486"/>
                </a:cubicBezTo>
                <a:close/>
                <a:moveTo>
                  <a:pt x="165032" y="40861"/>
                </a:moveTo>
                <a:lnTo>
                  <a:pt x="194420" y="28971"/>
                </a:lnTo>
                <a:lnTo>
                  <a:pt x="198380" y="28971"/>
                </a:lnTo>
                <a:lnTo>
                  <a:pt x="198380" y="51273"/>
                </a:lnTo>
                <a:cubicBezTo>
                  <a:pt x="203313" y="42866"/>
                  <a:pt x="208263" y="37013"/>
                  <a:pt x="213230" y="33713"/>
                </a:cubicBezTo>
                <a:cubicBezTo>
                  <a:pt x="218198" y="30413"/>
                  <a:pt x="223426" y="28763"/>
                  <a:pt x="228915" y="28763"/>
                </a:cubicBezTo>
                <a:cubicBezTo>
                  <a:pt x="238502" y="28763"/>
                  <a:pt x="246492" y="32510"/>
                  <a:pt x="252884" y="40005"/>
                </a:cubicBezTo>
                <a:cubicBezTo>
                  <a:pt x="260734" y="49167"/>
                  <a:pt x="264660" y="61105"/>
                  <a:pt x="264660" y="75818"/>
                </a:cubicBezTo>
                <a:cubicBezTo>
                  <a:pt x="264660" y="92267"/>
                  <a:pt x="259935" y="105870"/>
                  <a:pt x="250487" y="116628"/>
                </a:cubicBezTo>
                <a:cubicBezTo>
                  <a:pt x="242705" y="125442"/>
                  <a:pt x="232909" y="129850"/>
                  <a:pt x="221099" y="129850"/>
                </a:cubicBezTo>
                <a:cubicBezTo>
                  <a:pt x="215957" y="129850"/>
                  <a:pt x="211511" y="129120"/>
                  <a:pt x="207759" y="127661"/>
                </a:cubicBezTo>
                <a:cubicBezTo>
                  <a:pt x="204980" y="126619"/>
                  <a:pt x="201854" y="124535"/>
                  <a:pt x="198380" y="121408"/>
                </a:cubicBezTo>
                <a:lnTo>
                  <a:pt x="198380" y="150484"/>
                </a:lnTo>
                <a:cubicBezTo>
                  <a:pt x="198380" y="157015"/>
                  <a:pt x="198780" y="161166"/>
                  <a:pt x="199579" y="162937"/>
                </a:cubicBezTo>
                <a:cubicBezTo>
                  <a:pt x="200378" y="164709"/>
                  <a:pt x="201767" y="166116"/>
                  <a:pt x="203747" y="167158"/>
                </a:cubicBezTo>
                <a:cubicBezTo>
                  <a:pt x="205727" y="168200"/>
                  <a:pt x="209322" y="168721"/>
                  <a:pt x="214533" y="168721"/>
                </a:cubicBezTo>
                <a:lnTo>
                  <a:pt x="214533" y="172577"/>
                </a:lnTo>
                <a:lnTo>
                  <a:pt x="164511" y="172577"/>
                </a:lnTo>
                <a:lnTo>
                  <a:pt x="164511" y="168721"/>
                </a:lnTo>
                <a:lnTo>
                  <a:pt x="167116" y="168721"/>
                </a:lnTo>
                <a:cubicBezTo>
                  <a:pt x="170937" y="168791"/>
                  <a:pt x="174203" y="168060"/>
                  <a:pt x="176912" y="166529"/>
                </a:cubicBezTo>
                <a:cubicBezTo>
                  <a:pt x="178232" y="165765"/>
                  <a:pt x="179257" y="164531"/>
                  <a:pt x="179986" y="162827"/>
                </a:cubicBezTo>
                <a:cubicBezTo>
                  <a:pt x="180716" y="161124"/>
                  <a:pt x="181081" y="156797"/>
                  <a:pt x="181081" y="149846"/>
                </a:cubicBezTo>
                <a:lnTo>
                  <a:pt x="181081" y="59529"/>
                </a:lnTo>
                <a:cubicBezTo>
                  <a:pt x="181081" y="53341"/>
                  <a:pt x="180803" y="49413"/>
                  <a:pt x="180247" y="47746"/>
                </a:cubicBezTo>
                <a:cubicBezTo>
                  <a:pt x="179691" y="46076"/>
                  <a:pt x="178805" y="44825"/>
                  <a:pt x="177590" y="43991"/>
                </a:cubicBezTo>
                <a:cubicBezTo>
                  <a:pt x="176374" y="43155"/>
                  <a:pt x="174724" y="42737"/>
                  <a:pt x="172639" y="42737"/>
                </a:cubicBezTo>
                <a:cubicBezTo>
                  <a:pt x="170972" y="42737"/>
                  <a:pt x="168853" y="43224"/>
                  <a:pt x="166282" y="44196"/>
                </a:cubicBezTo>
                <a:lnTo>
                  <a:pt x="165032" y="40861"/>
                </a:lnTo>
                <a:moveTo>
                  <a:pt x="198380" y="57610"/>
                </a:moveTo>
                <a:lnTo>
                  <a:pt x="198380" y="93206"/>
                </a:lnTo>
                <a:cubicBezTo>
                  <a:pt x="198380" y="100909"/>
                  <a:pt x="198693" y="105974"/>
                  <a:pt x="199318" y="108401"/>
                </a:cubicBezTo>
                <a:cubicBezTo>
                  <a:pt x="200291" y="112426"/>
                  <a:pt x="202670" y="115965"/>
                  <a:pt x="206457" y="119018"/>
                </a:cubicBezTo>
                <a:cubicBezTo>
                  <a:pt x="210243" y="122071"/>
                  <a:pt x="215019" y="123597"/>
                  <a:pt x="220786" y="123597"/>
                </a:cubicBezTo>
                <a:cubicBezTo>
                  <a:pt x="227733" y="123597"/>
                  <a:pt x="233361" y="120891"/>
                  <a:pt x="237668" y="115478"/>
                </a:cubicBezTo>
                <a:cubicBezTo>
                  <a:pt x="243296" y="108402"/>
                  <a:pt x="246110" y="98446"/>
                  <a:pt x="246110" y="85608"/>
                </a:cubicBezTo>
                <a:cubicBezTo>
                  <a:pt x="246110" y="71038"/>
                  <a:pt x="242914" y="59832"/>
                  <a:pt x="236522" y="51993"/>
                </a:cubicBezTo>
                <a:cubicBezTo>
                  <a:pt x="232076" y="46580"/>
                  <a:pt x="226796" y="43874"/>
                  <a:pt x="220682" y="43874"/>
                </a:cubicBezTo>
                <a:cubicBezTo>
                  <a:pt x="217347" y="43874"/>
                  <a:pt x="214047" y="44706"/>
                  <a:pt x="210781" y="46372"/>
                </a:cubicBezTo>
                <a:cubicBezTo>
                  <a:pt x="208280" y="47620"/>
                  <a:pt x="204147" y="51366"/>
                  <a:pt x="198380" y="57610"/>
                </a:cubicBezTo>
                <a:close/>
                <a:moveTo>
                  <a:pt x="325646" y="28763"/>
                </a:moveTo>
                <a:cubicBezTo>
                  <a:pt x="340097" y="28763"/>
                  <a:pt x="351700" y="34246"/>
                  <a:pt x="360453" y="45212"/>
                </a:cubicBezTo>
                <a:cubicBezTo>
                  <a:pt x="367887" y="54581"/>
                  <a:pt x="371604" y="65338"/>
                  <a:pt x="371604" y="77486"/>
                </a:cubicBezTo>
                <a:cubicBezTo>
                  <a:pt x="371604" y="86023"/>
                  <a:pt x="369555" y="94664"/>
                  <a:pt x="365456" y="103409"/>
                </a:cubicBezTo>
                <a:cubicBezTo>
                  <a:pt x="361357" y="112152"/>
                  <a:pt x="355712" y="118744"/>
                  <a:pt x="348521" y="123186"/>
                </a:cubicBezTo>
                <a:cubicBezTo>
                  <a:pt x="341330" y="127629"/>
                  <a:pt x="333323" y="129850"/>
                  <a:pt x="324500" y="129850"/>
                </a:cubicBezTo>
                <a:cubicBezTo>
                  <a:pt x="310119" y="129850"/>
                  <a:pt x="298690" y="124123"/>
                  <a:pt x="290214" y="112671"/>
                </a:cubicBezTo>
                <a:cubicBezTo>
                  <a:pt x="283058" y="103024"/>
                  <a:pt x="279480" y="92198"/>
                  <a:pt x="279480" y="80192"/>
                </a:cubicBezTo>
                <a:cubicBezTo>
                  <a:pt x="279480" y="71447"/>
                  <a:pt x="281651" y="62754"/>
                  <a:pt x="285993" y="54113"/>
                </a:cubicBezTo>
                <a:cubicBezTo>
                  <a:pt x="290335" y="45472"/>
                  <a:pt x="296050" y="39086"/>
                  <a:pt x="303136" y="34957"/>
                </a:cubicBezTo>
                <a:cubicBezTo>
                  <a:pt x="310223" y="30828"/>
                  <a:pt x="317726" y="28763"/>
                  <a:pt x="325646" y="28763"/>
                </a:cubicBezTo>
                <a:moveTo>
                  <a:pt x="322416" y="35641"/>
                </a:moveTo>
                <a:cubicBezTo>
                  <a:pt x="318733" y="35641"/>
                  <a:pt x="315034" y="36734"/>
                  <a:pt x="311317" y="38920"/>
                </a:cubicBezTo>
                <a:cubicBezTo>
                  <a:pt x="307600" y="41107"/>
                  <a:pt x="304595" y="44941"/>
                  <a:pt x="302303" y="50423"/>
                </a:cubicBezTo>
                <a:cubicBezTo>
                  <a:pt x="300010" y="55905"/>
                  <a:pt x="298864" y="62948"/>
                  <a:pt x="298864" y="71552"/>
                </a:cubicBezTo>
                <a:cubicBezTo>
                  <a:pt x="298864" y="85430"/>
                  <a:pt x="301625" y="97400"/>
                  <a:pt x="307148" y="107463"/>
                </a:cubicBezTo>
                <a:cubicBezTo>
                  <a:pt x="312672" y="117524"/>
                  <a:pt x="319949" y="122555"/>
                  <a:pt x="328981" y="122555"/>
                </a:cubicBezTo>
                <a:cubicBezTo>
                  <a:pt x="335720" y="122555"/>
                  <a:pt x="341278" y="119779"/>
                  <a:pt x="345655" y="114227"/>
                </a:cubicBezTo>
                <a:cubicBezTo>
                  <a:pt x="350032" y="108676"/>
                  <a:pt x="352221" y="99135"/>
                  <a:pt x="352221" y="85605"/>
                </a:cubicBezTo>
                <a:cubicBezTo>
                  <a:pt x="352221" y="68672"/>
                  <a:pt x="348573" y="55348"/>
                  <a:pt x="341278" y="45632"/>
                </a:cubicBezTo>
                <a:cubicBezTo>
                  <a:pt x="336346" y="38971"/>
                  <a:pt x="330058" y="35641"/>
                  <a:pt x="322416" y="35641"/>
                </a:cubicBezTo>
                <a:close/>
                <a:moveTo>
                  <a:pt x="413937" y="28763"/>
                </a:moveTo>
                <a:lnTo>
                  <a:pt x="413937" y="50231"/>
                </a:lnTo>
                <a:cubicBezTo>
                  <a:pt x="421927" y="35919"/>
                  <a:pt x="430125" y="28763"/>
                  <a:pt x="438531" y="28763"/>
                </a:cubicBezTo>
                <a:cubicBezTo>
                  <a:pt x="442352" y="28763"/>
                  <a:pt x="445514" y="29927"/>
                  <a:pt x="448015" y="32254"/>
                </a:cubicBezTo>
                <a:cubicBezTo>
                  <a:pt x="450516" y="34581"/>
                  <a:pt x="451766" y="37274"/>
                  <a:pt x="451766" y="40330"/>
                </a:cubicBezTo>
                <a:cubicBezTo>
                  <a:pt x="451766" y="43040"/>
                  <a:pt x="450863" y="45333"/>
                  <a:pt x="449057" y="47209"/>
                </a:cubicBezTo>
                <a:cubicBezTo>
                  <a:pt x="447250" y="49084"/>
                  <a:pt x="445097" y="50022"/>
                  <a:pt x="442596" y="50022"/>
                </a:cubicBezTo>
                <a:cubicBezTo>
                  <a:pt x="440164" y="50022"/>
                  <a:pt x="437437" y="48824"/>
                  <a:pt x="434415" y="46427"/>
                </a:cubicBezTo>
                <a:cubicBezTo>
                  <a:pt x="431393" y="44030"/>
                  <a:pt x="429152" y="42832"/>
                  <a:pt x="427693" y="42832"/>
                </a:cubicBezTo>
                <a:cubicBezTo>
                  <a:pt x="426443" y="42832"/>
                  <a:pt x="425088" y="43524"/>
                  <a:pt x="423629" y="44909"/>
                </a:cubicBezTo>
                <a:cubicBezTo>
                  <a:pt x="420502" y="47751"/>
                  <a:pt x="417272" y="52429"/>
                  <a:pt x="413937" y="58942"/>
                </a:cubicBezTo>
                <a:lnTo>
                  <a:pt x="413937" y="104575"/>
                </a:lnTo>
                <a:cubicBezTo>
                  <a:pt x="413937" y="109840"/>
                  <a:pt x="414597" y="113824"/>
                  <a:pt x="415917" y="116527"/>
                </a:cubicBezTo>
                <a:cubicBezTo>
                  <a:pt x="416820" y="118398"/>
                  <a:pt x="418418" y="119958"/>
                  <a:pt x="420711" y="121206"/>
                </a:cubicBezTo>
                <a:cubicBezTo>
                  <a:pt x="423004" y="122453"/>
                  <a:pt x="426304" y="123076"/>
                  <a:pt x="430611" y="123076"/>
                </a:cubicBezTo>
                <a:lnTo>
                  <a:pt x="430611" y="126932"/>
                </a:lnTo>
                <a:lnTo>
                  <a:pt x="381735" y="126932"/>
                </a:lnTo>
                <a:lnTo>
                  <a:pt x="381735" y="123076"/>
                </a:lnTo>
                <a:cubicBezTo>
                  <a:pt x="386598" y="123076"/>
                  <a:pt x="390211" y="122314"/>
                  <a:pt x="392573" y="120790"/>
                </a:cubicBezTo>
                <a:cubicBezTo>
                  <a:pt x="394310" y="119680"/>
                  <a:pt x="395526" y="117912"/>
                  <a:pt x="396221" y="115484"/>
                </a:cubicBezTo>
                <a:cubicBezTo>
                  <a:pt x="396568" y="114306"/>
                  <a:pt x="396742" y="110944"/>
                  <a:pt x="396742" y="105399"/>
                </a:cubicBezTo>
                <a:lnTo>
                  <a:pt x="396742" y="68484"/>
                </a:lnTo>
                <a:cubicBezTo>
                  <a:pt x="396742" y="57392"/>
                  <a:pt x="396516" y="50790"/>
                  <a:pt x="396064" y="48677"/>
                </a:cubicBezTo>
                <a:cubicBezTo>
                  <a:pt x="395613" y="46563"/>
                  <a:pt x="394779" y="45020"/>
                  <a:pt x="393563" y="44050"/>
                </a:cubicBezTo>
                <a:cubicBezTo>
                  <a:pt x="392348" y="43079"/>
                  <a:pt x="390836" y="42594"/>
                  <a:pt x="389030" y="42594"/>
                </a:cubicBezTo>
                <a:cubicBezTo>
                  <a:pt x="386876" y="42594"/>
                  <a:pt x="384445" y="43114"/>
                  <a:pt x="381735" y="44154"/>
                </a:cubicBezTo>
                <a:lnTo>
                  <a:pt x="380693" y="40409"/>
                </a:lnTo>
                <a:lnTo>
                  <a:pt x="409560" y="28763"/>
                </a:lnTo>
                <a:lnTo>
                  <a:pt x="413937" y="28763"/>
                </a:lnTo>
                <a:close/>
                <a:moveTo>
                  <a:pt x="485318" y="0"/>
                </a:moveTo>
                <a:lnTo>
                  <a:pt x="485318" y="31472"/>
                </a:lnTo>
                <a:lnTo>
                  <a:pt x="507619" y="31472"/>
                </a:lnTo>
                <a:lnTo>
                  <a:pt x="507619" y="38767"/>
                </a:lnTo>
                <a:lnTo>
                  <a:pt x="485318" y="38767"/>
                </a:lnTo>
                <a:lnTo>
                  <a:pt x="485318" y="100585"/>
                </a:lnTo>
                <a:cubicBezTo>
                  <a:pt x="485318" y="106762"/>
                  <a:pt x="486203" y="110926"/>
                  <a:pt x="487975" y="113078"/>
                </a:cubicBezTo>
                <a:cubicBezTo>
                  <a:pt x="489747" y="115227"/>
                  <a:pt x="492022" y="116302"/>
                  <a:pt x="494801" y="116302"/>
                </a:cubicBezTo>
                <a:cubicBezTo>
                  <a:pt x="497094" y="116302"/>
                  <a:pt x="499317" y="115590"/>
                  <a:pt x="501471" y="114166"/>
                </a:cubicBezTo>
                <a:cubicBezTo>
                  <a:pt x="503624" y="112741"/>
                  <a:pt x="505292" y="110640"/>
                  <a:pt x="506473" y="107861"/>
                </a:cubicBezTo>
                <a:lnTo>
                  <a:pt x="510537" y="107861"/>
                </a:lnTo>
                <a:cubicBezTo>
                  <a:pt x="508105" y="114689"/>
                  <a:pt x="504666" y="119853"/>
                  <a:pt x="500220" y="123353"/>
                </a:cubicBezTo>
                <a:cubicBezTo>
                  <a:pt x="495774" y="126850"/>
                  <a:pt x="491188" y="128599"/>
                  <a:pt x="486464" y="128599"/>
                </a:cubicBezTo>
                <a:cubicBezTo>
                  <a:pt x="483268" y="128599"/>
                  <a:pt x="480142" y="127712"/>
                  <a:pt x="477085" y="125938"/>
                </a:cubicBezTo>
                <a:cubicBezTo>
                  <a:pt x="474028" y="124165"/>
                  <a:pt x="471770" y="121627"/>
                  <a:pt x="470311" y="118324"/>
                </a:cubicBezTo>
                <a:cubicBezTo>
                  <a:pt x="468852" y="115020"/>
                  <a:pt x="468122" y="109924"/>
                  <a:pt x="468122" y="103038"/>
                </a:cubicBezTo>
                <a:lnTo>
                  <a:pt x="468122" y="38767"/>
                </a:lnTo>
                <a:lnTo>
                  <a:pt x="453011" y="38767"/>
                </a:lnTo>
                <a:lnTo>
                  <a:pt x="453011" y="35328"/>
                </a:lnTo>
                <a:cubicBezTo>
                  <a:pt x="456833" y="33795"/>
                  <a:pt x="460741" y="31200"/>
                  <a:pt x="464735" y="27542"/>
                </a:cubicBezTo>
                <a:cubicBezTo>
                  <a:pt x="468730" y="23883"/>
                  <a:pt x="472291" y="19545"/>
                  <a:pt x="475417" y="14528"/>
                </a:cubicBezTo>
                <a:cubicBezTo>
                  <a:pt x="477015" y="11881"/>
                  <a:pt x="479238" y="7039"/>
                  <a:pt x="482087" y="0"/>
                </a:cubicBezTo>
                <a:lnTo>
                  <a:pt x="485318" y="0"/>
                </a:lnTo>
                <a:close/>
                <a:moveTo>
                  <a:pt x="578837" y="28763"/>
                </a:moveTo>
                <a:lnTo>
                  <a:pt x="578837" y="61069"/>
                </a:lnTo>
                <a:lnTo>
                  <a:pt x="575398" y="61069"/>
                </a:lnTo>
                <a:cubicBezTo>
                  <a:pt x="572758" y="50936"/>
                  <a:pt x="569371" y="44044"/>
                  <a:pt x="565237" y="40392"/>
                </a:cubicBezTo>
                <a:cubicBezTo>
                  <a:pt x="561103" y="36738"/>
                  <a:pt x="555840" y="34911"/>
                  <a:pt x="549449" y="34911"/>
                </a:cubicBezTo>
                <a:cubicBezTo>
                  <a:pt x="544585" y="34911"/>
                  <a:pt x="540660" y="36196"/>
                  <a:pt x="537673" y="38764"/>
                </a:cubicBezTo>
                <a:cubicBezTo>
                  <a:pt x="534685" y="41330"/>
                  <a:pt x="533191" y="44176"/>
                  <a:pt x="533191" y="47300"/>
                </a:cubicBezTo>
                <a:cubicBezTo>
                  <a:pt x="533191" y="51186"/>
                  <a:pt x="534303" y="54517"/>
                  <a:pt x="536526" y="57291"/>
                </a:cubicBezTo>
                <a:cubicBezTo>
                  <a:pt x="538680" y="60138"/>
                  <a:pt x="543057" y="63156"/>
                  <a:pt x="549657" y="66348"/>
                </a:cubicBezTo>
                <a:lnTo>
                  <a:pt x="564872" y="73741"/>
                </a:lnTo>
                <a:cubicBezTo>
                  <a:pt x="578976" y="80610"/>
                  <a:pt x="586027" y="89667"/>
                  <a:pt x="586027" y="100911"/>
                </a:cubicBezTo>
                <a:cubicBezTo>
                  <a:pt x="586027" y="109584"/>
                  <a:pt x="582745" y="116577"/>
                  <a:pt x="576179" y="121887"/>
                </a:cubicBezTo>
                <a:cubicBezTo>
                  <a:pt x="569614" y="127195"/>
                  <a:pt x="562267" y="129850"/>
                  <a:pt x="554138" y="129850"/>
                </a:cubicBezTo>
                <a:cubicBezTo>
                  <a:pt x="548302" y="129850"/>
                  <a:pt x="541633" y="128807"/>
                  <a:pt x="534129" y="126723"/>
                </a:cubicBezTo>
                <a:cubicBezTo>
                  <a:pt x="531837" y="126028"/>
                  <a:pt x="529961" y="125681"/>
                  <a:pt x="528502" y="125681"/>
                </a:cubicBezTo>
                <a:cubicBezTo>
                  <a:pt x="526904" y="125681"/>
                  <a:pt x="525653" y="126584"/>
                  <a:pt x="524750" y="128391"/>
                </a:cubicBezTo>
                <a:lnTo>
                  <a:pt x="521311" y="128391"/>
                </a:lnTo>
                <a:lnTo>
                  <a:pt x="521311" y="94209"/>
                </a:lnTo>
                <a:lnTo>
                  <a:pt x="524750" y="94209"/>
                </a:lnTo>
                <a:cubicBezTo>
                  <a:pt x="526695" y="103970"/>
                  <a:pt x="530412" y="111326"/>
                  <a:pt x="535901" y="116276"/>
                </a:cubicBezTo>
                <a:cubicBezTo>
                  <a:pt x="541389" y="121226"/>
                  <a:pt x="547538" y="123701"/>
                  <a:pt x="554347" y="123701"/>
                </a:cubicBezTo>
                <a:cubicBezTo>
                  <a:pt x="559140" y="123701"/>
                  <a:pt x="563048" y="122296"/>
                  <a:pt x="566071" y="119487"/>
                </a:cubicBezTo>
                <a:cubicBezTo>
                  <a:pt x="569093" y="116675"/>
                  <a:pt x="570604" y="113292"/>
                  <a:pt x="570604" y="109336"/>
                </a:cubicBezTo>
                <a:cubicBezTo>
                  <a:pt x="570604" y="104546"/>
                  <a:pt x="568919" y="100521"/>
                  <a:pt x="565550" y="97260"/>
                </a:cubicBezTo>
                <a:cubicBezTo>
                  <a:pt x="562180" y="93999"/>
                  <a:pt x="555458" y="89871"/>
                  <a:pt x="545384" y="84875"/>
                </a:cubicBezTo>
                <a:cubicBezTo>
                  <a:pt x="535310" y="79877"/>
                  <a:pt x="528710" y="75366"/>
                  <a:pt x="525584" y="71340"/>
                </a:cubicBezTo>
                <a:cubicBezTo>
                  <a:pt x="522457" y="67385"/>
                  <a:pt x="520894" y="62388"/>
                  <a:pt x="520894" y="56350"/>
                </a:cubicBezTo>
                <a:cubicBezTo>
                  <a:pt x="520894" y="48508"/>
                  <a:pt x="523586" y="41950"/>
                  <a:pt x="528971" y="36677"/>
                </a:cubicBezTo>
                <a:cubicBezTo>
                  <a:pt x="534355" y="31401"/>
                  <a:pt x="541320" y="28763"/>
                  <a:pt x="549865" y="28763"/>
                </a:cubicBezTo>
                <a:cubicBezTo>
                  <a:pt x="553617" y="28763"/>
                  <a:pt x="558168" y="29562"/>
                  <a:pt x="563517" y="31160"/>
                </a:cubicBezTo>
                <a:cubicBezTo>
                  <a:pt x="567061" y="32202"/>
                  <a:pt x="569423" y="32723"/>
                  <a:pt x="570604" y="32723"/>
                </a:cubicBezTo>
                <a:cubicBezTo>
                  <a:pt x="571716" y="32723"/>
                  <a:pt x="572584" y="32480"/>
                  <a:pt x="573209" y="31993"/>
                </a:cubicBezTo>
                <a:cubicBezTo>
                  <a:pt x="573835" y="31507"/>
                  <a:pt x="574564" y="30430"/>
                  <a:pt x="575398" y="28763"/>
                </a:cubicBezTo>
                <a:lnTo>
                  <a:pt x="578837" y="28763"/>
                </a:ln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0A37A4-5BD2-43F4-BAAF-1C69275A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715" y="2228318"/>
            <a:ext cx="1043726" cy="90991"/>
          </a:xfrm>
          <a:custGeom xmlns:a="http://schemas.openxmlformats.org/drawingml/2006/main">
            <a:pathLst>
              <a:path w="1043726" h="90991">
                <a:moveTo>
                  <a:pt x="13381" y="38805"/>
                </a:moveTo>
                <a:lnTo>
                  <a:pt x="13381" y="0"/>
                </a:lnTo>
                <a:lnTo>
                  <a:pt x="0" y="0"/>
                </a:lnTo>
                <a:lnTo>
                  <a:pt x="0" y="52186"/>
                </a:lnTo>
                <a:lnTo>
                  <a:pt x="520431" y="52186"/>
                </a:lnTo>
                <a:lnTo>
                  <a:pt x="520431" y="90991"/>
                </a:lnTo>
                <a:lnTo>
                  <a:pt x="533812" y="90991"/>
                </a:lnTo>
                <a:lnTo>
                  <a:pt x="533812" y="52186"/>
                </a:lnTo>
                <a:lnTo>
                  <a:pt x="1043726" y="52186"/>
                </a:lnTo>
                <a:lnTo>
                  <a:pt x="1043726" y="0"/>
                </a:lnTo>
                <a:lnTo>
                  <a:pt x="1030345" y="0"/>
                </a:lnTo>
                <a:lnTo>
                  <a:pt x="1030345" y="38805"/>
                </a:lnTo>
                <a:lnTo>
                  <a:pt x="533812" y="38805"/>
                </a:lnTo>
                <a:lnTo>
                  <a:pt x="520431" y="38805"/>
                </a:lnTo>
                <a:lnTo>
                  <a:pt x="13381" y="38805"/>
                </a:lnTo>
                <a:close/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AD1FAD-9D8A-41A1-9118-85FB6B64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5443" y="492789"/>
            <a:ext cx="389390" cy="746625"/>
          </a:xfrm>
          <a:custGeom xmlns:a="http://schemas.openxmlformats.org/drawingml/2006/main">
            <a:pathLst>
              <a:path w="389390" h="746625">
                <a:moveTo>
                  <a:pt x="201386" y="686450"/>
                </a:moveTo>
                <a:lnTo>
                  <a:pt x="201386" y="0"/>
                </a:lnTo>
                <a:lnTo>
                  <a:pt x="0" y="0"/>
                </a:lnTo>
                <a:lnTo>
                  <a:pt x="0" y="13381"/>
                </a:lnTo>
                <a:lnTo>
                  <a:pt x="188004" y="13381"/>
                </a:lnTo>
                <a:lnTo>
                  <a:pt x="188004" y="699832"/>
                </a:lnTo>
                <a:lnTo>
                  <a:pt x="351365" y="699832"/>
                </a:lnTo>
                <a:lnTo>
                  <a:pt x="292457" y="734194"/>
                </a:lnTo>
                <a:lnTo>
                  <a:pt x="290838" y="735519"/>
                </a:lnTo>
                <a:lnTo>
                  <a:pt x="289701" y="737285"/>
                </a:lnTo>
                <a:lnTo>
                  <a:pt x="289166" y="739306"/>
                </a:lnTo>
                <a:lnTo>
                  <a:pt x="289286" y="741393"/>
                </a:lnTo>
                <a:lnTo>
                  <a:pt x="290049" y="743347"/>
                </a:lnTo>
                <a:lnTo>
                  <a:pt x="291373" y="744966"/>
                </a:lnTo>
                <a:lnTo>
                  <a:pt x="293126" y="746103"/>
                </a:lnTo>
                <a:lnTo>
                  <a:pt x="295160" y="746625"/>
                </a:lnTo>
                <a:lnTo>
                  <a:pt x="297248" y="746518"/>
                </a:lnTo>
                <a:lnTo>
                  <a:pt x="299201" y="745756"/>
                </a:lnTo>
                <a:lnTo>
                  <a:pt x="389390" y="693141"/>
                </a:lnTo>
                <a:lnTo>
                  <a:pt x="299201" y="640527"/>
                </a:lnTo>
                <a:lnTo>
                  <a:pt x="297248" y="639764"/>
                </a:lnTo>
                <a:lnTo>
                  <a:pt x="295160" y="639657"/>
                </a:lnTo>
                <a:lnTo>
                  <a:pt x="293126" y="640179"/>
                </a:lnTo>
                <a:lnTo>
                  <a:pt x="291373" y="641316"/>
                </a:lnTo>
                <a:lnTo>
                  <a:pt x="290049" y="642935"/>
                </a:lnTo>
                <a:lnTo>
                  <a:pt x="289286" y="644889"/>
                </a:lnTo>
                <a:lnTo>
                  <a:pt x="289166" y="646976"/>
                </a:lnTo>
                <a:lnTo>
                  <a:pt x="289701" y="648997"/>
                </a:lnTo>
                <a:lnTo>
                  <a:pt x="290838" y="650763"/>
                </a:lnTo>
                <a:lnTo>
                  <a:pt x="292457" y="652088"/>
                </a:lnTo>
                <a:lnTo>
                  <a:pt x="351365" y="686450"/>
                </a:lnTo>
                <a:lnTo>
                  <a:pt x="201386" y="6864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6EBF46-D7F4-4A69-B741-CD670A0B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5443" y="1132446"/>
            <a:ext cx="389390" cy="556614"/>
          </a:xfrm>
          <a:custGeom xmlns:a="http://schemas.openxmlformats.org/drawingml/2006/main">
            <a:pathLst>
              <a:path w="389390" h="556614">
                <a:moveTo>
                  <a:pt x="292457" y="94537"/>
                </a:moveTo>
                <a:lnTo>
                  <a:pt x="290838" y="95862"/>
                </a:lnTo>
                <a:lnTo>
                  <a:pt x="289701" y="97629"/>
                </a:lnTo>
                <a:lnTo>
                  <a:pt x="289166" y="99649"/>
                </a:lnTo>
                <a:lnTo>
                  <a:pt x="289286" y="101737"/>
                </a:lnTo>
                <a:lnTo>
                  <a:pt x="290049" y="103690"/>
                </a:lnTo>
                <a:lnTo>
                  <a:pt x="291373" y="105309"/>
                </a:lnTo>
                <a:lnTo>
                  <a:pt x="293126" y="106447"/>
                </a:lnTo>
                <a:lnTo>
                  <a:pt x="295160" y="106969"/>
                </a:lnTo>
                <a:lnTo>
                  <a:pt x="297248" y="106861"/>
                </a:lnTo>
                <a:lnTo>
                  <a:pt x="299201" y="106099"/>
                </a:lnTo>
                <a:lnTo>
                  <a:pt x="389390" y="53484"/>
                </a:lnTo>
                <a:lnTo>
                  <a:pt x="299201" y="870"/>
                </a:lnTo>
                <a:lnTo>
                  <a:pt x="297248" y="107"/>
                </a:lnTo>
                <a:lnTo>
                  <a:pt x="295160" y="0"/>
                </a:lnTo>
                <a:lnTo>
                  <a:pt x="293126" y="522"/>
                </a:lnTo>
                <a:lnTo>
                  <a:pt x="291373" y="1659"/>
                </a:lnTo>
                <a:lnTo>
                  <a:pt x="290049" y="3278"/>
                </a:lnTo>
                <a:lnTo>
                  <a:pt x="289286" y="5232"/>
                </a:lnTo>
                <a:lnTo>
                  <a:pt x="289166" y="7319"/>
                </a:lnTo>
                <a:lnTo>
                  <a:pt x="289701" y="9340"/>
                </a:lnTo>
                <a:lnTo>
                  <a:pt x="290838" y="11106"/>
                </a:lnTo>
                <a:lnTo>
                  <a:pt x="292457" y="12431"/>
                </a:lnTo>
                <a:lnTo>
                  <a:pt x="351365" y="46794"/>
                </a:lnTo>
                <a:lnTo>
                  <a:pt x="188004" y="46794"/>
                </a:lnTo>
                <a:lnTo>
                  <a:pt x="188004" y="543233"/>
                </a:lnTo>
                <a:lnTo>
                  <a:pt x="0" y="543233"/>
                </a:lnTo>
                <a:lnTo>
                  <a:pt x="0" y="556614"/>
                </a:lnTo>
                <a:lnTo>
                  <a:pt x="201386" y="556614"/>
                </a:lnTo>
                <a:lnTo>
                  <a:pt x="201386" y="60175"/>
                </a:lnTo>
                <a:lnTo>
                  <a:pt x="351365" y="60175"/>
                </a:lnTo>
                <a:lnTo>
                  <a:pt x="292457" y="945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57">
            <a:extLst xmlns:a="http://schemas.openxmlformats.org/drawingml/2006/main">
              <a:ext uri="{FF2B5EF4-FFF2-40B4-BE49-F238E27FC236}">
                <a16:creationId xmlns:a16="http://schemas.microsoft.com/office/drawing/2014/main" id="{FB3E61C4-974E-4F7E-91B9-1C84B700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162" y="883482"/>
            <a:ext cx="170320" cy="127050"/>
          </a:xfrm>
          <a:custGeom xmlns:a="http://schemas.openxmlformats.org/drawingml/2006/main">
            <a:pathLst>
              <a:path w="170320" h="127050">
                <a:moveTo>
                  <a:pt x="72613" y="0"/>
                </a:moveTo>
                <a:lnTo>
                  <a:pt x="65453" y="15789"/>
                </a:lnTo>
                <a:lnTo>
                  <a:pt x="27999" y="15789"/>
                </a:lnTo>
                <a:lnTo>
                  <a:pt x="19829" y="32313"/>
                </a:lnTo>
                <a:cubicBezTo>
                  <a:pt x="36046" y="34700"/>
                  <a:pt x="48898" y="40728"/>
                  <a:pt x="58384" y="50398"/>
                </a:cubicBezTo>
                <a:cubicBezTo>
                  <a:pt x="66524" y="58721"/>
                  <a:pt x="70593" y="68513"/>
                  <a:pt x="70593" y="79773"/>
                </a:cubicBezTo>
                <a:cubicBezTo>
                  <a:pt x="70593" y="86322"/>
                  <a:pt x="69262" y="92380"/>
                  <a:pt x="66600" y="97950"/>
                </a:cubicBezTo>
                <a:cubicBezTo>
                  <a:pt x="63938" y="103519"/>
                  <a:pt x="60587" y="108262"/>
                  <a:pt x="56548" y="112178"/>
                </a:cubicBezTo>
                <a:cubicBezTo>
                  <a:pt x="52509" y="116095"/>
                  <a:pt x="48011" y="119247"/>
                  <a:pt x="43054" y="121634"/>
                </a:cubicBezTo>
                <a:cubicBezTo>
                  <a:pt x="36016" y="125000"/>
                  <a:pt x="28794" y="126683"/>
                  <a:pt x="21389" y="126683"/>
                </a:cubicBezTo>
                <a:cubicBezTo>
                  <a:pt x="13923" y="126683"/>
                  <a:pt x="8491" y="125413"/>
                  <a:pt x="5095" y="122873"/>
                </a:cubicBezTo>
                <a:cubicBezTo>
                  <a:pt x="1698" y="120333"/>
                  <a:pt x="0" y="117533"/>
                  <a:pt x="0" y="114473"/>
                </a:cubicBezTo>
                <a:cubicBezTo>
                  <a:pt x="0" y="112760"/>
                  <a:pt x="704" y="111245"/>
                  <a:pt x="2111" y="109929"/>
                </a:cubicBezTo>
                <a:cubicBezTo>
                  <a:pt x="3519" y="108614"/>
                  <a:pt x="5294" y="107956"/>
                  <a:pt x="7436" y="107956"/>
                </a:cubicBezTo>
                <a:cubicBezTo>
                  <a:pt x="9027" y="107956"/>
                  <a:pt x="10419" y="108200"/>
                  <a:pt x="11613" y="108690"/>
                </a:cubicBezTo>
                <a:cubicBezTo>
                  <a:pt x="12806" y="109180"/>
                  <a:pt x="14841" y="110434"/>
                  <a:pt x="17717" y="112454"/>
                </a:cubicBezTo>
                <a:cubicBezTo>
                  <a:pt x="22307" y="115636"/>
                  <a:pt x="26958" y="117227"/>
                  <a:pt x="31671" y="117227"/>
                </a:cubicBezTo>
                <a:cubicBezTo>
                  <a:pt x="38831" y="117227"/>
                  <a:pt x="45119" y="114519"/>
                  <a:pt x="50535" y="109103"/>
                </a:cubicBezTo>
                <a:cubicBezTo>
                  <a:pt x="55952" y="103687"/>
                  <a:pt x="58660" y="97093"/>
                  <a:pt x="58660" y="89320"/>
                </a:cubicBezTo>
                <a:cubicBezTo>
                  <a:pt x="58660" y="81793"/>
                  <a:pt x="56242" y="74770"/>
                  <a:pt x="51407" y="68253"/>
                </a:cubicBezTo>
                <a:cubicBezTo>
                  <a:pt x="46573" y="61735"/>
                  <a:pt x="39902" y="56701"/>
                  <a:pt x="31395" y="53152"/>
                </a:cubicBezTo>
                <a:cubicBezTo>
                  <a:pt x="24725" y="50398"/>
                  <a:pt x="15636" y="48807"/>
                  <a:pt x="4131" y="48378"/>
                </a:cubicBezTo>
                <a:lnTo>
                  <a:pt x="27999" y="0"/>
                </a:lnTo>
                <a:lnTo>
                  <a:pt x="72613" y="0"/>
                </a:lnTo>
                <a:close/>
                <a:moveTo>
                  <a:pt x="103582" y="0"/>
                </a:moveTo>
                <a:lnTo>
                  <a:pt x="170320" y="0"/>
                </a:lnTo>
                <a:lnTo>
                  <a:pt x="170320" y="3488"/>
                </a:lnTo>
                <a:lnTo>
                  <a:pt x="128827" y="127050"/>
                </a:lnTo>
                <a:lnTo>
                  <a:pt x="118546" y="127050"/>
                </a:lnTo>
                <a:lnTo>
                  <a:pt x="155724" y="14963"/>
                </a:lnTo>
                <a:lnTo>
                  <a:pt x="121483" y="14963"/>
                </a:lnTo>
                <a:cubicBezTo>
                  <a:pt x="114568" y="14963"/>
                  <a:pt x="109641" y="15789"/>
                  <a:pt x="106703" y="17442"/>
                </a:cubicBezTo>
                <a:cubicBezTo>
                  <a:pt x="101563" y="20257"/>
                  <a:pt x="97432" y="24602"/>
                  <a:pt x="94311" y="30477"/>
                </a:cubicBezTo>
                <a:lnTo>
                  <a:pt x="91648" y="29468"/>
                </a:lnTo>
                <a:lnTo>
                  <a:pt x="103582" y="0"/>
                </a:ln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0231241fa44476"/>
          <a:stretch xmlns:a="http://schemas.openxmlformats.org/drawingml/2006/main"/>
        </p:blipFill>
        <p:spPr>
          <a:xfrm xmlns:a="http://schemas.openxmlformats.org/drawingml/2006/main">
            <a:off x="6054589" y="1396014"/>
            <a:ext cx="623024" cy="623024"/>
          </a:xfrm>
          <a:prstGeom xmlns:a="http://schemas.openxmlformats.org/drawingml/2006/main" prst="rect">
            <a:avLst/>
          </a:prstGeom>
        </p:spPr>
      </p:pic>
      <p:sp>
        <p:nvSpPr>
          <p:cNvPr id="66" name="Text 592">
            <a:extLst xmlns:a="http://schemas.openxmlformats.org/drawingml/2006/main">
              <a:ext uri="{FF2B5EF4-FFF2-40B4-BE49-F238E27FC236}">
                <a16:creationId xmlns:a16="http://schemas.microsoft.com/office/drawing/2014/main" id="{07A42E20-2D6D-4C1F-9B08-DBAC6881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328" y="2054434"/>
            <a:ext cx="264538" cy="129620"/>
          </a:xfrm>
          <a:custGeom xmlns:a="http://schemas.openxmlformats.org/drawingml/2006/main">
            <a:pathLst>
              <a:path w="264538" h="129620">
                <a:moveTo>
                  <a:pt x="72613" y="2570"/>
                </a:moveTo>
                <a:lnTo>
                  <a:pt x="65453" y="18360"/>
                </a:lnTo>
                <a:lnTo>
                  <a:pt x="27999" y="18360"/>
                </a:lnTo>
                <a:lnTo>
                  <a:pt x="19829" y="34884"/>
                </a:lnTo>
                <a:cubicBezTo>
                  <a:pt x="36046" y="37270"/>
                  <a:pt x="48898" y="43299"/>
                  <a:pt x="58384" y="52968"/>
                </a:cubicBezTo>
                <a:cubicBezTo>
                  <a:pt x="66524" y="61291"/>
                  <a:pt x="70593" y="71083"/>
                  <a:pt x="70593" y="82344"/>
                </a:cubicBezTo>
                <a:cubicBezTo>
                  <a:pt x="70593" y="88892"/>
                  <a:pt x="69262" y="94951"/>
                  <a:pt x="66600" y="100520"/>
                </a:cubicBezTo>
                <a:cubicBezTo>
                  <a:pt x="63938" y="106089"/>
                  <a:pt x="60587" y="110832"/>
                  <a:pt x="56548" y="114749"/>
                </a:cubicBezTo>
                <a:cubicBezTo>
                  <a:pt x="52509" y="118666"/>
                  <a:pt x="48011" y="121817"/>
                  <a:pt x="43054" y="124204"/>
                </a:cubicBezTo>
                <a:cubicBezTo>
                  <a:pt x="36016" y="127570"/>
                  <a:pt x="28794" y="129253"/>
                  <a:pt x="21389" y="129253"/>
                </a:cubicBezTo>
                <a:cubicBezTo>
                  <a:pt x="13923" y="129253"/>
                  <a:pt x="8491" y="127983"/>
                  <a:pt x="5095" y="125443"/>
                </a:cubicBezTo>
                <a:cubicBezTo>
                  <a:pt x="1698" y="122904"/>
                  <a:pt x="0" y="120104"/>
                  <a:pt x="0" y="117044"/>
                </a:cubicBezTo>
                <a:cubicBezTo>
                  <a:pt x="0" y="115330"/>
                  <a:pt x="704" y="113816"/>
                  <a:pt x="2111" y="112500"/>
                </a:cubicBezTo>
                <a:cubicBezTo>
                  <a:pt x="3519" y="111184"/>
                  <a:pt x="5294" y="110526"/>
                  <a:pt x="7436" y="110526"/>
                </a:cubicBezTo>
                <a:cubicBezTo>
                  <a:pt x="9027" y="110526"/>
                  <a:pt x="10419" y="110771"/>
                  <a:pt x="11613" y="111260"/>
                </a:cubicBezTo>
                <a:cubicBezTo>
                  <a:pt x="12806" y="111750"/>
                  <a:pt x="14841" y="113005"/>
                  <a:pt x="17717" y="115024"/>
                </a:cubicBezTo>
                <a:cubicBezTo>
                  <a:pt x="22307" y="118207"/>
                  <a:pt x="26958" y="119798"/>
                  <a:pt x="31671" y="119798"/>
                </a:cubicBezTo>
                <a:cubicBezTo>
                  <a:pt x="38831" y="119798"/>
                  <a:pt x="45119" y="117090"/>
                  <a:pt x="50535" y="111674"/>
                </a:cubicBezTo>
                <a:cubicBezTo>
                  <a:pt x="55952" y="106257"/>
                  <a:pt x="58660" y="99663"/>
                  <a:pt x="58660" y="91891"/>
                </a:cubicBezTo>
                <a:cubicBezTo>
                  <a:pt x="58660" y="84363"/>
                  <a:pt x="56242" y="77341"/>
                  <a:pt x="51407" y="70823"/>
                </a:cubicBezTo>
                <a:cubicBezTo>
                  <a:pt x="46573" y="64305"/>
                  <a:pt x="39902" y="59272"/>
                  <a:pt x="31395" y="55722"/>
                </a:cubicBezTo>
                <a:cubicBezTo>
                  <a:pt x="24725" y="52968"/>
                  <a:pt x="15636" y="51377"/>
                  <a:pt x="4131" y="50948"/>
                </a:cubicBezTo>
                <a:lnTo>
                  <a:pt x="27999" y="2570"/>
                </a:lnTo>
                <a:lnTo>
                  <a:pt x="72613" y="2570"/>
                </a:lnTo>
                <a:close/>
                <a:moveTo>
                  <a:pt x="94585" y="129620"/>
                </a:moveTo>
                <a:lnTo>
                  <a:pt x="94585" y="126224"/>
                </a:lnTo>
                <a:cubicBezTo>
                  <a:pt x="102541" y="126101"/>
                  <a:pt x="109946" y="124250"/>
                  <a:pt x="116801" y="120670"/>
                </a:cubicBezTo>
                <a:cubicBezTo>
                  <a:pt x="123655" y="117090"/>
                  <a:pt x="130280" y="110832"/>
                  <a:pt x="136675" y="101897"/>
                </a:cubicBezTo>
                <a:cubicBezTo>
                  <a:pt x="143071" y="92962"/>
                  <a:pt x="147523" y="83139"/>
                  <a:pt x="150032" y="72429"/>
                </a:cubicBezTo>
                <a:cubicBezTo>
                  <a:pt x="140424" y="78611"/>
                  <a:pt x="131733" y="81701"/>
                  <a:pt x="123961" y="81701"/>
                </a:cubicBezTo>
                <a:cubicBezTo>
                  <a:pt x="115210" y="81701"/>
                  <a:pt x="107713" y="78320"/>
                  <a:pt x="101470" y="71557"/>
                </a:cubicBezTo>
                <a:cubicBezTo>
                  <a:pt x="95228" y="64795"/>
                  <a:pt x="92107" y="55814"/>
                  <a:pt x="92107" y="44614"/>
                </a:cubicBezTo>
                <a:cubicBezTo>
                  <a:pt x="92107" y="33721"/>
                  <a:pt x="95228" y="24021"/>
                  <a:pt x="101470" y="15514"/>
                </a:cubicBezTo>
                <a:cubicBezTo>
                  <a:pt x="108998" y="5171"/>
                  <a:pt x="118820" y="0"/>
                  <a:pt x="130938" y="0"/>
                </a:cubicBezTo>
                <a:cubicBezTo>
                  <a:pt x="141158" y="0"/>
                  <a:pt x="149910" y="4223"/>
                  <a:pt x="157192" y="12668"/>
                </a:cubicBezTo>
                <a:cubicBezTo>
                  <a:pt x="166127" y="23133"/>
                  <a:pt x="170595" y="36046"/>
                  <a:pt x="170595" y="51407"/>
                </a:cubicBezTo>
                <a:cubicBezTo>
                  <a:pt x="170595" y="65239"/>
                  <a:pt x="167198" y="78136"/>
                  <a:pt x="160405" y="90101"/>
                </a:cubicBezTo>
                <a:cubicBezTo>
                  <a:pt x="153612" y="102065"/>
                  <a:pt x="144157" y="111995"/>
                  <a:pt x="132039" y="119890"/>
                </a:cubicBezTo>
                <a:cubicBezTo>
                  <a:pt x="122186" y="126377"/>
                  <a:pt x="111446" y="129620"/>
                  <a:pt x="99818" y="129620"/>
                </a:cubicBezTo>
                <a:lnTo>
                  <a:pt x="94585" y="129620"/>
                </a:lnTo>
                <a:moveTo>
                  <a:pt x="151501" y="65565"/>
                </a:moveTo>
                <a:cubicBezTo>
                  <a:pt x="152602" y="57632"/>
                  <a:pt x="153153" y="51284"/>
                  <a:pt x="153153" y="46522"/>
                </a:cubicBezTo>
                <a:cubicBezTo>
                  <a:pt x="153153" y="40603"/>
                  <a:pt x="152143" y="34210"/>
                  <a:pt x="150124" y="27345"/>
                </a:cubicBezTo>
                <a:cubicBezTo>
                  <a:pt x="148104" y="20479"/>
                  <a:pt x="145243" y="15215"/>
                  <a:pt x="141541" y="11552"/>
                </a:cubicBezTo>
                <a:cubicBezTo>
                  <a:pt x="137838" y="7890"/>
                  <a:pt x="133631" y="6059"/>
                  <a:pt x="128918" y="6059"/>
                </a:cubicBezTo>
                <a:cubicBezTo>
                  <a:pt x="123472" y="6059"/>
                  <a:pt x="118698" y="8500"/>
                  <a:pt x="114598" y="13383"/>
                </a:cubicBezTo>
                <a:cubicBezTo>
                  <a:pt x="110497" y="18265"/>
                  <a:pt x="108447" y="25528"/>
                  <a:pt x="108447" y="35171"/>
                </a:cubicBezTo>
                <a:cubicBezTo>
                  <a:pt x="108447" y="48049"/>
                  <a:pt x="111170" y="58119"/>
                  <a:pt x="116617" y="65381"/>
                </a:cubicBezTo>
                <a:cubicBezTo>
                  <a:pt x="120595" y="70631"/>
                  <a:pt x="125491" y="73256"/>
                  <a:pt x="131305" y="73256"/>
                </a:cubicBezTo>
                <a:cubicBezTo>
                  <a:pt x="134120" y="73256"/>
                  <a:pt x="137456" y="72584"/>
                  <a:pt x="141311" y="71242"/>
                </a:cubicBezTo>
                <a:cubicBezTo>
                  <a:pt x="145167" y="69899"/>
                  <a:pt x="148563" y="68007"/>
                  <a:pt x="151501" y="65565"/>
                </a:cubicBezTo>
                <a:close/>
                <a:moveTo>
                  <a:pt x="264538" y="102999"/>
                </a:moveTo>
                <a:lnTo>
                  <a:pt x="255818" y="127050"/>
                </a:lnTo>
                <a:lnTo>
                  <a:pt x="182378" y="127050"/>
                </a:lnTo>
                <a:lnTo>
                  <a:pt x="182378" y="123648"/>
                </a:lnTo>
                <a:cubicBezTo>
                  <a:pt x="203982" y="103909"/>
                  <a:pt x="219190" y="87788"/>
                  <a:pt x="228002" y="75284"/>
                </a:cubicBezTo>
                <a:cubicBezTo>
                  <a:pt x="236815" y="62778"/>
                  <a:pt x="241221" y="51345"/>
                  <a:pt x="241221" y="40985"/>
                </a:cubicBezTo>
                <a:cubicBezTo>
                  <a:pt x="241221" y="33079"/>
                  <a:pt x="238804" y="26583"/>
                  <a:pt x="233969" y="21495"/>
                </a:cubicBezTo>
                <a:cubicBezTo>
                  <a:pt x="229135" y="16406"/>
                  <a:pt x="223351" y="13862"/>
                  <a:pt x="216619" y="13862"/>
                </a:cubicBezTo>
                <a:cubicBezTo>
                  <a:pt x="210499" y="13862"/>
                  <a:pt x="205007" y="15659"/>
                  <a:pt x="200141" y="19255"/>
                </a:cubicBezTo>
                <a:cubicBezTo>
                  <a:pt x="195276" y="22850"/>
                  <a:pt x="191681" y="28121"/>
                  <a:pt x="189355" y="35067"/>
                </a:cubicBezTo>
                <a:lnTo>
                  <a:pt x="185958" y="35067"/>
                </a:lnTo>
                <a:cubicBezTo>
                  <a:pt x="187488" y="23774"/>
                  <a:pt x="191420" y="15107"/>
                  <a:pt x="197755" y="9065"/>
                </a:cubicBezTo>
                <a:cubicBezTo>
                  <a:pt x="204089" y="3022"/>
                  <a:pt x="211999" y="0"/>
                  <a:pt x="221485" y="0"/>
                </a:cubicBezTo>
                <a:cubicBezTo>
                  <a:pt x="231583" y="0"/>
                  <a:pt x="240013" y="3244"/>
                  <a:pt x="246775" y="9731"/>
                </a:cubicBezTo>
                <a:cubicBezTo>
                  <a:pt x="253538" y="16218"/>
                  <a:pt x="256919" y="23868"/>
                  <a:pt x="256919" y="32680"/>
                </a:cubicBezTo>
                <a:cubicBezTo>
                  <a:pt x="256919" y="38984"/>
                  <a:pt x="255450" y="45288"/>
                  <a:pt x="252513" y="51591"/>
                </a:cubicBezTo>
                <a:cubicBezTo>
                  <a:pt x="247984" y="61505"/>
                  <a:pt x="240640" y="72001"/>
                  <a:pt x="230481" y="83078"/>
                </a:cubicBezTo>
                <a:cubicBezTo>
                  <a:pt x="215242" y="99724"/>
                  <a:pt x="205726" y="109761"/>
                  <a:pt x="201931" y="113188"/>
                </a:cubicBezTo>
                <a:lnTo>
                  <a:pt x="234428" y="113188"/>
                </a:lnTo>
                <a:cubicBezTo>
                  <a:pt x="241038" y="113188"/>
                  <a:pt x="245674" y="112942"/>
                  <a:pt x="248336" y="112448"/>
                </a:cubicBezTo>
                <a:cubicBezTo>
                  <a:pt x="250998" y="111953"/>
                  <a:pt x="253400" y="110949"/>
                  <a:pt x="255542" y="109436"/>
                </a:cubicBezTo>
                <a:cubicBezTo>
                  <a:pt x="257684" y="107923"/>
                  <a:pt x="259551" y="105777"/>
                  <a:pt x="261142" y="102999"/>
                </a:cubicBezTo>
                <a:lnTo>
                  <a:pt x="264538" y="102999"/>
                </a:ln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1BF684-A717-48A9-865A-F1AA92C9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037" y="1105376"/>
            <a:ext cx="261734" cy="277792"/>
          </a:xfrm>
          <a:custGeom xmlns:a="http://schemas.openxmlformats.org/drawingml/2006/main">
            <a:pathLst>
              <a:path w="261734" h="277792">
                <a:moveTo>
                  <a:pt x="0" y="96344"/>
                </a:moveTo>
                <a:lnTo>
                  <a:pt x="88315" y="96344"/>
                </a:lnTo>
                <a:lnTo>
                  <a:pt x="88315" y="0"/>
                </a:lnTo>
                <a:lnTo>
                  <a:pt x="171813" y="0"/>
                </a:lnTo>
                <a:lnTo>
                  <a:pt x="171813" y="96344"/>
                </a:lnTo>
                <a:lnTo>
                  <a:pt x="261734" y="96344"/>
                </a:lnTo>
                <a:lnTo>
                  <a:pt x="261734" y="179842"/>
                </a:lnTo>
                <a:lnTo>
                  <a:pt x="171813" y="179842"/>
                </a:lnTo>
                <a:lnTo>
                  <a:pt x="171813" y="277792"/>
                </a:lnTo>
                <a:lnTo>
                  <a:pt x="88315" y="277792"/>
                </a:lnTo>
                <a:lnTo>
                  <a:pt x="88315" y="179842"/>
                </a:lnTo>
                <a:lnTo>
                  <a:pt x="0" y="179842"/>
                </a:lnTo>
                <a:lnTo>
                  <a:pt x="0" y="96344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411FF4-207F-4994-A12D-EF70C39A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025" y="1098793"/>
            <a:ext cx="274955" cy="290691"/>
          </a:xfrm>
          <a:custGeom xmlns:a="http://schemas.openxmlformats.org/drawingml/2006/main">
            <a:pathLst>
              <a:path w="274955" h="290691">
                <a:moveTo>
                  <a:pt x="88931" y="96799"/>
                </a:moveTo>
                <a:lnTo>
                  <a:pt x="0" y="96799"/>
                </a:lnTo>
                <a:lnTo>
                  <a:pt x="0" y="193892"/>
                </a:lnTo>
                <a:lnTo>
                  <a:pt x="88931" y="193892"/>
                </a:lnTo>
                <a:lnTo>
                  <a:pt x="88931" y="290691"/>
                </a:lnTo>
                <a:lnTo>
                  <a:pt x="186024" y="290691"/>
                </a:lnTo>
                <a:lnTo>
                  <a:pt x="186024" y="193892"/>
                </a:lnTo>
                <a:lnTo>
                  <a:pt x="274955" y="193892"/>
                </a:lnTo>
                <a:lnTo>
                  <a:pt x="274955" y="96799"/>
                </a:lnTo>
                <a:lnTo>
                  <a:pt x="186024" y="96799"/>
                </a:lnTo>
                <a:lnTo>
                  <a:pt x="186024" y="0"/>
                </a:lnTo>
                <a:lnTo>
                  <a:pt x="88931" y="0"/>
                </a:lnTo>
                <a:lnTo>
                  <a:pt x="88931" y="96799"/>
                </a:lnTo>
                <a:close/>
                <a:moveTo>
                  <a:pt x="172643" y="13381"/>
                </a:moveTo>
                <a:lnTo>
                  <a:pt x="172643" y="110180"/>
                </a:lnTo>
                <a:lnTo>
                  <a:pt x="261574" y="110180"/>
                </a:lnTo>
                <a:lnTo>
                  <a:pt x="261574" y="180511"/>
                </a:lnTo>
                <a:lnTo>
                  <a:pt x="172643" y="180511"/>
                </a:lnTo>
                <a:lnTo>
                  <a:pt x="172643" y="277310"/>
                </a:lnTo>
                <a:lnTo>
                  <a:pt x="102312" y="277310"/>
                </a:lnTo>
                <a:lnTo>
                  <a:pt x="102312" y="180511"/>
                </a:lnTo>
                <a:lnTo>
                  <a:pt x="13381" y="180511"/>
                </a:lnTo>
                <a:lnTo>
                  <a:pt x="13381" y="110180"/>
                </a:lnTo>
                <a:lnTo>
                  <a:pt x="102312" y="110180"/>
                </a:lnTo>
                <a:lnTo>
                  <a:pt x="102312" y="13381"/>
                </a:lnTo>
                <a:lnTo>
                  <a:pt x="172643" y="13381"/>
                </a:lnTo>
                <a:close/>
              </a:path>
            </a:pathLst>
          </a:custGeom>
          <a:solidFill xmlns:a="http://schemas.openxmlformats.org/drawingml/2006/main">
            <a:srgbClr val="2E54A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D28638-C9B1-4086-BA71-28182287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3397" y="2238689"/>
            <a:ext cx="824945" cy="80287"/>
          </a:xfrm>
          <a:custGeom xmlns:a="http://schemas.openxmlformats.org/drawingml/2006/main">
            <a:pathLst>
              <a:path w="824945" h="80287">
                <a:moveTo>
                  <a:pt x="13381" y="33453"/>
                </a:moveTo>
                <a:lnTo>
                  <a:pt x="13381" y="0"/>
                </a:lnTo>
                <a:lnTo>
                  <a:pt x="0" y="0"/>
                </a:lnTo>
                <a:lnTo>
                  <a:pt x="0" y="46834"/>
                </a:lnTo>
                <a:lnTo>
                  <a:pt x="409917" y="46834"/>
                </a:lnTo>
                <a:lnTo>
                  <a:pt x="409917" y="80287"/>
                </a:lnTo>
                <a:lnTo>
                  <a:pt x="423298" y="80287"/>
                </a:lnTo>
                <a:lnTo>
                  <a:pt x="423298" y="46834"/>
                </a:lnTo>
                <a:lnTo>
                  <a:pt x="824945" y="46834"/>
                </a:lnTo>
                <a:lnTo>
                  <a:pt x="824945" y="0"/>
                </a:lnTo>
                <a:lnTo>
                  <a:pt x="811564" y="0"/>
                </a:lnTo>
                <a:lnTo>
                  <a:pt x="811564" y="33453"/>
                </a:lnTo>
                <a:lnTo>
                  <a:pt x="423298" y="33453"/>
                </a:lnTo>
                <a:lnTo>
                  <a:pt x="409917" y="33453"/>
                </a:lnTo>
                <a:lnTo>
                  <a:pt x="13381" y="33453"/>
                </a:lnTo>
                <a:close/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A7FF83-E270-46E8-9237-9E90A3BE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2836" y="456701"/>
            <a:ext cx="341887" cy="735920"/>
          </a:xfrm>
          <a:custGeom xmlns:a="http://schemas.openxmlformats.org/drawingml/2006/main">
            <a:pathLst>
              <a:path w="341887" h="735920">
                <a:moveTo>
                  <a:pt x="244954" y="94537"/>
                </a:moveTo>
                <a:lnTo>
                  <a:pt x="243335" y="95862"/>
                </a:lnTo>
                <a:lnTo>
                  <a:pt x="242198" y="97629"/>
                </a:lnTo>
                <a:lnTo>
                  <a:pt x="241663" y="99649"/>
                </a:lnTo>
                <a:lnTo>
                  <a:pt x="241783" y="101737"/>
                </a:lnTo>
                <a:lnTo>
                  <a:pt x="242546" y="103690"/>
                </a:lnTo>
                <a:lnTo>
                  <a:pt x="243871" y="105309"/>
                </a:lnTo>
                <a:lnTo>
                  <a:pt x="245623" y="106447"/>
                </a:lnTo>
                <a:lnTo>
                  <a:pt x="247657" y="106969"/>
                </a:lnTo>
                <a:lnTo>
                  <a:pt x="249745" y="106861"/>
                </a:lnTo>
                <a:lnTo>
                  <a:pt x="251699" y="106099"/>
                </a:lnTo>
                <a:lnTo>
                  <a:pt x="341887" y="53484"/>
                </a:lnTo>
                <a:lnTo>
                  <a:pt x="251699" y="870"/>
                </a:lnTo>
                <a:lnTo>
                  <a:pt x="249745" y="107"/>
                </a:lnTo>
                <a:lnTo>
                  <a:pt x="247657" y="0"/>
                </a:lnTo>
                <a:lnTo>
                  <a:pt x="245623" y="522"/>
                </a:lnTo>
                <a:lnTo>
                  <a:pt x="243871" y="1659"/>
                </a:lnTo>
                <a:lnTo>
                  <a:pt x="242546" y="3278"/>
                </a:lnTo>
                <a:lnTo>
                  <a:pt x="241783" y="5232"/>
                </a:lnTo>
                <a:lnTo>
                  <a:pt x="241663" y="7319"/>
                </a:lnTo>
                <a:lnTo>
                  <a:pt x="242198" y="9340"/>
                </a:lnTo>
                <a:lnTo>
                  <a:pt x="243335" y="11106"/>
                </a:lnTo>
                <a:lnTo>
                  <a:pt x="244954" y="12431"/>
                </a:lnTo>
                <a:lnTo>
                  <a:pt x="303862" y="46794"/>
                </a:lnTo>
                <a:lnTo>
                  <a:pt x="164588" y="46794"/>
                </a:lnTo>
                <a:lnTo>
                  <a:pt x="164588" y="722539"/>
                </a:lnTo>
                <a:lnTo>
                  <a:pt x="0" y="722539"/>
                </a:lnTo>
                <a:lnTo>
                  <a:pt x="0" y="735920"/>
                </a:lnTo>
                <a:lnTo>
                  <a:pt x="177969" y="735920"/>
                </a:lnTo>
                <a:lnTo>
                  <a:pt x="177969" y="60175"/>
                </a:lnTo>
                <a:lnTo>
                  <a:pt x="303862" y="60175"/>
                </a:lnTo>
                <a:lnTo>
                  <a:pt x="244954" y="945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82E3F9-A01D-49E8-9473-797A38EF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2836" y="1179240"/>
            <a:ext cx="341887" cy="580700"/>
          </a:xfrm>
          <a:custGeom xmlns:a="http://schemas.openxmlformats.org/drawingml/2006/main">
            <a:pathLst>
              <a:path w="341887" h="580700">
                <a:moveTo>
                  <a:pt x="177969" y="520525"/>
                </a:moveTo>
                <a:lnTo>
                  <a:pt x="177969" y="0"/>
                </a:lnTo>
                <a:lnTo>
                  <a:pt x="0" y="0"/>
                </a:lnTo>
                <a:lnTo>
                  <a:pt x="0" y="13381"/>
                </a:lnTo>
                <a:lnTo>
                  <a:pt x="164588" y="13381"/>
                </a:lnTo>
                <a:lnTo>
                  <a:pt x="164588" y="533906"/>
                </a:lnTo>
                <a:lnTo>
                  <a:pt x="303862" y="533906"/>
                </a:lnTo>
                <a:lnTo>
                  <a:pt x="244954" y="568269"/>
                </a:lnTo>
                <a:lnTo>
                  <a:pt x="243335" y="569593"/>
                </a:lnTo>
                <a:lnTo>
                  <a:pt x="242198" y="571360"/>
                </a:lnTo>
                <a:lnTo>
                  <a:pt x="241663" y="573380"/>
                </a:lnTo>
                <a:lnTo>
                  <a:pt x="241783" y="575468"/>
                </a:lnTo>
                <a:lnTo>
                  <a:pt x="242546" y="577421"/>
                </a:lnTo>
                <a:lnTo>
                  <a:pt x="243871" y="579040"/>
                </a:lnTo>
                <a:lnTo>
                  <a:pt x="245623" y="580178"/>
                </a:lnTo>
                <a:lnTo>
                  <a:pt x="247657" y="580700"/>
                </a:lnTo>
                <a:lnTo>
                  <a:pt x="249745" y="580593"/>
                </a:lnTo>
                <a:lnTo>
                  <a:pt x="251699" y="579830"/>
                </a:lnTo>
                <a:lnTo>
                  <a:pt x="341887" y="527215"/>
                </a:lnTo>
                <a:lnTo>
                  <a:pt x="251699" y="474601"/>
                </a:lnTo>
                <a:lnTo>
                  <a:pt x="249745" y="473838"/>
                </a:lnTo>
                <a:lnTo>
                  <a:pt x="247657" y="473731"/>
                </a:lnTo>
                <a:lnTo>
                  <a:pt x="245623" y="474253"/>
                </a:lnTo>
                <a:lnTo>
                  <a:pt x="243871" y="475390"/>
                </a:lnTo>
                <a:lnTo>
                  <a:pt x="242546" y="477009"/>
                </a:lnTo>
                <a:lnTo>
                  <a:pt x="241783" y="478963"/>
                </a:lnTo>
                <a:lnTo>
                  <a:pt x="241663" y="481051"/>
                </a:lnTo>
                <a:lnTo>
                  <a:pt x="242198" y="483071"/>
                </a:lnTo>
                <a:lnTo>
                  <a:pt x="243335" y="484837"/>
                </a:lnTo>
                <a:lnTo>
                  <a:pt x="244954" y="486162"/>
                </a:lnTo>
                <a:lnTo>
                  <a:pt x="303862" y="520525"/>
                </a:lnTo>
                <a:lnTo>
                  <a:pt x="177969" y="520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231A8D-3B55-4CA5-B918-FB2F81FC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944" y="503494"/>
            <a:ext cx="279665" cy="736589"/>
          </a:xfrm>
          <a:custGeom xmlns:a="http://schemas.openxmlformats.org/drawingml/2006/main">
            <a:pathLst>
              <a:path w="279665" h="736589">
                <a:moveTo>
                  <a:pt x="146523" y="676415"/>
                </a:moveTo>
                <a:lnTo>
                  <a:pt x="146523" y="0"/>
                </a:lnTo>
                <a:lnTo>
                  <a:pt x="0" y="0"/>
                </a:lnTo>
                <a:lnTo>
                  <a:pt x="0" y="13381"/>
                </a:lnTo>
                <a:lnTo>
                  <a:pt x="133142" y="13381"/>
                </a:lnTo>
                <a:lnTo>
                  <a:pt x="133142" y="689796"/>
                </a:lnTo>
                <a:lnTo>
                  <a:pt x="241640" y="689796"/>
                </a:lnTo>
                <a:lnTo>
                  <a:pt x="182732" y="724158"/>
                </a:lnTo>
                <a:lnTo>
                  <a:pt x="181113" y="725483"/>
                </a:lnTo>
                <a:lnTo>
                  <a:pt x="179976" y="727249"/>
                </a:lnTo>
                <a:lnTo>
                  <a:pt x="179441" y="729270"/>
                </a:lnTo>
                <a:lnTo>
                  <a:pt x="179561" y="731357"/>
                </a:lnTo>
                <a:lnTo>
                  <a:pt x="180324" y="733311"/>
                </a:lnTo>
                <a:lnTo>
                  <a:pt x="181648" y="734930"/>
                </a:lnTo>
                <a:lnTo>
                  <a:pt x="183401" y="736068"/>
                </a:lnTo>
                <a:lnTo>
                  <a:pt x="185435" y="736589"/>
                </a:lnTo>
                <a:lnTo>
                  <a:pt x="187523" y="736482"/>
                </a:lnTo>
                <a:lnTo>
                  <a:pt x="189476" y="735720"/>
                </a:lnTo>
                <a:lnTo>
                  <a:pt x="279665" y="683105"/>
                </a:lnTo>
                <a:lnTo>
                  <a:pt x="189476" y="630491"/>
                </a:lnTo>
                <a:lnTo>
                  <a:pt x="187523" y="629728"/>
                </a:lnTo>
                <a:lnTo>
                  <a:pt x="185435" y="629621"/>
                </a:lnTo>
                <a:lnTo>
                  <a:pt x="183401" y="630143"/>
                </a:lnTo>
                <a:lnTo>
                  <a:pt x="181648" y="631280"/>
                </a:lnTo>
                <a:lnTo>
                  <a:pt x="180324" y="632899"/>
                </a:lnTo>
                <a:lnTo>
                  <a:pt x="179561" y="634853"/>
                </a:lnTo>
                <a:lnTo>
                  <a:pt x="179441" y="636940"/>
                </a:lnTo>
                <a:lnTo>
                  <a:pt x="179976" y="638961"/>
                </a:lnTo>
                <a:lnTo>
                  <a:pt x="181113" y="640727"/>
                </a:lnTo>
                <a:lnTo>
                  <a:pt x="182732" y="642052"/>
                </a:lnTo>
                <a:lnTo>
                  <a:pt x="241640" y="676415"/>
                </a:lnTo>
                <a:lnTo>
                  <a:pt x="146523" y="6764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2D9F73-4A68-4F6B-B3BA-41AC814C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944" y="1133115"/>
            <a:ext cx="279665" cy="580031"/>
          </a:xfrm>
          <a:custGeom xmlns:a="http://schemas.openxmlformats.org/drawingml/2006/main">
            <a:pathLst>
              <a:path w="279665" h="580031">
                <a:moveTo>
                  <a:pt x="182732" y="94537"/>
                </a:moveTo>
                <a:lnTo>
                  <a:pt x="181113" y="95862"/>
                </a:lnTo>
                <a:lnTo>
                  <a:pt x="179976" y="97629"/>
                </a:lnTo>
                <a:lnTo>
                  <a:pt x="179441" y="99649"/>
                </a:lnTo>
                <a:lnTo>
                  <a:pt x="179561" y="101737"/>
                </a:lnTo>
                <a:lnTo>
                  <a:pt x="180324" y="103690"/>
                </a:lnTo>
                <a:lnTo>
                  <a:pt x="181648" y="105309"/>
                </a:lnTo>
                <a:lnTo>
                  <a:pt x="183401" y="106447"/>
                </a:lnTo>
                <a:lnTo>
                  <a:pt x="185435" y="106969"/>
                </a:lnTo>
                <a:lnTo>
                  <a:pt x="187523" y="106861"/>
                </a:lnTo>
                <a:lnTo>
                  <a:pt x="189476" y="106099"/>
                </a:lnTo>
                <a:lnTo>
                  <a:pt x="279665" y="53484"/>
                </a:lnTo>
                <a:lnTo>
                  <a:pt x="189476" y="870"/>
                </a:lnTo>
                <a:lnTo>
                  <a:pt x="187523" y="107"/>
                </a:lnTo>
                <a:lnTo>
                  <a:pt x="185435" y="0"/>
                </a:lnTo>
                <a:lnTo>
                  <a:pt x="183401" y="522"/>
                </a:lnTo>
                <a:lnTo>
                  <a:pt x="181648" y="1659"/>
                </a:lnTo>
                <a:lnTo>
                  <a:pt x="180324" y="3278"/>
                </a:lnTo>
                <a:lnTo>
                  <a:pt x="179561" y="5232"/>
                </a:lnTo>
                <a:lnTo>
                  <a:pt x="179441" y="7319"/>
                </a:lnTo>
                <a:lnTo>
                  <a:pt x="179976" y="9340"/>
                </a:lnTo>
                <a:lnTo>
                  <a:pt x="181113" y="11106"/>
                </a:lnTo>
                <a:lnTo>
                  <a:pt x="182732" y="12431"/>
                </a:lnTo>
                <a:lnTo>
                  <a:pt x="241640" y="46794"/>
                </a:lnTo>
                <a:lnTo>
                  <a:pt x="133142" y="46794"/>
                </a:lnTo>
                <a:lnTo>
                  <a:pt x="133142" y="566649"/>
                </a:lnTo>
                <a:lnTo>
                  <a:pt x="0" y="566649"/>
                </a:lnTo>
                <a:lnTo>
                  <a:pt x="0" y="580031"/>
                </a:lnTo>
                <a:lnTo>
                  <a:pt x="146523" y="580031"/>
                </a:lnTo>
                <a:lnTo>
                  <a:pt x="146523" y="60175"/>
                </a:lnTo>
                <a:lnTo>
                  <a:pt x="241640" y="60175"/>
                </a:lnTo>
                <a:lnTo>
                  <a:pt x="182732" y="945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b5219d61314ce9"/>
          <a:stretch xmlns:a="http://schemas.openxmlformats.org/drawingml/2006/main"/>
        </p:blipFill>
        <p:spPr>
          <a:xfrm xmlns:a="http://schemas.openxmlformats.org/drawingml/2006/main">
            <a:off x="11615239" y="129304"/>
            <a:ext cx="1308672" cy="1208691"/>
          </a:xfrm>
          <a:prstGeom xmlns:a="http://schemas.openxmlformats.org/drawingml/2006/main" prst="rect">
            <a:avLst/>
          </a:prstGeom>
        </p:spPr>
      </p:pic>
      <p:pic>
        <p:nvPicPr>
          <p:cNvPr id="1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22603f074f4295"/>
          <a:stretch xmlns:a="http://schemas.openxmlformats.org/drawingml/2006/main"/>
        </p:blipFill>
        <p:spPr>
          <a:xfrm xmlns:a="http://schemas.openxmlformats.org/drawingml/2006/main">
            <a:off x="13434533" y="381191"/>
            <a:ext cx="791626" cy="791626"/>
          </a:xfrm>
          <a:prstGeom xmlns:a="http://schemas.openxmlformats.org/drawingml/2006/main" prst="rect">
            <a:avLst/>
          </a:prstGeom>
        </p:spPr>
      </p:pic>
      <p:sp>
        <p:nvSpPr>
          <p:cNvPr id="76" name="Text 13papers">
            <a:extLst xmlns:a="http://schemas.openxmlformats.org/drawingml/2006/main">
              <a:ext uri="{FF2B5EF4-FFF2-40B4-BE49-F238E27FC236}">
                <a16:creationId xmlns:a16="http://schemas.microsoft.com/office/drawing/2014/main" id="{74BFC48B-B33D-47A8-B26D-94E487F1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0498" y="1486621"/>
            <a:ext cx="793863" cy="189876"/>
          </a:xfrm>
          <a:custGeom xmlns:a="http://schemas.openxmlformats.org/drawingml/2006/main">
            <a:pathLst>
              <a:path w="793863" h="189876">
                <a:moveTo>
                  <a:pt x="0" y="16778"/>
                </a:moveTo>
                <a:lnTo>
                  <a:pt x="34390" y="0"/>
                </a:lnTo>
                <a:lnTo>
                  <a:pt x="37829" y="0"/>
                </a:lnTo>
                <a:lnTo>
                  <a:pt x="37829" y="119324"/>
                </a:lnTo>
                <a:cubicBezTo>
                  <a:pt x="37829" y="127244"/>
                  <a:pt x="38159" y="132177"/>
                  <a:pt x="38819" y="134122"/>
                </a:cubicBezTo>
                <a:cubicBezTo>
                  <a:pt x="39479" y="136068"/>
                  <a:pt x="40852" y="137561"/>
                  <a:pt x="42936" y="138604"/>
                </a:cubicBezTo>
                <a:cubicBezTo>
                  <a:pt x="45020" y="139646"/>
                  <a:pt x="49258" y="140236"/>
                  <a:pt x="55650" y="140375"/>
                </a:cubicBezTo>
                <a:lnTo>
                  <a:pt x="55650" y="144231"/>
                </a:lnTo>
                <a:lnTo>
                  <a:pt x="2501" y="144231"/>
                </a:lnTo>
                <a:lnTo>
                  <a:pt x="2501" y="140375"/>
                </a:lnTo>
                <a:cubicBezTo>
                  <a:pt x="9171" y="140236"/>
                  <a:pt x="13478" y="139663"/>
                  <a:pt x="15424" y="138656"/>
                </a:cubicBezTo>
                <a:cubicBezTo>
                  <a:pt x="17369" y="137648"/>
                  <a:pt x="18724" y="136293"/>
                  <a:pt x="19488" y="134591"/>
                </a:cubicBezTo>
                <a:cubicBezTo>
                  <a:pt x="20252" y="132889"/>
                  <a:pt x="20634" y="127800"/>
                  <a:pt x="20634" y="119324"/>
                </a:cubicBezTo>
                <a:lnTo>
                  <a:pt x="20634" y="43040"/>
                </a:lnTo>
                <a:cubicBezTo>
                  <a:pt x="20634" y="32758"/>
                  <a:pt x="20287" y="26158"/>
                  <a:pt x="19592" y="23240"/>
                </a:cubicBezTo>
                <a:cubicBezTo>
                  <a:pt x="19106" y="21016"/>
                  <a:pt x="18220" y="19384"/>
                  <a:pt x="16935" y="18342"/>
                </a:cubicBezTo>
                <a:cubicBezTo>
                  <a:pt x="15649" y="17299"/>
                  <a:pt x="14104" y="16778"/>
                  <a:pt x="12297" y="16778"/>
                </a:cubicBezTo>
                <a:cubicBezTo>
                  <a:pt x="9727" y="16778"/>
                  <a:pt x="6149" y="17855"/>
                  <a:pt x="1563" y="20009"/>
                </a:cubicBezTo>
                <a:lnTo>
                  <a:pt x="0" y="16778"/>
                </a:lnTo>
                <a:close/>
                <a:moveTo>
                  <a:pt x="92876" y="29701"/>
                </a:moveTo>
                <a:cubicBezTo>
                  <a:pt x="96906" y="20183"/>
                  <a:pt x="101995" y="12853"/>
                  <a:pt x="108143" y="7712"/>
                </a:cubicBezTo>
                <a:cubicBezTo>
                  <a:pt x="114292" y="2571"/>
                  <a:pt x="121952" y="0"/>
                  <a:pt x="131122" y="0"/>
                </a:cubicBezTo>
                <a:cubicBezTo>
                  <a:pt x="142447" y="0"/>
                  <a:pt x="151131" y="3677"/>
                  <a:pt x="157176" y="11030"/>
                </a:cubicBezTo>
                <a:cubicBezTo>
                  <a:pt x="161761" y="16512"/>
                  <a:pt x="164054" y="22375"/>
                  <a:pt x="164054" y="28620"/>
                </a:cubicBezTo>
                <a:cubicBezTo>
                  <a:pt x="164054" y="38887"/>
                  <a:pt x="157592" y="49501"/>
                  <a:pt x="144670" y="60463"/>
                </a:cubicBezTo>
                <a:cubicBezTo>
                  <a:pt x="153354" y="63872"/>
                  <a:pt x="159920" y="68741"/>
                  <a:pt x="164366" y="75069"/>
                </a:cubicBezTo>
                <a:cubicBezTo>
                  <a:pt x="168813" y="81396"/>
                  <a:pt x="171036" y="88836"/>
                  <a:pt x="171036" y="97390"/>
                </a:cubicBezTo>
                <a:cubicBezTo>
                  <a:pt x="171036" y="109631"/>
                  <a:pt x="167145" y="120237"/>
                  <a:pt x="159364" y="129208"/>
                </a:cubicBezTo>
                <a:cubicBezTo>
                  <a:pt x="149221" y="140891"/>
                  <a:pt x="134527" y="146732"/>
                  <a:pt x="115282" y="146732"/>
                </a:cubicBezTo>
                <a:cubicBezTo>
                  <a:pt x="105764" y="146732"/>
                  <a:pt x="99285" y="145551"/>
                  <a:pt x="95846" y="143189"/>
                </a:cubicBezTo>
                <a:cubicBezTo>
                  <a:pt x="92407" y="140827"/>
                  <a:pt x="90688" y="138291"/>
                  <a:pt x="90688" y="135581"/>
                </a:cubicBezTo>
                <a:cubicBezTo>
                  <a:pt x="90688" y="133567"/>
                  <a:pt x="91504" y="131795"/>
                  <a:pt x="93137" y="130266"/>
                </a:cubicBezTo>
                <a:cubicBezTo>
                  <a:pt x="94769" y="128738"/>
                  <a:pt x="96732" y="127974"/>
                  <a:pt x="99025" y="127974"/>
                </a:cubicBezTo>
                <a:cubicBezTo>
                  <a:pt x="100762" y="127974"/>
                  <a:pt x="102533" y="128252"/>
                  <a:pt x="104340" y="128807"/>
                </a:cubicBezTo>
                <a:cubicBezTo>
                  <a:pt x="105521" y="129155"/>
                  <a:pt x="108195" y="130423"/>
                  <a:pt x="112364" y="132611"/>
                </a:cubicBezTo>
                <a:cubicBezTo>
                  <a:pt x="116532" y="134800"/>
                  <a:pt x="119416" y="136102"/>
                  <a:pt x="121014" y="136519"/>
                </a:cubicBezTo>
                <a:cubicBezTo>
                  <a:pt x="123584" y="137283"/>
                  <a:pt x="126329" y="137666"/>
                  <a:pt x="129246" y="137666"/>
                </a:cubicBezTo>
                <a:cubicBezTo>
                  <a:pt x="136333" y="137666"/>
                  <a:pt x="142499" y="134917"/>
                  <a:pt x="147744" y="129420"/>
                </a:cubicBezTo>
                <a:cubicBezTo>
                  <a:pt x="152990" y="123922"/>
                  <a:pt x="155612" y="117416"/>
                  <a:pt x="155612" y="109899"/>
                </a:cubicBezTo>
                <a:cubicBezTo>
                  <a:pt x="155612" y="104402"/>
                  <a:pt x="154397" y="99044"/>
                  <a:pt x="151965" y="93824"/>
                </a:cubicBezTo>
                <a:cubicBezTo>
                  <a:pt x="150159" y="89927"/>
                  <a:pt x="148179" y="86970"/>
                  <a:pt x="146025" y="84953"/>
                </a:cubicBezTo>
                <a:cubicBezTo>
                  <a:pt x="143037" y="82168"/>
                  <a:pt x="138938" y="79645"/>
                  <a:pt x="133728" y="77385"/>
                </a:cubicBezTo>
                <a:cubicBezTo>
                  <a:pt x="128517" y="75122"/>
                  <a:pt x="123202" y="73991"/>
                  <a:pt x="117783" y="73991"/>
                </a:cubicBezTo>
                <a:lnTo>
                  <a:pt x="114448" y="73991"/>
                </a:lnTo>
                <a:lnTo>
                  <a:pt x="114448" y="70865"/>
                </a:lnTo>
                <a:cubicBezTo>
                  <a:pt x="119937" y="70170"/>
                  <a:pt x="125443" y="68190"/>
                  <a:pt x="130966" y="64925"/>
                </a:cubicBezTo>
                <a:cubicBezTo>
                  <a:pt x="136489" y="61659"/>
                  <a:pt x="140502" y="57734"/>
                  <a:pt x="143003" y="53149"/>
                </a:cubicBezTo>
                <a:cubicBezTo>
                  <a:pt x="145504" y="48563"/>
                  <a:pt x="146754" y="43526"/>
                  <a:pt x="146754" y="38038"/>
                </a:cubicBezTo>
                <a:cubicBezTo>
                  <a:pt x="146754" y="30882"/>
                  <a:pt x="144514" y="25098"/>
                  <a:pt x="140033" y="20686"/>
                </a:cubicBezTo>
                <a:cubicBezTo>
                  <a:pt x="135551" y="16275"/>
                  <a:pt x="129976" y="14069"/>
                  <a:pt x="123306" y="14069"/>
                </a:cubicBezTo>
                <a:cubicBezTo>
                  <a:pt x="112538" y="14069"/>
                  <a:pt x="103541" y="19835"/>
                  <a:pt x="96315" y="31368"/>
                </a:cubicBezTo>
                <a:lnTo>
                  <a:pt x="92876" y="29701"/>
                </a:lnTo>
                <a:close/>
                <a:moveTo>
                  <a:pt x="242402" y="58161"/>
                </a:moveTo>
                <a:lnTo>
                  <a:pt x="271791" y="46271"/>
                </a:lnTo>
                <a:lnTo>
                  <a:pt x="275751" y="46271"/>
                </a:lnTo>
                <a:lnTo>
                  <a:pt x="275751" y="68572"/>
                </a:lnTo>
                <a:cubicBezTo>
                  <a:pt x="280683" y="60166"/>
                  <a:pt x="285634" y="54312"/>
                  <a:pt x="290601" y="51012"/>
                </a:cubicBezTo>
                <a:cubicBezTo>
                  <a:pt x="295569" y="47712"/>
                  <a:pt x="300797" y="46062"/>
                  <a:pt x="306285" y="46062"/>
                </a:cubicBezTo>
                <a:cubicBezTo>
                  <a:pt x="315873" y="46062"/>
                  <a:pt x="323862" y="49810"/>
                  <a:pt x="330254" y="57304"/>
                </a:cubicBezTo>
                <a:cubicBezTo>
                  <a:pt x="338105" y="66466"/>
                  <a:pt x="342030" y="78404"/>
                  <a:pt x="342030" y="93118"/>
                </a:cubicBezTo>
                <a:cubicBezTo>
                  <a:pt x="342030" y="109566"/>
                  <a:pt x="337306" y="123169"/>
                  <a:pt x="327857" y="133927"/>
                </a:cubicBezTo>
                <a:cubicBezTo>
                  <a:pt x="320076" y="142742"/>
                  <a:pt x="310280" y="147149"/>
                  <a:pt x="298469" y="147149"/>
                </a:cubicBezTo>
                <a:cubicBezTo>
                  <a:pt x="293328" y="147149"/>
                  <a:pt x="288882" y="146419"/>
                  <a:pt x="285130" y="144961"/>
                </a:cubicBezTo>
                <a:cubicBezTo>
                  <a:pt x="282351" y="143918"/>
                  <a:pt x="279224" y="141834"/>
                  <a:pt x="275751" y="138708"/>
                </a:cubicBezTo>
                <a:lnTo>
                  <a:pt x="275751" y="167783"/>
                </a:lnTo>
                <a:cubicBezTo>
                  <a:pt x="275751" y="174314"/>
                  <a:pt x="276150" y="178465"/>
                  <a:pt x="276949" y="180237"/>
                </a:cubicBezTo>
                <a:cubicBezTo>
                  <a:pt x="277748" y="182008"/>
                  <a:pt x="279138" y="183415"/>
                  <a:pt x="281118" y="184457"/>
                </a:cubicBezTo>
                <a:cubicBezTo>
                  <a:pt x="283098" y="185499"/>
                  <a:pt x="286693" y="186021"/>
                  <a:pt x="291904" y="186021"/>
                </a:cubicBezTo>
                <a:lnTo>
                  <a:pt x="291904" y="189876"/>
                </a:lnTo>
                <a:lnTo>
                  <a:pt x="241881" y="189876"/>
                </a:lnTo>
                <a:lnTo>
                  <a:pt x="241881" y="186021"/>
                </a:lnTo>
                <a:lnTo>
                  <a:pt x="244487" y="186021"/>
                </a:lnTo>
                <a:cubicBezTo>
                  <a:pt x="248308" y="186090"/>
                  <a:pt x="251573" y="185359"/>
                  <a:pt x="254283" y="183829"/>
                </a:cubicBezTo>
                <a:cubicBezTo>
                  <a:pt x="255603" y="183065"/>
                  <a:pt x="256628" y="181830"/>
                  <a:pt x="257357" y="180126"/>
                </a:cubicBezTo>
                <a:cubicBezTo>
                  <a:pt x="258087" y="178424"/>
                  <a:pt x="258451" y="174097"/>
                  <a:pt x="258451" y="167145"/>
                </a:cubicBezTo>
                <a:lnTo>
                  <a:pt x="258451" y="76828"/>
                </a:lnTo>
                <a:cubicBezTo>
                  <a:pt x="258451" y="70640"/>
                  <a:pt x="258173" y="66713"/>
                  <a:pt x="257618" y="65045"/>
                </a:cubicBezTo>
                <a:cubicBezTo>
                  <a:pt x="257062" y="63376"/>
                  <a:pt x="256176" y="62124"/>
                  <a:pt x="254960" y="61290"/>
                </a:cubicBezTo>
                <a:cubicBezTo>
                  <a:pt x="253744" y="60454"/>
                  <a:pt x="252094" y="60037"/>
                  <a:pt x="250010" y="60037"/>
                </a:cubicBezTo>
                <a:cubicBezTo>
                  <a:pt x="248343" y="60037"/>
                  <a:pt x="246224" y="60523"/>
                  <a:pt x="243653" y="61496"/>
                </a:cubicBezTo>
                <a:lnTo>
                  <a:pt x="242402" y="58161"/>
                </a:lnTo>
                <a:moveTo>
                  <a:pt x="275751" y="74910"/>
                </a:moveTo>
                <a:lnTo>
                  <a:pt x="275751" y="110505"/>
                </a:lnTo>
                <a:cubicBezTo>
                  <a:pt x="275751" y="118208"/>
                  <a:pt x="276063" y="123273"/>
                  <a:pt x="276689" y="125701"/>
                </a:cubicBezTo>
                <a:cubicBezTo>
                  <a:pt x="277661" y="129726"/>
                  <a:pt x="280041" y="133265"/>
                  <a:pt x="283827" y="136317"/>
                </a:cubicBezTo>
                <a:cubicBezTo>
                  <a:pt x="287614" y="139370"/>
                  <a:pt x="292390" y="140896"/>
                  <a:pt x="298156" y="140896"/>
                </a:cubicBezTo>
                <a:cubicBezTo>
                  <a:pt x="305104" y="140896"/>
                  <a:pt x="310732" y="138190"/>
                  <a:pt x="315039" y="132777"/>
                </a:cubicBezTo>
                <a:cubicBezTo>
                  <a:pt x="320667" y="125702"/>
                  <a:pt x="323480" y="115745"/>
                  <a:pt x="323480" y="102907"/>
                </a:cubicBezTo>
                <a:cubicBezTo>
                  <a:pt x="323480" y="88337"/>
                  <a:pt x="320284" y="77132"/>
                  <a:pt x="313893" y="69292"/>
                </a:cubicBezTo>
                <a:cubicBezTo>
                  <a:pt x="309446" y="63879"/>
                  <a:pt x="304166" y="61173"/>
                  <a:pt x="298052" y="61173"/>
                </a:cubicBezTo>
                <a:cubicBezTo>
                  <a:pt x="294717" y="61173"/>
                  <a:pt x="291417" y="62006"/>
                  <a:pt x="288152" y="63671"/>
                </a:cubicBezTo>
                <a:cubicBezTo>
                  <a:pt x="285651" y="64919"/>
                  <a:pt x="281517" y="68666"/>
                  <a:pt x="275751" y="74910"/>
                </a:cubicBezTo>
                <a:close/>
                <a:moveTo>
                  <a:pt x="410416" y="130475"/>
                </a:moveTo>
                <a:cubicBezTo>
                  <a:pt x="400620" y="138048"/>
                  <a:pt x="394472" y="142425"/>
                  <a:pt x="391970" y="143606"/>
                </a:cubicBezTo>
                <a:cubicBezTo>
                  <a:pt x="388219" y="145412"/>
                  <a:pt x="384224" y="146315"/>
                  <a:pt x="379986" y="146315"/>
                </a:cubicBezTo>
                <a:cubicBezTo>
                  <a:pt x="373386" y="146315"/>
                  <a:pt x="367949" y="144057"/>
                  <a:pt x="363677" y="139541"/>
                </a:cubicBezTo>
                <a:cubicBezTo>
                  <a:pt x="359404" y="135026"/>
                  <a:pt x="357268" y="129085"/>
                  <a:pt x="357268" y="121721"/>
                </a:cubicBezTo>
                <a:cubicBezTo>
                  <a:pt x="357268" y="117066"/>
                  <a:pt x="358310" y="113037"/>
                  <a:pt x="360394" y="109632"/>
                </a:cubicBezTo>
                <a:cubicBezTo>
                  <a:pt x="363242" y="104908"/>
                  <a:pt x="368193" y="100461"/>
                  <a:pt x="375244" y="96293"/>
                </a:cubicBezTo>
                <a:cubicBezTo>
                  <a:pt x="382296" y="92124"/>
                  <a:pt x="394020" y="87053"/>
                  <a:pt x="410416" y="81078"/>
                </a:cubicBezTo>
                <a:lnTo>
                  <a:pt x="410416" y="77326"/>
                </a:lnTo>
                <a:cubicBezTo>
                  <a:pt x="410416" y="67808"/>
                  <a:pt x="408905" y="61277"/>
                  <a:pt x="405883" y="57734"/>
                </a:cubicBezTo>
                <a:cubicBezTo>
                  <a:pt x="402861" y="54191"/>
                  <a:pt x="398466" y="52419"/>
                  <a:pt x="392700" y="52419"/>
                </a:cubicBezTo>
                <a:cubicBezTo>
                  <a:pt x="388323" y="52419"/>
                  <a:pt x="384849" y="53596"/>
                  <a:pt x="382279" y="55949"/>
                </a:cubicBezTo>
                <a:cubicBezTo>
                  <a:pt x="379639" y="58303"/>
                  <a:pt x="378319" y="61003"/>
                  <a:pt x="378319" y="64049"/>
                </a:cubicBezTo>
                <a:lnTo>
                  <a:pt x="378527" y="70070"/>
                </a:lnTo>
                <a:cubicBezTo>
                  <a:pt x="378527" y="73253"/>
                  <a:pt x="377711" y="75710"/>
                  <a:pt x="376078" y="77440"/>
                </a:cubicBezTo>
                <a:cubicBezTo>
                  <a:pt x="374445" y="79171"/>
                  <a:pt x="372309" y="80036"/>
                  <a:pt x="369669" y="80036"/>
                </a:cubicBezTo>
                <a:cubicBezTo>
                  <a:pt x="367098" y="80036"/>
                  <a:pt x="364997" y="79136"/>
                  <a:pt x="363364" y="77336"/>
                </a:cubicBezTo>
                <a:cubicBezTo>
                  <a:pt x="361731" y="75534"/>
                  <a:pt x="360915" y="73074"/>
                  <a:pt x="360915" y="69956"/>
                </a:cubicBezTo>
                <a:cubicBezTo>
                  <a:pt x="360915" y="64001"/>
                  <a:pt x="363972" y="58530"/>
                  <a:pt x="370086" y="53543"/>
                </a:cubicBezTo>
                <a:cubicBezTo>
                  <a:pt x="376200" y="48556"/>
                  <a:pt x="384780" y="46062"/>
                  <a:pt x="395826" y="46062"/>
                </a:cubicBezTo>
                <a:cubicBezTo>
                  <a:pt x="404302" y="46062"/>
                  <a:pt x="411250" y="47484"/>
                  <a:pt x="416669" y="50328"/>
                </a:cubicBezTo>
                <a:cubicBezTo>
                  <a:pt x="420768" y="52480"/>
                  <a:pt x="423790" y="55846"/>
                  <a:pt x="425736" y="60427"/>
                </a:cubicBezTo>
                <a:cubicBezTo>
                  <a:pt x="426986" y="63410"/>
                  <a:pt x="427611" y="69517"/>
                  <a:pt x="427611" y="78746"/>
                </a:cubicBezTo>
                <a:lnTo>
                  <a:pt x="427611" y="111117"/>
                </a:lnTo>
                <a:cubicBezTo>
                  <a:pt x="427611" y="120208"/>
                  <a:pt x="427785" y="125777"/>
                  <a:pt x="428132" y="127824"/>
                </a:cubicBezTo>
                <a:cubicBezTo>
                  <a:pt x="428480" y="129871"/>
                  <a:pt x="429053" y="131242"/>
                  <a:pt x="429852" y="131937"/>
                </a:cubicBezTo>
                <a:cubicBezTo>
                  <a:pt x="430651" y="132630"/>
                  <a:pt x="431572" y="132976"/>
                  <a:pt x="432614" y="132976"/>
                </a:cubicBezTo>
                <a:cubicBezTo>
                  <a:pt x="433725" y="132976"/>
                  <a:pt x="434698" y="132733"/>
                  <a:pt x="435532" y="132247"/>
                </a:cubicBezTo>
                <a:cubicBezTo>
                  <a:pt x="436991" y="131343"/>
                  <a:pt x="439804" y="128807"/>
                  <a:pt x="443973" y="124639"/>
                </a:cubicBezTo>
                <a:lnTo>
                  <a:pt x="443973" y="130475"/>
                </a:lnTo>
                <a:cubicBezTo>
                  <a:pt x="436192" y="140896"/>
                  <a:pt x="428758" y="146107"/>
                  <a:pt x="421671" y="146107"/>
                </a:cubicBezTo>
                <a:cubicBezTo>
                  <a:pt x="418267" y="146107"/>
                  <a:pt x="415557" y="144926"/>
                  <a:pt x="413543" y="142564"/>
                </a:cubicBezTo>
                <a:cubicBezTo>
                  <a:pt x="411528" y="140201"/>
                  <a:pt x="410486" y="136172"/>
                  <a:pt x="410416" y="130475"/>
                </a:cubicBezTo>
                <a:moveTo>
                  <a:pt x="410416" y="123642"/>
                </a:moveTo>
                <a:lnTo>
                  <a:pt x="410416" y="87435"/>
                </a:lnTo>
                <a:cubicBezTo>
                  <a:pt x="399925" y="91584"/>
                  <a:pt x="393152" y="94524"/>
                  <a:pt x="390095" y="96254"/>
                </a:cubicBezTo>
                <a:cubicBezTo>
                  <a:pt x="384606" y="99298"/>
                  <a:pt x="380681" y="102480"/>
                  <a:pt x="378319" y="105799"/>
                </a:cubicBezTo>
                <a:cubicBezTo>
                  <a:pt x="375956" y="109119"/>
                  <a:pt x="374775" y="112750"/>
                  <a:pt x="374775" y="116693"/>
                </a:cubicBezTo>
                <a:cubicBezTo>
                  <a:pt x="374775" y="121673"/>
                  <a:pt x="376269" y="125806"/>
                  <a:pt x="379256" y="129091"/>
                </a:cubicBezTo>
                <a:cubicBezTo>
                  <a:pt x="382244" y="132376"/>
                  <a:pt x="385683" y="134018"/>
                  <a:pt x="389574" y="134018"/>
                </a:cubicBezTo>
                <a:cubicBezTo>
                  <a:pt x="394854" y="134018"/>
                  <a:pt x="401801" y="130560"/>
                  <a:pt x="410416" y="123642"/>
                </a:cubicBezTo>
                <a:close/>
                <a:moveTo>
                  <a:pt x="444457" y="58161"/>
                </a:moveTo>
                <a:lnTo>
                  <a:pt x="473845" y="46271"/>
                </a:lnTo>
                <a:lnTo>
                  <a:pt x="477805" y="46271"/>
                </a:lnTo>
                <a:lnTo>
                  <a:pt x="477805" y="68572"/>
                </a:lnTo>
                <a:cubicBezTo>
                  <a:pt x="482738" y="60166"/>
                  <a:pt x="487688" y="54312"/>
                  <a:pt x="492655" y="51012"/>
                </a:cubicBezTo>
                <a:cubicBezTo>
                  <a:pt x="497623" y="47712"/>
                  <a:pt x="502851" y="46062"/>
                  <a:pt x="508339" y="46062"/>
                </a:cubicBezTo>
                <a:cubicBezTo>
                  <a:pt x="517927" y="46062"/>
                  <a:pt x="525917" y="49810"/>
                  <a:pt x="532308" y="57304"/>
                </a:cubicBezTo>
                <a:cubicBezTo>
                  <a:pt x="540159" y="66466"/>
                  <a:pt x="544084" y="78404"/>
                  <a:pt x="544084" y="93118"/>
                </a:cubicBezTo>
                <a:cubicBezTo>
                  <a:pt x="544084" y="109566"/>
                  <a:pt x="539360" y="123169"/>
                  <a:pt x="529911" y="133927"/>
                </a:cubicBezTo>
                <a:cubicBezTo>
                  <a:pt x="522130" y="142742"/>
                  <a:pt x="512334" y="147149"/>
                  <a:pt x="500523" y="147149"/>
                </a:cubicBezTo>
                <a:cubicBezTo>
                  <a:pt x="495382" y="147149"/>
                  <a:pt x="490936" y="146419"/>
                  <a:pt x="487184" y="144961"/>
                </a:cubicBezTo>
                <a:cubicBezTo>
                  <a:pt x="484405" y="143918"/>
                  <a:pt x="481279" y="141834"/>
                  <a:pt x="477805" y="138708"/>
                </a:cubicBezTo>
                <a:lnTo>
                  <a:pt x="477805" y="167783"/>
                </a:lnTo>
                <a:cubicBezTo>
                  <a:pt x="477805" y="174314"/>
                  <a:pt x="478204" y="178465"/>
                  <a:pt x="479003" y="180237"/>
                </a:cubicBezTo>
                <a:cubicBezTo>
                  <a:pt x="479802" y="182008"/>
                  <a:pt x="481192" y="183415"/>
                  <a:pt x="483172" y="184457"/>
                </a:cubicBezTo>
                <a:cubicBezTo>
                  <a:pt x="485152" y="185499"/>
                  <a:pt x="488747" y="186021"/>
                  <a:pt x="493958" y="186021"/>
                </a:cubicBezTo>
                <a:lnTo>
                  <a:pt x="493958" y="189876"/>
                </a:lnTo>
                <a:lnTo>
                  <a:pt x="443935" y="189876"/>
                </a:lnTo>
                <a:lnTo>
                  <a:pt x="443935" y="186021"/>
                </a:lnTo>
                <a:lnTo>
                  <a:pt x="446541" y="186021"/>
                </a:lnTo>
                <a:cubicBezTo>
                  <a:pt x="450362" y="186090"/>
                  <a:pt x="453627" y="185359"/>
                  <a:pt x="456337" y="183829"/>
                </a:cubicBezTo>
                <a:cubicBezTo>
                  <a:pt x="457657" y="183065"/>
                  <a:pt x="458682" y="181830"/>
                  <a:pt x="459411" y="180126"/>
                </a:cubicBezTo>
                <a:cubicBezTo>
                  <a:pt x="460141" y="178424"/>
                  <a:pt x="460505" y="174097"/>
                  <a:pt x="460505" y="167145"/>
                </a:cubicBezTo>
                <a:lnTo>
                  <a:pt x="460505" y="76828"/>
                </a:lnTo>
                <a:cubicBezTo>
                  <a:pt x="460505" y="70640"/>
                  <a:pt x="460227" y="66713"/>
                  <a:pt x="459672" y="65045"/>
                </a:cubicBezTo>
                <a:cubicBezTo>
                  <a:pt x="459116" y="63376"/>
                  <a:pt x="458230" y="62124"/>
                  <a:pt x="457014" y="61290"/>
                </a:cubicBezTo>
                <a:cubicBezTo>
                  <a:pt x="455798" y="60454"/>
                  <a:pt x="454148" y="60037"/>
                  <a:pt x="452064" y="60037"/>
                </a:cubicBezTo>
                <a:cubicBezTo>
                  <a:pt x="450397" y="60037"/>
                  <a:pt x="448278" y="60523"/>
                  <a:pt x="445707" y="61496"/>
                </a:cubicBezTo>
                <a:lnTo>
                  <a:pt x="444457" y="58161"/>
                </a:lnTo>
                <a:moveTo>
                  <a:pt x="477805" y="74910"/>
                </a:moveTo>
                <a:lnTo>
                  <a:pt x="477805" y="110505"/>
                </a:lnTo>
                <a:cubicBezTo>
                  <a:pt x="477805" y="118208"/>
                  <a:pt x="478117" y="123273"/>
                  <a:pt x="478743" y="125701"/>
                </a:cubicBezTo>
                <a:cubicBezTo>
                  <a:pt x="479715" y="129726"/>
                  <a:pt x="482095" y="133265"/>
                  <a:pt x="485881" y="136317"/>
                </a:cubicBezTo>
                <a:cubicBezTo>
                  <a:pt x="489668" y="139370"/>
                  <a:pt x="494444" y="140896"/>
                  <a:pt x="500211" y="140896"/>
                </a:cubicBezTo>
                <a:cubicBezTo>
                  <a:pt x="507158" y="140896"/>
                  <a:pt x="512786" y="138190"/>
                  <a:pt x="517093" y="132777"/>
                </a:cubicBezTo>
                <a:cubicBezTo>
                  <a:pt x="522721" y="125702"/>
                  <a:pt x="525534" y="115745"/>
                  <a:pt x="525534" y="102907"/>
                </a:cubicBezTo>
                <a:cubicBezTo>
                  <a:pt x="525534" y="88337"/>
                  <a:pt x="522339" y="77132"/>
                  <a:pt x="515947" y="69292"/>
                </a:cubicBezTo>
                <a:cubicBezTo>
                  <a:pt x="511500" y="63879"/>
                  <a:pt x="506220" y="61173"/>
                  <a:pt x="500106" y="61173"/>
                </a:cubicBezTo>
                <a:cubicBezTo>
                  <a:pt x="496772" y="61173"/>
                  <a:pt x="493471" y="62006"/>
                  <a:pt x="490206" y="63671"/>
                </a:cubicBezTo>
                <a:cubicBezTo>
                  <a:pt x="487705" y="64919"/>
                  <a:pt x="483571" y="68666"/>
                  <a:pt x="477805" y="74910"/>
                </a:cubicBezTo>
                <a:close/>
                <a:moveTo>
                  <a:pt x="574433" y="84830"/>
                </a:moveTo>
                <a:cubicBezTo>
                  <a:pt x="574363" y="98970"/>
                  <a:pt x="577802" y="110061"/>
                  <a:pt x="584750" y="118103"/>
                </a:cubicBezTo>
                <a:cubicBezTo>
                  <a:pt x="591697" y="126142"/>
                  <a:pt x="599861" y="130162"/>
                  <a:pt x="609240" y="130162"/>
                </a:cubicBezTo>
                <a:cubicBezTo>
                  <a:pt x="615493" y="130162"/>
                  <a:pt x="620929" y="128443"/>
                  <a:pt x="625549" y="125004"/>
                </a:cubicBezTo>
                <a:cubicBezTo>
                  <a:pt x="630169" y="121565"/>
                  <a:pt x="634042" y="115677"/>
                  <a:pt x="637169" y="107340"/>
                </a:cubicBezTo>
                <a:lnTo>
                  <a:pt x="640399" y="109424"/>
                </a:lnTo>
                <a:cubicBezTo>
                  <a:pt x="638940" y="118942"/>
                  <a:pt x="634702" y="127609"/>
                  <a:pt x="627685" y="135425"/>
                </a:cubicBezTo>
                <a:cubicBezTo>
                  <a:pt x="620668" y="143241"/>
                  <a:pt x="611880" y="147149"/>
                  <a:pt x="601320" y="147149"/>
                </a:cubicBezTo>
                <a:cubicBezTo>
                  <a:pt x="589856" y="147149"/>
                  <a:pt x="580043" y="142695"/>
                  <a:pt x="571879" y="133787"/>
                </a:cubicBezTo>
                <a:cubicBezTo>
                  <a:pt x="563716" y="124877"/>
                  <a:pt x="559634" y="112899"/>
                  <a:pt x="559634" y="97853"/>
                </a:cubicBezTo>
                <a:cubicBezTo>
                  <a:pt x="559634" y="81561"/>
                  <a:pt x="563820" y="68857"/>
                  <a:pt x="572192" y="59740"/>
                </a:cubicBezTo>
                <a:cubicBezTo>
                  <a:pt x="580564" y="50622"/>
                  <a:pt x="591072" y="46062"/>
                  <a:pt x="603716" y="46062"/>
                </a:cubicBezTo>
                <a:cubicBezTo>
                  <a:pt x="614416" y="46062"/>
                  <a:pt x="623204" y="49579"/>
                  <a:pt x="630082" y="56614"/>
                </a:cubicBezTo>
                <a:cubicBezTo>
                  <a:pt x="636960" y="63646"/>
                  <a:pt x="640399" y="73051"/>
                  <a:pt x="640399" y="84830"/>
                </a:cubicBezTo>
                <a:lnTo>
                  <a:pt x="574433" y="84830"/>
                </a:lnTo>
                <a:moveTo>
                  <a:pt x="574433" y="78785"/>
                </a:moveTo>
                <a:lnTo>
                  <a:pt x="618619" y="78785"/>
                </a:lnTo>
                <a:cubicBezTo>
                  <a:pt x="618272" y="72671"/>
                  <a:pt x="617542" y="68364"/>
                  <a:pt x="616430" y="65863"/>
                </a:cubicBezTo>
                <a:cubicBezTo>
                  <a:pt x="614694" y="61972"/>
                  <a:pt x="612106" y="58915"/>
                  <a:pt x="608667" y="56692"/>
                </a:cubicBezTo>
                <a:cubicBezTo>
                  <a:pt x="605228" y="54469"/>
                  <a:pt x="601632" y="53357"/>
                  <a:pt x="597880" y="53357"/>
                </a:cubicBezTo>
                <a:cubicBezTo>
                  <a:pt x="592114" y="53357"/>
                  <a:pt x="586955" y="55598"/>
                  <a:pt x="582405" y="60079"/>
                </a:cubicBezTo>
                <a:cubicBezTo>
                  <a:pt x="577854" y="64560"/>
                  <a:pt x="575197" y="70795"/>
                  <a:pt x="574433" y="78785"/>
                </a:cubicBezTo>
                <a:close/>
                <a:moveTo>
                  <a:pt x="681319" y="46062"/>
                </a:moveTo>
                <a:lnTo>
                  <a:pt x="681319" y="67530"/>
                </a:lnTo>
                <a:cubicBezTo>
                  <a:pt x="689309" y="53218"/>
                  <a:pt x="697507" y="46062"/>
                  <a:pt x="705913" y="46062"/>
                </a:cubicBezTo>
                <a:cubicBezTo>
                  <a:pt x="709734" y="46062"/>
                  <a:pt x="712896" y="47226"/>
                  <a:pt x="715397" y="49553"/>
                </a:cubicBezTo>
                <a:cubicBezTo>
                  <a:pt x="717898" y="51881"/>
                  <a:pt x="719148" y="54573"/>
                  <a:pt x="719148" y="57630"/>
                </a:cubicBezTo>
                <a:cubicBezTo>
                  <a:pt x="719148" y="60339"/>
                  <a:pt x="718245" y="62632"/>
                  <a:pt x="716439" y="64508"/>
                </a:cubicBezTo>
                <a:cubicBezTo>
                  <a:pt x="714632" y="66384"/>
                  <a:pt x="712479" y="67322"/>
                  <a:pt x="709978" y="67322"/>
                </a:cubicBezTo>
                <a:cubicBezTo>
                  <a:pt x="707546" y="67322"/>
                  <a:pt x="704819" y="66123"/>
                  <a:pt x="701797" y="63726"/>
                </a:cubicBezTo>
                <a:cubicBezTo>
                  <a:pt x="698775" y="61329"/>
                  <a:pt x="696534" y="60131"/>
                  <a:pt x="695075" y="60131"/>
                </a:cubicBezTo>
                <a:cubicBezTo>
                  <a:pt x="693825" y="60131"/>
                  <a:pt x="692470" y="60824"/>
                  <a:pt x="691011" y="62209"/>
                </a:cubicBezTo>
                <a:cubicBezTo>
                  <a:pt x="687884" y="65051"/>
                  <a:pt x="684654" y="69728"/>
                  <a:pt x="681319" y="76242"/>
                </a:cubicBezTo>
                <a:lnTo>
                  <a:pt x="681319" y="121874"/>
                </a:lnTo>
                <a:cubicBezTo>
                  <a:pt x="681319" y="127139"/>
                  <a:pt x="681979" y="131123"/>
                  <a:pt x="683299" y="133826"/>
                </a:cubicBezTo>
                <a:cubicBezTo>
                  <a:pt x="684202" y="135697"/>
                  <a:pt x="685800" y="137257"/>
                  <a:pt x="688093" y="138506"/>
                </a:cubicBezTo>
                <a:cubicBezTo>
                  <a:pt x="690386" y="139752"/>
                  <a:pt x="693686" y="140375"/>
                  <a:pt x="697993" y="140375"/>
                </a:cubicBezTo>
                <a:lnTo>
                  <a:pt x="697993" y="144231"/>
                </a:lnTo>
                <a:lnTo>
                  <a:pt x="649117" y="144231"/>
                </a:lnTo>
                <a:lnTo>
                  <a:pt x="649117" y="140375"/>
                </a:lnTo>
                <a:cubicBezTo>
                  <a:pt x="653980" y="140375"/>
                  <a:pt x="657593" y="139613"/>
                  <a:pt x="659955" y="138089"/>
                </a:cubicBezTo>
                <a:cubicBezTo>
                  <a:pt x="661692" y="136980"/>
                  <a:pt x="662908" y="135211"/>
                  <a:pt x="663603" y="132784"/>
                </a:cubicBezTo>
                <a:cubicBezTo>
                  <a:pt x="663950" y="131605"/>
                  <a:pt x="664124" y="128243"/>
                  <a:pt x="664124" y="122698"/>
                </a:cubicBezTo>
                <a:lnTo>
                  <a:pt x="664124" y="85784"/>
                </a:lnTo>
                <a:cubicBezTo>
                  <a:pt x="664124" y="74692"/>
                  <a:pt x="663898" y="68089"/>
                  <a:pt x="663446" y="65977"/>
                </a:cubicBezTo>
                <a:cubicBezTo>
                  <a:pt x="662995" y="63862"/>
                  <a:pt x="662161" y="62319"/>
                  <a:pt x="660945" y="61349"/>
                </a:cubicBezTo>
                <a:cubicBezTo>
                  <a:pt x="659730" y="60379"/>
                  <a:pt x="658218" y="59893"/>
                  <a:pt x="656412" y="59893"/>
                </a:cubicBezTo>
                <a:cubicBezTo>
                  <a:pt x="654258" y="59893"/>
                  <a:pt x="651827" y="60413"/>
                  <a:pt x="649117" y="61453"/>
                </a:cubicBezTo>
                <a:lnTo>
                  <a:pt x="648075" y="57708"/>
                </a:lnTo>
                <a:lnTo>
                  <a:pt x="676942" y="46062"/>
                </a:lnTo>
                <a:lnTo>
                  <a:pt x="681319" y="46062"/>
                </a:lnTo>
                <a:close/>
                <a:moveTo>
                  <a:pt x="786672" y="46062"/>
                </a:moveTo>
                <a:lnTo>
                  <a:pt x="786672" y="78368"/>
                </a:lnTo>
                <a:lnTo>
                  <a:pt x="783233" y="78368"/>
                </a:lnTo>
                <a:cubicBezTo>
                  <a:pt x="780593" y="68236"/>
                  <a:pt x="777206" y="61344"/>
                  <a:pt x="773073" y="57692"/>
                </a:cubicBezTo>
                <a:cubicBezTo>
                  <a:pt x="768939" y="54038"/>
                  <a:pt x="763676" y="52211"/>
                  <a:pt x="757284" y="52211"/>
                </a:cubicBezTo>
                <a:cubicBezTo>
                  <a:pt x="752421" y="52211"/>
                  <a:pt x="748496" y="53495"/>
                  <a:pt x="745508" y="56063"/>
                </a:cubicBezTo>
                <a:cubicBezTo>
                  <a:pt x="742521" y="58630"/>
                  <a:pt x="741027" y="61475"/>
                  <a:pt x="741027" y="64599"/>
                </a:cubicBezTo>
                <a:cubicBezTo>
                  <a:pt x="741027" y="68485"/>
                  <a:pt x="742139" y="71816"/>
                  <a:pt x="744362" y="74591"/>
                </a:cubicBezTo>
                <a:cubicBezTo>
                  <a:pt x="746516" y="77437"/>
                  <a:pt x="750893" y="80456"/>
                  <a:pt x="757493" y="83647"/>
                </a:cubicBezTo>
                <a:lnTo>
                  <a:pt x="772708" y="91040"/>
                </a:lnTo>
                <a:cubicBezTo>
                  <a:pt x="786811" y="97909"/>
                  <a:pt x="793863" y="106966"/>
                  <a:pt x="793863" y="118210"/>
                </a:cubicBezTo>
                <a:cubicBezTo>
                  <a:pt x="793863" y="126884"/>
                  <a:pt x="790580" y="133876"/>
                  <a:pt x="784015" y="139186"/>
                </a:cubicBezTo>
                <a:cubicBezTo>
                  <a:pt x="777450" y="144495"/>
                  <a:pt x="770103" y="147149"/>
                  <a:pt x="761974" y="147149"/>
                </a:cubicBezTo>
                <a:cubicBezTo>
                  <a:pt x="756138" y="147149"/>
                  <a:pt x="749468" y="146107"/>
                  <a:pt x="741965" y="144023"/>
                </a:cubicBezTo>
                <a:cubicBezTo>
                  <a:pt x="739672" y="143328"/>
                  <a:pt x="737796" y="142980"/>
                  <a:pt x="736337" y="142980"/>
                </a:cubicBezTo>
                <a:cubicBezTo>
                  <a:pt x="734740" y="142980"/>
                  <a:pt x="733489" y="143884"/>
                  <a:pt x="732586" y="145690"/>
                </a:cubicBezTo>
                <a:lnTo>
                  <a:pt x="729147" y="145690"/>
                </a:lnTo>
                <a:lnTo>
                  <a:pt x="729147" y="111508"/>
                </a:lnTo>
                <a:lnTo>
                  <a:pt x="732586" y="111508"/>
                </a:lnTo>
                <a:cubicBezTo>
                  <a:pt x="734531" y="121269"/>
                  <a:pt x="738248" y="128625"/>
                  <a:pt x="743737" y="133575"/>
                </a:cubicBezTo>
                <a:cubicBezTo>
                  <a:pt x="749225" y="138525"/>
                  <a:pt x="755374" y="141000"/>
                  <a:pt x="762182" y="141000"/>
                </a:cubicBezTo>
                <a:cubicBezTo>
                  <a:pt x="766976" y="141000"/>
                  <a:pt x="770884" y="139596"/>
                  <a:pt x="773906" y="136786"/>
                </a:cubicBezTo>
                <a:cubicBezTo>
                  <a:pt x="776929" y="133975"/>
                  <a:pt x="778440" y="130591"/>
                  <a:pt x="778440" y="126635"/>
                </a:cubicBezTo>
                <a:cubicBezTo>
                  <a:pt x="778440" y="121846"/>
                  <a:pt x="776755" y="117821"/>
                  <a:pt x="773385" y="114560"/>
                </a:cubicBezTo>
                <a:cubicBezTo>
                  <a:pt x="770016" y="111299"/>
                  <a:pt x="763294" y="107170"/>
                  <a:pt x="753220" y="102174"/>
                </a:cubicBezTo>
                <a:cubicBezTo>
                  <a:pt x="743146" y="97177"/>
                  <a:pt x="736546" y="92665"/>
                  <a:pt x="733420" y="88640"/>
                </a:cubicBezTo>
                <a:cubicBezTo>
                  <a:pt x="730293" y="84684"/>
                  <a:pt x="728730" y="79687"/>
                  <a:pt x="728730" y="73649"/>
                </a:cubicBezTo>
                <a:cubicBezTo>
                  <a:pt x="728730" y="65807"/>
                  <a:pt x="731422" y="59250"/>
                  <a:pt x="736806" y="53976"/>
                </a:cubicBezTo>
                <a:cubicBezTo>
                  <a:pt x="742191" y="48700"/>
                  <a:pt x="749156" y="46062"/>
                  <a:pt x="757701" y="46062"/>
                </a:cubicBezTo>
                <a:cubicBezTo>
                  <a:pt x="761453" y="46062"/>
                  <a:pt x="766003" y="46861"/>
                  <a:pt x="771353" y="48459"/>
                </a:cubicBezTo>
                <a:cubicBezTo>
                  <a:pt x="774896" y="49501"/>
                  <a:pt x="777259" y="50022"/>
                  <a:pt x="778440" y="50022"/>
                </a:cubicBezTo>
                <a:cubicBezTo>
                  <a:pt x="779551" y="50022"/>
                  <a:pt x="780420" y="49779"/>
                  <a:pt x="781045" y="49293"/>
                </a:cubicBezTo>
                <a:cubicBezTo>
                  <a:pt x="781670" y="48806"/>
                  <a:pt x="782400" y="47730"/>
                  <a:pt x="783233" y="46062"/>
                </a:cubicBezTo>
                <a:lnTo>
                  <a:pt x="786672" y="46062"/>
                </a:ln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Humananalysis">
            <a:extLst xmlns:a="http://schemas.openxmlformats.org/drawingml/2006/main">
              <a:ext uri="{FF2B5EF4-FFF2-40B4-BE49-F238E27FC236}">
                <a16:creationId xmlns:a16="http://schemas.microsoft.com/office/drawing/2014/main" id="{DBE11B4F-6B5C-464C-900D-DABF7374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586" y="1372936"/>
            <a:ext cx="1362514" cy="194253"/>
          </a:xfrm>
          <a:custGeom xmlns:a="http://schemas.openxmlformats.org/drawingml/2006/main">
            <a:pathLst>
              <a:path w="1362514" h="194253">
                <a:moveTo>
                  <a:pt x="40226" y="72324"/>
                </a:moveTo>
                <a:lnTo>
                  <a:pt x="105881" y="72324"/>
                </a:lnTo>
                <a:lnTo>
                  <a:pt x="105881" y="31958"/>
                </a:lnTo>
                <a:cubicBezTo>
                  <a:pt x="105881" y="24745"/>
                  <a:pt x="105429" y="19994"/>
                  <a:pt x="104526" y="17703"/>
                </a:cubicBezTo>
                <a:cubicBezTo>
                  <a:pt x="103831" y="15971"/>
                  <a:pt x="102372" y="14480"/>
                  <a:pt x="100149" y="13232"/>
                </a:cubicBezTo>
                <a:cubicBezTo>
                  <a:pt x="97161" y="11567"/>
                  <a:pt x="94000" y="10734"/>
                  <a:pt x="90665" y="10734"/>
                </a:cubicBezTo>
                <a:lnTo>
                  <a:pt x="85663" y="10734"/>
                </a:lnTo>
                <a:lnTo>
                  <a:pt x="85663" y="6878"/>
                </a:lnTo>
                <a:lnTo>
                  <a:pt x="146107" y="6878"/>
                </a:lnTo>
                <a:lnTo>
                  <a:pt x="146107" y="10734"/>
                </a:lnTo>
                <a:lnTo>
                  <a:pt x="141105" y="10734"/>
                </a:lnTo>
                <a:cubicBezTo>
                  <a:pt x="137770" y="10734"/>
                  <a:pt x="134609" y="11533"/>
                  <a:pt x="131621" y="13131"/>
                </a:cubicBezTo>
                <a:cubicBezTo>
                  <a:pt x="129398" y="14242"/>
                  <a:pt x="127887" y="15927"/>
                  <a:pt x="127088" y="18185"/>
                </a:cubicBezTo>
                <a:cubicBezTo>
                  <a:pt x="126289" y="20443"/>
                  <a:pt x="125890" y="25046"/>
                  <a:pt x="125890" y="31993"/>
                </a:cubicBezTo>
                <a:lnTo>
                  <a:pt x="125890" y="123180"/>
                </a:lnTo>
                <a:cubicBezTo>
                  <a:pt x="125890" y="130336"/>
                  <a:pt x="126341" y="135060"/>
                  <a:pt x="127244" y="137353"/>
                </a:cubicBezTo>
                <a:cubicBezTo>
                  <a:pt x="127939" y="139090"/>
                  <a:pt x="129363" y="140584"/>
                  <a:pt x="131517" y="141834"/>
                </a:cubicBezTo>
                <a:cubicBezTo>
                  <a:pt x="134574" y="143502"/>
                  <a:pt x="137770" y="144335"/>
                  <a:pt x="141105" y="144335"/>
                </a:cubicBezTo>
                <a:lnTo>
                  <a:pt x="146107" y="144335"/>
                </a:lnTo>
                <a:lnTo>
                  <a:pt x="146107" y="148191"/>
                </a:lnTo>
                <a:lnTo>
                  <a:pt x="85663" y="148191"/>
                </a:lnTo>
                <a:lnTo>
                  <a:pt x="85663" y="144335"/>
                </a:lnTo>
                <a:lnTo>
                  <a:pt x="90665" y="144335"/>
                </a:lnTo>
                <a:cubicBezTo>
                  <a:pt x="96432" y="144335"/>
                  <a:pt x="100635" y="142630"/>
                  <a:pt x="103275" y="139219"/>
                </a:cubicBezTo>
                <a:cubicBezTo>
                  <a:pt x="105012" y="136994"/>
                  <a:pt x="105881" y="131635"/>
                  <a:pt x="105881" y="123144"/>
                </a:cubicBezTo>
                <a:lnTo>
                  <a:pt x="105881" y="80036"/>
                </a:lnTo>
                <a:lnTo>
                  <a:pt x="40226" y="80036"/>
                </a:lnTo>
                <a:lnTo>
                  <a:pt x="40226" y="123144"/>
                </a:lnTo>
                <a:cubicBezTo>
                  <a:pt x="40226" y="130313"/>
                  <a:pt x="40678" y="135046"/>
                  <a:pt x="41581" y="137343"/>
                </a:cubicBezTo>
                <a:cubicBezTo>
                  <a:pt x="42276" y="139082"/>
                  <a:pt x="43735" y="140578"/>
                  <a:pt x="45958" y="141831"/>
                </a:cubicBezTo>
                <a:cubicBezTo>
                  <a:pt x="48945" y="143500"/>
                  <a:pt x="52107" y="144335"/>
                  <a:pt x="55441" y="144335"/>
                </a:cubicBezTo>
                <a:lnTo>
                  <a:pt x="60548" y="144335"/>
                </a:lnTo>
                <a:lnTo>
                  <a:pt x="60548" y="148191"/>
                </a:lnTo>
                <a:lnTo>
                  <a:pt x="0" y="148191"/>
                </a:lnTo>
                <a:lnTo>
                  <a:pt x="0" y="144335"/>
                </a:lnTo>
                <a:lnTo>
                  <a:pt x="5002" y="144335"/>
                </a:lnTo>
                <a:cubicBezTo>
                  <a:pt x="10838" y="144335"/>
                  <a:pt x="15076" y="142633"/>
                  <a:pt x="17716" y="139229"/>
                </a:cubicBezTo>
                <a:cubicBezTo>
                  <a:pt x="19384" y="137006"/>
                  <a:pt x="20217" y="131656"/>
                  <a:pt x="20217" y="123180"/>
                </a:cubicBezTo>
                <a:lnTo>
                  <a:pt x="20217" y="31993"/>
                </a:lnTo>
                <a:cubicBezTo>
                  <a:pt x="20217" y="24768"/>
                  <a:pt x="19766" y="20009"/>
                  <a:pt x="18863" y="17716"/>
                </a:cubicBezTo>
                <a:cubicBezTo>
                  <a:pt x="18168" y="15979"/>
                  <a:pt x="16744" y="14486"/>
                  <a:pt x="14590" y="13235"/>
                </a:cubicBezTo>
                <a:cubicBezTo>
                  <a:pt x="11533" y="11568"/>
                  <a:pt x="8337" y="10734"/>
                  <a:pt x="5002" y="10734"/>
                </a:cubicBezTo>
                <a:lnTo>
                  <a:pt x="0" y="10734"/>
                </a:lnTo>
                <a:lnTo>
                  <a:pt x="0" y="6878"/>
                </a:lnTo>
                <a:lnTo>
                  <a:pt x="60548" y="6878"/>
                </a:lnTo>
                <a:lnTo>
                  <a:pt x="60548" y="10734"/>
                </a:lnTo>
                <a:lnTo>
                  <a:pt x="55441" y="10734"/>
                </a:lnTo>
                <a:cubicBezTo>
                  <a:pt x="52107" y="10734"/>
                  <a:pt x="48945" y="11532"/>
                  <a:pt x="45958" y="13128"/>
                </a:cubicBezTo>
                <a:cubicBezTo>
                  <a:pt x="43804" y="14237"/>
                  <a:pt x="42311" y="15919"/>
                  <a:pt x="41477" y="18172"/>
                </a:cubicBezTo>
                <a:cubicBezTo>
                  <a:pt x="40643" y="20426"/>
                  <a:pt x="40226" y="25021"/>
                  <a:pt x="40226" y="31958"/>
                </a:cubicBezTo>
                <a:lnTo>
                  <a:pt x="40226" y="72324"/>
                </a:lnTo>
                <a:close/>
                <a:moveTo>
                  <a:pt x="241256" y="52732"/>
                </a:moveTo>
                <a:lnTo>
                  <a:pt x="241256" y="110570"/>
                </a:lnTo>
                <a:cubicBezTo>
                  <a:pt x="241256" y="121617"/>
                  <a:pt x="241517" y="128373"/>
                  <a:pt x="242038" y="130840"/>
                </a:cubicBezTo>
                <a:cubicBezTo>
                  <a:pt x="242559" y="133306"/>
                  <a:pt x="243393" y="135026"/>
                  <a:pt x="244539" y="135998"/>
                </a:cubicBezTo>
                <a:cubicBezTo>
                  <a:pt x="245685" y="136971"/>
                  <a:pt x="247023" y="137457"/>
                  <a:pt x="248551" y="137457"/>
                </a:cubicBezTo>
                <a:cubicBezTo>
                  <a:pt x="250705" y="137457"/>
                  <a:pt x="253137" y="136867"/>
                  <a:pt x="255846" y="135686"/>
                </a:cubicBezTo>
                <a:lnTo>
                  <a:pt x="257305" y="139333"/>
                </a:lnTo>
                <a:lnTo>
                  <a:pt x="228751" y="151109"/>
                </a:lnTo>
                <a:lnTo>
                  <a:pt x="224061" y="151109"/>
                </a:lnTo>
                <a:lnTo>
                  <a:pt x="224061" y="130892"/>
                </a:lnTo>
                <a:cubicBezTo>
                  <a:pt x="215863" y="139785"/>
                  <a:pt x="209610" y="145377"/>
                  <a:pt x="205303" y="147670"/>
                </a:cubicBezTo>
                <a:cubicBezTo>
                  <a:pt x="200995" y="149963"/>
                  <a:pt x="196445" y="151109"/>
                  <a:pt x="191651" y="151109"/>
                </a:cubicBezTo>
                <a:cubicBezTo>
                  <a:pt x="186301" y="151109"/>
                  <a:pt x="181664" y="149563"/>
                  <a:pt x="177738" y="146472"/>
                </a:cubicBezTo>
                <a:cubicBezTo>
                  <a:pt x="173813" y="143380"/>
                  <a:pt x="171086" y="139402"/>
                  <a:pt x="169558" y="134539"/>
                </a:cubicBezTo>
                <a:cubicBezTo>
                  <a:pt x="168029" y="129676"/>
                  <a:pt x="167265" y="122798"/>
                  <a:pt x="167265" y="113905"/>
                </a:cubicBezTo>
                <a:lnTo>
                  <a:pt x="167265" y="71282"/>
                </a:lnTo>
                <a:cubicBezTo>
                  <a:pt x="167265" y="66766"/>
                  <a:pt x="166779" y="63640"/>
                  <a:pt x="165806" y="61903"/>
                </a:cubicBezTo>
                <a:cubicBezTo>
                  <a:pt x="164833" y="60166"/>
                  <a:pt x="163392" y="58828"/>
                  <a:pt x="161481" y="57890"/>
                </a:cubicBezTo>
                <a:cubicBezTo>
                  <a:pt x="159571" y="56952"/>
                  <a:pt x="156114" y="56518"/>
                  <a:pt x="151112" y="56588"/>
                </a:cubicBezTo>
                <a:lnTo>
                  <a:pt x="151112" y="52732"/>
                </a:lnTo>
                <a:lnTo>
                  <a:pt x="184564" y="52732"/>
                </a:lnTo>
                <a:lnTo>
                  <a:pt x="184564" y="116458"/>
                </a:lnTo>
                <a:cubicBezTo>
                  <a:pt x="184564" y="125329"/>
                  <a:pt x="186110" y="131151"/>
                  <a:pt x="189202" y="133924"/>
                </a:cubicBezTo>
                <a:cubicBezTo>
                  <a:pt x="192294" y="136696"/>
                  <a:pt x="196028" y="138082"/>
                  <a:pt x="200405" y="138082"/>
                </a:cubicBezTo>
                <a:cubicBezTo>
                  <a:pt x="203392" y="138082"/>
                  <a:pt x="206779" y="137147"/>
                  <a:pt x="210566" y="135275"/>
                </a:cubicBezTo>
                <a:cubicBezTo>
                  <a:pt x="214352" y="133404"/>
                  <a:pt x="218851" y="129835"/>
                  <a:pt x="224061" y="124571"/>
                </a:cubicBezTo>
                <a:lnTo>
                  <a:pt x="224061" y="70621"/>
                </a:lnTo>
                <a:cubicBezTo>
                  <a:pt x="224061" y="65215"/>
                  <a:pt x="223071" y="61560"/>
                  <a:pt x="221091" y="59656"/>
                </a:cubicBezTo>
                <a:cubicBezTo>
                  <a:pt x="219111" y="57749"/>
                  <a:pt x="214995" y="56727"/>
                  <a:pt x="208742" y="56588"/>
                </a:cubicBezTo>
                <a:lnTo>
                  <a:pt x="208742" y="52732"/>
                </a:lnTo>
                <a:lnTo>
                  <a:pt x="241256" y="52732"/>
                </a:lnTo>
                <a:close/>
                <a:moveTo>
                  <a:pt x="292969" y="70344"/>
                </a:moveTo>
                <a:cubicBezTo>
                  <a:pt x="299916" y="63396"/>
                  <a:pt x="304015" y="59402"/>
                  <a:pt x="305266" y="58359"/>
                </a:cubicBezTo>
                <a:cubicBezTo>
                  <a:pt x="308392" y="55719"/>
                  <a:pt x="311762" y="53670"/>
                  <a:pt x="315375" y="52211"/>
                </a:cubicBezTo>
                <a:cubicBezTo>
                  <a:pt x="318987" y="50752"/>
                  <a:pt x="322565" y="50022"/>
                  <a:pt x="326109" y="50022"/>
                </a:cubicBezTo>
                <a:cubicBezTo>
                  <a:pt x="332084" y="50022"/>
                  <a:pt x="337225" y="51759"/>
                  <a:pt x="341532" y="55233"/>
                </a:cubicBezTo>
                <a:cubicBezTo>
                  <a:pt x="345840" y="58707"/>
                  <a:pt x="348723" y="63744"/>
                  <a:pt x="350182" y="70344"/>
                </a:cubicBezTo>
                <a:cubicBezTo>
                  <a:pt x="357338" y="62007"/>
                  <a:pt x="363382" y="56536"/>
                  <a:pt x="368315" y="53930"/>
                </a:cubicBezTo>
                <a:cubicBezTo>
                  <a:pt x="373248" y="51325"/>
                  <a:pt x="378319" y="50022"/>
                  <a:pt x="383530" y="50022"/>
                </a:cubicBezTo>
                <a:cubicBezTo>
                  <a:pt x="388602" y="50022"/>
                  <a:pt x="393100" y="51323"/>
                  <a:pt x="397026" y="53924"/>
                </a:cubicBezTo>
                <a:cubicBezTo>
                  <a:pt x="400951" y="56523"/>
                  <a:pt x="404060" y="60768"/>
                  <a:pt x="406353" y="66661"/>
                </a:cubicBezTo>
                <a:cubicBezTo>
                  <a:pt x="407881" y="70681"/>
                  <a:pt x="408645" y="76990"/>
                  <a:pt x="408645" y="85585"/>
                </a:cubicBezTo>
                <a:lnTo>
                  <a:pt x="408645" y="126554"/>
                </a:lnTo>
                <a:cubicBezTo>
                  <a:pt x="408645" y="132516"/>
                  <a:pt x="409097" y="136606"/>
                  <a:pt x="410000" y="138825"/>
                </a:cubicBezTo>
                <a:cubicBezTo>
                  <a:pt x="410695" y="140349"/>
                  <a:pt x="411980" y="141648"/>
                  <a:pt x="413856" y="142723"/>
                </a:cubicBezTo>
                <a:cubicBezTo>
                  <a:pt x="415732" y="143798"/>
                  <a:pt x="418789" y="144335"/>
                  <a:pt x="423027" y="144335"/>
                </a:cubicBezTo>
                <a:lnTo>
                  <a:pt x="423027" y="148191"/>
                </a:lnTo>
                <a:lnTo>
                  <a:pt x="375923" y="148191"/>
                </a:lnTo>
                <a:lnTo>
                  <a:pt x="375923" y="144335"/>
                </a:lnTo>
                <a:lnTo>
                  <a:pt x="377903" y="144335"/>
                </a:lnTo>
                <a:cubicBezTo>
                  <a:pt x="382002" y="144335"/>
                  <a:pt x="385198" y="143541"/>
                  <a:pt x="387490" y="141951"/>
                </a:cubicBezTo>
                <a:cubicBezTo>
                  <a:pt x="389088" y="140844"/>
                  <a:pt x="390234" y="139081"/>
                  <a:pt x="390929" y="136663"/>
                </a:cubicBezTo>
                <a:cubicBezTo>
                  <a:pt x="391207" y="135488"/>
                  <a:pt x="391346" y="132136"/>
                  <a:pt x="391346" y="126606"/>
                </a:cubicBezTo>
                <a:lnTo>
                  <a:pt x="391346" y="85754"/>
                </a:lnTo>
                <a:cubicBezTo>
                  <a:pt x="391346" y="78012"/>
                  <a:pt x="390408" y="72552"/>
                  <a:pt x="388532" y="69373"/>
                </a:cubicBezTo>
                <a:cubicBezTo>
                  <a:pt x="385823" y="64949"/>
                  <a:pt x="381481" y="62736"/>
                  <a:pt x="375506" y="62736"/>
                </a:cubicBezTo>
                <a:cubicBezTo>
                  <a:pt x="371823" y="62736"/>
                  <a:pt x="368124" y="63653"/>
                  <a:pt x="364407" y="65485"/>
                </a:cubicBezTo>
                <a:cubicBezTo>
                  <a:pt x="360690" y="67315"/>
                  <a:pt x="356192" y="70719"/>
                  <a:pt x="350911" y="75698"/>
                </a:cubicBezTo>
                <a:lnTo>
                  <a:pt x="350703" y="76838"/>
                </a:lnTo>
                <a:lnTo>
                  <a:pt x="350911" y="81296"/>
                </a:lnTo>
                <a:lnTo>
                  <a:pt x="350911" y="126606"/>
                </a:lnTo>
                <a:cubicBezTo>
                  <a:pt x="350911" y="133104"/>
                  <a:pt x="351276" y="137148"/>
                  <a:pt x="352006" y="138737"/>
                </a:cubicBezTo>
                <a:cubicBezTo>
                  <a:pt x="352735" y="140326"/>
                  <a:pt x="354107" y="141657"/>
                  <a:pt x="356122" y="142730"/>
                </a:cubicBezTo>
                <a:cubicBezTo>
                  <a:pt x="358137" y="143800"/>
                  <a:pt x="361576" y="144335"/>
                  <a:pt x="366439" y="144335"/>
                </a:cubicBezTo>
                <a:lnTo>
                  <a:pt x="366439" y="148191"/>
                </a:lnTo>
                <a:lnTo>
                  <a:pt x="318188" y="148191"/>
                </a:lnTo>
                <a:lnTo>
                  <a:pt x="318188" y="144335"/>
                </a:lnTo>
                <a:cubicBezTo>
                  <a:pt x="323469" y="144335"/>
                  <a:pt x="327099" y="143713"/>
                  <a:pt x="329079" y="142469"/>
                </a:cubicBezTo>
                <a:cubicBezTo>
                  <a:pt x="331059" y="141225"/>
                  <a:pt x="332431" y="139359"/>
                  <a:pt x="333195" y="136871"/>
                </a:cubicBezTo>
                <a:cubicBezTo>
                  <a:pt x="333543" y="135694"/>
                  <a:pt x="333716" y="132273"/>
                  <a:pt x="333716" y="126606"/>
                </a:cubicBezTo>
                <a:lnTo>
                  <a:pt x="333716" y="85754"/>
                </a:lnTo>
                <a:cubicBezTo>
                  <a:pt x="333716" y="78012"/>
                  <a:pt x="332570" y="72448"/>
                  <a:pt x="330277" y="69061"/>
                </a:cubicBezTo>
                <a:cubicBezTo>
                  <a:pt x="327220" y="64636"/>
                  <a:pt x="322948" y="62424"/>
                  <a:pt x="317459" y="62424"/>
                </a:cubicBezTo>
                <a:cubicBezTo>
                  <a:pt x="313707" y="62424"/>
                  <a:pt x="309990" y="63426"/>
                  <a:pt x="306308" y="65430"/>
                </a:cubicBezTo>
                <a:cubicBezTo>
                  <a:pt x="300542" y="68471"/>
                  <a:pt x="296095" y="71893"/>
                  <a:pt x="292969" y="75695"/>
                </a:cubicBezTo>
                <a:lnTo>
                  <a:pt x="292969" y="126606"/>
                </a:lnTo>
                <a:cubicBezTo>
                  <a:pt x="292969" y="132826"/>
                  <a:pt x="293403" y="136870"/>
                  <a:pt x="294272" y="138737"/>
                </a:cubicBezTo>
                <a:cubicBezTo>
                  <a:pt x="295140" y="140602"/>
                  <a:pt x="296425" y="142001"/>
                  <a:pt x="298127" y="142935"/>
                </a:cubicBezTo>
                <a:cubicBezTo>
                  <a:pt x="299830" y="143868"/>
                  <a:pt x="303286" y="144335"/>
                  <a:pt x="308497" y="144335"/>
                </a:cubicBezTo>
                <a:lnTo>
                  <a:pt x="308497" y="148191"/>
                </a:lnTo>
                <a:lnTo>
                  <a:pt x="261288" y="148191"/>
                </a:lnTo>
                <a:lnTo>
                  <a:pt x="261288" y="144335"/>
                </a:lnTo>
                <a:cubicBezTo>
                  <a:pt x="265665" y="144335"/>
                  <a:pt x="268722" y="143867"/>
                  <a:pt x="270459" y="142932"/>
                </a:cubicBezTo>
                <a:cubicBezTo>
                  <a:pt x="272196" y="141996"/>
                  <a:pt x="273516" y="140505"/>
                  <a:pt x="274419" y="138460"/>
                </a:cubicBezTo>
                <a:cubicBezTo>
                  <a:pt x="275322" y="136415"/>
                  <a:pt x="275774" y="132446"/>
                  <a:pt x="275774" y="126554"/>
                </a:cubicBezTo>
                <a:lnTo>
                  <a:pt x="275774" y="90161"/>
                </a:lnTo>
                <a:cubicBezTo>
                  <a:pt x="275774" y="79692"/>
                  <a:pt x="275461" y="72933"/>
                  <a:pt x="274836" y="69885"/>
                </a:cubicBezTo>
                <a:cubicBezTo>
                  <a:pt x="274349" y="67596"/>
                  <a:pt x="273585" y="66019"/>
                  <a:pt x="272543" y="65153"/>
                </a:cubicBezTo>
                <a:cubicBezTo>
                  <a:pt x="271501" y="64286"/>
                  <a:pt x="270077" y="63853"/>
                  <a:pt x="268270" y="63853"/>
                </a:cubicBezTo>
                <a:cubicBezTo>
                  <a:pt x="266325" y="63853"/>
                  <a:pt x="263998" y="64373"/>
                  <a:pt x="261288" y="65413"/>
                </a:cubicBezTo>
                <a:lnTo>
                  <a:pt x="259725" y="61668"/>
                </a:lnTo>
                <a:lnTo>
                  <a:pt x="288488" y="50022"/>
                </a:lnTo>
                <a:lnTo>
                  <a:pt x="292969" y="50022"/>
                </a:lnTo>
                <a:lnTo>
                  <a:pt x="292969" y="70344"/>
                </a:lnTo>
                <a:close/>
                <a:moveTo>
                  <a:pt x="485305" y="134435"/>
                </a:moveTo>
                <a:cubicBezTo>
                  <a:pt x="475509" y="142008"/>
                  <a:pt x="469360" y="146385"/>
                  <a:pt x="466859" y="147566"/>
                </a:cubicBezTo>
                <a:cubicBezTo>
                  <a:pt x="463107" y="149372"/>
                  <a:pt x="459112" y="150275"/>
                  <a:pt x="454874" y="150275"/>
                </a:cubicBezTo>
                <a:cubicBezTo>
                  <a:pt x="448274" y="150275"/>
                  <a:pt x="442838" y="148017"/>
                  <a:pt x="438565" y="143502"/>
                </a:cubicBezTo>
                <a:cubicBezTo>
                  <a:pt x="434292" y="138986"/>
                  <a:pt x="432156" y="133045"/>
                  <a:pt x="432156" y="125681"/>
                </a:cubicBezTo>
                <a:cubicBezTo>
                  <a:pt x="432156" y="121026"/>
                  <a:pt x="433198" y="116997"/>
                  <a:pt x="435282" y="113592"/>
                </a:cubicBezTo>
                <a:cubicBezTo>
                  <a:pt x="438131" y="108868"/>
                  <a:pt x="443081" y="104422"/>
                  <a:pt x="450133" y="100253"/>
                </a:cubicBezTo>
                <a:cubicBezTo>
                  <a:pt x="457184" y="96085"/>
                  <a:pt x="468908" y="91013"/>
                  <a:pt x="485305" y="85038"/>
                </a:cubicBezTo>
                <a:lnTo>
                  <a:pt x="485305" y="81286"/>
                </a:lnTo>
                <a:cubicBezTo>
                  <a:pt x="485305" y="71768"/>
                  <a:pt x="483794" y="65237"/>
                  <a:pt x="480771" y="61694"/>
                </a:cubicBezTo>
                <a:cubicBezTo>
                  <a:pt x="477749" y="58151"/>
                  <a:pt x="473355" y="56379"/>
                  <a:pt x="467588" y="56379"/>
                </a:cubicBezTo>
                <a:cubicBezTo>
                  <a:pt x="463211" y="56379"/>
                  <a:pt x="459738" y="57556"/>
                  <a:pt x="457167" y="59910"/>
                </a:cubicBezTo>
                <a:cubicBezTo>
                  <a:pt x="454527" y="62263"/>
                  <a:pt x="453207" y="64963"/>
                  <a:pt x="453207" y="68009"/>
                </a:cubicBezTo>
                <a:lnTo>
                  <a:pt x="453415" y="74030"/>
                </a:lnTo>
                <a:cubicBezTo>
                  <a:pt x="453415" y="77213"/>
                  <a:pt x="452599" y="79670"/>
                  <a:pt x="450966" y="81400"/>
                </a:cubicBezTo>
                <a:cubicBezTo>
                  <a:pt x="449334" y="83131"/>
                  <a:pt x="447197" y="83996"/>
                  <a:pt x="444557" y="83996"/>
                </a:cubicBezTo>
                <a:cubicBezTo>
                  <a:pt x="441987" y="83996"/>
                  <a:pt x="439885" y="83096"/>
                  <a:pt x="438252" y="81296"/>
                </a:cubicBezTo>
                <a:cubicBezTo>
                  <a:pt x="436620" y="79494"/>
                  <a:pt x="435803" y="77034"/>
                  <a:pt x="435803" y="73916"/>
                </a:cubicBezTo>
                <a:cubicBezTo>
                  <a:pt x="435803" y="67961"/>
                  <a:pt x="438860" y="62490"/>
                  <a:pt x="444974" y="57503"/>
                </a:cubicBezTo>
                <a:cubicBezTo>
                  <a:pt x="451088" y="52516"/>
                  <a:pt x="459668" y="50022"/>
                  <a:pt x="470715" y="50022"/>
                </a:cubicBezTo>
                <a:cubicBezTo>
                  <a:pt x="479191" y="50022"/>
                  <a:pt x="486138" y="51444"/>
                  <a:pt x="491557" y="54289"/>
                </a:cubicBezTo>
                <a:cubicBezTo>
                  <a:pt x="495656" y="56440"/>
                  <a:pt x="498679" y="59806"/>
                  <a:pt x="500624" y="64387"/>
                </a:cubicBezTo>
                <a:cubicBezTo>
                  <a:pt x="501875" y="67371"/>
                  <a:pt x="502500" y="73477"/>
                  <a:pt x="502500" y="82706"/>
                </a:cubicBezTo>
                <a:lnTo>
                  <a:pt x="502500" y="115077"/>
                </a:lnTo>
                <a:cubicBezTo>
                  <a:pt x="502500" y="124168"/>
                  <a:pt x="502673" y="129737"/>
                  <a:pt x="503021" y="131784"/>
                </a:cubicBezTo>
                <a:cubicBezTo>
                  <a:pt x="503368" y="133831"/>
                  <a:pt x="503941" y="135202"/>
                  <a:pt x="504740" y="135897"/>
                </a:cubicBezTo>
                <a:cubicBezTo>
                  <a:pt x="505539" y="136590"/>
                  <a:pt x="506460" y="136936"/>
                  <a:pt x="507502" y="136936"/>
                </a:cubicBezTo>
                <a:cubicBezTo>
                  <a:pt x="508614" y="136936"/>
                  <a:pt x="509586" y="136693"/>
                  <a:pt x="510420" y="136207"/>
                </a:cubicBezTo>
                <a:cubicBezTo>
                  <a:pt x="511879" y="135303"/>
                  <a:pt x="514693" y="132768"/>
                  <a:pt x="518861" y="128599"/>
                </a:cubicBezTo>
                <a:lnTo>
                  <a:pt x="518861" y="134435"/>
                </a:lnTo>
                <a:cubicBezTo>
                  <a:pt x="511080" y="144856"/>
                  <a:pt x="503646" y="150067"/>
                  <a:pt x="496560" y="150067"/>
                </a:cubicBezTo>
                <a:cubicBezTo>
                  <a:pt x="493155" y="150067"/>
                  <a:pt x="490446" y="148886"/>
                  <a:pt x="488431" y="146524"/>
                </a:cubicBezTo>
                <a:cubicBezTo>
                  <a:pt x="486416" y="144162"/>
                  <a:pt x="485374" y="140132"/>
                  <a:pt x="485305" y="134435"/>
                </a:cubicBezTo>
                <a:moveTo>
                  <a:pt x="485305" y="127603"/>
                </a:moveTo>
                <a:lnTo>
                  <a:pt x="485305" y="91395"/>
                </a:lnTo>
                <a:cubicBezTo>
                  <a:pt x="474814" y="95544"/>
                  <a:pt x="468040" y="98484"/>
                  <a:pt x="464983" y="100214"/>
                </a:cubicBezTo>
                <a:cubicBezTo>
                  <a:pt x="459494" y="103258"/>
                  <a:pt x="455569" y="106440"/>
                  <a:pt x="453207" y="109759"/>
                </a:cubicBezTo>
                <a:cubicBezTo>
                  <a:pt x="450845" y="113079"/>
                  <a:pt x="449664" y="116710"/>
                  <a:pt x="449664" y="120653"/>
                </a:cubicBezTo>
                <a:cubicBezTo>
                  <a:pt x="449664" y="125633"/>
                  <a:pt x="451157" y="129766"/>
                  <a:pt x="454145" y="133051"/>
                </a:cubicBezTo>
                <a:cubicBezTo>
                  <a:pt x="457132" y="136336"/>
                  <a:pt x="460571" y="137978"/>
                  <a:pt x="464462" y="137978"/>
                </a:cubicBezTo>
                <a:cubicBezTo>
                  <a:pt x="469742" y="137978"/>
                  <a:pt x="476690" y="134520"/>
                  <a:pt x="485305" y="127603"/>
                </a:cubicBezTo>
                <a:close/>
                <a:moveTo>
                  <a:pt x="554048" y="70240"/>
                </a:moveTo>
                <a:cubicBezTo>
                  <a:pt x="565234" y="56761"/>
                  <a:pt x="575898" y="50022"/>
                  <a:pt x="586042" y="50022"/>
                </a:cubicBezTo>
                <a:cubicBezTo>
                  <a:pt x="591252" y="50022"/>
                  <a:pt x="595733" y="51323"/>
                  <a:pt x="599485" y="53924"/>
                </a:cubicBezTo>
                <a:cubicBezTo>
                  <a:pt x="603237" y="56523"/>
                  <a:pt x="606224" y="60803"/>
                  <a:pt x="608447" y="66765"/>
                </a:cubicBezTo>
                <a:cubicBezTo>
                  <a:pt x="609976" y="70922"/>
                  <a:pt x="610740" y="77300"/>
                  <a:pt x="610740" y="85898"/>
                </a:cubicBezTo>
                <a:lnTo>
                  <a:pt x="610740" y="126554"/>
                </a:lnTo>
                <a:cubicBezTo>
                  <a:pt x="610740" y="132585"/>
                  <a:pt x="611226" y="136676"/>
                  <a:pt x="612199" y="138825"/>
                </a:cubicBezTo>
                <a:cubicBezTo>
                  <a:pt x="612963" y="140558"/>
                  <a:pt x="614197" y="141909"/>
                  <a:pt x="615899" y="142880"/>
                </a:cubicBezTo>
                <a:cubicBezTo>
                  <a:pt x="617601" y="143850"/>
                  <a:pt x="620745" y="144335"/>
                  <a:pt x="625330" y="144335"/>
                </a:cubicBezTo>
                <a:lnTo>
                  <a:pt x="625330" y="148191"/>
                </a:lnTo>
                <a:lnTo>
                  <a:pt x="578121" y="148191"/>
                </a:lnTo>
                <a:lnTo>
                  <a:pt x="578121" y="144335"/>
                </a:lnTo>
                <a:lnTo>
                  <a:pt x="580101" y="144335"/>
                </a:lnTo>
                <a:cubicBezTo>
                  <a:pt x="584548" y="144335"/>
                  <a:pt x="587657" y="143661"/>
                  <a:pt x="589429" y="142313"/>
                </a:cubicBezTo>
                <a:cubicBezTo>
                  <a:pt x="591200" y="140965"/>
                  <a:pt x="592433" y="138978"/>
                  <a:pt x="593128" y="136353"/>
                </a:cubicBezTo>
                <a:cubicBezTo>
                  <a:pt x="593406" y="135315"/>
                  <a:pt x="593545" y="132066"/>
                  <a:pt x="593545" y="126606"/>
                </a:cubicBezTo>
                <a:lnTo>
                  <a:pt x="593545" y="87725"/>
                </a:lnTo>
                <a:cubicBezTo>
                  <a:pt x="593545" y="79086"/>
                  <a:pt x="592416" y="72814"/>
                  <a:pt x="590158" y="68908"/>
                </a:cubicBezTo>
                <a:cubicBezTo>
                  <a:pt x="587900" y="65002"/>
                  <a:pt x="584096" y="63049"/>
                  <a:pt x="578747" y="63049"/>
                </a:cubicBezTo>
                <a:cubicBezTo>
                  <a:pt x="570479" y="63049"/>
                  <a:pt x="562246" y="67542"/>
                  <a:pt x="554048" y="76528"/>
                </a:cubicBezTo>
                <a:lnTo>
                  <a:pt x="554048" y="126606"/>
                </a:lnTo>
                <a:cubicBezTo>
                  <a:pt x="554048" y="133035"/>
                  <a:pt x="554430" y="137009"/>
                  <a:pt x="555195" y="138529"/>
                </a:cubicBezTo>
                <a:cubicBezTo>
                  <a:pt x="556167" y="140533"/>
                  <a:pt x="557505" y="142001"/>
                  <a:pt x="559207" y="142935"/>
                </a:cubicBezTo>
                <a:cubicBezTo>
                  <a:pt x="560909" y="143868"/>
                  <a:pt x="564365" y="144335"/>
                  <a:pt x="569576" y="144335"/>
                </a:cubicBezTo>
                <a:lnTo>
                  <a:pt x="569576" y="148191"/>
                </a:lnTo>
                <a:lnTo>
                  <a:pt x="522367" y="148191"/>
                </a:lnTo>
                <a:lnTo>
                  <a:pt x="522367" y="144335"/>
                </a:lnTo>
                <a:lnTo>
                  <a:pt x="524452" y="144335"/>
                </a:lnTo>
                <a:cubicBezTo>
                  <a:pt x="529315" y="144335"/>
                  <a:pt x="532598" y="143105"/>
                  <a:pt x="534300" y="140645"/>
                </a:cubicBezTo>
                <a:cubicBezTo>
                  <a:pt x="536002" y="138183"/>
                  <a:pt x="536853" y="133486"/>
                  <a:pt x="536853" y="126554"/>
                </a:cubicBezTo>
                <a:lnTo>
                  <a:pt x="536853" y="91200"/>
                </a:lnTo>
                <a:cubicBezTo>
                  <a:pt x="536853" y="79762"/>
                  <a:pt x="536592" y="72796"/>
                  <a:pt x="536071" y="70302"/>
                </a:cubicBezTo>
                <a:cubicBezTo>
                  <a:pt x="535550" y="67805"/>
                  <a:pt x="534751" y="66106"/>
                  <a:pt x="533675" y="65205"/>
                </a:cubicBezTo>
                <a:cubicBezTo>
                  <a:pt x="532598" y="64304"/>
                  <a:pt x="531156" y="63853"/>
                  <a:pt x="529350" y="63853"/>
                </a:cubicBezTo>
                <a:cubicBezTo>
                  <a:pt x="527404" y="63853"/>
                  <a:pt x="525077" y="64373"/>
                  <a:pt x="522367" y="65413"/>
                </a:cubicBezTo>
                <a:lnTo>
                  <a:pt x="520804" y="61668"/>
                </a:lnTo>
                <a:lnTo>
                  <a:pt x="549567" y="50022"/>
                </a:lnTo>
                <a:lnTo>
                  <a:pt x="554048" y="50022"/>
                </a:lnTo>
                <a:lnTo>
                  <a:pt x="554048" y="70240"/>
                </a:lnTo>
                <a:close/>
                <a:moveTo>
                  <a:pt x="740883" y="134435"/>
                </a:moveTo>
                <a:cubicBezTo>
                  <a:pt x="731087" y="142008"/>
                  <a:pt x="724939" y="146385"/>
                  <a:pt x="722437" y="147566"/>
                </a:cubicBezTo>
                <a:cubicBezTo>
                  <a:pt x="718686" y="149372"/>
                  <a:pt x="714691" y="150275"/>
                  <a:pt x="710453" y="150275"/>
                </a:cubicBezTo>
                <a:cubicBezTo>
                  <a:pt x="703853" y="150275"/>
                  <a:pt x="698416" y="148017"/>
                  <a:pt x="694144" y="143502"/>
                </a:cubicBezTo>
                <a:cubicBezTo>
                  <a:pt x="689871" y="138986"/>
                  <a:pt x="687734" y="133045"/>
                  <a:pt x="687734" y="125681"/>
                </a:cubicBezTo>
                <a:cubicBezTo>
                  <a:pt x="687734" y="121026"/>
                  <a:pt x="688777" y="116997"/>
                  <a:pt x="690861" y="113592"/>
                </a:cubicBezTo>
                <a:cubicBezTo>
                  <a:pt x="693709" y="108868"/>
                  <a:pt x="698659" y="104422"/>
                  <a:pt x="705711" y="100253"/>
                </a:cubicBezTo>
                <a:cubicBezTo>
                  <a:pt x="712763" y="96085"/>
                  <a:pt x="724487" y="91013"/>
                  <a:pt x="740883" y="85038"/>
                </a:cubicBezTo>
                <a:lnTo>
                  <a:pt x="740883" y="81286"/>
                </a:lnTo>
                <a:cubicBezTo>
                  <a:pt x="740883" y="71768"/>
                  <a:pt x="739372" y="65237"/>
                  <a:pt x="736350" y="61694"/>
                </a:cubicBezTo>
                <a:cubicBezTo>
                  <a:pt x="733328" y="58151"/>
                  <a:pt x="728933" y="56379"/>
                  <a:pt x="723167" y="56379"/>
                </a:cubicBezTo>
                <a:cubicBezTo>
                  <a:pt x="718790" y="56379"/>
                  <a:pt x="715316" y="57556"/>
                  <a:pt x="712746" y="59910"/>
                </a:cubicBezTo>
                <a:cubicBezTo>
                  <a:pt x="710106" y="62263"/>
                  <a:pt x="708785" y="64963"/>
                  <a:pt x="708785" y="68009"/>
                </a:cubicBezTo>
                <a:lnTo>
                  <a:pt x="708994" y="74030"/>
                </a:lnTo>
                <a:cubicBezTo>
                  <a:pt x="708994" y="77213"/>
                  <a:pt x="708178" y="79670"/>
                  <a:pt x="706545" y="81400"/>
                </a:cubicBezTo>
                <a:cubicBezTo>
                  <a:pt x="704912" y="83131"/>
                  <a:pt x="702776" y="83996"/>
                  <a:pt x="700136" y="83996"/>
                </a:cubicBezTo>
                <a:cubicBezTo>
                  <a:pt x="697565" y="83996"/>
                  <a:pt x="695464" y="83096"/>
                  <a:pt x="693831" y="81296"/>
                </a:cubicBezTo>
                <a:cubicBezTo>
                  <a:pt x="692198" y="79494"/>
                  <a:pt x="691382" y="77034"/>
                  <a:pt x="691382" y="73916"/>
                </a:cubicBezTo>
                <a:cubicBezTo>
                  <a:pt x="691382" y="67961"/>
                  <a:pt x="694439" y="62490"/>
                  <a:pt x="700553" y="57503"/>
                </a:cubicBezTo>
                <a:cubicBezTo>
                  <a:pt x="706666" y="52516"/>
                  <a:pt x="715247" y="50022"/>
                  <a:pt x="726293" y="50022"/>
                </a:cubicBezTo>
                <a:cubicBezTo>
                  <a:pt x="734769" y="50022"/>
                  <a:pt x="741717" y="51444"/>
                  <a:pt x="747136" y="54289"/>
                </a:cubicBezTo>
                <a:cubicBezTo>
                  <a:pt x="751235" y="56440"/>
                  <a:pt x="754257" y="59806"/>
                  <a:pt x="756202" y="64387"/>
                </a:cubicBezTo>
                <a:cubicBezTo>
                  <a:pt x="757453" y="67371"/>
                  <a:pt x="758078" y="73477"/>
                  <a:pt x="758078" y="82706"/>
                </a:cubicBezTo>
                <a:lnTo>
                  <a:pt x="758078" y="115077"/>
                </a:lnTo>
                <a:cubicBezTo>
                  <a:pt x="758078" y="124168"/>
                  <a:pt x="758252" y="129737"/>
                  <a:pt x="758599" y="131784"/>
                </a:cubicBezTo>
                <a:cubicBezTo>
                  <a:pt x="758947" y="133831"/>
                  <a:pt x="759520" y="135202"/>
                  <a:pt x="760319" y="135897"/>
                </a:cubicBezTo>
                <a:cubicBezTo>
                  <a:pt x="761118" y="136590"/>
                  <a:pt x="762038" y="136936"/>
                  <a:pt x="763081" y="136936"/>
                </a:cubicBezTo>
                <a:cubicBezTo>
                  <a:pt x="764192" y="136936"/>
                  <a:pt x="765165" y="136693"/>
                  <a:pt x="765999" y="136207"/>
                </a:cubicBezTo>
                <a:cubicBezTo>
                  <a:pt x="767457" y="135303"/>
                  <a:pt x="770271" y="132768"/>
                  <a:pt x="774440" y="128599"/>
                </a:cubicBezTo>
                <a:lnTo>
                  <a:pt x="774440" y="134435"/>
                </a:lnTo>
                <a:cubicBezTo>
                  <a:pt x="766659" y="144856"/>
                  <a:pt x="759225" y="150067"/>
                  <a:pt x="752138" y="150067"/>
                </a:cubicBezTo>
                <a:cubicBezTo>
                  <a:pt x="748734" y="150067"/>
                  <a:pt x="746024" y="148886"/>
                  <a:pt x="744010" y="146524"/>
                </a:cubicBezTo>
                <a:cubicBezTo>
                  <a:pt x="741995" y="144162"/>
                  <a:pt x="740953" y="140132"/>
                  <a:pt x="740883" y="134435"/>
                </a:cubicBezTo>
                <a:moveTo>
                  <a:pt x="740883" y="127603"/>
                </a:moveTo>
                <a:lnTo>
                  <a:pt x="740883" y="91395"/>
                </a:lnTo>
                <a:cubicBezTo>
                  <a:pt x="730392" y="95544"/>
                  <a:pt x="723618" y="98484"/>
                  <a:pt x="720562" y="100214"/>
                </a:cubicBezTo>
                <a:cubicBezTo>
                  <a:pt x="715073" y="103258"/>
                  <a:pt x="711148" y="106440"/>
                  <a:pt x="708785" y="109759"/>
                </a:cubicBezTo>
                <a:cubicBezTo>
                  <a:pt x="706423" y="113079"/>
                  <a:pt x="705242" y="116710"/>
                  <a:pt x="705242" y="120653"/>
                </a:cubicBezTo>
                <a:cubicBezTo>
                  <a:pt x="705242" y="125633"/>
                  <a:pt x="706736" y="129766"/>
                  <a:pt x="709723" y="133051"/>
                </a:cubicBezTo>
                <a:cubicBezTo>
                  <a:pt x="712711" y="136336"/>
                  <a:pt x="716150" y="137978"/>
                  <a:pt x="720040" y="137978"/>
                </a:cubicBezTo>
                <a:cubicBezTo>
                  <a:pt x="725321" y="137978"/>
                  <a:pt x="732268" y="134520"/>
                  <a:pt x="740883" y="127603"/>
                </a:cubicBezTo>
                <a:close/>
                <a:moveTo>
                  <a:pt x="809627" y="70240"/>
                </a:moveTo>
                <a:cubicBezTo>
                  <a:pt x="820812" y="56761"/>
                  <a:pt x="831477" y="50022"/>
                  <a:pt x="841620" y="50022"/>
                </a:cubicBezTo>
                <a:cubicBezTo>
                  <a:pt x="846831" y="50022"/>
                  <a:pt x="851312" y="51323"/>
                  <a:pt x="855064" y="53924"/>
                </a:cubicBezTo>
                <a:cubicBezTo>
                  <a:pt x="858815" y="56523"/>
                  <a:pt x="861803" y="60803"/>
                  <a:pt x="864026" y="66765"/>
                </a:cubicBezTo>
                <a:cubicBezTo>
                  <a:pt x="865554" y="70922"/>
                  <a:pt x="866319" y="77300"/>
                  <a:pt x="866319" y="85898"/>
                </a:cubicBezTo>
                <a:lnTo>
                  <a:pt x="866319" y="126554"/>
                </a:lnTo>
                <a:cubicBezTo>
                  <a:pt x="866319" y="132585"/>
                  <a:pt x="866805" y="136676"/>
                  <a:pt x="867778" y="138825"/>
                </a:cubicBezTo>
                <a:cubicBezTo>
                  <a:pt x="868542" y="140558"/>
                  <a:pt x="869775" y="141909"/>
                  <a:pt x="871477" y="142880"/>
                </a:cubicBezTo>
                <a:cubicBezTo>
                  <a:pt x="873179" y="143850"/>
                  <a:pt x="876323" y="144335"/>
                  <a:pt x="880909" y="144335"/>
                </a:cubicBezTo>
                <a:lnTo>
                  <a:pt x="880909" y="148191"/>
                </a:lnTo>
                <a:lnTo>
                  <a:pt x="833700" y="148191"/>
                </a:lnTo>
                <a:lnTo>
                  <a:pt x="833700" y="144335"/>
                </a:lnTo>
                <a:lnTo>
                  <a:pt x="835680" y="144335"/>
                </a:lnTo>
                <a:cubicBezTo>
                  <a:pt x="840126" y="144335"/>
                  <a:pt x="843235" y="143661"/>
                  <a:pt x="845007" y="142313"/>
                </a:cubicBezTo>
                <a:cubicBezTo>
                  <a:pt x="846779" y="140965"/>
                  <a:pt x="848012" y="138978"/>
                  <a:pt x="848707" y="136353"/>
                </a:cubicBezTo>
                <a:cubicBezTo>
                  <a:pt x="848985" y="135315"/>
                  <a:pt x="849124" y="132066"/>
                  <a:pt x="849124" y="126606"/>
                </a:cubicBezTo>
                <a:lnTo>
                  <a:pt x="849124" y="87725"/>
                </a:lnTo>
                <a:cubicBezTo>
                  <a:pt x="849124" y="79086"/>
                  <a:pt x="847995" y="72814"/>
                  <a:pt x="845737" y="68908"/>
                </a:cubicBezTo>
                <a:cubicBezTo>
                  <a:pt x="843479" y="65002"/>
                  <a:pt x="839675" y="63049"/>
                  <a:pt x="834325" y="63049"/>
                </a:cubicBezTo>
                <a:cubicBezTo>
                  <a:pt x="826058" y="63049"/>
                  <a:pt x="817825" y="67542"/>
                  <a:pt x="809627" y="76528"/>
                </a:cubicBezTo>
                <a:lnTo>
                  <a:pt x="809627" y="126606"/>
                </a:lnTo>
                <a:cubicBezTo>
                  <a:pt x="809627" y="133035"/>
                  <a:pt x="810009" y="137009"/>
                  <a:pt x="810773" y="138529"/>
                </a:cubicBezTo>
                <a:cubicBezTo>
                  <a:pt x="811746" y="140533"/>
                  <a:pt x="813083" y="142001"/>
                  <a:pt x="814785" y="142935"/>
                </a:cubicBezTo>
                <a:cubicBezTo>
                  <a:pt x="816487" y="143868"/>
                  <a:pt x="819944" y="144335"/>
                  <a:pt x="825154" y="144335"/>
                </a:cubicBezTo>
                <a:lnTo>
                  <a:pt x="825154" y="148191"/>
                </a:lnTo>
                <a:lnTo>
                  <a:pt x="777946" y="148191"/>
                </a:lnTo>
                <a:lnTo>
                  <a:pt x="777946" y="144335"/>
                </a:lnTo>
                <a:lnTo>
                  <a:pt x="780030" y="144335"/>
                </a:lnTo>
                <a:cubicBezTo>
                  <a:pt x="784893" y="144335"/>
                  <a:pt x="788176" y="143105"/>
                  <a:pt x="789878" y="140645"/>
                </a:cubicBezTo>
                <a:cubicBezTo>
                  <a:pt x="791580" y="138183"/>
                  <a:pt x="792432" y="133486"/>
                  <a:pt x="792432" y="126554"/>
                </a:cubicBezTo>
                <a:lnTo>
                  <a:pt x="792432" y="91200"/>
                </a:lnTo>
                <a:cubicBezTo>
                  <a:pt x="792432" y="79762"/>
                  <a:pt x="792171" y="72796"/>
                  <a:pt x="791650" y="70302"/>
                </a:cubicBezTo>
                <a:cubicBezTo>
                  <a:pt x="791129" y="67805"/>
                  <a:pt x="790330" y="66106"/>
                  <a:pt x="789253" y="65205"/>
                </a:cubicBezTo>
                <a:cubicBezTo>
                  <a:pt x="788176" y="64304"/>
                  <a:pt x="786735" y="63853"/>
                  <a:pt x="784928" y="63853"/>
                </a:cubicBezTo>
                <a:cubicBezTo>
                  <a:pt x="782983" y="63853"/>
                  <a:pt x="780655" y="64373"/>
                  <a:pt x="777946" y="65413"/>
                </a:cubicBezTo>
                <a:lnTo>
                  <a:pt x="776383" y="61668"/>
                </a:lnTo>
                <a:lnTo>
                  <a:pt x="805146" y="50022"/>
                </a:lnTo>
                <a:lnTo>
                  <a:pt x="809627" y="50022"/>
                </a:lnTo>
                <a:lnTo>
                  <a:pt x="809627" y="70240"/>
                </a:lnTo>
                <a:close/>
                <a:moveTo>
                  <a:pt x="942937" y="134435"/>
                </a:moveTo>
                <a:cubicBezTo>
                  <a:pt x="933141" y="142008"/>
                  <a:pt x="926992" y="146385"/>
                  <a:pt x="924491" y="147566"/>
                </a:cubicBezTo>
                <a:cubicBezTo>
                  <a:pt x="920740" y="149372"/>
                  <a:pt x="916745" y="150275"/>
                  <a:pt x="912507" y="150275"/>
                </a:cubicBezTo>
                <a:cubicBezTo>
                  <a:pt x="905907" y="150275"/>
                  <a:pt x="900470" y="148017"/>
                  <a:pt x="896197" y="143502"/>
                </a:cubicBezTo>
                <a:cubicBezTo>
                  <a:pt x="891925" y="138986"/>
                  <a:pt x="889788" y="133045"/>
                  <a:pt x="889788" y="125681"/>
                </a:cubicBezTo>
                <a:cubicBezTo>
                  <a:pt x="889788" y="121026"/>
                  <a:pt x="890830" y="116997"/>
                  <a:pt x="892915" y="113592"/>
                </a:cubicBezTo>
                <a:cubicBezTo>
                  <a:pt x="895763" y="108868"/>
                  <a:pt x="900713" y="104422"/>
                  <a:pt x="907765" y="100253"/>
                </a:cubicBezTo>
                <a:cubicBezTo>
                  <a:pt x="914817" y="96085"/>
                  <a:pt x="926541" y="91013"/>
                  <a:pt x="942937" y="85038"/>
                </a:cubicBezTo>
                <a:lnTo>
                  <a:pt x="942937" y="81286"/>
                </a:lnTo>
                <a:cubicBezTo>
                  <a:pt x="942937" y="71768"/>
                  <a:pt x="941426" y="65237"/>
                  <a:pt x="938404" y="61694"/>
                </a:cubicBezTo>
                <a:cubicBezTo>
                  <a:pt x="935382" y="58151"/>
                  <a:pt x="930987" y="56379"/>
                  <a:pt x="925221" y="56379"/>
                </a:cubicBezTo>
                <a:cubicBezTo>
                  <a:pt x="920844" y="56379"/>
                  <a:pt x="917370" y="57556"/>
                  <a:pt x="914799" y="59910"/>
                </a:cubicBezTo>
                <a:cubicBezTo>
                  <a:pt x="912159" y="62263"/>
                  <a:pt x="910839" y="64963"/>
                  <a:pt x="910839" y="68009"/>
                </a:cubicBezTo>
                <a:lnTo>
                  <a:pt x="911048" y="74030"/>
                </a:lnTo>
                <a:cubicBezTo>
                  <a:pt x="911048" y="77213"/>
                  <a:pt x="910231" y="79670"/>
                  <a:pt x="908599" y="81400"/>
                </a:cubicBezTo>
                <a:cubicBezTo>
                  <a:pt x="906966" y="83131"/>
                  <a:pt x="904830" y="83996"/>
                  <a:pt x="902190" y="83996"/>
                </a:cubicBezTo>
                <a:cubicBezTo>
                  <a:pt x="899619" y="83996"/>
                  <a:pt x="897517" y="83096"/>
                  <a:pt x="895885" y="81296"/>
                </a:cubicBezTo>
                <a:cubicBezTo>
                  <a:pt x="894252" y="79494"/>
                  <a:pt x="893436" y="77034"/>
                  <a:pt x="893436" y="73916"/>
                </a:cubicBezTo>
                <a:cubicBezTo>
                  <a:pt x="893436" y="67961"/>
                  <a:pt x="896493" y="62490"/>
                  <a:pt x="902606" y="57503"/>
                </a:cubicBezTo>
                <a:cubicBezTo>
                  <a:pt x="908720" y="52516"/>
                  <a:pt x="917301" y="50022"/>
                  <a:pt x="928347" y="50022"/>
                </a:cubicBezTo>
                <a:cubicBezTo>
                  <a:pt x="936823" y="50022"/>
                  <a:pt x="943771" y="51444"/>
                  <a:pt x="949190" y="54289"/>
                </a:cubicBezTo>
                <a:cubicBezTo>
                  <a:pt x="953289" y="56440"/>
                  <a:pt x="956311" y="59806"/>
                  <a:pt x="958256" y="64387"/>
                </a:cubicBezTo>
                <a:cubicBezTo>
                  <a:pt x="959507" y="67371"/>
                  <a:pt x="960132" y="73477"/>
                  <a:pt x="960132" y="82706"/>
                </a:cubicBezTo>
                <a:lnTo>
                  <a:pt x="960132" y="115077"/>
                </a:lnTo>
                <a:cubicBezTo>
                  <a:pt x="960132" y="124168"/>
                  <a:pt x="960306" y="129737"/>
                  <a:pt x="960653" y="131784"/>
                </a:cubicBezTo>
                <a:cubicBezTo>
                  <a:pt x="961001" y="133831"/>
                  <a:pt x="961574" y="135202"/>
                  <a:pt x="962373" y="135897"/>
                </a:cubicBezTo>
                <a:cubicBezTo>
                  <a:pt x="963172" y="136590"/>
                  <a:pt x="964092" y="136936"/>
                  <a:pt x="965134" y="136936"/>
                </a:cubicBezTo>
                <a:cubicBezTo>
                  <a:pt x="966246" y="136936"/>
                  <a:pt x="967219" y="136693"/>
                  <a:pt x="968052" y="136207"/>
                </a:cubicBezTo>
                <a:cubicBezTo>
                  <a:pt x="969511" y="135303"/>
                  <a:pt x="972325" y="132768"/>
                  <a:pt x="976494" y="128599"/>
                </a:cubicBezTo>
                <a:lnTo>
                  <a:pt x="976494" y="134435"/>
                </a:lnTo>
                <a:cubicBezTo>
                  <a:pt x="968712" y="144856"/>
                  <a:pt x="961278" y="150067"/>
                  <a:pt x="954192" y="150067"/>
                </a:cubicBezTo>
                <a:cubicBezTo>
                  <a:pt x="950788" y="150067"/>
                  <a:pt x="948078" y="148886"/>
                  <a:pt x="946063" y="146524"/>
                </a:cubicBezTo>
                <a:cubicBezTo>
                  <a:pt x="944049" y="144162"/>
                  <a:pt x="943006" y="140132"/>
                  <a:pt x="942937" y="134435"/>
                </a:cubicBezTo>
                <a:moveTo>
                  <a:pt x="942937" y="127603"/>
                </a:moveTo>
                <a:lnTo>
                  <a:pt x="942937" y="91395"/>
                </a:lnTo>
                <a:cubicBezTo>
                  <a:pt x="932446" y="95544"/>
                  <a:pt x="925672" y="98484"/>
                  <a:pt x="922615" y="100214"/>
                </a:cubicBezTo>
                <a:cubicBezTo>
                  <a:pt x="917127" y="103258"/>
                  <a:pt x="913201" y="106440"/>
                  <a:pt x="910839" y="109759"/>
                </a:cubicBezTo>
                <a:cubicBezTo>
                  <a:pt x="908477" y="113079"/>
                  <a:pt x="907296" y="116710"/>
                  <a:pt x="907296" y="120653"/>
                </a:cubicBezTo>
                <a:cubicBezTo>
                  <a:pt x="907296" y="125633"/>
                  <a:pt x="908790" y="129766"/>
                  <a:pt x="911777" y="133051"/>
                </a:cubicBezTo>
                <a:cubicBezTo>
                  <a:pt x="914765" y="136336"/>
                  <a:pt x="918204" y="137978"/>
                  <a:pt x="922094" y="137978"/>
                </a:cubicBezTo>
                <a:cubicBezTo>
                  <a:pt x="927374" y="137978"/>
                  <a:pt x="934322" y="134520"/>
                  <a:pt x="942937" y="127603"/>
                </a:cubicBezTo>
                <a:close/>
                <a:moveTo>
                  <a:pt x="1016683" y="0"/>
                </a:moveTo>
                <a:lnTo>
                  <a:pt x="1016683" y="126528"/>
                </a:lnTo>
                <a:cubicBezTo>
                  <a:pt x="1016683" y="132498"/>
                  <a:pt x="1017117" y="136456"/>
                  <a:pt x="1017986" y="138402"/>
                </a:cubicBezTo>
                <a:cubicBezTo>
                  <a:pt x="1018854" y="140345"/>
                  <a:pt x="1020192" y="141820"/>
                  <a:pt x="1021998" y="142827"/>
                </a:cubicBezTo>
                <a:cubicBezTo>
                  <a:pt x="1023804" y="143833"/>
                  <a:pt x="1027174" y="144335"/>
                  <a:pt x="1032107" y="144335"/>
                </a:cubicBezTo>
                <a:lnTo>
                  <a:pt x="1032107" y="148191"/>
                </a:lnTo>
                <a:lnTo>
                  <a:pt x="985315" y="148191"/>
                </a:lnTo>
                <a:lnTo>
                  <a:pt x="985315" y="144335"/>
                </a:lnTo>
                <a:cubicBezTo>
                  <a:pt x="989692" y="144335"/>
                  <a:pt x="992679" y="143885"/>
                  <a:pt x="994277" y="142984"/>
                </a:cubicBezTo>
                <a:cubicBezTo>
                  <a:pt x="995875" y="142081"/>
                  <a:pt x="997126" y="140588"/>
                  <a:pt x="998029" y="138506"/>
                </a:cubicBezTo>
                <a:cubicBezTo>
                  <a:pt x="998932" y="136422"/>
                  <a:pt x="999384" y="132429"/>
                  <a:pt x="999384" y="126528"/>
                </a:cubicBezTo>
                <a:lnTo>
                  <a:pt x="999384" y="39884"/>
                </a:lnTo>
                <a:cubicBezTo>
                  <a:pt x="999384" y="29124"/>
                  <a:pt x="999141" y="22512"/>
                  <a:pt x="998654" y="20048"/>
                </a:cubicBezTo>
                <a:cubicBezTo>
                  <a:pt x="998168" y="17582"/>
                  <a:pt x="997386" y="15898"/>
                  <a:pt x="996309" y="14997"/>
                </a:cubicBezTo>
                <a:cubicBezTo>
                  <a:pt x="995233" y="14094"/>
                  <a:pt x="993860" y="13642"/>
                  <a:pt x="992193" y="13642"/>
                </a:cubicBezTo>
                <a:cubicBezTo>
                  <a:pt x="990387" y="13642"/>
                  <a:pt x="988094" y="14198"/>
                  <a:pt x="985315" y="15310"/>
                </a:cubicBezTo>
                <a:lnTo>
                  <a:pt x="983543" y="11662"/>
                </a:lnTo>
                <a:lnTo>
                  <a:pt x="1011993" y="0"/>
                </a:lnTo>
                <a:lnTo>
                  <a:pt x="1016683" y="0"/>
                </a:lnTo>
                <a:close/>
                <a:moveTo>
                  <a:pt x="1037983" y="52732"/>
                </a:moveTo>
                <a:lnTo>
                  <a:pt x="1082482" y="52732"/>
                </a:lnTo>
                <a:lnTo>
                  <a:pt x="1082482" y="56588"/>
                </a:lnTo>
                <a:lnTo>
                  <a:pt x="1080294" y="56588"/>
                </a:lnTo>
                <a:cubicBezTo>
                  <a:pt x="1077167" y="56588"/>
                  <a:pt x="1074822" y="57265"/>
                  <a:pt x="1073259" y="58620"/>
                </a:cubicBezTo>
                <a:cubicBezTo>
                  <a:pt x="1071696" y="59975"/>
                  <a:pt x="1070914" y="61659"/>
                  <a:pt x="1070914" y="63674"/>
                </a:cubicBezTo>
                <a:cubicBezTo>
                  <a:pt x="1070914" y="66384"/>
                  <a:pt x="1072061" y="70135"/>
                  <a:pt x="1074354" y="74929"/>
                </a:cubicBezTo>
                <a:lnTo>
                  <a:pt x="1097593" y="123076"/>
                </a:lnTo>
                <a:lnTo>
                  <a:pt x="1118957" y="70344"/>
                </a:lnTo>
                <a:cubicBezTo>
                  <a:pt x="1120138" y="67495"/>
                  <a:pt x="1120728" y="64682"/>
                  <a:pt x="1120728" y="61903"/>
                </a:cubicBezTo>
                <a:cubicBezTo>
                  <a:pt x="1120728" y="60652"/>
                  <a:pt x="1120485" y="59714"/>
                  <a:pt x="1119999" y="59089"/>
                </a:cubicBezTo>
                <a:cubicBezTo>
                  <a:pt x="1119443" y="58325"/>
                  <a:pt x="1118575" y="57717"/>
                  <a:pt x="1117394" y="57265"/>
                </a:cubicBezTo>
                <a:cubicBezTo>
                  <a:pt x="1116212" y="56814"/>
                  <a:pt x="1114128" y="56588"/>
                  <a:pt x="1111141" y="56588"/>
                </a:cubicBezTo>
                <a:lnTo>
                  <a:pt x="1111141" y="52732"/>
                </a:lnTo>
                <a:lnTo>
                  <a:pt x="1142196" y="52732"/>
                </a:lnTo>
                <a:lnTo>
                  <a:pt x="1142196" y="56588"/>
                </a:lnTo>
                <a:cubicBezTo>
                  <a:pt x="1139626" y="56866"/>
                  <a:pt x="1137646" y="57421"/>
                  <a:pt x="1136256" y="58255"/>
                </a:cubicBezTo>
                <a:cubicBezTo>
                  <a:pt x="1134867" y="59089"/>
                  <a:pt x="1133338" y="60652"/>
                  <a:pt x="1131671" y="62945"/>
                </a:cubicBezTo>
                <a:cubicBezTo>
                  <a:pt x="1131045" y="63917"/>
                  <a:pt x="1129864" y="66592"/>
                  <a:pt x="1128128" y="70969"/>
                </a:cubicBezTo>
                <a:lnTo>
                  <a:pt x="1089256" y="166220"/>
                </a:lnTo>
                <a:cubicBezTo>
                  <a:pt x="1085504" y="175460"/>
                  <a:pt x="1080589" y="182443"/>
                  <a:pt x="1074510" y="187167"/>
                </a:cubicBezTo>
                <a:cubicBezTo>
                  <a:pt x="1068431" y="191891"/>
                  <a:pt x="1062577" y="194253"/>
                  <a:pt x="1056950" y="194253"/>
                </a:cubicBezTo>
                <a:cubicBezTo>
                  <a:pt x="1052851" y="194253"/>
                  <a:pt x="1049481" y="193086"/>
                  <a:pt x="1046841" y="190752"/>
                </a:cubicBezTo>
                <a:cubicBezTo>
                  <a:pt x="1044201" y="188418"/>
                  <a:pt x="1042881" y="185742"/>
                  <a:pt x="1042881" y="182722"/>
                </a:cubicBezTo>
                <a:cubicBezTo>
                  <a:pt x="1042881" y="179838"/>
                  <a:pt x="1043836" y="177513"/>
                  <a:pt x="1045747" y="175746"/>
                </a:cubicBezTo>
                <a:cubicBezTo>
                  <a:pt x="1047658" y="173981"/>
                  <a:pt x="1050280" y="173098"/>
                  <a:pt x="1053615" y="173098"/>
                </a:cubicBezTo>
                <a:cubicBezTo>
                  <a:pt x="1055908" y="173098"/>
                  <a:pt x="1059034" y="173862"/>
                  <a:pt x="1062994" y="175391"/>
                </a:cubicBezTo>
                <a:cubicBezTo>
                  <a:pt x="1065773" y="176433"/>
                  <a:pt x="1067510" y="176954"/>
                  <a:pt x="1068205" y="176954"/>
                </a:cubicBezTo>
                <a:cubicBezTo>
                  <a:pt x="1070289" y="176954"/>
                  <a:pt x="1072565" y="175869"/>
                  <a:pt x="1075031" y="173701"/>
                </a:cubicBezTo>
                <a:cubicBezTo>
                  <a:pt x="1077497" y="171534"/>
                  <a:pt x="1079981" y="167339"/>
                  <a:pt x="1082482" y="161117"/>
                </a:cubicBezTo>
                <a:lnTo>
                  <a:pt x="1089256" y="144439"/>
                </a:lnTo>
                <a:lnTo>
                  <a:pt x="1054970" y="72428"/>
                </a:lnTo>
                <a:cubicBezTo>
                  <a:pt x="1053928" y="70274"/>
                  <a:pt x="1052260" y="67600"/>
                  <a:pt x="1049968" y="64404"/>
                </a:cubicBezTo>
                <a:cubicBezTo>
                  <a:pt x="1048231" y="61972"/>
                  <a:pt x="1046807" y="60339"/>
                  <a:pt x="1045695" y="59506"/>
                </a:cubicBezTo>
                <a:cubicBezTo>
                  <a:pt x="1044097" y="58394"/>
                  <a:pt x="1041526" y="57421"/>
                  <a:pt x="1037983" y="56588"/>
                </a:cubicBezTo>
                <a:lnTo>
                  <a:pt x="1037983" y="52732"/>
                </a:lnTo>
                <a:close/>
                <a:moveTo>
                  <a:pt x="1212145" y="50022"/>
                </a:moveTo>
                <a:lnTo>
                  <a:pt x="1212145" y="82328"/>
                </a:lnTo>
                <a:lnTo>
                  <a:pt x="1208706" y="82328"/>
                </a:lnTo>
                <a:cubicBezTo>
                  <a:pt x="1206066" y="72196"/>
                  <a:pt x="1202679" y="65304"/>
                  <a:pt x="1198546" y="61652"/>
                </a:cubicBezTo>
                <a:cubicBezTo>
                  <a:pt x="1194412" y="57998"/>
                  <a:pt x="1189149" y="56171"/>
                  <a:pt x="1182757" y="56171"/>
                </a:cubicBezTo>
                <a:cubicBezTo>
                  <a:pt x="1177894" y="56171"/>
                  <a:pt x="1173969" y="57455"/>
                  <a:pt x="1170981" y="60024"/>
                </a:cubicBezTo>
                <a:cubicBezTo>
                  <a:pt x="1167994" y="62590"/>
                  <a:pt x="1166500" y="65435"/>
                  <a:pt x="1166500" y="68559"/>
                </a:cubicBezTo>
                <a:cubicBezTo>
                  <a:pt x="1166500" y="72446"/>
                  <a:pt x="1167612" y="75776"/>
                  <a:pt x="1169835" y="78551"/>
                </a:cubicBezTo>
                <a:cubicBezTo>
                  <a:pt x="1171989" y="81397"/>
                  <a:pt x="1176366" y="84416"/>
                  <a:pt x="1182966" y="87607"/>
                </a:cubicBezTo>
                <a:lnTo>
                  <a:pt x="1198181" y="95000"/>
                </a:lnTo>
                <a:cubicBezTo>
                  <a:pt x="1212284" y="101869"/>
                  <a:pt x="1219336" y="110926"/>
                  <a:pt x="1219336" y="122170"/>
                </a:cubicBezTo>
                <a:cubicBezTo>
                  <a:pt x="1219336" y="130844"/>
                  <a:pt x="1216053" y="137836"/>
                  <a:pt x="1209488" y="143147"/>
                </a:cubicBezTo>
                <a:cubicBezTo>
                  <a:pt x="1202923" y="148455"/>
                  <a:pt x="1195576" y="151109"/>
                  <a:pt x="1187447" y="151109"/>
                </a:cubicBezTo>
                <a:cubicBezTo>
                  <a:pt x="1181611" y="151109"/>
                  <a:pt x="1174941" y="150067"/>
                  <a:pt x="1167438" y="147983"/>
                </a:cubicBezTo>
                <a:cubicBezTo>
                  <a:pt x="1165145" y="147288"/>
                  <a:pt x="1163270" y="146941"/>
                  <a:pt x="1161811" y="146941"/>
                </a:cubicBezTo>
                <a:cubicBezTo>
                  <a:pt x="1160213" y="146941"/>
                  <a:pt x="1158962" y="147844"/>
                  <a:pt x="1158059" y="149650"/>
                </a:cubicBezTo>
                <a:lnTo>
                  <a:pt x="1154620" y="149650"/>
                </a:lnTo>
                <a:lnTo>
                  <a:pt x="1154620" y="115468"/>
                </a:lnTo>
                <a:lnTo>
                  <a:pt x="1158059" y="115468"/>
                </a:lnTo>
                <a:cubicBezTo>
                  <a:pt x="1160004" y="125229"/>
                  <a:pt x="1163721" y="132585"/>
                  <a:pt x="1169210" y="137535"/>
                </a:cubicBezTo>
                <a:cubicBezTo>
                  <a:pt x="1174698" y="142485"/>
                  <a:pt x="1180847" y="144961"/>
                  <a:pt x="1187655" y="144961"/>
                </a:cubicBezTo>
                <a:cubicBezTo>
                  <a:pt x="1192449" y="144961"/>
                  <a:pt x="1196357" y="143556"/>
                  <a:pt x="1199379" y="140746"/>
                </a:cubicBezTo>
                <a:cubicBezTo>
                  <a:pt x="1202402" y="137935"/>
                  <a:pt x="1203913" y="134551"/>
                  <a:pt x="1203913" y="130595"/>
                </a:cubicBezTo>
                <a:cubicBezTo>
                  <a:pt x="1203913" y="125806"/>
                  <a:pt x="1202228" y="121781"/>
                  <a:pt x="1198858" y="118520"/>
                </a:cubicBezTo>
                <a:cubicBezTo>
                  <a:pt x="1195489" y="115259"/>
                  <a:pt x="1188767" y="111130"/>
                  <a:pt x="1178693" y="106135"/>
                </a:cubicBezTo>
                <a:cubicBezTo>
                  <a:pt x="1168619" y="101137"/>
                  <a:pt x="1162019" y="96625"/>
                  <a:pt x="1158893" y="92600"/>
                </a:cubicBezTo>
                <a:cubicBezTo>
                  <a:pt x="1155766" y="88644"/>
                  <a:pt x="1154203" y="83647"/>
                  <a:pt x="1154203" y="77609"/>
                </a:cubicBezTo>
                <a:cubicBezTo>
                  <a:pt x="1154203" y="69767"/>
                  <a:pt x="1156895" y="63210"/>
                  <a:pt x="1162280" y="57936"/>
                </a:cubicBezTo>
                <a:cubicBezTo>
                  <a:pt x="1167664" y="52660"/>
                  <a:pt x="1174629" y="50022"/>
                  <a:pt x="1183174" y="50022"/>
                </a:cubicBezTo>
                <a:cubicBezTo>
                  <a:pt x="1186926" y="50022"/>
                  <a:pt x="1191477" y="50821"/>
                  <a:pt x="1196826" y="52419"/>
                </a:cubicBezTo>
                <a:cubicBezTo>
                  <a:pt x="1200369" y="53461"/>
                  <a:pt x="1202732" y="53982"/>
                  <a:pt x="1203913" y="53982"/>
                </a:cubicBezTo>
                <a:cubicBezTo>
                  <a:pt x="1205024" y="53982"/>
                  <a:pt x="1205893" y="53739"/>
                  <a:pt x="1206518" y="53253"/>
                </a:cubicBezTo>
                <a:cubicBezTo>
                  <a:pt x="1207143" y="52767"/>
                  <a:pt x="1207873" y="51690"/>
                  <a:pt x="1208706" y="50022"/>
                </a:cubicBezTo>
                <a:lnTo>
                  <a:pt x="1212145" y="50022"/>
                </a:lnTo>
                <a:close/>
                <a:moveTo>
                  <a:pt x="1258365" y="0"/>
                </a:moveTo>
                <a:cubicBezTo>
                  <a:pt x="1261283" y="0"/>
                  <a:pt x="1263767" y="1030"/>
                  <a:pt x="1265816" y="3091"/>
                </a:cubicBezTo>
                <a:cubicBezTo>
                  <a:pt x="1267866" y="5149"/>
                  <a:pt x="1268891" y="7644"/>
                  <a:pt x="1268891" y="10578"/>
                </a:cubicBezTo>
                <a:cubicBezTo>
                  <a:pt x="1268891" y="13511"/>
                  <a:pt x="1267866" y="16025"/>
                  <a:pt x="1265816" y="18120"/>
                </a:cubicBezTo>
                <a:cubicBezTo>
                  <a:pt x="1263767" y="20213"/>
                  <a:pt x="1261283" y="21259"/>
                  <a:pt x="1258365" y="21259"/>
                </a:cubicBezTo>
                <a:cubicBezTo>
                  <a:pt x="1255447" y="21259"/>
                  <a:pt x="1252946" y="20213"/>
                  <a:pt x="1250862" y="18120"/>
                </a:cubicBezTo>
                <a:cubicBezTo>
                  <a:pt x="1248778" y="16025"/>
                  <a:pt x="1247735" y="13511"/>
                  <a:pt x="1247735" y="10578"/>
                </a:cubicBezTo>
                <a:cubicBezTo>
                  <a:pt x="1247735" y="7644"/>
                  <a:pt x="1248760" y="5149"/>
                  <a:pt x="1250810" y="3091"/>
                </a:cubicBezTo>
                <a:cubicBezTo>
                  <a:pt x="1252859" y="1030"/>
                  <a:pt x="1255378" y="0"/>
                  <a:pt x="1258365" y="0"/>
                </a:cubicBezTo>
                <a:moveTo>
                  <a:pt x="1267015" y="50022"/>
                </a:moveTo>
                <a:lnTo>
                  <a:pt x="1267015" y="126554"/>
                </a:lnTo>
                <a:cubicBezTo>
                  <a:pt x="1267015" y="132516"/>
                  <a:pt x="1267449" y="136485"/>
                  <a:pt x="1268317" y="138460"/>
                </a:cubicBezTo>
                <a:cubicBezTo>
                  <a:pt x="1269186" y="140436"/>
                  <a:pt x="1270471" y="141909"/>
                  <a:pt x="1272173" y="142880"/>
                </a:cubicBezTo>
                <a:cubicBezTo>
                  <a:pt x="1273876" y="143850"/>
                  <a:pt x="1276985" y="144335"/>
                  <a:pt x="1281500" y="144335"/>
                </a:cubicBezTo>
                <a:lnTo>
                  <a:pt x="1281500" y="148191"/>
                </a:lnTo>
                <a:lnTo>
                  <a:pt x="1235126" y="148191"/>
                </a:lnTo>
                <a:lnTo>
                  <a:pt x="1235126" y="144335"/>
                </a:lnTo>
                <a:cubicBezTo>
                  <a:pt x="1239780" y="144335"/>
                  <a:pt x="1242907" y="143885"/>
                  <a:pt x="1244505" y="142984"/>
                </a:cubicBezTo>
                <a:cubicBezTo>
                  <a:pt x="1246103" y="142083"/>
                  <a:pt x="1247371" y="140592"/>
                  <a:pt x="1248309" y="138512"/>
                </a:cubicBezTo>
                <a:cubicBezTo>
                  <a:pt x="1249246" y="136432"/>
                  <a:pt x="1249715" y="132446"/>
                  <a:pt x="1249715" y="126554"/>
                </a:cubicBezTo>
                <a:lnTo>
                  <a:pt x="1249715" y="89848"/>
                </a:lnTo>
                <a:cubicBezTo>
                  <a:pt x="1249715" y="79518"/>
                  <a:pt x="1249403" y="72829"/>
                  <a:pt x="1248778" y="69780"/>
                </a:cubicBezTo>
                <a:cubicBezTo>
                  <a:pt x="1248291" y="67562"/>
                  <a:pt x="1247527" y="66019"/>
                  <a:pt x="1246485" y="65153"/>
                </a:cubicBezTo>
                <a:cubicBezTo>
                  <a:pt x="1245443" y="64286"/>
                  <a:pt x="1244018" y="63853"/>
                  <a:pt x="1242212" y="63853"/>
                </a:cubicBezTo>
                <a:cubicBezTo>
                  <a:pt x="1240267" y="63853"/>
                  <a:pt x="1237905" y="64373"/>
                  <a:pt x="1235126" y="65413"/>
                </a:cubicBezTo>
                <a:lnTo>
                  <a:pt x="1233667" y="61668"/>
                </a:lnTo>
                <a:lnTo>
                  <a:pt x="1262429" y="50022"/>
                </a:lnTo>
                <a:lnTo>
                  <a:pt x="1267015" y="50022"/>
                </a:lnTo>
                <a:close/>
                <a:moveTo>
                  <a:pt x="1355323" y="50022"/>
                </a:moveTo>
                <a:lnTo>
                  <a:pt x="1355323" y="82328"/>
                </a:lnTo>
                <a:lnTo>
                  <a:pt x="1351884" y="82328"/>
                </a:lnTo>
                <a:cubicBezTo>
                  <a:pt x="1349244" y="72196"/>
                  <a:pt x="1345857" y="65304"/>
                  <a:pt x="1341723" y="61652"/>
                </a:cubicBezTo>
                <a:cubicBezTo>
                  <a:pt x="1337590" y="57998"/>
                  <a:pt x="1332327" y="56171"/>
                  <a:pt x="1325935" y="56171"/>
                </a:cubicBezTo>
                <a:cubicBezTo>
                  <a:pt x="1321072" y="56171"/>
                  <a:pt x="1317146" y="57455"/>
                  <a:pt x="1314159" y="60024"/>
                </a:cubicBezTo>
                <a:cubicBezTo>
                  <a:pt x="1311171" y="62590"/>
                  <a:pt x="1309678" y="65435"/>
                  <a:pt x="1309678" y="68559"/>
                </a:cubicBezTo>
                <a:cubicBezTo>
                  <a:pt x="1309678" y="72446"/>
                  <a:pt x="1310789" y="75776"/>
                  <a:pt x="1313013" y="78551"/>
                </a:cubicBezTo>
                <a:cubicBezTo>
                  <a:pt x="1315166" y="81397"/>
                  <a:pt x="1319543" y="84416"/>
                  <a:pt x="1326143" y="87607"/>
                </a:cubicBezTo>
                <a:lnTo>
                  <a:pt x="1341359" y="95000"/>
                </a:lnTo>
                <a:cubicBezTo>
                  <a:pt x="1355462" y="101869"/>
                  <a:pt x="1362514" y="110926"/>
                  <a:pt x="1362514" y="122170"/>
                </a:cubicBezTo>
                <a:cubicBezTo>
                  <a:pt x="1362514" y="130844"/>
                  <a:pt x="1359231" y="137836"/>
                  <a:pt x="1352666" y="143147"/>
                </a:cubicBezTo>
                <a:cubicBezTo>
                  <a:pt x="1346100" y="148455"/>
                  <a:pt x="1338753" y="151109"/>
                  <a:pt x="1330625" y="151109"/>
                </a:cubicBezTo>
                <a:cubicBezTo>
                  <a:pt x="1324789" y="151109"/>
                  <a:pt x="1318119" y="150067"/>
                  <a:pt x="1310616" y="147983"/>
                </a:cubicBezTo>
                <a:cubicBezTo>
                  <a:pt x="1308323" y="147288"/>
                  <a:pt x="1306447" y="146941"/>
                  <a:pt x="1304988" y="146941"/>
                </a:cubicBezTo>
                <a:cubicBezTo>
                  <a:pt x="1303390" y="146941"/>
                  <a:pt x="1302140" y="147844"/>
                  <a:pt x="1301236" y="149650"/>
                </a:cubicBezTo>
                <a:lnTo>
                  <a:pt x="1297797" y="149650"/>
                </a:lnTo>
                <a:lnTo>
                  <a:pt x="1297797" y="115468"/>
                </a:lnTo>
                <a:lnTo>
                  <a:pt x="1301236" y="115468"/>
                </a:lnTo>
                <a:cubicBezTo>
                  <a:pt x="1303182" y="125229"/>
                  <a:pt x="1306899" y="132585"/>
                  <a:pt x="1312387" y="137535"/>
                </a:cubicBezTo>
                <a:cubicBezTo>
                  <a:pt x="1317876" y="142485"/>
                  <a:pt x="1324024" y="144961"/>
                  <a:pt x="1330833" y="144961"/>
                </a:cubicBezTo>
                <a:cubicBezTo>
                  <a:pt x="1335627" y="144961"/>
                  <a:pt x="1339535" y="143556"/>
                  <a:pt x="1342557" y="140746"/>
                </a:cubicBezTo>
                <a:cubicBezTo>
                  <a:pt x="1345579" y="137935"/>
                  <a:pt x="1347090" y="134551"/>
                  <a:pt x="1347090" y="130595"/>
                </a:cubicBezTo>
                <a:cubicBezTo>
                  <a:pt x="1347090" y="125806"/>
                  <a:pt x="1345405" y="121781"/>
                  <a:pt x="1342036" y="118520"/>
                </a:cubicBezTo>
                <a:cubicBezTo>
                  <a:pt x="1338666" y="115259"/>
                  <a:pt x="1331945" y="111130"/>
                  <a:pt x="1321871" y="106135"/>
                </a:cubicBezTo>
                <a:cubicBezTo>
                  <a:pt x="1311797" y="101137"/>
                  <a:pt x="1305197" y="96625"/>
                  <a:pt x="1302070" y="92600"/>
                </a:cubicBezTo>
                <a:cubicBezTo>
                  <a:pt x="1298944" y="88644"/>
                  <a:pt x="1297381" y="83647"/>
                  <a:pt x="1297381" y="77609"/>
                </a:cubicBezTo>
                <a:cubicBezTo>
                  <a:pt x="1297381" y="69767"/>
                  <a:pt x="1300073" y="63210"/>
                  <a:pt x="1305457" y="57936"/>
                </a:cubicBezTo>
                <a:cubicBezTo>
                  <a:pt x="1310841" y="52660"/>
                  <a:pt x="1317806" y="50022"/>
                  <a:pt x="1326352" y="50022"/>
                </a:cubicBezTo>
                <a:cubicBezTo>
                  <a:pt x="1330104" y="50022"/>
                  <a:pt x="1334654" y="50821"/>
                  <a:pt x="1340004" y="52419"/>
                </a:cubicBezTo>
                <a:cubicBezTo>
                  <a:pt x="1343547" y="53461"/>
                  <a:pt x="1345909" y="53982"/>
                  <a:pt x="1347090" y="53982"/>
                </a:cubicBezTo>
                <a:cubicBezTo>
                  <a:pt x="1348202" y="53982"/>
                  <a:pt x="1349070" y="53739"/>
                  <a:pt x="1349696" y="53253"/>
                </a:cubicBezTo>
                <a:cubicBezTo>
                  <a:pt x="1350321" y="52767"/>
                  <a:pt x="1351050" y="51690"/>
                  <a:pt x="1351884" y="50022"/>
                </a:cubicBezTo>
                <a:lnTo>
                  <a:pt x="1355323" y="50022"/>
                </a:ln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&amp;discussion">
            <a:extLst xmlns:a="http://schemas.openxmlformats.org/drawingml/2006/main">
              <a:ext uri="{FF2B5EF4-FFF2-40B4-BE49-F238E27FC236}">
                <a16:creationId xmlns:a16="http://schemas.microsoft.com/office/drawing/2014/main" id="{E0F1FB95-2843-4515-8DD6-9E27002C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9219" y="1603760"/>
            <a:ext cx="1104220" cy="151318"/>
          </a:xfrm>
          <a:custGeom xmlns:a="http://schemas.openxmlformats.org/drawingml/2006/main">
            <a:pathLst>
              <a:path w="1104220" h="151318">
                <a:moveTo>
                  <a:pt x="101087" y="57317"/>
                </a:moveTo>
                <a:lnTo>
                  <a:pt x="144856" y="57317"/>
                </a:lnTo>
                <a:lnTo>
                  <a:pt x="144856" y="61173"/>
                </a:lnTo>
                <a:cubicBezTo>
                  <a:pt x="138812" y="61657"/>
                  <a:pt x="134348" y="62991"/>
                  <a:pt x="131465" y="65176"/>
                </a:cubicBezTo>
                <a:cubicBezTo>
                  <a:pt x="128582" y="67360"/>
                  <a:pt x="124083" y="73962"/>
                  <a:pt x="117969" y="84983"/>
                </a:cubicBezTo>
                <a:cubicBezTo>
                  <a:pt x="111855" y="96001"/>
                  <a:pt x="104977" y="106293"/>
                  <a:pt x="97335" y="115859"/>
                </a:cubicBezTo>
                <a:cubicBezTo>
                  <a:pt x="103518" y="122978"/>
                  <a:pt x="109042" y="127959"/>
                  <a:pt x="113905" y="130801"/>
                </a:cubicBezTo>
                <a:cubicBezTo>
                  <a:pt x="118768" y="133640"/>
                  <a:pt x="123666" y="135060"/>
                  <a:pt x="128599" y="135060"/>
                </a:cubicBezTo>
                <a:cubicBezTo>
                  <a:pt x="133393" y="135060"/>
                  <a:pt x="137457" y="133758"/>
                  <a:pt x="140792" y="131152"/>
                </a:cubicBezTo>
                <a:cubicBezTo>
                  <a:pt x="144127" y="128547"/>
                  <a:pt x="146489" y="124708"/>
                  <a:pt x="147878" y="119637"/>
                </a:cubicBezTo>
                <a:lnTo>
                  <a:pt x="151734" y="122450"/>
                </a:lnTo>
                <a:cubicBezTo>
                  <a:pt x="149164" y="132264"/>
                  <a:pt x="145030" y="139528"/>
                  <a:pt x="139333" y="144244"/>
                </a:cubicBezTo>
                <a:cubicBezTo>
                  <a:pt x="133636" y="148960"/>
                  <a:pt x="127001" y="151318"/>
                  <a:pt x="119428" y="151318"/>
                </a:cubicBezTo>
                <a:cubicBezTo>
                  <a:pt x="113731" y="151318"/>
                  <a:pt x="107947" y="149775"/>
                  <a:pt x="102077" y="146690"/>
                </a:cubicBezTo>
                <a:cubicBezTo>
                  <a:pt x="96206" y="143605"/>
                  <a:pt x="89797" y="138389"/>
                  <a:pt x="82849" y="131042"/>
                </a:cubicBezTo>
                <a:cubicBezTo>
                  <a:pt x="74235" y="138666"/>
                  <a:pt x="66471" y="143952"/>
                  <a:pt x="59558" y="146898"/>
                </a:cubicBezTo>
                <a:cubicBezTo>
                  <a:pt x="52645" y="149844"/>
                  <a:pt x="45263" y="151318"/>
                  <a:pt x="37413" y="151318"/>
                </a:cubicBezTo>
                <a:cubicBezTo>
                  <a:pt x="25949" y="151318"/>
                  <a:pt x="16848" y="148265"/>
                  <a:pt x="10109" y="142160"/>
                </a:cubicBezTo>
                <a:cubicBezTo>
                  <a:pt x="3370" y="136055"/>
                  <a:pt x="0" y="128771"/>
                  <a:pt x="0" y="120308"/>
                </a:cubicBezTo>
                <a:cubicBezTo>
                  <a:pt x="0" y="111912"/>
                  <a:pt x="3022" y="103535"/>
                  <a:pt x="9067" y="95176"/>
                </a:cubicBezTo>
                <a:cubicBezTo>
                  <a:pt x="15111" y="86815"/>
                  <a:pt x="26470" y="78160"/>
                  <a:pt x="43144" y="69211"/>
                </a:cubicBezTo>
                <a:cubicBezTo>
                  <a:pt x="39879" y="61996"/>
                  <a:pt x="37656" y="56082"/>
                  <a:pt x="36475" y="51468"/>
                </a:cubicBezTo>
                <a:cubicBezTo>
                  <a:pt x="35294" y="46855"/>
                  <a:pt x="34703" y="42431"/>
                  <a:pt x="34703" y="38197"/>
                </a:cubicBezTo>
                <a:cubicBezTo>
                  <a:pt x="34703" y="26334"/>
                  <a:pt x="39080" y="17281"/>
                  <a:pt x="47834" y="11037"/>
                </a:cubicBezTo>
                <a:cubicBezTo>
                  <a:pt x="54642" y="6180"/>
                  <a:pt x="62389" y="3752"/>
                  <a:pt x="71073" y="3752"/>
                </a:cubicBezTo>
                <a:cubicBezTo>
                  <a:pt x="79341" y="3752"/>
                  <a:pt x="86080" y="6197"/>
                  <a:pt x="91291" y="11089"/>
                </a:cubicBezTo>
                <a:cubicBezTo>
                  <a:pt x="96501" y="15980"/>
                  <a:pt x="99107" y="21999"/>
                  <a:pt x="99107" y="29144"/>
                </a:cubicBezTo>
                <a:cubicBezTo>
                  <a:pt x="99107" y="36497"/>
                  <a:pt x="96588" y="42950"/>
                  <a:pt x="91551" y="48501"/>
                </a:cubicBezTo>
                <a:cubicBezTo>
                  <a:pt x="86514" y="54051"/>
                  <a:pt x="77604" y="60121"/>
                  <a:pt x="64821" y="66713"/>
                </a:cubicBezTo>
                <a:cubicBezTo>
                  <a:pt x="73644" y="82403"/>
                  <a:pt x="82849" y="96775"/>
                  <a:pt x="92437" y="109828"/>
                </a:cubicBezTo>
                <a:cubicBezTo>
                  <a:pt x="104665" y="95273"/>
                  <a:pt x="110779" y="83005"/>
                  <a:pt x="110779" y="73024"/>
                </a:cubicBezTo>
                <a:cubicBezTo>
                  <a:pt x="110779" y="69837"/>
                  <a:pt x="109736" y="66996"/>
                  <a:pt x="107652" y="64501"/>
                </a:cubicBezTo>
                <a:cubicBezTo>
                  <a:pt x="106124" y="62630"/>
                  <a:pt x="103935" y="61521"/>
                  <a:pt x="101087" y="61173"/>
                </a:cubicBezTo>
                <a:lnTo>
                  <a:pt x="101087" y="57317"/>
                </a:lnTo>
                <a:moveTo>
                  <a:pt x="61277" y="59949"/>
                </a:moveTo>
                <a:cubicBezTo>
                  <a:pt x="69892" y="55865"/>
                  <a:pt x="76336" y="51227"/>
                  <a:pt x="80609" y="46036"/>
                </a:cubicBezTo>
                <a:cubicBezTo>
                  <a:pt x="84882" y="40845"/>
                  <a:pt x="87018" y="35066"/>
                  <a:pt x="87018" y="28698"/>
                </a:cubicBezTo>
                <a:cubicBezTo>
                  <a:pt x="87018" y="23715"/>
                  <a:pt x="85472" y="19598"/>
                  <a:pt x="82381" y="16345"/>
                </a:cubicBezTo>
                <a:cubicBezTo>
                  <a:pt x="79289" y="13091"/>
                  <a:pt x="75450" y="11463"/>
                  <a:pt x="70865" y="11463"/>
                </a:cubicBezTo>
                <a:cubicBezTo>
                  <a:pt x="64821" y="11463"/>
                  <a:pt x="60253" y="13557"/>
                  <a:pt x="57161" y="17746"/>
                </a:cubicBezTo>
                <a:cubicBezTo>
                  <a:pt x="54069" y="21931"/>
                  <a:pt x="52523" y="26033"/>
                  <a:pt x="52523" y="30049"/>
                </a:cubicBezTo>
                <a:cubicBezTo>
                  <a:pt x="52523" y="33440"/>
                  <a:pt x="53114" y="37230"/>
                  <a:pt x="54295" y="41418"/>
                </a:cubicBezTo>
                <a:cubicBezTo>
                  <a:pt x="55476" y="45604"/>
                  <a:pt x="57804" y="51781"/>
                  <a:pt x="61277" y="59949"/>
                </a:cubicBezTo>
                <a:moveTo>
                  <a:pt x="77430" y="125010"/>
                </a:moveTo>
                <a:cubicBezTo>
                  <a:pt x="68260" y="112518"/>
                  <a:pt x="61903" y="103391"/>
                  <a:pt x="58359" y="97631"/>
                </a:cubicBezTo>
                <a:cubicBezTo>
                  <a:pt x="54816" y="91869"/>
                  <a:pt x="50926" y="84720"/>
                  <a:pt x="46687" y="76183"/>
                </a:cubicBezTo>
                <a:cubicBezTo>
                  <a:pt x="38350" y="80986"/>
                  <a:pt x="32080" y="86274"/>
                  <a:pt x="27877" y="92050"/>
                </a:cubicBezTo>
                <a:cubicBezTo>
                  <a:pt x="23674" y="97825"/>
                  <a:pt x="21572" y="104087"/>
                  <a:pt x="21572" y="110837"/>
                </a:cubicBezTo>
                <a:cubicBezTo>
                  <a:pt x="21572" y="118284"/>
                  <a:pt x="23969" y="124826"/>
                  <a:pt x="28763" y="130462"/>
                </a:cubicBezTo>
                <a:cubicBezTo>
                  <a:pt x="33557" y="136098"/>
                  <a:pt x="40018" y="138916"/>
                  <a:pt x="48146" y="138916"/>
                </a:cubicBezTo>
                <a:cubicBezTo>
                  <a:pt x="52523" y="138916"/>
                  <a:pt x="56744" y="138039"/>
                  <a:pt x="60808" y="136285"/>
                </a:cubicBezTo>
                <a:cubicBezTo>
                  <a:pt x="64873" y="134528"/>
                  <a:pt x="70413" y="130770"/>
                  <a:pt x="77430" y="125010"/>
                </a:cubicBezTo>
                <a:close/>
                <a:moveTo>
                  <a:pt x="286400" y="137457"/>
                </a:moveTo>
                <a:cubicBezTo>
                  <a:pt x="281745" y="142320"/>
                  <a:pt x="277194" y="145812"/>
                  <a:pt x="272748" y="147931"/>
                </a:cubicBezTo>
                <a:cubicBezTo>
                  <a:pt x="268301" y="150050"/>
                  <a:pt x="263507" y="151109"/>
                  <a:pt x="258366" y="151109"/>
                </a:cubicBezTo>
                <a:cubicBezTo>
                  <a:pt x="247945" y="151109"/>
                  <a:pt x="238844" y="146759"/>
                  <a:pt x="231062" y="138060"/>
                </a:cubicBezTo>
                <a:cubicBezTo>
                  <a:pt x="223281" y="129358"/>
                  <a:pt x="219391" y="118177"/>
                  <a:pt x="219391" y="104516"/>
                </a:cubicBezTo>
                <a:cubicBezTo>
                  <a:pt x="219391" y="90858"/>
                  <a:pt x="223698" y="78361"/>
                  <a:pt x="232313" y="67025"/>
                </a:cubicBezTo>
                <a:cubicBezTo>
                  <a:pt x="240928" y="55690"/>
                  <a:pt x="252009" y="50022"/>
                  <a:pt x="265557" y="50022"/>
                </a:cubicBezTo>
                <a:cubicBezTo>
                  <a:pt x="273964" y="50022"/>
                  <a:pt x="280911" y="52697"/>
                  <a:pt x="286400" y="58047"/>
                </a:cubicBezTo>
                <a:lnTo>
                  <a:pt x="286400" y="40396"/>
                </a:lnTo>
                <a:cubicBezTo>
                  <a:pt x="286400" y="29442"/>
                  <a:pt x="286139" y="22710"/>
                  <a:pt x="285618" y="20198"/>
                </a:cubicBezTo>
                <a:cubicBezTo>
                  <a:pt x="285097" y="17686"/>
                  <a:pt x="284281" y="15977"/>
                  <a:pt x="283169" y="15072"/>
                </a:cubicBezTo>
                <a:cubicBezTo>
                  <a:pt x="282057" y="14164"/>
                  <a:pt x="280668" y="13711"/>
                  <a:pt x="279001" y="13711"/>
                </a:cubicBezTo>
                <a:cubicBezTo>
                  <a:pt x="277194" y="13711"/>
                  <a:pt x="274797" y="14269"/>
                  <a:pt x="271810" y="15384"/>
                </a:cubicBezTo>
                <a:lnTo>
                  <a:pt x="270455" y="11721"/>
                </a:lnTo>
                <a:lnTo>
                  <a:pt x="298905" y="0"/>
                </a:lnTo>
                <a:lnTo>
                  <a:pt x="303595" y="0"/>
                </a:lnTo>
                <a:lnTo>
                  <a:pt x="303595" y="110362"/>
                </a:lnTo>
                <a:cubicBezTo>
                  <a:pt x="303595" y="121547"/>
                  <a:pt x="303855" y="128373"/>
                  <a:pt x="304376" y="130840"/>
                </a:cubicBezTo>
                <a:cubicBezTo>
                  <a:pt x="304897" y="133306"/>
                  <a:pt x="305731" y="135026"/>
                  <a:pt x="306878" y="135998"/>
                </a:cubicBezTo>
                <a:cubicBezTo>
                  <a:pt x="308024" y="136971"/>
                  <a:pt x="309361" y="137457"/>
                  <a:pt x="310890" y="137457"/>
                </a:cubicBezTo>
                <a:cubicBezTo>
                  <a:pt x="312766" y="137457"/>
                  <a:pt x="315267" y="136867"/>
                  <a:pt x="318393" y="135686"/>
                </a:cubicBezTo>
                <a:lnTo>
                  <a:pt x="319539" y="139333"/>
                </a:lnTo>
                <a:lnTo>
                  <a:pt x="291193" y="151109"/>
                </a:lnTo>
                <a:lnTo>
                  <a:pt x="286400" y="151109"/>
                </a:lnTo>
                <a:lnTo>
                  <a:pt x="286400" y="137457"/>
                </a:lnTo>
                <a:moveTo>
                  <a:pt x="286400" y="130185"/>
                </a:moveTo>
                <a:lnTo>
                  <a:pt x="286400" y="81120"/>
                </a:lnTo>
                <a:cubicBezTo>
                  <a:pt x="285983" y="76407"/>
                  <a:pt x="284732" y="72110"/>
                  <a:pt x="282648" y="68230"/>
                </a:cubicBezTo>
                <a:cubicBezTo>
                  <a:pt x="280564" y="64348"/>
                  <a:pt x="277802" y="61421"/>
                  <a:pt x="274363" y="59447"/>
                </a:cubicBezTo>
                <a:cubicBezTo>
                  <a:pt x="270924" y="57471"/>
                  <a:pt x="267572" y="56484"/>
                  <a:pt x="264306" y="56484"/>
                </a:cubicBezTo>
                <a:cubicBezTo>
                  <a:pt x="258193" y="56484"/>
                  <a:pt x="252739" y="59221"/>
                  <a:pt x="247945" y="64697"/>
                </a:cubicBezTo>
                <a:cubicBezTo>
                  <a:pt x="241623" y="71903"/>
                  <a:pt x="238462" y="82436"/>
                  <a:pt x="238462" y="96296"/>
                </a:cubicBezTo>
                <a:cubicBezTo>
                  <a:pt x="238462" y="110296"/>
                  <a:pt x="241519" y="121021"/>
                  <a:pt x="247632" y="128472"/>
                </a:cubicBezTo>
                <a:cubicBezTo>
                  <a:pt x="253746" y="135921"/>
                  <a:pt x="260555" y="139646"/>
                  <a:pt x="268058" y="139646"/>
                </a:cubicBezTo>
                <a:cubicBezTo>
                  <a:pt x="274380" y="139646"/>
                  <a:pt x="280494" y="136492"/>
                  <a:pt x="286400" y="130185"/>
                </a:cubicBezTo>
                <a:close/>
                <a:moveTo>
                  <a:pt x="350304" y="0"/>
                </a:moveTo>
                <a:cubicBezTo>
                  <a:pt x="353222" y="0"/>
                  <a:pt x="355706" y="1030"/>
                  <a:pt x="357756" y="3091"/>
                </a:cubicBezTo>
                <a:cubicBezTo>
                  <a:pt x="359805" y="5149"/>
                  <a:pt x="360830" y="7644"/>
                  <a:pt x="360830" y="10578"/>
                </a:cubicBezTo>
                <a:cubicBezTo>
                  <a:pt x="360830" y="13511"/>
                  <a:pt x="359805" y="16025"/>
                  <a:pt x="357756" y="18120"/>
                </a:cubicBezTo>
                <a:cubicBezTo>
                  <a:pt x="355706" y="20213"/>
                  <a:pt x="353222" y="21259"/>
                  <a:pt x="350304" y="21259"/>
                </a:cubicBezTo>
                <a:cubicBezTo>
                  <a:pt x="347387" y="21259"/>
                  <a:pt x="344885" y="20213"/>
                  <a:pt x="342801" y="18120"/>
                </a:cubicBezTo>
                <a:cubicBezTo>
                  <a:pt x="340717" y="16025"/>
                  <a:pt x="339675" y="13511"/>
                  <a:pt x="339675" y="10578"/>
                </a:cubicBezTo>
                <a:cubicBezTo>
                  <a:pt x="339675" y="7644"/>
                  <a:pt x="340700" y="5149"/>
                  <a:pt x="342749" y="3091"/>
                </a:cubicBezTo>
                <a:cubicBezTo>
                  <a:pt x="344799" y="1030"/>
                  <a:pt x="347317" y="0"/>
                  <a:pt x="350304" y="0"/>
                </a:cubicBezTo>
                <a:moveTo>
                  <a:pt x="358954" y="50022"/>
                </a:moveTo>
                <a:lnTo>
                  <a:pt x="358954" y="126554"/>
                </a:lnTo>
                <a:cubicBezTo>
                  <a:pt x="358954" y="132516"/>
                  <a:pt x="359388" y="136485"/>
                  <a:pt x="360257" y="138460"/>
                </a:cubicBezTo>
                <a:cubicBezTo>
                  <a:pt x="361125" y="140436"/>
                  <a:pt x="362411" y="141909"/>
                  <a:pt x="364113" y="142880"/>
                </a:cubicBezTo>
                <a:cubicBezTo>
                  <a:pt x="365815" y="143850"/>
                  <a:pt x="368924" y="144335"/>
                  <a:pt x="373440" y="144335"/>
                </a:cubicBezTo>
                <a:lnTo>
                  <a:pt x="373440" y="148191"/>
                </a:lnTo>
                <a:lnTo>
                  <a:pt x="327065" y="148191"/>
                </a:lnTo>
                <a:lnTo>
                  <a:pt x="327065" y="144335"/>
                </a:lnTo>
                <a:cubicBezTo>
                  <a:pt x="331720" y="144335"/>
                  <a:pt x="334846" y="143885"/>
                  <a:pt x="336444" y="142984"/>
                </a:cubicBezTo>
                <a:cubicBezTo>
                  <a:pt x="338042" y="142083"/>
                  <a:pt x="339310" y="140592"/>
                  <a:pt x="340248" y="138512"/>
                </a:cubicBezTo>
                <a:cubicBezTo>
                  <a:pt x="341186" y="136432"/>
                  <a:pt x="341655" y="132446"/>
                  <a:pt x="341655" y="126554"/>
                </a:cubicBezTo>
                <a:lnTo>
                  <a:pt x="341655" y="89848"/>
                </a:lnTo>
                <a:cubicBezTo>
                  <a:pt x="341655" y="79518"/>
                  <a:pt x="341342" y="72829"/>
                  <a:pt x="340717" y="69780"/>
                </a:cubicBezTo>
                <a:cubicBezTo>
                  <a:pt x="340231" y="67562"/>
                  <a:pt x="339466" y="66019"/>
                  <a:pt x="338424" y="65153"/>
                </a:cubicBezTo>
                <a:cubicBezTo>
                  <a:pt x="337382" y="64286"/>
                  <a:pt x="335958" y="63853"/>
                  <a:pt x="334151" y="63853"/>
                </a:cubicBezTo>
                <a:cubicBezTo>
                  <a:pt x="332206" y="63853"/>
                  <a:pt x="329844" y="64373"/>
                  <a:pt x="327065" y="65413"/>
                </a:cubicBezTo>
                <a:lnTo>
                  <a:pt x="325606" y="61668"/>
                </a:lnTo>
                <a:lnTo>
                  <a:pt x="354369" y="50022"/>
                </a:lnTo>
                <a:lnTo>
                  <a:pt x="358954" y="50022"/>
                </a:lnTo>
                <a:close/>
                <a:moveTo>
                  <a:pt x="447263" y="50022"/>
                </a:moveTo>
                <a:lnTo>
                  <a:pt x="447263" y="82328"/>
                </a:lnTo>
                <a:lnTo>
                  <a:pt x="443824" y="82328"/>
                </a:lnTo>
                <a:cubicBezTo>
                  <a:pt x="441184" y="72196"/>
                  <a:pt x="437797" y="65304"/>
                  <a:pt x="433664" y="61652"/>
                </a:cubicBezTo>
                <a:cubicBezTo>
                  <a:pt x="429530" y="57998"/>
                  <a:pt x="424267" y="56171"/>
                  <a:pt x="417875" y="56171"/>
                </a:cubicBezTo>
                <a:cubicBezTo>
                  <a:pt x="413012" y="56171"/>
                  <a:pt x="409087" y="57455"/>
                  <a:pt x="406099" y="60024"/>
                </a:cubicBezTo>
                <a:cubicBezTo>
                  <a:pt x="403112" y="62590"/>
                  <a:pt x="401618" y="65435"/>
                  <a:pt x="401618" y="68559"/>
                </a:cubicBezTo>
                <a:cubicBezTo>
                  <a:pt x="401618" y="72446"/>
                  <a:pt x="402730" y="75776"/>
                  <a:pt x="404953" y="78551"/>
                </a:cubicBezTo>
                <a:cubicBezTo>
                  <a:pt x="407107" y="81397"/>
                  <a:pt x="411483" y="84416"/>
                  <a:pt x="418084" y="87607"/>
                </a:cubicBezTo>
                <a:lnTo>
                  <a:pt x="433299" y="95000"/>
                </a:lnTo>
                <a:cubicBezTo>
                  <a:pt x="447402" y="101869"/>
                  <a:pt x="454454" y="110926"/>
                  <a:pt x="454454" y="122170"/>
                </a:cubicBezTo>
                <a:cubicBezTo>
                  <a:pt x="454454" y="130844"/>
                  <a:pt x="451171" y="137836"/>
                  <a:pt x="444606" y="143147"/>
                </a:cubicBezTo>
                <a:cubicBezTo>
                  <a:pt x="438040" y="148455"/>
                  <a:pt x="430693" y="151109"/>
                  <a:pt x="422565" y="151109"/>
                </a:cubicBezTo>
                <a:cubicBezTo>
                  <a:pt x="416729" y="151109"/>
                  <a:pt x="410059" y="150067"/>
                  <a:pt x="402556" y="147983"/>
                </a:cubicBezTo>
                <a:cubicBezTo>
                  <a:pt x="400263" y="147288"/>
                  <a:pt x="398387" y="146941"/>
                  <a:pt x="396928" y="146941"/>
                </a:cubicBezTo>
                <a:cubicBezTo>
                  <a:pt x="395330" y="146941"/>
                  <a:pt x="394080" y="147844"/>
                  <a:pt x="393177" y="149650"/>
                </a:cubicBezTo>
                <a:lnTo>
                  <a:pt x="389738" y="149650"/>
                </a:lnTo>
                <a:lnTo>
                  <a:pt x="389738" y="115468"/>
                </a:lnTo>
                <a:lnTo>
                  <a:pt x="393177" y="115468"/>
                </a:lnTo>
                <a:cubicBezTo>
                  <a:pt x="395122" y="125229"/>
                  <a:pt x="398839" y="132585"/>
                  <a:pt x="404328" y="137535"/>
                </a:cubicBezTo>
                <a:cubicBezTo>
                  <a:pt x="409816" y="142485"/>
                  <a:pt x="415965" y="144961"/>
                  <a:pt x="422773" y="144961"/>
                </a:cubicBezTo>
                <a:cubicBezTo>
                  <a:pt x="427567" y="144961"/>
                  <a:pt x="431475" y="143556"/>
                  <a:pt x="434497" y="140746"/>
                </a:cubicBezTo>
                <a:cubicBezTo>
                  <a:pt x="437519" y="137935"/>
                  <a:pt x="439030" y="134551"/>
                  <a:pt x="439030" y="130595"/>
                </a:cubicBezTo>
                <a:cubicBezTo>
                  <a:pt x="439030" y="125806"/>
                  <a:pt x="437346" y="121781"/>
                  <a:pt x="433976" y="118520"/>
                </a:cubicBezTo>
                <a:cubicBezTo>
                  <a:pt x="430607" y="115259"/>
                  <a:pt x="423885" y="111130"/>
                  <a:pt x="413811" y="106135"/>
                </a:cubicBezTo>
                <a:cubicBezTo>
                  <a:pt x="403737" y="101137"/>
                  <a:pt x="397137" y="96625"/>
                  <a:pt x="394010" y="92600"/>
                </a:cubicBezTo>
                <a:cubicBezTo>
                  <a:pt x="390884" y="88644"/>
                  <a:pt x="389321" y="83647"/>
                  <a:pt x="389321" y="77609"/>
                </a:cubicBezTo>
                <a:cubicBezTo>
                  <a:pt x="389321" y="69767"/>
                  <a:pt x="392013" y="63210"/>
                  <a:pt x="397397" y="57936"/>
                </a:cubicBezTo>
                <a:cubicBezTo>
                  <a:pt x="402782" y="52660"/>
                  <a:pt x="409747" y="50022"/>
                  <a:pt x="418292" y="50022"/>
                </a:cubicBezTo>
                <a:cubicBezTo>
                  <a:pt x="422044" y="50022"/>
                  <a:pt x="426594" y="50821"/>
                  <a:pt x="431944" y="52419"/>
                </a:cubicBezTo>
                <a:cubicBezTo>
                  <a:pt x="435487" y="53461"/>
                  <a:pt x="437849" y="53982"/>
                  <a:pt x="439030" y="53982"/>
                </a:cubicBezTo>
                <a:cubicBezTo>
                  <a:pt x="440142" y="53982"/>
                  <a:pt x="441011" y="53739"/>
                  <a:pt x="441636" y="53253"/>
                </a:cubicBezTo>
                <a:cubicBezTo>
                  <a:pt x="442261" y="52767"/>
                  <a:pt x="442991" y="51690"/>
                  <a:pt x="443824" y="50022"/>
                </a:cubicBezTo>
                <a:lnTo>
                  <a:pt x="447263" y="50022"/>
                </a:lnTo>
                <a:close/>
                <a:moveTo>
                  <a:pt x="550278" y="111925"/>
                </a:moveTo>
                <a:cubicBezTo>
                  <a:pt x="547708" y="124500"/>
                  <a:pt x="542671" y="134174"/>
                  <a:pt x="535167" y="140948"/>
                </a:cubicBezTo>
                <a:cubicBezTo>
                  <a:pt x="527664" y="147722"/>
                  <a:pt x="519362" y="151109"/>
                  <a:pt x="510260" y="151109"/>
                </a:cubicBezTo>
                <a:cubicBezTo>
                  <a:pt x="499422" y="151109"/>
                  <a:pt x="489974" y="146564"/>
                  <a:pt x="481914" y="137473"/>
                </a:cubicBezTo>
                <a:cubicBezTo>
                  <a:pt x="473855" y="128381"/>
                  <a:pt x="469826" y="116096"/>
                  <a:pt x="469826" y="100618"/>
                </a:cubicBezTo>
                <a:cubicBezTo>
                  <a:pt x="469826" y="85626"/>
                  <a:pt x="474290" y="73446"/>
                  <a:pt x="483217" y="64078"/>
                </a:cubicBezTo>
                <a:cubicBezTo>
                  <a:pt x="492145" y="54708"/>
                  <a:pt x="502861" y="50022"/>
                  <a:pt x="515367" y="50022"/>
                </a:cubicBezTo>
                <a:cubicBezTo>
                  <a:pt x="524746" y="50022"/>
                  <a:pt x="532458" y="52498"/>
                  <a:pt x="538502" y="57451"/>
                </a:cubicBezTo>
                <a:cubicBezTo>
                  <a:pt x="544547" y="62401"/>
                  <a:pt x="547569" y="67542"/>
                  <a:pt x="547569" y="72874"/>
                </a:cubicBezTo>
                <a:cubicBezTo>
                  <a:pt x="547569" y="75506"/>
                  <a:pt x="546718" y="77636"/>
                  <a:pt x="545016" y="79264"/>
                </a:cubicBezTo>
                <a:cubicBezTo>
                  <a:pt x="543313" y="80890"/>
                  <a:pt x="540934" y="81703"/>
                  <a:pt x="537877" y="81703"/>
                </a:cubicBezTo>
                <a:cubicBezTo>
                  <a:pt x="533778" y="81703"/>
                  <a:pt x="530686" y="80383"/>
                  <a:pt x="528602" y="77743"/>
                </a:cubicBezTo>
                <a:cubicBezTo>
                  <a:pt x="527421" y="76284"/>
                  <a:pt x="526639" y="73505"/>
                  <a:pt x="526257" y="69406"/>
                </a:cubicBezTo>
                <a:cubicBezTo>
                  <a:pt x="525875" y="65307"/>
                  <a:pt x="524468" y="62181"/>
                  <a:pt x="522037" y="60027"/>
                </a:cubicBezTo>
                <a:cubicBezTo>
                  <a:pt x="519605" y="57943"/>
                  <a:pt x="516235" y="56900"/>
                  <a:pt x="511928" y="56900"/>
                </a:cubicBezTo>
                <a:cubicBezTo>
                  <a:pt x="504980" y="56900"/>
                  <a:pt x="499388" y="59471"/>
                  <a:pt x="495150" y="64612"/>
                </a:cubicBezTo>
                <a:cubicBezTo>
                  <a:pt x="489522" y="71421"/>
                  <a:pt x="486708" y="80418"/>
                  <a:pt x="486708" y="91603"/>
                </a:cubicBezTo>
                <a:cubicBezTo>
                  <a:pt x="486708" y="102997"/>
                  <a:pt x="489505" y="113054"/>
                  <a:pt x="495097" y="121773"/>
                </a:cubicBezTo>
                <a:cubicBezTo>
                  <a:pt x="500690" y="130492"/>
                  <a:pt x="508246" y="134852"/>
                  <a:pt x="517764" y="134852"/>
                </a:cubicBezTo>
                <a:cubicBezTo>
                  <a:pt x="524572" y="134852"/>
                  <a:pt x="530686" y="132524"/>
                  <a:pt x="536105" y="127870"/>
                </a:cubicBezTo>
                <a:cubicBezTo>
                  <a:pt x="539926" y="124674"/>
                  <a:pt x="543643" y="118872"/>
                  <a:pt x="547256" y="110466"/>
                </a:cubicBezTo>
                <a:lnTo>
                  <a:pt x="550278" y="111925"/>
                </a:lnTo>
                <a:close/>
                <a:moveTo>
                  <a:pt x="647890" y="52732"/>
                </a:moveTo>
                <a:lnTo>
                  <a:pt x="647890" y="110570"/>
                </a:lnTo>
                <a:cubicBezTo>
                  <a:pt x="647890" y="121617"/>
                  <a:pt x="648150" y="128373"/>
                  <a:pt x="648671" y="130840"/>
                </a:cubicBezTo>
                <a:cubicBezTo>
                  <a:pt x="649192" y="133306"/>
                  <a:pt x="650026" y="135026"/>
                  <a:pt x="651172" y="135998"/>
                </a:cubicBezTo>
                <a:cubicBezTo>
                  <a:pt x="652319" y="136971"/>
                  <a:pt x="653656" y="137457"/>
                  <a:pt x="655185" y="137457"/>
                </a:cubicBezTo>
                <a:cubicBezTo>
                  <a:pt x="657338" y="137457"/>
                  <a:pt x="659770" y="136867"/>
                  <a:pt x="662480" y="135686"/>
                </a:cubicBezTo>
                <a:lnTo>
                  <a:pt x="663939" y="139333"/>
                </a:lnTo>
                <a:lnTo>
                  <a:pt x="635384" y="151109"/>
                </a:lnTo>
                <a:lnTo>
                  <a:pt x="630695" y="151109"/>
                </a:lnTo>
                <a:lnTo>
                  <a:pt x="630695" y="130892"/>
                </a:lnTo>
                <a:cubicBezTo>
                  <a:pt x="622496" y="139785"/>
                  <a:pt x="616244" y="145377"/>
                  <a:pt x="611936" y="147670"/>
                </a:cubicBezTo>
                <a:cubicBezTo>
                  <a:pt x="607629" y="149963"/>
                  <a:pt x="603078" y="151109"/>
                  <a:pt x="598284" y="151109"/>
                </a:cubicBezTo>
                <a:cubicBezTo>
                  <a:pt x="592935" y="151109"/>
                  <a:pt x="588297" y="149563"/>
                  <a:pt x="584372" y="146472"/>
                </a:cubicBezTo>
                <a:cubicBezTo>
                  <a:pt x="580446" y="143380"/>
                  <a:pt x="577720" y="139402"/>
                  <a:pt x="576191" y="134539"/>
                </a:cubicBezTo>
                <a:cubicBezTo>
                  <a:pt x="574663" y="129676"/>
                  <a:pt x="573898" y="122798"/>
                  <a:pt x="573898" y="113905"/>
                </a:cubicBezTo>
                <a:lnTo>
                  <a:pt x="573898" y="71282"/>
                </a:lnTo>
                <a:cubicBezTo>
                  <a:pt x="573898" y="66766"/>
                  <a:pt x="573412" y="63640"/>
                  <a:pt x="572439" y="61903"/>
                </a:cubicBezTo>
                <a:cubicBezTo>
                  <a:pt x="571467" y="60166"/>
                  <a:pt x="570025" y="58828"/>
                  <a:pt x="568115" y="57890"/>
                </a:cubicBezTo>
                <a:cubicBezTo>
                  <a:pt x="566204" y="56952"/>
                  <a:pt x="562748" y="56518"/>
                  <a:pt x="557745" y="56588"/>
                </a:cubicBezTo>
                <a:lnTo>
                  <a:pt x="557745" y="52732"/>
                </a:lnTo>
                <a:lnTo>
                  <a:pt x="591198" y="52732"/>
                </a:lnTo>
                <a:lnTo>
                  <a:pt x="591198" y="116458"/>
                </a:lnTo>
                <a:cubicBezTo>
                  <a:pt x="591198" y="125329"/>
                  <a:pt x="592744" y="131151"/>
                  <a:pt x="595835" y="133924"/>
                </a:cubicBezTo>
                <a:cubicBezTo>
                  <a:pt x="598927" y="136696"/>
                  <a:pt x="602661" y="138082"/>
                  <a:pt x="607038" y="138082"/>
                </a:cubicBezTo>
                <a:cubicBezTo>
                  <a:pt x="610026" y="138082"/>
                  <a:pt x="613413" y="137147"/>
                  <a:pt x="617199" y="135275"/>
                </a:cubicBezTo>
                <a:cubicBezTo>
                  <a:pt x="620985" y="133404"/>
                  <a:pt x="625484" y="129835"/>
                  <a:pt x="630695" y="124571"/>
                </a:cubicBezTo>
                <a:lnTo>
                  <a:pt x="630695" y="70621"/>
                </a:lnTo>
                <a:cubicBezTo>
                  <a:pt x="630695" y="65215"/>
                  <a:pt x="629705" y="61560"/>
                  <a:pt x="627725" y="59656"/>
                </a:cubicBezTo>
                <a:cubicBezTo>
                  <a:pt x="625744" y="57749"/>
                  <a:pt x="621628" y="56727"/>
                  <a:pt x="615375" y="56588"/>
                </a:cubicBezTo>
                <a:lnTo>
                  <a:pt x="615375" y="52732"/>
                </a:lnTo>
                <a:lnTo>
                  <a:pt x="647890" y="52732"/>
                </a:lnTo>
                <a:close/>
                <a:moveTo>
                  <a:pt x="732949" y="50022"/>
                </a:moveTo>
                <a:lnTo>
                  <a:pt x="732949" y="82328"/>
                </a:lnTo>
                <a:lnTo>
                  <a:pt x="729510" y="82328"/>
                </a:lnTo>
                <a:cubicBezTo>
                  <a:pt x="726870" y="72196"/>
                  <a:pt x="723483" y="65304"/>
                  <a:pt x="719349" y="61652"/>
                </a:cubicBezTo>
                <a:cubicBezTo>
                  <a:pt x="715215" y="57998"/>
                  <a:pt x="709952" y="56171"/>
                  <a:pt x="703561" y="56171"/>
                </a:cubicBezTo>
                <a:cubicBezTo>
                  <a:pt x="698697" y="56171"/>
                  <a:pt x="694772" y="57455"/>
                  <a:pt x="691785" y="60024"/>
                </a:cubicBezTo>
                <a:cubicBezTo>
                  <a:pt x="688797" y="62590"/>
                  <a:pt x="687303" y="65435"/>
                  <a:pt x="687303" y="68559"/>
                </a:cubicBezTo>
                <a:cubicBezTo>
                  <a:pt x="687303" y="72446"/>
                  <a:pt x="688415" y="75776"/>
                  <a:pt x="690638" y="78551"/>
                </a:cubicBezTo>
                <a:cubicBezTo>
                  <a:pt x="692792" y="81397"/>
                  <a:pt x="697169" y="84416"/>
                  <a:pt x="703769" y="87607"/>
                </a:cubicBezTo>
                <a:lnTo>
                  <a:pt x="718984" y="95000"/>
                </a:lnTo>
                <a:cubicBezTo>
                  <a:pt x="733088" y="101869"/>
                  <a:pt x="740139" y="110926"/>
                  <a:pt x="740139" y="122170"/>
                </a:cubicBezTo>
                <a:cubicBezTo>
                  <a:pt x="740139" y="130844"/>
                  <a:pt x="736857" y="137836"/>
                  <a:pt x="730291" y="143147"/>
                </a:cubicBezTo>
                <a:cubicBezTo>
                  <a:pt x="723726" y="148455"/>
                  <a:pt x="716379" y="151109"/>
                  <a:pt x="708250" y="151109"/>
                </a:cubicBezTo>
                <a:cubicBezTo>
                  <a:pt x="702414" y="151109"/>
                  <a:pt x="695745" y="150067"/>
                  <a:pt x="688241" y="147983"/>
                </a:cubicBezTo>
                <a:cubicBezTo>
                  <a:pt x="685949" y="147288"/>
                  <a:pt x="684073" y="146941"/>
                  <a:pt x="682614" y="146941"/>
                </a:cubicBezTo>
                <a:cubicBezTo>
                  <a:pt x="681016" y="146941"/>
                  <a:pt x="679765" y="147844"/>
                  <a:pt x="678862" y="149650"/>
                </a:cubicBezTo>
                <a:lnTo>
                  <a:pt x="675423" y="149650"/>
                </a:lnTo>
                <a:lnTo>
                  <a:pt x="675423" y="115468"/>
                </a:lnTo>
                <a:lnTo>
                  <a:pt x="678862" y="115468"/>
                </a:lnTo>
                <a:cubicBezTo>
                  <a:pt x="680807" y="125229"/>
                  <a:pt x="684524" y="132585"/>
                  <a:pt x="690013" y="137535"/>
                </a:cubicBezTo>
                <a:cubicBezTo>
                  <a:pt x="695501" y="142485"/>
                  <a:pt x="701650" y="144961"/>
                  <a:pt x="708459" y="144961"/>
                </a:cubicBezTo>
                <a:cubicBezTo>
                  <a:pt x="713252" y="144961"/>
                  <a:pt x="717160" y="143556"/>
                  <a:pt x="720183" y="140746"/>
                </a:cubicBezTo>
                <a:cubicBezTo>
                  <a:pt x="723205" y="137935"/>
                  <a:pt x="724716" y="134551"/>
                  <a:pt x="724716" y="130595"/>
                </a:cubicBezTo>
                <a:cubicBezTo>
                  <a:pt x="724716" y="125806"/>
                  <a:pt x="723031" y="121781"/>
                  <a:pt x="719662" y="118520"/>
                </a:cubicBezTo>
                <a:cubicBezTo>
                  <a:pt x="716292" y="115259"/>
                  <a:pt x="709570" y="111130"/>
                  <a:pt x="699496" y="106135"/>
                </a:cubicBezTo>
                <a:cubicBezTo>
                  <a:pt x="689422" y="101137"/>
                  <a:pt x="682822" y="96625"/>
                  <a:pt x="679696" y="92600"/>
                </a:cubicBezTo>
                <a:cubicBezTo>
                  <a:pt x="676569" y="88644"/>
                  <a:pt x="675006" y="83647"/>
                  <a:pt x="675006" y="77609"/>
                </a:cubicBezTo>
                <a:cubicBezTo>
                  <a:pt x="675006" y="69767"/>
                  <a:pt x="677698" y="63210"/>
                  <a:pt x="683083" y="57936"/>
                </a:cubicBezTo>
                <a:cubicBezTo>
                  <a:pt x="688467" y="52660"/>
                  <a:pt x="695432" y="50022"/>
                  <a:pt x="703977" y="50022"/>
                </a:cubicBezTo>
                <a:cubicBezTo>
                  <a:pt x="707729" y="50022"/>
                  <a:pt x="712280" y="50821"/>
                  <a:pt x="717629" y="52419"/>
                </a:cubicBezTo>
                <a:cubicBezTo>
                  <a:pt x="721173" y="53461"/>
                  <a:pt x="723535" y="53982"/>
                  <a:pt x="724716" y="53982"/>
                </a:cubicBezTo>
                <a:cubicBezTo>
                  <a:pt x="725828" y="53982"/>
                  <a:pt x="726696" y="53739"/>
                  <a:pt x="727321" y="53253"/>
                </a:cubicBezTo>
                <a:cubicBezTo>
                  <a:pt x="727947" y="52767"/>
                  <a:pt x="728676" y="51690"/>
                  <a:pt x="729510" y="50022"/>
                </a:cubicBezTo>
                <a:lnTo>
                  <a:pt x="732949" y="50022"/>
                </a:lnTo>
                <a:close/>
                <a:moveTo>
                  <a:pt x="816581" y="50022"/>
                </a:moveTo>
                <a:lnTo>
                  <a:pt x="816581" y="82328"/>
                </a:lnTo>
                <a:lnTo>
                  <a:pt x="813142" y="82328"/>
                </a:lnTo>
                <a:cubicBezTo>
                  <a:pt x="810502" y="72196"/>
                  <a:pt x="807115" y="65304"/>
                  <a:pt x="802981" y="61652"/>
                </a:cubicBezTo>
                <a:cubicBezTo>
                  <a:pt x="798847" y="57998"/>
                  <a:pt x="793585" y="56171"/>
                  <a:pt x="787193" y="56171"/>
                </a:cubicBezTo>
                <a:cubicBezTo>
                  <a:pt x="782330" y="56171"/>
                  <a:pt x="778404" y="57455"/>
                  <a:pt x="775417" y="60024"/>
                </a:cubicBezTo>
                <a:cubicBezTo>
                  <a:pt x="772429" y="62590"/>
                  <a:pt x="770936" y="65435"/>
                  <a:pt x="770936" y="68559"/>
                </a:cubicBezTo>
                <a:cubicBezTo>
                  <a:pt x="770936" y="72446"/>
                  <a:pt x="772047" y="75776"/>
                  <a:pt x="774270" y="78551"/>
                </a:cubicBezTo>
                <a:cubicBezTo>
                  <a:pt x="776424" y="81397"/>
                  <a:pt x="780801" y="84416"/>
                  <a:pt x="787401" y="87607"/>
                </a:cubicBezTo>
                <a:lnTo>
                  <a:pt x="802616" y="95000"/>
                </a:lnTo>
                <a:cubicBezTo>
                  <a:pt x="816720" y="101869"/>
                  <a:pt x="823772" y="110926"/>
                  <a:pt x="823772" y="122170"/>
                </a:cubicBezTo>
                <a:cubicBezTo>
                  <a:pt x="823772" y="130844"/>
                  <a:pt x="820489" y="137836"/>
                  <a:pt x="813923" y="143147"/>
                </a:cubicBezTo>
                <a:cubicBezTo>
                  <a:pt x="807358" y="148455"/>
                  <a:pt x="800011" y="151109"/>
                  <a:pt x="791882" y="151109"/>
                </a:cubicBezTo>
                <a:cubicBezTo>
                  <a:pt x="786046" y="151109"/>
                  <a:pt x="779377" y="150067"/>
                  <a:pt x="771873" y="147983"/>
                </a:cubicBezTo>
                <a:cubicBezTo>
                  <a:pt x="769581" y="147288"/>
                  <a:pt x="767705" y="146941"/>
                  <a:pt x="766246" y="146941"/>
                </a:cubicBezTo>
                <a:cubicBezTo>
                  <a:pt x="764648" y="146941"/>
                  <a:pt x="763397" y="147844"/>
                  <a:pt x="762494" y="149650"/>
                </a:cubicBezTo>
                <a:lnTo>
                  <a:pt x="759055" y="149650"/>
                </a:lnTo>
                <a:lnTo>
                  <a:pt x="759055" y="115468"/>
                </a:lnTo>
                <a:lnTo>
                  <a:pt x="762494" y="115468"/>
                </a:lnTo>
                <a:cubicBezTo>
                  <a:pt x="764440" y="125229"/>
                  <a:pt x="768157" y="132585"/>
                  <a:pt x="773645" y="137535"/>
                </a:cubicBezTo>
                <a:cubicBezTo>
                  <a:pt x="779134" y="142485"/>
                  <a:pt x="785282" y="144961"/>
                  <a:pt x="792091" y="144961"/>
                </a:cubicBezTo>
                <a:cubicBezTo>
                  <a:pt x="796885" y="144961"/>
                  <a:pt x="800793" y="143556"/>
                  <a:pt x="803815" y="140746"/>
                </a:cubicBezTo>
                <a:cubicBezTo>
                  <a:pt x="806837" y="137935"/>
                  <a:pt x="808348" y="134551"/>
                  <a:pt x="808348" y="130595"/>
                </a:cubicBezTo>
                <a:cubicBezTo>
                  <a:pt x="808348" y="125806"/>
                  <a:pt x="806663" y="121781"/>
                  <a:pt x="803294" y="118520"/>
                </a:cubicBezTo>
                <a:cubicBezTo>
                  <a:pt x="799924" y="115259"/>
                  <a:pt x="793202" y="111130"/>
                  <a:pt x="783128" y="106135"/>
                </a:cubicBezTo>
                <a:cubicBezTo>
                  <a:pt x="773055" y="101137"/>
                  <a:pt x="766454" y="96625"/>
                  <a:pt x="763328" y="92600"/>
                </a:cubicBezTo>
                <a:cubicBezTo>
                  <a:pt x="760202" y="88644"/>
                  <a:pt x="758638" y="83647"/>
                  <a:pt x="758638" y="77609"/>
                </a:cubicBezTo>
                <a:cubicBezTo>
                  <a:pt x="758638" y="69767"/>
                  <a:pt x="761331" y="63210"/>
                  <a:pt x="766715" y="57936"/>
                </a:cubicBezTo>
                <a:cubicBezTo>
                  <a:pt x="772099" y="52660"/>
                  <a:pt x="779064" y="50022"/>
                  <a:pt x="787610" y="50022"/>
                </a:cubicBezTo>
                <a:cubicBezTo>
                  <a:pt x="791361" y="50022"/>
                  <a:pt x="795912" y="50821"/>
                  <a:pt x="801262" y="52419"/>
                </a:cubicBezTo>
                <a:cubicBezTo>
                  <a:pt x="804805" y="53461"/>
                  <a:pt x="807167" y="53982"/>
                  <a:pt x="808348" y="53982"/>
                </a:cubicBezTo>
                <a:cubicBezTo>
                  <a:pt x="809460" y="53982"/>
                  <a:pt x="810328" y="53739"/>
                  <a:pt x="810953" y="53253"/>
                </a:cubicBezTo>
                <a:cubicBezTo>
                  <a:pt x="811579" y="52767"/>
                  <a:pt x="812308" y="51690"/>
                  <a:pt x="813142" y="50022"/>
                </a:cubicBezTo>
                <a:lnTo>
                  <a:pt x="816581" y="50022"/>
                </a:lnTo>
                <a:close/>
                <a:moveTo>
                  <a:pt x="862800" y="0"/>
                </a:moveTo>
                <a:cubicBezTo>
                  <a:pt x="865718" y="0"/>
                  <a:pt x="868202" y="1030"/>
                  <a:pt x="870252" y="3091"/>
                </a:cubicBezTo>
                <a:cubicBezTo>
                  <a:pt x="872301" y="5149"/>
                  <a:pt x="873326" y="7644"/>
                  <a:pt x="873326" y="10578"/>
                </a:cubicBezTo>
                <a:cubicBezTo>
                  <a:pt x="873326" y="13511"/>
                  <a:pt x="872301" y="16025"/>
                  <a:pt x="870252" y="18120"/>
                </a:cubicBezTo>
                <a:cubicBezTo>
                  <a:pt x="868202" y="20213"/>
                  <a:pt x="865718" y="21259"/>
                  <a:pt x="862800" y="21259"/>
                </a:cubicBezTo>
                <a:cubicBezTo>
                  <a:pt x="859882" y="21259"/>
                  <a:pt x="857381" y="20213"/>
                  <a:pt x="855297" y="18120"/>
                </a:cubicBezTo>
                <a:cubicBezTo>
                  <a:pt x="853213" y="16025"/>
                  <a:pt x="852171" y="13511"/>
                  <a:pt x="852171" y="10578"/>
                </a:cubicBezTo>
                <a:cubicBezTo>
                  <a:pt x="852171" y="7644"/>
                  <a:pt x="853195" y="5149"/>
                  <a:pt x="855245" y="3091"/>
                </a:cubicBezTo>
                <a:cubicBezTo>
                  <a:pt x="857294" y="1030"/>
                  <a:pt x="859813" y="0"/>
                  <a:pt x="862800" y="0"/>
                </a:cubicBezTo>
                <a:moveTo>
                  <a:pt x="871450" y="50022"/>
                </a:moveTo>
                <a:lnTo>
                  <a:pt x="871450" y="126554"/>
                </a:lnTo>
                <a:cubicBezTo>
                  <a:pt x="871450" y="132516"/>
                  <a:pt x="871884" y="136485"/>
                  <a:pt x="872753" y="138460"/>
                </a:cubicBezTo>
                <a:cubicBezTo>
                  <a:pt x="873621" y="140436"/>
                  <a:pt x="874906" y="141909"/>
                  <a:pt x="876609" y="142880"/>
                </a:cubicBezTo>
                <a:cubicBezTo>
                  <a:pt x="878311" y="143850"/>
                  <a:pt x="881420" y="144335"/>
                  <a:pt x="885936" y="144335"/>
                </a:cubicBezTo>
                <a:lnTo>
                  <a:pt x="885936" y="148191"/>
                </a:lnTo>
                <a:lnTo>
                  <a:pt x="839561" y="148191"/>
                </a:lnTo>
                <a:lnTo>
                  <a:pt x="839561" y="144335"/>
                </a:lnTo>
                <a:cubicBezTo>
                  <a:pt x="844216" y="144335"/>
                  <a:pt x="847342" y="143885"/>
                  <a:pt x="848940" y="142984"/>
                </a:cubicBezTo>
                <a:cubicBezTo>
                  <a:pt x="850538" y="142083"/>
                  <a:pt x="851806" y="140592"/>
                  <a:pt x="852744" y="138512"/>
                </a:cubicBezTo>
                <a:cubicBezTo>
                  <a:pt x="853682" y="136432"/>
                  <a:pt x="854151" y="132446"/>
                  <a:pt x="854151" y="126554"/>
                </a:cubicBezTo>
                <a:lnTo>
                  <a:pt x="854151" y="89848"/>
                </a:lnTo>
                <a:cubicBezTo>
                  <a:pt x="854151" y="79518"/>
                  <a:pt x="853838" y="72829"/>
                  <a:pt x="853213" y="69780"/>
                </a:cubicBezTo>
                <a:cubicBezTo>
                  <a:pt x="852726" y="67562"/>
                  <a:pt x="851962" y="66019"/>
                  <a:pt x="850920" y="65153"/>
                </a:cubicBezTo>
                <a:cubicBezTo>
                  <a:pt x="849878" y="64286"/>
                  <a:pt x="848454" y="63853"/>
                  <a:pt x="846647" y="63853"/>
                </a:cubicBezTo>
                <a:cubicBezTo>
                  <a:pt x="844702" y="63853"/>
                  <a:pt x="842340" y="64373"/>
                  <a:pt x="839561" y="65413"/>
                </a:cubicBezTo>
                <a:lnTo>
                  <a:pt x="838102" y="61668"/>
                </a:lnTo>
                <a:lnTo>
                  <a:pt x="866865" y="50022"/>
                </a:lnTo>
                <a:lnTo>
                  <a:pt x="871450" y="50022"/>
                </a:lnTo>
                <a:close/>
                <a:moveTo>
                  <a:pt x="944752" y="50022"/>
                </a:moveTo>
                <a:cubicBezTo>
                  <a:pt x="959203" y="50022"/>
                  <a:pt x="970805" y="55505"/>
                  <a:pt x="979559" y="66472"/>
                </a:cubicBezTo>
                <a:cubicBezTo>
                  <a:pt x="986993" y="75840"/>
                  <a:pt x="990710" y="86598"/>
                  <a:pt x="990710" y="98745"/>
                </a:cubicBezTo>
                <a:cubicBezTo>
                  <a:pt x="990710" y="107282"/>
                  <a:pt x="988660" y="115923"/>
                  <a:pt x="984561" y="124668"/>
                </a:cubicBezTo>
                <a:cubicBezTo>
                  <a:pt x="980462" y="133411"/>
                  <a:pt x="974817" y="140004"/>
                  <a:pt x="967627" y="144446"/>
                </a:cubicBezTo>
                <a:cubicBezTo>
                  <a:pt x="960436" y="148888"/>
                  <a:pt x="952429" y="151109"/>
                  <a:pt x="943605" y="151109"/>
                </a:cubicBezTo>
                <a:cubicBezTo>
                  <a:pt x="929224" y="151109"/>
                  <a:pt x="917795" y="145383"/>
                  <a:pt x="909319" y="133930"/>
                </a:cubicBezTo>
                <a:cubicBezTo>
                  <a:pt x="902163" y="124284"/>
                  <a:pt x="898585" y="113458"/>
                  <a:pt x="898585" y="101452"/>
                </a:cubicBezTo>
                <a:cubicBezTo>
                  <a:pt x="898585" y="92706"/>
                  <a:pt x="900757" y="84013"/>
                  <a:pt x="905099" y="75372"/>
                </a:cubicBezTo>
                <a:cubicBezTo>
                  <a:pt x="909441" y="66731"/>
                  <a:pt x="915155" y="60346"/>
                  <a:pt x="922242" y="56216"/>
                </a:cubicBezTo>
                <a:cubicBezTo>
                  <a:pt x="929328" y="52087"/>
                  <a:pt x="936832" y="50022"/>
                  <a:pt x="944752" y="50022"/>
                </a:cubicBezTo>
                <a:moveTo>
                  <a:pt x="941521" y="56900"/>
                </a:moveTo>
                <a:cubicBezTo>
                  <a:pt x="937839" y="56900"/>
                  <a:pt x="934139" y="57994"/>
                  <a:pt x="930423" y="60180"/>
                </a:cubicBezTo>
                <a:cubicBezTo>
                  <a:pt x="926706" y="62366"/>
                  <a:pt x="923701" y="66200"/>
                  <a:pt x="921408" y="71682"/>
                </a:cubicBezTo>
                <a:cubicBezTo>
                  <a:pt x="919115" y="77164"/>
                  <a:pt x="917969" y="84207"/>
                  <a:pt x="917969" y="92812"/>
                </a:cubicBezTo>
                <a:cubicBezTo>
                  <a:pt x="917969" y="106689"/>
                  <a:pt x="920731" y="118660"/>
                  <a:pt x="926254" y="128723"/>
                </a:cubicBezTo>
                <a:cubicBezTo>
                  <a:pt x="931777" y="138784"/>
                  <a:pt x="939055" y="143814"/>
                  <a:pt x="948087" y="143814"/>
                </a:cubicBezTo>
                <a:cubicBezTo>
                  <a:pt x="954826" y="143814"/>
                  <a:pt x="960384" y="141038"/>
                  <a:pt x="964761" y="135487"/>
                </a:cubicBezTo>
                <a:cubicBezTo>
                  <a:pt x="969138" y="129935"/>
                  <a:pt x="971326" y="120394"/>
                  <a:pt x="971326" y="106864"/>
                </a:cubicBezTo>
                <a:cubicBezTo>
                  <a:pt x="971326" y="89932"/>
                  <a:pt x="967679" y="76608"/>
                  <a:pt x="960384" y="66892"/>
                </a:cubicBezTo>
                <a:cubicBezTo>
                  <a:pt x="955451" y="60231"/>
                  <a:pt x="949164" y="56900"/>
                  <a:pt x="941521" y="56900"/>
                </a:cubicBezTo>
                <a:close/>
                <a:moveTo>
                  <a:pt x="1032938" y="70240"/>
                </a:moveTo>
                <a:cubicBezTo>
                  <a:pt x="1044124" y="56761"/>
                  <a:pt x="1054788" y="50022"/>
                  <a:pt x="1064931" y="50022"/>
                </a:cubicBezTo>
                <a:cubicBezTo>
                  <a:pt x="1070142" y="50022"/>
                  <a:pt x="1074623" y="51323"/>
                  <a:pt x="1078375" y="53924"/>
                </a:cubicBezTo>
                <a:cubicBezTo>
                  <a:pt x="1082127" y="56523"/>
                  <a:pt x="1085114" y="60803"/>
                  <a:pt x="1087337" y="66765"/>
                </a:cubicBezTo>
                <a:cubicBezTo>
                  <a:pt x="1088866" y="70922"/>
                  <a:pt x="1089630" y="77300"/>
                  <a:pt x="1089630" y="85898"/>
                </a:cubicBezTo>
                <a:lnTo>
                  <a:pt x="1089630" y="126554"/>
                </a:lnTo>
                <a:cubicBezTo>
                  <a:pt x="1089630" y="132585"/>
                  <a:pt x="1090116" y="136676"/>
                  <a:pt x="1091089" y="138825"/>
                </a:cubicBezTo>
                <a:cubicBezTo>
                  <a:pt x="1091853" y="140558"/>
                  <a:pt x="1093086" y="141909"/>
                  <a:pt x="1094789" y="142880"/>
                </a:cubicBezTo>
                <a:cubicBezTo>
                  <a:pt x="1096491" y="143850"/>
                  <a:pt x="1099634" y="144335"/>
                  <a:pt x="1104220" y="144335"/>
                </a:cubicBezTo>
                <a:lnTo>
                  <a:pt x="1104220" y="148191"/>
                </a:lnTo>
                <a:lnTo>
                  <a:pt x="1057011" y="148191"/>
                </a:lnTo>
                <a:lnTo>
                  <a:pt x="1057011" y="144335"/>
                </a:lnTo>
                <a:lnTo>
                  <a:pt x="1058991" y="144335"/>
                </a:lnTo>
                <a:cubicBezTo>
                  <a:pt x="1063438" y="144335"/>
                  <a:pt x="1066547" y="143661"/>
                  <a:pt x="1068318" y="142313"/>
                </a:cubicBezTo>
                <a:cubicBezTo>
                  <a:pt x="1070090" y="140965"/>
                  <a:pt x="1071323" y="138978"/>
                  <a:pt x="1072018" y="136353"/>
                </a:cubicBezTo>
                <a:cubicBezTo>
                  <a:pt x="1072296" y="135315"/>
                  <a:pt x="1072435" y="132066"/>
                  <a:pt x="1072435" y="126606"/>
                </a:cubicBezTo>
                <a:lnTo>
                  <a:pt x="1072435" y="87725"/>
                </a:lnTo>
                <a:cubicBezTo>
                  <a:pt x="1072435" y="79086"/>
                  <a:pt x="1071306" y="72814"/>
                  <a:pt x="1069048" y="68908"/>
                </a:cubicBezTo>
                <a:cubicBezTo>
                  <a:pt x="1066790" y="65002"/>
                  <a:pt x="1062986" y="63049"/>
                  <a:pt x="1057637" y="63049"/>
                </a:cubicBezTo>
                <a:cubicBezTo>
                  <a:pt x="1049369" y="63049"/>
                  <a:pt x="1041136" y="67542"/>
                  <a:pt x="1032938" y="76528"/>
                </a:cubicBezTo>
                <a:lnTo>
                  <a:pt x="1032938" y="126606"/>
                </a:lnTo>
                <a:cubicBezTo>
                  <a:pt x="1032938" y="133035"/>
                  <a:pt x="1033320" y="137009"/>
                  <a:pt x="1034084" y="138529"/>
                </a:cubicBezTo>
                <a:cubicBezTo>
                  <a:pt x="1035057" y="140533"/>
                  <a:pt x="1036394" y="142001"/>
                  <a:pt x="1038097" y="142935"/>
                </a:cubicBezTo>
                <a:cubicBezTo>
                  <a:pt x="1039799" y="143868"/>
                  <a:pt x="1043255" y="144335"/>
                  <a:pt x="1048466" y="144335"/>
                </a:cubicBezTo>
                <a:lnTo>
                  <a:pt x="1048466" y="148191"/>
                </a:lnTo>
                <a:lnTo>
                  <a:pt x="1001257" y="148191"/>
                </a:lnTo>
                <a:lnTo>
                  <a:pt x="1001257" y="144335"/>
                </a:lnTo>
                <a:lnTo>
                  <a:pt x="1003342" y="144335"/>
                </a:lnTo>
                <a:cubicBezTo>
                  <a:pt x="1008205" y="144335"/>
                  <a:pt x="1011488" y="143105"/>
                  <a:pt x="1013190" y="140645"/>
                </a:cubicBezTo>
                <a:cubicBezTo>
                  <a:pt x="1014892" y="138183"/>
                  <a:pt x="1015743" y="133486"/>
                  <a:pt x="1015743" y="126554"/>
                </a:cubicBezTo>
                <a:lnTo>
                  <a:pt x="1015743" y="91200"/>
                </a:lnTo>
                <a:cubicBezTo>
                  <a:pt x="1015743" y="79762"/>
                  <a:pt x="1015482" y="72796"/>
                  <a:pt x="1014961" y="70302"/>
                </a:cubicBezTo>
                <a:cubicBezTo>
                  <a:pt x="1014440" y="67805"/>
                  <a:pt x="1013641" y="66106"/>
                  <a:pt x="1012564" y="65205"/>
                </a:cubicBezTo>
                <a:cubicBezTo>
                  <a:pt x="1011488" y="64304"/>
                  <a:pt x="1010046" y="63853"/>
                  <a:pt x="1008240" y="63853"/>
                </a:cubicBezTo>
                <a:cubicBezTo>
                  <a:pt x="1006294" y="63853"/>
                  <a:pt x="1003967" y="64373"/>
                  <a:pt x="1001257" y="65413"/>
                </a:cubicBezTo>
                <a:lnTo>
                  <a:pt x="999694" y="61668"/>
                </a:lnTo>
                <a:lnTo>
                  <a:pt x="1028457" y="50022"/>
                </a:lnTo>
                <a:lnTo>
                  <a:pt x="1032938" y="50022"/>
                </a:lnTo>
                <a:lnTo>
                  <a:pt x="1032938" y="70240"/>
                </a:ln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0B2D4B-AC4A-4D53-96EB-0B9DEEBD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919" y="933028"/>
            <a:ext cx="607502" cy="506475"/>
          </a:xfrm>
          <a:custGeom xmlns:a="http://schemas.openxmlformats.org/drawingml/2006/main">
            <a:pathLst>
              <a:path w="607502" h="506475">
                <a:moveTo>
                  <a:pt x="0" y="506475"/>
                </a:moveTo>
                <a:lnTo>
                  <a:pt x="607502" y="506475"/>
                </a:lnTo>
                <a:lnTo>
                  <a:pt x="607502" y="0"/>
                </a:lnTo>
                <a:lnTo>
                  <a:pt x="0" y="0"/>
                </a:lnTo>
                <a:lnTo>
                  <a:pt x="0" y="506475"/>
                </a:lnTo>
                <a:close/>
                <a:moveTo>
                  <a:pt x="594121" y="493094"/>
                </a:moveTo>
                <a:lnTo>
                  <a:pt x="13381" y="493094"/>
                </a:lnTo>
                <a:lnTo>
                  <a:pt x="13381" y="13381"/>
                </a:lnTo>
                <a:lnTo>
                  <a:pt x="594121" y="13381"/>
                </a:lnTo>
                <a:lnTo>
                  <a:pt x="594121" y="4930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Root">
            <a:extLst xmlns:a="http://schemas.openxmlformats.org/drawingml/2006/main">
              <a:ext uri="{FF2B5EF4-FFF2-40B4-BE49-F238E27FC236}">
                <a16:creationId xmlns:a16="http://schemas.microsoft.com/office/drawing/2014/main" id="{B2F14074-CE1D-406C-A832-232A902C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9241" y="989086"/>
            <a:ext cx="412570" cy="144231"/>
          </a:xfrm>
          <a:custGeom xmlns:a="http://schemas.openxmlformats.org/drawingml/2006/main">
            <a:pathLst>
              <a:path w="412570" h="144231">
                <a:moveTo>
                  <a:pt x="140584" y="141313"/>
                </a:moveTo>
                <a:lnTo>
                  <a:pt x="102858" y="141313"/>
                </a:lnTo>
                <a:lnTo>
                  <a:pt x="55025" y="75033"/>
                </a:lnTo>
                <a:cubicBezTo>
                  <a:pt x="51481" y="75172"/>
                  <a:pt x="48598" y="75242"/>
                  <a:pt x="46375" y="75242"/>
                </a:cubicBezTo>
                <a:cubicBezTo>
                  <a:pt x="45472" y="75242"/>
                  <a:pt x="44499" y="75225"/>
                  <a:pt x="43457" y="75190"/>
                </a:cubicBezTo>
                <a:cubicBezTo>
                  <a:pt x="42415" y="75155"/>
                  <a:pt x="41338" y="75103"/>
                  <a:pt x="40226" y="75033"/>
                </a:cubicBezTo>
                <a:lnTo>
                  <a:pt x="40226" y="116230"/>
                </a:lnTo>
                <a:cubicBezTo>
                  <a:pt x="40226" y="125154"/>
                  <a:pt x="41199" y="130695"/>
                  <a:pt x="43144" y="132856"/>
                </a:cubicBezTo>
                <a:cubicBezTo>
                  <a:pt x="45784" y="135923"/>
                  <a:pt x="49744" y="137457"/>
                  <a:pt x="55025" y="137457"/>
                </a:cubicBezTo>
                <a:lnTo>
                  <a:pt x="60548" y="137457"/>
                </a:lnTo>
                <a:lnTo>
                  <a:pt x="60548" y="141313"/>
                </a:lnTo>
                <a:lnTo>
                  <a:pt x="0" y="141313"/>
                </a:lnTo>
                <a:lnTo>
                  <a:pt x="0" y="137457"/>
                </a:lnTo>
                <a:lnTo>
                  <a:pt x="5315" y="137457"/>
                </a:lnTo>
                <a:cubicBezTo>
                  <a:pt x="11290" y="137457"/>
                  <a:pt x="15562" y="135512"/>
                  <a:pt x="18133" y="131621"/>
                </a:cubicBezTo>
                <a:cubicBezTo>
                  <a:pt x="19592" y="129467"/>
                  <a:pt x="20322" y="124361"/>
                  <a:pt x="20322" y="116302"/>
                </a:cubicBezTo>
                <a:lnTo>
                  <a:pt x="20322" y="25011"/>
                </a:lnTo>
                <a:cubicBezTo>
                  <a:pt x="20322" y="16118"/>
                  <a:pt x="19349" y="10595"/>
                  <a:pt x="17404" y="8441"/>
                </a:cubicBezTo>
                <a:cubicBezTo>
                  <a:pt x="14694" y="5384"/>
                  <a:pt x="10664" y="3856"/>
                  <a:pt x="5315" y="3856"/>
                </a:cubicBezTo>
                <a:lnTo>
                  <a:pt x="0" y="3856"/>
                </a:lnTo>
                <a:lnTo>
                  <a:pt x="0" y="0"/>
                </a:lnTo>
                <a:lnTo>
                  <a:pt x="51481" y="0"/>
                </a:lnTo>
                <a:cubicBezTo>
                  <a:pt x="66488" y="0"/>
                  <a:pt x="77552" y="1091"/>
                  <a:pt x="84673" y="3273"/>
                </a:cubicBezTo>
                <a:cubicBezTo>
                  <a:pt x="91794" y="5455"/>
                  <a:pt x="97839" y="9474"/>
                  <a:pt x="102806" y="15329"/>
                </a:cubicBezTo>
                <a:cubicBezTo>
                  <a:pt x="107774" y="21182"/>
                  <a:pt x="110258" y="28161"/>
                  <a:pt x="110258" y="36266"/>
                </a:cubicBezTo>
                <a:cubicBezTo>
                  <a:pt x="110258" y="44925"/>
                  <a:pt x="107426" y="52441"/>
                  <a:pt x="101764" y="58815"/>
                </a:cubicBezTo>
                <a:cubicBezTo>
                  <a:pt x="96102" y="65188"/>
                  <a:pt x="87331" y="69690"/>
                  <a:pt x="75450" y="72324"/>
                </a:cubicBezTo>
                <a:lnTo>
                  <a:pt x="104630" y="112993"/>
                </a:lnTo>
                <a:cubicBezTo>
                  <a:pt x="111300" y="122333"/>
                  <a:pt x="117031" y="128537"/>
                  <a:pt x="121825" y="131605"/>
                </a:cubicBezTo>
                <a:cubicBezTo>
                  <a:pt x="126619" y="134671"/>
                  <a:pt x="132872" y="136621"/>
                  <a:pt x="140584" y="137457"/>
                </a:cubicBezTo>
                <a:lnTo>
                  <a:pt x="140584" y="141313"/>
                </a:lnTo>
                <a:moveTo>
                  <a:pt x="40226" y="68676"/>
                </a:moveTo>
                <a:cubicBezTo>
                  <a:pt x="41546" y="68676"/>
                  <a:pt x="42693" y="68694"/>
                  <a:pt x="43665" y="68729"/>
                </a:cubicBezTo>
                <a:cubicBezTo>
                  <a:pt x="44638" y="68763"/>
                  <a:pt x="45437" y="68781"/>
                  <a:pt x="46062" y="68781"/>
                </a:cubicBezTo>
                <a:cubicBezTo>
                  <a:pt x="59540" y="68781"/>
                  <a:pt x="69701" y="65863"/>
                  <a:pt x="76545" y="60027"/>
                </a:cubicBezTo>
                <a:cubicBezTo>
                  <a:pt x="83388" y="54191"/>
                  <a:pt x="86810" y="46757"/>
                  <a:pt x="86810" y="37725"/>
                </a:cubicBezTo>
                <a:cubicBezTo>
                  <a:pt x="86810" y="28902"/>
                  <a:pt x="84048" y="21728"/>
                  <a:pt x="78525" y="16205"/>
                </a:cubicBezTo>
                <a:cubicBezTo>
                  <a:pt x="73001" y="10682"/>
                  <a:pt x="65689" y="7920"/>
                  <a:pt x="56588" y="7920"/>
                </a:cubicBezTo>
                <a:cubicBezTo>
                  <a:pt x="52558" y="7920"/>
                  <a:pt x="47104" y="8580"/>
                  <a:pt x="40226" y="9900"/>
                </a:cubicBezTo>
                <a:lnTo>
                  <a:pt x="40226" y="68676"/>
                </a:lnTo>
                <a:close/>
                <a:moveTo>
                  <a:pt x="192219" y="43144"/>
                </a:moveTo>
                <a:cubicBezTo>
                  <a:pt x="206670" y="43144"/>
                  <a:pt x="218272" y="48627"/>
                  <a:pt x="227026" y="59594"/>
                </a:cubicBezTo>
                <a:cubicBezTo>
                  <a:pt x="234460" y="68962"/>
                  <a:pt x="238177" y="79720"/>
                  <a:pt x="238177" y="91867"/>
                </a:cubicBezTo>
                <a:cubicBezTo>
                  <a:pt x="238177" y="100404"/>
                  <a:pt x="236127" y="109045"/>
                  <a:pt x="232028" y="117790"/>
                </a:cubicBezTo>
                <a:cubicBezTo>
                  <a:pt x="227929" y="126533"/>
                  <a:pt x="222284" y="133126"/>
                  <a:pt x="215093" y="137568"/>
                </a:cubicBezTo>
                <a:cubicBezTo>
                  <a:pt x="207903" y="142010"/>
                  <a:pt x="199896" y="144231"/>
                  <a:pt x="191072" y="144231"/>
                </a:cubicBezTo>
                <a:cubicBezTo>
                  <a:pt x="176691" y="144231"/>
                  <a:pt x="165262" y="138505"/>
                  <a:pt x="156786" y="127052"/>
                </a:cubicBezTo>
                <a:cubicBezTo>
                  <a:pt x="149630" y="117406"/>
                  <a:pt x="146052" y="106580"/>
                  <a:pt x="146052" y="94573"/>
                </a:cubicBezTo>
                <a:cubicBezTo>
                  <a:pt x="146052" y="85828"/>
                  <a:pt x="148223" y="77135"/>
                  <a:pt x="152566" y="68494"/>
                </a:cubicBezTo>
                <a:cubicBezTo>
                  <a:pt x="156908" y="59853"/>
                  <a:pt x="162622" y="53468"/>
                  <a:pt x="169709" y="49338"/>
                </a:cubicBezTo>
                <a:cubicBezTo>
                  <a:pt x="176795" y="45209"/>
                  <a:pt x="184298" y="43144"/>
                  <a:pt x="192219" y="43144"/>
                </a:cubicBezTo>
                <a:moveTo>
                  <a:pt x="188988" y="50022"/>
                </a:moveTo>
                <a:cubicBezTo>
                  <a:pt x="185306" y="50022"/>
                  <a:pt x="181606" y="51115"/>
                  <a:pt x="177889" y="53302"/>
                </a:cubicBezTo>
                <a:cubicBezTo>
                  <a:pt x="174172" y="55488"/>
                  <a:pt x="171168" y="59322"/>
                  <a:pt x="168875" y="64804"/>
                </a:cubicBezTo>
                <a:cubicBezTo>
                  <a:pt x="166582" y="70286"/>
                  <a:pt x="165436" y="77329"/>
                  <a:pt x="165436" y="85934"/>
                </a:cubicBezTo>
                <a:cubicBezTo>
                  <a:pt x="165436" y="99811"/>
                  <a:pt x="168197" y="111782"/>
                  <a:pt x="173721" y="121845"/>
                </a:cubicBezTo>
                <a:cubicBezTo>
                  <a:pt x="179244" y="131906"/>
                  <a:pt x="186522" y="136936"/>
                  <a:pt x="195553" y="136936"/>
                </a:cubicBezTo>
                <a:cubicBezTo>
                  <a:pt x="202293" y="136936"/>
                  <a:pt x="207851" y="134160"/>
                  <a:pt x="212228" y="128609"/>
                </a:cubicBezTo>
                <a:cubicBezTo>
                  <a:pt x="216605" y="123057"/>
                  <a:pt x="218793" y="113516"/>
                  <a:pt x="218793" y="99986"/>
                </a:cubicBezTo>
                <a:cubicBezTo>
                  <a:pt x="218793" y="83054"/>
                  <a:pt x="215146" y="69729"/>
                  <a:pt x="207851" y="60014"/>
                </a:cubicBezTo>
                <a:cubicBezTo>
                  <a:pt x="202918" y="53353"/>
                  <a:pt x="196630" y="50022"/>
                  <a:pt x="188988" y="50022"/>
                </a:cubicBezTo>
                <a:close/>
                <a:moveTo>
                  <a:pt x="299267" y="43144"/>
                </a:moveTo>
                <a:cubicBezTo>
                  <a:pt x="313718" y="43144"/>
                  <a:pt x="325321" y="48627"/>
                  <a:pt x="334075" y="59594"/>
                </a:cubicBezTo>
                <a:cubicBezTo>
                  <a:pt x="341509" y="68962"/>
                  <a:pt x="345225" y="79720"/>
                  <a:pt x="345225" y="91867"/>
                </a:cubicBezTo>
                <a:cubicBezTo>
                  <a:pt x="345225" y="100404"/>
                  <a:pt x="343176" y="109045"/>
                  <a:pt x="339077" y="117790"/>
                </a:cubicBezTo>
                <a:cubicBezTo>
                  <a:pt x="334978" y="126533"/>
                  <a:pt x="329333" y="133126"/>
                  <a:pt x="322142" y="137568"/>
                </a:cubicBezTo>
                <a:cubicBezTo>
                  <a:pt x="314952" y="142010"/>
                  <a:pt x="306944" y="144231"/>
                  <a:pt x="298121" y="144231"/>
                </a:cubicBezTo>
                <a:cubicBezTo>
                  <a:pt x="283740" y="144231"/>
                  <a:pt x="272311" y="138505"/>
                  <a:pt x="263835" y="127052"/>
                </a:cubicBezTo>
                <a:cubicBezTo>
                  <a:pt x="256679" y="117406"/>
                  <a:pt x="253101" y="106580"/>
                  <a:pt x="253101" y="94573"/>
                </a:cubicBezTo>
                <a:cubicBezTo>
                  <a:pt x="253101" y="85828"/>
                  <a:pt x="255272" y="77135"/>
                  <a:pt x="259614" y="68494"/>
                </a:cubicBezTo>
                <a:cubicBezTo>
                  <a:pt x="263957" y="59853"/>
                  <a:pt x="269671" y="53468"/>
                  <a:pt x="276757" y="49338"/>
                </a:cubicBezTo>
                <a:cubicBezTo>
                  <a:pt x="283844" y="45209"/>
                  <a:pt x="291347" y="43144"/>
                  <a:pt x="299267" y="43144"/>
                </a:cubicBezTo>
                <a:moveTo>
                  <a:pt x="296037" y="50022"/>
                </a:moveTo>
                <a:cubicBezTo>
                  <a:pt x="292355" y="50022"/>
                  <a:pt x="288655" y="51115"/>
                  <a:pt x="284938" y="53302"/>
                </a:cubicBezTo>
                <a:cubicBezTo>
                  <a:pt x="281221" y="55488"/>
                  <a:pt x="278216" y="59322"/>
                  <a:pt x="275924" y="64804"/>
                </a:cubicBezTo>
                <a:cubicBezTo>
                  <a:pt x="273631" y="70286"/>
                  <a:pt x="272485" y="77329"/>
                  <a:pt x="272485" y="85934"/>
                </a:cubicBezTo>
                <a:cubicBezTo>
                  <a:pt x="272485" y="99811"/>
                  <a:pt x="275246" y="111782"/>
                  <a:pt x="280770" y="121845"/>
                </a:cubicBezTo>
                <a:cubicBezTo>
                  <a:pt x="286293" y="131906"/>
                  <a:pt x="293570" y="136936"/>
                  <a:pt x="302602" y="136936"/>
                </a:cubicBezTo>
                <a:cubicBezTo>
                  <a:pt x="309341" y="136936"/>
                  <a:pt x="314899" y="134160"/>
                  <a:pt x="319276" y="128609"/>
                </a:cubicBezTo>
                <a:cubicBezTo>
                  <a:pt x="323653" y="123057"/>
                  <a:pt x="325842" y="113516"/>
                  <a:pt x="325842" y="99986"/>
                </a:cubicBezTo>
                <a:cubicBezTo>
                  <a:pt x="325842" y="83054"/>
                  <a:pt x="322194" y="69729"/>
                  <a:pt x="314899" y="60014"/>
                </a:cubicBezTo>
                <a:cubicBezTo>
                  <a:pt x="309967" y="53353"/>
                  <a:pt x="303679" y="50022"/>
                  <a:pt x="296037" y="50022"/>
                </a:cubicBezTo>
                <a:close/>
                <a:moveTo>
                  <a:pt x="387350" y="14381"/>
                </a:moveTo>
                <a:lnTo>
                  <a:pt x="387350" y="45854"/>
                </a:lnTo>
                <a:lnTo>
                  <a:pt x="409652" y="45854"/>
                </a:lnTo>
                <a:lnTo>
                  <a:pt x="409652" y="53149"/>
                </a:lnTo>
                <a:lnTo>
                  <a:pt x="387350" y="53149"/>
                </a:lnTo>
                <a:lnTo>
                  <a:pt x="387350" y="114967"/>
                </a:lnTo>
                <a:cubicBezTo>
                  <a:pt x="387350" y="121143"/>
                  <a:pt x="388236" y="125308"/>
                  <a:pt x="390007" y="127459"/>
                </a:cubicBezTo>
                <a:cubicBezTo>
                  <a:pt x="391779" y="129609"/>
                  <a:pt x="394054" y="130683"/>
                  <a:pt x="396833" y="130683"/>
                </a:cubicBezTo>
                <a:cubicBezTo>
                  <a:pt x="399126" y="130683"/>
                  <a:pt x="401349" y="129971"/>
                  <a:pt x="403503" y="128547"/>
                </a:cubicBezTo>
                <a:cubicBezTo>
                  <a:pt x="405657" y="127123"/>
                  <a:pt x="407324" y="125021"/>
                  <a:pt x="408505" y="122242"/>
                </a:cubicBezTo>
                <a:lnTo>
                  <a:pt x="412570" y="122242"/>
                </a:lnTo>
                <a:cubicBezTo>
                  <a:pt x="410138" y="129070"/>
                  <a:pt x="406699" y="134234"/>
                  <a:pt x="402253" y="137734"/>
                </a:cubicBezTo>
                <a:cubicBezTo>
                  <a:pt x="397806" y="141232"/>
                  <a:pt x="393221" y="142980"/>
                  <a:pt x="388496" y="142980"/>
                </a:cubicBezTo>
                <a:cubicBezTo>
                  <a:pt x="385301" y="142980"/>
                  <a:pt x="382174" y="142094"/>
                  <a:pt x="379117" y="140320"/>
                </a:cubicBezTo>
                <a:cubicBezTo>
                  <a:pt x="376060" y="138546"/>
                  <a:pt x="373802" y="136008"/>
                  <a:pt x="372343" y="132706"/>
                </a:cubicBezTo>
                <a:cubicBezTo>
                  <a:pt x="370884" y="129401"/>
                  <a:pt x="370155" y="124306"/>
                  <a:pt x="370155" y="117419"/>
                </a:cubicBezTo>
                <a:lnTo>
                  <a:pt x="370155" y="53149"/>
                </a:lnTo>
                <a:lnTo>
                  <a:pt x="355044" y="53149"/>
                </a:lnTo>
                <a:lnTo>
                  <a:pt x="355044" y="49710"/>
                </a:lnTo>
                <a:cubicBezTo>
                  <a:pt x="358865" y="48177"/>
                  <a:pt x="362773" y="45581"/>
                  <a:pt x="366768" y="41923"/>
                </a:cubicBezTo>
                <a:cubicBezTo>
                  <a:pt x="370763" y="38265"/>
                  <a:pt x="374323" y="33927"/>
                  <a:pt x="377450" y="28909"/>
                </a:cubicBezTo>
                <a:cubicBezTo>
                  <a:pt x="379048" y="26263"/>
                  <a:pt x="381271" y="21420"/>
                  <a:pt x="384119" y="14381"/>
                </a:cubicBezTo>
                <a:lnTo>
                  <a:pt x="387350" y="14381"/>
                </a:ln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cause">
            <a:extLst xmlns:a="http://schemas.openxmlformats.org/drawingml/2006/main">
              <a:ext uri="{FF2B5EF4-FFF2-40B4-BE49-F238E27FC236}">
                <a16:creationId xmlns:a16="http://schemas.microsoft.com/office/drawing/2014/main" id="{662DF1FB-899D-41FC-BB29-599C8AD4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780" y="1263054"/>
            <a:ext cx="462082" cy="101087"/>
          </a:xfrm>
          <a:custGeom xmlns:a="http://schemas.openxmlformats.org/drawingml/2006/main">
            <a:pathLst>
              <a:path w="462082" h="101087">
                <a:moveTo>
                  <a:pt x="80453" y="61903"/>
                </a:moveTo>
                <a:cubicBezTo>
                  <a:pt x="77882" y="74478"/>
                  <a:pt x="72845" y="84152"/>
                  <a:pt x="65342" y="90926"/>
                </a:cubicBezTo>
                <a:cubicBezTo>
                  <a:pt x="57838" y="97700"/>
                  <a:pt x="49536" y="101087"/>
                  <a:pt x="40435" y="101087"/>
                </a:cubicBezTo>
                <a:cubicBezTo>
                  <a:pt x="29597" y="101087"/>
                  <a:pt x="20148" y="96542"/>
                  <a:pt x="12089" y="87451"/>
                </a:cubicBezTo>
                <a:cubicBezTo>
                  <a:pt x="4030" y="78359"/>
                  <a:pt x="0" y="66073"/>
                  <a:pt x="0" y="50595"/>
                </a:cubicBezTo>
                <a:cubicBezTo>
                  <a:pt x="0" y="35604"/>
                  <a:pt x="4464" y="23424"/>
                  <a:pt x="13391" y="14056"/>
                </a:cubicBezTo>
                <a:cubicBezTo>
                  <a:pt x="22319" y="4685"/>
                  <a:pt x="33036" y="0"/>
                  <a:pt x="45541" y="0"/>
                </a:cubicBezTo>
                <a:cubicBezTo>
                  <a:pt x="54920" y="0"/>
                  <a:pt x="62632" y="2476"/>
                  <a:pt x="68676" y="7428"/>
                </a:cubicBezTo>
                <a:cubicBezTo>
                  <a:pt x="74721" y="12379"/>
                  <a:pt x="77743" y="17520"/>
                  <a:pt x="77743" y="22852"/>
                </a:cubicBezTo>
                <a:cubicBezTo>
                  <a:pt x="77743" y="25483"/>
                  <a:pt x="76892" y="27613"/>
                  <a:pt x="75190" y="29242"/>
                </a:cubicBezTo>
                <a:cubicBezTo>
                  <a:pt x="73488" y="30868"/>
                  <a:pt x="71108" y="31681"/>
                  <a:pt x="68051" y="31681"/>
                </a:cubicBezTo>
                <a:cubicBezTo>
                  <a:pt x="63952" y="31681"/>
                  <a:pt x="60860" y="30361"/>
                  <a:pt x="58776" y="27721"/>
                </a:cubicBezTo>
                <a:cubicBezTo>
                  <a:pt x="57595" y="26262"/>
                  <a:pt x="56814" y="23483"/>
                  <a:pt x="56431" y="19384"/>
                </a:cubicBezTo>
                <a:cubicBezTo>
                  <a:pt x="56049" y="15285"/>
                  <a:pt x="54642" y="12158"/>
                  <a:pt x="52211" y="10004"/>
                </a:cubicBezTo>
                <a:cubicBezTo>
                  <a:pt x="49779" y="7920"/>
                  <a:pt x="46410" y="6878"/>
                  <a:pt x="42102" y="6878"/>
                </a:cubicBezTo>
                <a:cubicBezTo>
                  <a:pt x="35155" y="6878"/>
                  <a:pt x="29562" y="9449"/>
                  <a:pt x="25324" y="14590"/>
                </a:cubicBezTo>
                <a:cubicBezTo>
                  <a:pt x="19696" y="21398"/>
                  <a:pt x="16883" y="30396"/>
                  <a:pt x="16883" y="41581"/>
                </a:cubicBezTo>
                <a:cubicBezTo>
                  <a:pt x="16883" y="52975"/>
                  <a:pt x="19679" y="63032"/>
                  <a:pt x="25272" y="71751"/>
                </a:cubicBezTo>
                <a:cubicBezTo>
                  <a:pt x="30864" y="80470"/>
                  <a:pt x="38420" y="84830"/>
                  <a:pt x="47938" y="84830"/>
                </a:cubicBezTo>
                <a:cubicBezTo>
                  <a:pt x="54747" y="84830"/>
                  <a:pt x="60860" y="82502"/>
                  <a:pt x="66280" y="77847"/>
                </a:cubicBezTo>
                <a:cubicBezTo>
                  <a:pt x="70101" y="74651"/>
                  <a:pt x="73818" y="68850"/>
                  <a:pt x="77430" y="60444"/>
                </a:cubicBezTo>
                <a:lnTo>
                  <a:pt x="80453" y="61903"/>
                </a:lnTo>
                <a:close/>
                <a:moveTo>
                  <a:pt x="148467" y="84413"/>
                </a:moveTo>
                <a:cubicBezTo>
                  <a:pt x="138671" y="91985"/>
                  <a:pt x="132522" y="96362"/>
                  <a:pt x="130021" y="97544"/>
                </a:cubicBezTo>
                <a:cubicBezTo>
                  <a:pt x="126270" y="99350"/>
                  <a:pt x="122275" y="100253"/>
                  <a:pt x="118037" y="100253"/>
                </a:cubicBezTo>
                <a:cubicBezTo>
                  <a:pt x="111437" y="100253"/>
                  <a:pt x="106000" y="97995"/>
                  <a:pt x="101727" y="93479"/>
                </a:cubicBezTo>
                <a:cubicBezTo>
                  <a:pt x="97455" y="88963"/>
                  <a:pt x="95318" y="83023"/>
                  <a:pt x="95318" y="75659"/>
                </a:cubicBezTo>
                <a:cubicBezTo>
                  <a:pt x="95318" y="71004"/>
                  <a:pt x="96360" y="66974"/>
                  <a:pt x="98445" y="63570"/>
                </a:cubicBezTo>
                <a:cubicBezTo>
                  <a:pt x="101293" y="58846"/>
                  <a:pt x="106243" y="54399"/>
                  <a:pt x="113295" y="50231"/>
                </a:cubicBezTo>
                <a:cubicBezTo>
                  <a:pt x="120347" y="46062"/>
                  <a:pt x="132071" y="40991"/>
                  <a:pt x="148467" y="35016"/>
                </a:cubicBezTo>
                <a:lnTo>
                  <a:pt x="148467" y="31264"/>
                </a:lnTo>
                <a:cubicBezTo>
                  <a:pt x="148467" y="21746"/>
                  <a:pt x="146956" y="15215"/>
                  <a:pt x="143934" y="11672"/>
                </a:cubicBezTo>
                <a:cubicBezTo>
                  <a:pt x="140911" y="8129"/>
                  <a:pt x="136517" y="6357"/>
                  <a:pt x="130751" y="6357"/>
                </a:cubicBezTo>
                <a:cubicBezTo>
                  <a:pt x="126374" y="6357"/>
                  <a:pt x="122900" y="7534"/>
                  <a:pt x="120329" y="9887"/>
                </a:cubicBezTo>
                <a:cubicBezTo>
                  <a:pt x="117689" y="12241"/>
                  <a:pt x="116369" y="14940"/>
                  <a:pt x="116369" y="17987"/>
                </a:cubicBezTo>
                <a:lnTo>
                  <a:pt x="116578" y="24008"/>
                </a:lnTo>
                <a:cubicBezTo>
                  <a:pt x="116578" y="27191"/>
                  <a:pt x="115761" y="29648"/>
                  <a:pt x="114129" y="31378"/>
                </a:cubicBezTo>
                <a:cubicBezTo>
                  <a:pt x="112496" y="33108"/>
                  <a:pt x="110360" y="33973"/>
                  <a:pt x="107720" y="33973"/>
                </a:cubicBezTo>
                <a:cubicBezTo>
                  <a:pt x="105149" y="33973"/>
                  <a:pt x="103047" y="33074"/>
                  <a:pt x="101415" y="31274"/>
                </a:cubicBezTo>
                <a:cubicBezTo>
                  <a:pt x="99782" y="29472"/>
                  <a:pt x="98966" y="27012"/>
                  <a:pt x="98966" y="23894"/>
                </a:cubicBezTo>
                <a:cubicBezTo>
                  <a:pt x="98966" y="17939"/>
                  <a:pt x="102023" y="12468"/>
                  <a:pt x="108136" y="7481"/>
                </a:cubicBezTo>
                <a:cubicBezTo>
                  <a:pt x="114250" y="2494"/>
                  <a:pt x="122831" y="0"/>
                  <a:pt x="133877" y="0"/>
                </a:cubicBezTo>
                <a:cubicBezTo>
                  <a:pt x="142353" y="0"/>
                  <a:pt x="149301" y="1422"/>
                  <a:pt x="154720" y="4266"/>
                </a:cubicBezTo>
                <a:cubicBezTo>
                  <a:pt x="158819" y="6418"/>
                  <a:pt x="161841" y="9784"/>
                  <a:pt x="163786" y="14365"/>
                </a:cubicBezTo>
                <a:cubicBezTo>
                  <a:pt x="165037" y="17348"/>
                  <a:pt x="165662" y="23454"/>
                  <a:pt x="165662" y="32684"/>
                </a:cubicBezTo>
                <a:lnTo>
                  <a:pt x="165662" y="65055"/>
                </a:lnTo>
                <a:cubicBezTo>
                  <a:pt x="165662" y="74145"/>
                  <a:pt x="165836" y="79714"/>
                  <a:pt x="166183" y="81762"/>
                </a:cubicBezTo>
                <a:cubicBezTo>
                  <a:pt x="166531" y="83809"/>
                  <a:pt x="167104" y="85180"/>
                  <a:pt x="167903" y="85875"/>
                </a:cubicBezTo>
                <a:cubicBezTo>
                  <a:pt x="168702" y="86567"/>
                  <a:pt x="169622" y="86914"/>
                  <a:pt x="170664" y="86914"/>
                </a:cubicBezTo>
                <a:cubicBezTo>
                  <a:pt x="171776" y="86914"/>
                  <a:pt x="172749" y="86671"/>
                  <a:pt x="173582" y="86184"/>
                </a:cubicBezTo>
                <a:cubicBezTo>
                  <a:pt x="175041" y="85281"/>
                  <a:pt x="177855" y="82745"/>
                  <a:pt x="182024" y="78577"/>
                </a:cubicBezTo>
                <a:lnTo>
                  <a:pt x="182024" y="84413"/>
                </a:lnTo>
                <a:cubicBezTo>
                  <a:pt x="174242" y="94834"/>
                  <a:pt x="166808" y="100045"/>
                  <a:pt x="159722" y="100045"/>
                </a:cubicBezTo>
                <a:cubicBezTo>
                  <a:pt x="156318" y="100045"/>
                  <a:pt x="153608" y="98864"/>
                  <a:pt x="151593" y="96501"/>
                </a:cubicBezTo>
                <a:cubicBezTo>
                  <a:pt x="149579" y="94139"/>
                  <a:pt x="148536" y="90110"/>
                  <a:pt x="148467" y="84413"/>
                </a:cubicBezTo>
                <a:moveTo>
                  <a:pt x="148467" y="77580"/>
                </a:moveTo>
                <a:lnTo>
                  <a:pt x="148467" y="41373"/>
                </a:lnTo>
                <a:cubicBezTo>
                  <a:pt x="137976" y="45522"/>
                  <a:pt x="131202" y="48461"/>
                  <a:pt x="128145" y="50192"/>
                </a:cubicBezTo>
                <a:cubicBezTo>
                  <a:pt x="122657" y="53236"/>
                  <a:pt x="118731" y="56417"/>
                  <a:pt x="116369" y="59737"/>
                </a:cubicBezTo>
                <a:cubicBezTo>
                  <a:pt x="114007" y="63057"/>
                  <a:pt x="112826" y="66688"/>
                  <a:pt x="112826" y="70630"/>
                </a:cubicBezTo>
                <a:cubicBezTo>
                  <a:pt x="112826" y="75611"/>
                  <a:pt x="114320" y="79744"/>
                  <a:pt x="117307" y="83029"/>
                </a:cubicBezTo>
                <a:cubicBezTo>
                  <a:pt x="120295" y="86313"/>
                  <a:pt x="123734" y="87956"/>
                  <a:pt x="127624" y="87956"/>
                </a:cubicBezTo>
                <a:cubicBezTo>
                  <a:pt x="132904" y="87956"/>
                  <a:pt x="139852" y="84497"/>
                  <a:pt x="148467" y="77580"/>
                </a:cubicBezTo>
                <a:close/>
                <a:moveTo>
                  <a:pt x="273069" y="2710"/>
                </a:moveTo>
                <a:lnTo>
                  <a:pt x="273069" y="60548"/>
                </a:lnTo>
                <a:cubicBezTo>
                  <a:pt x="273069" y="71594"/>
                  <a:pt x="273330" y="78351"/>
                  <a:pt x="273851" y="80817"/>
                </a:cubicBezTo>
                <a:cubicBezTo>
                  <a:pt x="274372" y="83284"/>
                  <a:pt x="275205" y="85003"/>
                  <a:pt x="276352" y="85976"/>
                </a:cubicBezTo>
                <a:cubicBezTo>
                  <a:pt x="277498" y="86949"/>
                  <a:pt x="278836" y="87435"/>
                  <a:pt x="280364" y="87435"/>
                </a:cubicBezTo>
                <a:cubicBezTo>
                  <a:pt x="282518" y="87435"/>
                  <a:pt x="284949" y="86844"/>
                  <a:pt x="287659" y="85663"/>
                </a:cubicBezTo>
                <a:lnTo>
                  <a:pt x="289118" y="89311"/>
                </a:lnTo>
                <a:lnTo>
                  <a:pt x="260563" y="101087"/>
                </a:lnTo>
                <a:lnTo>
                  <a:pt x="255874" y="101087"/>
                </a:lnTo>
                <a:lnTo>
                  <a:pt x="255874" y="80869"/>
                </a:lnTo>
                <a:cubicBezTo>
                  <a:pt x="247676" y="89762"/>
                  <a:pt x="241423" y="95355"/>
                  <a:pt x="237116" y="97648"/>
                </a:cubicBezTo>
                <a:cubicBezTo>
                  <a:pt x="232808" y="99940"/>
                  <a:pt x="228257" y="101087"/>
                  <a:pt x="223464" y="101087"/>
                </a:cubicBezTo>
                <a:cubicBezTo>
                  <a:pt x="218114" y="101087"/>
                  <a:pt x="213477" y="99541"/>
                  <a:pt x="209551" y="96449"/>
                </a:cubicBezTo>
                <a:cubicBezTo>
                  <a:pt x="205626" y="93358"/>
                  <a:pt x="202899" y="89380"/>
                  <a:pt x="201370" y="84517"/>
                </a:cubicBezTo>
                <a:cubicBezTo>
                  <a:pt x="199842" y="79654"/>
                  <a:pt x="199078" y="72776"/>
                  <a:pt x="199078" y="63883"/>
                </a:cubicBezTo>
                <a:lnTo>
                  <a:pt x="199078" y="21259"/>
                </a:lnTo>
                <a:cubicBezTo>
                  <a:pt x="199078" y="16744"/>
                  <a:pt x="198591" y="13617"/>
                  <a:pt x="197619" y="11880"/>
                </a:cubicBezTo>
                <a:cubicBezTo>
                  <a:pt x="196646" y="10143"/>
                  <a:pt x="195204" y="8806"/>
                  <a:pt x="193294" y="7868"/>
                </a:cubicBezTo>
                <a:cubicBezTo>
                  <a:pt x="191383" y="6930"/>
                  <a:pt x="187927" y="6496"/>
                  <a:pt x="182925" y="6565"/>
                </a:cubicBezTo>
                <a:lnTo>
                  <a:pt x="182925" y="2710"/>
                </a:lnTo>
                <a:lnTo>
                  <a:pt x="216377" y="2710"/>
                </a:lnTo>
                <a:lnTo>
                  <a:pt x="216377" y="66436"/>
                </a:lnTo>
                <a:cubicBezTo>
                  <a:pt x="216377" y="75307"/>
                  <a:pt x="217923" y="81129"/>
                  <a:pt x="221015" y="83901"/>
                </a:cubicBezTo>
                <a:cubicBezTo>
                  <a:pt x="224106" y="86674"/>
                  <a:pt x="227841" y="88060"/>
                  <a:pt x="232218" y="88060"/>
                </a:cubicBezTo>
                <a:cubicBezTo>
                  <a:pt x="235205" y="88060"/>
                  <a:pt x="238592" y="87124"/>
                  <a:pt x="242378" y="85253"/>
                </a:cubicBezTo>
                <a:cubicBezTo>
                  <a:pt x="246165" y="83381"/>
                  <a:pt x="250663" y="79813"/>
                  <a:pt x="255874" y="74548"/>
                </a:cubicBezTo>
                <a:lnTo>
                  <a:pt x="255874" y="20598"/>
                </a:lnTo>
                <a:cubicBezTo>
                  <a:pt x="255874" y="15192"/>
                  <a:pt x="254884" y="11537"/>
                  <a:pt x="252904" y="9633"/>
                </a:cubicBezTo>
                <a:cubicBezTo>
                  <a:pt x="250924" y="7727"/>
                  <a:pt x="246807" y="6704"/>
                  <a:pt x="240555" y="6565"/>
                </a:cubicBezTo>
                <a:lnTo>
                  <a:pt x="240555" y="2710"/>
                </a:lnTo>
                <a:lnTo>
                  <a:pt x="273069" y="2710"/>
                </a:lnTo>
                <a:close/>
                <a:moveTo>
                  <a:pt x="358129" y="0"/>
                </a:moveTo>
                <a:lnTo>
                  <a:pt x="358129" y="32306"/>
                </a:lnTo>
                <a:lnTo>
                  <a:pt x="354690" y="32306"/>
                </a:lnTo>
                <a:cubicBezTo>
                  <a:pt x="352050" y="22174"/>
                  <a:pt x="348663" y="15281"/>
                  <a:pt x="344529" y="11630"/>
                </a:cubicBezTo>
                <a:cubicBezTo>
                  <a:pt x="340395" y="7976"/>
                  <a:pt x="335133" y="6149"/>
                  <a:pt x="328741" y="6149"/>
                </a:cubicBezTo>
                <a:cubicBezTo>
                  <a:pt x="323878" y="6149"/>
                  <a:pt x="319952" y="7433"/>
                  <a:pt x="316965" y="10001"/>
                </a:cubicBezTo>
                <a:cubicBezTo>
                  <a:pt x="313977" y="12567"/>
                  <a:pt x="312484" y="15413"/>
                  <a:pt x="312484" y="18537"/>
                </a:cubicBezTo>
                <a:cubicBezTo>
                  <a:pt x="312484" y="22423"/>
                  <a:pt x="313595" y="25754"/>
                  <a:pt x="315818" y="28528"/>
                </a:cubicBezTo>
                <a:cubicBezTo>
                  <a:pt x="317972" y="31375"/>
                  <a:pt x="322349" y="34394"/>
                  <a:pt x="328949" y="37585"/>
                </a:cubicBezTo>
                <a:lnTo>
                  <a:pt x="344164" y="44978"/>
                </a:lnTo>
                <a:cubicBezTo>
                  <a:pt x="358268" y="51847"/>
                  <a:pt x="365320" y="60904"/>
                  <a:pt x="365320" y="72148"/>
                </a:cubicBezTo>
                <a:cubicBezTo>
                  <a:pt x="365320" y="80822"/>
                  <a:pt x="362037" y="87814"/>
                  <a:pt x="355471" y="93124"/>
                </a:cubicBezTo>
                <a:cubicBezTo>
                  <a:pt x="348906" y="98433"/>
                  <a:pt x="341559" y="101087"/>
                  <a:pt x="333430" y="101087"/>
                </a:cubicBezTo>
                <a:cubicBezTo>
                  <a:pt x="327594" y="101087"/>
                  <a:pt x="320925" y="100045"/>
                  <a:pt x="313421" y="97960"/>
                </a:cubicBezTo>
                <a:cubicBezTo>
                  <a:pt x="311129" y="97266"/>
                  <a:pt x="309253" y="96918"/>
                  <a:pt x="307794" y="96918"/>
                </a:cubicBezTo>
                <a:cubicBezTo>
                  <a:pt x="306196" y="96918"/>
                  <a:pt x="304945" y="97821"/>
                  <a:pt x="304042" y="99628"/>
                </a:cubicBezTo>
                <a:lnTo>
                  <a:pt x="300603" y="99628"/>
                </a:lnTo>
                <a:lnTo>
                  <a:pt x="300603" y="65446"/>
                </a:lnTo>
                <a:lnTo>
                  <a:pt x="304042" y="65446"/>
                </a:lnTo>
                <a:cubicBezTo>
                  <a:pt x="305988" y="75207"/>
                  <a:pt x="309705" y="82563"/>
                  <a:pt x="315193" y="87513"/>
                </a:cubicBezTo>
                <a:cubicBezTo>
                  <a:pt x="320682" y="92463"/>
                  <a:pt x="326830" y="94938"/>
                  <a:pt x="333639" y="94938"/>
                </a:cubicBezTo>
                <a:cubicBezTo>
                  <a:pt x="338433" y="94938"/>
                  <a:pt x="342341" y="93533"/>
                  <a:pt x="345363" y="90724"/>
                </a:cubicBezTo>
                <a:cubicBezTo>
                  <a:pt x="348385" y="87912"/>
                  <a:pt x="349896" y="84529"/>
                  <a:pt x="349896" y="80573"/>
                </a:cubicBezTo>
                <a:cubicBezTo>
                  <a:pt x="349896" y="75784"/>
                  <a:pt x="348211" y="71758"/>
                  <a:pt x="344842" y="68497"/>
                </a:cubicBezTo>
                <a:cubicBezTo>
                  <a:pt x="341472" y="65236"/>
                  <a:pt x="334750" y="61108"/>
                  <a:pt x="324676" y="56112"/>
                </a:cubicBezTo>
                <a:cubicBezTo>
                  <a:pt x="314603" y="51114"/>
                  <a:pt x="308002" y="46603"/>
                  <a:pt x="304876" y="42578"/>
                </a:cubicBezTo>
                <a:cubicBezTo>
                  <a:pt x="301750" y="38622"/>
                  <a:pt x="300186" y="33625"/>
                  <a:pt x="300186" y="27587"/>
                </a:cubicBezTo>
                <a:cubicBezTo>
                  <a:pt x="300186" y="19745"/>
                  <a:pt x="302879" y="13187"/>
                  <a:pt x="308263" y="7914"/>
                </a:cubicBezTo>
                <a:cubicBezTo>
                  <a:pt x="313647" y="2638"/>
                  <a:pt x="320612" y="0"/>
                  <a:pt x="329158" y="0"/>
                </a:cubicBezTo>
                <a:cubicBezTo>
                  <a:pt x="332909" y="0"/>
                  <a:pt x="337460" y="799"/>
                  <a:pt x="342810" y="2397"/>
                </a:cubicBezTo>
                <a:cubicBezTo>
                  <a:pt x="346353" y="3439"/>
                  <a:pt x="348715" y="3960"/>
                  <a:pt x="349896" y="3960"/>
                </a:cubicBezTo>
                <a:cubicBezTo>
                  <a:pt x="351008" y="3960"/>
                  <a:pt x="351876" y="3717"/>
                  <a:pt x="352501" y="3231"/>
                </a:cubicBezTo>
                <a:cubicBezTo>
                  <a:pt x="353127" y="2744"/>
                  <a:pt x="353856" y="1667"/>
                  <a:pt x="354690" y="0"/>
                </a:cubicBezTo>
                <a:lnTo>
                  <a:pt x="358129" y="0"/>
                </a:lnTo>
                <a:close/>
                <a:moveTo>
                  <a:pt x="396115" y="38767"/>
                </a:moveTo>
                <a:cubicBezTo>
                  <a:pt x="396046" y="52908"/>
                  <a:pt x="399485" y="63999"/>
                  <a:pt x="406432" y="72041"/>
                </a:cubicBezTo>
                <a:cubicBezTo>
                  <a:pt x="413380" y="80080"/>
                  <a:pt x="421543" y="84100"/>
                  <a:pt x="430922" y="84100"/>
                </a:cubicBezTo>
                <a:cubicBezTo>
                  <a:pt x="437175" y="84100"/>
                  <a:pt x="442612" y="82381"/>
                  <a:pt x="447232" y="78941"/>
                </a:cubicBezTo>
                <a:cubicBezTo>
                  <a:pt x="451852" y="75502"/>
                  <a:pt x="455725" y="69614"/>
                  <a:pt x="458851" y="61277"/>
                </a:cubicBezTo>
                <a:lnTo>
                  <a:pt x="462082" y="63362"/>
                </a:lnTo>
                <a:cubicBezTo>
                  <a:pt x="460623" y="72880"/>
                  <a:pt x="456385" y="81547"/>
                  <a:pt x="449368" y="89363"/>
                </a:cubicBezTo>
                <a:cubicBezTo>
                  <a:pt x="442351" y="97179"/>
                  <a:pt x="433562" y="101087"/>
                  <a:pt x="423002" y="101087"/>
                </a:cubicBezTo>
                <a:cubicBezTo>
                  <a:pt x="411539" y="101087"/>
                  <a:pt x="401725" y="96633"/>
                  <a:pt x="393562" y="87725"/>
                </a:cubicBezTo>
                <a:cubicBezTo>
                  <a:pt x="385399" y="78814"/>
                  <a:pt x="381317" y="66836"/>
                  <a:pt x="381317" y="51791"/>
                </a:cubicBezTo>
                <a:cubicBezTo>
                  <a:pt x="381317" y="35499"/>
                  <a:pt x="385503" y="22794"/>
                  <a:pt x="393875" y="13678"/>
                </a:cubicBezTo>
                <a:cubicBezTo>
                  <a:pt x="402246" y="4559"/>
                  <a:pt x="412754" y="0"/>
                  <a:pt x="425399" y="0"/>
                </a:cubicBezTo>
                <a:cubicBezTo>
                  <a:pt x="436098" y="0"/>
                  <a:pt x="444887" y="3517"/>
                  <a:pt x="451765" y="10552"/>
                </a:cubicBezTo>
                <a:cubicBezTo>
                  <a:pt x="458643" y="17584"/>
                  <a:pt x="462082" y="26989"/>
                  <a:pt x="462082" y="38767"/>
                </a:cubicBezTo>
                <a:lnTo>
                  <a:pt x="396115" y="38767"/>
                </a:lnTo>
                <a:moveTo>
                  <a:pt x="396115" y="32723"/>
                </a:moveTo>
                <a:lnTo>
                  <a:pt x="440302" y="32723"/>
                </a:lnTo>
                <a:cubicBezTo>
                  <a:pt x="439954" y="26609"/>
                  <a:pt x="439225" y="22302"/>
                  <a:pt x="438113" y="19801"/>
                </a:cubicBezTo>
                <a:cubicBezTo>
                  <a:pt x="436376" y="15910"/>
                  <a:pt x="433788" y="12853"/>
                  <a:pt x="430349" y="10630"/>
                </a:cubicBezTo>
                <a:cubicBezTo>
                  <a:pt x="426910" y="8407"/>
                  <a:pt x="423315" y="7295"/>
                  <a:pt x="419563" y="7295"/>
                </a:cubicBezTo>
                <a:cubicBezTo>
                  <a:pt x="413797" y="7295"/>
                  <a:pt x="408638" y="9536"/>
                  <a:pt x="404087" y="14017"/>
                </a:cubicBezTo>
                <a:cubicBezTo>
                  <a:pt x="399537" y="18498"/>
                  <a:pt x="396879" y="24733"/>
                  <a:pt x="396115" y="32723"/>
                </a:cubicBez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B550C0-0084-4588-979D-79879F07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730" y="343630"/>
            <a:ext cx="1228385" cy="818883"/>
          </a:xfrm>
          <a:custGeom xmlns:a="http://schemas.openxmlformats.org/drawingml/2006/main">
            <a:pathLst>
              <a:path w="1228385" h="818883">
                <a:moveTo>
                  <a:pt x="1131452" y="94537"/>
                </a:moveTo>
                <a:lnTo>
                  <a:pt x="1129833" y="95862"/>
                </a:lnTo>
                <a:lnTo>
                  <a:pt x="1128696" y="97629"/>
                </a:lnTo>
                <a:lnTo>
                  <a:pt x="1128161" y="99649"/>
                </a:lnTo>
                <a:lnTo>
                  <a:pt x="1128281" y="101737"/>
                </a:lnTo>
                <a:lnTo>
                  <a:pt x="1129044" y="103690"/>
                </a:lnTo>
                <a:lnTo>
                  <a:pt x="1130369" y="105309"/>
                </a:lnTo>
                <a:lnTo>
                  <a:pt x="1132121" y="106447"/>
                </a:lnTo>
                <a:lnTo>
                  <a:pt x="1134155" y="106969"/>
                </a:lnTo>
                <a:lnTo>
                  <a:pt x="1136243" y="106861"/>
                </a:lnTo>
                <a:lnTo>
                  <a:pt x="1138196" y="106099"/>
                </a:lnTo>
                <a:lnTo>
                  <a:pt x="1228385" y="53484"/>
                </a:lnTo>
                <a:lnTo>
                  <a:pt x="1138196" y="870"/>
                </a:lnTo>
                <a:lnTo>
                  <a:pt x="1136243" y="107"/>
                </a:lnTo>
                <a:lnTo>
                  <a:pt x="1134155" y="0"/>
                </a:lnTo>
                <a:lnTo>
                  <a:pt x="1132121" y="522"/>
                </a:lnTo>
                <a:lnTo>
                  <a:pt x="1130369" y="1659"/>
                </a:lnTo>
                <a:lnTo>
                  <a:pt x="1129044" y="3278"/>
                </a:lnTo>
                <a:lnTo>
                  <a:pt x="1128281" y="5232"/>
                </a:lnTo>
                <a:lnTo>
                  <a:pt x="1128161" y="7319"/>
                </a:lnTo>
                <a:lnTo>
                  <a:pt x="1128696" y="9340"/>
                </a:lnTo>
                <a:lnTo>
                  <a:pt x="1129833" y="11106"/>
                </a:lnTo>
                <a:lnTo>
                  <a:pt x="1131452" y="12431"/>
                </a:lnTo>
                <a:lnTo>
                  <a:pt x="1190360" y="46794"/>
                </a:lnTo>
                <a:lnTo>
                  <a:pt x="126438" y="46794"/>
                </a:lnTo>
                <a:lnTo>
                  <a:pt x="126438" y="805502"/>
                </a:lnTo>
                <a:lnTo>
                  <a:pt x="0" y="805502"/>
                </a:lnTo>
                <a:lnTo>
                  <a:pt x="0" y="818883"/>
                </a:lnTo>
                <a:lnTo>
                  <a:pt x="139819" y="818883"/>
                </a:lnTo>
                <a:lnTo>
                  <a:pt x="139819" y="60175"/>
                </a:lnTo>
                <a:lnTo>
                  <a:pt x="1190360" y="60175"/>
                </a:lnTo>
                <a:lnTo>
                  <a:pt x="1131452" y="945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AF69AE-4C83-48EF-B025-1AECEE62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4075" y="1147125"/>
            <a:ext cx="1221695" cy="1008226"/>
          </a:xfrm>
          <a:custGeom xmlns:a="http://schemas.openxmlformats.org/drawingml/2006/main">
            <a:pathLst>
              <a:path w="1221695" h="1008226">
                <a:moveTo>
                  <a:pt x="136568" y="948051"/>
                </a:moveTo>
                <a:lnTo>
                  <a:pt x="136568" y="0"/>
                </a:lnTo>
                <a:lnTo>
                  <a:pt x="0" y="0"/>
                </a:lnTo>
                <a:lnTo>
                  <a:pt x="0" y="13381"/>
                </a:lnTo>
                <a:lnTo>
                  <a:pt x="123186" y="13381"/>
                </a:lnTo>
                <a:lnTo>
                  <a:pt x="123186" y="961432"/>
                </a:lnTo>
                <a:lnTo>
                  <a:pt x="1183669" y="961432"/>
                </a:lnTo>
                <a:lnTo>
                  <a:pt x="1124762" y="995795"/>
                </a:lnTo>
                <a:lnTo>
                  <a:pt x="1123143" y="997120"/>
                </a:lnTo>
                <a:lnTo>
                  <a:pt x="1122005" y="998886"/>
                </a:lnTo>
                <a:lnTo>
                  <a:pt x="1121470" y="1000906"/>
                </a:lnTo>
                <a:lnTo>
                  <a:pt x="1121591" y="1002994"/>
                </a:lnTo>
                <a:lnTo>
                  <a:pt x="1122353" y="1004947"/>
                </a:lnTo>
                <a:lnTo>
                  <a:pt x="1123678" y="1006567"/>
                </a:lnTo>
                <a:lnTo>
                  <a:pt x="1125431" y="1007704"/>
                </a:lnTo>
                <a:lnTo>
                  <a:pt x="1127465" y="1008226"/>
                </a:lnTo>
                <a:lnTo>
                  <a:pt x="1129552" y="1008119"/>
                </a:lnTo>
                <a:lnTo>
                  <a:pt x="1131506" y="1007356"/>
                </a:lnTo>
                <a:lnTo>
                  <a:pt x="1221695" y="954742"/>
                </a:lnTo>
                <a:lnTo>
                  <a:pt x="1131506" y="902127"/>
                </a:lnTo>
                <a:lnTo>
                  <a:pt x="1129552" y="901364"/>
                </a:lnTo>
                <a:lnTo>
                  <a:pt x="1127465" y="901257"/>
                </a:lnTo>
                <a:lnTo>
                  <a:pt x="1125431" y="901779"/>
                </a:lnTo>
                <a:lnTo>
                  <a:pt x="1123678" y="902917"/>
                </a:lnTo>
                <a:lnTo>
                  <a:pt x="1122353" y="904536"/>
                </a:lnTo>
                <a:lnTo>
                  <a:pt x="1121591" y="906489"/>
                </a:lnTo>
                <a:lnTo>
                  <a:pt x="1121470" y="908577"/>
                </a:lnTo>
                <a:lnTo>
                  <a:pt x="1122005" y="910597"/>
                </a:lnTo>
                <a:lnTo>
                  <a:pt x="1123143" y="912364"/>
                </a:lnTo>
                <a:lnTo>
                  <a:pt x="1124762" y="913688"/>
                </a:lnTo>
                <a:lnTo>
                  <a:pt x="1183669" y="948051"/>
                </a:lnTo>
                <a:lnTo>
                  <a:pt x="136568" y="9480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2A2737-36BB-4085-90EE-78533000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7546" y="738373"/>
            <a:ext cx="379354" cy="106969"/>
          </a:xfrm>
          <a:custGeom xmlns:a="http://schemas.openxmlformats.org/drawingml/2006/main">
            <a:pathLst>
              <a:path w="379354" h="106969">
                <a:moveTo>
                  <a:pt x="379354" y="60175"/>
                </a:moveTo>
                <a:lnTo>
                  <a:pt x="379354" y="46794"/>
                </a:lnTo>
                <a:lnTo>
                  <a:pt x="38025" y="46794"/>
                </a:lnTo>
                <a:lnTo>
                  <a:pt x="96933" y="12431"/>
                </a:lnTo>
                <a:lnTo>
                  <a:pt x="98552" y="11106"/>
                </a:lnTo>
                <a:lnTo>
                  <a:pt x="99689" y="9340"/>
                </a:lnTo>
                <a:lnTo>
                  <a:pt x="100224" y="7319"/>
                </a:lnTo>
                <a:lnTo>
                  <a:pt x="100104" y="5232"/>
                </a:lnTo>
                <a:lnTo>
                  <a:pt x="99341" y="3278"/>
                </a:lnTo>
                <a:lnTo>
                  <a:pt x="98017" y="1659"/>
                </a:lnTo>
                <a:lnTo>
                  <a:pt x="96264" y="522"/>
                </a:lnTo>
                <a:lnTo>
                  <a:pt x="94230" y="0"/>
                </a:lnTo>
                <a:lnTo>
                  <a:pt x="92142" y="107"/>
                </a:lnTo>
                <a:lnTo>
                  <a:pt x="90189" y="870"/>
                </a:lnTo>
                <a:lnTo>
                  <a:pt x="0" y="53484"/>
                </a:lnTo>
                <a:lnTo>
                  <a:pt x="90189" y="106099"/>
                </a:lnTo>
                <a:lnTo>
                  <a:pt x="92142" y="106861"/>
                </a:lnTo>
                <a:lnTo>
                  <a:pt x="94230" y="106969"/>
                </a:lnTo>
                <a:lnTo>
                  <a:pt x="96264" y="106447"/>
                </a:lnTo>
                <a:lnTo>
                  <a:pt x="98017" y="105309"/>
                </a:lnTo>
                <a:lnTo>
                  <a:pt x="99341" y="103690"/>
                </a:lnTo>
                <a:lnTo>
                  <a:pt x="100104" y="101737"/>
                </a:lnTo>
                <a:lnTo>
                  <a:pt x="100224" y="99649"/>
                </a:lnTo>
                <a:lnTo>
                  <a:pt x="99689" y="97629"/>
                </a:lnTo>
                <a:lnTo>
                  <a:pt x="98552" y="95862"/>
                </a:lnTo>
                <a:lnTo>
                  <a:pt x="96933" y="94537"/>
                </a:lnTo>
                <a:lnTo>
                  <a:pt x="38025" y="60175"/>
                </a:lnTo>
                <a:lnTo>
                  <a:pt x="379354" y="601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148F0D-81D2-4E24-9BC5-1C6B4321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3911" y="733020"/>
            <a:ext cx="379354" cy="106969"/>
          </a:xfrm>
          <a:custGeom xmlns:a="http://schemas.openxmlformats.org/drawingml/2006/main">
            <a:pathLst>
              <a:path w="379354" h="106969">
                <a:moveTo>
                  <a:pt x="98552" y="11106"/>
                </a:moveTo>
                <a:lnTo>
                  <a:pt x="99689" y="9340"/>
                </a:lnTo>
                <a:lnTo>
                  <a:pt x="100224" y="7319"/>
                </a:lnTo>
                <a:lnTo>
                  <a:pt x="100104" y="5232"/>
                </a:lnTo>
                <a:lnTo>
                  <a:pt x="99341" y="3278"/>
                </a:lnTo>
                <a:lnTo>
                  <a:pt x="98017" y="1659"/>
                </a:lnTo>
                <a:lnTo>
                  <a:pt x="96264" y="522"/>
                </a:lnTo>
                <a:lnTo>
                  <a:pt x="94230" y="0"/>
                </a:lnTo>
                <a:lnTo>
                  <a:pt x="92142" y="107"/>
                </a:lnTo>
                <a:lnTo>
                  <a:pt x="90189" y="870"/>
                </a:lnTo>
                <a:lnTo>
                  <a:pt x="0" y="53484"/>
                </a:lnTo>
                <a:lnTo>
                  <a:pt x="90189" y="106099"/>
                </a:lnTo>
                <a:lnTo>
                  <a:pt x="92142" y="106861"/>
                </a:lnTo>
                <a:lnTo>
                  <a:pt x="94230" y="106969"/>
                </a:lnTo>
                <a:lnTo>
                  <a:pt x="96264" y="106447"/>
                </a:lnTo>
                <a:lnTo>
                  <a:pt x="98017" y="105309"/>
                </a:lnTo>
                <a:lnTo>
                  <a:pt x="99341" y="103690"/>
                </a:lnTo>
                <a:lnTo>
                  <a:pt x="100104" y="101737"/>
                </a:lnTo>
                <a:lnTo>
                  <a:pt x="100224" y="99649"/>
                </a:lnTo>
                <a:lnTo>
                  <a:pt x="99689" y="97629"/>
                </a:lnTo>
                <a:lnTo>
                  <a:pt x="98552" y="95862"/>
                </a:lnTo>
                <a:lnTo>
                  <a:pt x="96933" y="94537"/>
                </a:lnTo>
                <a:lnTo>
                  <a:pt x="38025" y="60175"/>
                </a:lnTo>
                <a:lnTo>
                  <a:pt x="379354" y="60175"/>
                </a:lnTo>
                <a:lnTo>
                  <a:pt x="379354" y="46794"/>
                </a:lnTo>
                <a:lnTo>
                  <a:pt x="38025" y="46794"/>
                </a:lnTo>
                <a:lnTo>
                  <a:pt x="96933" y="12431"/>
                </a:lnTo>
                <a:lnTo>
                  <a:pt x="98552" y="111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CA0403-C5CB-4551-BB8C-19D56473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724" y="2821101"/>
            <a:ext cx="7039168" cy="13381"/>
          </a:xfrm>
          <a:custGeom xmlns:a="http://schemas.openxmlformats.org/drawingml/2006/main">
            <a:pathLst>
              <a:path w="7039168" h="13381">
                <a:moveTo>
                  <a:pt x="0" y="0"/>
                </a:moveTo>
                <a:lnTo>
                  <a:pt x="7039168" y="0"/>
                </a:lnTo>
                <a:lnTo>
                  <a:pt x="7039168" y="13381"/>
                </a:lnTo>
                <a:lnTo>
                  <a:pt x="0" y="1338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0950CF-4B4A-496D-88FA-EA5AB1F1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3383" y="2649154"/>
            <a:ext cx="13381" cy="178638"/>
          </a:xfrm>
          <a:custGeom xmlns:a="http://schemas.openxmlformats.org/drawingml/2006/main">
            <a:pathLst>
              <a:path w="13381" h="178638">
                <a:moveTo>
                  <a:pt x="13381" y="0"/>
                </a:moveTo>
                <a:lnTo>
                  <a:pt x="13381" y="178638"/>
                </a:lnTo>
                <a:lnTo>
                  <a:pt x="0" y="178638"/>
                </a:lnTo>
                <a:lnTo>
                  <a:pt x="0" y="0"/>
                </a:lnTo>
                <a:lnTo>
                  <a:pt x="13381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4B8634-A6AE-4E80-8824-4036D931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4884" y="2649154"/>
            <a:ext cx="13381" cy="178638"/>
          </a:xfrm>
          <a:custGeom xmlns:a="http://schemas.openxmlformats.org/drawingml/2006/main">
            <a:pathLst>
              <a:path w="13381" h="178638">
                <a:moveTo>
                  <a:pt x="13381" y="0"/>
                </a:moveTo>
                <a:lnTo>
                  <a:pt x="13381" y="178638"/>
                </a:lnTo>
                <a:lnTo>
                  <a:pt x="0" y="178638"/>
                </a:lnTo>
                <a:lnTo>
                  <a:pt x="0" y="0"/>
                </a:lnTo>
                <a:lnTo>
                  <a:pt x="13381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2.Manualanalysis">
            <a:extLst xmlns:a="http://schemas.openxmlformats.org/drawingml/2006/main">
              <a:ext uri="{FF2B5EF4-FFF2-40B4-BE49-F238E27FC236}">
                <a16:creationId xmlns:a16="http://schemas.microsoft.com/office/drawing/2014/main" id="{8DE4D14E-0506-4DD8-A9AF-3502EB67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54" y="3095440"/>
            <a:ext cx="1799562" cy="219220"/>
          </a:xfrm>
          <a:custGeom xmlns:a="http://schemas.openxmlformats.org/drawingml/2006/main">
            <a:pathLst>
              <a:path w="1799562" h="219220">
                <a:moveTo>
                  <a:pt x="105259" y="136425"/>
                </a:moveTo>
                <a:lnTo>
                  <a:pt x="94086" y="167238"/>
                </a:lnTo>
                <a:lnTo>
                  <a:pt x="0" y="167238"/>
                </a:lnTo>
                <a:lnTo>
                  <a:pt x="0" y="162879"/>
                </a:lnTo>
                <a:cubicBezTo>
                  <a:pt x="27677" y="137591"/>
                  <a:pt x="47161" y="116937"/>
                  <a:pt x="58451" y="100918"/>
                </a:cubicBezTo>
                <a:cubicBezTo>
                  <a:pt x="69741" y="84897"/>
                  <a:pt x="75386" y="70250"/>
                  <a:pt x="75386" y="56977"/>
                </a:cubicBezTo>
                <a:cubicBezTo>
                  <a:pt x="75386" y="46848"/>
                  <a:pt x="72289" y="38525"/>
                  <a:pt x="66095" y="32008"/>
                </a:cubicBezTo>
                <a:cubicBezTo>
                  <a:pt x="59901" y="25488"/>
                  <a:pt x="52492" y="22228"/>
                  <a:pt x="43868" y="22228"/>
                </a:cubicBezTo>
                <a:cubicBezTo>
                  <a:pt x="36027" y="22228"/>
                  <a:pt x="28990" y="24531"/>
                  <a:pt x="22757" y="29137"/>
                </a:cubicBezTo>
                <a:cubicBezTo>
                  <a:pt x="16524" y="33744"/>
                  <a:pt x="11918" y="40496"/>
                  <a:pt x="8938" y="49395"/>
                </a:cubicBezTo>
                <a:lnTo>
                  <a:pt x="4587" y="49395"/>
                </a:lnTo>
                <a:cubicBezTo>
                  <a:pt x="6547" y="34927"/>
                  <a:pt x="11584" y="23823"/>
                  <a:pt x="19699" y="16083"/>
                </a:cubicBezTo>
                <a:cubicBezTo>
                  <a:pt x="27814" y="8340"/>
                  <a:pt x="37948" y="4469"/>
                  <a:pt x="50101" y="4469"/>
                </a:cubicBezTo>
                <a:cubicBezTo>
                  <a:pt x="63038" y="4469"/>
                  <a:pt x="73838" y="8625"/>
                  <a:pt x="82502" y="16935"/>
                </a:cubicBezTo>
                <a:cubicBezTo>
                  <a:pt x="91165" y="25246"/>
                  <a:pt x="95497" y="35047"/>
                  <a:pt x="95497" y="46337"/>
                </a:cubicBezTo>
                <a:cubicBezTo>
                  <a:pt x="95497" y="54413"/>
                  <a:pt x="93615" y="62489"/>
                  <a:pt x="89852" y="70564"/>
                </a:cubicBezTo>
                <a:cubicBezTo>
                  <a:pt x="84050" y="83266"/>
                  <a:pt x="74641" y="96712"/>
                  <a:pt x="61626" y="110904"/>
                </a:cubicBezTo>
                <a:cubicBezTo>
                  <a:pt x="42103" y="132230"/>
                  <a:pt x="29911" y="145088"/>
                  <a:pt x="25050" y="149479"/>
                </a:cubicBezTo>
                <a:lnTo>
                  <a:pt x="66683" y="149479"/>
                </a:lnTo>
                <a:cubicBezTo>
                  <a:pt x="75151" y="149479"/>
                  <a:pt x="81090" y="149163"/>
                  <a:pt x="84501" y="148531"/>
                </a:cubicBezTo>
                <a:cubicBezTo>
                  <a:pt x="87911" y="147896"/>
                  <a:pt x="90989" y="146610"/>
                  <a:pt x="93733" y="144672"/>
                </a:cubicBezTo>
                <a:cubicBezTo>
                  <a:pt x="96477" y="142734"/>
                  <a:pt x="98869" y="139985"/>
                  <a:pt x="100907" y="136425"/>
                </a:cubicBezTo>
                <a:lnTo>
                  <a:pt x="105259" y="136425"/>
                </a:lnTo>
                <a:close/>
                <a:moveTo>
                  <a:pt x="145362" y="144422"/>
                </a:moveTo>
                <a:cubicBezTo>
                  <a:pt x="149047" y="144422"/>
                  <a:pt x="152144" y="145696"/>
                  <a:pt x="154653" y="148244"/>
                </a:cubicBezTo>
                <a:cubicBezTo>
                  <a:pt x="157162" y="150792"/>
                  <a:pt x="158417" y="153870"/>
                  <a:pt x="158417" y="157476"/>
                </a:cubicBezTo>
                <a:cubicBezTo>
                  <a:pt x="158417" y="161083"/>
                  <a:pt x="157142" y="164160"/>
                  <a:pt x="154594" y="166708"/>
                </a:cubicBezTo>
                <a:cubicBezTo>
                  <a:pt x="152046" y="169257"/>
                  <a:pt x="148969" y="170531"/>
                  <a:pt x="145362" y="170531"/>
                </a:cubicBezTo>
                <a:cubicBezTo>
                  <a:pt x="141755" y="170531"/>
                  <a:pt x="138678" y="169257"/>
                  <a:pt x="136130" y="166708"/>
                </a:cubicBezTo>
                <a:cubicBezTo>
                  <a:pt x="133582" y="164160"/>
                  <a:pt x="132308" y="161083"/>
                  <a:pt x="132308" y="157476"/>
                </a:cubicBezTo>
                <a:cubicBezTo>
                  <a:pt x="132308" y="153791"/>
                  <a:pt x="133582" y="150694"/>
                  <a:pt x="136130" y="148185"/>
                </a:cubicBezTo>
                <a:cubicBezTo>
                  <a:pt x="138678" y="145676"/>
                  <a:pt x="141755" y="144422"/>
                  <a:pt x="145362" y="144422"/>
                </a:cubicBezTo>
                <a:close/>
                <a:moveTo>
                  <a:pt x="334240" y="167238"/>
                </a:moveTo>
                <a:lnTo>
                  <a:pt x="272614" y="33048"/>
                </a:lnTo>
                <a:lnTo>
                  <a:pt x="272614" y="139600"/>
                </a:lnTo>
                <a:cubicBezTo>
                  <a:pt x="272614" y="149401"/>
                  <a:pt x="273672" y="155516"/>
                  <a:pt x="275789" y="157947"/>
                </a:cubicBezTo>
                <a:cubicBezTo>
                  <a:pt x="278690" y="161240"/>
                  <a:pt x="283277" y="162886"/>
                  <a:pt x="289549" y="162886"/>
                </a:cubicBezTo>
                <a:lnTo>
                  <a:pt x="295194" y="162886"/>
                </a:lnTo>
                <a:lnTo>
                  <a:pt x="295194" y="167238"/>
                </a:lnTo>
                <a:lnTo>
                  <a:pt x="239684" y="167238"/>
                </a:lnTo>
                <a:lnTo>
                  <a:pt x="239684" y="162886"/>
                </a:lnTo>
                <a:lnTo>
                  <a:pt x="245329" y="162886"/>
                </a:lnTo>
                <a:cubicBezTo>
                  <a:pt x="252072" y="162886"/>
                  <a:pt x="256854" y="160848"/>
                  <a:pt x="259677" y="156771"/>
                </a:cubicBezTo>
                <a:cubicBezTo>
                  <a:pt x="261402" y="154262"/>
                  <a:pt x="262264" y="148538"/>
                  <a:pt x="262264" y="139600"/>
                </a:cubicBezTo>
                <a:lnTo>
                  <a:pt x="262264" y="35400"/>
                </a:lnTo>
                <a:cubicBezTo>
                  <a:pt x="262264" y="28343"/>
                  <a:pt x="261480" y="23247"/>
                  <a:pt x="259912" y="20111"/>
                </a:cubicBezTo>
                <a:cubicBezTo>
                  <a:pt x="258815" y="17837"/>
                  <a:pt x="256796" y="15936"/>
                  <a:pt x="253855" y="14407"/>
                </a:cubicBezTo>
                <a:cubicBezTo>
                  <a:pt x="250915" y="12878"/>
                  <a:pt x="246191" y="12114"/>
                  <a:pt x="239684" y="12114"/>
                </a:cubicBezTo>
                <a:lnTo>
                  <a:pt x="239684" y="7762"/>
                </a:lnTo>
                <a:lnTo>
                  <a:pt x="284845" y="7762"/>
                </a:lnTo>
                <a:lnTo>
                  <a:pt x="342708" y="132543"/>
                </a:lnTo>
                <a:lnTo>
                  <a:pt x="399630" y="7762"/>
                </a:lnTo>
                <a:lnTo>
                  <a:pt x="444791" y="7762"/>
                </a:lnTo>
                <a:lnTo>
                  <a:pt x="444791" y="12114"/>
                </a:lnTo>
                <a:lnTo>
                  <a:pt x="439263" y="12114"/>
                </a:lnTo>
                <a:cubicBezTo>
                  <a:pt x="432442" y="12114"/>
                  <a:pt x="427620" y="14152"/>
                  <a:pt x="424798" y="18229"/>
                </a:cubicBezTo>
                <a:cubicBezTo>
                  <a:pt x="423073" y="20738"/>
                  <a:pt x="422210" y="26462"/>
                  <a:pt x="422210" y="35400"/>
                </a:cubicBezTo>
                <a:lnTo>
                  <a:pt x="422210" y="139600"/>
                </a:lnTo>
                <a:cubicBezTo>
                  <a:pt x="422210" y="149401"/>
                  <a:pt x="423308" y="155516"/>
                  <a:pt x="425503" y="157947"/>
                </a:cubicBezTo>
                <a:cubicBezTo>
                  <a:pt x="428404" y="161240"/>
                  <a:pt x="432991" y="162886"/>
                  <a:pt x="439263" y="162886"/>
                </a:cubicBezTo>
                <a:lnTo>
                  <a:pt x="444791" y="162886"/>
                </a:lnTo>
                <a:lnTo>
                  <a:pt x="444791" y="167238"/>
                </a:lnTo>
                <a:lnTo>
                  <a:pt x="377049" y="167238"/>
                </a:lnTo>
                <a:lnTo>
                  <a:pt x="377049" y="162886"/>
                </a:lnTo>
                <a:lnTo>
                  <a:pt x="382694" y="162886"/>
                </a:lnTo>
                <a:cubicBezTo>
                  <a:pt x="389515" y="162886"/>
                  <a:pt x="394298" y="160848"/>
                  <a:pt x="397042" y="156771"/>
                </a:cubicBezTo>
                <a:cubicBezTo>
                  <a:pt x="398767" y="154262"/>
                  <a:pt x="399630" y="148538"/>
                  <a:pt x="399630" y="139600"/>
                </a:cubicBezTo>
                <a:lnTo>
                  <a:pt x="399630" y="33048"/>
                </a:lnTo>
                <a:lnTo>
                  <a:pt x="338121" y="167238"/>
                </a:lnTo>
                <a:lnTo>
                  <a:pt x="334240" y="167238"/>
                </a:lnTo>
                <a:close/>
                <a:moveTo>
                  <a:pt x="518347" y="151713"/>
                </a:moveTo>
                <a:cubicBezTo>
                  <a:pt x="507292" y="160260"/>
                  <a:pt x="500353" y="165199"/>
                  <a:pt x="497531" y="166532"/>
                </a:cubicBezTo>
                <a:cubicBezTo>
                  <a:pt x="493297" y="168571"/>
                  <a:pt x="488789" y="169590"/>
                  <a:pt x="484006" y="169590"/>
                </a:cubicBezTo>
                <a:cubicBezTo>
                  <a:pt x="476557" y="169590"/>
                  <a:pt x="470422" y="167042"/>
                  <a:pt x="465600" y="161945"/>
                </a:cubicBezTo>
                <a:cubicBezTo>
                  <a:pt x="460778" y="156849"/>
                  <a:pt x="458367" y="150145"/>
                  <a:pt x="458367" y="141834"/>
                </a:cubicBezTo>
                <a:cubicBezTo>
                  <a:pt x="458367" y="136581"/>
                  <a:pt x="459544" y="132034"/>
                  <a:pt x="461896" y="128192"/>
                </a:cubicBezTo>
                <a:cubicBezTo>
                  <a:pt x="465110" y="122860"/>
                  <a:pt x="470697" y="117843"/>
                  <a:pt x="478655" y="113138"/>
                </a:cubicBezTo>
                <a:cubicBezTo>
                  <a:pt x="486613" y="108434"/>
                  <a:pt x="499844" y="102710"/>
                  <a:pt x="518347" y="95968"/>
                </a:cubicBezTo>
                <a:lnTo>
                  <a:pt x="518347" y="91734"/>
                </a:lnTo>
                <a:cubicBezTo>
                  <a:pt x="518347" y="80992"/>
                  <a:pt x="516642" y="73622"/>
                  <a:pt x="513231" y="69624"/>
                </a:cubicBezTo>
                <a:cubicBezTo>
                  <a:pt x="509821" y="65625"/>
                  <a:pt x="504862" y="63626"/>
                  <a:pt x="498354" y="63626"/>
                </a:cubicBezTo>
                <a:cubicBezTo>
                  <a:pt x="493414" y="63626"/>
                  <a:pt x="489494" y="64954"/>
                  <a:pt x="486593" y="67610"/>
                </a:cubicBezTo>
                <a:cubicBezTo>
                  <a:pt x="483614" y="70265"/>
                  <a:pt x="482124" y="73312"/>
                  <a:pt x="482124" y="76750"/>
                </a:cubicBezTo>
                <a:lnTo>
                  <a:pt x="482359" y="83545"/>
                </a:lnTo>
                <a:cubicBezTo>
                  <a:pt x="482359" y="87137"/>
                  <a:pt x="481438" y="89910"/>
                  <a:pt x="479596" y="91862"/>
                </a:cubicBezTo>
                <a:cubicBezTo>
                  <a:pt x="477753" y="93815"/>
                  <a:pt x="475342" y="94792"/>
                  <a:pt x="472363" y="94792"/>
                </a:cubicBezTo>
                <a:cubicBezTo>
                  <a:pt x="469462" y="94792"/>
                  <a:pt x="467090" y="93776"/>
                  <a:pt x="465248" y="91745"/>
                </a:cubicBezTo>
                <a:cubicBezTo>
                  <a:pt x="463405" y="89711"/>
                  <a:pt x="462484" y="86935"/>
                  <a:pt x="462484" y="83417"/>
                </a:cubicBezTo>
                <a:cubicBezTo>
                  <a:pt x="462484" y="76696"/>
                  <a:pt x="465934" y="70522"/>
                  <a:pt x="472833" y="64894"/>
                </a:cubicBezTo>
                <a:cubicBezTo>
                  <a:pt x="479733" y="59266"/>
                  <a:pt x="489416" y="56452"/>
                  <a:pt x="501882" y="56452"/>
                </a:cubicBezTo>
                <a:cubicBezTo>
                  <a:pt x="511448" y="56452"/>
                  <a:pt x="519288" y="58056"/>
                  <a:pt x="525404" y="61266"/>
                </a:cubicBezTo>
                <a:cubicBezTo>
                  <a:pt x="530030" y="63694"/>
                  <a:pt x="533440" y="67493"/>
                  <a:pt x="535635" y="72663"/>
                </a:cubicBezTo>
                <a:cubicBezTo>
                  <a:pt x="537047" y="76029"/>
                  <a:pt x="537752" y="82921"/>
                  <a:pt x="537752" y="93336"/>
                </a:cubicBezTo>
                <a:lnTo>
                  <a:pt x="537752" y="129868"/>
                </a:lnTo>
                <a:cubicBezTo>
                  <a:pt x="537752" y="140127"/>
                  <a:pt x="537948" y="146411"/>
                  <a:pt x="538340" y="148722"/>
                </a:cubicBezTo>
                <a:cubicBezTo>
                  <a:pt x="538732" y="151032"/>
                  <a:pt x="539379" y="152580"/>
                  <a:pt x="540281" y="153364"/>
                </a:cubicBezTo>
                <a:cubicBezTo>
                  <a:pt x="541183" y="154145"/>
                  <a:pt x="542222" y="154536"/>
                  <a:pt x="543398" y="154536"/>
                </a:cubicBezTo>
                <a:cubicBezTo>
                  <a:pt x="544652" y="154536"/>
                  <a:pt x="545750" y="154262"/>
                  <a:pt x="546691" y="153713"/>
                </a:cubicBezTo>
                <a:cubicBezTo>
                  <a:pt x="548337" y="152694"/>
                  <a:pt x="551512" y="149832"/>
                  <a:pt x="556217" y="145127"/>
                </a:cubicBezTo>
                <a:lnTo>
                  <a:pt x="556217" y="151713"/>
                </a:lnTo>
                <a:cubicBezTo>
                  <a:pt x="547435" y="163474"/>
                  <a:pt x="539046" y="169355"/>
                  <a:pt x="531049" y="169355"/>
                </a:cubicBezTo>
                <a:cubicBezTo>
                  <a:pt x="527207" y="169355"/>
                  <a:pt x="524149" y="168022"/>
                  <a:pt x="521875" y="165356"/>
                </a:cubicBezTo>
                <a:cubicBezTo>
                  <a:pt x="519602" y="162690"/>
                  <a:pt x="518426" y="158143"/>
                  <a:pt x="518347" y="151713"/>
                </a:cubicBezTo>
                <a:moveTo>
                  <a:pt x="518347" y="144003"/>
                </a:moveTo>
                <a:lnTo>
                  <a:pt x="518347" y="103142"/>
                </a:lnTo>
                <a:cubicBezTo>
                  <a:pt x="506508" y="107824"/>
                  <a:pt x="498864" y="111141"/>
                  <a:pt x="495414" y="113094"/>
                </a:cubicBezTo>
                <a:cubicBezTo>
                  <a:pt x="489220" y="116529"/>
                  <a:pt x="484790" y="120120"/>
                  <a:pt x="482124" y="123866"/>
                </a:cubicBezTo>
                <a:cubicBezTo>
                  <a:pt x="479458" y="127613"/>
                  <a:pt x="478126" y="131710"/>
                  <a:pt x="478126" y="136160"/>
                </a:cubicBezTo>
                <a:cubicBezTo>
                  <a:pt x="478126" y="141781"/>
                  <a:pt x="479811" y="146444"/>
                  <a:pt x="483183" y="150151"/>
                </a:cubicBezTo>
                <a:cubicBezTo>
                  <a:pt x="486554" y="153859"/>
                  <a:pt x="490435" y="155712"/>
                  <a:pt x="494826" y="155712"/>
                </a:cubicBezTo>
                <a:cubicBezTo>
                  <a:pt x="500785" y="155712"/>
                  <a:pt x="508625" y="151809"/>
                  <a:pt x="518347" y="144003"/>
                </a:cubicBezTo>
                <a:close/>
                <a:moveTo>
                  <a:pt x="595759" y="79267"/>
                </a:moveTo>
                <a:cubicBezTo>
                  <a:pt x="608382" y="64057"/>
                  <a:pt x="620418" y="56452"/>
                  <a:pt x="631865" y="56452"/>
                </a:cubicBezTo>
                <a:cubicBezTo>
                  <a:pt x="637745" y="56452"/>
                  <a:pt x="642802" y="57919"/>
                  <a:pt x="647036" y="60854"/>
                </a:cubicBezTo>
                <a:cubicBezTo>
                  <a:pt x="651270" y="63787"/>
                  <a:pt x="654641" y="68618"/>
                  <a:pt x="657150" y="75346"/>
                </a:cubicBezTo>
                <a:cubicBezTo>
                  <a:pt x="658875" y="80038"/>
                  <a:pt x="659738" y="87235"/>
                  <a:pt x="659738" y="96938"/>
                </a:cubicBezTo>
                <a:lnTo>
                  <a:pt x="659738" y="142819"/>
                </a:lnTo>
                <a:cubicBezTo>
                  <a:pt x="659738" y="149626"/>
                  <a:pt x="660286" y="154242"/>
                  <a:pt x="661384" y="156668"/>
                </a:cubicBezTo>
                <a:cubicBezTo>
                  <a:pt x="662247" y="158623"/>
                  <a:pt x="663638" y="160148"/>
                  <a:pt x="665559" y="161243"/>
                </a:cubicBezTo>
                <a:cubicBezTo>
                  <a:pt x="667480" y="162339"/>
                  <a:pt x="671028" y="162886"/>
                  <a:pt x="676203" y="162886"/>
                </a:cubicBezTo>
                <a:lnTo>
                  <a:pt x="676203" y="167238"/>
                </a:lnTo>
                <a:lnTo>
                  <a:pt x="622927" y="167238"/>
                </a:lnTo>
                <a:lnTo>
                  <a:pt x="622927" y="162886"/>
                </a:lnTo>
                <a:lnTo>
                  <a:pt x="625161" y="162886"/>
                </a:lnTo>
                <a:cubicBezTo>
                  <a:pt x="630179" y="162886"/>
                  <a:pt x="633688" y="162125"/>
                  <a:pt x="635687" y="160604"/>
                </a:cubicBezTo>
                <a:cubicBezTo>
                  <a:pt x="637686" y="159082"/>
                  <a:pt x="639078" y="156840"/>
                  <a:pt x="639862" y="153878"/>
                </a:cubicBezTo>
                <a:cubicBezTo>
                  <a:pt x="640176" y="152707"/>
                  <a:pt x="640332" y="149040"/>
                  <a:pt x="640332" y="142878"/>
                </a:cubicBezTo>
                <a:lnTo>
                  <a:pt x="640332" y="99000"/>
                </a:lnTo>
                <a:cubicBezTo>
                  <a:pt x="640332" y="89250"/>
                  <a:pt x="639058" y="82172"/>
                  <a:pt x="636510" y="77764"/>
                </a:cubicBezTo>
                <a:cubicBezTo>
                  <a:pt x="633962" y="73356"/>
                  <a:pt x="629669" y="71152"/>
                  <a:pt x="623632" y="71152"/>
                </a:cubicBezTo>
                <a:cubicBezTo>
                  <a:pt x="614302" y="71152"/>
                  <a:pt x="605011" y="76223"/>
                  <a:pt x="595759" y="86364"/>
                </a:cubicBezTo>
                <a:lnTo>
                  <a:pt x="595759" y="142878"/>
                </a:lnTo>
                <a:cubicBezTo>
                  <a:pt x="595759" y="150133"/>
                  <a:pt x="596190" y="154618"/>
                  <a:pt x="597053" y="156333"/>
                </a:cubicBezTo>
                <a:cubicBezTo>
                  <a:pt x="598151" y="158595"/>
                  <a:pt x="599660" y="160252"/>
                  <a:pt x="601581" y="161306"/>
                </a:cubicBezTo>
                <a:cubicBezTo>
                  <a:pt x="603502" y="162359"/>
                  <a:pt x="607402" y="162886"/>
                  <a:pt x="613283" y="162886"/>
                </a:cubicBezTo>
                <a:lnTo>
                  <a:pt x="613283" y="167238"/>
                </a:lnTo>
                <a:lnTo>
                  <a:pt x="560007" y="167238"/>
                </a:lnTo>
                <a:lnTo>
                  <a:pt x="560007" y="162886"/>
                </a:lnTo>
                <a:lnTo>
                  <a:pt x="562359" y="162886"/>
                </a:lnTo>
                <a:cubicBezTo>
                  <a:pt x="567847" y="162886"/>
                  <a:pt x="571552" y="161498"/>
                  <a:pt x="573473" y="158722"/>
                </a:cubicBezTo>
                <a:cubicBezTo>
                  <a:pt x="575394" y="155944"/>
                  <a:pt x="576354" y="150643"/>
                  <a:pt x="576354" y="142819"/>
                </a:cubicBezTo>
                <a:lnTo>
                  <a:pt x="576354" y="102921"/>
                </a:lnTo>
                <a:cubicBezTo>
                  <a:pt x="576354" y="90014"/>
                  <a:pt x="576060" y="82152"/>
                  <a:pt x="575472" y="79337"/>
                </a:cubicBezTo>
                <a:cubicBezTo>
                  <a:pt x="574884" y="76520"/>
                  <a:pt x="573982" y="74602"/>
                  <a:pt x="572767" y="73585"/>
                </a:cubicBezTo>
                <a:cubicBezTo>
                  <a:pt x="571552" y="72569"/>
                  <a:pt x="569925" y="72060"/>
                  <a:pt x="567886" y="72060"/>
                </a:cubicBezTo>
                <a:cubicBezTo>
                  <a:pt x="565691" y="72060"/>
                  <a:pt x="563064" y="72647"/>
                  <a:pt x="560007" y="73821"/>
                </a:cubicBezTo>
                <a:lnTo>
                  <a:pt x="558243" y="69594"/>
                </a:lnTo>
                <a:lnTo>
                  <a:pt x="590702" y="56452"/>
                </a:lnTo>
                <a:lnTo>
                  <a:pt x="595759" y="56452"/>
                </a:lnTo>
                <a:lnTo>
                  <a:pt x="595759" y="79267"/>
                </a:lnTo>
                <a:close/>
                <a:moveTo>
                  <a:pt x="779226" y="59509"/>
                </a:moveTo>
                <a:lnTo>
                  <a:pt x="779226" y="124781"/>
                </a:lnTo>
                <a:cubicBezTo>
                  <a:pt x="779226" y="137248"/>
                  <a:pt x="779520" y="144873"/>
                  <a:pt x="780108" y="147656"/>
                </a:cubicBezTo>
                <a:cubicBezTo>
                  <a:pt x="780697" y="150439"/>
                  <a:pt x="781637" y="152380"/>
                  <a:pt x="782931" y="153478"/>
                </a:cubicBezTo>
                <a:cubicBezTo>
                  <a:pt x="784225" y="154575"/>
                  <a:pt x="785734" y="155124"/>
                  <a:pt x="787459" y="155124"/>
                </a:cubicBezTo>
                <a:cubicBezTo>
                  <a:pt x="789889" y="155124"/>
                  <a:pt x="792634" y="154458"/>
                  <a:pt x="795691" y="153125"/>
                </a:cubicBezTo>
                <a:lnTo>
                  <a:pt x="797338" y="157241"/>
                </a:lnTo>
                <a:lnTo>
                  <a:pt x="765114" y="170531"/>
                </a:lnTo>
                <a:lnTo>
                  <a:pt x="759821" y="170531"/>
                </a:lnTo>
                <a:lnTo>
                  <a:pt x="759821" y="147715"/>
                </a:lnTo>
                <a:cubicBezTo>
                  <a:pt x="750569" y="157751"/>
                  <a:pt x="743513" y="164062"/>
                  <a:pt x="738652" y="166650"/>
                </a:cubicBezTo>
                <a:cubicBezTo>
                  <a:pt x="733791" y="169237"/>
                  <a:pt x="728655" y="170531"/>
                  <a:pt x="723245" y="170531"/>
                </a:cubicBezTo>
                <a:cubicBezTo>
                  <a:pt x="717208" y="170531"/>
                  <a:pt x="711975" y="168786"/>
                  <a:pt x="707545" y="165297"/>
                </a:cubicBezTo>
                <a:cubicBezTo>
                  <a:pt x="703115" y="161808"/>
                  <a:pt x="700037" y="157319"/>
                  <a:pt x="698313" y="151831"/>
                </a:cubicBezTo>
                <a:cubicBezTo>
                  <a:pt x="696588" y="146343"/>
                  <a:pt x="695725" y="138581"/>
                  <a:pt x="695725" y="128545"/>
                </a:cubicBezTo>
                <a:lnTo>
                  <a:pt x="695725" y="80443"/>
                </a:lnTo>
                <a:cubicBezTo>
                  <a:pt x="695725" y="75347"/>
                  <a:pt x="695176" y="71819"/>
                  <a:pt x="694079" y="69859"/>
                </a:cubicBezTo>
                <a:cubicBezTo>
                  <a:pt x="692981" y="67899"/>
                  <a:pt x="691354" y="66389"/>
                  <a:pt x="689198" y="65331"/>
                </a:cubicBezTo>
                <a:cubicBezTo>
                  <a:pt x="687042" y="64272"/>
                  <a:pt x="683141" y="63782"/>
                  <a:pt x="677496" y="63861"/>
                </a:cubicBezTo>
                <a:lnTo>
                  <a:pt x="677496" y="59509"/>
                </a:lnTo>
                <a:lnTo>
                  <a:pt x="715248" y="59509"/>
                </a:lnTo>
                <a:lnTo>
                  <a:pt x="715248" y="131426"/>
                </a:lnTo>
                <a:cubicBezTo>
                  <a:pt x="715248" y="141438"/>
                  <a:pt x="716993" y="148008"/>
                  <a:pt x="720482" y="151136"/>
                </a:cubicBezTo>
                <a:cubicBezTo>
                  <a:pt x="723971" y="154265"/>
                  <a:pt x="728185" y="155830"/>
                  <a:pt x="733124" y="155830"/>
                </a:cubicBezTo>
                <a:cubicBezTo>
                  <a:pt x="736496" y="155830"/>
                  <a:pt x="740318" y="154774"/>
                  <a:pt x="744591" y="152662"/>
                </a:cubicBezTo>
                <a:cubicBezTo>
                  <a:pt x="748864" y="150550"/>
                  <a:pt x="753941" y="146523"/>
                  <a:pt x="759821" y="140581"/>
                </a:cubicBezTo>
                <a:lnTo>
                  <a:pt x="759821" y="79697"/>
                </a:lnTo>
                <a:cubicBezTo>
                  <a:pt x="759821" y="73596"/>
                  <a:pt x="758704" y="69472"/>
                  <a:pt x="756469" y="67323"/>
                </a:cubicBezTo>
                <a:cubicBezTo>
                  <a:pt x="754235" y="65172"/>
                  <a:pt x="749589" y="64018"/>
                  <a:pt x="742533" y="63861"/>
                </a:cubicBezTo>
                <a:lnTo>
                  <a:pt x="742533" y="59509"/>
                </a:lnTo>
                <a:lnTo>
                  <a:pt x="779226" y="59509"/>
                </a:lnTo>
                <a:close/>
                <a:moveTo>
                  <a:pt x="866256" y="151713"/>
                </a:moveTo>
                <a:cubicBezTo>
                  <a:pt x="855201" y="160260"/>
                  <a:pt x="848262" y="165199"/>
                  <a:pt x="845440" y="166532"/>
                </a:cubicBezTo>
                <a:cubicBezTo>
                  <a:pt x="841206" y="168571"/>
                  <a:pt x="836698" y="169590"/>
                  <a:pt x="831915" y="169590"/>
                </a:cubicBezTo>
                <a:cubicBezTo>
                  <a:pt x="824467" y="169590"/>
                  <a:pt x="818331" y="167042"/>
                  <a:pt x="813510" y="161945"/>
                </a:cubicBezTo>
                <a:cubicBezTo>
                  <a:pt x="808688" y="156849"/>
                  <a:pt x="806277" y="150145"/>
                  <a:pt x="806277" y="141834"/>
                </a:cubicBezTo>
                <a:cubicBezTo>
                  <a:pt x="806277" y="136581"/>
                  <a:pt x="807453" y="132034"/>
                  <a:pt x="809805" y="128192"/>
                </a:cubicBezTo>
                <a:cubicBezTo>
                  <a:pt x="813019" y="122860"/>
                  <a:pt x="818606" y="117843"/>
                  <a:pt x="826564" y="113138"/>
                </a:cubicBezTo>
                <a:cubicBezTo>
                  <a:pt x="834522" y="108434"/>
                  <a:pt x="847753" y="102710"/>
                  <a:pt x="866256" y="95968"/>
                </a:cubicBezTo>
                <a:lnTo>
                  <a:pt x="866256" y="91734"/>
                </a:lnTo>
                <a:cubicBezTo>
                  <a:pt x="866256" y="80992"/>
                  <a:pt x="864551" y="73622"/>
                  <a:pt x="861140" y="69624"/>
                </a:cubicBezTo>
                <a:cubicBezTo>
                  <a:pt x="857730" y="65625"/>
                  <a:pt x="852771" y="63626"/>
                  <a:pt x="846263" y="63626"/>
                </a:cubicBezTo>
                <a:cubicBezTo>
                  <a:pt x="841324" y="63626"/>
                  <a:pt x="837403" y="64954"/>
                  <a:pt x="834502" y="67610"/>
                </a:cubicBezTo>
                <a:cubicBezTo>
                  <a:pt x="831523" y="70265"/>
                  <a:pt x="830033" y="73312"/>
                  <a:pt x="830033" y="76750"/>
                </a:cubicBezTo>
                <a:lnTo>
                  <a:pt x="830269" y="83545"/>
                </a:lnTo>
                <a:cubicBezTo>
                  <a:pt x="830269" y="87137"/>
                  <a:pt x="829347" y="89910"/>
                  <a:pt x="827505" y="91862"/>
                </a:cubicBezTo>
                <a:cubicBezTo>
                  <a:pt x="825662" y="93815"/>
                  <a:pt x="823251" y="94792"/>
                  <a:pt x="820272" y="94792"/>
                </a:cubicBezTo>
                <a:cubicBezTo>
                  <a:pt x="817371" y="94792"/>
                  <a:pt x="814999" y="93776"/>
                  <a:pt x="813157" y="91745"/>
                </a:cubicBezTo>
                <a:cubicBezTo>
                  <a:pt x="811314" y="89711"/>
                  <a:pt x="810393" y="86935"/>
                  <a:pt x="810393" y="83417"/>
                </a:cubicBezTo>
                <a:cubicBezTo>
                  <a:pt x="810393" y="76696"/>
                  <a:pt x="813843" y="70522"/>
                  <a:pt x="820742" y="64894"/>
                </a:cubicBezTo>
                <a:cubicBezTo>
                  <a:pt x="827642" y="59266"/>
                  <a:pt x="837325" y="56452"/>
                  <a:pt x="849791" y="56452"/>
                </a:cubicBezTo>
                <a:cubicBezTo>
                  <a:pt x="859357" y="56452"/>
                  <a:pt x="867197" y="58056"/>
                  <a:pt x="873313" y="61266"/>
                </a:cubicBezTo>
                <a:cubicBezTo>
                  <a:pt x="877939" y="63694"/>
                  <a:pt x="881349" y="67493"/>
                  <a:pt x="883545" y="72663"/>
                </a:cubicBezTo>
                <a:cubicBezTo>
                  <a:pt x="884956" y="76029"/>
                  <a:pt x="885662" y="82921"/>
                  <a:pt x="885662" y="93336"/>
                </a:cubicBezTo>
                <a:lnTo>
                  <a:pt x="885662" y="129868"/>
                </a:lnTo>
                <a:cubicBezTo>
                  <a:pt x="885662" y="140127"/>
                  <a:pt x="885858" y="146411"/>
                  <a:pt x="886250" y="148722"/>
                </a:cubicBezTo>
                <a:cubicBezTo>
                  <a:pt x="886642" y="151032"/>
                  <a:pt x="887289" y="152580"/>
                  <a:pt x="888190" y="153364"/>
                </a:cubicBezTo>
                <a:cubicBezTo>
                  <a:pt x="889092" y="154145"/>
                  <a:pt x="890131" y="154536"/>
                  <a:pt x="891307" y="154536"/>
                </a:cubicBezTo>
                <a:cubicBezTo>
                  <a:pt x="892561" y="154536"/>
                  <a:pt x="893659" y="154262"/>
                  <a:pt x="894600" y="153713"/>
                </a:cubicBezTo>
                <a:cubicBezTo>
                  <a:pt x="896246" y="152694"/>
                  <a:pt x="899422" y="149832"/>
                  <a:pt x="904126" y="145127"/>
                </a:cubicBezTo>
                <a:lnTo>
                  <a:pt x="904126" y="151713"/>
                </a:lnTo>
                <a:cubicBezTo>
                  <a:pt x="895345" y="163474"/>
                  <a:pt x="886955" y="169355"/>
                  <a:pt x="878958" y="169355"/>
                </a:cubicBezTo>
                <a:cubicBezTo>
                  <a:pt x="875116" y="169355"/>
                  <a:pt x="872058" y="168022"/>
                  <a:pt x="869785" y="165356"/>
                </a:cubicBezTo>
                <a:cubicBezTo>
                  <a:pt x="867511" y="162690"/>
                  <a:pt x="866335" y="158143"/>
                  <a:pt x="866256" y="151713"/>
                </a:cubicBezTo>
                <a:moveTo>
                  <a:pt x="866256" y="144003"/>
                </a:moveTo>
                <a:lnTo>
                  <a:pt x="866256" y="103142"/>
                </a:lnTo>
                <a:cubicBezTo>
                  <a:pt x="854417" y="107824"/>
                  <a:pt x="846773" y="111141"/>
                  <a:pt x="843323" y="113094"/>
                </a:cubicBezTo>
                <a:cubicBezTo>
                  <a:pt x="837129" y="116529"/>
                  <a:pt x="832699" y="120120"/>
                  <a:pt x="830033" y="123866"/>
                </a:cubicBezTo>
                <a:cubicBezTo>
                  <a:pt x="827368" y="127613"/>
                  <a:pt x="826035" y="131710"/>
                  <a:pt x="826035" y="136160"/>
                </a:cubicBezTo>
                <a:cubicBezTo>
                  <a:pt x="826035" y="141781"/>
                  <a:pt x="827720" y="146444"/>
                  <a:pt x="831092" y="150151"/>
                </a:cubicBezTo>
                <a:cubicBezTo>
                  <a:pt x="834463" y="153859"/>
                  <a:pt x="838344" y="155712"/>
                  <a:pt x="842735" y="155712"/>
                </a:cubicBezTo>
                <a:cubicBezTo>
                  <a:pt x="848694" y="155712"/>
                  <a:pt x="856534" y="151809"/>
                  <a:pt x="866256" y="144003"/>
                </a:cubicBezTo>
                <a:close/>
                <a:moveTo>
                  <a:pt x="949312" y="0"/>
                </a:moveTo>
                <a:lnTo>
                  <a:pt x="949312" y="142790"/>
                </a:lnTo>
                <a:cubicBezTo>
                  <a:pt x="949312" y="149528"/>
                  <a:pt x="949802" y="153995"/>
                  <a:pt x="950783" y="156190"/>
                </a:cubicBezTo>
                <a:cubicBezTo>
                  <a:pt x="951763" y="158383"/>
                  <a:pt x="953272" y="160048"/>
                  <a:pt x="955310" y="161185"/>
                </a:cubicBezTo>
                <a:cubicBezTo>
                  <a:pt x="957349" y="162319"/>
                  <a:pt x="961152" y="162886"/>
                  <a:pt x="966718" y="162886"/>
                </a:cubicBezTo>
                <a:lnTo>
                  <a:pt x="966718" y="167238"/>
                </a:lnTo>
                <a:lnTo>
                  <a:pt x="913913" y="167238"/>
                </a:lnTo>
                <a:lnTo>
                  <a:pt x="913913" y="162886"/>
                </a:lnTo>
                <a:cubicBezTo>
                  <a:pt x="918852" y="162886"/>
                  <a:pt x="922224" y="162378"/>
                  <a:pt x="924027" y="161361"/>
                </a:cubicBezTo>
                <a:cubicBezTo>
                  <a:pt x="925830" y="160342"/>
                  <a:pt x="927241" y="158657"/>
                  <a:pt x="928261" y="156308"/>
                </a:cubicBezTo>
                <a:cubicBezTo>
                  <a:pt x="929280" y="153955"/>
                  <a:pt x="929790" y="149450"/>
                  <a:pt x="929790" y="142790"/>
                </a:cubicBezTo>
                <a:lnTo>
                  <a:pt x="929790" y="45011"/>
                </a:lnTo>
                <a:cubicBezTo>
                  <a:pt x="929790" y="32868"/>
                  <a:pt x="929515" y="25406"/>
                  <a:pt x="928966" y="22625"/>
                </a:cubicBezTo>
                <a:cubicBezTo>
                  <a:pt x="928418" y="19841"/>
                  <a:pt x="927536" y="17941"/>
                  <a:pt x="926320" y="16924"/>
                </a:cubicBezTo>
                <a:cubicBezTo>
                  <a:pt x="925105" y="15905"/>
                  <a:pt x="923556" y="15396"/>
                  <a:pt x="921675" y="15396"/>
                </a:cubicBezTo>
                <a:cubicBezTo>
                  <a:pt x="919636" y="15396"/>
                  <a:pt x="917049" y="16023"/>
                  <a:pt x="913913" y="17277"/>
                </a:cubicBezTo>
                <a:lnTo>
                  <a:pt x="911913" y="13161"/>
                </a:lnTo>
                <a:lnTo>
                  <a:pt x="944020" y="0"/>
                </a:lnTo>
                <a:lnTo>
                  <a:pt x="949312" y="0"/>
                </a:lnTo>
                <a:close/>
                <a:moveTo>
                  <a:pt x="1100425" y="151713"/>
                </a:moveTo>
                <a:cubicBezTo>
                  <a:pt x="1089370" y="160260"/>
                  <a:pt x="1082431" y="165199"/>
                  <a:pt x="1079608" y="166532"/>
                </a:cubicBezTo>
                <a:cubicBezTo>
                  <a:pt x="1075374" y="168571"/>
                  <a:pt x="1070866" y="169590"/>
                  <a:pt x="1066083" y="169590"/>
                </a:cubicBezTo>
                <a:cubicBezTo>
                  <a:pt x="1058635" y="169590"/>
                  <a:pt x="1052500" y="167042"/>
                  <a:pt x="1047678" y="161945"/>
                </a:cubicBezTo>
                <a:cubicBezTo>
                  <a:pt x="1042856" y="156849"/>
                  <a:pt x="1040445" y="150145"/>
                  <a:pt x="1040445" y="141834"/>
                </a:cubicBezTo>
                <a:cubicBezTo>
                  <a:pt x="1040445" y="136581"/>
                  <a:pt x="1041621" y="132034"/>
                  <a:pt x="1043973" y="128192"/>
                </a:cubicBezTo>
                <a:cubicBezTo>
                  <a:pt x="1047188" y="122860"/>
                  <a:pt x="1052774" y="117843"/>
                  <a:pt x="1060732" y="113138"/>
                </a:cubicBezTo>
                <a:cubicBezTo>
                  <a:pt x="1068690" y="108434"/>
                  <a:pt x="1081921" y="102710"/>
                  <a:pt x="1100425" y="95968"/>
                </a:cubicBezTo>
                <a:lnTo>
                  <a:pt x="1100425" y="91734"/>
                </a:lnTo>
                <a:cubicBezTo>
                  <a:pt x="1100425" y="80992"/>
                  <a:pt x="1098720" y="73622"/>
                  <a:pt x="1095309" y="69624"/>
                </a:cubicBezTo>
                <a:cubicBezTo>
                  <a:pt x="1091898" y="65625"/>
                  <a:pt x="1086939" y="63626"/>
                  <a:pt x="1080432" y="63626"/>
                </a:cubicBezTo>
                <a:cubicBezTo>
                  <a:pt x="1075492" y="63626"/>
                  <a:pt x="1071572" y="64954"/>
                  <a:pt x="1068671" y="67610"/>
                </a:cubicBezTo>
                <a:cubicBezTo>
                  <a:pt x="1065691" y="70265"/>
                  <a:pt x="1064202" y="73312"/>
                  <a:pt x="1064202" y="76750"/>
                </a:cubicBezTo>
                <a:lnTo>
                  <a:pt x="1064437" y="83545"/>
                </a:lnTo>
                <a:cubicBezTo>
                  <a:pt x="1064437" y="87137"/>
                  <a:pt x="1063516" y="89910"/>
                  <a:pt x="1061673" y="91862"/>
                </a:cubicBezTo>
                <a:cubicBezTo>
                  <a:pt x="1059831" y="93815"/>
                  <a:pt x="1057420" y="94792"/>
                  <a:pt x="1054440" y="94792"/>
                </a:cubicBezTo>
                <a:cubicBezTo>
                  <a:pt x="1051539" y="94792"/>
                  <a:pt x="1049168" y="93776"/>
                  <a:pt x="1047325" y="91745"/>
                </a:cubicBezTo>
                <a:cubicBezTo>
                  <a:pt x="1045483" y="89711"/>
                  <a:pt x="1044561" y="86935"/>
                  <a:pt x="1044561" y="83417"/>
                </a:cubicBezTo>
                <a:cubicBezTo>
                  <a:pt x="1044561" y="76696"/>
                  <a:pt x="1048011" y="70522"/>
                  <a:pt x="1054911" y="64894"/>
                </a:cubicBezTo>
                <a:cubicBezTo>
                  <a:pt x="1061810" y="59266"/>
                  <a:pt x="1071493" y="56452"/>
                  <a:pt x="1083960" y="56452"/>
                </a:cubicBezTo>
                <a:cubicBezTo>
                  <a:pt x="1093525" y="56452"/>
                  <a:pt x="1101366" y="58056"/>
                  <a:pt x="1107481" y="61266"/>
                </a:cubicBezTo>
                <a:cubicBezTo>
                  <a:pt x="1112107" y="63694"/>
                  <a:pt x="1115518" y="67493"/>
                  <a:pt x="1117713" y="72663"/>
                </a:cubicBezTo>
                <a:cubicBezTo>
                  <a:pt x="1119124" y="76029"/>
                  <a:pt x="1119830" y="82921"/>
                  <a:pt x="1119830" y="93336"/>
                </a:cubicBezTo>
                <a:lnTo>
                  <a:pt x="1119830" y="129868"/>
                </a:lnTo>
                <a:cubicBezTo>
                  <a:pt x="1119830" y="140127"/>
                  <a:pt x="1120026" y="146411"/>
                  <a:pt x="1120418" y="148722"/>
                </a:cubicBezTo>
                <a:cubicBezTo>
                  <a:pt x="1120810" y="151032"/>
                  <a:pt x="1121457" y="152580"/>
                  <a:pt x="1122359" y="153364"/>
                </a:cubicBezTo>
                <a:cubicBezTo>
                  <a:pt x="1123260" y="154145"/>
                  <a:pt x="1124299" y="154536"/>
                  <a:pt x="1125475" y="154536"/>
                </a:cubicBezTo>
                <a:cubicBezTo>
                  <a:pt x="1126730" y="154536"/>
                  <a:pt x="1127827" y="154262"/>
                  <a:pt x="1128768" y="153713"/>
                </a:cubicBezTo>
                <a:cubicBezTo>
                  <a:pt x="1130415" y="152694"/>
                  <a:pt x="1133590" y="149832"/>
                  <a:pt x="1138294" y="145127"/>
                </a:cubicBezTo>
                <a:lnTo>
                  <a:pt x="1138294" y="151713"/>
                </a:lnTo>
                <a:cubicBezTo>
                  <a:pt x="1129513" y="163474"/>
                  <a:pt x="1121124" y="169355"/>
                  <a:pt x="1113126" y="169355"/>
                </a:cubicBezTo>
                <a:cubicBezTo>
                  <a:pt x="1109285" y="169355"/>
                  <a:pt x="1106227" y="168022"/>
                  <a:pt x="1103953" y="165356"/>
                </a:cubicBezTo>
                <a:cubicBezTo>
                  <a:pt x="1101679" y="162690"/>
                  <a:pt x="1100503" y="158143"/>
                  <a:pt x="1100425" y="151713"/>
                </a:cubicBezTo>
                <a:moveTo>
                  <a:pt x="1100425" y="144003"/>
                </a:moveTo>
                <a:lnTo>
                  <a:pt x="1100425" y="103142"/>
                </a:lnTo>
                <a:cubicBezTo>
                  <a:pt x="1088586" y="107824"/>
                  <a:pt x="1080941" y="111141"/>
                  <a:pt x="1077491" y="113094"/>
                </a:cubicBezTo>
                <a:cubicBezTo>
                  <a:pt x="1071297" y="116529"/>
                  <a:pt x="1066868" y="120120"/>
                  <a:pt x="1064202" y="123866"/>
                </a:cubicBezTo>
                <a:cubicBezTo>
                  <a:pt x="1061536" y="127613"/>
                  <a:pt x="1060203" y="131710"/>
                  <a:pt x="1060203" y="136160"/>
                </a:cubicBezTo>
                <a:cubicBezTo>
                  <a:pt x="1060203" y="141781"/>
                  <a:pt x="1061889" y="146444"/>
                  <a:pt x="1065260" y="150151"/>
                </a:cubicBezTo>
                <a:cubicBezTo>
                  <a:pt x="1068632" y="153859"/>
                  <a:pt x="1072513" y="155712"/>
                  <a:pt x="1076903" y="155712"/>
                </a:cubicBezTo>
                <a:cubicBezTo>
                  <a:pt x="1082862" y="155712"/>
                  <a:pt x="1090703" y="151809"/>
                  <a:pt x="1100425" y="144003"/>
                </a:cubicBezTo>
                <a:close/>
                <a:moveTo>
                  <a:pt x="1177837" y="79267"/>
                </a:moveTo>
                <a:cubicBezTo>
                  <a:pt x="1190460" y="64057"/>
                  <a:pt x="1202495" y="56452"/>
                  <a:pt x="1213943" y="56452"/>
                </a:cubicBezTo>
                <a:cubicBezTo>
                  <a:pt x="1219823" y="56452"/>
                  <a:pt x="1224880" y="57919"/>
                  <a:pt x="1229114" y="60854"/>
                </a:cubicBezTo>
                <a:cubicBezTo>
                  <a:pt x="1233348" y="63787"/>
                  <a:pt x="1236719" y="68618"/>
                  <a:pt x="1239228" y="75346"/>
                </a:cubicBezTo>
                <a:cubicBezTo>
                  <a:pt x="1240953" y="80038"/>
                  <a:pt x="1241816" y="87235"/>
                  <a:pt x="1241816" y="96938"/>
                </a:cubicBezTo>
                <a:lnTo>
                  <a:pt x="1241816" y="142819"/>
                </a:lnTo>
                <a:cubicBezTo>
                  <a:pt x="1241816" y="149626"/>
                  <a:pt x="1242364" y="154242"/>
                  <a:pt x="1243462" y="156668"/>
                </a:cubicBezTo>
                <a:cubicBezTo>
                  <a:pt x="1244324" y="158623"/>
                  <a:pt x="1245716" y="160148"/>
                  <a:pt x="1247637" y="161243"/>
                </a:cubicBezTo>
                <a:cubicBezTo>
                  <a:pt x="1249558" y="162339"/>
                  <a:pt x="1253106" y="162886"/>
                  <a:pt x="1258281" y="162886"/>
                </a:cubicBezTo>
                <a:lnTo>
                  <a:pt x="1258281" y="167238"/>
                </a:lnTo>
                <a:lnTo>
                  <a:pt x="1205004" y="167238"/>
                </a:lnTo>
                <a:lnTo>
                  <a:pt x="1205004" y="162886"/>
                </a:lnTo>
                <a:lnTo>
                  <a:pt x="1207239" y="162886"/>
                </a:lnTo>
                <a:cubicBezTo>
                  <a:pt x="1212257" y="162886"/>
                  <a:pt x="1215766" y="162125"/>
                  <a:pt x="1217765" y="160604"/>
                </a:cubicBezTo>
                <a:cubicBezTo>
                  <a:pt x="1219764" y="159082"/>
                  <a:pt x="1221156" y="156840"/>
                  <a:pt x="1221940" y="153878"/>
                </a:cubicBezTo>
                <a:cubicBezTo>
                  <a:pt x="1222254" y="152707"/>
                  <a:pt x="1222410" y="149040"/>
                  <a:pt x="1222410" y="142878"/>
                </a:cubicBezTo>
                <a:lnTo>
                  <a:pt x="1222410" y="99000"/>
                </a:lnTo>
                <a:cubicBezTo>
                  <a:pt x="1222410" y="89250"/>
                  <a:pt x="1221136" y="82172"/>
                  <a:pt x="1218588" y="77764"/>
                </a:cubicBezTo>
                <a:cubicBezTo>
                  <a:pt x="1216040" y="73356"/>
                  <a:pt x="1211747" y="71152"/>
                  <a:pt x="1205710" y="71152"/>
                </a:cubicBezTo>
                <a:cubicBezTo>
                  <a:pt x="1196380" y="71152"/>
                  <a:pt x="1187089" y="76223"/>
                  <a:pt x="1177837" y="86364"/>
                </a:cubicBezTo>
                <a:lnTo>
                  <a:pt x="1177837" y="142878"/>
                </a:lnTo>
                <a:cubicBezTo>
                  <a:pt x="1177837" y="150133"/>
                  <a:pt x="1178268" y="154618"/>
                  <a:pt x="1179131" y="156333"/>
                </a:cubicBezTo>
                <a:cubicBezTo>
                  <a:pt x="1180229" y="158595"/>
                  <a:pt x="1181738" y="160252"/>
                  <a:pt x="1183659" y="161306"/>
                </a:cubicBezTo>
                <a:cubicBezTo>
                  <a:pt x="1185580" y="162359"/>
                  <a:pt x="1189480" y="162886"/>
                  <a:pt x="1195361" y="162886"/>
                </a:cubicBezTo>
                <a:lnTo>
                  <a:pt x="1195361" y="167238"/>
                </a:lnTo>
                <a:lnTo>
                  <a:pt x="1142085" y="167238"/>
                </a:lnTo>
                <a:lnTo>
                  <a:pt x="1142085" y="162886"/>
                </a:lnTo>
                <a:lnTo>
                  <a:pt x="1144437" y="162886"/>
                </a:lnTo>
                <a:cubicBezTo>
                  <a:pt x="1149925" y="162886"/>
                  <a:pt x="1153630" y="161498"/>
                  <a:pt x="1155551" y="158722"/>
                </a:cubicBezTo>
                <a:cubicBezTo>
                  <a:pt x="1157471" y="155944"/>
                  <a:pt x="1158432" y="150643"/>
                  <a:pt x="1158432" y="142819"/>
                </a:cubicBezTo>
                <a:lnTo>
                  <a:pt x="1158432" y="102921"/>
                </a:lnTo>
                <a:cubicBezTo>
                  <a:pt x="1158432" y="90014"/>
                  <a:pt x="1158138" y="82152"/>
                  <a:pt x="1157550" y="79337"/>
                </a:cubicBezTo>
                <a:cubicBezTo>
                  <a:pt x="1156962" y="76520"/>
                  <a:pt x="1156060" y="74602"/>
                  <a:pt x="1154845" y="73585"/>
                </a:cubicBezTo>
                <a:cubicBezTo>
                  <a:pt x="1153630" y="72569"/>
                  <a:pt x="1152003" y="72060"/>
                  <a:pt x="1149964" y="72060"/>
                </a:cubicBezTo>
                <a:cubicBezTo>
                  <a:pt x="1147769" y="72060"/>
                  <a:pt x="1145142" y="72647"/>
                  <a:pt x="1142085" y="73821"/>
                </a:cubicBezTo>
                <a:lnTo>
                  <a:pt x="1140320" y="69594"/>
                </a:lnTo>
                <a:lnTo>
                  <a:pt x="1172780" y="56452"/>
                </a:lnTo>
                <a:lnTo>
                  <a:pt x="1177837" y="56452"/>
                </a:lnTo>
                <a:lnTo>
                  <a:pt x="1177837" y="79267"/>
                </a:lnTo>
                <a:close/>
                <a:moveTo>
                  <a:pt x="1327904" y="151713"/>
                </a:moveTo>
                <a:cubicBezTo>
                  <a:pt x="1316849" y="160260"/>
                  <a:pt x="1309910" y="165199"/>
                  <a:pt x="1307087" y="166532"/>
                </a:cubicBezTo>
                <a:cubicBezTo>
                  <a:pt x="1302853" y="168571"/>
                  <a:pt x="1298345" y="169590"/>
                  <a:pt x="1293562" y="169590"/>
                </a:cubicBezTo>
                <a:cubicBezTo>
                  <a:pt x="1286114" y="169590"/>
                  <a:pt x="1279979" y="167042"/>
                  <a:pt x="1275157" y="161945"/>
                </a:cubicBezTo>
                <a:cubicBezTo>
                  <a:pt x="1270335" y="156849"/>
                  <a:pt x="1267924" y="150145"/>
                  <a:pt x="1267924" y="141834"/>
                </a:cubicBezTo>
                <a:cubicBezTo>
                  <a:pt x="1267924" y="136581"/>
                  <a:pt x="1269100" y="132034"/>
                  <a:pt x="1271452" y="128192"/>
                </a:cubicBezTo>
                <a:cubicBezTo>
                  <a:pt x="1274667" y="122860"/>
                  <a:pt x="1280253" y="117843"/>
                  <a:pt x="1288211" y="113138"/>
                </a:cubicBezTo>
                <a:cubicBezTo>
                  <a:pt x="1296169" y="108434"/>
                  <a:pt x="1309400" y="102710"/>
                  <a:pt x="1327904" y="95968"/>
                </a:cubicBezTo>
                <a:lnTo>
                  <a:pt x="1327904" y="91734"/>
                </a:lnTo>
                <a:cubicBezTo>
                  <a:pt x="1327904" y="80992"/>
                  <a:pt x="1326199" y="73622"/>
                  <a:pt x="1322788" y="69624"/>
                </a:cubicBezTo>
                <a:cubicBezTo>
                  <a:pt x="1319377" y="65625"/>
                  <a:pt x="1314418" y="63626"/>
                  <a:pt x="1307911" y="63626"/>
                </a:cubicBezTo>
                <a:cubicBezTo>
                  <a:pt x="1302971" y="63626"/>
                  <a:pt x="1299051" y="64954"/>
                  <a:pt x="1296150" y="67610"/>
                </a:cubicBezTo>
                <a:cubicBezTo>
                  <a:pt x="1293170" y="70265"/>
                  <a:pt x="1291681" y="73312"/>
                  <a:pt x="1291681" y="76750"/>
                </a:cubicBezTo>
                <a:lnTo>
                  <a:pt x="1291916" y="83545"/>
                </a:lnTo>
                <a:cubicBezTo>
                  <a:pt x="1291916" y="87137"/>
                  <a:pt x="1290995" y="89910"/>
                  <a:pt x="1289152" y="91862"/>
                </a:cubicBezTo>
                <a:cubicBezTo>
                  <a:pt x="1287310" y="93815"/>
                  <a:pt x="1284899" y="94792"/>
                  <a:pt x="1281919" y="94792"/>
                </a:cubicBezTo>
                <a:cubicBezTo>
                  <a:pt x="1279018" y="94792"/>
                  <a:pt x="1276647" y="93776"/>
                  <a:pt x="1274804" y="91745"/>
                </a:cubicBezTo>
                <a:cubicBezTo>
                  <a:pt x="1272962" y="89711"/>
                  <a:pt x="1272040" y="86935"/>
                  <a:pt x="1272040" y="83417"/>
                </a:cubicBezTo>
                <a:cubicBezTo>
                  <a:pt x="1272040" y="76696"/>
                  <a:pt x="1275490" y="70522"/>
                  <a:pt x="1282390" y="64894"/>
                </a:cubicBezTo>
                <a:cubicBezTo>
                  <a:pt x="1289289" y="59266"/>
                  <a:pt x="1298972" y="56452"/>
                  <a:pt x="1311439" y="56452"/>
                </a:cubicBezTo>
                <a:cubicBezTo>
                  <a:pt x="1321004" y="56452"/>
                  <a:pt x="1328845" y="58056"/>
                  <a:pt x="1334960" y="61266"/>
                </a:cubicBezTo>
                <a:cubicBezTo>
                  <a:pt x="1339586" y="63694"/>
                  <a:pt x="1342997" y="67493"/>
                  <a:pt x="1345192" y="72663"/>
                </a:cubicBezTo>
                <a:cubicBezTo>
                  <a:pt x="1346603" y="76029"/>
                  <a:pt x="1347309" y="82921"/>
                  <a:pt x="1347309" y="93336"/>
                </a:cubicBezTo>
                <a:lnTo>
                  <a:pt x="1347309" y="129868"/>
                </a:lnTo>
                <a:cubicBezTo>
                  <a:pt x="1347309" y="140127"/>
                  <a:pt x="1347505" y="146411"/>
                  <a:pt x="1347897" y="148722"/>
                </a:cubicBezTo>
                <a:cubicBezTo>
                  <a:pt x="1348289" y="151032"/>
                  <a:pt x="1348936" y="152580"/>
                  <a:pt x="1349838" y="153364"/>
                </a:cubicBezTo>
                <a:cubicBezTo>
                  <a:pt x="1350739" y="154145"/>
                  <a:pt x="1351778" y="154536"/>
                  <a:pt x="1352954" y="154536"/>
                </a:cubicBezTo>
                <a:cubicBezTo>
                  <a:pt x="1354209" y="154536"/>
                  <a:pt x="1355306" y="154262"/>
                  <a:pt x="1356247" y="153713"/>
                </a:cubicBezTo>
                <a:cubicBezTo>
                  <a:pt x="1357894" y="152694"/>
                  <a:pt x="1361069" y="149832"/>
                  <a:pt x="1365773" y="145127"/>
                </a:cubicBezTo>
                <a:lnTo>
                  <a:pt x="1365773" y="151713"/>
                </a:lnTo>
                <a:cubicBezTo>
                  <a:pt x="1356992" y="163474"/>
                  <a:pt x="1348603" y="169355"/>
                  <a:pt x="1340605" y="169355"/>
                </a:cubicBezTo>
                <a:cubicBezTo>
                  <a:pt x="1336764" y="169355"/>
                  <a:pt x="1333706" y="168022"/>
                  <a:pt x="1331432" y="165356"/>
                </a:cubicBezTo>
                <a:cubicBezTo>
                  <a:pt x="1329158" y="162690"/>
                  <a:pt x="1327982" y="158143"/>
                  <a:pt x="1327904" y="151713"/>
                </a:cubicBezTo>
                <a:moveTo>
                  <a:pt x="1327904" y="144003"/>
                </a:moveTo>
                <a:lnTo>
                  <a:pt x="1327904" y="103142"/>
                </a:lnTo>
                <a:cubicBezTo>
                  <a:pt x="1316065" y="107824"/>
                  <a:pt x="1308420" y="111141"/>
                  <a:pt x="1304970" y="113094"/>
                </a:cubicBezTo>
                <a:cubicBezTo>
                  <a:pt x="1298776" y="116529"/>
                  <a:pt x="1294347" y="120120"/>
                  <a:pt x="1291681" y="123866"/>
                </a:cubicBezTo>
                <a:cubicBezTo>
                  <a:pt x="1289015" y="127613"/>
                  <a:pt x="1287682" y="131710"/>
                  <a:pt x="1287682" y="136160"/>
                </a:cubicBezTo>
                <a:cubicBezTo>
                  <a:pt x="1287682" y="141781"/>
                  <a:pt x="1289368" y="146444"/>
                  <a:pt x="1292739" y="150151"/>
                </a:cubicBezTo>
                <a:cubicBezTo>
                  <a:pt x="1296111" y="153859"/>
                  <a:pt x="1299992" y="155712"/>
                  <a:pt x="1304382" y="155712"/>
                </a:cubicBezTo>
                <a:cubicBezTo>
                  <a:pt x="1310341" y="155712"/>
                  <a:pt x="1318182" y="151809"/>
                  <a:pt x="1327904" y="144003"/>
                </a:cubicBezTo>
                <a:close/>
                <a:moveTo>
                  <a:pt x="1410960" y="0"/>
                </a:moveTo>
                <a:lnTo>
                  <a:pt x="1410960" y="142790"/>
                </a:lnTo>
                <a:cubicBezTo>
                  <a:pt x="1410960" y="149528"/>
                  <a:pt x="1411450" y="153995"/>
                  <a:pt x="1412431" y="156190"/>
                </a:cubicBezTo>
                <a:cubicBezTo>
                  <a:pt x="1413411" y="158383"/>
                  <a:pt x="1414920" y="160048"/>
                  <a:pt x="1416958" y="161185"/>
                </a:cubicBezTo>
                <a:cubicBezTo>
                  <a:pt x="1418997" y="162319"/>
                  <a:pt x="1422800" y="162886"/>
                  <a:pt x="1428366" y="162886"/>
                </a:cubicBezTo>
                <a:lnTo>
                  <a:pt x="1428366" y="167238"/>
                </a:lnTo>
                <a:lnTo>
                  <a:pt x="1375561" y="167238"/>
                </a:lnTo>
                <a:lnTo>
                  <a:pt x="1375561" y="162886"/>
                </a:lnTo>
                <a:cubicBezTo>
                  <a:pt x="1380500" y="162886"/>
                  <a:pt x="1383872" y="162378"/>
                  <a:pt x="1385675" y="161361"/>
                </a:cubicBezTo>
                <a:cubicBezTo>
                  <a:pt x="1387478" y="160342"/>
                  <a:pt x="1388889" y="158657"/>
                  <a:pt x="1389909" y="156308"/>
                </a:cubicBezTo>
                <a:cubicBezTo>
                  <a:pt x="1390928" y="153955"/>
                  <a:pt x="1391438" y="149450"/>
                  <a:pt x="1391438" y="142790"/>
                </a:cubicBezTo>
                <a:lnTo>
                  <a:pt x="1391438" y="45011"/>
                </a:lnTo>
                <a:cubicBezTo>
                  <a:pt x="1391438" y="32868"/>
                  <a:pt x="1391163" y="25406"/>
                  <a:pt x="1390614" y="22625"/>
                </a:cubicBezTo>
                <a:cubicBezTo>
                  <a:pt x="1390066" y="19841"/>
                  <a:pt x="1389183" y="17941"/>
                  <a:pt x="1387968" y="16924"/>
                </a:cubicBezTo>
                <a:cubicBezTo>
                  <a:pt x="1386753" y="15905"/>
                  <a:pt x="1385204" y="15396"/>
                  <a:pt x="1383323" y="15396"/>
                </a:cubicBezTo>
                <a:cubicBezTo>
                  <a:pt x="1381284" y="15396"/>
                  <a:pt x="1378697" y="16023"/>
                  <a:pt x="1375561" y="17277"/>
                </a:cubicBezTo>
                <a:lnTo>
                  <a:pt x="1373561" y="13161"/>
                </a:lnTo>
                <a:lnTo>
                  <a:pt x="1405668" y="0"/>
                </a:lnTo>
                <a:lnTo>
                  <a:pt x="1410960" y="0"/>
                </a:lnTo>
                <a:close/>
                <a:moveTo>
                  <a:pt x="1434704" y="59509"/>
                </a:moveTo>
                <a:lnTo>
                  <a:pt x="1484922" y="59509"/>
                </a:lnTo>
                <a:lnTo>
                  <a:pt x="1484922" y="63861"/>
                </a:lnTo>
                <a:lnTo>
                  <a:pt x="1482453" y="63861"/>
                </a:lnTo>
                <a:cubicBezTo>
                  <a:pt x="1478924" y="63861"/>
                  <a:pt x="1476278" y="64625"/>
                  <a:pt x="1474514" y="66154"/>
                </a:cubicBezTo>
                <a:cubicBezTo>
                  <a:pt x="1472750" y="67683"/>
                  <a:pt x="1471868" y="69584"/>
                  <a:pt x="1471868" y="71858"/>
                </a:cubicBezTo>
                <a:cubicBezTo>
                  <a:pt x="1471868" y="74916"/>
                  <a:pt x="1473162" y="79150"/>
                  <a:pt x="1475749" y="84560"/>
                </a:cubicBezTo>
                <a:lnTo>
                  <a:pt x="1501975" y="138894"/>
                </a:lnTo>
                <a:lnTo>
                  <a:pt x="1526085" y="79385"/>
                </a:lnTo>
                <a:cubicBezTo>
                  <a:pt x="1527418" y="76170"/>
                  <a:pt x="1528084" y="72995"/>
                  <a:pt x="1528084" y="69859"/>
                </a:cubicBezTo>
                <a:cubicBezTo>
                  <a:pt x="1528084" y="68447"/>
                  <a:pt x="1527810" y="67389"/>
                  <a:pt x="1527261" y="66683"/>
                </a:cubicBezTo>
                <a:cubicBezTo>
                  <a:pt x="1526634" y="65821"/>
                  <a:pt x="1525654" y="65135"/>
                  <a:pt x="1524321" y="64625"/>
                </a:cubicBezTo>
                <a:cubicBezTo>
                  <a:pt x="1522988" y="64116"/>
                  <a:pt x="1520636" y="63861"/>
                  <a:pt x="1517264" y="63861"/>
                </a:cubicBezTo>
                <a:lnTo>
                  <a:pt x="1517264" y="59509"/>
                </a:lnTo>
                <a:lnTo>
                  <a:pt x="1552311" y="59509"/>
                </a:lnTo>
                <a:lnTo>
                  <a:pt x="1552311" y="63861"/>
                </a:lnTo>
                <a:cubicBezTo>
                  <a:pt x="1549410" y="64174"/>
                  <a:pt x="1547176" y="64802"/>
                  <a:pt x="1545608" y="65743"/>
                </a:cubicBezTo>
                <a:cubicBezTo>
                  <a:pt x="1544040" y="66683"/>
                  <a:pt x="1542315" y="68447"/>
                  <a:pt x="1540433" y="71035"/>
                </a:cubicBezTo>
                <a:cubicBezTo>
                  <a:pt x="1539727" y="72132"/>
                  <a:pt x="1538395" y="75151"/>
                  <a:pt x="1536434" y="80091"/>
                </a:cubicBezTo>
                <a:lnTo>
                  <a:pt x="1492567" y="187584"/>
                </a:lnTo>
                <a:cubicBezTo>
                  <a:pt x="1488333" y="198012"/>
                  <a:pt x="1482786" y="205891"/>
                  <a:pt x="1475925" y="211223"/>
                </a:cubicBezTo>
                <a:cubicBezTo>
                  <a:pt x="1469065" y="216554"/>
                  <a:pt x="1462459" y="219220"/>
                  <a:pt x="1456109" y="219220"/>
                </a:cubicBezTo>
                <a:cubicBezTo>
                  <a:pt x="1451483" y="219220"/>
                  <a:pt x="1447680" y="217903"/>
                  <a:pt x="1444701" y="215269"/>
                </a:cubicBezTo>
                <a:cubicBezTo>
                  <a:pt x="1441721" y="212635"/>
                  <a:pt x="1440232" y="209614"/>
                  <a:pt x="1440232" y="206206"/>
                </a:cubicBezTo>
                <a:cubicBezTo>
                  <a:pt x="1440232" y="202952"/>
                  <a:pt x="1441310" y="200328"/>
                  <a:pt x="1443466" y="198334"/>
                </a:cubicBezTo>
                <a:cubicBezTo>
                  <a:pt x="1445622" y="196342"/>
                  <a:pt x="1448582" y="195346"/>
                  <a:pt x="1452345" y="195346"/>
                </a:cubicBezTo>
                <a:cubicBezTo>
                  <a:pt x="1454933" y="195346"/>
                  <a:pt x="1458461" y="196208"/>
                  <a:pt x="1462930" y="197933"/>
                </a:cubicBezTo>
                <a:cubicBezTo>
                  <a:pt x="1466066" y="199109"/>
                  <a:pt x="1468026" y="199697"/>
                  <a:pt x="1468810" y="199697"/>
                </a:cubicBezTo>
                <a:cubicBezTo>
                  <a:pt x="1471162" y="199697"/>
                  <a:pt x="1473730" y="198473"/>
                  <a:pt x="1476513" y="196026"/>
                </a:cubicBezTo>
                <a:cubicBezTo>
                  <a:pt x="1479297" y="193580"/>
                  <a:pt x="1482100" y="188847"/>
                  <a:pt x="1484922" y="181825"/>
                </a:cubicBezTo>
                <a:lnTo>
                  <a:pt x="1492567" y="163004"/>
                </a:lnTo>
                <a:lnTo>
                  <a:pt x="1453874" y="81737"/>
                </a:lnTo>
                <a:cubicBezTo>
                  <a:pt x="1452698" y="79307"/>
                  <a:pt x="1450816" y="76288"/>
                  <a:pt x="1448229" y="72681"/>
                </a:cubicBezTo>
                <a:cubicBezTo>
                  <a:pt x="1446269" y="69937"/>
                  <a:pt x="1444661" y="68095"/>
                  <a:pt x="1443407" y="67154"/>
                </a:cubicBezTo>
                <a:cubicBezTo>
                  <a:pt x="1441604" y="65899"/>
                  <a:pt x="1438703" y="64802"/>
                  <a:pt x="1434704" y="63861"/>
                </a:cubicBezTo>
                <a:lnTo>
                  <a:pt x="1434704" y="59509"/>
                </a:lnTo>
                <a:close/>
                <a:moveTo>
                  <a:pt x="1630874" y="56452"/>
                </a:moveTo>
                <a:lnTo>
                  <a:pt x="1630874" y="92910"/>
                </a:lnTo>
                <a:lnTo>
                  <a:pt x="1626993" y="92910"/>
                </a:lnTo>
                <a:cubicBezTo>
                  <a:pt x="1624014" y="81475"/>
                  <a:pt x="1620191" y="73697"/>
                  <a:pt x="1615526" y="69576"/>
                </a:cubicBezTo>
                <a:cubicBezTo>
                  <a:pt x="1610861" y="65452"/>
                  <a:pt x="1604922" y="63390"/>
                  <a:pt x="1597709" y="63390"/>
                </a:cubicBezTo>
                <a:cubicBezTo>
                  <a:pt x="1592220" y="63390"/>
                  <a:pt x="1587790" y="64840"/>
                  <a:pt x="1584419" y="67738"/>
                </a:cubicBezTo>
                <a:cubicBezTo>
                  <a:pt x="1581048" y="70634"/>
                  <a:pt x="1579362" y="73845"/>
                  <a:pt x="1579362" y="77371"/>
                </a:cubicBezTo>
                <a:cubicBezTo>
                  <a:pt x="1579362" y="81757"/>
                  <a:pt x="1580616" y="85515"/>
                  <a:pt x="1583125" y="88647"/>
                </a:cubicBezTo>
                <a:cubicBezTo>
                  <a:pt x="1585556" y="91859"/>
                  <a:pt x="1590495" y="95266"/>
                  <a:pt x="1597944" y="98867"/>
                </a:cubicBezTo>
                <a:lnTo>
                  <a:pt x="1615115" y="107210"/>
                </a:lnTo>
                <a:cubicBezTo>
                  <a:pt x="1631031" y="114962"/>
                  <a:pt x="1638989" y="125183"/>
                  <a:pt x="1638989" y="137873"/>
                </a:cubicBezTo>
                <a:cubicBezTo>
                  <a:pt x="1638989" y="147661"/>
                  <a:pt x="1635284" y="155552"/>
                  <a:pt x="1627875" y="161545"/>
                </a:cubicBezTo>
                <a:cubicBezTo>
                  <a:pt x="1620466" y="167535"/>
                  <a:pt x="1612174" y="170531"/>
                  <a:pt x="1603001" y="170531"/>
                </a:cubicBezTo>
                <a:cubicBezTo>
                  <a:pt x="1596415" y="170531"/>
                  <a:pt x="1588888" y="169355"/>
                  <a:pt x="1580420" y="167002"/>
                </a:cubicBezTo>
                <a:cubicBezTo>
                  <a:pt x="1577833" y="166218"/>
                  <a:pt x="1575716" y="165826"/>
                  <a:pt x="1574070" y="165826"/>
                </a:cubicBezTo>
                <a:cubicBezTo>
                  <a:pt x="1572266" y="165826"/>
                  <a:pt x="1570855" y="166846"/>
                  <a:pt x="1569836" y="168884"/>
                </a:cubicBezTo>
                <a:lnTo>
                  <a:pt x="1565955" y="168884"/>
                </a:lnTo>
                <a:lnTo>
                  <a:pt x="1565955" y="130309"/>
                </a:lnTo>
                <a:lnTo>
                  <a:pt x="1569836" y="130309"/>
                </a:lnTo>
                <a:cubicBezTo>
                  <a:pt x="1572031" y="141325"/>
                  <a:pt x="1576226" y="149626"/>
                  <a:pt x="1582420" y="155212"/>
                </a:cubicBezTo>
                <a:cubicBezTo>
                  <a:pt x="1588614" y="160799"/>
                  <a:pt x="1595553" y="163592"/>
                  <a:pt x="1603236" y="163592"/>
                </a:cubicBezTo>
                <a:cubicBezTo>
                  <a:pt x="1608646" y="163592"/>
                  <a:pt x="1613056" y="162007"/>
                  <a:pt x="1616467" y="158836"/>
                </a:cubicBezTo>
                <a:cubicBezTo>
                  <a:pt x="1619878" y="155663"/>
                  <a:pt x="1621583" y="151845"/>
                  <a:pt x="1621583" y="147380"/>
                </a:cubicBezTo>
                <a:cubicBezTo>
                  <a:pt x="1621583" y="141975"/>
                  <a:pt x="1619682" y="137433"/>
                  <a:pt x="1615879" y="133753"/>
                </a:cubicBezTo>
                <a:cubicBezTo>
                  <a:pt x="1612076" y="130072"/>
                  <a:pt x="1604491" y="125414"/>
                  <a:pt x="1593122" y="119776"/>
                </a:cubicBezTo>
                <a:cubicBezTo>
                  <a:pt x="1581753" y="114135"/>
                  <a:pt x="1574305" y="109044"/>
                  <a:pt x="1570777" y="104501"/>
                </a:cubicBezTo>
                <a:cubicBezTo>
                  <a:pt x="1567248" y="100037"/>
                  <a:pt x="1565484" y="94398"/>
                  <a:pt x="1565484" y="87584"/>
                </a:cubicBezTo>
                <a:cubicBezTo>
                  <a:pt x="1565484" y="78734"/>
                  <a:pt x="1568522" y="71334"/>
                  <a:pt x="1574599" y="65382"/>
                </a:cubicBezTo>
                <a:cubicBezTo>
                  <a:pt x="1580675" y="59428"/>
                  <a:pt x="1588535" y="56452"/>
                  <a:pt x="1598179" y="56452"/>
                </a:cubicBezTo>
                <a:cubicBezTo>
                  <a:pt x="1602413" y="56452"/>
                  <a:pt x="1607548" y="57353"/>
                  <a:pt x="1613586" y="59156"/>
                </a:cubicBezTo>
                <a:cubicBezTo>
                  <a:pt x="1617584" y="60333"/>
                  <a:pt x="1620250" y="60921"/>
                  <a:pt x="1621583" y="60921"/>
                </a:cubicBezTo>
                <a:cubicBezTo>
                  <a:pt x="1622837" y="60921"/>
                  <a:pt x="1623818" y="60646"/>
                  <a:pt x="1624523" y="60097"/>
                </a:cubicBezTo>
                <a:cubicBezTo>
                  <a:pt x="1625229" y="59549"/>
                  <a:pt x="1626052" y="58333"/>
                  <a:pt x="1626993" y="56452"/>
                </a:cubicBezTo>
                <a:lnTo>
                  <a:pt x="1630874" y="56452"/>
                </a:lnTo>
                <a:close/>
                <a:moveTo>
                  <a:pt x="1682320" y="0"/>
                </a:moveTo>
                <a:cubicBezTo>
                  <a:pt x="1685613" y="0"/>
                  <a:pt x="1688416" y="1163"/>
                  <a:pt x="1690729" y="3488"/>
                </a:cubicBezTo>
                <a:cubicBezTo>
                  <a:pt x="1693042" y="5811"/>
                  <a:pt x="1694199" y="8627"/>
                  <a:pt x="1694199" y="11937"/>
                </a:cubicBezTo>
                <a:cubicBezTo>
                  <a:pt x="1694199" y="15247"/>
                  <a:pt x="1693042" y="18085"/>
                  <a:pt x="1690729" y="20449"/>
                </a:cubicBezTo>
                <a:cubicBezTo>
                  <a:pt x="1688416" y="22811"/>
                  <a:pt x="1685613" y="23992"/>
                  <a:pt x="1682320" y="23992"/>
                </a:cubicBezTo>
                <a:cubicBezTo>
                  <a:pt x="1679027" y="23992"/>
                  <a:pt x="1676205" y="22811"/>
                  <a:pt x="1673853" y="20449"/>
                </a:cubicBezTo>
                <a:cubicBezTo>
                  <a:pt x="1671500" y="18085"/>
                  <a:pt x="1670324" y="15247"/>
                  <a:pt x="1670324" y="11937"/>
                </a:cubicBezTo>
                <a:cubicBezTo>
                  <a:pt x="1670324" y="8627"/>
                  <a:pt x="1671481" y="5811"/>
                  <a:pt x="1673794" y="3488"/>
                </a:cubicBezTo>
                <a:cubicBezTo>
                  <a:pt x="1676107" y="1163"/>
                  <a:pt x="1678949" y="0"/>
                  <a:pt x="1682320" y="0"/>
                </a:cubicBezTo>
                <a:moveTo>
                  <a:pt x="1692082" y="56452"/>
                </a:moveTo>
                <a:lnTo>
                  <a:pt x="1692082" y="142819"/>
                </a:lnTo>
                <a:cubicBezTo>
                  <a:pt x="1692082" y="149548"/>
                  <a:pt x="1692572" y="154026"/>
                  <a:pt x="1693552" y="156256"/>
                </a:cubicBezTo>
                <a:cubicBezTo>
                  <a:pt x="1694532" y="158486"/>
                  <a:pt x="1695982" y="160148"/>
                  <a:pt x="1697903" y="161243"/>
                </a:cubicBezTo>
                <a:cubicBezTo>
                  <a:pt x="1699824" y="162339"/>
                  <a:pt x="1703333" y="162886"/>
                  <a:pt x="1708429" y="162886"/>
                </a:cubicBezTo>
                <a:lnTo>
                  <a:pt x="1708429" y="167238"/>
                </a:lnTo>
                <a:lnTo>
                  <a:pt x="1656094" y="167238"/>
                </a:lnTo>
                <a:lnTo>
                  <a:pt x="1656094" y="162886"/>
                </a:lnTo>
                <a:cubicBezTo>
                  <a:pt x="1661347" y="162886"/>
                  <a:pt x="1664875" y="162378"/>
                  <a:pt x="1666679" y="161361"/>
                </a:cubicBezTo>
                <a:cubicBezTo>
                  <a:pt x="1668482" y="160344"/>
                  <a:pt x="1669913" y="158662"/>
                  <a:pt x="1670971" y="156315"/>
                </a:cubicBezTo>
                <a:cubicBezTo>
                  <a:pt x="1672030" y="153968"/>
                  <a:pt x="1672559" y="149469"/>
                  <a:pt x="1672559" y="142819"/>
                </a:cubicBezTo>
                <a:lnTo>
                  <a:pt x="1672559" y="101396"/>
                </a:lnTo>
                <a:cubicBezTo>
                  <a:pt x="1672559" y="89738"/>
                  <a:pt x="1672206" y="82189"/>
                  <a:pt x="1671500" y="78749"/>
                </a:cubicBezTo>
                <a:cubicBezTo>
                  <a:pt x="1670952" y="76245"/>
                  <a:pt x="1670089" y="74504"/>
                  <a:pt x="1668913" y="73527"/>
                </a:cubicBezTo>
                <a:cubicBezTo>
                  <a:pt x="1667737" y="72549"/>
                  <a:pt x="1666130" y="72060"/>
                  <a:pt x="1664091" y="72060"/>
                </a:cubicBezTo>
                <a:cubicBezTo>
                  <a:pt x="1661896" y="72060"/>
                  <a:pt x="1659230" y="72647"/>
                  <a:pt x="1656094" y="73821"/>
                </a:cubicBezTo>
                <a:lnTo>
                  <a:pt x="1654447" y="69594"/>
                </a:lnTo>
                <a:lnTo>
                  <a:pt x="1686907" y="56452"/>
                </a:lnTo>
                <a:lnTo>
                  <a:pt x="1692082" y="56452"/>
                </a:lnTo>
                <a:close/>
                <a:moveTo>
                  <a:pt x="1791447" y="56452"/>
                </a:moveTo>
                <a:lnTo>
                  <a:pt x="1791447" y="92910"/>
                </a:lnTo>
                <a:lnTo>
                  <a:pt x="1787566" y="92910"/>
                </a:lnTo>
                <a:cubicBezTo>
                  <a:pt x="1784586" y="81475"/>
                  <a:pt x="1780764" y="73697"/>
                  <a:pt x="1776099" y="69576"/>
                </a:cubicBezTo>
                <a:cubicBezTo>
                  <a:pt x="1771434" y="65452"/>
                  <a:pt x="1765495" y="63390"/>
                  <a:pt x="1758282" y="63390"/>
                </a:cubicBezTo>
                <a:cubicBezTo>
                  <a:pt x="1752793" y="63390"/>
                  <a:pt x="1748363" y="64840"/>
                  <a:pt x="1744992" y="67738"/>
                </a:cubicBezTo>
                <a:cubicBezTo>
                  <a:pt x="1741621" y="70634"/>
                  <a:pt x="1739935" y="73845"/>
                  <a:pt x="1739935" y="77371"/>
                </a:cubicBezTo>
                <a:cubicBezTo>
                  <a:pt x="1739935" y="81757"/>
                  <a:pt x="1741189" y="85515"/>
                  <a:pt x="1743698" y="88647"/>
                </a:cubicBezTo>
                <a:cubicBezTo>
                  <a:pt x="1746129" y="91859"/>
                  <a:pt x="1751068" y="95266"/>
                  <a:pt x="1758517" y="98867"/>
                </a:cubicBezTo>
                <a:lnTo>
                  <a:pt x="1775687" y="107210"/>
                </a:lnTo>
                <a:cubicBezTo>
                  <a:pt x="1791604" y="114962"/>
                  <a:pt x="1799562" y="125183"/>
                  <a:pt x="1799562" y="137873"/>
                </a:cubicBezTo>
                <a:cubicBezTo>
                  <a:pt x="1799562" y="147661"/>
                  <a:pt x="1795857" y="155552"/>
                  <a:pt x="1788448" y="161545"/>
                </a:cubicBezTo>
                <a:cubicBezTo>
                  <a:pt x="1781039" y="167535"/>
                  <a:pt x="1772747" y="170531"/>
                  <a:pt x="1763574" y="170531"/>
                </a:cubicBezTo>
                <a:cubicBezTo>
                  <a:pt x="1756988" y="170531"/>
                  <a:pt x="1749461" y="169355"/>
                  <a:pt x="1740993" y="167002"/>
                </a:cubicBezTo>
                <a:cubicBezTo>
                  <a:pt x="1738406" y="166218"/>
                  <a:pt x="1736289" y="165826"/>
                  <a:pt x="1734643" y="165826"/>
                </a:cubicBezTo>
                <a:cubicBezTo>
                  <a:pt x="1732839" y="165826"/>
                  <a:pt x="1731428" y="166846"/>
                  <a:pt x="1730409" y="168884"/>
                </a:cubicBezTo>
                <a:lnTo>
                  <a:pt x="1726528" y="168884"/>
                </a:lnTo>
                <a:lnTo>
                  <a:pt x="1726528" y="130309"/>
                </a:lnTo>
                <a:lnTo>
                  <a:pt x="1730409" y="130309"/>
                </a:lnTo>
                <a:cubicBezTo>
                  <a:pt x="1732604" y="141325"/>
                  <a:pt x="1736799" y="149626"/>
                  <a:pt x="1742993" y="155212"/>
                </a:cubicBezTo>
                <a:cubicBezTo>
                  <a:pt x="1749187" y="160799"/>
                  <a:pt x="1756125" y="163592"/>
                  <a:pt x="1763809" y="163592"/>
                </a:cubicBezTo>
                <a:cubicBezTo>
                  <a:pt x="1769219" y="163592"/>
                  <a:pt x="1773629" y="162007"/>
                  <a:pt x="1777040" y="158836"/>
                </a:cubicBezTo>
                <a:cubicBezTo>
                  <a:pt x="1780451" y="155663"/>
                  <a:pt x="1782156" y="151845"/>
                  <a:pt x="1782156" y="147380"/>
                </a:cubicBezTo>
                <a:cubicBezTo>
                  <a:pt x="1782156" y="141975"/>
                  <a:pt x="1780255" y="137433"/>
                  <a:pt x="1776452" y="133753"/>
                </a:cubicBezTo>
                <a:cubicBezTo>
                  <a:pt x="1772649" y="130072"/>
                  <a:pt x="1765064" y="125414"/>
                  <a:pt x="1753695" y="119776"/>
                </a:cubicBezTo>
                <a:cubicBezTo>
                  <a:pt x="1742326" y="114135"/>
                  <a:pt x="1734878" y="109044"/>
                  <a:pt x="1731350" y="104501"/>
                </a:cubicBezTo>
                <a:cubicBezTo>
                  <a:pt x="1727821" y="100037"/>
                  <a:pt x="1726057" y="94398"/>
                  <a:pt x="1726057" y="87584"/>
                </a:cubicBezTo>
                <a:cubicBezTo>
                  <a:pt x="1726057" y="78734"/>
                  <a:pt x="1729095" y="71334"/>
                  <a:pt x="1735172" y="65382"/>
                </a:cubicBezTo>
                <a:cubicBezTo>
                  <a:pt x="1741248" y="59428"/>
                  <a:pt x="1749108" y="56452"/>
                  <a:pt x="1758752" y="56452"/>
                </a:cubicBezTo>
                <a:cubicBezTo>
                  <a:pt x="1762986" y="56452"/>
                  <a:pt x="1768121" y="57353"/>
                  <a:pt x="1774159" y="59156"/>
                </a:cubicBezTo>
                <a:cubicBezTo>
                  <a:pt x="1778157" y="60333"/>
                  <a:pt x="1780823" y="60921"/>
                  <a:pt x="1782156" y="60921"/>
                </a:cubicBezTo>
                <a:cubicBezTo>
                  <a:pt x="1783410" y="60921"/>
                  <a:pt x="1784390" y="60646"/>
                  <a:pt x="1785096" y="60097"/>
                </a:cubicBezTo>
                <a:cubicBezTo>
                  <a:pt x="1785802" y="59549"/>
                  <a:pt x="1786625" y="58333"/>
                  <a:pt x="1787566" y="56452"/>
                </a:cubicBezTo>
                <a:lnTo>
                  <a:pt x="1791447" y="564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Taxonomy">
            <a:extLst xmlns:a="http://schemas.openxmlformats.org/drawingml/2006/main">
              <a:ext uri="{FF2B5EF4-FFF2-40B4-BE49-F238E27FC236}">
                <a16:creationId xmlns:a16="http://schemas.microsoft.com/office/drawing/2014/main" id="{4A57B43D-7C63-4AF0-A5EB-941ABCBD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5236" y="927533"/>
            <a:ext cx="903875" cy="187375"/>
          </a:xfrm>
          <a:custGeom xmlns:a="http://schemas.openxmlformats.org/drawingml/2006/main">
            <a:pathLst>
              <a:path w="903875" h="187375">
                <a:moveTo>
                  <a:pt x="117031" y="0"/>
                </a:moveTo>
                <a:lnTo>
                  <a:pt x="118595" y="33140"/>
                </a:lnTo>
                <a:lnTo>
                  <a:pt x="114634" y="33140"/>
                </a:lnTo>
                <a:cubicBezTo>
                  <a:pt x="113870" y="27304"/>
                  <a:pt x="112828" y="23135"/>
                  <a:pt x="111508" y="20634"/>
                </a:cubicBezTo>
                <a:cubicBezTo>
                  <a:pt x="109354" y="16605"/>
                  <a:pt x="106488" y="13635"/>
                  <a:pt x="102911" y="11724"/>
                </a:cubicBezTo>
                <a:cubicBezTo>
                  <a:pt x="99333" y="9813"/>
                  <a:pt x="94626" y="8858"/>
                  <a:pt x="88790" y="8858"/>
                </a:cubicBezTo>
                <a:lnTo>
                  <a:pt x="68885" y="8858"/>
                </a:lnTo>
                <a:lnTo>
                  <a:pt x="68885" y="116823"/>
                </a:lnTo>
                <a:cubicBezTo>
                  <a:pt x="68885" y="125507"/>
                  <a:pt x="69823" y="130926"/>
                  <a:pt x="71699" y="133080"/>
                </a:cubicBezTo>
                <a:cubicBezTo>
                  <a:pt x="74339" y="135998"/>
                  <a:pt x="78403" y="137457"/>
                  <a:pt x="83892" y="137457"/>
                </a:cubicBezTo>
                <a:lnTo>
                  <a:pt x="88790" y="137457"/>
                </a:lnTo>
                <a:lnTo>
                  <a:pt x="88790" y="141313"/>
                </a:lnTo>
                <a:lnTo>
                  <a:pt x="28867" y="141313"/>
                </a:lnTo>
                <a:lnTo>
                  <a:pt x="28867" y="137457"/>
                </a:lnTo>
                <a:lnTo>
                  <a:pt x="33869" y="137457"/>
                </a:lnTo>
                <a:cubicBezTo>
                  <a:pt x="39844" y="137457"/>
                  <a:pt x="44082" y="135651"/>
                  <a:pt x="46583" y="132038"/>
                </a:cubicBezTo>
                <a:cubicBezTo>
                  <a:pt x="48112" y="129815"/>
                  <a:pt x="48876" y="124743"/>
                  <a:pt x="48876" y="116823"/>
                </a:cubicBezTo>
                <a:lnTo>
                  <a:pt x="48876" y="8858"/>
                </a:lnTo>
                <a:lnTo>
                  <a:pt x="31889" y="8858"/>
                </a:lnTo>
                <a:cubicBezTo>
                  <a:pt x="25289" y="8858"/>
                  <a:pt x="20599" y="9344"/>
                  <a:pt x="17820" y="10317"/>
                </a:cubicBezTo>
                <a:cubicBezTo>
                  <a:pt x="14208" y="11637"/>
                  <a:pt x="11116" y="14173"/>
                  <a:pt x="8545" y="17925"/>
                </a:cubicBezTo>
                <a:cubicBezTo>
                  <a:pt x="5975" y="21676"/>
                  <a:pt x="4446" y="26748"/>
                  <a:pt x="3960" y="33140"/>
                </a:cubicBezTo>
                <a:lnTo>
                  <a:pt x="0" y="33140"/>
                </a:lnTo>
                <a:lnTo>
                  <a:pt x="1667" y="0"/>
                </a:lnTo>
                <a:lnTo>
                  <a:pt x="117031" y="0"/>
                </a:lnTo>
                <a:close/>
                <a:moveTo>
                  <a:pt x="169372" y="127557"/>
                </a:moveTo>
                <a:cubicBezTo>
                  <a:pt x="159576" y="135130"/>
                  <a:pt x="153427" y="139507"/>
                  <a:pt x="150926" y="140688"/>
                </a:cubicBezTo>
                <a:cubicBezTo>
                  <a:pt x="147175" y="142494"/>
                  <a:pt x="143180" y="143397"/>
                  <a:pt x="138942" y="143397"/>
                </a:cubicBezTo>
                <a:cubicBezTo>
                  <a:pt x="132342" y="143397"/>
                  <a:pt x="126905" y="141139"/>
                  <a:pt x="122632" y="136623"/>
                </a:cubicBezTo>
                <a:cubicBezTo>
                  <a:pt x="118360" y="132108"/>
                  <a:pt x="116223" y="126167"/>
                  <a:pt x="116223" y="118803"/>
                </a:cubicBezTo>
                <a:cubicBezTo>
                  <a:pt x="116223" y="114148"/>
                  <a:pt x="117265" y="110119"/>
                  <a:pt x="119350" y="106714"/>
                </a:cubicBezTo>
                <a:cubicBezTo>
                  <a:pt x="122198" y="101990"/>
                  <a:pt x="127148" y="97544"/>
                  <a:pt x="134200" y="93375"/>
                </a:cubicBezTo>
                <a:cubicBezTo>
                  <a:pt x="141252" y="89206"/>
                  <a:pt x="152976" y="84135"/>
                  <a:pt x="169372" y="78160"/>
                </a:cubicBezTo>
                <a:lnTo>
                  <a:pt x="169372" y="74408"/>
                </a:lnTo>
                <a:cubicBezTo>
                  <a:pt x="169372" y="64890"/>
                  <a:pt x="167861" y="58359"/>
                  <a:pt x="164839" y="54816"/>
                </a:cubicBezTo>
                <a:cubicBezTo>
                  <a:pt x="161817" y="51273"/>
                  <a:pt x="157422" y="49501"/>
                  <a:pt x="151656" y="49501"/>
                </a:cubicBezTo>
                <a:cubicBezTo>
                  <a:pt x="147279" y="49501"/>
                  <a:pt x="143805" y="50678"/>
                  <a:pt x="141234" y="53031"/>
                </a:cubicBezTo>
                <a:cubicBezTo>
                  <a:pt x="138594" y="55385"/>
                  <a:pt x="137274" y="58085"/>
                  <a:pt x="137274" y="61131"/>
                </a:cubicBezTo>
                <a:lnTo>
                  <a:pt x="137483" y="67152"/>
                </a:lnTo>
                <a:cubicBezTo>
                  <a:pt x="137483" y="70335"/>
                  <a:pt x="136666" y="72792"/>
                  <a:pt x="135034" y="74522"/>
                </a:cubicBezTo>
                <a:cubicBezTo>
                  <a:pt x="133401" y="76253"/>
                  <a:pt x="131265" y="77118"/>
                  <a:pt x="128625" y="77118"/>
                </a:cubicBezTo>
                <a:cubicBezTo>
                  <a:pt x="126054" y="77118"/>
                  <a:pt x="123952" y="76218"/>
                  <a:pt x="122320" y="74418"/>
                </a:cubicBezTo>
                <a:cubicBezTo>
                  <a:pt x="120687" y="72616"/>
                  <a:pt x="119871" y="70156"/>
                  <a:pt x="119871" y="67038"/>
                </a:cubicBezTo>
                <a:cubicBezTo>
                  <a:pt x="119871" y="61083"/>
                  <a:pt x="122928" y="55612"/>
                  <a:pt x="129042" y="50625"/>
                </a:cubicBezTo>
                <a:cubicBezTo>
                  <a:pt x="135155" y="45638"/>
                  <a:pt x="143736" y="43144"/>
                  <a:pt x="154782" y="43144"/>
                </a:cubicBezTo>
                <a:cubicBezTo>
                  <a:pt x="163258" y="43144"/>
                  <a:pt x="170206" y="44566"/>
                  <a:pt x="175625" y="47410"/>
                </a:cubicBezTo>
                <a:cubicBezTo>
                  <a:pt x="179724" y="49562"/>
                  <a:pt x="182746" y="52928"/>
                  <a:pt x="184691" y="57509"/>
                </a:cubicBezTo>
                <a:cubicBezTo>
                  <a:pt x="185942" y="60492"/>
                  <a:pt x="186567" y="66599"/>
                  <a:pt x="186567" y="75828"/>
                </a:cubicBezTo>
                <a:lnTo>
                  <a:pt x="186567" y="108199"/>
                </a:lnTo>
                <a:cubicBezTo>
                  <a:pt x="186567" y="117290"/>
                  <a:pt x="186741" y="122859"/>
                  <a:pt x="187088" y="124906"/>
                </a:cubicBezTo>
                <a:cubicBezTo>
                  <a:pt x="187436" y="126953"/>
                  <a:pt x="188009" y="128324"/>
                  <a:pt x="188808" y="129019"/>
                </a:cubicBezTo>
                <a:cubicBezTo>
                  <a:pt x="189607" y="129712"/>
                  <a:pt x="190527" y="130058"/>
                  <a:pt x="191569" y="130058"/>
                </a:cubicBezTo>
                <a:cubicBezTo>
                  <a:pt x="192681" y="130058"/>
                  <a:pt x="193654" y="129815"/>
                  <a:pt x="194487" y="129329"/>
                </a:cubicBezTo>
                <a:cubicBezTo>
                  <a:pt x="195946" y="128425"/>
                  <a:pt x="198760" y="125890"/>
                  <a:pt x="202929" y="121721"/>
                </a:cubicBezTo>
                <a:lnTo>
                  <a:pt x="202929" y="127557"/>
                </a:lnTo>
                <a:cubicBezTo>
                  <a:pt x="195147" y="137978"/>
                  <a:pt x="187714" y="143189"/>
                  <a:pt x="180627" y="143189"/>
                </a:cubicBezTo>
                <a:cubicBezTo>
                  <a:pt x="177223" y="143189"/>
                  <a:pt x="174513" y="142008"/>
                  <a:pt x="172498" y="139646"/>
                </a:cubicBezTo>
                <a:cubicBezTo>
                  <a:pt x="170484" y="137283"/>
                  <a:pt x="169441" y="133254"/>
                  <a:pt x="169372" y="127557"/>
                </a:cubicBezTo>
                <a:moveTo>
                  <a:pt x="169372" y="120724"/>
                </a:moveTo>
                <a:lnTo>
                  <a:pt x="169372" y="84517"/>
                </a:lnTo>
                <a:cubicBezTo>
                  <a:pt x="158881" y="88666"/>
                  <a:pt x="152107" y="91606"/>
                  <a:pt x="149050" y="93336"/>
                </a:cubicBezTo>
                <a:cubicBezTo>
                  <a:pt x="143562" y="96380"/>
                  <a:pt x="139637" y="99562"/>
                  <a:pt x="137274" y="102881"/>
                </a:cubicBezTo>
                <a:cubicBezTo>
                  <a:pt x="134912" y="106201"/>
                  <a:pt x="133731" y="109832"/>
                  <a:pt x="133731" y="113775"/>
                </a:cubicBezTo>
                <a:cubicBezTo>
                  <a:pt x="133731" y="118755"/>
                  <a:pt x="135225" y="122888"/>
                  <a:pt x="138212" y="126173"/>
                </a:cubicBezTo>
                <a:cubicBezTo>
                  <a:pt x="141200" y="129458"/>
                  <a:pt x="144639" y="131100"/>
                  <a:pt x="148529" y="131100"/>
                </a:cubicBezTo>
                <a:cubicBezTo>
                  <a:pt x="153810" y="131100"/>
                  <a:pt x="160757" y="127642"/>
                  <a:pt x="169372" y="120724"/>
                </a:cubicBezTo>
                <a:close/>
                <a:moveTo>
                  <a:pt x="206436" y="45854"/>
                </a:moveTo>
                <a:lnTo>
                  <a:pt x="251352" y="45854"/>
                </a:lnTo>
                <a:lnTo>
                  <a:pt x="251352" y="49710"/>
                </a:lnTo>
                <a:cubicBezTo>
                  <a:pt x="248503" y="49710"/>
                  <a:pt x="246506" y="50196"/>
                  <a:pt x="245359" y="51169"/>
                </a:cubicBezTo>
                <a:cubicBezTo>
                  <a:pt x="244213" y="52141"/>
                  <a:pt x="243640" y="53427"/>
                  <a:pt x="243640" y="55025"/>
                </a:cubicBezTo>
                <a:cubicBezTo>
                  <a:pt x="243640" y="56692"/>
                  <a:pt x="244856" y="59263"/>
                  <a:pt x="247287" y="62736"/>
                </a:cubicBezTo>
                <a:cubicBezTo>
                  <a:pt x="248051" y="63848"/>
                  <a:pt x="249198" y="65585"/>
                  <a:pt x="250726" y="67947"/>
                </a:cubicBezTo>
                <a:lnTo>
                  <a:pt x="257500" y="78785"/>
                </a:lnTo>
                <a:lnTo>
                  <a:pt x="265316" y="67947"/>
                </a:lnTo>
                <a:cubicBezTo>
                  <a:pt x="270318" y="61069"/>
                  <a:pt x="272819" y="56727"/>
                  <a:pt x="272819" y="54920"/>
                </a:cubicBezTo>
                <a:cubicBezTo>
                  <a:pt x="272819" y="53461"/>
                  <a:pt x="272229" y="52228"/>
                  <a:pt x="271048" y="51221"/>
                </a:cubicBezTo>
                <a:cubicBezTo>
                  <a:pt x="269867" y="50213"/>
                  <a:pt x="267956" y="49710"/>
                  <a:pt x="265316" y="49710"/>
                </a:cubicBezTo>
                <a:lnTo>
                  <a:pt x="265316" y="45854"/>
                </a:lnTo>
                <a:lnTo>
                  <a:pt x="297622" y="45854"/>
                </a:lnTo>
                <a:lnTo>
                  <a:pt x="297622" y="49710"/>
                </a:lnTo>
                <a:cubicBezTo>
                  <a:pt x="294218" y="49918"/>
                  <a:pt x="291265" y="50856"/>
                  <a:pt x="288764" y="52523"/>
                </a:cubicBezTo>
                <a:cubicBezTo>
                  <a:pt x="285360" y="54886"/>
                  <a:pt x="280705" y="60027"/>
                  <a:pt x="274799" y="67947"/>
                </a:cubicBezTo>
                <a:lnTo>
                  <a:pt x="261773" y="85351"/>
                </a:lnTo>
                <a:lnTo>
                  <a:pt x="285533" y="119464"/>
                </a:lnTo>
                <a:cubicBezTo>
                  <a:pt x="291369" y="127853"/>
                  <a:pt x="295538" y="132898"/>
                  <a:pt x="298039" y="134598"/>
                </a:cubicBezTo>
                <a:cubicBezTo>
                  <a:pt x="300540" y="136296"/>
                  <a:pt x="303771" y="137249"/>
                  <a:pt x="307731" y="137457"/>
                </a:cubicBezTo>
                <a:lnTo>
                  <a:pt x="307731" y="141313"/>
                </a:lnTo>
                <a:lnTo>
                  <a:pt x="262711" y="141313"/>
                </a:lnTo>
                <a:lnTo>
                  <a:pt x="262711" y="137457"/>
                </a:lnTo>
                <a:cubicBezTo>
                  <a:pt x="265837" y="137457"/>
                  <a:pt x="268269" y="136765"/>
                  <a:pt x="270006" y="135379"/>
                </a:cubicBezTo>
                <a:cubicBezTo>
                  <a:pt x="271326" y="134409"/>
                  <a:pt x="271986" y="133127"/>
                  <a:pt x="271986" y="131533"/>
                </a:cubicBezTo>
                <a:cubicBezTo>
                  <a:pt x="271986" y="129940"/>
                  <a:pt x="269763" y="125921"/>
                  <a:pt x="265316" y="119477"/>
                </a:cubicBezTo>
                <a:lnTo>
                  <a:pt x="251352" y="99107"/>
                </a:lnTo>
                <a:lnTo>
                  <a:pt x="236032" y="119477"/>
                </a:lnTo>
                <a:cubicBezTo>
                  <a:pt x="231308" y="125782"/>
                  <a:pt x="228946" y="129524"/>
                  <a:pt x="228946" y="130703"/>
                </a:cubicBezTo>
                <a:cubicBezTo>
                  <a:pt x="228946" y="132366"/>
                  <a:pt x="229727" y="133873"/>
                  <a:pt x="231290" y="135223"/>
                </a:cubicBezTo>
                <a:cubicBezTo>
                  <a:pt x="232854" y="136574"/>
                  <a:pt x="235198" y="137318"/>
                  <a:pt x="238325" y="137457"/>
                </a:cubicBezTo>
                <a:lnTo>
                  <a:pt x="238325" y="141313"/>
                </a:lnTo>
                <a:lnTo>
                  <a:pt x="207165" y="141313"/>
                </a:lnTo>
                <a:lnTo>
                  <a:pt x="207165" y="137457"/>
                </a:lnTo>
                <a:cubicBezTo>
                  <a:pt x="209666" y="137110"/>
                  <a:pt x="211855" y="136244"/>
                  <a:pt x="213731" y="134858"/>
                </a:cubicBezTo>
                <a:cubicBezTo>
                  <a:pt x="216371" y="132848"/>
                  <a:pt x="220817" y="127719"/>
                  <a:pt x="227070" y="119471"/>
                </a:cubicBezTo>
                <a:lnTo>
                  <a:pt x="247079" y="92958"/>
                </a:lnTo>
                <a:lnTo>
                  <a:pt x="228946" y="66696"/>
                </a:lnTo>
                <a:cubicBezTo>
                  <a:pt x="223805" y="59193"/>
                  <a:pt x="219827" y="54486"/>
                  <a:pt x="217013" y="52576"/>
                </a:cubicBezTo>
                <a:cubicBezTo>
                  <a:pt x="214200" y="50665"/>
                  <a:pt x="210674" y="49710"/>
                  <a:pt x="206436" y="49710"/>
                </a:cubicBezTo>
                <a:lnTo>
                  <a:pt x="206436" y="45854"/>
                </a:lnTo>
                <a:close/>
                <a:moveTo>
                  <a:pt x="364028" y="43144"/>
                </a:moveTo>
                <a:cubicBezTo>
                  <a:pt x="378479" y="43144"/>
                  <a:pt x="390081" y="48627"/>
                  <a:pt x="398835" y="59594"/>
                </a:cubicBezTo>
                <a:cubicBezTo>
                  <a:pt x="406269" y="68962"/>
                  <a:pt x="409986" y="79720"/>
                  <a:pt x="409986" y="91867"/>
                </a:cubicBezTo>
                <a:cubicBezTo>
                  <a:pt x="409986" y="100404"/>
                  <a:pt x="407936" y="109045"/>
                  <a:pt x="403837" y="117790"/>
                </a:cubicBezTo>
                <a:cubicBezTo>
                  <a:pt x="399738" y="126533"/>
                  <a:pt x="394093" y="133126"/>
                  <a:pt x="386903" y="137568"/>
                </a:cubicBezTo>
                <a:cubicBezTo>
                  <a:pt x="379712" y="142010"/>
                  <a:pt x="371705" y="144231"/>
                  <a:pt x="362881" y="144231"/>
                </a:cubicBezTo>
                <a:cubicBezTo>
                  <a:pt x="348500" y="144231"/>
                  <a:pt x="337071" y="138505"/>
                  <a:pt x="328595" y="127052"/>
                </a:cubicBezTo>
                <a:cubicBezTo>
                  <a:pt x="321439" y="117406"/>
                  <a:pt x="317861" y="106580"/>
                  <a:pt x="317861" y="94573"/>
                </a:cubicBezTo>
                <a:cubicBezTo>
                  <a:pt x="317861" y="85828"/>
                  <a:pt x="320033" y="77135"/>
                  <a:pt x="324375" y="68494"/>
                </a:cubicBezTo>
                <a:cubicBezTo>
                  <a:pt x="328717" y="59853"/>
                  <a:pt x="334431" y="53468"/>
                  <a:pt x="341518" y="49338"/>
                </a:cubicBezTo>
                <a:cubicBezTo>
                  <a:pt x="348604" y="45209"/>
                  <a:pt x="356108" y="43144"/>
                  <a:pt x="364028" y="43144"/>
                </a:cubicBezTo>
                <a:moveTo>
                  <a:pt x="360797" y="50022"/>
                </a:moveTo>
                <a:cubicBezTo>
                  <a:pt x="357115" y="50022"/>
                  <a:pt x="353415" y="51115"/>
                  <a:pt x="349699" y="53302"/>
                </a:cubicBezTo>
                <a:cubicBezTo>
                  <a:pt x="345982" y="55488"/>
                  <a:pt x="342977" y="59322"/>
                  <a:pt x="340684" y="64804"/>
                </a:cubicBezTo>
                <a:cubicBezTo>
                  <a:pt x="338391" y="70286"/>
                  <a:pt x="337245" y="77329"/>
                  <a:pt x="337245" y="85934"/>
                </a:cubicBezTo>
                <a:cubicBezTo>
                  <a:pt x="337245" y="99811"/>
                  <a:pt x="340007" y="111782"/>
                  <a:pt x="345530" y="121845"/>
                </a:cubicBezTo>
                <a:cubicBezTo>
                  <a:pt x="351053" y="131906"/>
                  <a:pt x="358331" y="136936"/>
                  <a:pt x="367363" y="136936"/>
                </a:cubicBezTo>
                <a:cubicBezTo>
                  <a:pt x="374102" y="136936"/>
                  <a:pt x="379660" y="134160"/>
                  <a:pt x="384037" y="128609"/>
                </a:cubicBezTo>
                <a:cubicBezTo>
                  <a:pt x="388414" y="123057"/>
                  <a:pt x="390602" y="113516"/>
                  <a:pt x="390602" y="99986"/>
                </a:cubicBezTo>
                <a:cubicBezTo>
                  <a:pt x="390602" y="83054"/>
                  <a:pt x="386955" y="69729"/>
                  <a:pt x="379660" y="60014"/>
                </a:cubicBezTo>
                <a:cubicBezTo>
                  <a:pt x="374727" y="53353"/>
                  <a:pt x="368440" y="50022"/>
                  <a:pt x="360797" y="50022"/>
                </a:cubicBezTo>
                <a:close/>
                <a:moveTo>
                  <a:pt x="452214" y="63362"/>
                </a:moveTo>
                <a:cubicBezTo>
                  <a:pt x="463399" y="49883"/>
                  <a:pt x="474064" y="43144"/>
                  <a:pt x="484207" y="43144"/>
                </a:cubicBezTo>
                <a:cubicBezTo>
                  <a:pt x="489418" y="43144"/>
                  <a:pt x="493899" y="44445"/>
                  <a:pt x="497650" y="47046"/>
                </a:cubicBezTo>
                <a:cubicBezTo>
                  <a:pt x="501402" y="49645"/>
                  <a:pt x="504390" y="53925"/>
                  <a:pt x="506613" y="59887"/>
                </a:cubicBezTo>
                <a:cubicBezTo>
                  <a:pt x="508141" y="64044"/>
                  <a:pt x="508905" y="70422"/>
                  <a:pt x="508905" y="79020"/>
                </a:cubicBezTo>
                <a:lnTo>
                  <a:pt x="508905" y="119676"/>
                </a:lnTo>
                <a:cubicBezTo>
                  <a:pt x="508905" y="125707"/>
                  <a:pt x="509392" y="129797"/>
                  <a:pt x="510364" y="131947"/>
                </a:cubicBezTo>
                <a:cubicBezTo>
                  <a:pt x="511129" y="133679"/>
                  <a:pt x="512362" y="135031"/>
                  <a:pt x="514064" y="136001"/>
                </a:cubicBezTo>
                <a:cubicBezTo>
                  <a:pt x="515766" y="136972"/>
                  <a:pt x="518910" y="137457"/>
                  <a:pt x="523495" y="137457"/>
                </a:cubicBezTo>
                <a:lnTo>
                  <a:pt x="523495" y="141313"/>
                </a:lnTo>
                <a:lnTo>
                  <a:pt x="476287" y="141313"/>
                </a:lnTo>
                <a:lnTo>
                  <a:pt x="476287" y="137457"/>
                </a:lnTo>
                <a:lnTo>
                  <a:pt x="478267" y="137457"/>
                </a:lnTo>
                <a:cubicBezTo>
                  <a:pt x="482713" y="137457"/>
                  <a:pt x="485822" y="136783"/>
                  <a:pt x="487594" y="135435"/>
                </a:cubicBezTo>
                <a:cubicBezTo>
                  <a:pt x="489365" y="134087"/>
                  <a:pt x="490599" y="132100"/>
                  <a:pt x="491293" y="129475"/>
                </a:cubicBezTo>
                <a:cubicBezTo>
                  <a:pt x="491571" y="128437"/>
                  <a:pt x="491710" y="125188"/>
                  <a:pt x="491710" y="119728"/>
                </a:cubicBezTo>
                <a:lnTo>
                  <a:pt x="491710" y="80847"/>
                </a:lnTo>
                <a:cubicBezTo>
                  <a:pt x="491710" y="72208"/>
                  <a:pt x="490581" y="65935"/>
                  <a:pt x="488323" y="62030"/>
                </a:cubicBezTo>
                <a:cubicBezTo>
                  <a:pt x="486065" y="58124"/>
                  <a:pt x="482262" y="56171"/>
                  <a:pt x="476912" y="56171"/>
                </a:cubicBezTo>
                <a:cubicBezTo>
                  <a:pt x="468644" y="56171"/>
                  <a:pt x="460412" y="60664"/>
                  <a:pt x="452214" y="69650"/>
                </a:cubicBezTo>
                <a:lnTo>
                  <a:pt x="452214" y="119728"/>
                </a:lnTo>
                <a:cubicBezTo>
                  <a:pt x="452214" y="126157"/>
                  <a:pt x="452596" y="130131"/>
                  <a:pt x="453360" y="131651"/>
                </a:cubicBezTo>
                <a:cubicBezTo>
                  <a:pt x="454333" y="133654"/>
                  <a:pt x="455670" y="135123"/>
                  <a:pt x="457372" y="136057"/>
                </a:cubicBezTo>
                <a:cubicBezTo>
                  <a:pt x="459074" y="136990"/>
                  <a:pt x="462531" y="137457"/>
                  <a:pt x="467741" y="137457"/>
                </a:cubicBezTo>
                <a:lnTo>
                  <a:pt x="467741" y="141313"/>
                </a:lnTo>
                <a:lnTo>
                  <a:pt x="420533" y="141313"/>
                </a:lnTo>
                <a:lnTo>
                  <a:pt x="420533" y="137457"/>
                </a:lnTo>
                <a:lnTo>
                  <a:pt x="422617" y="137457"/>
                </a:lnTo>
                <a:cubicBezTo>
                  <a:pt x="427480" y="137457"/>
                  <a:pt x="430763" y="136227"/>
                  <a:pt x="432465" y="133767"/>
                </a:cubicBezTo>
                <a:cubicBezTo>
                  <a:pt x="434167" y="131305"/>
                  <a:pt x="435018" y="126608"/>
                  <a:pt x="435018" y="119676"/>
                </a:cubicBezTo>
                <a:lnTo>
                  <a:pt x="435018" y="84321"/>
                </a:lnTo>
                <a:cubicBezTo>
                  <a:pt x="435018" y="72884"/>
                  <a:pt x="434758" y="65918"/>
                  <a:pt x="434237" y="63423"/>
                </a:cubicBezTo>
                <a:cubicBezTo>
                  <a:pt x="433716" y="60927"/>
                  <a:pt x="432917" y="59228"/>
                  <a:pt x="431840" y="58327"/>
                </a:cubicBezTo>
                <a:cubicBezTo>
                  <a:pt x="430763" y="57426"/>
                  <a:pt x="429321" y="56975"/>
                  <a:pt x="427515" y="56975"/>
                </a:cubicBezTo>
                <a:cubicBezTo>
                  <a:pt x="425570" y="56975"/>
                  <a:pt x="423242" y="57495"/>
                  <a:pt x="420533" y="58535"/>
                </a:cubicBezTo>
                <a:lnTo>
                  <a:pt x="418970" y="54790"/>
                </a:lnTo>
                <a:lnTo>
                  <a:pt x="447732" y="43144"/>
                </a:lnTo>
                <a:lnTo>
                  <a:pt x="452214" y="43144"/>
                </a:lnTo>
                <a:lnTo>
                  <a:pt x="452214" y="63362"/>
                </a:lnTo>
                <a:close/>
                <a:moveTo>
                  <a:pt x="578125" y="43144"/>
                </a:moveTo>
                <a:cubicBezTo>
                  <a:pt x="592576" y="43144"/>
                  <a:pt x="604178" y="48627"/>
                  <a:pt x="612932" y="59594"/>
                </a:cubicBezTo>
                <a:cubicBezTo>
                  <a:pt x="620366" y="68962"/>
                  <a:pt x="624083" y="79720"/>
                  <a:pt x="624083" y="91867"/>
                </a:cubicBezTo>
                <a:cubicBezTo>
                  <a:pt x="624083" y="100404"/>
                  <a:pt x="622034" y="109045"/>
                  <a:pt x="617935" y="117790"/>
                </a:cubicBezTo>
                <a:cubicBezTo>
                  <a:pt x="613836" y="126533"/>
                  <a:pt x="608191" y="133126"/>
                  <a:pt x="601000" y="137568"/>
                </a:cubicBezTo>
                <a:cubicBezTo>
                  <a:pt x="593809" y="142010"/>
                  <a:pt x="585802" y="144231"/>
                  <a:pt x="576979" y="144231"/>
                </a:cubicBezTo>
                <a:cubicBezTo>
                  <a:pt x="562597" y="144231"/>
                  <a:pt x="551169" y="138505"/>
                  <a:pt x="542693" y="127052"/>
                </a:cubicBezTo>
                <a:cubicBezTo>
                  <a:pt x="535537" y="117406"/>
                  <a:pt x="531959" y="106580"/>
                  <a:pt x="531959" y="94573"/>
                </a:cubicBezTo>
                <a:cubicBezTo>
                  <a:pt x="531959" y="85828"/>
                  <a:pt x="534130" y="77135"/>
                  <a:pt x="538472" y="68494"/>
                </a:cubicBezTo>
                <a:cubicBezTo>
                  <a:pt x="542814" y="59853"/>
                  <a:pt x="548529" y="53468"/>
                  <a:pt x="555615" y="49338"/>
                </a:cubicBezTo>
                <a:cubicBezTo>
                  <a:pt x="562702" y="45209"/>
                  <a:pt x="570205" y="43144"/>
                  <a:pt x="578125" y="43144"/>
                </a:cubicBezTo>
                <a:moveTo>
                  <a:pt x="574895" y="50022"/>
                </a:moveTo>
                <a:cubicBezTo>
                  <a:pt x="571212" y="50022"/>
                  <a:pt x="567513" y="51115"/>
                  <a:pt x="563796" y="53302"/>
                </a:cubicBezTo>
                <a:cubicBezTo>
                  <a:pt x="560079" y="55488"/>
                  <a:pt x="557074" y="59322"/>
                  <a:pt x="554781" y="64804"/>
                </a:cubicBezTo>
                <a:cubicBezTo>
                  <a:pt x="552489" y="70286"/>
                  <a:pt x="551342" y="77329"/>
                  <a:pt x="551342" y="85934"/>
                </a:cubicBezTo>
                <a:cubicBezTo>
                  <a:pt x="551342" y="99811"/>
                  <a:pt x="554104" y="111782"/>
                  <a:pt x="559627" y="121845"/>
                </a:cubicBezTo>
                <a:cubicBezTo>
                  <a:pt x="565151" y="131906"/>
                  <a:pt x="572428" y="136936"/>
                  <a:pt x="581460" y="136936"/>
                </a:cubicBezTo>
                <a:cubicBezTo>
                  <a:pt x="588199" y="136936"/>
                  <a:pt x="593757" y="134160"/>
                  <a:pt x="598134" y="128609"/>
                </a:cubicBezTo>
                <a:cubicBezTo>
                  <a:pt x="602511" y="123057"/>
                  <a:pt x="604700" y="113516"/>
                  <a:pt x="604700" y="99986"/>
                </a:cubicBezTo>
                <a:cubicBezTo>
                  <a:pt x="604700" y="83054"/>
                  <a:pt x="601052" y="69729"/>
                  <a:pt x="593757" y="60014"/>
                </a:cubicBezTo>
                <a:cubicBezTo>
                  <a:pt x="588824" y="53353"/>
                  <a:pt x="582537" y="50022"/>
                  <a:pt x="574895" y="50022"/>
                </a:cubicBezTo>
                <a:close/>
                <a:moveTo>
                  <a:pt x="666832" y="63466"/>
                </a:moveTo>
                <a:cubicBezTo>
                  <a:pt x="673780" y="56518"/>
                  <a:pt x="677879" y="52523"/>
                  <a:pt x="679130" y="51481"/>
                </a:cubicBezTo>
                <a:cubicBezTo>
                  <a:pt x="682256" y="48841"/>
                  <a:pt x="685626" y="46792"/>
                  <a:pt x="689238" y="45333"/>
                </a:cubicBezTo>
                <a:cubicBezTo>
                  <a:pt x="692851" y="43874"/>
                  <a:pt x="696429" y="43144"/>
                  <a:pt x="699972" y="43144"/>
                </a:cubicBezTo>
                <a:cubicBezTo>
                  <a:pt x="705947" y="43144"/>
                  <a:pt x="711088" y="44881"/>
                  <a:pt x="715396" y="48355"/>
                </a:cubicBezTo>
                <a:cubicBezTo>
                  <a:pt x="719703" y="51829"/>
                  <a:pt x="722587" y="56866"/>
                  <a:pt x="724045" y="63466"/>
                </a:cubicBezTo>
                <a:cubicBezTo>
                  <a:pt x="731201" y="55129"/>
                  <a:pt x="737246" y="49658"/>
                  <a:pt x="742179" y="47052"/>
                </a:cubicBezTo>
                <a:cubicBezTo>
                  <a:pt x="747111" y="44447"/>
                  <a:pt x="752183" y="43144"/>
                  <a:pt x="757394" y="43144"/>
                </a:cubicBezTo>
                <a:cubicBezTo>
                  <a:pt x="762465" y="43144"/>
                  <a:pt x="766964" y="44445"/>
                  <a:pt x="770889" y="47046"/>
                </a:cubicBezTo>
                <a:cubicBezTo>
                  <a:pt x="774815" y="49645"/>
                  <a:pt x="777924" y="53890"/>
                  <a:pt x="780216" y="59783"/>
                </a:cubicBezTo>
                <a:cubicBezTo>
                  <a:pt x="781745" y="63803"/>
                  <a:pt x="782509" y="70112"/>
                  <a:pt x="782509" y="78707"/>
                </a:cubicBezTo>
                <a:lnTo>
                  <a:pt x="782509" y="119676"/>
                </a:lnTo>
                <a:cubicBezTo>
                  <a:pt x="782509" y="125638"/>
                  <a:pt x="782961" y="129728"/>
                  <a:pt x="783864" y="131947"/>
                </a:cubicBezTo>
                <a:cubicBezTo>
                  <a:pt x="784559" y="133471"/>
                  <a:pt x="785844" y="134770"/>
                  <a:pt x="787720" y="135845"/>
                </a:cubicBezTo>
                <a:cubicBezTo>
                  <a:pt x="789596" y="136920"/>
                  <a:pt x="792653" y="137457"/>
                  <a:pt x="796890" y="137457"/>
                </a:cubicBezTo>
                <a:lnTo>
                  <a:pt x="796890" y="141313"/>
                </a:lnTo>
                <a:lnTo>
                  <a:pt x="749786" y="141313"/>
                </a:lnTo>
                <a:lnTo>
                  <a:pt x="749786" y="137457"/>
                </a:lnTo>
                <a:lnTo>
                  <a:pt x="751766" y="137457"/>
                </a:lnTo>
                <a:cubicBezTo>
                  <a:pt x="755865" y="137457"/>
                  <a:pt x="759061" y="136663"/>
                  <a:pt x="761354" y="135073"/>
                </a:cubicBezTo>
                <a:cubicBezTo>
                  <a:pt x="762952" y="133966"/>
                  <a:pt x="764098" y="132203"/>
                  <a:pt x="764793" y="129784"/>
                </a:cubicBezTo>
                <a:cubicBezTo>
                  <a:pt x="765071" y="128610"/>
                  <a:pt x="765210" y="125258"/>
                  <a:pt x="765210" y="119728"/>
                </a:cubicBezTo>
                <a:lnTo>
                  <a:pt x="765210" y="78876"/>
                </a:lnTo>
                <a:cubicBezTo>
                  <a:pt x="765210" y="71134"/>
                  <a:pt x="764272" y="65674"/>
                  <a:pt x="762396" y="62495"/>
                </a:cubicBezTo>
                <a:cubicBezTo>
                  <a:pt x="759686" y="58071"/>
                  <a:pt x="755344" y="55858"/>
                  <a:pt x="749369" y="55858"/>
                </a:cubicBezTo>
                <a:cubicBezTo>
                  <a:pt x="745687" y="55858"/>
                  <a:pt x="741988" y="56774"/>
                  <a:pt x="738271" y="58607"/>
                </a:cubicBezTo>
                <a:cubicBezTo>
                  <a:pt x="734554" y="60437"/>
                  <a:pt x="730055" y="63841"/>
                  <a:pt x="724775" y="68820"/>
                </a:cubicBezTo>
                <a:lnTo>
                  <a:pt x="724567" y="69960"/>
                </a:lnTo>
                <a:lnTo>
                  <a:pt x="724775" y="74418"/>
                </a:lnTo>
                <a:lnTo>
                  <a:pt x="724775" y="119728"/>
                </a:lnTo>
                <a:cubicBezTo>
                  <a:pt x="724775" y="126226"/>
                  <a:pt x="725140" y="130270"/>
                  <a:pt x="725869" y="131859"/>
                </a:cubicBezTo>
                <a:cubicBezTo>
                  <a:pt x="726599" y="133448"/>
                  <a:pt x="727971" y="134779"/>
                  <a:pt x="729986" y="135852"/>
                </a:cubicBezTo>
                <a:cubicBezTo>
                  <a:pt x="732000" y="136922"/>
                  <a:pt x="735439" y="137457"/>
                  <a:pt x="740303" y="137457"/>
                </a:cubicBezTo>
                <a:lnTo>
                  <a:pt x="740303" y="141313"/>
                </a:lnTo>
                <a:lnTo>
                  <a:pt x="692052" y="141313"/>
                </a:lnTo>
                <a:lnTo>
                  <a:pt x="692052" y="137457"/>
                </a:lnTo>
                <a:cubicBezTo>
                  <a:pt x="697332" y="137457"/>
                  <a:pt x="700962" y="136835"/>
                  <a:pt x="702942" y="135591"/>
                </a:cubicBezTo>
                <a:cubicBezTo>
                  <a:pt x="704922" y="134347"/>
                  <a:pt x="706295" y="132481"/>
                  <a:pt x="707059" y="129993"/>
                </a:cubicBezTo>
                <a:cubicBezTo>
                  <a:pt x="707406" y="128816"/>
                  <a:pt x="707580" y="125394"/>
                  <a:pt x="707580" y="119728"/>
                </a:cubicBezTo>
                <a:lnTo>
                  <a:pt x="707580" y="78876"/>
                </a:lnTo>
                <a:cubicBezTo>
                  <a:pt x="707580" y="71134"/>
                  <a:pt x="706433" y="65570"/>
                  <a:pt x="704141" y="62183"/>
                </a:cubicBezTo>
                <a:cubicBezTo>
                  <a:pt x="701084" y="57758"/>
                  <a:pt x="696811" y="55546"/>
                  <a:pt x="691323" y="55546"/>
                </a:cubicBezTo>
                <a:cubicBezTo>
                  <a:pt x="687571" y="55546"/>
                  <a:pt x="683854" y="56548"/>
                  <a:pt x="680172" y="58552"/>
                </a:cubicBezTo>
                <a:cubicBezTo>
                  <a:pt x="674405" y="61593"/>
                  <a:pt x="669959" y="65015"/>
                  <a:pt x="666832" y="68817"/>
                </a:cubicBezTo>
                <a:lnTo>
                  <a:pt x="666832" y="119728"/>
                </a:lnTo>
                <a:cubicBezTo>
                  <a:pt x="666832" y="125948"/>
                  <a:pt x="667267" y="129992"/>
                  <a:pt x="668135" y="131859"/>
                </a:cubicBezTo>
                <a:cubicBezTo>
                  <a:pt x="669004" y="133724"/>
                  <a:pt x="670289" y="135123"/>
                  <a:pt x="671991" y="136057"/>
                </a:cubicBezTo>
                <a:cubicBezTo>
                  <a:pt x="673693" y="136990"/>
                  <a:pt x="677150" y="137457"/>
                  <a:pt x="682360" y="137457"/>
                </a:cubicBezTo>
                <a:lnTo>
                  <a:pt x="682360" y="141313"/>
                </a:lnTo>
                <a:lnTo>
                  <a:pt x="635152" y="141313"/>
                </a:lnTo>
                <a:lnTo>
                  <a:pt x="635152" y="137457"/>
                </a:lnTo>
                <a:cubicBezTo>
                  <a:pt x="639529" y="137457"/>
                  <a:pt x="642586" y="136989"/>
                  <a:pt x="644322" y="136054"/>
                </a:cubicBezTo>
                <a:cubicBezTo>
                  <a:pt x="646059" y="135118"/>
                  <a:pt x="647379" y="133627"/>
                  <a:pt x="648283" y="131582"/>
                </a:cubicBezTo>
                <a:cubicBezTo>
                  <a:pt x="649186" y="129537"/>
                  <a:pt x="649637" y="125568"/>
                  <a:pt x="649637" y="119676"/>
                </a:cubicBezTo>
                <a:lnTo>
                  <a:pt x="649637" y="83283"/>
                </a:lnTo>
                <a:cubicBezTo>
                  <a:pt x="649637" y="72814"/>
                  <a:pt x="649325" y="66055"/>
                  <a:pt x="648699" y="63007"/>
                </a:cubicBezTo>
                <a:cubicBezTo>
                  <a:pt x="648213" y="60718"/>
                  <a:pt x="647449" y="59141"/>
                  <a:pt x="646407" y="58275"/>
                </a:cubicBezTo>
                <a:cubicBezTo>
                  <a:pt x="645365" y="57408"/>
                  <a:pt x="643940" y="56975"/>
                  <a:pt x="642134" y="56975"/>
                </a:cubicBezTo>
                <a:cubicBezTo>
                  <a:pt x="640189" y="56975"/>
                  <a:pt x="637861" y="57495"/>
                  <a:pt x="635152" y="58535"/>
                </a:cubicBezTo>
                <a:lnTo>
                  <a:pt x="633588" y="54790"/>
                </a:lnTo>
                <a:lnTo>
                  <a:pt x="662351" y="43144"/>
                </a:lnTo>
                <a:lnTo>
                  <a:pt x="666832" y="43144"/>
                </a:lnTo>
                <a:lnTo>
                  <a:pt x="666832" y="63466"/>
                </a:lnTo>
                <a:close/>
                <a:moveTo>
                  <a:pt x="799662" y="45854"/>
                </a:moveTo>
                <a:lnTo>
                  <a:pt x="844161" y="45854"/>
                </a:lnTo>
                <a:lnTo>
                  <a:pt x="844161" y="49710"/>
                </a:lnTo>
                <a:lnTo>
                  <a:pt x="841972" y="49710"/>
                </a:lnTo>
                <a:cubicBezTo>
                  <a:pt x="838846" y="49710"/>
                  <a:pt x="836501" y="50387"/>
                  <a:pt x="834938" y="51742"/>
                </a:cubicBezTo>
                <a:cubicBezTo>
                  <a:pt x="833375" y="53097"/>
                  <a:pt x="832593" y="54781"/>
                  <a:pt x="832593" y="56796"/>
                </a:cubicBezTo>
                <a:cubicBezTo>
                  <a:pt x="832593" y="59506"/>
                  <a:pt x="833740" y="63257"/>
                  <a:pt x="836032" y="68051"/>
                </a:cubicBezTo>
                <a:lnTo>
                  <a:pt x="859272" y="116198"/>
                </a:lnTo>
                <a:lnTo>
                  <a:pt x="880636" y="63466"/>
                </a:lnTo>
                <a:cubicBezTo>
                  <a:pt x="881817" y="60617"/>
                  <a:pt x="882407" y="57804"/>
                  <a:pt x="882407" y="55025"/>
                </a:cubicBezTo>
                <a:cubicBezTo>
                  <a:pt x="882407" y="53774"/>
                  <a:pt x="882164" y="52836"/>
                  <a:pt x="881678" y="52211"/>
                </a:cubicBezTo>
                <a:cubicBezTo>
                  <a:pt x="881122" y="51447"/>
                  <a:pt x="880253" y="50839"/>
                  <a:pt x="879072" y="50387"/>
                </a:cubicBezTo>
                <a:cubicBezTo>
                  <a:pt x="877891" y="49935"/>
                  <a:pt x="875807" y="49710"/>
                  <a:pt x="872820" y="49710"/>
                </a:cubicBezTo>
                <a:lnTo>
                  <a:pt x="872820" y="45854"/>
                </a:lnTo>
                <a:lnTo>
                  <a:pt x="903875" y="45854"/>
                </a:lnTo>
                <a:lnTo>
                  <a:pt x="903875" y="49710"/>
                </a:lnTo>
                <a:cubicBezTo>
                  <a:pt x="901305" y="49988"/>
                  <a:pt x="899324" y="50543"/>
                  <a:pt x="897935" y="51377"/>
                </a:cubicBezTo>
                <a:cubicBezTo>
                  <a:pt x="896545" y="52211"/>
                  <a:pt x="895017" y="53774"/>
                  <a:pt x="893350" y="56067"/>
                </a:cubicBezTo>
                <a:cubicBezTo>
                  <a:pt x="892724" y="57039"/>
                  <a:pt x="891543" y="59714"/>
                  <a:pt x="889806" y="64091"/>
                </a:cubicBezTo>
                <a:lnTo>
                  <a:pt x="850935" y="159342"/>
                </a:lnTo>
                <a:cubicBezTo>
                  <a:pt x="847183" y="168582"/>
                  <a:pt x="842268" y="175564"/>
                  <a:pt x="836189" y="180289"/>
                </a:cubicBezTo>
                <a:cubicBezTo>
                  <a:pt x="830110" y="185013"/>
                  <a:pt x="824256" y="187375"/>
                  <a:pt x="818629" y="187375"/>
                </a:cubicBezTo>
                <a:cubicBezTo>
                  <a:pt x="814530" y="187375"/>
                  <a:pt x="811160" y="186208"/>
                  <a:pt x="808520" y="183874"/>
                </a:cubicBezTo>
                <a:cubicBezTo>
                  <a:pt x="805880" y="181540"/>
                  <a:pt x="804560" y="178863"/>
                  <a:pt x="804560" y="175843"/>
                </a:cubicBezTo>
                <a:cubicBezTo>
                  <a:pt x="804560" y="172960"/>
                  <a:pt x="805515" y="170635"/>
                  <a:pt x="807426" y="168868"/>
                </a:cubicBezTo>
                <a:cubicBezTo>
                  <a:pt x="809336" y="167103"/>
                  <a:pt x="811959" y="166220"/>
                  <a:pt x="815294" y="166220"/>
                </a:cubicBezTo>
                <a:cubicBezTo>
                  <a:pt x="817587" y="166220"/>
                  <a:pt x="820713" y="166984"/>
                  <a:pt x="824673" y="168513"/>
                </a:cubicBezTo>
                <a:cubicBezTo>
                  <a:pt x="827452" y="169555"/>
                  <a:pt x="829189" y="170076"/>
                  <a:pt x="829884" y="170076"/>
                </a:cubicBezTo>
                <a:cubicBezTo>
                  <a:pt x="831968" y="170076"/>
                  <a:pt x="834243" y="168991"/>
                  <a:pt x="836710" y="166822"/>
                </a:cubicBezTo>
                <a:cubicBezTo>
                  <a:pt x="839176" y="164656"/>
                  <a:pt x="841660" y="160461"/>
                  <a:pt x="844161" y="154239"/>
                </a:cubicBezTo>
                <a:lnTo>
                  <a:pt x="850935" y="137561"/>
                </a:lnTo>
                <a:lnTo>
                  <a:pt x="816649" y="65550"/>
                </a:lnTo>
                <a:cubicBezTo>
                  <a:pt x="815607" y="63396"/>
                  <a:pt x="813939" y="60722"/>
                  <a:pt x="811646" y="57526"/>
                </a:cubicBezTo>
                <a:cubicBezTo>
                  <a:pt x="809910" y="55094"/>
                  <a:pt x="808485" y="53461"/>
                  <a:pt x="807374" y="52628"/>
                </a:cubicBezTo>
                <a:cubicBezTo>
                  <a:pt x="805776" y="51516"/>
                  <a:pt x="803205" y="50543"/>
                  <a:pt x="799662" y="49710"/>
                </a:cubicBezTo>
                <a:lnTo>
                  <a:pt x="799662" y="45854"/>
                </a:ln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Text update">
            <a:extLst xmlns:a="http://schemas.openxmlformats.org/drawingml/2006/main">
              <a:ext uri="{FF2B5EF4-FFF2-40B4-BE49-F238E27FC236}">
                <a16:creationId xmlns:a16="http://schemas.microsoft.com/office/drawing/2014/main" id="{333EEE74-A967-4EBD-B0FB-52768A4E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6355" y="1177572"/>
            <a:ext cx="564174" cy="193836"/>
          </a:xfrm>
          <a:custGeom xmlns:a="http://schemas.openxmlformats.org/drawingml/2006/main">
            <a:pathLst>
              <a:path w="564174" h="193836">
                <a:moveTo>
                  <a:pt x="90144" y="52732"/>
                </a:moveTo>
                <a:lnTo>
                  <a:pt x="90144" y="110570"/>
                </a:lnTo>
                <a:cubicBezTo>
                  <a:pt x="90144" y="121617"/>
                  <a:pt x="90405" y="128373"/>
                  <a:pt x="90926" y="130840"/>
                </a:cubicBezTo>
                <a:cubicBezTo>
                  <a:pt x="91447" y="133306"/>
                  <a:pt x="92281" y="135026"/>
                  <a:pt x="93427" y="135998"/>
                </a:cubicBezTo>
                <a:cubicBezTo>
                  <a:pt x="94573" y="136971"/>
                  <a:pt x="95911" y="137457"/>
                  <a:pt x="97439" y="137457"/>
                </a:cubicBezTo>
                <a:cubicBezTo>
                  <a:pt x="99593" y="137457"/>
                  <a:pt x="102025" y="136867"/>
                  <a:pt x="104734" y="135686"/>
                </a:cubicBezTo>
                <a:lnTo>
                  <a:pt x="106193" y="139333"/>
                </a:lnTo>
                <a:lnTo>
                  <a:pt x="77639" y="151109"/>
                </a:lnTo>
                <a:lnTo>
                  <a:pt x="72949" y="151109"/>
                </a:lnTo>
                <a:lnTo>
                  <a:pt x="72949" y="130892"/>
                </a:lnTo>
                <a:cubicBezTo>
                  <a:pt x="64751" y="139785"/>
                  <a:pt x="58498" y="145377"/>
                  <a:pt x="54191" y="147670"/>
                </a:cubicBezTo>
                <a:cubicBezTo>
                  <a:pt x="49883" y="149963"/>
                  <a:pt x="45333" y="151109"/>
                  <a:pt x="40539" y="151109"/>
                </a:cubicBezTo>
                <a:cubicBezTo>
                  <a:pt x="35189" y="151109"/>
                  <a:pt x="30552" y="149563"/>
                  <a:pt x="26626" y="146472"/>
                </a:cubicBezTo>
                <a:cubicBezTo>
                  <a:pt x="22701" y="143380"/>
                  <a:pt x="19974" y="139402"/>
                  <a:pt x="18446" y="134539"/>
                </a:cubicBezTo>
                <a:cubicBezTo>
                  <a:pt x="16917" y="129676"/>
                  <a:pt x="16153" y="122798"/>
                  <a:pt x="16153" y="113905"/>
                </a:cubicBezTo>
                <a:lnTo>
                  <a:pt x="16153" y="71282"/>
                </a:lnTo>
                <a:cubicBezTo>
                  <a:pt x="16153" y="66766"/>
                  <a:pt x="15667" y="63640"/>
                  <a:pt x="14694" y="61903"/>
                </a:cubicBezTo>
                <a:cubicBezTo>
                  <a:pt x="13721" y="60166"/>
                  <a:pt x="12280" y="58828"/>
                  <a:pt x="10369" y="57890"/>
                </a:cubicBezTo>
                <a:cubicBezTo>
                  <a:pt x="8459" y="56952"/>
                  <a:pt x="5002" y="56518"/>
                  <a:pt x="0" y="56588"/>
                </a:cubicBezTo>
                <a:lnTo>
                  <a:pt x="0" y="52732"/>
                </a:lnTo>
                <a:lnTo>
                  <a:pt x="33452" y="52732"/>
                </a:lnTo>
                <a:lnTo>
                  <a:pt x="33452" y="116458"/>
                </a:lnTo>
                <a:cubicBezTo>
                  <a:pt x="33452" y="125329"/>
                  <a:pt x="34998" y="131151"/>
                  <a:pt x="38090" y="133924"/>
                </a:cubicBezTo>
                <a:cubicBezTo>
                  <a:pt x="41182" y="136696"/>
                  <a:pt x="44916" y="138082"/>
                  <a:pt x="49293" y="138082"/>
                </a:cubicBezTo>
                <a:cubicBezTo>
                  <a:pt x="52280" y="138082"/>
                  <a:pt x="55667" y="137147"/>
                  <a:pt x="59454" y="135275"/>
                </a:cubicBezTo>
                <a:cubicBezTo>
                  <a:pt x="63240" y="133404"/>
                  <a:pt x="67739" y="129835"/>
                  <a:pt x="72949" y="124571"/>
                </a:cubicBezTo>
                <a:lnTo>
                  <a:pt x="72949" y="70621"/>
                </a:lnTo>
                <a:cubicBezTo>
                  <a:pt x="72949" y="65215"/>
                  <a:pt x="71959" y="61560"/>
                  <a:pt x="69979" y="59656"/>
                </a:cubicBezTo>
                <a:cubicBezTo>
                  <a:pt x="67999" y="57749"/>
                  <a:pt x="63883" y="56727"/>
                  <a:pt x="57630" y="56588"/>
                </a:cubicBezTo>
                <a:lnTo>
                  <a:pt x="57630" y="52732"/>
                </a:lnTo>
                <a:lnTo>
                  <a:pt x="90144" y="52732"/>
                </a:lnTo>
                <a:close/>
                <a:moveTo>
                  <a:pt x="106632" y="62121"/>
                </a:moveTo>
                <a:lnTo>
                  <a:pt x="136020" y="50231"/>
                </a:lnTo>
                <a:lnTo>
                  <a:pt x="139980" y="50231"/>
                </a:lnTo>
                <a:lnTo>
                  <a:pt x="139980" y="72532"/>
                </a:lnTo>
                <a:cubicBezTo>
                  <a:pt x="144913" y="64126"/>
                  <a:pt x="149863" y="58273"/>
                  <a:pt x="154831" y="54972"/>
                </a:cubicBezTo>
                <a:cubicBezTo>
                  <a:pt x="159798" y="51672"/>
                  <a:pt x="165026" y="50022"/>
                  <a:pt x="170515" y="50022"/>
                </a:cubicBezTo>
                <a:cubicBezTo>
                  <a:pt x="180103" y="50022"/>
                  <a:pt x="188092" y="53770"/>
                  <a:pt x="194484" y="61264"/>
                </a:cubicBezTo>
                <a:cubicBezTo>
                  <a:pt x="202335" y="70426"/>
                  <a:pt x="206260" y="82364"/>
                  <a:pt x="206260" y="97078"/>
                </a:cubicBezTo>
                <a:cubicBezTo>
                  <a:pt x="206260" y="113526"/>
                  <a:pt x="201536" y="127129"/>
                  <a:pt x="192087" y="137887"/>
                </a:cubicBezTo>
                <a:cubicBezTo>
                  <a:pt x="184306" y="146702"/>
                  <a:pt x="174510" y="151109"/>
                  <a:pt x="162699" y="151109"/>
                </a:cubicBezTo>
                <a:cubicBezTo>
                  <a:pt x="157558" y="151109"/>
                  <a:pt x="153111" y="150380"/>
                  <a:pt x="149360" y="148921"/>
                </a:cubicBezTo>
                <a:cubicBezTo>
                  <a:pt x="146581" y="147878"/>
                  <a:pt x="143454" y="145794"/>
                  <a:pt x="139980" y="142668"/>
                </a:cubicBezTo>
                <a:lnTo>
                  <a:pt x="139980" y="171743"/>
                </a:lnTo>
                <a:cubicBezTo>
                  <a:pt x="139980" y="178274"/>
                  <a:pt x="140380" y="182425"/>
                  <a:pt x="141179" y="184197"/>
                </a:cubicBezTo>
                <a:cubicBezTo>
                  <a:pt x="141978" y="185968"/>
                  <a:pt x="143367" y="187375"/>
                  <a:pt x="145347" y="188417"/>
                </a:cubicBezTo>
                <a:cubicBezTo>
                  <a:pt x="147327" y="189460"/>
                  <a:pt x="150923" y="189981"/>
                  <a:pt x="156133" y="189981"/>
                </a:cubicBezTo>
                <a:lnTo>
                  <a:pt x="156133" y="193836"/>
                </a:lnTo>
                <a:lnTo>
                  <a:pt x="106111" y="193836"/>
                </a:lnTo>
                <a:lnTo>
                  <a:pt x="106111" y="189981"/>
                </a:lnTo>
                <a:lnTo>
                  <a:pt x="108717" y="189981"/>
                </a:lnTo>
                <a:cubicBezTo>
                  <a:pt x="112538" y="190050"/>
                  <a:pt x="115803" y="189319"/>
                  <a:pt x="118513" y="187789"/>
                </a:cubicBezTo>
                <a:cubicBezTo>
                  <a:pt x="119833" y="187025"/>
                  <a:pt x="120857" y="185790"/>
                  <a:pt x="121587" y="184086"/>
                </a:cubicBezTo>
                <a:cubicBezTo>
                  <a:pt x="122316" y="182384"/>
                  <a:pt x="122681" y="178057"/>
                  <a:pt x="122681" y="171105"/>
                </a:cubicBezTo>
                <a:lnTo>
                  <a:pt x="122681" y="80788"/>
                </a:lnTo>
                <a:cubicBezTo>
                  <a:pt x="122681" y="74600"/>
                  <a:pt x="122403" y="70673"/>
                  <a:pt x="121847" y="69005"/>
                </a:cubicBezTo>
                <a:cubicBezTo>
                  <a:pt x="121292" y="67336"/>
                  <a:pt x="120406" y="66084"/>
                  <a:pt x="119190" y="65250"/>
                </a:cubicBezTo>
                <a:cubicBezTo>
                  <a:pt x="117974" y="64415"/>
                  <a:pt x="116324" y="63997"/>
                  <a:pt x="114240" y="63997"/>
                </a:cubicBezTo>
                <a:cubicBezTo>
                  <a:pt x="112572" y="63997"/>
                  <a:pt x="110453" y="64483"/>
                  <a:pt x="107883" y="65456"/>
                </a:cubicBezTo>
                <a:lnTo>
                  <a:pt x="106632" y="62121"/>
                </a:lnTo>
                <a:moveTo>
                  <a:pt x="139980" y="78870"/>
                </a:moveTo>
                <a:lnTo>
                  <a:pt x="139980" y="114465"/>
                </a:lnTo>
                <a:cubicBezTo>
                  <a:pt x="139980" y="122168"/>
                  <a:pt x="140293" y="127233"/>
                  <a:pt x="140918" y="129661"/>
                </a:cubicBezTo>
                <a:cubicBezTo>
                  <a:pt x="141891" y="133686"/>
                  <a:pt x="144271" y="137225"/>
                  <a:pt x="148057" y="140277"/>
                </a:cubicBezTo>
                <a:cubicBezTo>
                  <a:pt x="151843" y="143330"/>
                  <a:pt x="156620" y="144856"/>
                  <a:pt x="162386" y="144856"/>
                </a:cubicBezTo>
                <a:cubicBezTo>
                  <a:pt x="169334" y="144856"/>
                  <a:pt x="174961" y="142150"/>
                  <a:pt x="179269" y="136737"/>
                </a:cubicBezTo>
                <a:cubicBezTo>
                  <a:pt x="184896" y="129662"/>
                  <a:pt x="187710" y="119705"/>
                  <a:pt x="187710" y="106867"/>
                </a:cubicBezTo>
                <a:cubicBezTo>
                  <a:pt x="187710" y="92297"/>
                  <a:pt x="184514" y="81092"/>
                  <a:pt x="178122" y="73252"/>
                </a:cubicBezTo>
                <a:cubicBezTo>
                  <a:pt x="173676" y="67840"/>
                  <a:pt x="168396" y="65133"/>
                  <a:pt x="162282" y="65133"/>
                </a:cubicBezTo>
                <a:cubicBezTo>
                  <a:pt x="158947" y="65133"/>
                  <a:pt x="155647" y="65966"/>
                  <a:pt x="152382" y="67631"/>
                </a:cubicBezTo>
                <a:cubicBezTo>
                  <a:pt x="149881" y="68879"/>
                  <a:pt x="145747" y="72626"/>
                  <a:pt x="139980" y="78870"/>
                </a:cubicBezTo>
                <a:close/>
                <a:moveTo>
                  <a:pt x="287985" y="137457"/>
                </a:moveTo>
                <a:cubicBezTo>
                  <a:pt x="283330" y="142320"/>
                  <a:pt x="278780" y="145812"/>
                  <a:pt x="274333" y="147931"/>
                </a:cubicBezTo>
                <a:cubicBezTo>
                  <a:pt x="269887" y="150050"/>
                  <a:pt x="265093" y="151109"/>
                  <a:pt x="259952" y="151109"/>
                </a:cubicBezTo>
                <a:cubicBezTo>
                  <a:pt x="249531" y="151109"/>
                  <a:pt x="240429" y="146759"/>
                  <a:pt x="232648" y="138060"/>
                </a:cubicBezTo>
                <a:cubicBezTo>
                  <a:pt x="224867" y="129358"/>
                  <a:pt x="220976" y="118177"/>
                  <a:pt x="220976" y="104516"/>
                </a:cubicBezTo>
                <a:cubicBezTo>
                  <a:pt x="220976" y="90858"/>
                  <a:pt x="225284" y="78361"/>
                  <a:pt x="233899" y="67025"/>
                </a:cubicBezTo>
                <a:cubicBezTo>
                  <a:pt x="242514" y="55690"/>
                  <a:pt x="253595" y="50022"/>
                  <a:pt x="267143" y="50022"/>
                </a:cubicBezTo>
                <a:cubicBezTo>
                  <a:pt x="275549" y="50022"/>
                  <a:pt x="282497" y="52697"/>
                  <a:pt x="287985" y="58047"/>
                </a:cubicBezTo>
                <a:lnTo>
                  <a:pt x="287985" y="40396"/>
                </a:lnTo>
                <a:cubicBezTo>
                  <a:pt x="287985" y="29442"/>
                  <a:pt x="287725" y="22710"/>
                  <a:pt x="287204" y="20198"/>
                </a:cubicBezTo>
                <a:cubicBezTo>
                  <a:pt x="286683" y="17686"/>
                  <a:pt x="285866" y="15977"/>
                  <a:pt x="284755" y="15072"/>
                </a:cubicBezTo>
                <a:cubicBezTo>
                  <a:pt x="283643" y="14164"/>
                  <a:pt x="282254" y="13711"/>
                  <a:pt x="280586" y="13711"/>
                </a:cubicBezTo>
                <a:cubicBezTo>
                  <a:pt x="278780" y="13711"/>
                  <a:pt x="276383" y="14269"/>
                  <a:pt x="273395" y="15384"/>
                </a:cubicBezTo>
                <a:lnTo>
                  <a:pt x="272041" y="11721"/>
                </a:lnTo>
                <a:lnTo>
                  <a:pt x="300491" y="0"/>
                </a:lnTo>
                <a:lnTo>
                  <a:pt x="305180" y="0"/>
                </a:lnTo>
                <a:lnTo>
                  <a:pt x="305180" y="110362"/>
                </a:lnTo>
                <a:cubicBezTo>
                  <a:pt x="305180" y="121547"/>
                  <a:pt x="305441" y="128373"/>
                  <a:pt x="305962" y="130840"/>
                </a:cubicBezTo>
                <a:cubicBezTo>
                  <a:pt x="306483" y="133306"/>
                  <a:pt x="307317" y="135026"/>
                  <a:pt x="308463" y="135998"/>
                </a:cubicBezTo>
                <a:cubicBezTo>
                  <a:pt x="309610" y="136971"/>
                  <a:pt x="310947" y="137457"/>
                  <a:pt x="312475" y="137457"/>
                </a:cubicBezTo>
                <a:cubicBezTo>
                  <a:pt x="314351" y="137457"/>
                  <a:pt x="316852" y="136867"/>
                  <a:pt x="319979" y="135686"/>
                </a:cubicBezTo>
                <a:lnTo>
                  <a:pt x="321125" y="139333"/>
                </a:lnTo>
                <a:lnTo>
                  <a:pt x="292779" y="151109"/>
                </a:lnTo>
                <a:lnTo>
                  <a:pt x="287985" y="151109"/>
                </a:lnTo>
                <a:lnTo>
                  <a:pt x="287985" y="137457"/>
                </a:lnTo>
                <a:moveTo>
                  <a:pt x="287985" y="130185"/>
                </a:moveTo>
                <a:lnTo>
                  <a:pt x="287985" y="81120"/>
                </a:lnTo>
                <a:cubicBezTo>
                  <a:pt x="287568" y="76407"/>
                  <a:pt x="286318" y="72110"/>
                  <a:pt x="284234" y="68230"/>
                </a:cubicBezTo>
                <a:cubicBezTo>
                  <a:pt x="282149" y="64348"/>
                  <a:pt x="279388" y="61421"/>
                  <a:pt x="275949" y="59447"/>
                </a:cubicBezTo>
                <a:cubicBezTo>
                  <a:pt x="272510" y="57471"/>
                  <a:pt x="269157" y="56484"/>
                  <a:pt x="265892" y="56484"/>
                </a:cubicBezTo>
                <a:cubicBezTo>
                  <a:pt x="259778" y="56484"/>
                  <a:pt x="254324" y="59221"/>
                  <a:pt x="249531" y="64697"/>
                </a:cubicBezTo>
                <a:cubicBezTo>
                  <a:pt x="243208" y="71903"/>
                  <a:pt x="240047" y="82436"/>
                  <a:pt x="240047" y="96296"/>
                </a:cubicBezTo>
                <a:cubicBezTo>
                  <a:pt x="240047" y="110296"/>
                  <a:pt x="243104" y="121021"/>
                  <a:pt x="249218" y="128472"/>
                </a:cubicBezTo>
                <a:cubicBezTo>
                  <a:pt x="255332" y="135921"/>
                  <a:pt x="262140" y="139646"/>
                  <a:pt x="269644" y="139646"/>
                </a:cubicBezTo>
                <a:cubicBezTo>
                  <a:pt x="275966" y="139646"/>
                  <a:pt x="282080" y="136492"/>
                  <a:pt x="287985" y="130185"/>
                </a:cubicBezTo>
                <a:close/>
                <a:moveTo>
                  <a:pt x="381694" y="134435"/>
                </a:moveTo>
                <a:cubicBezTo>
                  <a:pt x="371898" y="142008"/>
                  <a:pt x="365749" y="146385"/>
                  <a:pt x="363248" y="147566"/>
                </a:cubicBezTo>
                <a:cubicBezTo>
                  <a:pt x="359497" y="149372"/>
                  <a:pt x="355502" y="150275"/>
                  <a:pt x="351264" y="150275"/>
                </a:cubicBezTo>
                <a:cubicBezTo>
                  <a:pt x="344664" y="150275"/>
                  <a:pt x="339227" y="148017"/>
                  <a:pt x="334954" y="143502"/>
                </a:cubicBezTo>
                <a:cubicBezTo>
                  <a:pt x="330682" y="138986"/>
                  <a:pt x="328545" y="133045"/>
                  <a:pt x="328545" y="125681"/>
                </a:cubicBezTo>
                <a:cubicBezTo>
                  <a:pt x="328545" y="121026"/>
                  <a:pt x="329587" y="116997"/>
                  <a:pt x="331672" y="113592"/>
                </a:cubicBezTo>
                <a:cubicBezTo>
                  <a:pt x="334520" y="108868"/>
                  <a:pt x="339470" y="104422"/>
                  <a:pt x="346522" y="100253"/>
                </a:cubicBezTo>
                <a:cubicBezTo>
                  <a:pt x="353574" y="96085"/>
                  <a:pt x="365298" y="91013"/>
                  <a:pt x="381694" y="85038"/>
                </a:cubicBezTo>
                <a:lnTo>
                  <a:pt x="381694" y="81286"/>
                </a:lnTo>
                <a:cubicBezTo>
                  <a:pt x="381694" y="71768"/>
                  <a:pt x="380183" y="65237"/>
                  <a:pt x="377161" y="61694"/>
                </a:cubicBezTo>
                <a:cubicBezTo>
                  <a:pt x="374139" y="58151"/>
                  <a:pt x="369744" y="56379"/>
                  <a:pt x="363978" y="56379"/>
                </a:cubicBezTo>
                <a:cubicBezTo>
                  <a:pt x="359601" y="56379"/>
                  <a:pt x="356127" y="57556"/>
                  <a:pt x="353556" y="59910"/>
                </a:cubicBezTo>
                <a:cubicBezTo>
                  <a:pt x="350916" y="62263"/>
                  <a:pt x="349596" y="64963"/>
                  <a:pt x="349596" y="68009"/>
                </a:cubicBezTo>
                <a:lnTo>
                  <a:pt x="349805" y="74030"/>
                </a:lnTo>
                <a:cubicBezTo>
                  <a:pt x="349805" y="77213"/>
                  <a:pt x="348988" y="79670"/>
                  <a:pt x="347356" y="81400"/>
                </a:cubicBezTo>
                <a:cubicBezTo>
                  <a:pt x="345723" y="83131"/>
                  <a:pt x="343587" y="83996"/>
                  <a:pt x="340947" y="83996"/>
                </a:cubicBezTo>
                <a:cubicBezTo>
                  <a:pt x="338376" y="83996"/>
                  <a:pt x="336274" y="83096"/>
                  <a:pt x="334642" y="81296"/>
                </a:cubicBezTo>
                <a:cubicBezTo>
                  <a:pt x="333009" y="79494"/>
                  <a:pt x="332193" y="77034"/>
                  <a:pt x="332193" y="73916"/>
                </a:cubicBezTo>
                <a:cubicBezTo>
                  <a:pt x="332193" y="67961"/>
                  <a:pt x="335250" y="62490"/>
                  <a:pt x="341363" y="57503"/>
                </a:cubicBezTo>
                <a:cubicBezTo>
                  <a:pt x="347477" y="52516"/>
                  <a:pt x="356058" y="50022"/>
                  <a:pt x="367104" y="50022"/>
                </a:cubicBezTo>
                <a:cubicBezTo>
                  <a:pt x="375580" y="50022"/>
                  <a:pt x="382528" y="51444"/>
                  <a:pt x="387947" y="54289"/>
                </a:cubicBezTo>
                <a:cubicBezTo>
                  <a:pt x="392046" y="56440"/>
                  <a:pt x="395068" y="59806"/>
                  <a:pt x="397013" y="64387"/>
                </a:cubicBezTo>
                <a:cubicBezTo>
                  <a:pt x="398264" y="67371"/>
                  <a:pt x="398889" y="73477"/>
                  <a:pt x="398889" y="82706"/>
                </a:cubicBezTo>
                <a:lnTo>
                  <a:pt x="398889" y="115077"/>
                </a:lnTo>
                <a:cubicBezTo>
                  <a:pt x="398889" y="124168"/>
                  <a:pt x="399063" y="129737"/>
                  <a:pt x="399410" y="131784"/>
                </a:cubicBezTo>
                <a:cubicBezTo>
                  <a:pt x="399758" y="133831"/>
                  <a:pt x="400331" y="135202"/>
                  <a:pt x="401130" y="135897"/>
                </a:cubicBezTo>
                <a:cubicBezTo>
                  <a:pt x="401929" y="136590"/>
                  <a:pt x="402849" y="136936"/>
                  <a:pt x="403891" y="136936"/>
                </a:cubicBezTo>
                <a:cubicBezTo>
                  <a:pt x="405003" y="136936"/>
                  <a:pt x="405976" y="136693"/>
                  <a:pt x="406809" y="136207"/>
                </a:cubicBezTo>
                <a:cubicBezTo>
                  <a:pt x="408268" y="135303"/>
                  <a:pt x="411082" y="132768"/>
                  <a:pt x="415251" y="128599"/>
                </a:cubicBezTo>
                <a:lnTo>
                  <a:pt x="415251" y="134435"/>
                </a:lnTo>
                <a:cubicBezTo>
                  <a:pt x="407469" y="144856"/>
                  <a:pt x="400036" y="150067"/>
                  <a:pt x="392949" y="150067"/>
                </a:cubicBezTo>
                <a:cubicBezTo>
                  <a:pt x="389545" y="150067"/>
                  <a:pt x="386835" y="148886"/>
                  <a:pt x="384820" y="146524"/>
                </a:cubicBezTo>
                <a:cubicBezTo>
                  <a:pt x="382806" y="144162"/>
                  <a:pt x="381763" y="140132"/>
                  <a:pt x="381694" y="134435"/>
                </a:cubicBezTo>
                <a:moveTo>
                  <a:pt x="381694" y="127603"/>
                </a:moveTo>
                <a:lnTo>
                  <a:pt x="381694" y="91395"/>
                </a:lnTo>
                <a:cubicBezTo>
                  <a:pt x="371203" y="95544"/>
                  <a:pt x="364429" y="98484"/>
                  <a:pt x="361372" y="100214"/>
                </a:cubicBezTo>
                <a:cubicBezTo>
                  <a:pt x="355884" y="103258"/>
                  <a:pt x="351958" y="106440"/>
                  <a:pt x="349596" y="109759"/>
                </a:cubicBezTo>
                <a:cubicBezTo>
                  <a:pt x="347234" y="113079"/>
                  <a:pt x="346053" y="116710"/>
                  <a:pt x="346053" y="120653"/>
                </a:cubicBezTo>
                <a:cubicBezTo>
                  <a:pt x="346053" y="125633"/>
                  <a:pt x="347547" y="129766"/>
                  <a:pt x="350534" y="133051"/>
                </a:cubicBezTo>
                <a:cubicBezTo>
                  <a:pt x="353522" y="136336"/>
                  <a:pt x="356961" y="137978"/>
                  <a:pt x="360851" y="137978"/>
                </a:cubicBezTo>
                <a:cubicBezTo>
                  <a:pt x="366131" y="137978"/>
                  <a:pt x="373079" y="134520"/>
                  <a:pt x="381694" y="127603"/>
                </a:cubicBezTo>
                <a:close/>
                <a:moveTo>
                  <a:pt x="450334" y="21259"/>
                </a:moveTo>
                <a:lnTo>
                  <a:pt x="450334" y="52732"/>
                </a:lnTo>
                <a:lnTo>
                  <a:pt x="472636" y="52732"/>
                </a:lnTo>
                <a:lnTo>
                  <a:pt x="472636" y="60027"/>
                </a:lnTo>
                <a:lnTo>
                  <a:pt x="450334" y="60027"/>
                </a:lnTo>
                <a:lnTo>
                  <a:pt x="450334" y="121845"/>
                </a:lnTo>
                <a:cubicBezTo>
                  <a:pt x="450334" y="128022"/>
                  <a:pt x="451220" y="132186"/>
                  <a:pt x="452992" y="134337"/>
                </a:cubicBezTo>
                <a:cubicBezTo>
                  <a:pt x="454763" y="136487"/>
                  <a:pt x="457039" y="137561"/>
                  <a:pt x="459818" y="137561"/>
                </a:cubicBezTo>
                <a:cubicBezTo>
                  <a:pt x="462110" y="137561"/>
                  <a:pt x="464334" y="136849"/>
                  <a:pt x="466487" y="135425"/>
                </a:cubicBezTo>
                <a:cubicBezTo>
                  <a:pt x="468641" y="134001"/>
                  <a:pt x="470308" y="131899"/>
                  <a:pt x="471489" y="129120"/>
                </a:cubicBezTo>
                <a:lnTo>
                  <a:pt x="475554" y="129120"/>
                </a:lnTo>
                <a:cubicBezTo>
                  <a:pt x="473122" y="135948"/>
                  <a:pt x="469683" y="141112"/>
                  <a:pt x="465237" y="144612"/>
                </a:cubicBezTo>
                <a:cubicBezTo>
                  <a:pt x="460790" y="148110"/>
                  <a:pt x="456205" y="149859"/>
                  <a:pt x="451481" y="149859"/>
                </a:cubicBezTo>
                <a:cubicBezTo>
                  <a:pt x="448285" y="149859"/>
                  <a:pt x="445158" y="148972"/>
                  <a:pt x="442101" y="147198"/>
                </a:cubicBezTo>
                <a:cubicBezTo>
                  <a:pt x="439044" y="145424"/>
                  <a:pt x="436787" y="142886"/>
                  <a:pt x="435328" y="139584"/>
                </a:cubicBezTo>
                <a:cubicBezTo>
                  <a:pt x="433869" y="136279"/>
                  <a:pt x="433139" y="131184"/>
                  <a:pt x="433139" y="124297"/>
                </a:cubicBezTo>
                <a:lnTo>
                  <a:pt x="433139" y="60027"/>
                </a:lnTo>
                <a:lnTo>
                  <a:pt x="418028" y="60027"/>
                </a:lnTo>
                <a:lnTo>
                  <a:pt x="418028" y="56588"/>
                </a:lnTo>
                <a:cubicBezTo>
                  <a:pt x="421849" y="55055"/>
                  <a:pt x="425757" y="52459"/>
                  <a:pt x="429752" y="48801"/>
                </a:cubicBezTo>
                <a:cubicBezTo>
                  <a:pt x="433747" y="45143"/>
                  <a:pt x="437308" y="40805"/>
                  <a:pt x="440434" y="35787"/>
                </a:cubicBezTo>
                <a:cubicBezTo>
                  <a:pt x="442032" y="33141"/>
                  <a:pt x="444255" y="28298"/>
                  <a:pt x="447104" y="21259"/>
                </a:cubicBezTo>
                <a:lnTo>
                  <a:pt x="450334" y="21259"/>
                </a:lnTo>
                <a:close/>
                <a:moveTo>
                  <a:pt x="498207" y="88790"/>
                </a:moveTo>
                <a:cubicBezTo>
                  <a:pt x="498138" y="102930"/>
                  <a:pt x="501577" y="114021"/>
                  <a:pt x="508524" y="122063"/>
                </a:cubicBezTo>
                <a:cubicBezTo>
                  <a:pt x="515472" y="130103"/>
                  <a:pt x="523635" y="134122"/>
                  <a:pt x="533014" y="134122"/>
                </a:cubicBezTo>
                <a:cubicBezTo>
                  <a:pt x="539267" y="134122"/>
                  <a:pt x="544704" y="132403"/>
                  <a:pt x="549324" y="128964"/>
                </a:cubicBezTo>
                <a:cubicBezTo>
                  <a:pt x="553944" y="125525"/>
                  <a:pt x="557817" y="119637"/>
                  <a:pt x="560944" y="111300"/>
                </a:cubicBezTo>
                <a:lnTo>
                  <a:pt x="564174" y="113384"/>
                </a:lnTo>
                <a:cubicBezTo>
                  <a:pt x="562715" y="122902"/>
                  <a:pt x="558477" y="131569"/>
                  <a:pt x="551460" y="139385"/>
                </a:cubicBezTo>
                <a:cubicBezTo>
                  <a:pt x="544443" y="147201"/>
                  <a:pt x="535654" y="151109"/>
                  <a:pt x="525094" y="151109"/>
                </a:cubicBezTo>
                <a:cubicBezTo>
                  <a:pt x="513631" y="151109"/>
                  <a:pt x="503817" y="146655"/>
                  <a:pt x="495654" y="137747"/>
                </a:cubicBezTo>
                <a:cubicBezTo>
                  <a:pt x="487491" y="128837"/>
                  <a:pt x="483409" y="116859"/>
                  <a:pt x="483409" y="101813"/>
                </a:cubicBezTo>
                <a:cubicBezTo>
                  <a:pt x="483409" y="85521"/>
                  <a:pt x="487595" y="72817"/>
                  <a:pt x="495967" y="63700"/>
                </a:cubicBezTo>
                <a:cubicBezTo>
                  <a:pt x="504338" y="54582"/>
                  <a:pt x="514847" y="50022"/>
                  <a:pt x="527491" y="50022"/>
                </a:cubicBezTo>
                <a:cubicBezTo>
                  <a:pt x="538190" y="50022"/>
                  <a:pt x="546979" y="53540"/>
                  <a:pt x="553857" y="60574"/>
                </a:cubicBezTo>
                <a:cubicBezTo>
                  <a:pt x="560735" y="67606"/>
                  <a:pt x="564174" y="77011"/>
                  <a:pt x="564174" y="88790"/>
                </a:cubicBezTo>
                <a:lnTo>
                  <a:pt x="498207" y="88790"/>
                </a:lnTo>
                <a:moveTo>
                  <a:pt x="498207" y="82745"/>
                </a:moveTo>
                <a:lnTo>
                  <a:pt x="542394" y="82745"/>
                </a:lnTo>
                <a:cubicBezTo>
                  <a:pt x="542046" y="76631"/>
                  <a:pt x="541317" y="72324"/>
                  <a:pt x="540205" y="69823"/>
                </a:cubicBezTo>
                <a:cubicBezTo>
                  <a:pt x="538468" y="65932"/>
                  <a:pt x="535880" y="62875"/>
                  <a:pt x="532441" y="60652"/>
                </a:cubicBezTo>
                <a:cubicBezTo>
                  <a:pt x="529002" y="58429"/>
                  <a:pt x="525407" y="57317"/>
                  <a:pt x="521655" y="57317"/>
                </a:cubicBezTo>
                <a:cubicBezTo>
                  <a:pt x="515889" y="57317"/>
                  <a:pt x="510730" y="59558"/>
                  <a:pt x="506180" y="64039"/>
                </a:cubicBezTo>
                <a:cubicBezTo>
                  <a:pt x="501629" y="68520"/>
                  <a:pt x="498971" y="74756"/>
                  <a:pt x="498207" y="82745"/>
                </a:cubicBez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35ED41-2214-4CD2-84DE-5D466AC1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4255" y="769778"/>
            <a:ext cx="1138464" cy="372530"/>
          </a:xfrm>
          <a:custGeom xmlns:a="http://schemas.openxmlformats.org/drawingml/2006/main">
            <a:pathLst>
              <a:path w="1138464" h="372530">
                <a:moveTo>
                  <a:pt x="0" y="0"/>
                </a:moveTo>
                <a:lnTo>
                  <a:pt x="1138464" y="0"/>
                </a:lnTo>
                <a:lnTo>
                  <a:pt x="1138464" y="372530"/>
                </a:lnTo>
                <a:lnTo>
                  <a:pt x="0" y="37253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3F2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FE28F9-4A3C-40F1-87F5-D31AA68A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430" y="763088"/>
            <a:ext cx="1151297" cy="385376"/>
          </a:xfrm>
          <a:custGeom xmlns:a="http://schemas.openxmlformats.org/drawingml/2006/main">
            <a:pathLst>
              <a:path w="1151297" h="385376">
                <a:moveTo>
                  <a:pt x="0" y="385376"/>
                </a:moveTo>
                <a:lnTo>
                  <a:pt x="1151297" y="385376"/>
                </a:lnTo>
                <a:lnTo>
                  <a:pt x="1151297" y="0"/>
                </a:lnTo>
                <a:lnTo>
                  <a:pt x="0" y="0"/>
                </a:lnTo>
                <a:lnTo>
                  <a:pt x="0" y="385376"/>
                </a:lnTo>
                <a:close/>
                <a:moveTo>
                  <a:pt x="1137915" y="371995"/>
                </a:moveTo>
                <a:lnTo>
                  <a:pt x="13381" y="371995"/>
                </a:lnTo>
                <a:lnTo>
                  <a:pt x="13381" y="13381"/>
                </a:lnTo>
                <a:lnTo>
                  <a:pt x="1137915" y="13381"/>
                </a:lnTo>
                <a:lnTo>
                  <a:pt x="1137915" y="3719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T-Box">
            <a:extLst xmlns:a="http://schemas.openxmlformats.org/drawingml/2006/main">
              <a:ext uri="{FF2B5EF4-FFF2-40B4-BE49-F238E27FC236}">
                <a16:creationId xmlns:a16="http://schemas.microsoft.com/office/drawing/2014/main" id="{4EFF9715-5139-40DB-884F-2B4E15ED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742" y="893616"/>
            <a:ext cx="397289" cy="108512"/>
          </a:xfrm>
          <a:custGeom xmlns:a="http://schemas.openxmlformats.org/drawingml/2006/main">
            <a:pathLst>
              <a:path w="397289" h="108512">
                <a:moveTo>
                  <a:pt x="88049" y="0"/>
                </a:moveTo>
                <a:lnTo>
                  <a:pt x="89225" y="24933"/>
                </a:lnTo>
                <a:lnTo>
                  <a:pt x="86245" y="24933"/>
                </a:lnTo>
                <a:cubicBezTo>
                  <a:pt x="85670" y="20542"/>
                  <a:pt x="84886" y="17406"/>
                  <a:pt x="83893" y="15524"/>
                </a:cubicBezTo>
                <a:cubicBezTo>
                  <a:pt x="82273" y="12493"/>
                  <a:pt x="80117" y="10258"/>
                  <a:pt x="77425" y="8821"/>
                </a:cubicBezTo>
                <a:cubicBezTo>
                  <a:pt x="74733" y="7383"/>
                  <a:pt x="71192" y="6664"/>
                  <a:pt x="66801" y="6664"/>
                </a:cubicBezTo>
                <a:lnTo>
                  <a:pt x="51826" y="6664"/>
                </a:lnTo>
                <a:lnTo>
                  <a:pt x="51826" y="87892"/>
                </a:lnTo>
                <a:cubicBezTo>
                  <a:pt x="51826" y="94426"/>
                  <a:pt x="52531" y="98503"/>
                  <a:pt x="53943" y="100123"/>
                </a:cubicBezTo>
                <a:cubicBezTo>
                  <a:pt x="55929" y="102318"/>
                  <a:pt x="58987" y="103416"/>
                  <a:pt x="63116" y="103416"/>
                </a:cubicBezTo>
                <a:lnTo>
                  <a:pt x="66801" y="103416"/>
                </a:lnTo>
                <a:lnTo>
                  <a:pt x="66801" y="106317"/>
                </a:lnTo>
                <a:lnTo>
                  <a:pt x="21718" y="106317"/>
                </a:lnTo>
                <a:lnTo>
                  <a:pt x="21718" y="103416"/>
                </a:lnTo>
                <a:lnTo>
                  <a:pt x="25482" y="103416"/>
                </a:lnTo>
                <a:cubicBezTo>
                  <a:pt x="29977" y="103416"/>
                  <a:pt x="33165" y="102057"/>
                  <a:pt x="35047" y="99339"/>
                </a:cubicBezTo>
                <a:cubicBezTo>
                  <a:pt x="36197" y="97666"/>
                  <a:pt x="36772" y="93851"/>
                  <a:pt x="36772" y="87892"/>
                </a:cubicBezTo>
                <a:lnTo>
                  <a:pt x="36772" y="6664"/>
                </a:lnTo>
                <a:lnTo>
                  <a:pt x="23992" y="6664"/>
                </a:lnTo>
                <a:cubicBezTo>
                  <a:pt x="19026" y="6664"/>
                  <a:pt x="15498" y="7030"/>
                  <a:pt x="13407" y="7762"/>
                </a:cubicBezTo>
                <a:cubicBezTo>
                  <a:pt x="10689" y="8755"/>
                  <a:pt x="8363" y="10663"/>
                  <a:pt x="6429" y="13486"/>
                </a:cubicBezTo>
                <a:cubicBezTo>
                  <a:pt x="4495" y="16308"/>
                  <a:pt x="3345" y="20124"/>
                  <a:pt x="2979" y="24933"/>
                </a:cubicBezTo>
                <a:lnTo>
                  <a:pt x="0" y="24933"/>
                </a:lnTo>
                <a:lnTo>
                  <a:pt x="1254" y="0"/>
                </a:lnTo>
                <a:lnTo>
                  <a:pt x="88049" y="0"/>
                </a:lnTo>
                <a:close/>
                <a:moveTo>
                  <a:pt x="84610" y="64292"/>
                </a:moveTo>
                <a:lnTo>
                  <a:pt x="125145" y="64292"/>
                </a:lnTo>
                <a:lnTo>
                  <a:pt x="125145" y="76131"/>
                </a:lnTo>
                <a:lnTo>
                  <a:pt x="84610" y="76131"/>
                </a:lnTo>
                <a:lnTo>
                  <a:pt x="84610" y="64292"/>
                </a:lnTo>
                <a:close/>
                <a:moveTo>
                  <a:pt x="205797" y="52107"/>
                </a:moveTo>
                <a:cubicBezTo>
                  <a:pt x="213167" y="53674"/>
                  <a:pt x="218682" y="56180"/>
                  <a:pt x="222341" y="59627"/>
                </a:cubicBezTo>
                <a:cubicBezTo>
                  <a:pt x="227411" y="64432"/>
                  <a:pt x="229946" y="70308"/>
                  <a:pt x="229946" y="77253"/>
                </a:cubicBezTo>
                <a:cubicBezTo>
                  <a:pt x="229946" y="82528"/>
                  <a:pt x="228273" y="87581"/>
                  <a:pt x="224928" y="92412"/>
                </a:cubicBezTo>
                <a:cubicBezTo>
                  <a:pt x="221583" y="97242"/>
                  <a:pt x="216996" y="100767"/>
                  <a:pt x="211168" y="102987"/>
                </a:cubicBezTo>
                <a:cubicBezTo>
                  <a:pt x="205340" y="105207"/>
                  <a:pt x="196441" y="106317"/>
                  <a:pt x="184471" y="106317"/>
                </a:cubicBezTo>
                <a:lnTo>
                  <a:pt x="134292" y="106317"/>
                </a:lnTo>
                <a:lnTo>
                  <a:pt x="134292" y="103416"/>
                </a:lnTo>
                <a:lnTo>
                  <a:pt x="138291" y="103416"/>
                </a:lnTo>
                <a:cubicBezTo>
                  <a:pt x="142734" y="103416"/>
                  <a:pt x="145922" y="102005"/>
                  <a:pt x="147856" y="99182"/>
                </a:cubicBezTo>
                <a:cubicBezTo>
                  <a:pt x="149058" y="97353"/>
                  <a:pt x="149659" y="93459"/>
                  <a:pt x="149659" y="87500"/>
                </a:cubicBezTo>
                <a:lnTo>
                  <a:pt x="149659" y="18817"/>
                </a:lnTo>
                <a:cubicBezTo>
                  <a:pt x="149659" y="12231"/>
                  <a:pt x="148901" y="8076"/>
                  <a:pt x="147386" y="6351"/>
                </a:cubicBezTo>
                <a:cubicBezTo>
                  <a:pt x="145347" y="4051"/>
                  <a:pt x="142315" y="2901"/>
                  <a:pt x="138291" y="2901"/>
                </a:cubicBezTo>
                <a:lnTo>
                  <a:pt x="134292" y="2901"/>
                </a:lnTo>
                <a:lnTo>
                  <a:pt x="134292" y="0"/>
                </a:lnTo>
                <a:lnTo>
                  <a:pt x="180237" y="0"/>
                </a:lnTo>
                <a:cubicBezTo>
                  <a:pt x="188810" y="0"/>
                  <a:pt x="195683" y="628"/>
                  <a:pt x="200858" y="1884"/>
                </a:cubicBezTo>
                <a:cubicBezTo>
                  <a:pt x="208698" y="3768"/>
                  <a:pt x="214683" y="7103"/>
                  <a:pt x="218812" y="11891"/>
                </a:cubicBezTo>
                <a:cubicBezTo>
                  <a:pt x="222942" y="16677"/>
                  <a:pt x="225006" y="22182"/>
                  <a:pt x="225006" y="28407"/>
                </a:cubicBezTo>
                <a:cubicBezTo>
                  <a:pt x="225006" y="33744"/>
                  <a:pt x="223386" y="38518"/>
                  <a:pt x="220145" y="42731"/>
                </a:cubicBezTo>
                <a:cubicBezTo>
                  <a:pt x="216905" y="46942"/>
                  <a:pt x="212122" y="50067"/>
                  <a:pt x="205797" y="52107"/>
                </a:cubicBezTo>
                <a:moveTo>
                  <a:pt x="164713" y="47827"/>
                </a:moveTo>
                <a:cubicBezTo>
                  <a:pt x="166647" y="48193"/>
                  <a:pt x="168855" y="48467"/>
                  <a:pt x="171338" y="48650"/>
                </a:cubicBezTo>
                <a:cubicBezTo>
                  <a:pt x="173821" y="48833"/>
                  <a:pt x="176552" y="48925"/>
                  <a:pt x="179532" y="48925"/>
                </a:cubicBezTo>
                <a:cubicBezTo>
                  <a:pt x="187163" y="48925"/>
                  <a:pt x="192900" y="48100"/>
                  <a:pt x="196742" y="46450"/>
                </a:cubicBezTo>
                <a:cubicBezTo>
                  <a:pt x="200583" y="44800"/>
                  <a:pt x="203524" y="42274"/>
                  <a:pt x="205562" y="38872"/>
                </a:cubicBezTo>
                <a:cubicBezTo>
                  <a:pt x="207601" y="35468"/>
                  <a:pt x="208620" y="31749"/>
                  <a:pt x="208620" y="27716"/>
                </a:cubicBezTo>
                <a:cubicBezTo>
                  <a:pt x="208620" y="21486"/>
                  <a:pt x="206085" y="16172"/>
                  <a:pt x="201015" y="11773"/>
                </a:cubicBezTo>
                <a:cubicBezTo>
                  <a:pt x="195944" y="7374"/>
                  <a:pt x="188548" y="5175"/>
                  <a:pt x="178826" y="5175"/>
                </a:cubicBezTo>
                <a:cubicBezTo>
                  <a:pt x="173599" y="5175"/>
                  <a:pt x="168895" y="5776"/>
                  <a:pt x="164713" y="6978"/>
                </a:cubicBezTo>
                <a:lnTo>
                  <a:pt x="164713" y="47827"/>
                </a:lnTo>
                <a:moveTo>
                  <a:pt x="164713" y="98712"/>
                </a:moveTo>
                <a:cubicBezTo>
                  <a:pt x="170776" y="100123"/>
                  <a:pt x="176761" y="100829"/>
                  <a:pt x="182668" y="100829"/>
                </a:cubicBezTo>
                <a:cubicBezTo>
                  <a:pt x="192129" y="100829"/>
                  <a:pt x="199342" y="98699"/>
                  <a:pt x="204308" y="94439"/>
                </a:cubicBezTo>
                <a:cubicBezTo>
                  <a:pt x="209273" y="90179"/>
                  <a:pt x="211756" y="84912"/>
                  <a:pt x="211756" y="78640"/>
                </a:cubicBezTo>
                <a:cubicBezTo>
                  <a:pt x="211756" y="74511"/>
                  <a:pt x="210632" y="70538"/>
                  <a:pt x="208385" y="66723"/>
                </a:cubicBezTo>
                <a:cubicBezTo>
                  <a:pt x="206137" y="62907"/>
                  <a:pt x="202478" y="59901"/>
                  <a:pt x="197408" y="57706"/>
                </a:cubicBezTo>
                <a:cubicBezTo>
                  <a:pt x="192338" y="55511"/>
                  <a:pt x="186065" y="54413"/>
                  <a:pt x="178591" y="54413"/>
                </a:cubicBezTo>
                <a:cubicBezTo>
                  <a:pt x="175350" y="54413"/>
                  <a:pt x="172580" y="54465"/>
                  <a:pt x="170280" y="54570"/>
                </a:cubicBezTo>
                <a:cubicBezTo>
                  <a:pt x="167980" y="54674"/>
                  <a:pt x="166124" y="54857"/>
                  <a:pt x="164713" y="55119"/>
                </a:cubicBezTo>
                <a:lnTo>
                  <a:pt x="164713" y="98712"/>
                </a:lnTo>
                <a:close/>
                <a:moveTo>
                  <a:pt x="278818" y="32460"/>
                </a:moveTo>
                <a:cubicBezTo>
                  <a:pt x="289690" y="32460"/>
                  <a:pt x="298420" y="36585"/>
                  <a:pt x="305006" y="44835"/>
                </a:cubicBezTo>
                <a:cubicBezTo>
                  <a:pt x="310598" y="51884"/>
                  <a:pt x="313395" y="59977"/>
                  <a:pt x="313395" y="69116"/>
                </a:cubicBezTo>
                <a:cubicBezTo>
                  <a:pt x="313395" y="75539"/>
                  <a:pt x="311853" y="82040"/>
                  <a:pt x="308769" y="88620"/>
                </a:cubicBezTo>
                <a:cubicBezTo>
                  <a:pt x="305685" y="95197"/>
                  <a:pt x="301438" y="100157"/>
                  <a:pt x="296028" y="103499"/>
                </a:cubicBezTo>
                <a:cubicBezTo>
                  <a:pt x="290618" y="106841"/>
                  <a:pt x="284594" y="108512"/>
                  <a:pt x="277956" y="108512"/>
                </a:cubicBezTo>
                <a:cubicBezTo>
                  <a:pt x="267136" y="108512"/>
                  <a:pt x="258538" y="104204"/>
                  <a:pt x="252161" y="95588"/>
                </a:cubicBezTo>
                <a:cubicBezTo>
                  <a:pt x="246777" y="88330"/>
                  <a:pt x="244085" y="80185"/>
                  <a:pt x="244085" y="71152"/>
                </a:cubicBezTo>
                <a:cubicBezTo>
                  <a:pt x="244085" y="64573"/>
                  <a:pt x="245718" y="58033"/>
                  <a:pt x="248985" y="51532"/>
                </a:cubicBezTo>
                <a:cubicBezTo>
                  <a:pt x="252252" y="45031"/>
                  <a:pt x="256551" y="40227"/>
                  <a:pt x="261883" y="37120"/>
                </a:cubicBezTo>
                <a:cubicBezTo>
                  <a:pt x="267214" y="34013"/>
                  <a:pt x="272860" y="32460"/>
                  <a:pt x="278818" y="32460"/>
                </a:cubicBezTo>
                <a:moveTo>
                  <a:pt x="276388" y="37634"/>
                </a:moveTo>
                <a:cubicBezTo>
                  <a:pt x="273617" y="37634"/>
                  <a:pt x="270834" y="38457"/>
                  <a:pt x="268038" y="40102"/>
                </a:cubicBezTo>
                <a:cubicBezTo>
                  <a:pt x="265241" y="41747"/>
                  <a:pt x="262981" y="44631"/>
                  <a:pt x="261256" y="48756"/>
                </a:cubicBezTo>
                <a:cubicBezTo>
                  <a:pt x="259531" y="52880"/>
                  <a:pt x="258668" y="58179"/>
                  <a:pt x="258668" y="64652"/>
                </a:cubicBezTo>
                <a:cubicBezTo>
                  <a:pt x="258668" y="75093"/>
                  <a:pt x="260746" y="84099"/>
                  <a:pt x="264901" y="91670"/>
                </a:cubicBezTo>
                <a:cubicBezTo>
                  <a:pt x="269057" y="99239"/>
                  <a:pt x="274532" y="103024"/>
                  <a:pt x="281327" y="103024"/>
                </a:cubicBezTo>
                <a:cubicBezTo>
                  <a:pt x="286397" y="103024"/>
                  <a:pt x="290579" y="100936"/>
                  <a:pt x="293872" y="96759"/>
                </a:cubicBezTo>
                <a:cubicBezTo>
                  <a:pt x="297165" y="92582"/>
                  <a:pt x="298812" y="85404"/>
                  <a:pt x="298812" y="75225"/>
                </a:cubicBezTo>
                <a:cubicBezTo>
                  <a:pt x="298812" y="62485"/>
                  <a:pt x="296067" y="52461"/>
                  <a:pt x="290579" y="45151"/>
                </a:cubicBezTo>
                <a:cubicBezTo>
                  <a:pt x="286868" y="40140"/>
                  <a:pt x="282137" y="37634"/>
                  <a:pt x="276388" y="37634"/>
                </a:cubicBezTo>
                <a:close/>
                <a:moveTo>
                  <a:pt x="321079" y="34498"/>
                </a:moveTo>
                <a:lnTo>
                  <a:pt x="354872" y="34498"/>
                </a:lnTo>
                <a:lnTo>
                  <a:pt x="354872" y="37399"/>
                </a:lnTo>
                <a:cubicBezTo>
                  <a:pt x="352729" y="37399"/>
                  <a:pt x="351226" y="37765"/>
                  <a:pt x="350363" y="38497"/>
                </a:cubicBezTo>
                <a:cubicBezTo>
                  <a:pt x="349501" y="39229"/>
                  <a:pt x="349070" y="40196"/>
                  <a:pt x="349070" y="41398"/>
                </a:cubicBezTo>
                <a:cubicBezTo>
                  <a:pt x="349070" y="42652"/>
                  <a:pt x="349984" y="44586"/>
                  <a:pt x="351814" y="47200"/>
                </a:cubicBezTo>
                <a:cubicBezTo>
                  <a:pt x="352389" y="48036"/>
                  <a:pt x="353251" y="49343"/>
                  <a:pt x="354401" y="51120"/>
                </a:cubicBezTo>
                <a:lnTo>
                  <a:pt x="359498" y="59274"/>
                </a:lnTo>
                <a:lnTo>
                  <a:pt x="365378" y="51120"/>
                </a:lnTo>
                <a:cubicBezTo>
                  <a:pt x="369141" y="45945"/>
                  <a:pt x="371023" y="42678"/>
                  <a:pt x="371023" y="41319"/>
                </a:cubicBezTo>
                <a:cubicBezTo>
                  <a:pt x="371023" y="40222"/>
                  <a:pt x="370579" y="39294"/>
                  <a:pt x="369690" y="38536"/>
                </a:cubicBezTo>
                <a:cubicBezTo>
                  <a:pt x="368802" y="37778"/>
                  <a:pt x="367364" y="37399"/>
                  <a:pt x="365378" y="37399"/>
                </a:cubicBezTo>
                <a:lnTo>
                  <a:pt x="365378" y="34498"/>
                </a:lnTo>
                <a:lnTo>
                  <a:pt x="389683" y="34498"/>
                </a:lnTo>
                <a:lnTo>
                  <a:pt x="389683" y="37399"/>
                </a:lnTo>
                <a:cubicBezTo>
                  <a:pt x="387122" y="37556"/>
                  <a:pt x="384901" y="38262"/>
                  <a:pt x="383019" y="39516"/>
                </a:cubicBezTo>
                <a:cubicBezTo>
                  <a:pt x="380458" y="41293"/>
                  <a:pt x="376956" y="45161"/>
                  <a:pt x="372513" y="51120"/>
                </a:cubicBezTo>
                <a:lnTo>
                  <a:pt x="362712" y="64214"/>
                </a:lnTo>
                <a:lnTo>
                  <a:pt x="380588" y="89879"/>
                </a:lnTo>
                <a:cubicBezTo>
                  <a:pt x="384979" y="96191"/>
                  <a:pt x="388115" y="99986"/>
                  <a:pt x="389997" y="101265"/>
                </a:cubicBezTo>
                <a:cubicBezTo>
                  <a:pt x="391879" y="102542"/>
                  <a:pt x="394309" y="103259"/>
                  <a:pt x="397289" y="103416"/>
                </a:cubicBezTo>
                <a:lnTo>
                  <a:pt x="397289" y="106317"/>
                </a:lnTo>
                <a:lnTo>
                  <a:pt x="363418" y="106317"/>
                </a:lnTo>
                <a:lnTo>
                  <a:pt x="363418" y="103416"/>
                </a:lnTo>
                <a:cubicBezTo>
                  <a:pt x="365770" y="103416"/>
                  <a:pt x="367599" y="102895"/>
                  <a:pt x="368906" y="101853"/>
                </a:cubicBezTo>
                <a:cubicBezTo>
                  <a:pt x="369899" y="101123"/>
                  <a:pt x="370396" y="100158"/>
                  <a:pt x="370396" y="98959"/>
                </a:cubicBezTo>
                <a:cubicBezTo>
                  <a:pt x="370396" y="97760"/>
                  <a:pt x="368723" y="94737"/>
                  <a:pt x="365378" y="89889"/>
                </a:cubicBezTo>
                <a:lnTo>
                  <a:pt x="354872" y="74563"/>
                </a:lnTo>
                <a:lnTo>
                  <a:pt x="343346" y="89889"/>
                </a:lnTo>
                <a:cubicBezTo>
                  <a:pt x="339792" y="94632"/>
                  <a:pt x="338015" y="97447"/>
                  <a:pt x="338015" y="98334"/>
                </a:cubicBezTo>
                <a:cubicBezTo>
                  <a:pt x="338015" y="99586"/>
                  <a:pt x="338603" y="100719"/>
                  <a:pt x="339779" y="101735"/>
                </a:cubicBezTo>
                <a:cubicBezTo>
                  <a:pt x="340955" y="102751"/>
                  <a:pt x="342719" y="103312"/>
                  <a:pt x="345071" y="103416"/>
                </a:cubicBezTo>
                <a:lnTo>
                  <a:pt x="345071" y="106317"/>
                </a:lnTo>
                <a:lnTo>
                  <a:pt x="321628" y="106317"/>
                </a:lnTo>
                <a:lnTo>
                  <a:pt x="321628" y="103416"/>
                </a:lnTo>
                <a:cubicBezTo>
                  <a:pt x="323510" y="103155"/>
                  <a:pt x="325156" y="102503"/>
                  <a:pt x="326568" y="101461"/>
                </a:cubicBezTo>
                <a:cubicBezTo>
                  <a:pt x="328554" y="99948"/>
                  <a:pt x="331899" y="96089"/>
                  <a:pt x="336603" y="89884"/>
                </a:cubicBezTo>
                <a:lnTo>
                  <a:pt x="351657" y="69937"/>
                </a:lnTo>
                <a:lnTo>
                  <a:pt x="338015" y="50179"/>
                </a:lnTo>
                <a:cubicBezTo>
                  <a:pt x="334147" y="44534"/>
                  <a:pt x="331154" y="40993"/>
                  <a:pt x="329037" y="39555"/>
                </a:cubicBezTo>
                <a:cubicBezTo>
                  <a:pt x="326920" y="38118"/>
                  <a:pt x="324268" y="37399"/>
                  <a:pt x="321079" y="37399"/>
                </a:cubicBezTo>
                <a:lnTo>
                  <a:pt x="321079" y="34498"/>
                </a:lnTo>
                <a:close/>
              </a:path>
            </a:pathLst>
          </a:custGeom>
          <a:solidFill xmlns:a="http://schemas.openxmlformats.org/drawingml/2006/main">
            <a:srgbClr val="0F14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Text (28)">
            <a:extLst xmlns:a="http://schemas.openxmlformats.org/drawingml/2006/main">
              <a:ext uri="{FF2B5EF4-FFF2-40B4-BE49-F238E27FC236}">
                <a16:creationId xmlns:a16="http://schemas.microsoft.com/office/drawing/2014/main" id="{76405C14-B4DA-4EB2-8088-23CE164A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719" y="888441"/>
            <a:ext cx="254398" cy="145833"/>
          </a:xfrm>
          <a:custGeom xmlns:a="http://schemas.openxmlformats.org/drawingml/2006/main">
            <a:pathLst>
              <a:path w="254398" h="145833">
                <a:moveTo>
                  <a:pt x="43279" y="142932"/>
                </a:moveTo>
                <a:lnTo>
                  <a:pt x="43279" y="145833"/>
                </a:lnTo>
                <a:cubicBezTo>
                  <a:pt x="35387" y="141861"/>
                  <a:pt x="28801" y="137209"/>
                  <a:pt x="23521" y="131877"/>
                </a:cubicBezTo>
                <a:cubicBezTo>
                  <a:pt x="15995" y="124298"/>
                  <a:pt x="10193" y="115360"/>
                  <a:pt x="6116" y="105063"/>
                </a:cubicBezTo>
                <a:cubicBezTo>
                  <a:pt x="2039" y="94765"/>
                  <a:pt x="0" y="84076"/>
                  <a:pt x="0" y="72995"/>
                </a:cubicBezTo>
                <a:cubicBezTo>
                  <a:pt x="0" y="56791"/>
                  <a:pt x="3999" y="42012"/>
                  <a:pt x="11996" y="28657"/>
                </a:cubicBezTo>
                <a:cubicBezTo>
                  <a:pt x="19993" y="15302"/>
                  <a:pt x="30421" y="5750"/>
                  <a:pt x="43279" y="0"/>
                </a:cubicBezTo>
                <a:lnTo>
                  <a:pt x="43279" y="3293"/>
                </a:lnTo>
                <a:cubicBezTo>
                  <a:pt x="36850" y="6847"/>
                  <a:pt x="31571" y="11708"/>
                  <a:pt x="27442" y="17876"/>
                </a:cubicBezTo>
                <a:cubicBezTo>
                  <a:pt x="23312" y="24044"/>
                  <a:pt x="20228" y="31859"/>
                  <a:pt x="18190" y="41319"/>
                </a:cubicBezTo>
                <a:cubicBezTo>
                  <a:pt x="16151" y="50780"/>
                  <a:pt x="15132" y="60659"/>
                  <a:pt x="15132" y="70956"/>
                </a:cubicBezTo>
                <a:cubicBezTo>
                  <a:pt x="15132" y="82142"/>
                  <a:pt x="15995" y="92309"/>
                  <a:pt x="17720" y="101456"/>
                </a:cubicBezTo>
                <a:cubicBezTo>
                  <a:pt x="19079" y="108669"/>
                  <a:pt x="20725" y="114458"/>
                  <a:pt x="22659" y="118823"/>
                </a:cubicBezTo>
                <a:cubicBezTo>
                  <a:pt x="24593" y="123187"/>
                  <a:pt x="27193" y="127382"/>
                  <a:pt x="30460" y="131407"/>
                </a:cubicBezTo>
                <a:cubicBezTo>
                  <a:pt x="33727" y="135431"/>
                  <a:pt x="38000" y="139273"/>
                  <a:pt x="43279" y="142932"/>
                </a:cubicBezTo>
                <a:close/>
                <a:moveTo>
                  <a:pt x="120560" y="90950"/>
                </a:moveTo>
                <a:lnTo>
                  <a:pt x="113112" y="111492"/>
                </a:lnTo>
                <a:lnTo>
                  <a:pt x="50388" y="111492"/>
                </a:lnTo>
                <a:lnTo>
                  <a:pt x="50388" y="108586"/>
                </a:lnTo>
                <a:cubicBezTo>
                  <a:pt x="68839" y="91727"/>
                  <a:pt x="81828" y="77958"/>
                  <a:pt x="89355" y="67279"/>
                </a:cubicBezTo>
                <a:cubicBezTo>
                  <a:pt x="96882" y="56598"/>
                  <a:pt x="100645" y="46833"/>
                  <a:pt x="100645" y="37985"/>
                </a:cubicBezTo>
                <a:cubicBezTo>
                  <a:pt x="100645" y="31232"/>
                  <a:pt x="98581" y="25683"/>
                  <a:pt x="94451" y="21338"/>
                </a:cubicBezTo>
                <a:cubicBezTo>
                  <a:pt x="90322" y="16992"/>
                  <a:pt x="85383" y="14819"/>
                  <a:pt x="79633" y="14819"/>
                </a:cubicBezTo>
                <a:cubicBezTo>
                  <a:pt x="74406" y="14819"/>
                  <a:pt x="69715" y="16354"/>
                  <a:pt x="65559" y="19425"/>
                </a:cubicBezTo>
                <a:cubicBezTo>
                  <a:pt x="61404" y="22496"/>
                  <a:pt x="58333" y="26997"/>
                  <a:pt x="56347" y="32930"/>
                </a:cubicBezTo>
                <a:lnTo>
                  <a:pt x="53446" y="32930"/>
                </a:lnTo>
                <a:cubicBezTo>
                  <a:pt x="54752" y="23285"/>
                  <a:pt x="58111" y="15882"/>
                  <a:pt x="63521" y="10722"/>
                </a:cubicBezTo>
                <a:cubicBezTo>
                  <a:pt x="68931" y="5560"/>
                  <a:pt x="75687" y="2979"/>
                  <a:pt x="83788" y="2979"/>
                </a:cubicBezTo>
                <a:cubicBezTo>
                  <a:pt x="92413" y="2979"/>
                  <a:pt x="99613" y="5750"/>
                  <a:pt x="105389" y="11290"/>
                </a:cubicBezTo>
                <a:cubicBezTo>
                  <a:pt x="111165" y="16831"/>
                  <a:pt x="114053" y="23365"/>
                  <a:pt x="114053" y="30892"/>
                </a:cubicBezTo>
                <a:cubicBezTo>
                  <a:pt x="114053" y="36275"/>
                  <a:pt x="112798" y="41659"/>
                  <a:pt x="110289" y="47043"/>
                </a:cubicBezTo>
                <a:cubicBezTo>
                  <a:pt x="106421" y="55511"/>
                  <a:pt x="100149" y="64475"/>
                  <a:pt x="91472" y="73936"/>
                </a:cubicBezTo>
                <a:cubicBezTo>
                  <a:pt x="78457" y="88153"/>
                  <a:pt x="70329" y="96726"/>
                  <a:pt x="67088" y="99653"/>
                </a:cubicBezTo>
                <a:lnTo>
                  <a:pt x="94843" y="99653"/>
                </a:lnTo>
                <a:cubicBezTo>
                  <a:pt x="100489" y="99653"/>
                  <a:pt x="104448" y="99442"/>
                  <a:pt x="106722" y="99020"/>
                </a:cubicBezTo>
                <a:cubicBezTo>
                  <a:pt x="108996" y="98597"/>
                  <a:pt x="111047" y="97740"/>
                  <a:pt x="112877" y="96448"/>
                </a:cubicBezTo>
                <a:cubicBezTo>
                  <a:pt x="114706" y="95156"/>
                  <a:pt x="116300" y="93323"/>
                  <a:pt x="117659" y="90950"/>
                </a:cubicBezTo>
                <a:lnTo>
                  <a:pt x="120560" y="90950"/>
                </a:lnTo>
                <a:close/>
                <a:moveTo>
                  <a:pt x="158038" y="57941"/>
                </a:moveTo>
                <a:cubicBezTo>
                  <a:pt x="149623" y="51042"/>
                  <a:pt x="144200" y="45501"/>
                  <a:pt x="141769" y="41319"/>
                </a:cubicBezTo>
                <a:cubicBezTo>
                  <a:pt x="139339" y="37138"/>
                  <a:pt x="138123" y="32799"/>
                  <a:pt x="138123" y="28304"/>
                </a:cubicBezTo>
                <a:cubicBezTo>
                  <a:pt x="138123" y="21405"/>
                  <a:pt x="140789" y="15459"/>
                  <a:pt x="146121" y="10467"/>
                </a:cubicBezTo>
                <a:cubicBezTo>
                  <a:pt x="151452" y="5475"/>
                  <a:pt x="158535" y="2979"/>
                  <a:pt x="167368" y="2979"/>
                </a:cubicBezTo>
                <a:cubicBezTo>
                  <a:pt x="175941" y="2979"/>
                  <a:pt x="182840" y="5305"/>
                  <a:pt x="188067" y="9957"/>
                </a:cubicBezTo>
                <a:cubicBezTo>
                  <a:pt x="193294" y="14609"/>
                  <a:pt x="195908" y="19915"/>
                  <a:pt x="195908" y="25874"/>
                </a:cubicBezTo>
                <a:cubicBezTo>
                  <a:pt x="195908" y="29846"/>
                  <a:pt x="194496" y="33897"/>
                  <a:pt x="191674" y="38026"/>
                </a:cubicBezTo>
                <a:cubicBezTo>
                  <a:pt x="188851" y="42156"/>
                  <a:pt x="182971" y="47017"/>
                  <a:pt x="174033" y="52610"/>
                </a:cubicBezTo>
                <a:cubicBezTo>
                  <a:pt x="183232" y="59718"/>
                  <a:pt x="189322" y="65311"/>
                  <a:pt x="192301" y="69388"/>
                </a:cubicBezTo>
                <a:cubicBezTo>
                  <a:pt x="196274" y="74720"/>
                  <a:pt x="198260" y="80339"/>
                  <a:pt x="198260" y="86245"/>
                </a:cubicBezTo>
                <a:cubicBezTo>
                  <a:pt x="198260" y="93720"/>
                  <a:pt x="195411" y="100110"/>
                  <a:pt x="189714" y="105415"/>
                </a:cubicBezTo>
                <a:cubicBezTo>
                  <a:pt x="184016" y="110721"/>
                  <a:pt x="176542" y="113373"/>
                  <a:pt x="167290" y="113373"/>
                </a:cubicBezTo>
                <a:cubicBezTo>
                  <a:pt x="157202" y="113373"/>
                  <a:pt x="149335" y="110211"/>
                  <a:pt x="143690" y="103886"/>
                </a:cubicBezTo>
                <a:cubicBezTo>
                  <a:pt x="139195" y="98816"/>
                  <a:pt x="136947" y="93276"/>
                  <a:pt x="136947" y="87265"/>
                </a:cubicBezTo>
                <a:cubicBezTo>
                  <a:pt x="136947" y="82560"/>
                  <a:pt x="138528" y="77895"/>
                  <a:pt x="141691" y="73269"/>
                </a:cubicBezTo>
                <a:cubicBezTo>
                  <a:pt x="144853" y="68643"/>
                  <a:pt x="150302" y="63534"/>
                  <a:pt x="158038" y="57941"/>
                </a:cubicBezTo>
                <a:moveTo>
                  <a:pt x="170348" y="49552"/>
                </a:moveTo>
                <a:cubicBezTo>
                  <a:pt x="176620" y="43907"/>
                  <a:pt x="180593" y="39451"/>
                  <a:pt x="182265" y="36184"/>
                </a:cubicBezTo>
                <a:cubicBezTo>
                  <a:pt x="183938" y="32917"/>
                  <a:pt x="184774" y="29219"/>
                  <a:pt x="184774" y="25090"/>
                </a:cubicBezTo>
                <a:cubicBezTo>
                  <a:pt x="184774" y="19601"/>
                  <a:pt x="183232" y="15302"/>
                  <a:pt x="180148" y="12192"/>
                </a:cubicBezTo>
                <a:cubicBezTo>
                  <a:pt x="177064" y="9082"/>
                  <a:pt x="172857" y="7527"/>
                  <a:pt x="167525" y="7527"/>
                </a:cubicBezTo>
                <a:cubicBezTo>
                  <a:pt x="162194" y="7527"/>
                  <a:pt x="157855" y="9069"/>
                  <a:pt x="154510" y="12153"/>
                </a:cubicBezTo>
                <a:cubicBezTo>
                  <a:pt x="151165" y="15237"/>
                  <a:pt x="149492" y="18843"/>
                  <a:pt x="149492" y="22973"/>
                </a:cubicBezTo>
                <a:cubicBezTo>
                  <a:pt x="149492" y="25691"/>
                  <a:pt x="150185" y="28409"/>
                  <a:pt x="151570" y="31127"/>
                </a:cubicBezTo>
                <a:cubicBezTo>
                  <a:pt x="152955" y="33845"/>
                  <a:pt x="154928" y="36432"/>
                  <a:pt x="157489" y="38889"/>
                </a:cubicBezTo>
                <a:lnTo>
                  <a:pt x="170348" y="49552"/>
                </a:lnTo>
                <a:moveTo>
                  <a:pt x="161723" y="60921"/>
                </a:moveTo>
                <a:cubicBezTo>
                  <a:pt x="157385" y="64579"/>
                  <a:pt x="154170" y="68565"/>
                  <a:pt x="152079" y="72877"/>
                </a:cubicBezTo>
                <a:cubicBezTo>
                  <a:pt x="149989" y="77190"/>
                  <a:pt x="148943" y="81855"/>
                  <a:pt x="148943" y="86873"/>
                </a:cubicBezTo>
                <a:cubicBezTo>
                  <a:pt x="148943" y="93615"/>
                  <a:pt x="150786" y="99012"/>
                  <a:pt x="154471" y="103063"/>
                </a:cubicBezTo>
                <a:cubicBezTo>
                  <a:pt x="158156" y="107114"/>
                  <a:pt x="162847" y="109140"/>
                  <a:pt x="168544" y="109140"/>
                </a:cubicBezTo>
                <a:cubicBezTo>
                  <a:pt x="174190" y="109140"/>
                  <a:pt x="178711" y="107545"/>
                  <a:pt x="182108" y="104357"/>
                </a:cubicBezTo>
                <a:cubicBezTo>
                  <a:pt x="185506" y="101168"/>
                  <a:pt x="187205" y="97300"/>
                  <a:pt x="187205" y="92753"/>
                </a:cubicBezTo>
                <a:cubicBezTo>
                  <a:pt x="187205" y="88990"/>
                  <a:pt x="186212" y="85618"/>
                  <a:pt x="184225" y="82639"/>
                </a:cubicBezTo>
                <a:cubicBezTo>
                  <a:pt x="180514" y="77098"/>
                  <a:pt x="173013" y="69859"/>
                  <a:pt x="161723" y="60921"/>
                </a:cubicBezTo>
                <a:close/>
                <a:moveTo>
                  <a:pt x="211119" y="3293"/>
                </a:moveTo>
                <a:lnTo>
                  <a:pt x="211119" y="0"/>
                </a:lnTo>
                <a:cubicBezTo>
                  <a:pt x="219064" y="3920"/>
                  <a:pt x="225676" y="8546"/>
                  <a:pt x="230955" y="13878"/>
                </a:cubicBezTo>
                <a:cubicBezTo>
                  <a:pt x="238430" y="21509"/>
                  <a:pt x="244206" y="30460"/>
                  <a:pt x="248283" y="40731"/>
                </a:cubicBezTo>
                <a:cubicBezTo>
                  <a:pt x="252360" y="51002"/>
                  <a:pt x="254398" y="61705"/>
                  <a:pt x="254398" y="72838"/>
                </a:cubicBezTo>
                <a:cubicBezTo>
                  <a:pt x="254398" y="89042"/>
                  <a:pt x="250413" y="103821"/>
                  <a:pt x="242442" y="117176"/>
                </a:cubicBezTo>
                <a:cubicBezTo>
                  <a:pt x="234470" y="130531"/>
                  <a:pt x="224029" y="140083"/>
                  <a:pt x="211119" y="145833"/>
                </a:cubicBezTo>
                <a:lnTo>
                  <a:pt x="211119" y="142932"/>
                </a:lnTo>
                <a:cubicBezTo>
                  <a:pt x="217548" y="139325"/>
                  <a:pt x="222840" y="134451"/>
                  <a:pt x="226996" y="128310"/>
                </a:cubicBezTo>
                <a:cubicBezTo>
                  <a:pt x="231151" y="122168"/>
                  <a:pt x="234235" y="114354"/>
                  <a:pt x="236248" y="104867"/>
                </a:cubicBezTo>
                <a:cubicBezTo>
                  <a:pt x="238260" y="95380"/>
                  <a:pt x="239266" y="85487"/>
                  <a:pt x="239266" y="75190"/>
                </a:cubicBezTo>
                <a:cubicBezTo>
                  <a:pt x="239266" y="64057"/>
                  <a:pt x="238404" y="53890"/>
                  <a:pt x="236679" y="44691"/>
                </a:cubicBezTo>
                <a:cubicBezTo>
                  <a:pt x="235372" y="37478"/>
                  <a:pt x="233739" y="31702"/>
                  <a:pt x="231778" y="27363"/>
                </a:cubicBezTo>
                <a:cubicBezTo>
                  <a:pt x="229818" y="23025"/>
                  <a:pt x="227218" y="18843"/>
                  <a:pt x="223977" y="14819"/>
                </a:cubicBezTo>
                <a:cubicBezTo>
                  <a:pt x="220736" y="10794"/>
                  <a:pt x="216450" y="6952"/>
                  <a:pt x="211119" y="3293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Location">
            <a:extLst xmlns:a="http://schemas.openxmlformats.org/drawingml/2006/main">
              <a:ext uri="{FF2B5EF4-FFF2-40B4-BE49-F238E27FC236}">
                <a16:creationId xmlns:a16="http://schemas.microsoft.com/office/drawing/2014/main" id="{7BFE27FA-A888-4798-9705-85A87CD5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3160" y="138529"/>
            <a:ext cx="755170" cy="151109"/>
          </a:xfrm>
          <a:custGeom xmlns:a="http://schemas.openxmlformats.org/drawingml/2006/main">
            <a:pathLst>
              <a:path w="755170" h="151109">
                <a:moveTo>
                  <a:pt x="118074" y="109007"/>
                </a:moveTo>
                <a:lnTo>
                  <a:pt x="121513" y="109740"/>
                </a:lnTo>
                <a:lnTo>
                  <a:pt x="109424" y="148191"/>
                </a:lnTo>
                <a:lnTo>
                  <a:pt x="0" y="148191"/>
                </a:lnTo>
                <a:lnTo>
                  <a:pt x="0" y="144335"/>
                </a:lnTo>
                <a:lnTo>
                  <a:pt x="5315" y="144335"/>
                </a:lnTo>
                <a:cubicBezTo>
                  <a:pt x="11290" y="144335"/>
                  <a:pt x="15562" y="142390"/>
                  <a:pt x="18133" y="138499"/>
                </a:cubicBezTo>
                <a:cubicBezTo>
                  <a:pt x="19592" y="136276"/>
                  <a:pt x="20322" y="131135"/>
                  <a:pt x="20322" y="123076"/>
                </a:cubicBezTo>
                <a:lnTo>
                  <a:pt x="20322" y="31889"/>
                </a:lnTo>
                <a:cubicBezTo>
                  <a:pt x="20322" y="23066"/>
                  <a:pt x="19349" y="17543"/>
                  <a:pt x="17404" y="15319"/>
                </a:cubicBezTo>
                <a:cubicBezTo>
                  <a:pt x="14694" y="12262"/>
                  <a:pt x="10664" y="10734"/>
                  <a:pt x="5315" y="10734"/>
                </a:cubicBezTo>
                <a:lnTo>
                  <a:pt x="0" y="10734"/>
                </a:lnTo>
                <a:lnTo>
                  <a:pt x="0" y="6878"/>
                </a:lnTo>
                <a:lnTo>
                  <a:pt x="63987" y="6878"/>
                </a:lnTo>
                <a:lnTo>
                  <a:pt x="63987" y="10734"/>
                </a:lnTo>
                <a:cubicBezTo>
                  <a:pt x="56484" y="10664"/>
                  <a:pt x="51221" y="11360"/>
                  <a:pt x="48199" y="12821"/>
                </a:cubicBezTo>
                <a:cubicBezTo>
                  <a:pt x="45176" y="14280"/>
                  <a:pt x="43110" y="16123"/>
                  <a:pt x="41998" y="18348"/>
                </a:cubicBezTo>
                <a:cubicBezTo>
                  <a:pt x="40886" y="20573"/>
                  <a:pt x="40330" y="25893"/>
                  <a:pt x="40330" y="34306"/>
                </a:cubicBezTo>
                <a:lnTo>
                  <a:pt x="40330" y="123167"/>
                </a:lnTo>
                <a:cubicBezTo>
                  <a:pt x="40330" y="128938"/>
                  <a:pt x="40886" y="132901"/>
                  <a:pt x="41998" y="135057"/>
                </a:cubicBezTo>
                <a:cubicBezTo>
                  <a:pt x="42832" y="136516"/>
                  <a:pt x="44117" y="137594"/>
                  <a:pt x="45854" y="138291"/>
                </a:cubicBezTo>
                <a:cubicBezTo>
                  <a:pt x="47591" y="138986"/>
                  <a:pt x="53010" y="139333"/>
                  <a:pt x="62111" y="139333"/>
                </a:cubicBezTo>
                <a:lnTo>
                  <a:pt x="72428" y="139333"/>
                </a:lnTo>
                <a:cubicBezTo>
                  <a:pt x="83266" y="139333"/>
                  <a:pt x="90874" y="138529"/>
                  <a:pt x="95251" y="136920"/>
                </a:cubicBezTo>
                <a:cubicBezTo>
                  <a:pt x="99628" y="135311"/>
                  <a:pt x="103623" y="132460"/>
                  <a:pt x="107235" y="128368"/>
                </a:cubicBezTo>
                <a:cubicBezTo>
                  <a:pt x="110848" y="124275"/>
                  <a:pt x="114461" y="117822"/>
                  <a:pt x="118074" y="109007"/>
                </a:cubicBezTo>
                <a:close/>
                <a:moveTo>
                  <a:pt x="179550" y="50022"/>
                </a:moveTo>
                <a:cubicBezTo>
                  <a:pt x="194001" y="50022"/>
                  <a:pt x="205603" y="55505"/>
                  <a:pt x="214357" y="66472"/>
                </a:cubicBezTo>
                <a:cubicBezTo>
                  <a:pt x="221791" y="75840"/>
                  <a:pt x="225508" y="86598"/>
                  <a:pt x="225508" y="98745"/>
                </a:cubicBezTo>
                <a:cubicBezTo>
                  <a:pt x="225508" y="107282"/>
                  <a:pt x="223459" y="115923"/>
                  <a:pt x="219360" y="124668"/>
                </a:cubicBezTo>
                <a:cubicBezTo>
                  <a:pt x="215261" y="133411"/>
                  <a:pt x="209616" y="140004"/>
                  <a:pt x="202425" y="144446"/>
                </a:cubicBezTo>
                <a:cubicBezTo>
                  <a:pt x="195234" y="148888"/>
                  <a:pt x="187227" y="151109"/>
                  <a:pt x="178404" y="151109"/>
                </a:cubicBezTo>
                <a:cubicBezTo>
                  <a:pt x="164022" y="151109"/>
                  <a:pt x="152594" y="145383"/>
                  <a:pt x="144118" y="133930"/>
                </a:cubicBezTo>
                <a:cubicBezTo>
                  <a:pt x="136962" y="124284"/>
                  <a:pt x="133384" y="113458"/>
                  <a:pt x="133384" y="101452"/>
                </a:cubicBezTo>
                <a:cubicBezTo>
                  <a:pt x="133384" y="92706"/>
                  <a:pt x="135555" y="84013"/>
                  <a:pt x="139897" y="75372"/>
                </a:cubicBezTo>
                <a:cubicBezTo>
                  <a:pt x="144239" y="66731"/>
                  <a:pt x="149954" y="60346"/>
                  <a:pt x="157040" y="56216"/>
                </a:cubicBezTo>
                <a:cubicBezTo>
                  <a:pt x="164127" y="52087"/>
                  <a:pt x="171630" y="50022"/>
                  <a:pt x="179550" y="50022"/>
                </a:cubicBezTo>
                <a:moveTo>
                  <a:pt x="176320" y="56900"/>
                </a:moveTo>
                <a:cubicBezTo>
                  <a:pt x="172637" y="56900"/>
                  <a:pt x="168938" y="57994"/>
                  <a:pt x="165221" y="60180"/>
                </a:cubicBezTo>
                <a:cubicBezTo>
                  <a:pt x="161504" y="62366"/>
                  <a:pt x="158499" y="66200"/>
                  <a:pt x="156206" y="71682"/>
                </a:cubicBezTo>
                <a:cubicBezTo>
                  <a:pt x="153914" y="77164"/>
                  <a:pt x="152767" y="84207"/>
                  <a:pt x="152767" y="92812"/>
                </a:cubicBezTo>
                <a:cubicBezTo>
                  <a:pt x="152767" y="106689"/>
                  <a:pt x="155529" y="118660"/>
                  <a:pt x="161052" y="128723"/>
                </a:cubicBezTo>
                <a:cubicBezTo>
                  <a:pt x="166576" y="138784"/>
                  <a:pt x="173853" y="143814"/>
                  <a:pt x="182885" y="143814"/>
                </a:cubicBezTo>
                <a:cubicBezTo>
                  <a:pt x="189624" y="143814"/>
                  <a:pt x="195182" y="141038"/>
                  <a:pt x="199559" y="135487"/>
                </a:cubicBezTo>
                <a:cubicBezTo>
                  <a:pt x="203936" y="129935"/>
                  <a:pt x="206124" y="120394"/>
                  <a:pt x="206124" y="106864"/>
                </a:cubicBezTo>
                <a:cubicBezTo>
                  <a:pt x="206124" y="89932"/>
                  <a:pt x="202477" y="76608"/>
                  <a:pt x="195182" y="66892"/>
                </a:cubicBezTo>
                <a:cubicBezTo>
                  <a:pt x="190249" y="60231"/>
                  <a:pt x="183962" y="56900"/>
                  <a:pt x="176320" y="56900"/>
                </a:cubicBezTo>
                <a:close/>
                <a:moveTo>
                  <a:pt x="320990" y="111925"/>
                </a:moveTo>
                <a:cubicBezTo>
                  <a:pt x="318419" y="124500"/>
                  <a:pt x="313382" y="134174"/>
                  <a:pt x="305879" y="140948"/>
                </a:cubicBezTo>
                <a:cubicBezTo>
                  <a:pt x="298375" y="147722"/>
                  <a:pt x="290073" y="151109"/>
                  <a:pt x="280972" y="151109"/>
                </a:cubicBezTo>
                <a:cubicBezTo>
                  <a:pt x="270134" y="151109"/>
                  <a:pt x="260685" y="146564"/>
                  <a:pt x="252626" y="137473"/>
                </a:cubicBezTo>
                <a:cubicBezTo>
                  <a:pt x="244567" y="128381"/>
                  <a:pt x="240537" y="116096"/>
                  <a:pt x="240537" y="100618"/>
                </a:cubicBezTo>
                <a:cubicBezTo>
                  <a:pt x="240537" y="85626"/>
                  <a:pt x="245001" y="73446"/>
                  <a:pt x="253928" y="64078"/>
                </a:cubicBezTo>
                <a:cubicBezTo>
                  <a:pt x="262856" y="54708"/>
                  <a:pt x="273573" y="50022"/>
                  <a:pt x="286078" y="50022"/>
                </a:cubicBezTo>
                <a:cubicBezTo>
                  <a:pt x="295457" y="50022"/>
                  <a:pt x="303169" y="52498"/>
                  <a:pt x="309213" y="57451"/>
                </a:cubicBezTo>
                <a:cubicBezTo>
                  <a:pt x="315258" y="62401"/>
                  <a:pt x="318280" y="67542"/>
                  <a:pt x="318280" y="72874"/>
                </a:cubicBezTo>
                <a:cubicBezTo>
                  <a:pt x="318280" y="75506"/>
                  <a:pt x="317429" y="77636"/>
                  <a:pt x="315727" y="79264"/>
                </a:cubicBezTo>
                <a:cubicBezTo>
                  <a:pt x="314025" y="80890"/>
                  <a:pt x="311645" y="81703"/>
                  <a:pt x="308588" y="81703"/>
                </a:cubicBezTo>
                <a:cubicBezTo>
                  <a:pt x="304489" y="81703"/>
                  <a:pt x="301398" y="80383"/>
                  <a:pt x="299313" y="77743"/>
                </a:cubicBezTo>
                <a:cubicBezTo>
                  <a:pt x="298132" y="76284"/>
                  <a:pt x="297351" y="73505"/>
                  <a:pt x="296968" y="69406"/>
                </a:cubicBezTo>
                <a:cubicBezTo>
                  <a:pt x="296586" y="65307"/>
                  <a:pt x="295179" y="62181"/>
                  <a:pt x="292748" y="60027"/>
                </a:cubicBezTo>
                <a:cubicBezTo>
                  <a:pt x="290316" y="57943"/>
                  <a:pt x="286947" y="56900"/>
                  <a:pt x="282639" y="56900"/>
                </a:cubicBezTo>
                <a:cubicBezTo>
                  <a:pt x="275692" y="56900"/>
                  <a:pt x="270099" y="59471"/>
                  <a:pt x="265861" y="64612"/>
                </a:cubicBezTo>
                <a:cubicBezTo>
                  <a:pt x="260233" y="71421"/>
                  <a:pt x="257420" y="80418"/>
                  <a:pt x="257420" y="91603"/>
                </a:cubicBezTo>
                <a:cubicBezTo>
                  <a:pt x="257420" y="102997"/>
                  <a:pt x="260216" y="113054"/>
                  <a:pt x="265809" y="121773"/>
                </a:cubicBezTo>
                <a:cubicBezTo>
                  <a:pt x="271401" y="130492"/>
                  <a:pt x="278957" y="134852"/>
                  <a:pt x="288475" y="134852"/>
                </a:cubicBezTo>
                <a:cubicBezTo>
                  <a:pt x="295284" y="134852"/>
                  <a:pt x="301398" y="132524"/>
                  <a:pt x="306817" y="127870"/>
                </a:cubicBezTo>
                <a:cubicBezTo>
                  <a:pt x="310638" y="124674"/>
                  <a:pt x="314355" y="118872"/>
                  <a:pt x="317967" y="110466"/>
                </a:cubicBezTo>
                <a:lnTo>
                  <a:pt x="320990" y="111925"/>
                </a:lnTo>
                <a:close/>
                <a:moveTo>
                  <a:pt x="389004" y="134435"/>
                </a:moveTo>
                <a:cubicBezTo>
                  <a:pt x="379208" y="142008"/>
                  <a:pt x="373059" y="146385"/>
                  <a:pt x="370558" y="147566"/>
                </a:cubicBezTo>
                <a:cubicBezTo>
                  <a:pt x="366806" y="149372"/>
                  <a:pt x="362811" y="150275"/>
                  <a:pt x="358573" y="150275"/>
                </a:cubicBezTo>
                <a:cubicBezTo>
                  <a:pt x="351973" y="150275"/>
                  <a:pt x="346537" y="148017"/>
                  <a:pt x="342264" y="143502"/>
                </a:cubicBezTo>
                <a:cubicBezTo>
                  <a:pt x="337991" y="138986"/>
                  <a:pt x="335855" y="133045"/>
                  <a:pt x="335855" y="125681"/>
                </a:cubicBezTo>
                <a:cubicBezTo>
                  <a:pt x="335855" y="121026"/>
                  <a:pt x="336897" y="116997"/>
                  <a:pt x="338981" y="113592"/>
                </a:cubicBezTo>
                <a:cubicBezTo>
                  <a:pt x="341830" y="108868"/>
                  <a:pt x="346780" y="104422"/>
                  <a:pt x="353832" y="100253"/>
                </a:cubicBezTo>
                <a:cubicBezTo>
                  <a:pt x="360883" y="96085"/>
                  <a:pt x="372607" y="91013"/>
                  <a:pt x="389004" y="85038"/>
                </a:cubicBezTo>
                <a:lnTo>
                  <a:pt x="389004" y="81286"/>
                </a:lnTo>
                <a:cubicBezTo>
                  <a:pt x="389004" y="71768"/>
                  <a:pt x="387493" y="65237"/>
                  <a:pt x="384470" y="61694"/>
                </a:cubicBezTo>
                <a:cubicBezTo>
                  <a:pt x="381448" y="58151"/>
                  <a:pt x="377054" y="56379"/>
                  <a:pt x="371287" y="56379"/>
                </a:cubicBezTo>
                <a:cubicBezTo>
                  <a:pt x="366910" y="56379"/>
                  <a:pt x="363437" y="57556"/>
                  <a:pt x="360866" y="59910"/>
                </a:cubicBezTo>
                <a:cubicBezTo>
                  <a:pt x="358226" y="62263"/>
                  <a:pt x="356906" y="64963"/>
                  <a:pt x="356906" y="68009"/>
                </a:cubicBezTo>
                <a:lnTo>
                  <a:pt x="357114" y="74030"/>
                </a:lnTo>
                <a:cubicBezTo>
                  <a:pt x="357114" y="77213"/>
                  <a:pt x="356298" y="79670"/>
                  <a:pt x="354665" y="81400"/>
                </a:cubicBezTo>
                <a:cubicBezTo>
                  <a:pt x="353033" y="83131"/>
                  <a:pt x="350896" y="83996"/>
                  <a:pt x="348256" y="83996"/>
                </a:cubicBezTo>
                <a:cubicBezTo>
                  <a:pt x="345686" y="83996"/>
                  <a:pt x="343584" y="83096"/>
                  <a:pt x="341951" y="81296"/>
                </a:cubicBezTo>
                <a:cubicBezTo>
                  <a:pt x="340319" y="79494"/>
                  <a:pt x="339502" y="77034"/>
                  <a:pt x="339502" y="73916"/>
                </a:cubicBezTo>
                <a:cubicBezTo>
                  <a:pt x="339502" y="67961"/>
                  <a:pt x="342559" y="62490"/>
                  <a:pt x="348673" y="57503"/>
                </a:cubicBezTo>
                <a:cubicBezTo>
                  <a:pt x="354787" y="52516"/>
                  <a:pt x="363367" y="50022"/>
                  <a:pt x="374414" y="50022"/>
                </a:cubicBezTo>
                <a:cubicBezTo>
                  <a:pt x="382890" y="50022"/>
                  <a:pt x="389837" y="51444"/>
                  <a:pt x="395256" y="54289"/>
                </a:cubicBezTo>
                <a:cubicBezTo>
                  <a:pt x="399356" y="56440"/>
                  <a:pt x="402378" y="59806"/>
                  <a:pt x="404323" y="64387"/>
                </a:cubicBezTo>
                <a:cubicBezTo>
                  <a:pt x="405574" y="67371"/>
                  <a:pt x="406199" y="73477"/>
                  <a:pt x="406199" y="82706"/>
                </a:cubicBezTo>
                <a:lnTo>
                  <a:pt x="406199" y="115077"/>
                </a:lnTo>
                <a:cubicBezTo>
                  <a:pt x="406199" y="124168"/>
                  <a:pt x="406373" y="129737"/>
                  <a:pt x="406720" y="131784"/>
                </a:cubicBezTo>
                <a:cubicBezTo>
                  <a:pt x="407067" y="133831"/>
                  <a:pt x="407640" y="135202"/>
                  <a:pt x="408439" y="135897"/>
                </a:cubicBezTo>
                <a:cubicBezTo>
                  <a:pt x="409238" y="136590"/>
                  <a:pt x="410159" y="136936"/>
                  <a:pt x="411201" y="136936"/>
                </a:cubicBezTo>
                <a:cubicBezTo>
                  <a:pt x="412313" y="136936"/>
                  <a:pt x="413285" y="136693"/>
                  <a:pt x="414119" y="136207"/>
                </a:cubicBezTo>
                <a:cubicBezTo>
                  <a:pt x="415578" y="135303"/>
                  <a:pt x="418392" y="132768"/>
                  <a:pt x="422560" y="128599"/>
                </a:cubicBezTo>
                <a:lnTo>
                  <a:pt x="422560" y="134435"/>
                </a:lnTo>
                <a:cubicBezTo>
                  <a:pt x="414779" y="144856"/>
                  <a:pt x="407345" y="150067"/>
                  <a:pt x="400259" y="150067"/>
                </a:cubicBezTo>
                <a:cubicBezTo>
                  <a:pt x="396854" y="150067"/>
                  <a:pt x="394145" y="148886"/>
                  <a:pt x="392130" y="146524"/>
                </a:cubicBezTo>
                <a:cubicBezTo>
                  <a:pt x="390115" y="144162"/>
                  <a:pt x="389073" y="140132"/>
                  <a:pt x="389004" y="134435"/>
                </a:cubicBezTo>
                <a:moveTo>
                  <a:pt x="389004" y="127603"/>
                </a:moveTo>
                <a:lnTo>
                  <a:pt x="389004" y="91395"/>
                </a:lnTo>
                <a:cubicBezTo>
                  <a:pt x="378513" y="95544"/>
                  <a:pt x="371739" y="98484"/>
                  <a:pt x="368682" y="100214"/>
                </a:cubicBezTo>
                <a:cubicBezTo>
                  <a:pt x="363194" y="103258"/>
                  <a:pt x="359268" y="106440"/>
                  <a:pt x="356906" y="109759"/>
                </a:cubicBezTo>
                <a:cubicBezTo>
                  <a:pt x="354544" y="113079"/>
                  <a:pt x="353363" y="116710"/>
                  <a:pt x="353363" y="120653"/>
                </a:cubicBezTo>
                <a:cubicBezTo>
                  <a:pt x="353363" y="125633"/>
                  <a:pt x="354856" y="129766"/>
                  <a:pt x="357844" y="133051"/>
                </a:cubicBezTo>
                <a:cubicBezTo>
                  <a:pt x="360831" y="136336"/>
                  <a:pt x="364270" y="137978"/>
                  <a:pt x="368161" y="137978"/>
                </a:cubicBezTo>
                <a:cubicBezTo>
                  <a:pt x="373441" y="137978"/>
                  <a:pt x="380389" y="134520"/>
                  <a:pt x="389004" y="127603"/>
                </a:cubicBezTo>
                <a:close/>
                <a:moveTo>
                  <a:pt x="457642" y="21259"/>
                </a:moveTo>
                <a:lnTo>
                  <a:pt x="457642" y="52732"/>
                </a:lnTo>
                <a:lnTo>
                  <a:pt x="479944" y="52732"/>
                </a:lnTo>
                <a:lnTo>
                  <a:pt x="479944" y="60027"/>
                </a:lnTo>
                <a:lnTo>
                  <a:pt x="457642" y="60027"/>
                </a:lnTo>
                <a:lnTo>
                  <a:pt x="457642" y="121845"/>
                </a:lnTo>
                <a:cubicBezTo>
                  <a:pt x="457642" y="128022"/>
                  <a:pt x="458528" y="132186"/>
                  <a:pt x="460300" y="134337"/>
                </a:cubicBezTo>
                <a:cubicBezTo>
                  <a:pt x="462072" y="136487"/>
                  <a:pt x="464347" y="137561"/>
                  <a:pt x="467126" y="137561"/>
                </a:cubicBezTo>
                <a:cubicBezTo>
                  <a:pt x="469419" y="137561"/>
                  <a:pt x="471642" y="136849"/>
                  <a:pt x="473796" y="135425"/>
                </a:cubicBezTo>
                <a:cubicBezTo>
                  <a:pt x="475949" y="134001"/>
                  <a:pt x="477617" y="131899"/>
                  <a:pt x="478798" y="129120"/>
                </a:cubicBezTo>
                <a:lnTo>
                  <a:pt x="482862" y="129120"/>
                </a:lnTo>
                <a:cubicBezTo>
                  <a:pt x="480430" y="135948"/>
                  <a:pt x="476991" y="141112"/>
                  <a:pt x="472545" y="144612"/>
                </a:cubicBezTo>
                <a:cubicBezTo>
                  <a:pt x="468099" y="148110"/>
                  <a:pt x="463513" y="149859"/>
                  <a:pt x="458789" y="149859"/>
                </a:cubicBezTo>
                <a:cubicBezTo>
                  <a:pt x="455593" y="149859"/>
                  <a:pt x="452467" y="148972"/>
                  <a:pt x="449410" y="147198"/>
                </a:cubicBezTo>
                <a:cubicBezTo>
                  <a:pt x="446353" y="145424"/>
                  <a:pt x="444095" y="142886"/>
                  <a:pt x="442636" y="139584"/>
                </a:cubicBezTo>
                <a:cubicBezTo>
                  <a:pt x="441177" y="136279"/>
                  <a:pt x="440447" y="131184"/>
                  <a:pt x="440447" y="124297"/>
                </a:cubicBezTo>
                <a:lnTo>
                  <a:pt x="440447" y="60027"/>
                </a:lnTo>
                <a:lnTo>
                  <a:pt x="425336" y="60027"/>
                </a:lnTo>
                <a:lnTo>
                  <a:pt x="425336" y="56588"/>
                </a:lnTo>
                <a:cubicBezTo>
                  <a:pt x="429158" y="55055"/>
                  <a:pt x="433066" y="52459"/>
                  <a:pt x="437060" y="48801"/>
                </a:cubicBezTo>
                <a:cubicBezTo>
                  <a:pt x="441055" y="45143"/>
                  <a:pt x="444616" y="40805"/>
                  <a:pt x="447742" y="35787"/>
                </a:cubicBezTo>
                <a:cubicBezTo>
                  <a:pt x="449340" y="33141"/>
                  <a:pt x="451563" y="28298"/>
                  <a:pt x="454412" y="21259"/>
                </a:cubicBezTo>
                <a:lnTo>
                  <a:pt x="457642" y="21259"/>
                </a:lnTo>
                <a:close/>
                <a:moveTo>
                  <a:pt x="513750" y="0"/>
                </a:moveTo>
                <a:cubicBezTo>
                  <a:pt x="516668" y="0"/>
                  <a:pt x="519152" y="1030"/>
                  <a:pt x="521202" y="3091"/>
                </a:cubicBezTo>
                <a:cubicBezTo>
                  <a:pt x="523251" y="5149"/>
                  <a:pt x="524276" y="7644"/>
                  <a:pt x="524276" y="10578"/>
                </a:cubicBezTo>
                <a:cubicBezTo>
                  <a:pt x="524276" y="13511"/>
                  <a:pt x="523251" y="16025"/>
                  <a:pt x="521202" y="18120"/>
                </a:cubicBezTo>
                <a:cubicBezTo>
                  <a:pt x="519152" y="20213"/>
                  <a:pt x="516668" y="21259"/>
                  <a:pt x="513750" y="21259"/>
                </a:cubicBezTo>
                <a:cubicBezTo>
                  <a:pt x="510832" y="21259"/>
                  <a:pt x="508331" y="20213"/>
                  <a:pt x="506247" y="18120"/>
                </a:cubicBezTo>
                <a:cubicBezTo>
                  <a:pt x="504163" y="16025"/>
                  <a:pt x="503121" y="13511"/>
                  <a:pt x="503121" y="10578"/>
                </a:cubicBezTo>
                <a:cubicBezTo>
                  <a:pt x="503121" y="7644"/>
                  <a:pt x="504145" y="5149"/>
                  <a:pt x="506195" y="3091"/>
                </a:cubicBezTo>
                <a:cubicBezTo>
                  <a:pt x="508244" y="1030"/>
                  <a:pt x="510763" y="0"/>
                  <a:pt x="513750" y="0"/>
                </a:cubicBezTo>
                <a:moveTo>
                  <a:pt x="522400" y="50022"/>
                </a:moveTo>
                <a:lnTo>
                  <a:pt x="522400" y="126554"/>
                </a:lnTo>
                <a:cubicBezTo>
                  <a:pt x="522400" y="132516"/>
                  <a:pt x="522834" y="136485"/>
                  <a:pt x="523703" y="138460"/>
                </a:cubicBezTo>
                <a:cubicBezTo>
                  <a:pt x="524571" y="140436"/>
                  <a:pt x="525856" y="141909"/>
                  <a:pt x="527559" y="142880"/>
                </a:cubicBezTo>
                <a:cubicBezTo>
                  <a:pt x="529261" y="143850"/>
                  <a:pt x="532370" y="144335"/>
                  <a:pt x="536886" y="144335"/>
                </a:cubicBezTo>
                <a:lnTo>
                  <a:pt x="536886" y="148191"/>
                </a:lnTo>
                <a:lnTo>
                  <a:pt x="490511" y="148191"/>
                </a:lnTo>
                <a:lnTo>
                  <a:pt x="490511" y="144335"/>
                </a:lnTo>
                <a:cubicBezTo>
                  <a:pt x="495166" y="144335"/>
                  <a:pt x="498292" y="143885"/>
                  <a:pt x="499890" y="142984"/>
                </a:cubicBezTo>
                <a:cubicBezTo>
                  <a:pt x="501488" y="142083"/>
                  <a:pt x="502756" y="140592"/>
                  <a:pt x="503694" y="138512"/>
                </a:cubicBezTo>
                <a:cubicBezTo>
                  <a:pt x="504632" y="136432"/>
                  <a:pt x="505101" y="132446"/>
                  <a:pt x="505101" y="126554"/>
                </a:cubicBezTo>
                <a:lnTo>
                  <a:pt x="505101" y="89848"/>
                </a:lnTo>
                <a:cubicBezTo>
                  <a:pt x="505101" y="79518"/>
                  <a:pt x="504788" y="72829"/>
                  <a:pt x="504163" y="69780"/>
                </a:cubicBezTo>
                <a:cubicBezTo>
                  <a:pt x="503676" y="67562"/>
                  <a:pt x="502912" y="66019"/>
                  <a:pt x="501870" y="65153"/>
                </a:cubicBezTo>
                <a:cubicBezTo>
                  <a:pt x="500828" y="64286"/>
                  <a:pt x="499404" y="63853"/>
                  <a:pt x="497597" y="63853"/>
                </a:cubicBezTo>
                <a:cubicBezTo>
                  <a:pt x="495652" y="63853"/>
                  <a:pt x="493290" y="64373"/>
                  <a:pt x="490511" y="65413"/>
                </a:cubicBezTo>
                <a:lnTo>
                  <a:pt x="489052" y="61668"/>
                </a:lnTo>
                <a:lnTo>
                  <a:pt x="517815" y="50022"/>
                </a:lnTo>
                <a:lnTo>
                  <a:pt x="522400" y="50022"/>
                </a:lnTo>
                <a:close/>
                <a:moveTo>
                  <a:pt x="595702" y="50022"/>
                </a:moveTo>
                <a:cubicBezTo>
                  <a:pt x="610153" y="50022"/>
                  <a:pt x="621756" y="55505"/>
                  <a:pt x="630510" y="66472"/>
                </a:cubicBezTo>
                <a:cubicBezTo>
                  <a:pt x="637944" y="75840"/>
                  <a:pt x="641660" y="86598"/>
                  <a:pt x="641660" y="98745"/>
                </a:cubicBezTo>
                <a:cubicBezTo>
                  <a:pt x="641660" y="107282"/>
                  <a:pt x="639611" y="115923"/>
                  <a:pt x="635512" y="124668"/>
                </a:cubicBezTo>
                <a:cubicBezTo>
                  <a:pt x="631413" y="133411"/>
                  <a:pt x="625768" y="140004"/>
                  <a:pt x="618577" y="144446"/>
                </a:cubicBezTo>
                <a:cubicBezTo>
                  <a:pt x="611387" y="148888"/>
                  <a:pt x="603379" y="151109"/>
                  <a:pt x="594556" y="151109"/>
                </a:cubicBezTo>
                <a:cubicBezTo>
                  <a:pt x="580175" y="151109"/>
                  <a:pt x="568746" y="145383"/>
                  <a:pt x="560270" y="133930"/>
                </a:cubicBezTo>
                <a:cubicBezTo>
                  <a:pt x="553114" y="124284"/>
                  <a:pt x="549536" y="113458"/>
                  <a:pt x="549536" y="101452"/>
                </a:cubicBezTo>
                <a:cubicBezTo>
                  <a:pt x="549536" y="92706"/>
                  <a:pt x="551707" y="84013"/>
                  <a:pt x="556049" y="75372"/>
                </a:cubicBezTo>
                <a:cubicBezTo>
                  <a:pt x="560392" y="66731"/>
                  <a:pt x="566106" y="60346"/>
                  <a:pt x="573192" y="56216"/>
                </a:cubicBezTo>
                <a:cubicBezTo>
                  <a:pt x="580279" y="52087"/>
                  <a:pt x="587782" y="50022"/>
                  <a:pt x="595702" y="50022"/>
                </a:cubicBezTo>
                <a:moveTo>
                  <a:pt x="592472" y="56900"/>
                </a:moveTo>
                <a:cubicBezTo>
                  <a:pt x="588790" y="56900"/>
                  <a:pt x="585090" y="57994"/>
                  <a:pt x="581373" y="60180"/>
                </a:cubicBezTo>
                <a:cubicBezTo>
                  <a:pt x="577656" y="62366"/>
                  <a:pt x="574651" y="66200"/>
                  <a:pt x="572359" y="71682"/>
                </a:cubicBezTo>
                <a:cubicBezTo>
                  <a:pt x="570066" y="77164"/>
                  <a:pt x="568920" y="84207"/>
                  <a:pt x="568920" y="92812"/>
                </a:cubicBezTo>
                <a:cubicBezTo>
                  <a:pt x="568920" y="106689"/>
                  <a:pt x="571681" y="118660"/>
                  <a:pt x="577205" y="128723"/>
                </a:cubicBezTo>
                <a:cubicBezTo>
                  <a:pt x="582728" y="138784"/>
                  <a:pt x="590005" y="143814"/>
                  <a:pt x="599037" y="143814"/>
                </a:cubicBezTo>
                <a:cubicBezTo>
                  <a:pt x="605776" y="143814"/>
                  <a:pt x="611334" y="141038"/>
                  <a:pt x="615711" y="135487"/>
                </a:cubicBezTo>
                <a:cubicBezTo>
                  <a:pt x="620088" y="129935"/>
                  <a:pt x="622277" y="120394"/>
                  <a:pt x="622277" y="106864"/>
                </a:cubicBezTo>
                <a:cubicBezTo>
                  <a:pt x="622277" y="89932"/>
                  <a:pt x="618629" y="76608"/>
                  <a:pt x="611334" y="66892"/>
                </a:cubicBezTo>
                <a:cubicBezTo>
                  <a:pt x="606402" y="60231"/>
                  <a:pt x="600114" y="56900"/>
                  <a:pt x="592472" y="56900"/>
                </a:cubicBezTo>
                <a:close/>
                <a:moveTo>
                  <a:pt x="683888" y="70240"/>
                </a:moveTo>
                <a:cubicBezTo>
                  <a:pt x="695074" y="56761"/>
                  <a:pt x="705738" y="50022"/>
                  <a:pt x="715882" y="50022"/>
                </a:cubicBezTo>
                <a:cubicBezTo>
                  <a:pt x="721092" y="50022"/>
                  <a:pt x="725573" y="51323"/>
                  <a:pt x="729325" y="53924"/>
                </a:cubicBezTo>
                <a:cubicBezTo>
                  <a:pt x="733077" y="56523"/>
                  <a:pt x="736064" y="60803"/>
                  <a:pt x="738287" y="66765"/>
                </a:cubicBezTo>
                <a:cubicBezTo>
                  <a:pt x="739816" y="70922"/>
                  <a:pt x="740580" y="77300"/>
                  <a:pt x="740580" y="85898"/>
                </a:cubicBezTo>
                <a:lnTo>
                  <a:pt x="740580" y="126554"/>
                </a:lnTo>
                <a:cubicBezTo>
                  <a:pt x="740580" y="132585"/>
                  <a:pt x="741066" y="136676"/>
                  <a:pt x="742039" y="138825"/>
                </a:cubicBezTo>
                <a:cubicBezTo>
                  <a:pt x="742803" y="140558"/>
                  <a:pt x="744036" y="141909"/>
                  <a:pt x="745739" y="142880"/>
                </a:cubicBezTo>
                <a:cubicBezTo>
                  <a:pt x="747441" y="143850"/>
                  <a:pt x="750585" y="144335"/>
                  <a:pt x="755170" y="144335"/>
                </a:cubicBezTo>
                <a:lnTo>
                  <a:pt x="755170" y="148191"/>
                </a:lnTo>
                <a:lnTo>
                  <a:pt x="707961" y="148191"/>
                </a:lnTo>
                <a:lnTo>
                  <a:pt x="707961" y="144335"/>
                </a:lnTo>
                <a:lnTo>
                  <a:pt x="709941" y="144335"/>
                </a:lnTo>
                <a:cubicBezTo>
                  <a:pt x="714388" y="144335"/>
                  <a:pt x="717497" y="143661"/>
                  <a:pt x="719268" y="142313"/>
                </a:cubicBezTo>
                <a:cubicBezTo>
                  <a:pt x="721040" y="140965"/>
                  <a:pt x="722273" y="138978"/>
                  <a:pt x="722968" y="136353"/>
                </a:cubicBezTo>
                <a:cubicBezTo>
                  <a:pt x="723246" y="135315"/>
                  <a:pt x="723385" y="132066"/>
                  <a:pt x="723385" y="126606"/>
                </a:cubicBezTo>
                <a:lnTo>
                  <a:pt x="723385" y="87725"/>
                </a:lnTo>
                <a:cubicBezTo>
                  <a:pt x="723385" y="79086"/>
                  <a:pt x="722256" y="72814"/>
                  <a:pt x="719998" y="68908"/>
                </a:cubicBezTo>
                <a:cubicBezTo>
                  <a:pt x="717740" y="65002"/>
                  <a:pt x="713936" y="63049"/>
                  <a:pt x="708587" y="63049"/>
                </a:cubicBezTo>
                <a:cubicBezTo>
                  <a:pt x="700319" y="63049"/>
                  <a:pt x="692086" y="67542"/>
                  <a:pt x="683888" y="76528"/>
                </a:cubicBezTo>
                <a:lnTo>
                  <a:pt x="683888" y="126606"/>
                </a:lnTo>
                <a:cubicBezTo>
                  <a:pt x="683888" y="133035"/>
                  <a:pt x="684270" y="137009"/>
                  <a:pt x="685034" y="138529"/>
                </a:cubicBezTo>
                <a:cubicBezTo>
                  <a:pt x="686007" y="140533"/>
                  <a:pt x="687344" y="142001"/>
                  <a:pt x="689047" y="142935"/>
                </a:cubicBezTo>
                <a:cubicBezTo>
                  <a:pt x="690749" y="143868"/>
                  <a:pt x="694205" y="144335"/>
                  <a:pt x="699416" y="144335"/>
                </a:cubicBezTo>
                <a:lnTo>
                  <a:pt x="699416" y="148191"/>
                </a:lnTo>
                <a:lnTo>
                  <a:pt x="652207" y="148191"/>
                </a:lnTo>
                <a:lnTo>
                  <a:pt x="652207" y="144335"/>
                </a:lnTo>
                <a:lnTo>
                  <a:pt x="654292" y="144335"/>
                </a:lnTo>
                <a:cubicBezTo>
                  <a:pt x="659155" y="144335"/>
                  <a:pt x="662438" y="143105"/>
                  <a:pt x="664140" y="140645"/>
                </a:cubicBezTo>
                <a:cubicBezTo>
                  <a:pt x="665842" y="138183"/>
                  <a:pt x="666693" y="133486"/>
                  <a:pt x="666693" y="126554"/>
                </a:cubicBezTo>
                <a:lnTo>
                  <a:pt x="666693" y="91200"/>
                </a:lnTo>
                <a:cubicBezTo>
                  <a:pt x="666693" y="79762"/>
                  <a:pt x="666432" y="72796"/>
                  <a:pt x="665911" y="70302"/>
                </a:cubicBezTo>
                <a:cubicBezTo>
                  <a:pt x="665390" y="67805"/>
                  <a:pt x="664591" y="66106"/>
                  <a:pt x="663514" y="65205"/>
                </a:cubicBezTo>
                <a:cubicBezTo>
                  <a:pt x="662438" y="64304"/>
                  <a:pt x="660996" y="63853"/>
                  <a:pt x="659190" y="63853"/>
                </a:cubicBezTo>
                <a:cubicBezTo>
                  <a:pt x="657244" y="63853"/>
                  <a:pt x="654917" y="64373"/>
                  <a:pt x="652207" y="65413"/>
                </a:cubicBezTo>
                <a:lnTo>
                  <a:pt x="650644" y="61668"/>
                </a:lnTo>
                <a:lnTo>
                  <a:pt x="679407" y="50022"/>
                </a:lnTo>
                <a:lnTo>
                  <a:pt x="683888" y="50022"/>
                </a:lnTo>
                <a:lnTo>
                  <a:pt x="683888" y="70240"/>
                </a:ln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T">
            <a:extLst xmlns:a="http://schemas.openxmlformats.org/drawingml/2006/main">
              <a:ext uri="{FF2B5EF4-FFF2-40B4-BE49-F238E27FC236}">
                <a16:creationId xmlns:a16="http://schemas.microsoft.com/office/drawing/2014/main" id="{BF7DA6E6-A975-4FA5-BD87-BD2485C1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8107" y="145407"/>
            <a:ext cx="118595" cy="141313"/>
          </a:xfrm>
          <a:custGeom xmlns:a="http://schemas.openxmlformats.org/drawingml/2006/main">
            <a:pathLst>
              <a:path w="118595" h="141313">
                <a:moveTo>
                  <a:pt x="117031" y="0"/>
                </a:moveTo>
                <a:lnTo>
                  <a:pt x="118595" y="33140"/>
                </a:lnTo>
                <a:lnTo>
                  <a:pt x="114634" y="33140"/>
                </a:lnTo>
                <a:cubicBezTo>
                  <a:pt x="113870" y="27304"/>
                  <a:pt x="112828" y="23135"/>
                  <a:pt x="111508" y="20634"/>
                </a:cubicBezTo>
                <a:cubicBezTo>
                  <a:pt x="109354" y="16605"/>
                  <a:pt x="106488" y="13635"/>
                  <a:pt x="102911" y="11724"/>
                </a:cubicBezTo>
                <a:cubicBezTo>
                  <a:pt x="99333" y="9813"/>
                  <a:pt x="94626" y="8858"/>
                  <a:pt x="88790" y="8858"/>
                </a:cubicBezTo>
                <a:lnTo>
                  <a:pt x="68885" y="8858"/>
                </a:lnTo>
                <a:lnTo>
                  <a:pt x="68885" y="116823"/>
                </a:lnTo>
                <a:cubicBezTo>
                  <a:pt x="68885" y="125507"/>
                  <a:pt x="69823" y="130926"/>
                  <a:pt x="71699" y="133080"/>
                </a:cubicBezTo>
                <a:cubicBezTo>
                  <a:pt x="74339" y="135998"/>
                  <a:pt x="78403" y="137457"/>
                  <a:pt x="83892" y="137457"/>
                </a:cubicBezTo>
                <a:lnTo>
                  <a:pt x="88790" y="137457"/>
                </a:lnTo>
                <a:lnTo>
                  <a:pt x="88790" y="141313"/>
                </a:lnTo>
                <a:lnTo>
                  <a:pt x="28867" y="141313"/>
                </a:lnTo>
                <a:lnTo>
                  <a:pt x="28867" y="137457"/>
                </a:lnTo>
                <a:lnTo>
                  <a:pt x="33869" y="137457"/>
                </a:lnTo>
                <a:cubicBezTo>
                  <a:pt x="39844" y="137457"/>
                  <a:pt x="44082" y="135651"/>
                  <a:pt x="46583" y="132038"/>
                </a:cubicBezTo>
                <a:cubicBezTo>
                  <a:pt x="48112" y="129815"/>
                  <a:pt x="48876" y="124743"/>
                  <a:pt x="48876" y="116823"/>
                </a:cubicBezTo>
                <a:lnTo>
                  <a:pt x="48876" y="8858"/>
                </a:lnTo>
                <a:lnTo>
                  <a:pt x="31889" y="8858"/>
                </a:lnTo>
                <a:cubicBezTo>
                  <a:pt x="25289" y="8858"/>
                  <a:pt x="20599" y="9344"/>
                  <a:pt x="17820" y="10317"/>
                </a:cubicBezTo>
                <a:cubicBezTo>
                  <a:pt x="14208" y="11637"/>
                  <a:pt x="11116" y="14173"/>
                  <a:pt x="8545" y="17925"/>
                </a:cubicBezTo>
                <a:cubicBezTo>
                  <a:pt x="5975" y="21676"/>
                  <a:pt x="4446" y="26748"/>
                  <a:pt x="3960" y="33140"/>
                </a:cubicBezTo>
                <a:lnTo>
                  <a:pt x="0" y="33140"/>
                </a:lnTo>
                <a:lnTo>
                  <a:pt x="1667" y="0"/>
                </a:lnTo>
                <a:lnTo>
                  <a:pt x="117031" y="0"/>
                </a:ln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ype">
            <a:extLst xmlns:a="http://schemas.openxmlformats.org/drawingml/2006/main">
              <a:ext uri="{FF2B5EF4-FFF2-40B4-BE49-F238E27FC236}">
                <a16:creationId xmlns:a16="http://schemas.microsoft.com/office/drawing/2014/main" id="{E14A0166-0A3C-45EB-8D01-768562BE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7973" y="188552"/>
            <a:ext cx="301532" cy="144231"/>
          </a:xfrm>
          <a:custGeom xmlns:a="http://schemas.openxmlformats.org/drawingml/2006/main">
            <a:pathLst>
              <a:path w="301532" h="144231">
                <a:moveTo>
                  <a:pt x="0" y="2710"/>
                </a:moveTo>
                <a:lnTo>
                  <a:pt x="44499" y="2710"/>
                </a:lnTo>
                <a:lnTo>
                  <a:pt x="44499" y="6565"/>
                </a:lnTo>
                <a:lnTo>
                  <a:pt x="42311" y="6565"/>
                </a:lnTo>
                <a:cubicBezTo>
                  <a:pt x="39184" y="6565"/>
                  <a:pt x="36839" y="7243"/>
                  <a:pt x="35276" y="8598"/>
                </a:cubicBezTo>
                <a:cubicBezTo>
                  <a:pt x="33713" y="9952"/>
                  <a:pt x="32931" y="11637"/>
                  <a:pt x="32931" y="13652"/>
                </a:cubicBezTo>
                <a:cubicBezTo>
                  <a:pt x="32931" y="16361"/>
                  <a:pt x="34078" y="20113"/>
                  <a:pt x="36370" y="24907"/>
                </a:cubicBezTo>
                <a:lnTo>
                  <a:pt x="59610" y="73053"/>
                </a:lnTo>
                <a:lnTo>
                  <a:pt x="80974" y="20322"/>
                </a:lnTo>
                <a:cubicBezTo>
                  <a:pt x="82155" y="17473"/>
                  <a:pt x="82745" y="14659"/>
                  <a:pt x="82745" y="11880"/>
                </a:cubicBezTo>
                <a:cubicBezTo>
                  <a:pt x="82745" y="10630"/>
                  <a:pt x="82502" y="9692"/>
                  <a:pt x="82016" y="9067"/>
                </a:cubicBezTo>
                <a:cubicBezTo>
                  <a:pt x="81460" y="8302"/>
                  <a:pt x="80592" y="7694"/>
                  <a:pt x="79410" y="7243"/>
                </a:cubicBezTo>
                <a:cubicBezTo>
                  <a:pt x="78229" y="6791"/>
                  <a:pt x="76145" y="6565"/>
                  <a:pt x="73158" y="6565"/>
                </a:cubicBezTo>
                <a:lnTo>
                  <a:pt x="73158" y="2710"/>
                </a:lnTo>
                <a:lnTo>
                  <a:pt x="104213" y="2710"/>
                </a:lnTo>
                <a:lnTo>
                  <a:pt x="104213" y="6565"/>
                </a:lnTo>
                <a:cubicBezTo>
                  <a:pt x="101643" y="6843"/>
                  <a:pt x="99663" y="7399"/>
                  <a:pt x="98273" y="8233"/>
                </a:cubicBezTo>
                <a:cubicBezTo>
                  <a:pt x="96884" y="9067"/>
                  <a:pt x="95355" y="10630"/>
                  <a:pt x="93688" y="12922"/>
                </a:cubicBezTo>
                <a:cubicBezTo>
                  <a:pt x="93062" y="13895"/>
                  <a:pt x="91881" y="16570"/>
                  <a:pt x="90144" y="20947"/>
                </a:cubicBezTo>
                <a:lnTo>
                  <a:pt x="51273" y="116198"/>
                </a:lnTo>
                <a:cubicBezTo>
                  <a:pt x="47521" y="125438"/>
                  <a:pt x="42606" y="132420"/>
                  <a:pt x="36527" y="137145"/>
                </a:cubicBezTo>
                <a:cubicBezTo>
                  <a:pt x="30448" y="141869"/>
                  <a:pt x="24594" y="144231"/>
                  <a:pt x="18967" y="144231"/>
                </a:cubicBezTo>
                <a:cubicBezTo>
                  <a:pt x="14868" y="144231"/>
                  <a:pt x="11498" y="143064"/>
                  <a:pt x="8858" y="140730"/>
                </a:cubicBezTo>
                <a:cubicBezTo>
                  <a:pt x="6218" y="138396"/>
                  <a:pt x="4898" y="135719"/>
                  <a:pt x="4898" y="132699"/>
                </a:cubicBezTo>
                <a:cubicBezTo>
                  <a:pt x="4898" y="129816"/>
                  <a:pt x="5853" y="127491"/>
                  <a:pt x="7764" y="125723"/>
                </a:cubicBezTo>
                <a:cubicBezTo>
                  <a:pt x="9674" y="123958"/>
                  <a:pt x="12297" y="123076"/>
                  <a:pt x="15632" y="123076"/>
                </a:cubicBezTo>
                <a:cubicBezTo>
                  <a:pt x="17925" y="123076"/>
                  <a:pt x="21051" y="123840"/>
                  <a:pt x="25011" y="125368"/>
                </a:cubicBezTo>
                <a:cubicBezTo>
                  <a:pt x="27790" y="126411"/>
                  <a:pt x="29527" y="126932"/>
                  <a:pt x="30222" y="126932"/>
                </a:cubicBezTo>
                <a:cubicBezTo>
                  <a:pt x="32306" y="126932"/>
                  <a:pt x="34581" y="125847"/>
                  <a:pt x="37048" y="123678"/>
                </a:cubicBezTo>
                <a:cubicBezTo>
                  <a:pt x="39514" y="121511"/>
                  <a:pt x="41998" y="117317"/>
                  <a:pt x="44499" y="111094"/>
                </a:cubicBezTo>
                <a:lnTo>
                  <a:pt x="51273" y="94417"/>
                </a:lnTo>
                <a:lnTo>
                  <a:pt x="16987" y="22406"/>
                </a:lnTo>
                <a:cubicBezTo>
                  <a:pt x="15945" y="20252"/>
                  <a:pt x="14277" y="17577"/>
                  <a:pt x="11985" y="14381"/>
                </a:cubicBezTo>
                <a:cubicBezTo>
                  <a:pt x="10248" y="11950"/>
                  <a:pt x="8823" y="10317"/>
                  <a:pt x="7712" y="9483"/>
                </a:cubicBezTo>
                <a:cubicBezTo>
                  <a:pt x="6114" y="8372"/>
                  <a:pt x="3543" y="7399"/>
                  <a:pt x="0" y="6565"/>
                </a:cubicBezTo>
                <a:lnTo>
                  <a:pt x="0" y="2710"/>
                </a:lnTo>
                <a:close/>
                <a:moveTo>
                  <a:pt x="105590" y="12098"/>
                </a:moveTo>
                <a:lnTo>
                  <a:pt x="134978" y="208"/>
                </a:lnTo>
                <a:lnTo>
                  <a:pt x="138938" y="208"/>
                </a:lnTo>
                <a:lnTo>
                  <a:pt x="138938" y="22510"/>
                </a:lnTo>
                <a:cubicBezTo>
                  <a:pt x="143871" y="14104"/>
                  <a:pt x="148821" y="8250"/>
                  <a:pt x="153789" y="4950"/>
                </a:cubicBezTo>
                <a:cubicBezTo>
                  <a:pt x="158756" y="1650"/>
                  <a:pt x="163984" y="0"/>
                  <a:pt x="169473" y="0"/>
                </a:cubicBezTo>
                <a:cubicBezTo>
                  <a:pt x="179060" y="0"/>
                  <a:pt x="187050" y="3747"/>
                  <a:pt x="193442" y="11242"/>
                </a:cubicBezTo>
                <a:cubicBezTo>
                  <a:pt x="201293" y="20404"/>
                  <a:pt x="205218" y="32342"/>
                  <a:pt x="205218" y="47056"/>
                </a:cubicBezTo>
                <a:cubicBezTo>
                  <a:pt x="205218" y="63504"/>
                  <a:pt x="200494" y="77107"/>
                  <a:pt x="191045" y="87865"/>
                </a:cubicBezTo>
                <a:cubicBezTo>
                  <a:pt x="183264" y="96679"/>
                  <a:pt x="173468" y="101087"/>
                  <a:pt x="161657" y="101087"/>
                </a:cubicBezTo>
                <a:cubicBezTo>
                  <a:pt x="156516" y="101087"/>
                  <a:pt x="152069" y="100357"/>
                  <a:pt x="148318" y="98898"/>
                </a:cubicBezTo>
                <a:cubicBezTo>
                  <a:pt x="145538" y="97856"/>
                  <a:pt x="142412" y="95772"/>
                  <a:pt x="138938" y="92646"/>
                </a:cubicBezTo>
                <a:lnTo>
                  <a:pt x="138938" y="121721"/>
                </a:lnTo>
                <a:cubicBezTo>
                  <a:pt x="138938" y="128252"/>
                  <a:pt x="139338" y="132403"/>
                  <a:pt x="140137" y="134174"/>
                </a:cubicBezTo>
                <a:cubicBezTo>
                  <a:pt x="140936" y="135946"/>
                  <a:pt x="142325" y="137353"/>
                  <a:pt x="144305" y="138395"/>
                </a:cubicBezTo>
                <a:cubicBezTo>
                  <a:pt x="146285" y="139437"/>
                  <a:pt x="149881" y="139958"/>
                  <a:pt x="155091" y="139958"/>
                </a:cubicBezTo>
                <a:lnTo>
                  <a:pt x="155091" y="143814"/>
                </a:lnTo>
                <a:lnTo>
                  <a:pt x="105069" y="143814"/>
                </a:lnTo>
                <a:lnTo>
                  <a:pt x="105069" y="139958"/>
                </a:lnTo>
                <a:lnTo>
                  <a:pt x="107674" y="139958"/>
                </a:lnTo>
                <a:cubicBezTo>
                  <a:pt x="111496" y="140028"/>
                  <a:pt x="114761" y="139297"/>
                  <a:pt x="117470" y="137767"/>
                </a:cubicBezTo>
                <a:cubicBezTo>
                  <a:pt x="118790" y="137002"/>
                  <a:pt x="119815" y="135768"/>
                  <a:pt x="120545" y="134064"/>
                </a:cubicBezTo>
                <a:cubicBezTo>
                  <a:pt x="121274" y="132362"/>
                  <a:pt x="121639" y="128035"/>
                  <a:pt x="121639" y="121083"/>
                </a:cubicBezTo>
                <a:lnTo>
                  <a:pt x="121639" y="30766"/>
                </a:lnTo>
                <a:cubicBezTo>
                  <a:pt x="121639" y="24578"/>
                  <a:pt x="121361" y="20650"/>
                  <a:pt x="120805" y="18983"/>
                </a:cubicBezTo>
                <a:cubicBezTo>
                  <a:pt x="120249" y="17313"/>
                  <a:pt x="119364" y="16062"/>
                  <a:pt x="118148" y="15228"/>
                </a:cubicBezTo>
                <a:cubicBezTo>
                  <a:pt x="116932" y="14392"/>
                  <a:pt x="115282" y="13974"/>
                  <a:pt x="113198" y="13974"/>
                </a:cubicBezTo>
                <a:cubicBezTo>
                  <a:pt x="111530" y="13974"/>
                  <a:pt x="109411" y="14461"/>
                  <a:pt x="106841" y="15433"/>
                </a:cubicBezTo>
                <a:lnTo>
                  <a:pt x="105590" y="12098"/>
                </a:lnTo>
                <a:moveTo>
                  <a:pt x="138938" y="28848"/>
                </a:moveTo>
                <a:lnTo>
                  <a:pt x="138938" y="64443"/>
                </a:lnTo>
                <a:cubicBezTo>
                  <a:pt x="138938" y="72146"/>
                  <a:pt x="139251" y="77211"/>
                  <a:pt x="139876" y="79638"/>
                </a:cubicBezTo>
                <a:cubicBezTo>
                  <a:pt x="140849" y="83664"/>
                  <a:pt x="143228" y="87203"/>
                  <a:pt x="147015" y="90255"/>
                </a:cubicBezTo>
                <a:cubicBezTo>
                  <a:pt x="150801" y="93308"/>
                  <a:pt x="155578" y="94834"/>
                  <a:pt x="161344" y="94834"/>
                </a:cubicBezTo>
                <a:cubicBezTo>
                  <a:pt x="168292" y="94834"/>
                  <a:pt x="173919" y="92128"/>
                  <a:pt x="178227" y="86715"/>
                </a:cubicBezTo>
                <a:cubicBezTo>
                  <a:pt x="183854" y="79639"/>
                  <a:pt x="186668" y="69683"/>
                  <a:pt x="186668" y="56845"/>
                </a:cubicBezTo>
                <a:cubicBezTo>
                  <a:pt x="186668" y="42275"/>
                  <a:pt x="183472" y="31070"/>
                  <a:pt x="177080" y="23230"/>
                </a:cubicBezTo>
                <a:cubicBezTo>
                  <a:pt x="172634" y="17817"/>
                  <a:pt x="167354" y="15111"/>
                  <a:pt x="161240" y="15111"/>
                </a:cubicBezTo>
                <a:cubicBezTo>
                  <a:pt x="157905" y="15111"/>
                  <a:pt x="154605" y="15944"/>
                  <a:pt x="151340" y="17609"/>
                </a:cubicBezTo>
                <a:cubicBezTo>
                  <a:pt x="148839" y="18857"/>
                  <a:pt x="144705" y="22603"/>
                  <a:pt x="138938" y="28848"/>
                </a:cubicBezTo>
                <a:close/>
                <a:moveTo>
                  <a:pt x="235565" y="38767"/>
                </a:moveTo>
                <a:cubicBezTo>
                  <a:pt x="235496" y="52908"/>
                  <a:pt x="238935" y="63999"/>
                  <a:pt x="245882" y="72041"/>
                </a:cubicBezTo>
                <a:cubicBezTo>
                  <a:pt x="252830" y="80080"/>
                  <a:pt x="260993" y="84100"/>
                  <a:pt x="270372" y="84100"/>
                </a:cubicBezTo>
                <a:cubicBezTo>
                  <a:pt x="276625" y="84100"/>
                  <a:pt x="282062" y="82381"/>
                  <a:pt x="286682" y="78941"/>
                </a:cubicBezTo>
                <a:cubicBezTo>
                  <a:pt x="291302" y="75502"/>
                  <a:pt x="295175" y="69614"/>
                  <a:pt x="298302" y="61277"/>
                </a:cubicBezTo>
                <a:lnTo>
                  <a:pt x="301532" y="63362"/>
                </a:lnTo>
                <a:cubicBezTo>
                  <a:pt x="300073" y="72880"/>
                  <a:pt x="295835" y="81547"/>
                  <a:pt x="288818" y="89363"/>
                </a:cubicBezTo>
                <a:cubicBezTo>
                  <a:pt x="281801" y="97179"/>
                  <a:pt x="273013" y="101087"/>
                  <a:pt x="262452" y="101087"/>
                </a:cubicBezTo>
                <a:cubicBezTo>
                  <a:pt x="250989" y="101087"/>
                  <a:pt x="241175" y="96633"/>
                  <a:pt x="233012" y="87725"/>
                </a:cubicBezTo>
                <a:cubicBezTo>
                  <a:pt x="224849" y="78814"/>
                  <a:pt x="220767" y="66836"/>
                  <a:pt x="220767" y="51791"/>
                </a:cubicBezTo>
                <a:cubicBezTo>
                  <a:pt x="220767" y="35499"/>
                  <a:pt x="224953" y="22794"/>
                  <a:pt x="233325" y="13678"/>
                </a:cubicBezTo>
                <a:cubicBezTo>
                  <a:pt x="241696" y="4559"/>
                  <a:pt x="252205" y="0"/>
                  <a:pt x="264849" y="0"/>
                </a:cubicBezTo>
                <a:cubicBezTo>
                  <a:pt x="275548" y="0"/>
                  <a:pt x="284337" y="3517"/>
                  <a:pt x="291215" y="10552"/>
                </a:cubicBezTo>
                <a:cubicBezTo>
                  <a:pt x="298093" y="17584"/>
                  <a:pt x="301532" y="26989"/>
                  <a:pt x="301532" y="38767"/>
                </a:cubicBezTo>
                <a:lnTo>
                  <a:pt x="235565" y="38767"/>
                </a:lnTo>
                <a:moveTo>
                  <a:pt x="235565" y="32723"/>
                </a:moveTo>
                <a:lnTo>
                  <a:pt x="279752" y="32723"/>
                </a:lnTo>
                <a:cubicBezTo>
                  <a:pt x="279404" y="26609"/>
                  <a:pt x="278675" y="22302"/>
                  <a:pt x="277563" y="19801"/>
                </a:cubicBezTo>
                <a:cubicBezTo>
                  <a:pt x="275826" y="15910"/>
                  <a:pt x="273238" y="12853"/>
                  <a:pt x="269799" y="10630"/>
                </a:cubicBezTo>
                <a:cubicBezTo>
                  <a:pt x="266360" y="8407"/>
                  <a:pt x="262765" y="7295"/>
                  <a:pt x="259013" y="7295"/>
                </a:cubicBezTo>
                <a:cubicBezTo>
                  <a:pt x="253247" y="7295"/>
                  <a:pt x="248088" y="9536"/>
                  <a:pt x="243538" y="14017"/>
                </a:cubicBezTo>
                <a:cubicBezTo>
                  <a:pt x="238987" y="18498"/>
                  <a:pt x="236329" y="24733"/>
                  <a:pt x="235565" y="32723"/>
                </a:cubicBez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234AB7-0234-45E2-AE20-C4113D33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3906" y="83997"/>
            <a:ext cx="2449411" cy="1237752"/>
          </a:xfrm>
          <a:custGeom xmlns:a="http://schemas.openxmlformats.org/drawingml/2006/main">
            <a:pathLst>
              <a:path w="2449411" h="1237752">
                <a:moveTo>
                  <a:pt x="160573" y="0"/>
                </a:moveTo>
                <a:lnTo>
                  <a:pt x="120430" y="0"/>
                </a:lnTo>
                <a:lnTo>
                  <a:pt x="120430" y="13381"/>
                </a:lnTo>
                <a:lnTo>
                  <a:pt x="160573" y="13381"/>
                </a:lnTo>
                <a:lnTo>
                  <a:pt x="160573" y="0"/>
                </a:lnTo>
                <a:close/>
                <a:moveTo>
                  <a:pt x="13381" y="0"/>
                </a:moveTo>
                <a:lnTo>
                  <a:pt x="13381" y="13381"/>
                </a:lnTo>
                <a:lnTo>
                  <a:pt x="53524" y="13381"/>
                </a:lnTo>
                <a:lnTo>
                  <a:pt x="53524" y="0"/>
                </a:lnTo>
                <a:lnTo>
                  <a:pt x="13381" y="0"/>
                </a:lnTo>
                <a:close/>
                <a:moveTo>
                  <a:pt x="214098" y="0"/>
                </a:moveTo>
                <a:lnTo>
                  <a:pt x="173954" y="0"/>
                </a:lnTo>
                <a:lnTo>
                  <a:pt x="173954" y="13381"/>
                </a:lnTo>
                <a:lnTo>
                  <a:pt x="214098" y="13381"/>
                </a:lnTo>
                <a:lnTo>
                  <a:pt x="214098" y="0"/>
                </a:lnTo>
                <a:close/>
                <a:moveTo>
                  <a:pt x="267622" y="0"/>
                </a:moveTo>
                <a:lnTo>
                  <a:pt x="227479" y="0"/>
                </a:lnTo>
                <a:lnTo>
                  <a:pt x="227479" y="13381"/>
                </a:lnTo>
                <a:lnTo>
                  <a:pt x="267622" y="13381"/>
                </a:lnTo>
                <a:lnTo>
                  <a:pt x="267622" y="0"/>
                </a:lnTo>
                <a:close/>
                <a:moveTo>
                  <a:pt x="107049" y="0"/>
                </a:moveTo>
                <a:lnTo>
                  <a:pt x="66906" y="0"/>
                </a:lnTo>
                <a:lnTo>
                  <a:pt x="66906" y="13381"/>
                </a:lnTo>
                <a:lnTo>
                  <a:pt x="107049" y="13381"/>
                </a:lnTo>
                <a:lnTo>
                  <a:pt x="107049" y="0"/>
                </a:lnTo>
                <a:close/>
                <a:moveTo>
                  <a:pt x="13381" y="53524"/>
                </a:moveTo>
                <a:lnTo>
                  <a:pt x="13381" y="13381"/>
                </a:lnTo>
                <a:lnTo>
                  <a:pt x="0" y="13381"/>
                </a:lnTo>
                <a:lnTo>
                  <a:pt x="0" y="53524"/>
                </a:lnTo>
                <a:lnTo>
                  <a:pt x="13381" y="53524"/>
                </a:lnTo>
                <a:close/>
                <a:moveTo>
                  <a:pt x="0" y="66906"/>
                </a:moveTo>
                <a:lnTo>
                  <a:pt x="0" y="107049"/>
                </a:lnTo>
                <a:lnTo>
                  <a:pt x="13381" y="107049"/>
                </a:lnTo>
                <a:lnTo>
                  <a:pt x="13381" y="66906"/>
                </a:lnTo>
                <a:lnTo>
                  <a:pt x="0" y="66906"/>
                </a:lnTo>
                <a:close/>
                <a:moveTo>
                  <a:pt x="0" y="120430"/>
                </a:moveTo>
                <a:lnTo>
                  <a:pt x="0" y="160573"/>
                </a:lnTo>
                <a:lnTo>
                  <a:pt x="13381" y="160573"/>
                </a:lnTo>
                <a:lnTo>
                  <a:pt x="13381" y="120430"/>
                </a:lnTo>
                <a:lnTo>
                  <a:pt x="0" y="120430"/>
                </a:lnTo>
                <a:close/>
                <a:moveTo>
                  <a:pt x="0" y="173954"/>
                </a:moveTo>
                <a:lnTo>
                  <a:pt x="0" y="214098"/>
                </a:lnTo>
                <a:lnTo>
                  <a:pt x="13381" y="214098"/>
                </a:lnTo>
                <a:lnTo>
                  <a:pt x="13381" y="173954"/>
                </a:lnTo>
                <a:lnTo>
                  <a:pt x="0" y="173954"/>
                </a:lnTo>
                <a:close/>
                <a:moveTo>
                  <a:pt x="0" y="227479"/>
                </a:moveTo>
                <a:lnTo>
                  <a:pt x="0" y="267622"/>
                </a:lnTo>
                <a:lnTo>
                  <a:pt x="13381" y="267622"/>
                </a:lnTo>
                <a:lnTo>
                  <a:pt x="13381" y="227479"/>
                </a:lnTo>
                <a:lnTo>
                  <a:pt x="0" y="227479"/>
                </a:lnTo>
                <a:close/>
                <a:moveTo>
                  <a:pt x="0" y="281003"/>
                </a:moveTo>
                <a:lnTo>
                  <a:pt x="0" y="321146"/>
                </a:lnTo>
                <a:lnTo>
                  <a:pt x="13381" y="321146"/>
                </a:lnTo>
                <a:lnTo>
                  <a:pt x="13381" y="281003"/>
                </a:lnTo>
                <a:lnTo>
                  <a:pt x="0" y="281003"/>
                </a:lnTo>
                <a:close/>
                <a:moveTo>
                  <a:pt x="0" y="334528"/>
                </a:moveTo>
                <a:lnTo>
                  <a:pt x="0" y="374671"/>
                </a:lnTo>
                <a:lnTo>
                  <a:pt x="13381" y="374671"/>
                </a:lnTo>
                <a:lnTo>
                  <a:pt x="13381" y="334528"/>
                </a:lnTo>
                <a:lnTo>
                  <a:pt x="0" y="334528"/>
                </a:lnTo>
                <a:close/>
                <a:moveTo>
                  <a:pt x="0" y="388052"/>
                </a:moveTo>
                <a:lnTo>
                  <a:pt x="0" y="428195"/>
                </a:lnTo>
                <a:lnTo>
                  <a:pt x="13381" y="428195"/>
                </a:lnTo>
                <a:lnTo>
                  <a:pt x="13381" y="388052"/>
                </a:lnTo>
                <a:lnTo>
                  <a:pt x="0" y="388052"/>
                </a:lnTo>
                <a:close/>
                <a:moveTo>
                  <a:pt x="0" y="441576"/>
                </a:moveTo>
                <a:lnTo>
                  <a:pt x="0" y="481720"/>
                </a:lnTo>
                <a:lnTo>
                  <a:pt x="13381" y="481720"/>
                </a:lnTo>
                <a:lnTo>
                  <a:pt x="13381" y="441576"/>
                </a:lnTo>
                <a:lnTo>
                  <a:pt x="0" y="441576"/>
                </a:lnTo>
                <a:close/>
                <a:moveTo>
                  <a:pt x="0" y="495101"/>
                </a:moveTo>
                <a:lnTo>
                  <a:pt x="0" y="535244"/>
                </a:lnTo>
                <a:lnTo>
                  <a:pt x="13381" y="535244"/>
                </a:lnTo>
                <a:lnTo>
                  <a:pt x="13381" y="495101"/>
                </a:lnTo>
                <a:lnTo>
                  <a:pt x="0" y="495101"/>
                </a:lnTo>
                <a:close/>
                <a:moveTo>
                  <a:pt x="0" y="588768"/>
                </a:moveTo>
                <a:lnTo>
                  <a:pt x="13381" y="588768"/>
                </a:lnTo>
                <a:lnTo>
                  <a:pt x="13381" y="548625"/>
                </a:lnTo>
                <a:lnTo>
                  <a:pt x="0" y="548625"/>
                </a:lnTo>
                <a:lnTo>
                  <a:pt x="0" y="588768"/>
                </a:lnTo>
                <a:close/>
                <a:moveTo>
                  <a:pt x="0" y="642293"/>
                </a:moveTo>
                <a:lnTo>
                  <a:pt x="13381" y="642293"/>
                </a:lnTo>
                <a:lnTo>
                  <a:pt x="13381" y="602150"/>
                </a:lnTo>
                <a:lnTo>
                  <a:pt x="0" y="602150"/>
                </a:lnTo>
                <a:lnTo>
                  <a:pt x="0" y="642293"/>
                </a:lnTo>
                <a:close/>
                <a:moveTo>
                  <a:pt x="0" y="655674"/>
                </a:moveTo>
                <a:lnTo>
                  <a:pt x="0" y="695817"/>
                </a:lnTo>
                <a:lnTo>
                  <a:pt x="13381" y="695817"/>
                </a:lnTo>
                <a:lnTo>
                  <a:pt x="13381" y="655674"/>
                </a:lnTo>
                <a:lnTo>
                  <a:pt x="0" y="655674"/>
                </a:lnTo>
                <a:close/>
                <a:moveTo>
                  <a:pt x="0" y="709198"/>
                </a:moveTo>
                <a:lnTo>
                  <a:pt x="0" y="749342"/>
                </a:lnTo>
                <a:lnTo>
                  <a:pt x="13381" y="749342"/>
                </a:lnTo>
                <a:lnTo>
                  <a:pt x="13381" y="709198"/>
                </a:lnTo>
                <a:lnTo>
                  <a:pt x="0" y="709198"/>
                </a:lnTo>
                <a:close/>
                <a:moveTo>
                  <a:pt x="0" y="762723"/>
                </a:moveTo>
                <a:lnTo>
                  <a:pt x="0" y="802866"/>
                </a:lnTo>
                <a:lnTo>
                  <a:pt x="13381" y="802866"/>
                </a:lnTo>
                <a:lnTo>
                  <a:pt x="13381" y="762723"/>
                </a:lnTo>
                <a:lnTo>
                  <a:pt x="0" y="762723"/>
                </a:lnTo>
                <a:close/>
                <a:moveTo>
                  <a:pt x="0" y="816247"/>
                </a:moveTo>
                <a:lnTo>
                  <a:pt x="0" y="856390"/>
                </a:lnTo>
                <a:lnTo>
                  <a:pt x="13381" y="856390"/>
                </a:lnTo>
                <a:lnTo>
                  <a:pt x="13381" y="816247"/>
                </a:lnTo>
                <a:lnTo>
                  <a:pt x="0" y="816247"/>
                </a:lnTo>
                <a:close/>
                <a:moveTo>
                  <a:pt x="0" y="869772"/>
                </a:moveTo>
                <a:lnTo>
                  <a:pt x="0" y="909915"/>
                </a:lnTo>
                <a:lnTo>
                  <a:pt x="13381" y="909915"/>
                </a:lnTo>
                <a:lnTo>
                  <a:pt x="13381" y="869772"/>
                </a:lnTo>
                <a:lnTo>
                  <a:pt x="0" y="869772"/>
                </a:lnTo>
                <a:close/>
                <a:moveTo>
                  <a:pt x="0" y="923296"/>
                </a:moveTo>
                <a:lnTo>
                  <a:pt x="0" y="963439"/>
                </a:lnTo>
                <a:lnTo>
                  <a:pt x="13381" y="963439"/>
                </a:lnTo>
                <a:lnTo>
                  <a:pt x="13381" y="923296"/>
                </a:lnTo>
                <a:lnTo>
                  <a:pt x="0" y="923296"/>
                </a:lnTo>
                <a:close/>
                <a:moveTo>
                  <a:pt x="0" y="976820"/>
                </a:moveTo>
                <a:lnTo>
                  <a:pt x="0" y="1016964"/>
                </a:lnTo>
                <a:lnTo>
                  <a:pt x="13381" y="1016964"/>
                </a:lnTo>
                <a:lnTo>
                  <a:pt x="13381" y="976820"/>
                </a:lnTo>
                <a:lnTo>
                  <a:pt x="0" y="976820"/>
                </a:lnTo>
                <a:close/>
                <a:moveTo>
                  <a:pt x="0" y="1070488"/>
                </a:moveTo>
                <a:lnTo>
                  <a:pt x="13381" y="1070488"/>
                </a:lnTo>
                <a:lnTo>
                  <a:pt x="13381" y="1030345"/>
                </a:lnTo>
                <a:lnTo>
                  <a:pt x="0" y="1030345"/>
                </a:lnTo>
                <a:lnTo>
                  <a:pt x="0" y="1070488"/>
                </a:lnTo>
                <a:close/>
                <a:moveTo>
                  <a:pt x="0" y="1124012"/>
                </a:moveTo>
                <a:lnTo>
                  <a:pt x="13381" y="1124012"/>
                </a:lnTo>
                <a:lnTo>
                  <a:pt x="13381" y="1083869"/>
                </a:lnTo>
                <a:lnTo>
                  <a:pt x="0" y="1083869"/>
                </a:lnTo>
                <a:lnTo>
                  <a:pt x="0" y="1124012"/>
                </a:lnTo>
                <a:close/>
                <a:moveTo>
                  <a:pt x="0" y="1137394"/>
                </a:moveTo>
                <a:lnTo>
                  <a:pt x="0" y="1177537"/>
                </a:lnTo>
                <a:lnTo>
                  <a:pt x="13381" y="1177537"/>
                </a:lnTo>
                <a:lnTo>
                  <a:pt x="13381" y="1137394"/>
                </a:lnTo>
                <a:lnTo>
                  <a:pt x="0" y="1137394"/>
                </a:lnTo>
                <a:close/>
                <a:moveTo>
                  <a:pt x="48172" y="1224371"/>
                </a:moveTo>
                <a:lnTo>
                  <a:pt x="13381" y="1224371"/>
                </a:lnTo>
                <a:lnTo>
                  <a:pt x="13381" y="1190918"/>
                </a:lnTo>
                <a:lnTo>
                  <a:pt x="0" y="1190918"/>
                </a:lnTo>
                <a:lnTo>
                  <a:pt x="0" y="1231061"/>
                </a:lnTo>
                <a:lnTo>
                  <a:pt x="8029" y="1231061"/>
                </a:lnTo>
                <a:lnTo>
                  <a:pt x="8029" y="1237752"/>
                </a:lnTo>
                <a:lnTo>
                  <a:pt x="48172" y="1237752"/>
                </a:lnTo>
                <a:lnTo>
                  <a:pt x="48172" y="1224371"/>
                </a:lnTo>
                <a:close/>
                <a:moveTo>
                  <a:pt x="115077" y="1237752"/>
                </a:moveTo>
                <a:lnTo>
                  <a:pt x="155221" y="1237752"/>
                </a:lnTo>
                <a:lnTo>
                  <a:pt x="155221" y="1224371"/>
                </a:lnTo>
                <a:lnTo>
                  <a:pt x="115077" y="1224371"/>
                </a:lnTo>
                <a:lnTo>
                  <a:pt x="115077" y="1237752"/>
                </a:lnTo>
                <a:close/>
                <a:moveTo>
                  <a:pt x="61553" y="1237752"/>
                </a:moveTo>
                <a:lnTo>
                  <a:pt x="101696" y="1237752"/>
                </a:lnTo>
                <a:lnTo>
                  <a:pt x="101696" y="1224371"/>
                </a:lnTo>
                <a:lnTo>
                  <a:pt x="61553" y="1224371"/>
                </a:lnTo>
                <a:lnTo>
                  <a:pt x="61553" y="1237752"/>
                </a:lnTo>
                <a:close/>
                <a:moveTo>
                  <a:pt x="168602" y="1237752"/>
                </a:moveTo>
                <a:lnTo>
                  <a:pt x="208745" y="1237752"/>
                </a:lnTo>
                <a:lnTo>
                  <a:pt x="208745" y="1224371"/>
                </a:lnTo>
                <a:lnTo>
                  <a:pt x="168602" y="1224371"/>
                </a:lnTo>
                <a:lnTo>
                  <a:pt x="168602" y="1237752"/>
                </a:lnTo>
                <a:close/>
                <a:moveTo>
                  <a:pt x="262270" y="1237752"/>
                </a:moveTo>
                <a:lnTo>
                  <a:pt x="262270" y="1224371"/>
                </a:lnTo>
                <a:lnTo>
                  <a:pt x="222126" y="1224371"/>
                </a:lnTo>
                <a:lnTo>
                  <a:pt x="222126" y="1237752"/>
                </a:lnTo>
                <a:lnTo>
                  <a:pt x="262270" y="1237752"/>
                </a:lnTo>
                <a:close/>
                <a:moveTo>
                  <a:pt x="315794" y="1237752"/>
                </a:moveTo>
                <a:lnTo>
                  <a:pt x="315794" y="1224371"/>
                </a:lnTo>
                <a:lnTo>
                  <a:pt x="275651" y="1224371"/>
                </a:lnTo>
                <a:lnTo>
                  <a:pt x="275651" y="1237752"/>
                </a:lnTo>
                <a:lnTo>
                  <a:pt x="315794" y="1237752"/>
                </a:lnTo>
                <a:close/>
                <a:moveTo>
                  <a:pt x="1231061" y="0"/>
                </a:moveTo>
                <a:lnTo>
                  <a:pt x="1190918" y="0"/>
                </a:lnTo>
                <a:lnTo>
                  <a:pt x="1190918" y="13381"/>
                </a:lnTo>
                <a:lnTo>
                  <a:pt x="1231061" y="13381"/>
                </a:lnTo>
                <a:lnTo>
                  <a:pt x="1231061" y="0"/>
                </a:lnTo>
                <a:close/>
                <a:moveTo>
                  <a:pt x="374671" y="0"/>
                </a:moveTo>
                <a:lnTo>
                  <a:pt x="334528" y="0"/>
                </a:lnTo>
                <a:lnTo>
                  <a:pt x="334528" y="13381"/>
                </a:lnTo>
                <a:lnTo>
                  <a:pt x="374671" y="13381"/>
                </a:lnTo>
                <a:lnTo>
                  <a:pt x="374671" y="0"/>
                </a:lnTo>
                <a:close/>
                <a:moveTo>
                  <a:pt x="428195" y="0"/>
                </a:moveTo>
                <a:lnTo>
                  <a:pt x="388052" y="0"/>
                </a:lnTo>
                <a:lnTo>
                  <a:pt x="388052" y="13381"/>
                </a:lnTo>
                <a:lnTo>
                  <a:pt x="428195" y="13381"/>
                </a:lnTo>
                <a:lnTo>
                  <a:pt x="428195" y="0"/>
                </a:lnTo>
                <a:close/>
                <a:moveTo>
                  <a:pt x="481720" y="0"/>
                </a:moveTo>
                <a:lnTo>
                  <a:pt x="441576" y="0"/>
                </a:lnTo>
                <a:lnTo>
                  <a:pt x="441576" y="13381"/>
                </a:lnTo>
                <a:lnTo>
                  <a:pt x="481720" y="13381"/>
                </a:lnTo>
                <a:lnTo>
                  <a:pt x="481720" y="0"/>
                </a:lnTo>
                <a:close/>
                <a:moveTo>
                  <a:pt x="535244" y="0"/>
                </a:moveTo>
                <a:lnTo>
                  <a:pt x="495101" y="0"/>
                </a:lnTo>
                <a:lnTo>
                  <a:pt x="495101" y="13381"/>
                </a:lnTo>
                <a:lnTo>
                  <a:pt x="535244" y="13381"/>
                </a:lnTo>
                <a:lnTo>
                  <a:pt x="535244" y="0"/>
                </a:lnTo>
                <a:close/>
                <a:moveTo>
                  <a:pt x="588768" y="0"/>
                </a:moveTo>
                <a:lnTo>
                  <a:pt x="548625" y="0"/>
                </a:lnTo>
                <a:lnTo>
                  <a:pt x="548625" y="13381"/>
                </a:lnTo>
                <a:lnTo>
                  <a:pt x="588768" y="13381"/>
                </a:lnTo>
                <a:lnTo>
                  <a:pt x="588768" y="0"/>
                </a:lnTo>
                <a:close/>
                <a:moveTo>
                  <a:pt x="642293" y="0"/>
                </a:moveTo>
                <a:lnTo>
                  <a:pt x="602150" y="0"/>
                </a:lnTo>
                <a:lnTo>
                  <a:pt x="602150" y="13381"/>
                </a:lnTo>
                <a:lnTo>
                  <a:pt x="642293" y="13381"/>
                </a:lnTo>
                <a:lnTo>
                  <a:pt x="642293" y="0"/>
                </a:lnTo>
                <a:close/>
                <a:moveTo>
                  <a:pt x="695817" y="0"/>
                </a:moveTo>
                <a:lnTo>
                  <a:pt x="655674" y="0"/>
                </a:lnTo>
                <a:lnTo>
                  <a:pt x="655674" y="13381"/>
                </a:lnTo>
                <a:lnTo>
                  <a:pt x="695817" y="13381"/>
                </a:lnTo>
                <a:lnTo>
                  <a:pt x="695817" y="0"/>
                </a:lnTo>
                <a:close/>
                <a:moveTo>
                  <a:pt x="749342" y="0"/>
                </a:moveTo>
                <a:lnTo>
                  <a:pt x="709198" y="0"/>
                </a:lnTo>
                <a:lnTo>
                  <a:pt x="709198" y="13381"/>
                </a:lnTo>
                <a:lnTo>
                  <a:pt x="749342" y="13381"/>
                </a:lnTo>
                <a:lnTo>
                  <a:pt x="749342" y="0"/>
                </a:lnTo>
                <a:close/>
                <a:moveTo>
                  <a:pt x="321146" y="0"/>
                </a:moveTo>
                <a:lnTo>
                  <a:pt x="281003" y="0"/>
                </a:lnTo>
                <a:lnTo>
                  <a:pt x="281003" y="13381"/>
                </a:lnTo>
                <a:lnTo>
                  <a:pt x="321146" y="13381"/>
                </a:lnTo>
                <a:lnTo>
                  <a:pt x="321146" y="0"/>
                </a:lnTo>
                <a:close/>
                <a:moveTo>
                  <a:pt x="802866" y="0"/>
                </a:moveTo>
                <a:lnTo>
                  <a:pt x="762723" y="0"/>
                </a:lnTo>
                <a:lnTo>
                  <a:pt x="762723" y="13381"/>
                </a:lnTo>
                <a:lnTo>
                  <a:pt x="802866" y="13381"/>
                </a:lnTo>
                <a:lnTo>
                  <a:pt x="802866" y="0"/>
                </a:lnTo>
                <a:close/>
                <a:moveTo>
                  <a:pt x="856390" y="0"/>
                </a:moveTo>
                <a:lnTo>
                  <a:pt x="816247" y="0"/>
                </a:lnTo>
                <a:lnTo>
                  <a:pt x="816247" y="13381"/>
                </a:lnTo>
                <a:lnTo>
                  <a:pt x="856390" y="13381"/>
                </a:lnTo>
                <a:lnTo>
                  <a:pt x="856390" y="0"/>
                </a:lnTo>
                <a:close/>
                <a:moveTo>
                  <a:pt x="909915" y="0"/>
                </a:moveTo>
                <a:lnTo>
                  <a:pt x="869772" y="0"/>
                </a:lnTo>
                <a:lnTo>
                  <a:pt x="869772" y="13381"/>
                </a:lnTo>
                <a:lnTo>
                  <a:pt x="909915" y="13381"/>
                </a:lnTo>
                <a:lnTo>
                  <a:pt x="909915" y="0"/>
                </a:lnTo>
                <a:close/>
                <a:moveTo>
                  <a:pt x="963439" y="0"/>
                </a:moveTo>
                <a:lnTo>
                  <a:pt x="923296" y="0"/>
                </a:lnTo>
                <a:lnTo>
                  <a:pt x="923296" y="13381"/>
                </a:lnTo>
                <a:lnTo>
                  <a:pt x="963439" y="13381"/>
                </a:lnTo>
                <a:lnTo>
                  <a:pt x="963439" y="0"/>
                </a:lnTo>
                <a:close/>
                <a:moveTo>
                  <a:pt x="1016964" y="0"/>
                </a:moveTo>
                <a:lnTo>
                  <a:pt x="976820" y="0"/>
                </a:lnTo>
                <a:lnTo>
                  <a:pt x="976820" y="13381"/>
                </a:lnTo>
                <a:lnTo>
                  <a:pt x="1016964" y="13381"/>
                </a:lnTo>
                <a:lnTo>
                  <a:pt x="1016964" y="0"/>
                </a:lnTo>
                <a:close/>
                <a:moveTo>
                  <a:pt x="1030345" y="0"/>
                </a:moveTo>
                <a:lnTo>
                  <a:pt x="1030345" y="13381"/>
                </a:lnTo>
                <a:lnTo>
                  <a:pt x="1070488" y="13381"/>
                </a:lnTo>
                <a:lnTo>
                  <a:pt x="1070488" y="0"/>
                </a:lnTo>
                <a:lnTo>
                  <a:pt x="1030345" y="0"/>
                </a:lnTo>
                <a:close/>
                <a:moveTo>
                  <a:pt x="1083869" y="0"/>
                </a:moveTo>
                <a:lnTo>
                  <a:pt x="1083869" y="13381"/>
                </a:lnTo>
                <a:lnTo>
                  <a:pt x="1124012" y="13381"/>
                </a:lnTo>
                <a:lnTo>
                  <a:pt x="1124012" y="0"/>
                </a:lnTo>
                <a:lnTo>
                  <a:pt x="1083869" y="0"/>
                </a:lnTo>
                <a:close/>
                <a:moveTo>
                  <a:pt x="1177537" y="0"/>
                </a:moveTo>
                <a:lnTo>
                  <a:pt x="1137394" y="0"/>
                </a:lnTo>
                <a:lnTo>
                  <a:pt x="1137394" y="13381"/>
                </a:lnTo>
                <a:lnTo>
                  <a:pt x="1177537" y="13381"/>
                </a:lnTo>
                <a:lnTo>
                  <a:pt x="1177537" y="0"/>
                </a:lnTo>
                <a:close/>
                <a:moveTo>
                  <a:pt x="329175" y="1237752"/>
                </a:moveTo>
                <a:lnTo>
                  <a:pt x="369318" y="1237752"/>
                </a:lnTo>
                <a:lnTo>
                  <a:pt x="369318" y="1224371"/>
                </a:lnTo>
                <a:lnTo>
                  <a:pt x="329175" y="1224371"/>
                </a:lnTo>
                <a:lnTo>
                  <a:pt x="329175" y="1237752"/>
                </a:lnTo>
                <a:close/>
                <a:moveTo>
                  <a:pt x="382699" y="1237752"/>
                </a:moveTo>
                <a:lnTo>
                  <a:pt x="422843" y="1237752"/>
                </a:lnTo>
                <a:lnTo>
                  <a:pt x="422843" y="1224371"/>
                </a:lnTo>
                <a:lnTo>
                  <a:pt x="382699" y="1224371"/>
                </a:lnTo>
                <a:lnTo>
                  <a:pt x="382699" y="1237752"/>
                </a:lnTo>
                <a:close/>
                <a:moveTo>
                  <a:pt x="436224" y="1237752"/>
                </a:moveTo>
                <a:lnTo>
                  <a:pt x="476367" y="1237752"/>
                </a:lnTo>
                <a:lnTo>
                  <a:pt x="476367" y="1224371"/>
                </a:lnTo>
                <a:lnTo>
                  <a:pt x="436224" y="1224371"/>
                </a:lnTo>
                <a:lnTo>
                  <a:pt x="436224" y="1237752"/>
                </a:lnTo>
                <a:close/>
                <a:moveTo>
                  <a:pt x="489748" y="1237752"/>
                </a:moveTo>
                <a:lnTo>
                  <a:pt x="529892" y="1237752"/>
                </a:lnTo>
                <a:lnTo>
                  <a:pt x="529892" y="1224371"/>
                </a:lnTo>
                <a:lnTo>
                  <a:pt x="489748" y="1224371"/>
                </a:lnTo>
                <a:lnTo>
                  <a:pt x="489748" y="1237752"/>
                </a:lnTo>
                <a:close/>
                <a:moveTo>
                  <a:pt x="543273" y="1237752"/>
                </a:moveTo>
                <a:lnTo>
                  <a:pt x="583416" y="1237752"/>
                </a:lnTo>
                <a:lnTo>
                  <a:pt x="583416" y="1224371"/>
                </a:lnTo>
                <a:lnTo>
                  <a:pt x="543273" y="1224371"/>
                </a:lnTo>
                <a:lnTo>
                  <a:pt x="543273" y="1237752"/>
                </a:lnTo>
                <a:close/>
                <a:moveTo>
                  <a:pt x="596797" y="1237752"/>
                </a:moveTo>
                <a:lnTo>
                  <a:pt x="636940" y="1237752"/>
                </a:lnTo>
                <a:lnTo>
                  <a:pt x="636940" y="1224371"/>
                </a:lnTo>
                <a:lnTo>
                  <a:pt x="596797" y="1224371"/>
                </a:lnTo>
                <a:lnTo>
                  <a:pt x="596797" y="1237752"/>
                </a:lnTo>
                <a:close/>
                <a:moveTo>
                  <a:pt x="690465" y="1237752"/>
                </a:moveTo>
                <a:lnTo>
                  <a:pt x="690465" y="1224371"/>
                </a:lnTo>
                <a:lnTo>
                  <a:pt x="650322" y="1224371"/>
                </a:lnTo>
                <a:lnTo>
                  <a:pt x="650322" y="1237752"/>
                </a:lnTo>
                <a:lnTo>
                  <a:pt x="690465" y="1237752"/>
                </a:lnTo>
                <a:close/>
                <a:moveTo>
                  <a:pt x="743989" y="1237752"/>
                </a:moveTo>
                <a:lnTo>
                  <a:pt x="743989" y="1224371"/>
                </a:lnTo>
                <a:lnTo>
                  <a:pt x="703846" y="1224371"/>
                </a:lnTo>
                <a:lnTo>
                  <a:pt x="703846" y="1237752"/>
                </a:lnTo>
                <a:lnTo>
                  <a:pt x="743989" y="1237752"/>
                </a:lnTo>
                <a:close/>
                <a:moveTo>
                  <a:pt x="810895" y="1237752"/>
                </a:moveTo>
                <a:lnTo>
                  <a:pt x="851038" y="1237752"/>
                </a:lnTo>
                <a:lnTo>
                  <a:pt x="851038" y="1224371"/>
                </a:lnTo>
                <a:lnTo>
                  <a:pt x="810895" y="1224371"/>
                </a:lnTo>
                <a:lnTo>
                  <a:pt x="810895" y="1237752"/>
                </a:lnTo>
                <a:close/>
                <a:moveTo>
                  <a:pt x="864419" y="1237752"/>
                </a:moveTo>
                <a:lnTo>
                  <a:pt x="904562" y="1237752"/>
                </a:lnTo>
                <a:lnTo>
                  <a:pt x="904562" y="1224371"/>
                </a:lnTo>
                <a:lnTo>
                  <a:pt x="864419" y="1224371"/>
                </a:lnTo>
                <a:lnTo>
                  <a:pt x="864419" y="1237752"/>
                </a:lnTo>
                <a:close/>
                <a:moveTo>
                  <a:pt x="917944" y="1237752"/>
                </a:moveTo>
                <a:lnTo>
                  <a:pt x="958087" y="1237752"/>
                </a:lnTo>
                <a:lnTo>
                  <a:pt x="958087" y="1224371"/>
                </a:lnTo>
                <a:lnTo>
                  <a:pt x="917944" y="1224371"/>
                </a:lnTo>
                <a:lnTo>
                  <a:pt x="917944" y="1237752"/>
                </a:lnTo>
                <a:close/>
                <a:moveTo>
                  <a:pt x="971468" y="1237752"/>
                </a:moveTo>
                <a:lnTo>
                  <a:pt x="1011611" y="1237752"/>
                </a:lnTo>
                <a:lnTo>
                  <a:pt x="1011611" y="1224371"/>
                </a:lnTo>
                <a:lnTo>
                  <a:pt x="971468" y="1224371"/>
                </a:lnTo>
                <a:lnTo>
                  <a:pt x="971468" y="1237752"/>
                </a:lnTo>
                <a:close/>
                <a:moveTo>
                  <a:pt x="1024992" y="1237752"/>
                </a:moveTo>
                <a:lnTo>
                  <a:pt x="1065136" y="1237752"/>
                </a:lnTo>
                <a:lnTo>
                  <a:pt x="1065136" y="1224371"/>
                </a:lnTo>
                <a:lnTo>
                  <a:pt x="1024992" y="1224371"/>
                </a:lnTo>
                <a:lnTo>
                  <a:pt x="1024992" y="1237752"/>
                </a:lnTo>
                <a:close/>
                <a:moveTo>
                  <a:pt x="1078517" y="1237752"/>
                </a:moveTo>
                <a:lnTo>
                  <a:pt x="1118660" y="1237752"/>
                </a:lnTo>
                <a:lnTo>
                  <a:pt x="1118660" y="1224371"/>
                </a:lnTo>
                <a:lnTo>
                  <a:pt x="1078517" y="1224371"/>
                </a:lnTo>
                <a:lnTo>
                  <a:pt x="1078517" y="1237752"/>
                </a:lnTo>
                <a:close/>
                <a:moveTo>
                  <a:pt x="1132041" y="1237752"/>
                </a:moveTo>
                <a:lnTo>
                  <a:pt x="1172184" y="1237752"/>
                </a:lnTo>
                <a:lnTo>
                  <a:pt x="1172184" y="1224371"/>
                </a:lnTo>
                <a:lnTo>
                  <a:pt x="1132041" y="1224371"/>
                </a:lnTo>
                <a:lnTo>
                  <a:pt x="1132041" y="1237752"/>
                </a:lnTo>
                <a:close/>
                <a:moveTo>
                  <a:pt x="1225709" y="1237752"/>
                </a:moveTo>
                <a:lnTo>
                  <a:pt x="1225709" y="1224371"/>
                </a:lnTo>
                <a:lnTo>
                  <a:pt x="1185566" y="1224371"/>
                </a:lnTo>
                <a:lnTo>
                  <a:pt x="1185566" y="1237752"/>
                </a:lnTo>
                <a:lnTo>
                  <a:pt x="1225709" y="1237752"/>
                </a:lnTo>
                <a:close/>
                <a:moveTo>
                  <a:pt x="797514" y="1237752"/>
                </a:moveTo>
                <a:lnTo>
                  <a:pt x="797514" y="1224371"/>
                </a:lnTo>
                <a:lnTo>
                  <a:pt x="757370" y="1224371"/>
                </a:lnTo>
                <a:lnTo>
                  <a:pt x="757370" y="1237752"/>
                </a:lnTo>
                <a:lnTo>
                  <a:pt x="797514" y="1237752"/>
                </a:lnTo>
                <a:close/>
                <a:moveTo>
                  <a:pt x="1712781" y="0"/>
                </a:moveTo>
                <a:lnTo>
                  <a:pt x="1672638" y="0"/>
                </a:lnTo>
                <a:lnTo>
                  <a:pt x="1672638" y="13381"/>
                </a:lnTo>
                <a:lnTo>
                  <a:pt x="1712781" y="13381"/>
                </a:lnTo>
                <a:lnTo>
                  <a:pt x="1712781" y="0"/>
                </a:lnTo>
                <a:close/>
                <a:moveTo>
                  <a:pt x="1284586" y="0"/>
                </a:moveTo>
                <a:lnTo>
                  <a:pt x="1244442" y="0"/>
                </a:lnTo>
                <a:lnTo>
                  <a:pt x="1244442" y="13381"/>
                </a:lnTo>
                <a:lnTo>
                  <a:pt x="1284586" y="13381"/>
                </a:lnTo>
                <a:lnTo>
                  <a:pt x="1284586" y="0"/>
                </a:lnTo>
                <a:close/>
                <a:moveTo>
                  <a:pt x="2140976" y="0"/>
                </a:moveTo>
                <a:lnTo>
                  <a:pt x="2100833" y="0"/>
                </a:lnTo>
                <a:lnTo>
                  <a:pt x="2100833" y="13381"/>
                </a:lnTo>
                <a:lnTo>
                  <a:pt x="2140976" y="13381"/>
                </a:lnTo>
                <a:lnTo>
                  <a:pt x="2140976" y="0"/>
                </a:lnTo>
                <a:close/>
                <a:moveTo>
                  <a:pt x="1338110" y="0"/>
                </a:moveTo>
                <a:lnTo>
                  <a:pt x="1297967" y="0"/>
                </a:lnTo>
                <a:lnTo>
                  <a:pt x="1297967" y="13381"/>
                </a:lnTo>
                <a:lnTo>
                  <a:pt x="1338110" y="13381"/>
                </a:lnTo>
                <a:lnTo>
                  <a:pt x="1338110" y="0"/>
                </a:lnTo>
                <a:close/>
                <a:moveTo>
                  <a:pt x="2087452" y="0"/>
                </a:moveTo>
                <a:lnTo>
                  <a:pt x="2047308" y="0"/>
                </a:lnTo>
                <a:lnTo>
                  <a:pt x="2047308" y="13381"/>
                </a:lnTo>
                <a:lnTo>
                  <a:pt x="2087452" y="13381"/>
                </a:lnTo>
                <a:lnTo>
                  <a:pt x="2087452" y="0"/>
                </a:lnTo>
                <a:close/>
                <a:moveTo>
                  <a:pt x="1391635" y="0"/>
                </a:moveTo>
                <a:lnTo>
                  <a:pt x="1351491" y="0"/>
                </a:lnTo>
                <a:lnTo>
                  <a:pt x="1351491" y="13381"/>
                </a:lnTo>
                <a:lnTo>
                  <a:pt x="1391635" y="13381"/>
                </a:lnTo>
                <a:lnTo>
                  <a:pt x="1391635" y="0"/>
                </a:lnTo>
                <a:close/>
                <a:moveTo>
                  <a:pt x="2033927" y="0"/>
                </a:moveTo>
                <a:lnTo>
                  <a:pt x="1993784" y="0"/>
                </a:lnTo>
                <a:lnTo>
                  <a:pt x="1993784" y="13381"/>
                </a:lnTo>
                <a:lnTo>
                  <a:pt x="2033927" y="13381"/>
                </a:lnTo>
                <a:lnTo>
                  <a:pt x="2033927" y="0"/>
                </a:lnTo>
                <a:close/>
                <a:moveTo>
                  <a:pt x="1445159" y="0"/>
                </a:moveTo>
                <a:lnTo>
                  <a:pt x="1405016" y="0"/>
                </a:lnTo>
                <a:lnTo>
                  <a:pt x="1405016" y="13381"/>
                </a:lnTo>
                <a:lnTo>
                  <a:pt x="1445159" y="13381"/>
                </a:lnTo>
                <a:lnTo>
                  <a:pt x="1445159" y="0"/>
                </a:lnTo>
                <a:close/>
                <a:moveTo>
                  <a:pt x="1980403" y="0"/>
                </a:moveTo>
                <a:lnTo>
                  <a:pt x="1940260" y="0"/>
                </a:lnTo>
                <a:lnTo>
                  <a:pt x="1940260" y="13381"/>
                </a:lnTo>
                <a:lnTo>
                  <a:pt x="1980403" y="13381"/>
                </a:lnTo>
                <a:lnTo>
                  <a:pt x="1980403" y="0"/>
                </a:lnTo>
                <a:close/>
                <a:moveTo>
                  <a:pt x="1498683" y="0"/>
                </a:moveTo>
                <a:lnTo>
                  <a:pt x="1458540" y="0"/>
                </a:lnTo>
                <a:lnTo>
                  <a:pt x="1458540" y="13381"/>
                </a:lnTo>
                <a:lnTo>
                  <a:pt x="1498683" y="13381"/>
                </a:lnTo>
                <a:lnTo>
                  <a:pt x="1498683" y="0"/>
                </a:lnTo>
                <a:close/>
                <a:moveTo>
                  <a:pt x="1926879" y="0"/>
                </a:moveTo>
                <a:lnTo>
                  <a:pt x="1886735" y="0"/>
                </a:lnTo>
                <a:lnTo>
                  <a:pt x="1886735" y="13381"/>
                </a:lnTo>
                <a:lnTo>
                  <a:pt x="1926879" y="13381"/>
                </a:lnTo>
                <a:lnTo>
                  <a:pt x="1926879" y="0"/>
                </a:lnTo>
                <a:close/>
                <a:moveTo>
                  <a:pt x="1552208" y="0"/>
                </a:moveTo>
                <a:lnTo>
                  <a:pt x="1512064" y="0"/>
                </a:lnTo>
                <a:lnTo>
                  <a:pt x="1512064" y="13381"/>
                </a:lnTo>
                <a:lnTo>
                  <a:pt x="1552208" y="13381"/>
                </a:lnTo>
                <a:lnTo>
                  <a:pt x="1552208" y="0"/>
                </a:lnTo>
                <a:close/>
                <a:moveTo>
                  <a:pt x="1873354" y="0"/>
                </a:moveTo>
                <a:lnTo>
                  <a:pt x="1833211" y="0"/>
                </a:lnTo>
                <a:lnTo>
                  <a:pt x="1833211" y="13381"/>
                </a:lnTo>
                <a:lnTo>
                  <a:pt x="1873354" y="13381"/>
                </a:lnTo>
                <a:lnTo>
                  <a:pt x="1873354" y="0"/>
                </a:lnTo>
                <a:close/>
                <a:moveTo>
                  <a:pt x="1605732" y="0"/>
                </a:moveTo>
                <a:lnTo>
                  <a:pt x="1565589" y="0"/>
                </a:lnTo>
                <a:lnTo>
                  <a:pt x="1565589" y="13381"/>
                </a:lnTo>
                <a:lnTo>
                  <a:pt x="1605732" y="13381"/>
                </a:lnTo>
                <a:lnTo>
                  <a:pt x="1605732" y="0"/>
                </a:lnTo>
                <a:close/>
                <a:moveTo>
                  <a:pt x="1819830" y="0"/>
                </a:moveTo>
                <a:lnTo>
                  <a:pt x="1779686" y="0"/>
                </a:lnTo>
                <a:lnTo>
                  <a:pt x="1779686" y="13381"/>
                </a:lnTo>
                <a:lnTo>
                  <a:pt x="1819830" y="13381"/>
                </a:lnTo>
                <a:lnTo>
                  <a:pt x="1819830" y="0"/>
                </a:lnTo>
                <a:close/>
                <a:moveTo>
                  <a:pt x="1619113" y="0"/>
                </a:moveTo>
                <a:lnTo>
                  <a:pt x="1619113" y="13381"/>
                </a:lnTo>
                <a:lnTo>
                  <a:pt x="1659257" y="13381"/>
                </a:lnTo>
                <a:lnTo>
                  <a:pt x="1659257" y="0"/>
                </a:lnTo>
                <a:lnTo>
                  <a:pt x="1619113" y="0"/>
                </a:lnTo>
                <a:close/>
                <a:moveTo>
                  <a:pt x="1726162" y="0"/>
                </a:moveTo>
                <a:lnTo>
                  <a:pt x="1726162" y="13381"/>
                </a:lnTo>
                <a:lnTo>
                  <a:pt x="1766305" y="13381"/>
                </a:lnTo>
                <a:lnTo>
                  <a:pt x="1766305" y="0"/>
                </a:lnTo>
                <a:lnTo>
                  <a:pt x="1726162" y="0"/>
                </a:lnTo>
                <a:close/>
                <a:moveTo>
                  <a:pt x="1239090" y="1237752"/>
                </a:moveTo>
                <a:lnTo>
                  <a:pt x="1279233" y="1237752"/>
                </a:lnTo>
                <a:lnTo>
                  <a:pt x="1279233" y="1224371"/>
                </a:lnTo>
                <a:lnTo>
                  <a:pt x="1239090" y="1224371"/>
                </a:lnTo>
                <a:lnTo>
                  <a:pt x="1239090" y="1237752"/>
                </a:lnTo>
                <a:close/>
                <a:moveTo>
                  <a:pt x="1720810" y="1237752"/>
                </a:moveTo>
                <a:lnTo>
                  <a:pt x="1760953" y="1237752"/>
                </a:lnTo>
                <a:lnTo>
                  <a:pt x="1760953" y="1224371"/>
                </a:lnTo>
                <a:lnTo>
                  <a:pt x="1720810" y="1224371"/>
                </a:lnTo>
                <a:lnTo>
                  <a:pt x="1720810" y="1237752"/>
                </a:lnTo>
                <a:close/>
                <a:moveTo>
                  <a:pt x="1667285" y="1237752"/>
                </a:moveTo>
                <a:lnTo>
                  <a:pt x="1707428" y="1237752"/>
                </a:lnTo>
                <a:lnTo>
                  <a:pt x="1707428" y="1224371"/>
                </a:lnTo>
                <a:lnTo>
                  <a:pt x="1667285" y="1224371"/>
                </a:lnTo>
                <a:lnTo>
                  <a:pt x="1667285" y="1237752"/>
                </a:lnTo>
                <a:close/>
                <a:moveTo>
                  <a:pt x="1774334" y="1237752"/>
                </a:moveTo>
                <a:lnTo>
                  <a:pt x="1814477" y="1237752"/>
                </a:lnTo>
                <a:lnTo>
                  <a:pt x="1814477" y="1224371"/>
                </a:lnTo>
                <a:lnTo>
                  <a:pt x="1774334" y="1224371"/>
                </a:lnTo>
                <a:lnTo>
                  <a:pt x="1774334" y="1237752"/>
                </a:lnTo>
                <a:close/>
                <a:moveTo>
                  <a:pt x="1613761" y="1237752"/>
                </a:moveTo>
                <a:lnTo>
                  <a:pt x="1653904" y="1237752"/>
                </a:lnTo>
                <a:lnTo>
                  <a:pt x="1653904" y="1224371"/>
                </a:lnTo>
                <a:lnTo>
                  <a:pt x="1613761" y="1224371"/>
                </a:lnTo>
                <a:lnTo>
                  <a:pt x="1613761" y="1237752"/>
                </a:lnTo>
                <a:close/>
                <a:moveTo>
                  <a:pt x="1827858" y="1237752"/>
                </a:moveTo>
                <a:lnTo>
                  <a:pt x="1868002" y="1237752"/>
                </a:lnTo>
                <a:lnTo>
                  <a:pt x="1868002" y="1224371"/>
                </a:lnTo>
                <a:lnTo>
                  <a:pt x="1827858" y="1224371"/>
                </a:lnTo>
                <a:lnTo>
                  <a:pt x="1827858" y="1237752"/>
                </a:lnTo>
                <a:close/>
                <a:moveTo>
                  <a:pt x="1560236" y="1237752"/>
                </a:moveTo>
                <a:lnTo>
                  <a:pt x="1600380" y="1237752"/>
                </a:lnTo>
                <a:lnTo>
                  <a:pt x="1600380" y="1224371"/>
                </a:lnTo>
                <a:lnTo>
                  <a:pt x="1560236" y="1224371"/>
                </a:lnTo>
                <a:lnTo>
                  <a:pt x="1560236" y="1237752"/>
                </a:lnTo>
                <a:close/>
                <a:moveTo>
                  <a:pt x="1921526" y="1237752"/>
                </a:moveTo>
                <a:lnTo>
                  <a:pt x="1921526" y="1224371"/>
                </a:lnTo>
                <a:lnTo>
                  <a:pt x="1881383" y="1224371"/>
                </a:lnTo>
                <a:lnTo>
                  <a:pt x="1881383" y="1237752"/>
                </a:lnTo>
                <a:lnTo>
                  <a:pt x="1921526" y="1237752"/>
                </a:lnTo>
                <a:close/>
                <a:moveTo>
                  <a:pt x="1546855" y="1237752"/>
                </a:moveTo>
                <a:lnTo>
                  <a:pt x="1546855" y="1224371"/>
                </a:lnTo>
                <a:lnTo>
                  <a:pt x="1506712" y="1224371"/>
                </a:lnTo>
                <a:lnTo>
                  <a:pt x="1506712" y="1237752"/>
                </a:lnTo>
                <a:lnTo>
                  <a:pt x="1546855" y="1237752"/>
                </a:lnTo>
                <a:close/>
                <a:moveTo>
                  <a:pt x="1934907" y="1237752"/>
                </a:moveTo>
                <a:lnTo>
                  <a:pt x="1975051" y="1237752"/>
                </a:lnTo>
                <a:lnTo>
                  <a:pt x="1975051" y="1224371"/>
                </a:lnTo>
                <a:lnTo>
                  <a:pt x="1934907" y="1224371"/>
                </a:lnTo>
                <a:lnTo>
                  <a:pt x="1934907" y="1237752"/>
                </a:lnTo>
                <a:close/>
                <a:moveTo>
                  <a:pt x="1453188" y="1237752"/>
                </a:moveTo>
                <a:lnTo>
                  <a:pt x="1493331" y="1237752"/>
                </a:lnTo>
                <a:lnTo>
                  <a:pt x="1493331" y="1224371"/>
                </a:lnTo>
                <a:lnTo>
                  <a:pt x="1453188" y="1224371"/>
                </a:lnTo>
                <a:lnTo>
                  <a:pt x="1453188" y="1237752"/>
                </a:lnTo>
                <a:close/>
                <a:moveTo>
                  <a:pt x="1988432" y="1237752"/>
                </a:moveTo>
                <a:lnTo>
                  <a:pt x="2028575" y="1237752"/>
                </a:lnTo>
                <a:lnTo>
                  <a:pt x="2028575" y="1224371"/>
                </a:lnTo>
                <a:lnTo>
                  <a:pt x="1988432" y="1224371"/>
                </a:lnTo>
                <a:lnTo>
                  <a:pt x="1988432" y="1237752"/>
                </a:lnTo>
                <a:close/>
                <a:moveTo>
                  <a:pt x="1399663" y="1237752"/>
                </a:moveTo>
                <a:lnTo>
                  <a:pt x="1439806" y="1237752"/>
                </a:lnTo>
                <a:lnTo>
                  <a:pt x="1439806" y="1224371"/>
                </a:lnTo>
                <a:lnTo>
                  <a:pt x="1399663" y="1224371"/>
                </a:lnTo>
                <a:lnTo>
                  <a:pt x="1399663" y="1237752"/>
                </a:lnTo>
                <a:close/>
                <a:moveTo>
                  <a:pt x="2041956" y="1237752"/>
                </a:moveTo>
                <a:lnTo>
                  <a:pt x="2082099" y="1237752"/>
                </a:lnTo>
                <a:lnTo>
                  <a:pt x="2082099" y="1224371"/>
                </a:lnTo>
                <a:lnTo>
                  <a:pt x="2041956" y="1224371"/>
                </a:lnTo>
                <a:lnTo>
                  <a:pt x="2041956" y="1237752"/>
                </a:lnTo>
                <a:close/>
                <a:moveTo>
                  <a:pt x="1346139" y="1237752"/>
                </a:moveTo>
                <a:lnTo>
                  <a:pt x="1386282" y="1237752"/>
                </a:lnTo>
                <a:lnTo>
                  <a:pt x="1386282" y="1224371"/>
                </a:lnTo>
                <a:lnTo>
                  <a:pt x="1346139" y="1224371"/>
                </a:lnTo>
                <a:lnTo>
                  <a:pt x="1346139" y="1237752"/>
                </a:lnTo>
                <a:close/>
                <a:moveTo>
                  <a:pt x="2095480" y="1237752"/>
                </a:moveTo>
                <a:lnTo>
                  <a:pt x="2135624" y="1237752"/>
                </a:lnTo>
                <a:lnTo>
                  <a:pt x="2135624" y="1224371"/>
                </a:lnTo>
                <a:lnTo>
                  <a:pt x="2095480" y="1224371"/>
                </a:lnTo>
                <a:lnTo>
                  <a:pt x="2095480" y="1237752"/>
                </a:lnTo>
                <a:close/>
                <a:moveTo>
                  <a:pt x="1332758" y="1237752"/>
                </a:moveTo>
                <a:lnTo>
                  <a:pt x="1332758" y="1224371"/>
                </a:lnTo>
                <a:lnTo>
                  <a:pt x="1292614" y="1224371"/>
                </a:lnTo>
                <a:lnTo>
                  <a:pt x="1292614" y="1237752"/>
                </a:lnTo>
                <a:lnTo>
                  <a:pt x="1332758" y="1237752"/>
                </a:lnTo>
                <a:close/>
                <a:moveTo>
                  <a:pt x="2189148" y="1237752"/>
                </a:moveTo>
                <a:lnTo>
                  <a:pt x="2189148" y="1224371"/>
                </a:lnTo>
                <a:lnTo>
                  <a:pt x="2149005" y="1224371"/>
                </a:lnTo>
                <a:lnTo>
                  <a:pt x="2149005" y="1237752"/>
                </a:lnTo>
                <a:lnTo>
                  <a:pt x="2189148" y="1237752"/>
                </a:lnTo>
                <a:close/>
                <a:moveTo>
                  <a:pt x="2248025" y="0"/>
                </a:moveTo>
                <a:lnTo>
                  <a:pt x="2207882" y="0"/>
                </a:lnTo>
                <a:lnTo>
                  <a:pt x="2207882" y="13381"/>
                </a:lnTo>
                <a:lnTo>
                  <a:pt x="2248025" y="13381"/>
                </a:lnTo>
                <a:lnTo>
                  <a:pt x="2248025" y="0"/>
                </a:lnTo>
                <a:close/>
                <a:moveTo>
                  <a:pt x="2301549" y="0"/>
                </a:moveTo>
                <a:lnTo>
                  <a:pt x="2261406" y="0"/>
                </a:lnTo>
                <a:lnTo>
                  <a:pt x="2261406" y="13381"/>
                </a:lnTo>
                <a:lnTo>
                  <a:pt x="2301549" y="13381"/>
                </a:lnTo>
                <a:lnTo>
                  <a:pt x="2301549" y="0"/>
                </a:lnTo>
                <a:close/>
                <a:moveTo>
                  <a:pt x="2355074" y="0"/>
                </a:moveTo>
                <a:lnTo>
                  <a:pt x="2314930" y="0"/>
                </a:lnTo>
                <a:lnTo>
                  <a:pt x="2314930" y="13381"/>
                </a:lnTo>
                <a:lnTo>
                  <a:pt x="2355074" y="13381"/>
                </a:lnTo>
                <a:lnTo>
                  <a:pt x="2355074" y="0"/>
                </a:lnTo>
                <a:close/>
                <a:moveTo>
                  <a:pt x="2408598" y="0"/>
                </a:moveTo>
                <a:lnTo>
                  <a:pt x="2368455" y="0"/>
                </a:lnTo>
                <a:lnTo>
                  <a:pt x="2368455" y="13381"/>
                </a:lnTo>
                <a:lnTo>
                  <a:pt x="2408598" y="13381"/>
                </a:lnTo>
                <a:lnTo>
                  <a:pt x="2408598" y="0"/>
                </a:lnTo>
                <a:close/>
                <a:moveTo>
                  <a:pt x="2194501" y="0"/>
                </a:moveTo>
                <a:lnTo>
                  <a:pt x="2154357" y="0"/>
                </a:lnTo>
                <a:lnTo>
                  <a:pt x="2154357" y="13381"/>
                </a:lnTo>
                <a:lnTo>
                  <a:pt x="2194501" y="13381"/>
                </a:lnTo>
                <a:lnTo>
                  <a:pt x="2194501" y="0"/>
                </a:lnTo>
                <a:close/>
                <a:moveTo>
                  <a:pt x="2436029" y="26093"/>
                </a:moveTo>
                <a:lnTo>
                  <a:pt x="2449411" y="26093"/>
                </a:lnTo>
                <a:lnTo>
                  <a:pt x="2449411" y="0"/>
                </a:lnTo>
                <a:lnTo>
                  <a:pt x="2421979" y="0"/>
                </a:lnTo>
                <a:lnTo>
                  <a:pt x="2421979" y="13381"/>
                </a:lnTo>
                <a:lnTo>
                  <a:pt x="2436029" y="13381"/>
                </a:lnTo>
                <a:lnTo>
                  <a:pt x="2436029" y="26093"/>
                </a:lnTo>
                <a:close/>
                <a:moveTo>
                  <a:pt x="2449411" y="79618"/>
                </a:moveTo>
                <a:lnTo>
                  <a:pt x="2449411" y="39474"/>
                </a:lnTo>
                <a:lnTo>
                  <a:pt x="2436029" y="39474"/>
                </a:lnTo>
                <a:lnTo>
                  <a:pt x="2436029" y="79618"/>
                </a:lnTo>
                <a:lnTo>
                  <a:pt x="2449411" y="79618"/>
                </a:lnTo>
                <a:close/>
                <a:moveTo>
                  <a:pt x="2449411" y="133142"/>
                </a:moveTo>
                <a:lnTo>
                  <a:pt x="2449411" y="92999"/>
                </a:lnTo>
                <a:lnTo>
                  <a:pt x="2436029" y="92999"/>
                </a:lnTo>
                <a:lnTo>
                  <a:pt x="2436029" y="133142"/>
                </a:lnTo>
                <a:lnTo>
                  <a:pt x="2449411" y="133142"/>
                </a:lnTo>
                <a:close/>
                <a:moveTo>
                  <a:pt x="2449411" y="186666"/>
                </a:moveTo>
                <a:lnTo>
                  <a:pt x="2449411" y="146523"/>
                </a:lnTo>
                <a:lnTo>
                  <a:pt x="2436029" y="146523"/>
                </a:lnTo>
                <a:lnTo>
                  <a:pt x="2436029" y="186666"/>
                </a:lnTo>
                <a:lnTo>
                  <a:pt x="2449411" y="186666"/>
                </a:lnTo>
                <a:close/>
                <a:moveTo>
                  <a:pt x="2449411" y="240191"/>
                </a:moveTo>
                <a:lnTo>
                  <a:pt x="2449411" y="200047"/>
                </a:lnTo>
                <a:lnTo>
                  <a:pt x="2436029" y="200047"/>
                </a:lnTo>
                <a:lnTo>
                  <a:pt x="2436029" y="240191"/>
                </a:lnTo>
                <a:lnTo>
                  <a:pt x="2449411" y="240191"/>
                </a:lnTo>
                <a:close/>
                <a:moveTo>
                  <a:pt x="2449411" y="293715"/>
                </a:moveTo>
                <a:lnTo>
                  <a:pt x="2449411" y="253572"/>
                </a:lnTo>
                <a:lnTo>
                  <a:pt x="2436029" y="253572"/>
                </a:lnTo>
                <a:lnTo>
                  <a:pt x="2436029" y="293715"/>
                </a:lnTo>
                <a:lnTo>
                  <a:pt x="2449411" y="293715"/>
                </a:lnTo>
                <a:close/>
                <a:moveTo>
                  <a:pt x="2449411" y="347240"/>
                </a:moveTo>
                <a:lnTo>
                  <a:pt x="2449411" y="307096"/>
                </a:lnTo>
                <a:lnTo>
                  <a:pt x="2436029" y="307096"/>
                </a:lnTo>
                <a:lnTo>
                  <a:pt x="2436029" y="347240"/>
                </a:lnTo>
                <a:lnTo>
                  <a:pt x="2449411" y="347240"/>
                </a:lnTo>
                <a:close/>
                <a:moveTo>
                  <a:pt x="2449411" y="400764"/>
                </a:moveTo>
                <a:lnTo>
                  <a:pt x="2449411" y="360621"/>
                </a:lnTo>
                <a:lnTo>
                  <a:pt x="2436029" y="360621"/>
                </a:lnTo>
                <a:lnTo>
                  <a:pt x="2436029" y="400764"/>
                </a:lnTo>
                <a:lnTo>
                  <a:pt x="2449411" y="400764"/>
                </a:lnTo>
                <a:close/>
                <a:moveTo>
                  <a:pt x="2449411" y="454288"/>
                </a:moveTo>
                <a:lnTo>
                  <a:pt x="2449411" y="414145"/>
                </a:lnTo>
                <a:lnTo>
                  <a:pt x="2436029" y="414145"/>
                </a:lnTo>
                <a:lnTo>
                  <a:pt x="2436029" y="454288"/>
                </a:lnTo>
                <a:lnTo>
                  <a:pt x="2449411" y="454288"/>
                </a:lnTo>
                <a:close/>
                <a:moveTo>
                  <a:pt x="2449411" y="467669"/>
                </a:moveTo>
                <a:lnTo>
                  <a:pt x="2436029" y="467669"/>
                </a:lnTo>
                <a:lnTo>
                  <a:pt x="2436029" y="507813"/>
                </a:lnTo>
                <a:lnTo>
                  <a:pt x="2449411" y="507813"/>
                </a:lnTo>
                <a:lnTo>
                  <a:pt x="2449411" y="467669"/>
                </a:lnTo>
                <a:close/>
                <a:moveTo>
                  <a:pt x="2449411" y="521194"/>
                </a:moveTo>
                <a:lnTo>
                  <a:pt x="2436029" y="521194"/>
                </a:lnTo>
                <a:lnTo>
                  <a:pt x="2436029" y="561337"/>
                </a:lnTo>
                <a:lnTo>
                  <a:pt x="2449411" y="561337"/>
                </a:lnTo>
                <a:lnTo>
                  <a:pt x="2449411" y="521194"/>
                </a:lnTo>
                <a:close/>
                <a:moveTo>
                  <a:pt x="2449411" y="614862"/>
                </a:moveTo>
                <a:lnTo>
                  <a:pt x="2449411" y="574718"/>
                </a:lnTo>
                <a:lnTo>
                  <a:pt x="2436029" y="574718"/>
                </a:lnTo>
                <a:lnTo>
                  <a:pt x="2436029" y="614862"/>
                </a:lnTo>
                <a:lnTo>
                  <a:pt x="2449411" y="614862"/>
                </a:lnTo>
                <a:close/>
                <a:moveTo>
                  <a:pt x="2449411" y="668386"/>
                </a:moveTo>
                <a:lnTo>
                  <a:pt x="2449411" y="628243"/>
                </a:lnTo>
                <a:lnTo>
                  <a:pt x="2436029" y="628243"/>
                </a:lnTo>
                <a:lnTo>
                  <a:pt x="2436029" y="668386"/>
                </a:lnTo>
                <a:lnTo>
                  <a:pt x="2449411" y="668386"/>
                </a:lnTo>
                <a:close/>
                <a:moveTo>
                  <a:pt x="2449411" y="721910"/>
                </a:moveTo>
                <a:lnTo>
                  <a:pt x="2449411" y="681767"/>
                </a:lnTo>
                <a:lnTo>
                  <a:pt x="2436029" y="681767"/>
                </a:lnTo>
                <a:lnTo>
                  <a:pt x="2436029" y="721910"/>
                </a:lnTo>
                <a:lnTo>
                  <a:pt x="2449411" y="721910"/>
                </a:lnTo>
                <a:close/>
                <a:moveTo>
                  <a:pt x="2449411" y="775435"/>
                </a:moveTo>
                <a:lnTo>
                  <a:pt x="2449411" y="735291"/>
                </a:lnTo>
                <a:lnTo>
                  <a:pt x="2436029" y="735291"/>
                </a:lnTo>
                <a:lnTo>
                  <a:pt x="2436029" y="775435"/>
                </a:lnTo>
                <a:lnTo>
                  <a:pt x="2449411" y="775435"/>
                </a:lnTo>
                <a:close/>
                <a:moveTo>
                  <a:pt x="2449411" y="828959"/>
                </a:moveTo>
                <a:lnTo>
                  <a:pt x="2449411" y="788816"/>
                </a:lnTo>
                <a:lnTo>
                  <a:pt x="2436029" y="788816"/>
                </a:lnTo>
                <a:lnTo>
                  <a:pt x="2436029" y="828959"/>
                </a:lnTo>
                <a:lnTo>
                  <a:pt x="2449411" y="828959"/>
                </a:lnTo>
                <a:close/>
                <a:moveTo>
                  <a:pt x="2449411" y="882484"/>
                </a:moveTo>
                <a:lnTo>
                  <a:pt x="2449411" y="842340"/>
                </a:lnTo>
                <a:lnTo>
                  <a:pt x="2436029" y="842340"/>
                </a:lnTo>
                <a:lnTo>
                  <a:pt x="2436029" y="882484"/>
                </a:lnTo>
                <a:lnTo>
                  <a:pt x="2449411" y="882484"/>
                </a:lnTo>
                <a:close/>
                <a:moveTo>
                  <a:pt x="2449411" y="936008"/>
                </a:moveTo>
                <a:lnTo>
                  <a:pt x="2449411" y="895865"/>
                </a:lnTo>
                <a:lnTo>
                  <a:pt x="2436029" y="895865"/>
                </a:lnTo>
                <a:lnTo>
                  <a:pt x="2436029" y="936008"/>
                </a:lnTo>
                <a:lnTo>
                  <a:pt x="2449411" y="936008"/>
                </a:lnTo>
                <a:close/>
                <a:moveTo>
                  <a:pt x="2449411" y="949389"/>
                </a:moveTo>
                <a:lnTo>
                  <a:pt x="2436029" y="949389"/>
                </a:lnTo>
                <a:lnTo>
                  <a:pt x="2436029" y="989532"/>
                </a:lnTo>
                <a:lnTo>
                  <a:pt x="2449411" y="989532"/>
                </a:lnTo>
                <a:lnTo>
                  <a:pt x="2449411" y="949389"/>
                </a:lnTo>
                <a:close/>
                <a:moveTo>
                  <a:pt x="2449411" y="1002914"/>
                </a:moveTo>
                <a:lnTo>
                  <a:pt x="2436029" y="1002914"/>
                </a:lnTo>
                <a:lnTo>
                  <a:pt x="2436029" y="1043057"/>
                </a:lnTo>
                <a:lnTo>
                  <a:pt x="2449411" y="1043057"/>
                </a:lnTo>
                <a:lnTo>
                  <a:pt x="2449411" y="1002914"/>
                </a:lnTo>
                <a:close/>
                <a:moveTo>
                  <a:pt x="2449411" y="1096581"/>
                </a:moveTo>
                <a:lnTo>
                  <a:pt x="2449411" y="1056438"/>
                </a:lnTo>
                <a:lnTo>
                  <a:pt x="2436029" y="1056438"/>
                </a:lnTo>
                <a:lnTo>
                  <a:pt x="2436029" y="1096581"/>
                </a:lnTo>
                <a:lnTo>
                  <a:pt x="2449411" y="1096581"/>
                </a:lnTo>
                <a:close/>
                <a:moveTo>
                  <a:pt x="2449411" y="1150106"/>
                </a:moveTo>
                <a:lnTo>
                  <a:pt x="2449411" y="1109962"/>
                </a:lnTo>
                <a:lnTo>
                  <a:pt x="2436029" y="1109962"/>
                </a:lnTo>
                <a:lnTo>
                  <a:pt x="2436029" y="1150106"/>
                </a:lnTo>
                <a:lnTo>
                  <a:pt x="2449411" y="1150106"/>
                </a:lnTo>
                <a:close/>
                <a:moveTo>
                  <a:pt x="2449411" y="1203630"/>
                </a:moveTo>
                <a:lnTo>
                  <a:pt x="2449411" y="1163487"/>
                </a:lnTo>
                <a:lnTo>
                  <a:pt x="2436029" y="1163487"/>
                </a:lnTo>
                <a:lnTo>
                  <a:pt x="2436029" y="1203630"/>
                </a:lnTo>
                <a:lnTo>
                  <a:pt x="2449411" y="1203630"/>
                </a:lnTo>
                <a:close/>
                <a:moveTo>
                  <a:pt x="2416627" y="1224371"/>
                </a:moveTo>
                <a:lnTo>
                  <a:pt x="2416627" y="1237752"/>
                </a:lnTo>
                <a:lnTo>
                  <a:pt x="2449411" y="1237752"/>
                </a:lnTo>
                <a:lnTo>
                  <a:pt x="2449411" y="1217011"/>
                </a:lnTo>
                <a:lnTo>
                  <a:pt x="2436029" y="1217011"/>
                </a:lnTo>
                <a:lnTo>
                  <a:pt x="2436029" y="1224371"/>
                </a:lnTo>
                <a:lnTo>
                  <a:pt x="2416627" y="1224371"/>
                </a:lnTo>
                <a:close/>
                <a:moveTo>
                  <a:pt x="2363102" y="1237752"/>
                </a:moveTo>
                <a:lnTo>
                  <a:pt x="2403246" y="1237752"/>
                </a:lnTo>
                <a:lnTo>
                  <a:pt x="2403246" y="1224371"/>
                </a:lnTo>
                <a:lnTo>
                  <a:pt x="2363102" y="1224371"/>
                </a:lnTo>
                <a:lnTo>
                  <a:pt x="2363102" y="1237752"/>
                </a:lnTo>
                <a:close/>
                <a:moveTo>
                  <a:pt x="2309578" y="1237752"/>
                </a:moveTo>
                <a:lnTo>
                  <a:pt x="2349721" y="1237752"/>
                </a:lnTo>
                <a:lnTo>
                  <a:pt x="2349721" y="1224371"/>
                </a:lnTo>
                <a:lnTo>
                  <a:pt x="2309578" y="1224371"/>
                </a:lnTo>
                <a:lnTo>
                  <a:pt x="2309578" y="1237752"/>
                </a:lnTo>
                <a:close/>
                <a:moveTo>
                  <a:pt x="2296197" y="1237752"/>
                </a:moveTo>
                <a:lnTo>
                  <a:pt x="2296197" y="1224371"/>
                </a:lnTo>
                <a:lnTo>
                  <a:pt x="2256054" y="1224371"/>
                </a:lnTo>
                <a:lnTo>
                  <a:pt x="2256054" y="1237752"/>
                </a:lnTo>
                <a:lnTo>
                  <a:pt x="2296197" y="1237752"/>
                </a:lnTo>
                <a:close/>
                <a:moveTo>
                  <a:pt x="2242673" y="1237752"/>
                </a:moveTo>
                <a:lnTo>
                  <a:pt x="2242673" y="1224371"/>
                </a:lnTo>
                <a:lnTo>
                  <a:pt x="2202529" y="1224371"/>
                </a:lnTo>
                <a:lnTo>
                  <a:pt x="2202529" y="1237752"/>
                </a:lnTo>
                <a:lnTo>
                  <a:pt x="2242673" y="12377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...">
            <a:extLst xmlns:a="http://schemas.openxmlformats.org/drawingml/2006/main">
              <a:ext uri="{FF2B5EF4-FFF2-40B4-BE49-F238E27FC236}">
                <a16:creationId xmlns:a16="http://schemas.microsoft.com/office/drawing/2014/main" id="{DC2F9B26-9B69-47F9-829B-72F5AD14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880" y="1220937"/>
            <a:ext cx="130185" cy="23135"/>
          </a:xfrm>
          <a:custGeom xmlns:a="http://schemas.openxmlformats.org/drawingml/2006/main">
            <a:pathLst>
              <a:path w="130185" h="23135">
                <a:moveTo>
                  <a:pt x="11568" y="0"/>
                </a:moveTo>
                <a:cubicBezTo>
                  <a:pt x="14833" y="0"/>
                  <a:pt x="17577" y="1129"/>
                  <a:pt x="19801" y="3387"/>
                </a:cubicBezTo>
                <a:cubicBezTo>
                  <a:pt x="22024" y="5645"/>
                  <a:pt x="23135" y="8372"/>
                  <a:pt x="23135" y="11568"/>
                </a:cubicBezTo>
                <a:cubicBezTo>
                  <a:pt x="23135" y="14764"/>
                  <a:pt x="22006" y="17490"/>
                  <a:pt x="19748" y="19748"/>
                </a:cubicBezTo>
                <a:cubicBezTo>
                  <a:pt x="17490" y="22006"/>
                  <a:pt x="14764" y="23135"/>
                  <a:pt x="11568" y="23135"/>
                </a:cubicBezTo>
                <a:cubicBezTo>
                  <a:pt x="8372" y="23135"/>
                  <a:pt x="5645" y="22006"/>
                  <a:pt x="3387" y="19748"/>
                </a:cubicBezTo>
                <a:cubicBezTo>
                  <a:pt x="1129" y="17490"/>
                  <a:pt x="0" y="14764"/>
                  <a:pt x="0" y="11568"/>
                </a:cubicBezTo>
                <a:cubicBezTo>
                  <a:pt x="0" y="8302"/>
                  <a:pt x="1129" y="5558"/>
                  <a:pt x="3387" y="3335"/>
                </a:cubicBezTo>
                <a:cubicBezTo>
                  <a:pt x="5645" y="1112"/>
                  <a:pt x="8372" y="0"/>
                  <a:pt x="11568" y="0"/>
                </a:cubicBezTo>
                <a:close/>
                <a:moveTo>
                  <a:pt x="65093" y="0"/>
                </a:moveTo>
                <a:cubicBezTo>
                  <a:pt x="68359" y="0"/>
                  <a:pt x="71103" y="1129"/>
                  <a:pt x="73326" y="3387"/>
                </a:cubicBezTo>
                <a:cubicBezTo>
                  <a:pt x="75549" y="5645"/>
                  <a:pt x="76661" y="8372"/>
                  <a:pt x="76661" y="11568"/>
                </a:cubicBezTo>
                <a:cubicBezTo>
                  <a:pt x="76661" y="14764"/>
                  <a:pt x="75532" y="17490"/>
                  <a:pt x="73274" y="19748"/>
                </a:cubicBezTo>
                <a:cubicBezTo>
                  <a:pt x="71016" y="22006"/>
                  <a:pt x="68289" y="23135"/>
                  <a:pt x="65093" y="23135"/>
                </a:cubicBezTo>
                <a:cubicBezTo>
                  <a:pt x="61897" y="23135"/>
                  <a:pt x="59170" y="22006"/>
                  <a:pt x="56912" y="19748"/>
                </a:cubicBezTo>
                <a:cubicBezTo>
                  <a:pt x="54655" y="17490"/>
                  <a:pt x="53526" y="14764"/>
                  <a:pt x="53526" y="11568"/>
                </a:cubicBezTo>
                <a:cubicBezTo>
                  <a:pt x="53526" y="8302"/>
                  <a:pt x="54655" y="5558"/>
                  <a:pt x="56912" y="3335"/>
                </a:cubicBezTo>
                <a:cubicBezTo>
                  <a:pt x="59170" y="1112"/>
                  <a:pt x="61897" y="0"/>
                  <a:pt x="65093" y="0"/>
                </a:cubicBezTo>
                <a:close/>
                <a:moveTo>
                  <a:pt x="118617" y="0"/>
                </a:moveTo>
                <a:cubicBezTo>
                  <a:pt x="121882" y="0"/>
                  <a:pt x="124627" y="1129"/>
                  <a:pt x="126850" y="3387"/>
                </a:cubicBezTo>
                <a:cubicBezTo>
                  <a:pt x="129073" y="5645"/>
                  <a:pt x="130185" y="8372"/>
                  <a:pt x="130185" y="11568"/>
                </a:cubicBezTo>
                <a:cubicBezTo>
                  <a:pt x="130185" y="14764"/>
                  <a:pt x="129056" y="17490"/>
                  <a:pt x="126798" y="19748"/>
                </a:cubicBezTo>
                <a:cubicBezTo>
                  <a:pt x="124540" y="22006"/>
                  <a:pt x="121813" y="23135"/>
                  <a:pt x="118617" y="23135"/>
                </a:cubicBezTo>
                <a:cubicBezTo>
                  <a:pt x="115421" y="23135"/>
                  <a:pt x="112694" y="22006"/>
                  <a:pt x="110436" y="19748"/>
                </a:cubicBezTo>
                <a:cubicBezTo>
                  <a:pt x="108178" y="17490"/>
                  <a:pt x="107049" y="14764"/>
                  <a:pt x="107049" y="11568"/>
                </a:cubicBezTo>
                <a:cubicBezTo>
                  <a:pt x="107049" y="8302"/>
                  <a:pt x="108178" y="5558"/>
                  <a:pt x="110436" y="3335"/>
                </a:cubicBezTo>
                <a:cubicBezTo>
                  <a:pt x="112694" y="1112"/>
                  <a:pt x="115421" y="0"/>
                  <a:pt x="118617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Analysis">
            <a:extLst xmlns:a="http://schemas.openxmlformats.org/drawingml/2006/main">
              <a:ext uri="{FF2B5EF4-FFF2-40B4-BE49-F238E27FC236}">
                <a16:creationId xmlns:a16="http://schemas.microsoft.com/office/drawing/2014/main" id="{AF4CDB10-E01B-4170-B7BF-E7DA483D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1399" y="1896137"/>
            <a:ext cx="740266" cy="194253"/>
          </a:xfrm>
          <a:custGeom xmlns:a="http://schemas.openxmlformats.org/drawingml/2006/main">
            <a:pathLst>
              <a:path w="740266" h="194253">
                <a:moveTo>
                  <a:pt x="95980" y="100878"/>
                </a:moveTo>
                <a:lnTo>
                  <a:pt x="41268" y="100878"/>
                </a:lnTo>
                <a:lnTo>
                  <a:pt x="31681" y="123180"/>
                </a:lnTo>
                <a:cubicBezTo>
                  <a:pt x="29319" y="128669"/>
                  <a:pt x="28138" y="132768"/>
                  <a:pt x="28138" y="135477"/>
                </a:cubicBezTo>
                <a:cubicBezTo>
                  <a:pt x="28138" y="137631"/>
                  <a:pt x="29162" y="139524"/>
                  <a:pt x="31212" y="141157"/>
                </a:cubicBezTo>
                <a:cubicBezTo>
                  <a:pt x="33261" y="142789"/>
                  <a:pt x="37690" y="143849"/>
                  <a:pt x="44499" y="144335"/>
                </a:cubicBezTo>
                <a:lnTo>
                  <a:pt x="44499" y="148191"/>
                </a:lnTo>
                <a:lnTo>
                  <a:pt x="0" y="148191"/>
                </a:lnTo>
                <a:lnTo>
                  <a:pt x="0" y="144335"/>
                </a:lnTo>
                <a:cubicBezTo>
                  <a:pt x="5905" y="143293"/>
                  <a:pt x="9727" y="141939"/>
                  <a:pt x="11463" y="140274"/>
                </a:cubicBezTo>
                <a:cubicBezTo>
                  <a:pt x="15007" y="136942"/>
                  <a:pt x="18932" y="130173"/>
                  <a:pt x="23240" y="119969"/>
                </a:cubicBezTo>
                <a:lnTo>
                  <a:pt x="72949" y="3752"/>
                </a:lnTo>
                <a:lnTo>
                  <a:pt x="76597" y="3752"/>
                </a:lnTo>
                <a:lnTo>
                  <a:pt x="125785" y="121216"/>
                </a:lnTo>
                <a:cubicBezTo>
                  <a:pt x="129745" y="130658"/>
                  <a:pt x="133341" y="136785"/>
                  <a:pt x="136571" y="139597"/>
                </a:cubicBezTo>
                <a:cubicBezTo>
                  <a:pt x="139802" y="142408"/>
                  <a:pt x="144300" y="143988"/>
                  <a:pt x="150067" y="144335"/>
                </a:cubicBezTo>
                <a:lnTo>
                  <a:pt x="150067" y="148191"/>
                </a:lnTo>
                <a:lnTo>
                  <a:pt x="94313" y="148191"/>
                </a:lnTo>
                <a:lnTo>
                  <a:pt x="94313" y="144335"/>
                </a:lnTo>
                <a:cubicBezTo>
                  <a:pt x="99940" y="144057"/>
                  <a:pt x="103744" y="143119"/>
                  <a:pt x="105724" y="141521"/>
                </a:cubicBezTo>
                <a:cubicBezTo>
                  <a:pt x="107704" y="139924"/>
                  <a:pt x="108694" y="137978"/>
                  <a:pt x="108694" y="135686"/>
                </a:cubicBezTo>
                <a:cubicBezTo>
                  <a:pt x="108694" y="132629"/>
                  <a:pt x="107305" y="127800"/>
                  <a:pt x="104526" y="121200"/>
                </a:cubicBezTo>
                <a:lnTo>
                  <a:pt x="95980" y="100878"/>
                </a:lnTo>
                <a:moveTo>
                  <a:pt x="93062" y="93167"/>
                </a:moveTo>
                <a:lnTo>
                  <a:pt x="69093" y="36139"/>
                </a:lnTo>
                <a:lnTo>
                  <a:pt x="44499" y="93167"/>
                </a:lnTo>
                <a:lnTo>
                  <a:pt x="93062" y="93167"/>
                </a:lnTo>
                <a:close/>
                <a:moveTo>
                  <a:pt x="187379" y="70240"/>
                </a:moveTo>
                <a:cubicBezTo>
                  <a:pt x="198564" y="56761"/>
                  <a:pt x="209229" y="50022"/>
                  <a:pt x="219372" y="50022"/>
                </a:cubicBezTo>
                <a:cubicBezTo>
                  <a:pt x="224583" y="50022"/>
                  <a:pt x="229064" y="51323"/>
                  <a:pt x="232816" y="53924"/>
                </a:cubicBezTo>
                <a:cubicBezTo>
                  <a:pt x="236567" y="56523"/>
                  <a:pt x="239555" y="60803"/>
                  <a:pt x="241778" y="66765"/>
                </a:cubicBezTo>
                <a:cubicBezTo>
                  <a:pt x="243306" y="70922"/>
                  <a:pt x="244071" y="77300"/>
                  <a:pt x="244071" y="85898"/>
                </a:cubicBezTo>
                <a:lnTo>
                  <a:pt x="244071" y="126554"/>
                </a:lnTo>
                <a:cubicBezTo>
                  <a:pt x="244071" y="132585"/>
                  <a:pt x="244557" y="136676"/>
                  <a:pt x="245530" y="138825"/>
                </a:cubicBezTo>
                <a:cubicBezTo>
                  <a:pt x="246294" y="140558"/>
                  <a:pt x="247527" y="141909"/>
                  <a:pt x="249229" y="142880"/>
                </a:cubicBezTo>
                <a:cubicBezTo>
                  <a:pt x="250931" y="143850"/>
                  <a:pt x="254075" y="144335"/>
                  <a:pt x="258661" y="144335"/>
                </a:cubicBezTo>
                <a:lnTo>
                  <a:pt x="258661" y="148191"/>
                </a:lnTo>
                <a:lnTo>
                  <a:pt x="211452" y="148191"/>
                </a:lnTo>
                <a:lnTo>
                  <a:pt x="211452" y="144335"/>
                </a:lnTo>
                <a:lnTo>
                  <a:pt x="213432" y="144335"/>
                </a:lnTo>
                <a:cubicBezTo>
                  <a:pt x="217878" y="144335"/>
                  <a:pt x="220987" y="143661"/>
                  <a:pt x="222759" y="142313"/>
                </a:cubicBezTo>
                <a:cubicBezTo>
                  <a:pt x="224531" y="140965"/>
                  <a:pt x="225764" y="138978"/>
                  <a:pt x="226459" y="136353"/>
                </a:cubicBezTo>
                <a:cubicBezTo>
                  <a:pt x="226737" y="135315"/>
                  <a:pt x="226876" y="132066"/>
                  <a:pt x="226876" y="126606"/>
                </a:cubicBezTo>
                <a:lnTo>
                  <a:pt x="226876" y="87725"/>
                </a:lnTo>
                <a:cubicBezTo>
                  <a:pt x="226876" y="79086"/>
                  <a:pt x="225747" y="72814"/>
                  <a:pt x="223489" y="68908"/>
                </a:cubicBezTo>
                <a:cubicBezTo>
                  <a:pt x="221231" y="65002"/>
                  <a:pt x="217427" y="63049"/>
                  <a:pt x="212077" y="63049"/>
                </a:cubicBezTo>
                <a:cubicBezTo>
                  <a:pt x="203810" y="63049"/>
                  <a:pt x="195577" y="67542"/>
                  <a:pt x="187379" y="76528"/>
                </a:cubicBezTo>
                <a:lnTo>
                  <a:pt x="187379" y="126606"/>
                </a:lnTo>
                <a:cubicBezTo>
                  <a:pt x="187379" y="133035"/>
                  <a:pt x="187761" y="137009"/>
                  <a:pt x="188525" y="138529"/>
                </a:cubicBezTo>
                <a:cubicBezTo>
                  <a:pt x="189498" y="140533"/>
                  <a:pt x="190835" y="142001"/>
                  <a:pt x="192537" y="142935"/>
                </a:cubicBezTo>
                <a:cubicBezTo>
                  <a:pt x="194239" y="143868"/>
                  <a:pt x="197696" y="144335"/>
                  <a:pt x="202907" y="144335"/>
                </a:cubicBezTo>
                <a:lnTo>
                  <a:pt x="202907" y="148191"/>
                </a:lnTo>
                <a:lnTo>
                  <a:pt x="155698" y="148191"/>
                </a:lnTo>
                <a:lnTo>
                  <a:pt x="155698" y="144335"/>
                </a:lnTo>
                <a:lnTo>
                  <a:pt x="157782" y="144335"/>
                </a:lnTo>
                <a:cubicBezTo>
                  <a:pt x="162645" y="144335"/>
                  <a:pt x="165928" y="143105"/>
                  <a:pt x="167630" y="140645"/>
                </a:cubicBezTo>
                <a:cubicBezTo>
                  <a:pt x="169333" y="138183"/>
                  <a:pt x="170184" y="133486"/>
                  <a:pt x="170184" y="126554"/>
                </a:cubicBezTo>
                <a:lnTo>
                  <a:pt x="170184" y="91200"/>
                </a:lnTo>
                <a:cubicBezTo>
                  <a:pt x="170184" y="79762"/>
                  <a:pt x="169923" y="72796"/>
                  <a:pt x="169402" y="70302"/>
                </a:cubicBezTo>
                <a:cubicBezTo>
                  <a:pt x="168881" y="67805"/>
                  <a:pt x="168082" y="66106"/>
                  <a:pt x="167005" y="65205"/>
                </a:cubicBezTo>
                <a:cubicBezTo>
                  <a:pt x="165928" y="64304"/>
                  <a:pt x="164487" y="63853"/>
                  <a:pt x="162680" y="63853"/>
                </a:cubicBezTo>
                <a:cubicBezTo>
                  <a:pt x="160735" y="63853"/>
                  <a:pt x="158407" y="64373"/>
                  <a:pt x="155698" y="65413"/>
                </a:cubicBezTo>
                <a:lnTo>
                  <a:pt x="154135" y="61668"/>
                </a:lnTo>
                <a:lnTo>
                  <a:pt x="182898" y="50022"/>
                </a:lnTo>
                <a:lnTo>
                  <a:pt x="187379" y="50022"/>
                </a:lnTo>
                <a:lnTo>
                  <a:pt x="187379" y="70240"/>
                </a:lnTo>
                <a:close/>
                <a:moveTo>
                  <a:pt x="320689" y="134435"/>
                </a:moveTo>
                <a:cubicBezTo>
                  <a:pt x="310893" y="142008"/>
                  <a:pt x="304744" y="146385"/>
                  <a:pt x="302243" y="147566"/>
                </a:cubicBezTo>
                <a:cubicBezTo>
                  <a:pt x="298491" y="149372"/>
                  <a:pt x="294496" y="150275"/>
                  <a:pt x="290258" y="150275"/>
                </a:cubicBezTo>
                <a:cubicBezTo>
                  <a:pt x="283658" y="150275"/>
                  <a:pt x="278222" y="148017"/>
                  <a:pt x="273949" y="143502"/>
                </a:cubicBezTo>
                <a:cubicBezTo>
                  <a:pt x="269676" y="138986"/>
                  <a:pt x="267540" y="133045"/>
                  <a:pt x="267540" y="125681"/>
                </a:cubicBezTo>
                <a:cubicBezTo>
                  <a:pt x="267540" y="121026"/>
                  <a:pt x="268582" y="116997"/>
                  <a:pt x="270666" y="113592"/>
                </a:cubicBezTo>
                <a:cubicBezTo>
                  <a:pt x="273515" y="108868"/>
                  <a:pt x="278465" y="104422"/>
                  <a:pt x="285517" y="100253"/>
                </a:cubicBezTo>
                <a:cubicBezTo>
                  <a:pt x="292569" y="96085"/>
                  <a:pt x="304292" y="91013"/>
                  <a:pt x="320689" y="85038"/>
                </a:cubicBezTo>
                <a:lnTo>
                  <a:pt x="320689" y="81286"/>
                </a:lnTo>
                <a:cubicBezTo>
                  <a:pt x="320689" y="71768"/>
                  <a:pt x="319178" y="65237"/>
                  <a:pt x="316155" y="61694"/>
                </a:cubicBezTo>
                <a:cubicBezTo>
                  <a:pt x="313133" y="58151"/>
                  <a:pt x="308739" y="56379"/>
                  <a:pt x="302972" y="56379"/>
                </a:cubicBezTo>
                <a:cubicBezTo>
                  <a:pt x="298596" y="56379"/>
                  <a:pt x="295122" y="57556"/>
                  <a:pt x="292551" y="59910"/>
                </a:cubicBezTo>
                <a:cubicBezTo>
                  <a:pt x="289911" y="62263"/>
                  <a:pt x="288591" y="64963"/>
                  <a:pt x="288591" y="68009"/>
                </a:cubicBezTo>
                <a:lnTo>
                  <a:pt x="288799" y="74030"/>
                </a:lnTo>
                <a:cubicBezTo>
                  <a:pt x="288799" y="77213"/>
                  <a:pt x="287983" y="79670"/>
                  <a:pt x="286350" y="81400"/>
                </a:cubicBezTo>
                <a:cubicBezTo>
                  <a:pt x="284718" y="83131"/>
                  <a:pt x="282581" y="83996"/>
                  <a:pt x="279941" y="83996"/>
                </a:cubicBezTo>
                <a:cubicBezTo>
                  <a:pt x="277371" y="83996"/>
                  <a:pt x="275269" y="83096"/>
                  <a:pt x="273636" y="81296"/>
                </a:cubicBezTo>
                <a:cubicBezTo>
                  <a:pt x="272004" y="79494"/>
                  <a:pt x="271187" y="77034"/>
                  <a:pt x="271187" y="73916"/>
                </a:cubicBezTo>
                <a:cubicBezTo>
                  <a:pt x="271187" y="67961"/>
                  <a:pt x="274244" y="62490"/>
                  <a:pt x="280358" y="57503"/>
                </a:cubicBezTo>
                <a:cubicBezTo>
                  <a:pt x="286472" y="52516"/>
                  <a:pt x="295052" y="50022"/>
                  <a:pt x="306099" y="50022"/>
                </a:cubicBezTo>
                <a:cubicBezTo>
                  <a:pt x="314575" y="50022"/>
                  <a:pt x="321522" y="51444"/>
                  <a:pt x="326941" y="54289"/>
                </a:cubicBezTo>
                <a:cubicBezTo>
                  <a:pt x="331041" y="56440"/>
                  <a:pt x="334063" y="59806"/>
                  <a:pt x="336008" y="64387"/>
                </a:cubicBezTo>
                <a:cubicBezTo>
                  <a:pt x="337259" y="67371"/>
                  <a:pt x="337884" y="73477"/>
                  <a:pt x="337884" y="82706"/>
                </a:cubicBezTo>
                <a:lnTo>
                  <a:pt x="337884" y="115077"/>
                </a:lnTo>
                <a:cubicBezTo>
                  <a:pt x="337884" y="124168"/>
                  <a:pt x="338058" y="129737"/>
                  <a:pt x="338405" y="131784"/>
                </a:cubicBezTo>
                <a:cubicBezTo>
                  <a:pt x="338752" y="133831"/>
                  <a:pt x="339325" y="135202"/>
                  <a:pt x="340124" y="135897"/>
                </a:cubicBezTo>
                <a:cubicBezTo>
                  <a:pt x="340923" y="136590"/>
                  <a:pt x="341844" y="136936"/>
                  <a:pt x="342886" y="136936"/>
                </a:cubicBezTo>
                <a:cubicBezTo>
                  <a:pt x="343998" y="136936"/>
                  <a:pt x="344970" y="136693"/>
                  <a:pt x="345804" y="136207"/>
                </a:cubicBezTo>
                <a:cubicBezTo>
                  <a:pt x="347263" y="135303"/>
                  <a:pt x="350077" y="132768"/>
                  <a:pt x="354245" y="128599"/>
                </a:cubicBezTo>
                <a:lnTo>
                  <a:pt x="354245" y="134435"/>
                </a:lnTo>
                <a:cubicBezTo>
                  <a:pt x="346464" y="144856"/>
                  <a:pt x="339030" y="150067"/>
                  <a:pt x="331944" y="150067"/>
                </a:cubicBezTo>
                <a:cubicBezTo>
                  <a:pt x="328539" y="150067"/>
                  <a:pt x="325830" y="148886"/>
                  <a:pt x="323815" y="146524"/>
                </a:cubicBezTo>
                <a:cubicBezTo>
                  <a:pt x="321800" y="144162"/>
                  <a:pt x="320758" y="140132"/>
                  <a:pt x="320689" y="134435"/>
                </a:cubicBezTo>
                <a:moveTo>
                  <a:pt x="320689" y="127603"/>
                </a:moveTo>
                <a:lnTo>
                  <a:pt x="320689" y="91395"/>
                </a:lnTo>
                <a:cubicBezTo>
                  <a:pt x="310198" y="95544"/>
                  <a:pt x="303424" y="98484"/>
                  <a:pt x="300367" y="100214"/>
                </a:cubicBezTo>
                <a:cubicBezTo>
                  <a:pt x="294879" y="103258"/>
                  <a:pt x="290953" y="106440"/>
                  <a:pt x="288591" y="109759"/>
                </a:cubicBezTo>
                <a:cubicBezTo>
                  <a:pt x="286229" y="113079"/>
                  <a:pt x="285048" y="116710"/>
                  <a:pt x="285048" y="120653"/>
                </a:cubicBezTo>
                <a:cubicBezTo>
                  <a:pt x="285048" y="125633"/>
                  <a:pt x="286542" y="129766"/>
                  <a:pt x="289529" y="133051"/>
                </a:cubicBezTo>
                <a:cubicBezTo>
                  <a:pt x="292516" y="136336"/>
                  <a:pt x="295955" y="137978"/>
                  <a:pt x="299846" y="137978"/>
                </a:cubicBezTo>
                <a:cubicBezTo>
                  <a:pt x="305126" y="137978"/>
                  <a:pt x="312074" y="134520"/>
                  <a:pt x="320689" y="127603"/>
                </a:cubicBezTo>
                <a:close/>
                <a:moveTo>
                  <a:pt x="394435" y="0"/>
                </a:moveTo>
                <a:lnTo>
                  <a:pt x="394435" y="126528"/>
                </a:lnTo>
                <a:cubicBezTo>
                  <a:pt x="394435" y="132498"/>
                  <a:pt x="394869" y="136456"/>
                  <a:pt x="395738" y="138402"/>
                </a:cubicBezTo>
                <a:cubicBezTo>
                  <a:pt x="396606" y="140345"/>
                  <a:pt x="397944" y="141820"/>
                  <a:pt x="399750" y="142827"/>
                </a:cubicBezTo>
                <a:cubicBezTo>
                  <a:pt x="401556" y="143833"/>
                  <a:pt x="404926" y="144335"/>
                  <a:pt x="409859" y="144335"/>
                </a:cubicBezTo>
                <a:lnTo>
                  <a:pt x="409859" y="148191"/>
                </a:lnTo>
                <a:lnTo>
                  <a:pt x="363067" y="148191"/>
                </a:lnTo>
                <a:lnTo>
                  <a:pt x="363067" y="144335"/>
                </a:lnTo>
                <a:cubicBezTo>
                  <a:pt x="367444" y="144335"/>
                  <a:pt x="370431" y="143885"/>
                  <a:pt x="372029" y="142984"/>
                </a:cubicBezTo>
                <a:cubicBezTo>
                  <a:pt x="373627" y="142081"/>
                  <a:pt x="374878" y="140588"/>
                  <a:pt x="375781" y="138506"/>
                </a:cubicBezTo>
                <a:cubicBezTo>
                  <a:pt x="376684" y="136422"/>
                  <a:pt x="377136" y="132429"/>
                  <a:pt x="377136" y="126528"/>
                </a:cubicBezTo>
                <a:lnTo>
                  <a:pt x="377136" y="39884"/>
                </a:lnTo>
                <a:cubicBezTo>
                  <a:pt x="377136" y="29124"/>
                  <a:pt x="376893" y="22512"/>
                  <a:pt x="376406" y="20048"/>
                </a:cubicBezTo>
                <a:cubicBezTo>
                  <a:pt x="375920" y="17582"/>
                  <a:pt x="375138" y="15898"/>
                  <a:pt x="374061" y="14997"/>
                </a:cubicBezTo>
                <a:cubicBezTo>
                  <a:pt x="372985" y="14094"/>
                  <a:pt x="371612" y="13642"/>
                  <a:pt x="369945" y="13642"/>
                </a:cubicBezTo>
                <a:cubicBezTo>
                  <a:pt x="368139" y="13642"/>
                  <a:pt x="365846" y="14198"/>
                  <a:pt x="363067" y="15310"/>
                </a:cubicBezTo>
                <a:lnTo>
                  <a:pt x="361295" y="11662"/>
                </a:lnTo>
                <a:lnTo>
                  <a:pt x="389745" y="0"/>
                </a:lnTo>
                <a:lnTo>
                  <a:pt x="394435" y="0"/>
                </a:lnTo>
                <a:close/>
                <a:moveTo>
                  <a:pt x="415735" y="52732"/>
                </a:moveTo>
                <a:lnTo>
                  <a:pt x="460234" y="52732"/>
                </a:lnTo>
                <a:lnTo>
                  <a:pt x="460234" y="56588"/>
                </a:lnTo>
                <a:lnTo>
                  <a:pt x="458046" y="56588"/>
                </a:lnTo>
                <a:cubicBezTo>
                  <a:pt x="454920" y="56588"/>
                  <a:pt x="452575" y="57265"/>
                  <a:pt x="451012" y="58620"/>
                </a:cubicBezTo>
                <a:cubicBezTo>
                  <a:pt x="449448" y="59975"/>
                  <a:pt x="448667" y="61659"/>
                  <a:pt x="448667" y="63674"/>
                </a:cubicBezTo>
                <a:cubicBezTo>
                  <a:pt x="448667" y="66384"/>
                  <a:pt x="449813" y="70135"/>
                  <a:pt x="452106" y="74929"/>
                </a:cubicBezTo>
                <a:lnTo>
                  <a:pt x="475345" y="123076"/>
                </a:lnTo>
                <a:lnTo>
                  <a:pt x="496709" y="70344"/>
                </a:lnTo>
                <a:cubicBezTo>
                  <a:pt x="497890" y="67495"/>
                  <a:pt x="498481" y="64682"/>
                  <a:pt x="498481" y="61903"/>
                </a:cubicBezTo>
                <a:cubicBezTo>
                  <a:pt x="498481" y="60652"/>
                  <a:pt x="498238" y="59714"/>
                  <a:pt x="497751" y="59089"/>
                </a:cubicBezTo>
                <a:cubicBezTo>
                  <a:pt x="497195" y="58325"/>
                  <a:pt x="496327" y="57717"/>
                  <a:pt x="495146" y="57265"/>
                </a:cubicBezTo>
                <a:cubicBezTo>
                  <a:pt x="493965" y="56814"/>
                  <a:pt x="491881" y="56588"/>
                  <a:pt x="488893" y="56588"/>
                </a:cubicBezTo>
                <a:lnTo>
                  <a:pt x="488893" y="52732"/>
                </a:lnTo>
                <a:lnTo>
                  <a:pt x="519949" y="52732"/>
                </a:lnTo>
                <a:lnTo>
                  <a:pt x="519949" y="56588"/>
                </a:lnTo>
                <a:cubicBezTo>
                  <a:pt x="517378" y="56866"/>
                  <a:pt x="515398" y="57421"/>
                  <a:pt x="514008" y="58255"/>
                </a:cubicBezTo>
                <a:cubicBezTo>
                  <a:pt x="512619" y="59089"/>
                  <a:pt x="511090" y="60652"/>
                  <a:pt x="509423" y="62945"/>
                </a:cubicBezTo>
                <a:cubicBezTo>
                  <a:pt x="508798" y="63917"/>
                  <a:pt x="507617" y="66592"/>
                  <a:pt x="505880" y="70969"/>
                </a:cubicBezTo>
                <a:lnTo>
                  <a:pt x="467008" y="166220"/>
                </a:lnTo>
                <a:cubicBezTo>
                  <a:pt x="463257" y="175460"/>
                  <a:pt x="458341" y="182443"/>
                  <a:pt x="452262" y="187167"/>
                </a:cubicBezTo>
                <a:cubicBezTo>
                  <a:pt x="446183" y="191891"/>
                  <a:pt x="440330" y="194253"/>
                  <a:pt x="434702" y="194253"/>
                </a:cubicBezTo>
                <a:cubicBezTo>
                  <a:pt x="430603" y="194253"/>
                  <a:pt x="427234" y="193086"/>
                  <a:pt x="424594" y="190752"/>
                </a:cubicBezTo>
                <a:cubicBezTo>
                  <a:pt x="421953" y="188418"/>
                  <a:pt x="420633" y="185742"/>
                  <a:pt x="420633" y="182722"/>
                </a:cubicBezTo>
                <a:cubicBezTo>
                  <a:pt x="420633" y="179838"/>
                  <a:pt x="421589" y="177513"/>
                  <a:pt x="423499" y="175746"/>
                </a:cubicBezTo>
                <a:cubicBezTo>
                  <a:pt x="425410" y="173981"/>
                  <a:pt x="428033" y="173098"/>
                  <a:pt x="431367" y="173098"/>
                </a:cubicBezTo>
                <a:cubicBezTo>
                  <a:pt x="433660" y="173098"/>
                  <a:pt x="436787" y="173862"/>
                  <a:pt x="440747" y="175391"/>
                </a:cubicBezTo>
                <a:cubicBezTo>
                  <a:pt x="443526" y="176433"/>
                  <a:pt x="445263" y="176954"/>
                  <a:pt x="445957" y="176954"/>
                </a:cubicBezTo>
                <a:cubicBezTo>
                  <a:pt x="448042" y="176954"/>
                  <a:pt x="450317" y="175869"/>
                  <a:pt x="452783" y="173701"/>
                </a:cubicBezTo>
                <a:cubicBezTo>
                  <a:pt x="455250" y="171534"/>
                  <a:pt x="457733" y="167339"/>
                  <a:pt x="460234" y="161117"/>
                </a:cubicBezTo>
                <a:lnTo>
                  <a:pt x="467008" y="144439"/>
                </a:lnTo>
                <a:lnTo>
                  <a:pt x="432722" y="72428"/>
                </a:lnTo>
                <a:cubicBezTo>
                  <a:pt x="431680" y="70274"/>
                  <a:pt x="430013" y="67600"/>
                  <a:pt x="427720" y="64404"/>
                </a:cubicBezTo>
                <a:cubicBezTo>
                  <a:pt x="425983" y="61972"/>
                  <a:pt x="424559" y="60339"/>
                  <a:pt x="423447" y="59506"/>
                </a:cubicBezTo>
                <a:cubicBezTo>
                  <a:pt x="421849" y="58394"/>
                  <a:pt x="419279" y="57421"/>
                  <a:pt x="415735" y="56588"/>
                </a:cubicBezTo>
                <a:lnTo>
                  <a:pt x="415735" y="52732"/>
                </a:lnTo>
                <a:close/>
                <a:moveTo>
                  <a:pt x="589897" y="50022"/>
                </a:moveTo>
                <a:lnTo>
                  <a:pt x="589897" y="82328"/>
                </a:lnTo>
                <a:lnTo>
                  <a:pt x="586458" y="82328"/>
                </a:lnTo>
                <a:cubicBezTo>
                  <a:pt x="583818" y="72196"/>
                  <a:pt x="580431" y="65304"/>
                  <a:pt x="576297" y="61652"/>
                </a:cubicBezTo>
                <a:cubicBezTo>
                  <a:pt x="572163" y="57998"/>
                  <a:pt x="566900" y="56171"/>
                  <a:pt x="560509" y="56171"/>
                </a:cubicBezTo>
                <a:cubicBezTo>
                  <a:pt x="555645" y="56171"/>
                  <a:pt x="551720" y="57455"/>
                  <a:pt x="548732" y="60024"/>
                </a:cubicBezTo>
                <a:cubicBezTo>
                  <a:pt x="545745" y="62590"/>
                  <a:pt x="544251" y="65435"/>
                  <a:pt x="544251" y="68559"/>
                </a:cubicBezTo>
                <a:cubicBezTo>
                  <a:pt x="544251" y="72446"/>
                  <a:pt x="545363" y="75776"/>
                  <a:pt x="547586" y="78551"/>
                </a:cubicBezTo>
                <a:cubicBezTo>
                  <a:pt x="549740" y="81397"/>
                  <a:pt x="554117" y="84416"/>
                  <a:pt x="560717" y="87607"/>
                </a:cubicBezTo>
                <a:lnTo>
                  <a:pt x="575932" y="95000"/>
                </a:lnTo>
                <a:cubicBezTo>
                  <a:pt x="590036" y="101869"/>
                  <a:pt x="597087" y="110926"/>
                  <a:pt x="597087" y="122170"/>
                </a:cubicBezTo>
                <a:cubicBezTo>
                  <a:pt x="597087" y="130844"/>
                  <a:pt x="593805" y="137836"/>
                  <a:pt x="587239" y="143147"/>
                </a:cubicBezTo>
                <a:cubicBezTo>
                  <a:pt x="580674" y="148455"/>
                  <a:pt x="573327" y="151109"/>
                  <a:pt x="565198" y="151109"/>
                </a:cubicBezTo>
                <a:cubicBezTo>
                  <a:pt x="559362" y="151109"/>
                  <a:pt x="552693" y="150067"/>
                  <a:pt x="545189" y="147983"/>
                </a:cubicBezTo>
                <a:cubicBezTo>
                  <a:pt x="542897" y="147288"/>
                  <a:pt x="541021" y="146941"/>
                  <a:pt x="539562" y="146941"/>
                </a:cubicBezTo>
                <a:cubicBezTo>
                  <a:pt x="537964" y="146941"/>
                  <a:pt x="536713" y="147844"/>
                  <a:pt x="535810" y="149650"/>
                </a:cubicBezTo>
                <a:lnTo>
                  <a:pt x="532371" y="149650"/>
                </a:lnTo>
                <a:lnTo>
                  <a:pt x="532371" y="115468"/>
                </a:lnTo>
                <a:lnTo>
                  <a:pt x="535810" y="115468"/>
                </a:lnTo>
                <a:cubicBezTo>
                  <a:pt x="537755" y="125229"/>
                  <a:pt x="541472" y="132585"/>
                  <a:pt x="546961" y="137535"/>
                </a:cubicBezTo>
                <a:cubicBezTo>
                  <a:pt x="552449" y="142485"/>
                  <a:pt x="558598" y="144961"/>
                  <a:pt x="565407" y="144961"/>
                </a:cubicBezTo>
                <a:cubicBezTo>
                  <a:pt x="570200" y="144961"/>
                  <a:pt x="574108" y="143556"/>
                  <a:pt x="577131" y="140746"/>
                </a:cubicBezTo>
                <a:cubicBezTo>
                  <a:pt x="580153" y="137935"/>
                  <a:pt x="581664" y="134551"/>
                  <a:pt x="581664" y="130595"/>
                </a:cubicBezTo>
                <a:cubicBezTo>
                  <a:pt x="581664" y="125806"/>
                  <a:pt x="579979" y="121781"/>
                  <a:pt x="576609" y="118520"/>
                </a:cubicBezTo>
                <a:cubicBezTo>
                  <a:pt x="573240" y="115259"/>
                  <a:pt x="566518" y="111130"/>
                  <a:pt x="556444" y="106135"/>
                </a:cubicBezTo>
                <a:cubicBezTo>
                  <a:pt x="546370" y="101137"/>
                  <a:pt x="539770" y="96625"/>
                  <a:pt x="536644" y="92600"/>
                </a:cubicBezTo>
                <a:cubicBezTo>
                  <a:pt x="533517" y="88644"/>
                  <a:pt x="531954" y="83647"/>
                  <a:pt x="531954" y="77609"/>
                </a:cubicBezTo>
                <a:cubicBezTo>
                  <a:pt x="531954" y="69767"/>
                  <a:pt x="534646" y="63210"/>
                  <a:pt x="540031" y="57936"/>
                </a:cubicBezTo>
                <a:cubicBezTo>
                  <a:pt x="545415" y="52660"/>
                  <a:pt x="552380" y="50022"/>
                  <a:pt x="560925" y="50022"/>
                </a:cubicBezTo>
                <a:cubicBezTo>
                  <a:pt x="564677" y="50022"/>
                  <a:pt x="569228" y="50821"/>
                  <a:pt x="574577" y="52419"/>
                </a:cubicBezTo>
                <a:cubicBezTo>
                  <a:pt x="578121" y="53461"/>
                  <a:pt x="580483" y="53982"/>
                  <a:pt x="581664" y="53982"/>
                </a:cubicBezTo>
                <a:cubicBezTo>
                  <a:pt x="582775" y="53982"/>
                  <a:pt x="583644" y="53739"/>
                  <a:pt x="584269" y="53253"/>
                </a:cubicBezTo>
                <a:cubicBezTo>
                  <a:pt x="584894" y="52767"/>
                  <a:pt x="585624" y="51690"/>
                  <a:pt x="586458" y="50022"/>
                </a:cubicBezTo>
                <a:lnTo>
                  <a:pt x="589897" y="50022"/>
                </a:lnTo>
                <a:close/>
                <a:moveTo>
                  <a:pt x="636116" y="0"/>
                </a:moveTo>
                <a:cubicBezTo>
                  <a:pt x="639034" y="0"/>
                  <a:pt x="641518" y="1030"/>
                  <a:pt x="643568" y="3091"/>
                </a:cubicBezTo>
                <a:cubicBezTo>
                  <a:pt x="645617" y="5149"/>
                  <a:pt x="646642" y="7644"/>
                  <a:pt x="646642" y="10578"/>
                </a:cubicBezTo>
                <a:cubicBezTo>
                  <a:pt x="646642" y="13511"/>
                  <a:pt x="645617" y="16025"/>
                  <a:pt x="643568" y="18120"/>
                </a:cubicBezTo>
                <a:cubicBezTo>
                  <a:pt x="641518" y="20213"/>
                  <a:pt x="639034" y="21259"/>
                  <a:pt x="636116" y="21259"/>
                </a:cubicBezTo>
                <a:cubicBezTo>
                  <a:pt x="633198" y="21259"/>
                  <a:pt x="630697" y="20213"/>
                  <a:pt x="628613" y="18120"/>
                </a:cubicBezTo>
                <a:cubicBezTo>
                  <a:pt x="626529" y="16025"/>
                  <a:pt x="625487" y="13511"/>
                  <a:pt x="625487" y="10578"/>
                </a:cubicBezTo>
                <a:cubicBezTo>
                  <a:pt x="625487" y="7644"/>
                  <a:pt x="626511" y="5149"/>
                  <a:pt x="628561" y="3091"/>
                </a:cubicBezTo>
                <a:cubicBezTo>
                  <a:pt x="630610" y="1030"/>
                  <a:pt x="633129" y="0"/>
                  <a:pt x="636116" y="0"/>
                </a:cubicBezTo>
                <a:moveTo>
                  <a:pt x="644766" y="50022"/>
                </a:moveTo>
                <a:lnTo>
                  <a:pt x="644766" y="126554"/>
                </a:lnTo>
                <a:cubicBezTo>
                  <a:pt x="644766" y="132516"/>
                  <a:pt x="645200" y="136485"/>
                  <a:pt x="646069" y="138460"/>
                </a:cubicBezTo>
                <a:cubicBezTo>
                  <a:pt x="646937" y="140436"/>
                  <a:pt x="648222" y="141909"/>
                  <a:pt x="649925" y="142880"/>
                </a:cubicBezTo>
                <a:cubicBezTo>
                  <a:pt x="651627" y="143850"/>
                  <a:pt x="654736" y="144335"/>
                  <a:pt x="659252" y="144335"/>
                </a:cubicBezTo>
                <a:lnTo>
                  <a:pt x="659252" y="148191"/>
                </a:lnTo>
                <a:lnTo>
                  <a:pt x="612877" y="148191"/>
                </a:lnTo>
                <a:lnTo>
                  <a:pt x="612877" y="144335"/>
                </a:lnTo>
                <a:cubicBezTo>
                  <a:pt x="617532" y="144335"/>
                  <a:pt x="620658" y="143885"/>
                  <a:pt x="622256" y="142984"/>
                </a:cubicBezTo>
                <a:cubicBezTo>
                  <a:pt x="623854" y="142083"/>
                  <a:pt x="625122" y="140592"/>
                  <a:pt x="626060" y="138512"/>
                </a:cubicBezTo>
                <a:cubicBezTo>
                  <a:pt x="626998" y="136432"/>
                  <a:pt x="627467" y="132446"/>
                  <a:pt x="627467" y="126554"/>
                </a:cubicBezTo>
                <a:lnTo>
                  <a:pt x="627467" y="89848"/>
                </a:lnTo>
                <a:cubicBezTo>
                  <a:pt x="627467" y="79518"/>
                  <a:pt x="627154" y="72829"/>
                  <a:pt x="626529" y="69780"/>
                </a:cubicBezTo>
                <a:cubicBezTo>
                  <a:pt x="626042" y="67562"/>
                  <a:pt x="625278" y="66019"/>
                  <a:pt x="624236" y="65153"/>
                </a:cubicBezTo>
                <a:cubicBezTo>
                  <a:pt x="623194" y="64286"/>
                  <a:pt x="621770" y="63853"/>
                  <a:pt x="619963" y="63853"/>
                </a:cubicBezTo>
                <a:cubicBezTo>
                  <a:pt x="618018" y="63853"/>
                  <a:pt x="615656" y="64373"/>
                  <a:pt x="612877" y="65413"/>
                </a:cubicBezTo>
                <a:lnTo>
                  <a:pt x="611418" y="61668"/>
                </a:lnTo>
                <a:lnTo>
                  <a:pt x="640181" y="50022"/>
                </a:lnTo>
                <a:lnTo>
                  <a:pt x="644766" y="50022"/>
                </a:lnTo>
                <a:close/>
                <a:moveTo>
                  <a:pt x="733075" y="50022"/>
                </a:moveTo>
                <a:lnTo>
                  <a:pt x="733075" y="82328"/>
                </a:lnTo>
                <a:lnTo>
                  <a:pt x="729636" y="82328"/>
                </a:lnTo>
                <a:cubicBezTo>
                  <a:pt x="726996" y="72196"/>
                  <a:pt x="723609" y="65304"/>
                  <a:pt x="719475" y="61652"/>
                </a:cubicBezTo>
                <a:cubicBezTo>
                  <a:pt x="715342" y="57998"/>
                  <a:pt x="710079" y="56171"/>
                  <a:pt x="703687" y="56171"/>
                </a:cubicBezTo>
                <a:cubicBezTo>
                  <a:pt x="698824" y="56171"/>
                  <a:pt x="694898" y="57455"/>
                  <a:pt x="691911" y="60024"/>
                </a:cubicBezTo>
                <a:cubicBezTo>
                  <a:pt x="688923" y="62590"/>
                  <a:pt x="687430" y="65435"/>
                  <a:pt x="687430" y="68559"/>
                </a:cubicBezTo>
                <a:cubicBezTo>
                  <a:pt x="687430" y="72446"/>
                  <a:pt x="688541" y="75776"/>
                  <a:pt x="690765" y="78551"/>
                </a:cubicBezTo>
                <a:cubicBezTo>
                  <a:pt x="692918" y="81397"/>
                  <a:pt x="697295" y="84416"/>
                  <a:pt x="703895" y="87607"/>
                </a:cubicBezTo>
                <a:lnTo>
                  <a:pt x="719111" y="95000"/>
                </a:lnTo>
                <a:cubicBezTo>
                  <a:pt x="733214" y="101869"/>
                  <a:pt x="740266" y="110926"/>
                  <a:pt x="740266" y="122170"/>
                </a:cubicBezTo>
                <a:cubicBezTo>
                  <a:pt x="740266" y="130844"/>
                  <a:pt x="736983" y="137836"/>
                  <a:pt x="730418" y="143147"/>
                </a:cubicBezTo>
                <a:cubicBezTo>
                  <a:pt x="723852" y="148455"/>
                  <a:pt x="716505" y="151109"/>
                  <a:pt x="708377" y="151109"/>
                </a:cubicBezTo>
                <a:cubicBezTo>
                  <a:pt x="702541" y="151109"/>
                  <a:pt x="695871" y="150067"/>
                  <a:pt x="688368" y="147983"/>
                </a:cubicBezTo>
                <a:cubicBezTo>
                  <a:pt x="686075" y="147288"/>
                  <a:pt x="684199" y="146941"/>
                  <a:pt x="682740" y="146941"/>
                </a:cubicBezTo>
                <a:cubicBezTo>
                  <a:pt x="681142" y="146941"/>
                  <a:pt x="679892" y="147844"/>
                  <a:pt x="678989" y="149650"/>
                </a:cubicBezTo>
                <a:lnTo>
                  <a:pt x="675549" y="149650"/>
                </a:lnTo>
                <a:lnTo>
                  <a:pt x="675549" y="115468"/>
                </a:lnTo>
                <a:lnTo>
                  <a:pt x="678989" y="115468"/>
                </a:lnTo>
                <a:cubicBezTo>
                  <a:pt x="680934" y="125229"/>
                  <a:pt x="684651" y="132585"/>
                  <a:pt x="690139" y="137535"/>
                </a:cubicBezTo>
                <a:cubicBezTo>
                  <a:pt x="695628" y="142485"/>
                  <a:pt x="701776" y="144961"/>
                  <a:pt x="708585" y="144961"/>
                </a:cubicBezTo>
                <a:cubicBezTo>
                  <a:pt x="713379" y="144961"/>
                  <a:pt x="717287" y="143556"/>
                  <a:pt x="720309" y="140746"/>
                </a:cubicBezTo>
                <a:cubicBezTo>
                  <a:pt x="723331" y="137935"/>
                  <a:pt x="724842" y="134551"/>
                  <a:pt x="724842" y="130595"/>
                </a:cubicBezTo>
                <a:cubicBezTo>
                  <a:pt x="724842" y="125806"/>
                  <a:pt x="723158" y="121781"/>
                  <a:pt x="719788" y="118520"/>
                </a:cubicBezTo>
                <a:cubicBezTo>
                  <a:pt x="716418" y="115259"/>
                  <a:pt x="709697" y="111130"/>
                  <a:pt x="699623" y="106135"/>
                </a:cubicBezTo>
                <a:cubicBezTo>
                  <a:pt x="689549" y="101137"/>
                  <a:pt x="682949" y="96625"/>
                  <a:pt x="679822" y="92600"/>
                </a:cubicBezTo>
                <a:cubicBezTo>
                  <a:pt x="676696" y="88644"/>
                  <a:pt x="675133" y="83647"/>
                  <a:pt x="675133" y="77609"/>
                </a:cubicBezTo>
                <a:cubicBezTo>
                  <a:pt x="675133" y="69767"/>
                  <a:pt x="677825" y="63210"/>
                  <a:pt x="683209" y="57936"/>
                </a:cubicBezTo>
                <a:cubicBezTo>
                  <a:pt x="688593" y="52660"/>
                  <a:pt x="695558" y="50022"/>
                  <a:pt x="704104" y="50022"/>
                </a:cubicBezTo>
                <a:cubicBezTo>
                  <a:pt x="707856" y="50022"/>
                  <a:pt x="712406" y="50821"/>
                  <a:pt x="717756" y="52419"/>
                </a:cubicBezTo>
                <a:cubicBezTo>
                  <a:pt x="721299" y="53461"/>
                  <a:pt x="723661" y="53982"/>
                  <a:pt x="724842" y="53982"/>
                </a:cubicBezTo>
                <a:cubicBezTo>
                  <a:pt x="725954" y="53982"/>
                  <a:pt x="726822" y="53739"/>
                  <a:pt x="727448" y="53253"/>
                </a:cubicBezTo>
                <a:cubicBezTo>
                  <a:pt x="728073" y="52767"/>
                  <a:pt x="728802" y="51690"/>
                  <a:pt x="729636" y="50022"/>
                </a:cubicBezTo>
                <a:lnTo>
                  <a:pt x="733075" y="50022"/>
                </a:ln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Text ...">
            <a:extLst xmlns:a="http://schemas.openxmlformats.org/drawingml/2006/main">
              <a:ext uri="{FF2B5EF4-FFF2-40B4-BE49-F238E27FC236}">
                <a16:creationId xmlns:a16="http://schemas.microsoft.com/office/drawing/2014/main" id="{A72D8958-8458-438F-B8F6-41E5756C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155" y="1220937"/>
            <a:ext cx="130183" cy="23135"/>
          </a:xfrm>
          <a:custGeom xmlns:a="http://schemas.openxmlformats.org/drawingml/2006/main">
            <a:pathLst>
              <a:path w="130183" h="23135">
                <a:moveTo>
                  <a:pt x="11568" y="0"/>
                </a:moveTo>
                <a:cubicBezTo>
                  <a:pt x="14833" y="0"/>
                  <a:pt x="17577" y="1129"/>
                  <a:pt x="19801" y="3387"/>
                </a:cubicBezTo>
                <a:cubicBezTo>
                  <a:pt x="22024" y="5645"/>
                  <a:pt x="23135" y="8372"/>
                  <a:pt x="23135" y="11568"/>
                </a:cubicBezTo>
                <a:cubicBezTo>
                  <a:pt x="23135" y="14764"/>
                  <a:pt x="22006" y="17490"/>
                  <a:pt x="19748" y="19748"/>
                </a:cubicBezTo>
                <a:cubicBezTo>
                  <a:pt x="17490" y="22006"/>
                  <a:pt x="14764" y="23135"/>
                  <a:pt x="11568" y="23135"/>
                </a:cubicBezTo>
                <a:cubicBezTo>
                  <a:pt x="8372" y="23135"/>
                  <a:pt x="5645" y="22006"/>
                  <a:pt x="3387" y="19748"/>
                </a:cubicBezTo>
                <a:cubicBezTo>
                  <a:pt x="1129" y="17490"/>
                  <a:pt x="0" y="14764"/>
                  <a:pt x="0" y="11568"/>
                </a:cubicBezTo>
                <a:cubicBezTo>
                  <a:pt x="0" y="8302"/>
                  <a:pt x="1129" y="5558"/>
                  <a:pt x="3387" y="3335"/>
                </a:cubicBezTo>
                <a:cubicBezTo>
                  <a:pt x="5645" y="1112"/>
                  <a:pt x="8372" y="0"/>
                  <a:pt x="11568" y="0"/>
                </a:cubicBezTo>
                <a:close/>
                <a:moveTo>
                  <a:pt x="65091" y="0"/>
                </a:moveTo>
                <a:cubicBezTo>
                  <a:pt x="68357" y="0"/>
                  <a:pt x="71101" y="1129"/>
                  <a:pt x="73324" y="3387"/>
                </a:cubicBezTo>
                <a:cubicBezTo>
                  <a:pt x="75548" y="5645"/>
                  <a:pt x="76659" y="8372"/>
                  <a:pt x="76659" y="11568"/>
                </a:cubicBezTo>
                <a:cubicBezTo>
                  <a:pt x="76659" y="14764"/>
                  <a:pt x="75530" y="17490"/>
                  <a:pt x="73272" y="19748"/>
                </a:cubicBezTo>
                <a:cubicBezTo>
                  <a:pt x="71014" y="22006"/>
                  <a:pt x="68287" y="23135"/>
                  <a:pt x="65091" y="23135"/>
                </a:cubicBezTo>
                <a:cubicBezTo>
                  <a:pt x="61896" y="23135"/>
                  <a:pt x="59169" y="22006"/>
                  <a:pt x="56911" y="19748"/>
                </a:cubicBezTo>
                <a:cubicBezTo>
                  <a:pt x="54653" y="17490"/>
                  <a:pt x="53524" y="14764"/>
                  <a:pt x="53524" y="11568"/>
                </a:cubicBezTo>
                <a:cubicBezTo>
                  <a:pt x="53524" y="8302"/>
                  <a:pt x="54653" y="5558"/>
                  <a:pt x="56911" y="3335"/>
                </a:cubicBezTo>
                <a:cubicBezTo>
                  <a:pt x="59169" y="1112"/>
                  <a:pt x="61896" y="0"/>
                  <a:pt x="65091" y="0"/>
                </a:cubicBezTo>
                <a:close/>
                <a:moveTo>
                  <a:pt x="118616" y="0"/>
                </a:moveTo>
                <a:cubicBezTo>
                  <a:pt x="121881" y="0"/>
                  <a:pt x="124625" y="1129"/>
                  <a:pt x="126848" y="3387"/>
                </a:cubicBezTo>
                <a:cubicBezTo>
                  <a:pt x="129072" y="5645"/>
                  <a:pt x="130183" y="8372"/>
                  <a:pt x="130183" y="11568"/>
                </a:cubicBezTo>
                <a:cubicBezTo>
                  <a:pt x="130183" y="14764"/>
                  <a:pt x="129054" y="17490"/>
                  <a:pt x="126796" y="19748"/>
                </a:cubicBezTo>
                <a:cubicBezTo>
                  <a:pt x="124538" y="22006"/>
                  <a:pt x="121811" y="23135"/>
                  <a:pt x="118616" y="23135"/>
                </a:cubicBezTo>
                <a:cubicBezTo>
                  <a:pt x="115420" y="23135"/>
                  <a:pt x="112693" y="22006"/>
                  <a:pt x="110435" y="19748"/>
                </a:cubicBezTo>
                <a:cubicBezTo>
                  <a:pt x="108177" y="17490"/>
                  <a:pt x="107048" y="14764"/>
                  <a:pt x="107048" y="11568"/>
                </a:cubicBezTo>
                <a:cubicBezTo>
                  <a:pt x="107048" y="8302"/>
                  <a:pt x="108177" y="5558"/>
                  <a:pt x="110435" y="3335"/>
                </a:cubicBezTo>
                <a:cubicBezTo>
                  <a:pt x="112693" y="1112"/>
                  <a:pt x="115420" y="0"/>
                  <a:pt x="118616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40972B-9419-46D9-B26A-263C63DF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430" y="1745930"/>
            <a:ext cx="1151297" cy="385376"/>
          </a:xfrm>
          <a:custGeom xmlns:a="http://schemas.openxmlformats.org/drawingml/2006/main">
            <a:pathLst>
              <a:path w="1151297" h="385376">
                <a:moveTo>
                  <a:pt x="0" y="385376"/>
                </a:moveTo>
                <a:lnTo>
                  <a:pt x="1151297" y="385376"/>
                </a:lnTo>
                <a:lnTo>
                  <a:pt x="1151297" y="0"/>
                </a:lnTo>
                <a:lnTo>
                  <a:pt x="0" y="0"/>
                </a:lnTo>
                <a:lnTo>
                  <a:pt x="0" y="385376"/>
                </a:lnTo>
                <a:close/>
                <a:moveTo>
                  <a:pt x="1137915" y="371995"/>
                </a:moveTo>
                <a:lnTo>
                  <a:pt x="13381" y="371995"/>
                </a:lnTo>
                <a:lnTo>
                  <a:pt x="13381" y="13381"/>
                </a:lnTo>
                <a:lnTo>
                  <a:pt x="1137915" y="13381"/>
                </a:lnTo>
                <a:lnTo>
                  <a:pt x="1137915" y="3719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Privacydata">
            <a:extLst xmlns:a="http://schemas.openxmlformats.org/drawingml/2006/main">
              <a:ext uri="{FF2B5EF4-FFF2-40B4-BE49-F238E27FC236}">
                <a16:creationId xmlns:a16="http://schemas.microsoft.com/office/drawing/2014/main" id="{BA5B04C8-05D9-4CE5-B8DF-88910239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5388" y="1784975"/>
            <a:ext cx="796221" cy="146147"/>
          </a:xfrm>
          <a:custGeom xmlns:a="http://schemas.openxmlformats.org/drawingml/2006/main">
            <a:pathLst>
              <a:path w="796221" h="146147">
                <a:moveTo>
                  <a:pt x="30264" y="61626"/>
                </a:moveTo>
                <a:lnTo>
                  <a:pt x="30264" y="92648"/>
                </a:lnTo>
                <a:cubicBezTo>
                  <a:pt x="30264" y="99350"/>
                  <a:pt x="30996" y="103512"/>
                  <a:pt x="32460" y="105136"/>
                </a:cubicBezTo>
                <a:cubicBezTo>
                  <a:pt x="34446" y="107439"/>
                  <a:pt x="37451" y="108591"/>
                  <a:pt x="41476" y="108591"/>
                </a:cubicBezTo>
                <a:lnTo>
                  <a:pt x="45553" y="108591"/>
                </a:lnTo>
                <a:lnTo>
                  <a:pt x="45553" y="111492"/>
                </a:lnTo>
                <a:lnTo>
                  <a:pt x="0" y="111492"/>
                </a:lnTo>
                <a:lnTo>
                  <a:pt x="0" y="108591"/>
                </a:lnTo>
                <a:lnTo>
                  <a:pt x="3999" y="108591"/>
                </a:lnTo>
                <a:cubicBezTo>
                  <a:pt x="8494" y="108591"/>
                  <a:pt x="11708" y="107127"/>
                  <a:pt x="13642" y="104200"/>
                </a:cubicBezTo>
                <a:cubicBezTo>
                  <a:pt x="14688" y="102580"/>
                  <a:pt x="15211" y="98738"/>
                  <a:pt x="15211" y="92675"/>
                </a:cubicBezTo>
                <a:lnTo>
                  <a:pt x="15211" y="23992"/>
                </a:lnTo>
                <a:cubicBezTo>
                  <a:pt x="15211" y="17301"/>
                  <a:pt x="14505" y="13146"/>
                  <a:pt x="13094" y="11526"/>
                </a:cubicBezTo>
                <a:cubicBezTo>
                  <a:pt x="11055" y="9226"/>
                  <a:pt x="8023" y="8076"/>
                  <a:pt x="3999" y="8076"/>
                </a:cubicBezTo>
                <a:lnTo>
                  <a:pt x="0" y="8076"/>
                </a:lnTo>
                <a:lnTo>
                  <a:pt x="0" y="5175"/>
                </a:lnTo>
                <a:lnTo>
                  <a:pt x="38967" y="5175"/>
                </a:lnTo>
                <a:cubicBezTo>
                  <a:pt x="48480" y="5175"/>
                  <a:pt x="55981" y="6154"/>
                  <a:pt x="61469" y="8112"/>
                </a:cubicBezTo>
                <a:cubicBezTo>
                  <a:pt x="66958" y="10069"/>
                  <a:pt x="71584" y="13370"/>
                  <a:pt x="75347" y="18016"/>
                </a:cubicBezTo>
                <a:cubicBezTo>
                  <a:pt x="79111" y="22661"/>
                  <a:pt x="80992" y="28169"/>
                  <a:pt x="80992" y="34537"/>
                </a:cubicBezTo>
                <a:cubicBezTo>
                  <a:pt x="80992" y="43203"/>
                  <a:pt x="78130" y="50250"/>
                  <a:pt x="72407" y="55680"/>
                </a:cubicBezTo>
                <a:cubicBezTo>
                  <a:pt x="66683" y="61108"/>
                  <a:pt x="58595" y="63822"/>
                  <a:pt x="48141" y="63822"/>
                </a:cubicBezTo>
                <a:cubicBezTo>
                  <a:pt x="45579" y="63822"/>
                  <a:pt x="42809" y="63639"/>
                  <a:pt x="39830" y="63273"/>
                </a:cubicBezTo>
                <a:cubicBezTo>
                  <a:pt x="36850" y="62907"/>
                  <a:pt x="33662" y="62358"/>
                  <a:pt x="30264" y="61626"/>
                </a:cubicBezTo>
                <a:moveTo>
                  <a:pt x="30264" y="57079"/>
                </a:moveTo>
                <a:cubicBezTo>
                  <a:pt x="33035" y="57601"/>
                  <a:pt x="35491" y="57993"/>
                  <a:pt x="37634" y="58255"/>
                </a:cubicBezTo>
                <a:cubicBezTo>
                  <a:pt x="39777" y="58516"/>
                  <a:pt x="41607" y="58647"/>
                  <a:pt x="43123" y="58647"/>
                </a:cubicBezTo>
                <a:cubicBezTo>
                  <a:pt x="48559" y="58647"/>
                  <a:pt x="53250" y="56543"/>
                  <a:pt x="57196" y="52335"/>
                </a:cubicBezTo>
                <a:cubicBezTo>
                  <a:pt x="61143" y="48128"/>
                  <a:pt x="63116" y="42678"/>
                  <a:pt x="63116" y="35988"/>
                </a:cubicBezTo>
                <a:cubicBezTo>
                  <a:pt x="63116" y="31388"/>
                  <a:pt x="62175" y="27115"/>
                  <a:pt x="60293" y="23169"/>
                </a:cubicBezTo>
                <a:cubicBezTo>
                  <a:pt x="58412" y="19222"/>
                  <a:pt x="55746" y="16269"/>
                  <a:pt x="52296" y="14309"/>
                </a:cubicBezTo>
                <a:cubicBezTo>
                  <a:pt x="48846" y="12349"/>
                  <a:pt x="44926" y="11369"/>
                  <a:pt x="40535" y="11369"/>
                </a:cubicBezTo>
                <a:cubicBezTo>
                  <a:pt x="37870" y="11369"/>
                  <a:pt x="34446" y="11865"/>
                  <a:pt x="30264" y="12858"/>
                </a:cubicBezTo>
                <a:lnTo>
                  <a:pt x="30264" y="57079"/>
                </a:lnTo>
                <a:close/>
                <a:moveTo>
                  <a:pt x="112349" y="37634"/>
                </a:moveTo>
                <a:lnTo>
                  <a:pt x="112349" y="53786"/>
                </a:lnTo>
                <a:cubicBezTo>
                  <a:pt x="118360" y="43018"/>
                  <a:pt x="124528" y="37634"/>
                  <a:pt x="130853" y="37634"/>
                </a:cubicBezTo>
                <a:cubicBezTo>
                  <a:pt x="133728" y="37634"/>
                  <a:pt x="136106" y="38510"/>
                  <a:pt x="137988" y="40261"/>
                </a:cubicBezTo>
                <a:cubicBezTo>
                  <a:pt x="139869" y="42012"/>
                  <a:pt x="140810" y="44037"/>
                  <a:pt x="140810" y="46337"/>
                </a:cubicBezTo>
                <a:cubicBezTo>
                  <a:pt x="140810" y="48376"/>
                  <a:pt x="140131" y="50101"/>
                  <a:pt x="138772" y="51512"/>
                </a:cubicBezTo>
                <a:cubicBezTo>
                  <a:pt x="137413" y="52923"/>
                  <a:pt x="135792" y="53629"/>
                  <a:pt x="133911" y="53629"/>
                </a:cubicBezTo>
                <a:cubicBezTo>
                  <a:pt x="132081" y="53629"/>
                  <a:pt x="130030" y="52727"/>
                  <a:pt x="127756" y="50924"/>
                </a:cubicBezTo>
                <a:cubicBezTo>
                  <a:pt x="125482" y="49121"/>
                  <a:pt x="123796" y="48219"/>
                  <a:pt x="122699" y="48219"/>
                </a:cubicBezTo>
                <a:cubicBezTo>
                  <a:pt x="121758" y="48219"/>
                  <a:pt x="120739" y="48740"/>
                  <a:pt x="119641" y="49782"/>
                </a:cubicBezTo>
                <a:cubicBezTo>
                  <a:pt x="117289" y="51920"/>
                  <a:pt x="114858" y="55440"/>
                  <a:pt x="112349" y="60340"/>
                </a:cubicBezTo>
                <a:lnTo>
                  <a:pt x="112349" y="94671"/>
                </a:lnTo>
                <a:cubicBezTo>
                  <a:pt x="112349" y="98633"/>
                  <a:pt x="112846" y="101630"/>
                  <a:pt x="113839" y="103664"/>
                </a:cubicBezTo>
                <a:cubicBezTo>
                  <a:pt x="114518" y="105072"/>
                  <a:pt x="115721" y="106245"/>
                  <a:pt x="117446" y="107184"/>
                </a:cubicBezTo>
                <a:cubicBezTo>
                  <a:pt x="119170" y="108122"/>
                  <a:pt x="121653" y="108591"/>
                  <a:pt x="124894" y="108591"/>
                </a:cubicBezTo>
                <a:lnTo>
                  <a:pt x="124894" y="111492"/>
                </a:lnTo>
                <a:lnTo>
                  <a:pt x="88122" y="111492"/>
                </a:lnTo>
                <a:lnTo>
                  <a:pt x="88122" y="108591"/>
                </a:lnTo>
                <a:cubicBezTo>
                  <a:pt x="91781" y="108591"/>
                  <a:pt x="94499" y="108017"/>
                  <a:pt x="96276" y="106871"/>
                </a:cubicBezTo>
                <a:cubicBezTo>
                  <a:pt x="97583" y="106036"/>
                  <a:pt x="98498" y="104706"/>
                  <a:pt x="99020" y="102879"/>
                </a:cubicBezTo>
                <a:cubicBezTo>
                  <a:pt x="99282" y="101993"/>
                  <a:pt x="99412" y="99463"/>
                  <a:pt x="99412" y="95291"/>
                </a:cubicBezTo>
                <a:lnTo>
                  <a:pt x="99412" y="67519"/>
                </a:lnTo>
                <a:cubicBezTo>
                  <a:pt x="99412" y="59174"/>
                  <a:pt x="99243" y="54206"/>
                  <a:pt x="98903" y="52617"/>
                </a:cubicBezTo>
                <a:cubicBezTo>
                  <a:pt x="98563" y="51026"/>
                  <a:pt x="97936" y="49866"/>
                  <a:pt x="97021" y="49135"/>
                </a:cubicBezTo>
                <a:cubicBezTo>
                  <a:pt x="96106" y="48405"/>
                  <a:pt x="94969" y="48040"/>
                  <a:pt x="93610" y="48040"/>
                </a:cubicBezTo>
                <a:cubicBezTo>
                  <a:pt x="91990" y="48040"/>
                  <a:pt x="90161" y="48431"/>
                  <a:pt x="88122" y="49214"/>
                </a:cubicBezTo>
                <a:lnTo>
                  <a:pt x="87338" y="46396"/>
                </a:lnTo>
                <a:lnTo>
                  <a:pt x="109056" y="37634"/>
                </a:lnTo>
                <a:lnTo>
                  <a:pt x="112349" y="37634"/>
                </a:lnTo>
                <a:close/>
                <a:moveTo>
                  <a:pt x="163129" y="0"/>
                </a:moveTo>
                <a:cubicBezTo>
                  <a:pt x="165324" y="0"/>
                  <a:pt x="167193" y="775"/>
                  <a:pt x="168735" y="2325"/>
                </a:cubicBezTo>
                <a:cubicBezTo>
                  <a:pt x="170277" y="3874"/>
                  <a:pt x="171048" y="5751"/>
                  <a:pt x="171048" y="7958"/>
                </a:cubicBezTo>
                <a:cubicBezTo>
                  <a:pt x="171048" y="10165"/>
                  <a:pt x="170277" y="12056"/>
                  <a:pt x="168735" y="13633"/>
                </a:cubicBezTo>
                <a:cubicBezTo>
                  <a:pt x="167193" y="15207"/>
                  <a:pt x="165324" y="15995"/>
                  <a:pt x="163129" y="15995"/>
                </a:cubicBezTo>
                <a:cubicBezTo>
                  <a:pt x="160934" y="15995"/>
                  <a:pt x="159052" y="15207"/>
                  <a:pt x="157484" y="13633"/>
                </a:cubicBezTo>
                <a:cubicBezTo>
                  <a:pt x="155916" y="12056"/>
                  <a:pt x="155132" y="10165"/>
                  <a:pt x="155132" y="7958"/>
                </a:cubicBezTo>
                <a:cubicBezTo>
                  <a:pt x="155132" y="5751"/>
                  <a:pt x="155903" y="3874"/>
                  <a:pt x="157445" y="2325"/>
                </a:cubicBezTo>
                <a:cubicBezTo>
                  <a:pt x="158986" y="775"/>
                  <a:pt x="160881" y="0"/>
                  <a:pt x="163129" y="0"/>
                </a:cubicBezTo>
                <a:moveTo>
                  <a:pt x="169636" y="37634"/>
                </a:moveTo>
                <a:lnTo>
                  <a:pt x="169636" y="95213"/>
                </a:lnTo>
                <a:cubicBezTo>
                  <a:pt x="169636" y="99698"/>
                  <a:pt x="169963" y="102684"/>
                  <a:pt x="170617" y="104171"/>
                </a:cubicBezTo>
                <a:cubicBezTo>
                  <a:pt x="171270" y="105657"/>
                  <a:pt x="172237" y="106765"/>
                  <a:pt x="173518" y="107496"/>
                </a:cubicBezTo>
                <a:cubicBezTo>
                  <a:pt x="174798" y="108226"/>
                  <a:pt x="177137" y="108591"/>
                  <a:pt x="180535" y="108591"/>
                </a:cubicBezTo>
                <a:lnTo>
                  <a:pt x="180535" y="111492"/>
                </a:lnTo>
                <a:lnTo>
                  <a:pt x="145645" y="111492"/>
                </a:lnTo>
                <a:lnTo>
                  <a:pt x="145645" y="108591"/>
                </a:lnTo>
                <a:cubicBezTo>
                  <a:pt x="149147" y="108591"/>
                  <a:pt x="151499" y="108252"/>
                  <a:pt x="152701" y="107574"/>
                </a:cubicBezTo>
                <a:cubicBezTo>
                  <a:pt x="153903" y="106896"/>
                  <a:pt x="154857" y="105775"/>
                  <a:pt x="155563" y="104210"/>
                </a:cubicBezTo>
                <a:cubicBezTo>
                  <a:pt x="156268" y="102645"/>
                  <a:pt x="156621" y="99646"/>
                  <a:pt x="156621" y="95213"/>
                </a:cubicBezTo>
                <a:lnTo>
                  <a:pt x="156621" y="67597"/>
                </a:lnTo>
                <a:cubicBezTo>
                  <a:pt x="156621" y="59825"/>
                  <a:pt x="156386" y="54793"/>
                  <a:pt x="155916" y="52499"/>
                </a:cubicBezTo>
                <a:cubicBezTo>
                  <a:pt x="155550" y="50830"/>
                  <a:pt x="154975" y="49669"/>
                  <a:pt x="154191" y="49018"/>
                </a:cubicBezTo>
                <a:cubicBezTo>
                  <a:pt x="153407" y="48366"/>
                  <a:pt x="152335" y="48040"/>
                  <a:pt x="150976" y="48040"/>
                </a:cubicBezTo>
                <a:cubicBezTo>
                  <a:pt x="149513" y="48040"/>
                  <a:pt x="147735" y="48431"/>
                  <a:pt x="145645" y="49214"/>
                </a:cubicBezTo>
                <a:lnTo>
                  <a:pt x="144547" y="46396"/>
                </a:lnTo>
                <a:lnTo>
                  <a:pt x="166187" y="37634"/>
                </a:lnTo>
                <a:lnTo>
                  <a:pt x="169636" y="37634"/>
                </a:lnTo>
                <a:close/>
                <a:moveTo>
                  <a:pt x="186002" y="39673"/>
                </a:moveTo>
                <a:lnTo>
                  <a:pt x="219795" y="39673"/>
                </a:lnTo>
                <a:lnTo>
                  <a:pt x="219795" y="42574"/>
                </a:lnTo>
                <a:lnTo>
                  <a:pt x="217599" y="42574"/>
                </a:lnTo>
                <a:cubicBezTo>
                  <a:pt x="215561" y="42574"/>
                  <a:pt x="214006" y="43070"/>
                  <a:pt x="212934" y="44064"/>
                </a:cubicBezTo>
                <a:cubicBezTo>
                  <a:pt x="211863" y="45057"/>
                  <a:pt x="211327" y="46390"/>
                  <a:pt x="211327" y="48062"/>
                </a:cubicBezTo>
                <a:cubicBezTo>
                  <a:pt x="211327" y="49892"/>
                  <a:pt x="211876" y="52061"/>
                  <a:pt x="212974" y="54570"/>
                </a:cubicBezTo>
                <a:lnTo>
                  <a:pt x="229674" y="94243"/>
                </a:lnTo>
                <a:lnTo>
                  <a:pt x="246452" y="53080"/>
                </a:lnTo>
                <a:cubicBezTo>
                  <a:pt x="247655" y="50153"/>
                  <a:pt x="248256" y="47932"/>
                  <a:pt x="248256" y="46416"/>
                </a:cubicBezTo>
                <a:cubicBezTo>
                  <a:pt x="248256" y="45684"/>
                  <a:pt x="248047" y="45083"/>
                  <a:pt x="247628" y="44612"/>
                </a:cubicBezTo>
                <a:cubicBezTo>
                  <a:pt x="247054" y="43828"/>
                  <a:pt x="246322" y="43293"/>
                  <a:pt x="245433" y="43005"/>
                </a:cubicBezTo>
                <a:cubicBezTo>
                  <a:pt x="244545" y="42718"/>
                  <a:pt x="242741" y="42574"/>
                  <a:pt x="240023" y="42574"/>
                </a:cubicBezTo>
                <a:lnTo>
                  <a:pt x="240023" y="39673"/>
                </a:lnTo>
                <a:lnTo>
                  <a:pt x="263466" y="39673"/>
                </a:lnTo>
                <a:lnTo>
                  <a:pt x="263466" y="42574"/>
                </a:lnTo>
                <a:cubicBezTo>
                  <a:pt x="260748" y="42783"/>
                  <a:pt x="258867" y="43332"/>
                  <a:pt x="257821" y="44220"/>
                </a:cubicBezTo>
                <a:cubicBezTo>
                  <a:pt x="255992" y="45788"/>
                  <a:pt x="254345" y="48402"/>
                  <a:pt x="252882" y="52061"/>
                </a:cubicBezTo>
                <a:lnTo>
                  <a:pt x="227400" y="113687"/>
                </a:lnTo>
                <a:lnTo>
                  <a:pt x="224185" y="113687"/>
                </a:lnTo>
                <a:lnTo>
                  <a:pt x="198547" y="53080"/>
                </a:lnTo>
                <a:cubicBezTo>
                  <a:pt x="197397" y="50258"/>
                  <a:pt x="196299" y="48232"/>
                  <a:pt x="195254" y="47004"/>
                </a:cubicBezTo>
                <a:cubicBezTo>
                  <a:pt x="194209" y="45775"/>
                  <a:pt x="192876" y="44743"/>
                  <a:pt x="191255" y="43907"/>
                </a:cubicBezTo>
                <a:cubicBezTo>
                  <a:pt x="190367" y="43436"/>
                  <a:pt x="188616" y="42992"/>
                  <a:pt x="186002" y="42574"/>
                </a:cubicBezTo>
                <a:lnTo>
                  <a:pt x="186002" y="39673"/>
                </a:lnTo>
                <a:close/>
                <a:moveTo>
                  <a:pt x="310666" y="101142"/>
                </a:moveTo>
                <a:cubicBezTo>
                  <a:pt x="303296" y="106840"/>
                  <a:pt x="298670" y="110133"/>
                  <a:pt x="296789" y="111021"/>
                </a:cubicBezTo>
                <a:cubicBezTo>
                  <a:pt x="293966" y="112380"/>
                  <a:pt x="290961" y="113060"/>
                  <a:pt x="287772" y="113060"/>
                </a:cubicBezTo>
                <a:cubicBezTo>
                  <a:pt x="282806" y="113060"/>
                  <a:pt x="278716" y="111361"/>
                  <a:pt x="275502" y="107964"/>
                </a:cubicBezTo>
                <a:cubicBezTo>
                  <a:pt x="272287" y="104566"/>
                  <a:pt x="270680" y="100097"/>
                  <a:pt x="270680" y="94556"/>
                </a:cubicBezTo>
                <a:cubicBezTo>
                  <a:pt x="270680" y="91054"/>
                  <a:pt x="271464" y="88023"/>
                  <a:pt x="273032" y="85461"/>
                </a:cubicBezTo>
                <a:cubicBezTo>
                  <a:pt x="275175" y="81907"/>
                  <a:pt x="278899" y="78562"/>
                  <a:pt x="284205" y="75426"/>
                </a:cubicBezTo>
                <a:cubicBezTo>
                  <a:pt x="289510" y="72289"/>
                  <a:pt x="298331" y="68474"/>
                  <a:pt x="310666" y="63978"/>
                </a:cubicBezTo>
                <a:lnTo>
                  <a:pt x="310666" y="61156"/>
                </a:lnTo>
                <a:cubicBezTo>
                  <a:pt x="310666" y="53995"/>
                  <a:pt x="309529" y="49081"/>
                  <a:pt x="307256" y="46416"/>
                </a:cubicBezTo>
                <a:cubicBezTo>
                  <a:pt x="304982" y="43750"/>
                  <a:pt x="301676" y="42417"/>
                  <a:pt x="297337" y="42417"/>
                </a:cubicBezTo>
                <a:cubicBezTo>
                  <a:pt x="294044" y="42417"/>
                  <a:pt x="291431" y="43302"/>
                  <a:pt x="289497" y="45073"/>
                </a:cubicBezTo>
                <a:cubicBezTo>
                  <a:pt x="287511" y="46844"/>
                  <a:pt x="286518" y="48875"/>
                  <a:pt x="286518" y="51167"/>
                </a:cubicBezTo>
                <a:lnTo>
                  <a:pt x="286674" y="55697"/>
                </a:lnTo>
                <a:cubicBezTo>
                  <a:pt x="286674" y="58091"/>
                  <a:pt x="286060" y="59940"/>
                  <a:pt x="284832" y="61242"/>
                </a:cubicBezTo>
                <a:cubicBezTo>
                  <a:pt x="283604" y="62543"/>
                  <a:pt x="281996" y="63194"/>
                  <a:pt x="280010" y="63194"/>
                </a:cubicBezTo>
                <a:cubicBezTo>
                  <a:pt x="278076" y="63194"/>
                  <a:pt x="276495" y="62517"/>
                  <a:pt x="275266" y="61163"/>
                </a:cubicBezTo>
                <a:cubicBezTo>
                  <a:pt x="274038" y="59807"/>
                  <a:pt x="273424" y="57957"/>
                  <a:pt x="273424" y="55611"/>
                </a:cubicBezTo>
                <a:cubicBezTo>
                  <a:pt x="273424" y="51131"/>
                  <a:pt x="275724" y="47014"/>
                  <a:pt x="280324" y="43262"/>
                </a:cubicBezTo>
                <a:cubicBezTo>
                  <a:pt x="284923" y="39510"/>
                  <a:pt x="291379" y="37634"/>
                  <a:pt x="299690" y="37634"/>
                </a:cubicBezTo>
                <a:cubicBezTo>
                  <a:pt x="306067" y="37634"/>
                  <a:pt x="311294" y="38704"/>
                  <a:pt x="315371" y="40844"/>
                </a:cubicBezTo>
                <a:cubicBezTo>
                  <a:pt x="318455" y="42463"/>
                  <a:pt x="320728" y="44995"/>
                  <a:pt x="322192" y="48442"/>
                </a:cubicBezTo>
                <a:cubicBezTo>
                  <a:pt x="323133" y="50686"/>
                  <a:pt x="323603" y="55280"/>
                  <a:pt x="323603" y="62224"/>
                </a:cubicBezTo>
                <a:lnTo>
                  <a:pt x="323603" y="86579"/>
                </a:lnTo>
                <a:cubicBezTo>
                  <a:pt x="323603" y="93418"/>
                  <a:pt x="323734" y="97608"/>
                  <a:pt x="323995" y="99148"/>
                </a:cubicBezTo>
                <a:cubicBezTo>
                  <a:pt x="324256" y="100688"/>
                  <a:pt x="324688" y="101720"/>
                  <a:pt x="325289" y="102242"/>
                </a:cubicBezTo>
                <a:cubicBezTo>
                  <a:pt x="325890" y="102763"/>
                  <a:pt x="326582" y="103024"/>
                  <a:pt x="327367" y="103024"/>
                </a:cubicBezTo>
                <a:cubicBezTo>
                  <a:pt x="328203" y="103024"/>
                  <a:pt x="328935" y="102841"/>
                  <a:pt x="329562" y="102475"/>
                </a:cubicBezTo>
                <a:cubicBezTo>
                  <a:pt x="330660" y="101796"/>
                  <a:pt x="332776" y="99888"/>
                  <a:pt x="335913" y="96752"/>
                </a:cubicBezTo>
                <a:lnTo>
                  <a:pt x="335913" y="101142"/>
                </a:lnTo>
                <a:cubicBezTo>
                  <a:pt x="330058" y="108983"/>
                  <a:pt x="324466" y="112903"/>
                  <a:pt x="319134" y="112903"/>
                </a:cubicBezTo>
                <a:cubicBezTo>
                  <a:pt x="316573" y="112903"/>
                  <a:pt x="314534" y="112014"/>
                  <a:pt x="313018" y="110237"/>
                </a:cubicBezTo>
                <a:cubicBezTo>
                  <a:pt x="311503" y="108460"/>
                  <a:pt x="310719" y="105428"/>
                  <a:pt x="310666" y="101142"/>
                </a:cubicBezTo>
                <a:moveTo>
                  <a:pt x="310666" y="96002"/>
                </a:moveTo>
                <a:lnTo>
                  <a:pt x="310666" y="68761"/>
                </a:lnTo>
                <a:cubicBezTo>
                  <a:pt x="302774" y="71883"/>
                  <a:pt x="297677" y="74094"/>
                  <a:pt x="295377" y="75396"/>
                </a:cubicBezTo>
                <a:cubicBezTo>
                  <a:pt x="291248" y="77686"/>
                  <a:pt x="288295" y="80080"/>
                  <a:pt x="286518" y="82578"/>
                </a:cubicBezTo>
                <a:cubicBezTo>
                  <a:pt x="284740" y="85075"/>
                  <a:pt x="283852" y="87807"/>
                  <a:pt x="283852" y="90773"/>
                </a:cubicBezTo>
                <a:cubicBezTo>
                  <a:pt x="283852" y="94520"/>
                  <a:pt x="284976" y="97630"/>
                  <a:pt x="287223" y="100101"/>
                </a:cubicBezTo>
                <a:cubicBezTo>
                  <a:pt x="289471" y="102572"/>
                  <a:pt x="292058" y="103808"/>
                  <a:pt x="294985" y="103808"/>
                </a:cubicBezTo>
                <a:cubicBezTo>
                  <a:pt x="298958" y="103808"/>
                  <a:pt x="304185" y="101206"/>
                  <a:pt x="310666" y="96002"/>
                </a:cubicBezTo>
                <a:close/>
                <a:moveTo>
                  <a:pt x="402561" y="84207"/>
                </a:moveTo>
                <a:cubicBezTo>
                  <a:pt x="400627" y="93668"/>
                  <a:pt x="396838" y="100946"/>
                  <a:pt x="391193" y="106043"/>
                </a:cubicBezTo>
                <a:cubicBezTo>
                  <a:pt x="385547" y="111139"/>
                  <a:pt x="379301" y="113687"/>
                  <a:pt x="372454" y="113687"/>
                </a:cubicBezTo>
                <a:cubicBezTo>
                  <a:pt x="364300" y="113687"/>
                  <a:pt x="357191" y="110267"/>
                  <a:pt x="351128" y="103428"/>
                </a:cubicBezTo>
                <a:cubicBezTo>
                  <a:pt x="345064" y="96587"/>
                  <a:pt x="342033" y="87345"/>
                  <a:pt x="342033" y="75700"/>
                </a:cubicBezTo>
                <a:cubicBezTo>
                  <a:pt x="342033" y="64421"/>
                  <a:pt x="345391" y="55257"/>
                  <a:pt x="352108" y="48209"/>
                </a:cubicBezTo>
                <a:cubicBezTo>
                  <a:pt x="358824" y="41159"/>
                  <a:pt x="366887" y="37634"/>
                  <a:pt x="376296" y="37634"/>
                </a:cubicBezTo>
                <a:cubicBezTo>
                  <a:pt x="383352" y="37634"/>
                  <a:pt x="389154" y="39497"/>
                  <a:pt x="393702" y="43223"/>
                </a:cubicBezTo>
                <a:cubicBezTo>
                  <a:pt x="398249" y="46947"/>
                  <a:pt x="400523" y="50815"/>
                  <a:pt x="400523" y="54827"/>
                </a:cubicBezTo>
                <a:cubicBezTo>
                  <a:pt x="400523" y="56807"/>
                  <a:pt x="399882" y="58409"/>
                  <a:pt x="398602" y="59634"/>
                </a:cubicBezTo>
                <a:cubicBezTo>
                  <a:pt x="397321" y="60858"/>
                  <a:pt x="395531" y="61469"/>
                  <a:pt x="393231" y="61469"/>
                </a:cubicBezTo>
                <a:cubicBezTo>
                  <a:pt x="390147" y="61469"/>
                  <a:pt x="387821" y="60476"/>
                  <a:pt x="386253" y="58490"/>
                </a:cubicBezTo>
                <a:cubicBezTo>
                  <a:pt x="385364" y="57392"/>
                  <a:pt x="384776" y="55302"/>
                  <a:pt x="384489" y="52218"/>
                </a:cubicBezTo>
                <a:cubicBezTo>
                  <a:pt x="384201" y="49134"/>
                  <a:pt x="383143" y="46782"/>
                  <a:pt x="381314" y="45161"/>
                </a:cubicBezTo>
                <a:cubicBezTo>
                  <a:pt x="379484" y="43593"/>
                  <a:pt x="376949" y="42809"/>
                  <a:pt x="373708" y="42809"/>
                </a:cubicBezTo>
                <a:cubicBezTo>
                  <a:pt x="368481" y="42809"/>
                  <a:pt x="364274" y="44743"/>
                  <a:pt x="361085" y="48611"/>
                </a:cubicBezTo>
                <a:cubicBezTo>
                  <a:pt x="356851" y="53733"/>
                  <a:pt x="354734" y="60502"/>
                  <a:pt x="354734" y="68918"/>
                </a:cubicBezTo>
                <a:cubicBezTo>
                  <a:pt x="354734" y="77490"/>
                  <a:pt x="356838" y="85056"/>
                  <a:pt x="361046" y="91616"/>
                </a:cubicBezTo>
                <a:cubicBezTo>
                  <a:pt x="365254" y="98176"/>
                  <a:pt x="370938" y="101456"/>
                  <a:pt x="378099" y="101456"/>
                </a:cubicBezTo>
                <a:cubicBezTo>
                  <a:pt x="383221" y="101456"/>
                  <a:pt x="387821" y="99705"/>
                  <a:pt x="391898" y="96203"/>
                </a:cubicBezTo>
                <a:cubicBezTo>
                  <a:pt x="394773" y="93798"/>
                  <a:pt x="397569" y="89434"/>
                  <a:pt x="400288" y="83109"/>
                </a:cubicBezTo>
                <a:lnTo>
                  <a:pt x="402561" y="84207"/>
                </a:lnTo>
                <a:close/>
                <a:moveTo>
                  <a:pt x="409074" y="39673"/>
                </a:moveTo>
                <a:lnTo>
                  <a:pt x="442553" y="39673"/>
                </a:lnTo>
                <a:lnTo>
                  <a:pt x="442553" y="42574"/>
                </a:lnTo>
                <a:lnTo>
                  <a:pt x="440907" y="42574"/>
                </a:lnTo>
                <a:cubicBezTo>
                  <a:pt x="438554" y="42574"/>
                  <a:pt x="436790" y="43083"/>
                  <a:pt x="435614" y="44103"/>
                </a:cubicBezTo>
                <a:cubicBezTo>
                  <a:pt x="434438" y="45122"/>
                  <a:pt x="433850" y="46390"/>
                  <a:pt x="433850" y="47905"/>
                </a:cubicBezTo>
                <a:cubicBezTo>
                  <a:pt x="433850" y="49944"/>
                  <a:pt x="434713" y="52766"/>
                  <a:pt x="436437" y="56373"/>
                </a:cubicBezTo>
                <a:lnTo>
                  <a:pt x="453922" y="92596"/>
                </a:lnTo>
                <a:lnTo>
                  <a:pt x="469995" y="52923"/>
                </a:lnTo>
                <a:cubicBezTo>
                  <a:pt x="470883" y="50780"/>
                  <a:pt x="471328" y="48663"/>
                  <a:pt x="471328" y="46573"/>
                </a:cubicBezTo>
                <a:cubicBezTo>
                  <a:pt x="471328" y="45632"/>
                  <a:pt x="471145" y="44926"/>
                  <a:pt x="470779" y="44456"/>
                </a:cubicBezTo>
                <a:cubicBezTo>
                  <a:pt x="470361" y="43881"/>
                  <a:pt x="469707" y="43423"/>
                  <a:pt x="468819" y="43083"/>
                </a:cubicBezTo>
                <a:cubicBezTo>
                  <a:pt x="467930" y="42744"/>
                  <a:pt x="466362" y="42574"/>
                  <a:pt x="464114" y="42574"/>
                </a:cubicBezTo>
                <a:lnTo>
                  <a:pt x="464114" y="39673"/>
                </a:lnTo>
                <a:lnTo>
                  <a:pt x="487479" y="39673"/>
                </a:lnTo>
                <a:lnTo>
                  <a:pt x="487479" y="42574"/>
                </a:lnTo>
                <a:cubicBezTo>
                  <a:pt x="485545" y="42783"/>
                  <a:pt x="484055" y="43201"/>
                  <a:pt x="483010" y="43828"/>
                </a:cubicBezTo>
                <a:cubicBezTo>
                  <a:pt x="481965" y="44456"/>
                  <a:pt x="480815" y="45632"/>
                  <a:pt x="479560" y="47357"/>
                </a:cubicBezTo>
                <a:cubicBezTo>
                  <a:pt x="479090" y="48088"/>
                  <a:pt x="478201" y="50101"/>
                  <a:pt x="476894" y="53394"/>
                </a:cubicBezTo>
                <a:lnTo>
                  <a:pt x="447649" y="125056"/>
                </a:lnTo>
                <a:cubicBezTo>
                  <a:pt x="444827" y="132008"/>
                  <a:pt x="441129" y="137261"/>
                  <a:pt x="436555" y="140815"/>
                </a:cubicBezTo>
                <a:cubicBezTo>
                  <a:pt x="431981" y="144370"/>
                  <a:pt x="427578" y="146147"/>
                  <a:pt x="423344" y="146147"/>
                </a:cubicBezTo>
                <a:cubicBezTo>
                  <a:pt x="420260" y="146147"/>
                  <a:pt x="417725" y="145269"/>
                  <a:pt x="415739" y="143513"/>
                </a:cubicBezTo>
                <a:cubicBezTo>
                  <a:pt x="413752" y="141757"/>
                  <a:pt x="412759" y="139743"/>
                  <a:pt x="412759" y="137471"/>
                </a:cubicBezTo>
                <a:cubicBezTo>
                  <a:pt x="412759" y="135302"/>
                  <a:pt x="413478" y="133552"/>
                  <a:pt x="414915" y="132222"/>
                </a:cubicBezTo>
                <a:cubicBezTo>
                  <a:pt x="416353" y="130895"/>
                  <a:pt x="418326" y="130231"/>
                  <a:pt x="420835" y="130231"/>
                </a:cubicBezTo>
                <a:cubicBezTo>
                  <a:pt x="422560" y="130231"/>
                  <a:pt x="424912" y="130805"/>
                  <a:pt x="427891" y="131955"/>
                </a:cubicBezTo>
                <a:cubicBezTo>
                  <a:pt x="429982" y="132739"/>
                  <a:pt x="431289" y="133132"/>
                  <a:pt x="431812" y="133132"/>
                </a:cubicBezTo>
                <a:cubicBezTo>
                  <a:pt x="433380" y="133132"/>
                  <a:pt x="435092" y="132316"/>
                  <a:pt x="436947" y="130684"/>
                </a:cubicBezTo>
                <a:cubicBezTo>
                  <a:pt x="438803" y="129054"/>
                  <a:pt x="440671" y="125898"/>
                  <a:pt x="442553" y="121216"/>
                </a:cubicBezTo>
                <a:lnTo>
                  <a:pt x="447649" y="108669"/>
                </a:lnTo>
                <a:lnTo>
                  <a:pt x="421854" y="54491"/>
                </a:lnTo>
                <a:cubicBezTo>
                  <a:pt x="421070" y="52871"/>
                  <a:pt x="419816" y="50859"/>
                  <a:pt x="418091" y="48454"/>
                </a:cubicBezTo>
                <a:cubicBezTo>
                  <a:pt x="416784" y="46625"/>
                  <a:pt x="415712" y="45396"/>
                  <a:pt x="414876" y="44769"/>
                </a:cubicBezTo>
                <a:cubicBezTo>
                  <a:pt x="413674" y="43933"/>
                  <a:pt x="411740" y="43201"/>
                  <a:pt x="409074" y="42574"/>
                </a:cubicBezTo>
                <a:lnTo>
                  <a:pt x="409074" y="39673"/>
                </a:lnTo>
                <a:close/>
                <a:moveTo>
                  <a:pt x="584309" y="103416"/>
                </a:moveTo>
                <a:cubicBezTo>
                  <a:pt x="580807" y="107075"/>
                  <a:pt x="577384" y="109702"/>
                  <a:pt x="574038" y="111296"/>
                </a:cubicBezTo>
                <a:cubicBezTo>
                  <a:pt x="570693" y="112890"/>
                  <a:pt x="567086" y="113687"/>
                  <a:pt x="563218" y="113687"/>
                </a:cubicBezTo>
                <a:cubicBezTo>
                  <a:pt x="555378" y="113687"/>
                  <a:pt x="548531" y="110415"/>
                  <a:pt x="542676" y="103869"/>
                </a:cubicBezTo>
                <a:cubicBezTo>
                  <a:pt x="536822" y="97323"/>
                  <a:pt x="533895" y="88910"/>
                  <a:pt x="533895" y="78633"/>
                </a:cubicBezTo>
                <a:cubicBezTo>
                  <a:pt x="533895" y="68357"/>
                  <a:pt x="537136" y="58955"/>
                  <a:pt x="543617" y="50427"/>
                </a:cubicBezTo>
                <a:cubicBezTo>
                  <a:pt x="550099" y="41898"/>
                  <a:pt x="558436" y="37634"/>
                  <a:pt x="568628" y="37634"/>
                </a:cubicBezTo>
                <a:cubicBezTo>
                  <a:pt x="574953" y="37634"/>
                  <a:pt x="580180" y="39647"/>
                  <a:pt x="584309" y="43672"/>
                </a:cubicBezTo>
                <a:lnTo>
                  <a:pt x="584309" y="30392"/>
                </a:lnTo>
                <a:cubicBezTo>
                  <a:pt x="584309" y="22151"/>
                  <a:pt x="584113" y="17086"/>
                  <a:pt x="583721" y="15196"/>
                </a:cubicBezTo>
                <a:cubicBezTo>
                  <a:pt x="583329" y="13306"/>
                  <a:pt x="582715" y="12020"/>
                  <a:pt x="581879" y="11339"/>
                </a:cubicBezTo>
                <a:cubicBezTo>
                  <a:pt x="581042" y="10657"/>
                  <a:pt x="579997" y="10315"/>
                  <a:pt x="578743" y="10315"/>
                </a:cubicBezTo>
                <a:cubicBezTo>
                  <a:pt x="577384" y="10315"/>
                  <a:pt x="575580" y="10735"/>
                  <a:pt x="573333" y="11575"/>
                </a:cubicBezTo>
                <a:lnTo>
                  <a:pt x="572313" y="8818"/>
                </a:lnTo>
                <a:lnTo>
                  <a:pt x="593718" y="0"/>
                </a:lnTo>
                <a:lnTo>
                  <a:pt x="597246" y="0"/>
                </a:lnTo>
                <a:lnTo>
                  <a:pt x="597246" y="83031"/>
                </a:lnTo>
                <a:cubicBezTo>
                  <a:pt x="597246" y="91446"/>
                  <a:pt x="597442" y="96582"/>
                  <a:pt x="597834" y="98437"/>
                </a:cubicBezTo>
                <a:cubicBezTo>
                  <a:pt x="598226" y="100293"/>
                  <a:pt x="598853" y="101587"/>
                  <a:pt x="599716" y="102318"/>
                </a:cubicBezTo>
                <a:cubicBezTo>
                  <a:pt x="600578" y="103050"/>
                  <a:pt x="601585" y="103416"/>
                  <a:pt x="602735" y="103416"/>
                </a:cubicBezTo>
                <a:cubicBezTo>
                  <a:pt x="604146" y="103416"/>
                  <a:pt x="606028" y="102972"/>
                  <a:pt x="608380" y="102083"/>
                </a:cubicBezTo>
                <a:lnTo>
                  <a:pt x="609242" y="104827"/>
                </a:lnTo>
                <a:lnTo>
                  <a:pt x="587916" y="113687"/>
                </a:lnTo>
                <a:lnTo>
                  <a:pt x="584309" y="113687"/>
                </a:lnTo>
                <a:lnTo>
                  <a:pt x="584309" y="103416"/>
                </a:lnTo>
                <a:moveTo>
                  <a:pt x="584309" y="97945"/>
                </a:moveTo>
                <a:lnTo>
                  <a:pt x="584309" y="61031"/>
                </a:lnTo>
                <a:cubicBezTo>
                  <a:pt x="583996" y="57485"/>
                  <a:pt x="583055" y="54252"/>
                  <a:pt x="581487" y="51333"/>
                </a:cubicBezTo>
                <a:cubicBezTo>
                  <a:pt x="579919" y="48413"/>
                  <a:pt x="577841" y="46210"/>
                  <a:pt x="575254" y="44725"/>
                </a:cubicBezTo>
                <a:cubicBezTo>
                  <a:pt x="572666" y="43239"/>
                  <a:pt x="570144" y="42495"/>
                  <a:pt x="567688" y="42495"/>
                </a:cubicBezTo>
                <a:cubicBezTo>
                  <a:pt x="563088" y="42495"/>
                  <a:pt x="558985" y="44555"/>
                  <a:pt x="555378" y="48675"/>
                </a:cubicBezTo>
                <a:cubicBezTo>
                  <a:pt x="550621" y="54096"/>
                  <a:pt x="548243" y="62021"/>
                  <a:pt x="548243" y="72449"/>
                </a:cubicBezTo>
                <a:cubicBezTo>
                  <a:pt x="548243" y="82981"/>
                  <a:pt x="550543" y="91050"/>
                  <a:pt x="555143" y="96656"/>
                </a:cubicBezTo>
                <a:cubicBezTo>
                  <a:pt x="559742" y="102260"/>
                  <a:pt x="564865" y="105063"/>
                  <a:pt x="570510" y="105063"/>
                </a:cubicBezTo>
                <a:cubicBezTo>
                  <a:pt x="575267" y="105063"/>
                  <a:pt x="579866" y="102690"/>
                  <a:pt x="584309" y="97945"/>
                </a:cubicBezTo>
                <a:close/>
                <a:moveTo>
                  <a:pt x="654560" y="101142"/>
                </a:moveTo>
                <a:cubicBezTo>
                  <a:pt x="647190" y="106840"/>
                  <a:pt x="642564" y="110133"/>
                  <a:pt x="640682" y="111021"/>
                </a:cubicBezTo>
                <a:cubicBezTo>
                  <a:pt x="637860" y="112380"/>
                  <a:pt x="634854" y="113060"/>
                  <a:pt x="631666" y="113060"/>
                </a:cubicBezTo>
                <a:cubicBezTo>
                  <a:pt x="626700" y="113060"/>
                  <a:pt x="622610" y="111361"/>
                  <a:pt x="619395" y="107964"/>
                </a:cubicBezTo>
                <a:cubicBezTo>
                  <a:pt x="616181" y="104566"/>
                  <a:pt x="614573" y="100097"/>
                  <a:pt x="614573" y="94556"/>
                </a:cubicBezTo>
                <a:cubicBezTo>
                  <a:pt x="614573" y="91054"/>
                  <a:pt x="615357" y="88023"/>
                  <a:pt x="616926" y="85461"/>
                </a:cubicBezTo>
                <a:cubicBezTo>
                  <a:pt x="619069" y="81907"/>
                  <a:pt x="622793" y="78562"/>
                  <a:pt x="628098" y="75426"/>
                </a:cubicBezTo>
                <a:cubicBezTo>
                  <a:pt x="633404" y="72289"/>
                  <a:pt x="642224" y="68474"/>
                  <a:pt x="654560" y="63978"/>
                </a:cubicBezTo>
                <a:lnTo>
                  <a:pt x="654560" y="61156"/>
                </a:lnTo>
                <a:cubicBezTo>
                  <a:pt x="654560" y="53995"/>
                  <a:pt x="653423" y="49081"/>
                  <a:pt x="651149" y="46416"/>
                </a:cubicBezTo>
                <a:cubicBezTo>
                  <a:pt x="648876" y="43750"/>
                  <a:pt x="645569" y="42417"/>
                  <a:pt x="641231" y="42417"/>
                </a:cubicBezTo>
                <a:cubicBezTo>
                  <a:pt x="637938" y="42417"/>
                  <a:pt x="635325" y="43302"/>
                  <a:pt x="633391" y="45073"/>
                </a:cubicBezTo>
                <a:cubicBezTo>
                  <a:pt x="631404" y="46844"/>
                  <a:pt x="630411" y="48875"/>
                  <a:pt x="630411" y="51167"/>
                </a:cubicBezTo>
                <a:lnTo>
                  <a:pt x="630568" y="55697"/>
                </a:lnTo>
                <a:cubicBezTo>
                  <a:pt x="630568" y="58091"/>
                  <a:pt x="629954" y="59940"/>
                  <a:pt x="628725" y="61242"/>
                </a:cubicBezTo>
                <a:cubicBezTo>
                  <a:pt x="627497" y="62543"/>
                  <a:pt x="625890" y="63194"/>
                  <a:pt x="623904" y="63194"/>
                </a:cubicBezTo>
                <a:cubicBezTo>
                  <a:pt x="621970" y="63194"/>
                  <a:pt x="620388" y="62517"/>
                  <a:pt x="619160" y="61163"/>
                </a:cubicBezTo>
                <a:cubicBezTo>
                  <a:pt x="617932" y="59807"/>
                  <a:pt x="617318" y="57957"/>
                  <a:pt x="617318" y="55611"/>
                </a:cubicBezTo>
                <a:cubicBezTo>
                  <a:pt x="617318" y="51131"/>
                  <a:pt x="619617" y="47014"/>
                  <a:pt x="624217" y="43262"/>
                </a:cubicBezTo>
                <a:cubicBezTo>
                  <a:pt x="628817" y="39510"/>
                  <a:pt x="635272" y="37634"/>
                  <a:pt x="643583" y="37634"/>
                </a:cubicBezTo>
                <a:cubicBezTo>
                  <a:pt x="649960" y="37634"/>
                  <a:pt x="655187" y="38704"/>
                  <a:pt x="659264" y="40844"/>
                </a:cubicBezTo>
                <a:cubicBezTo>
                  <a:pt x="662348" y="42463"/>
                  <a:pt x="664622" y="44995"/>
                  <a:pt x="666085" y="48442"/>
                </a:cubicBezTo>
                <a:cubicBezTo>
                  <a:pt x="667026" y="50686"/>
                  <a:pt x="667497" y="55280"/>
                  <a:pt x="667497" y="62224"/>
                </a:cubicBezTo>
                <a:lnTo>
                  <a:pt x="667497" y="86579"/>
                </a:lnTo>
                <a:cubicBezTo>
                  <a:pt x="667497" y="93418"/>
                  <a:pt x="667627" y="97608"/>
                  <a:pt x="667889" y="99148"/>
                </a:cubicBezTo>
                <a:cubicBezTo>
                  <a:pt x="668150" y="100688"/>
                  <a:pt x="668581" y="101720"/>
                  <a:pt x="669182" y="102242"/>
                </a:cubicBezTo>
                <a:cubicBezTo>
                  <a:pt x="669783" y="102763"/>
                  <a:pt x="670476" y="103024"/>
                  <a:pt x="671260" y="103024"/>
                </a:cubicBezTo>
                <a:cubicBezTo>
                  <a:pt x="672096" y="103024"/>
                  <a:pt x="672828" y="102841"/>
                  <a:pt x="673455" y="102475"/>
                </a:cubicBezTo>
                <a:cubicBezTo>
                  <a:pt x="674553" y="101796"/>
                  <a:pt x="676670" y="99888"/>
                  <a:pt x="679806" y="96752"/>
                </a:cubicBezTo>
                <a:lnTo>
                  <a:pt x="679806" y="101142"/>
                </a:lnTo>
                <a:cubicBezTo>
                  <a:pt x="673952" y="108983"/>
                  <a:pt x="668359" y="112903"/>
                  <a:pt x="663028" y="112903"/>
                </a:cubicBezTo>
                <a:cubicBezTo>
                  <a:pt x="660466" y="112903"/>
                  <a:pt x="658428" y="112014"/>
                  <a:pt x="656912" y="110237"/>
                </a:cubicBezTo>
                <a:cubicBezTo>
                  <a:pt x="655396" y="108460"/>
                  <a:pt x="654612" y="105428"/>
                  <a:pt x="654560" y="101142"/>
                </a:cubicBezTo>
                <a:moveTo>
                  <a:pt x="654560" y="96002"/>
                </a:moveTo>
                <a:lnTo>
                  <a:pt x="654560" y="68761"/>
                </a:lnTo>
                <a:cubicBezTo>
                  <a:pt x="646667" y="71883"/>
                  <a:pt x="641571" y="74094"/>
                  <a:pt x="639271" y="75396"/>
                </a:cubicBezTo>
                <a:cubicBezTo>
                  <a:pt x="635142" y="77686"/>
                  <a:pt x="632188" y="80080"/>
                  <a:pt x="630411" y="82578"/>
                </a:cubicBezTo>
                <a:cubicBezTo>
                  <a:pt x="628634" y="85075"/>
                  <a:pt x="627745" y="87807"/>
                  <a:pt x="627745" y="90773"/>
                </a:cubicBezTo>
                <a:cubicBezTo>
                  <a:pt x="627745" y="94520"/>
                  <a:pt x="628869" y="97630"/>
                  <a:pt x="631117" y="100101"/>
                </a:cubicBezTo>
                <a:cubicBezTo>
                  <a:pt x="633364" y="102572"/>
                  <a:pt x="635952" y="103808"/>
                  <a:pt x="638879" y="103808"/>
                </a:cubicBezTo>
                <a:cubicBezTo>
                  <a:pt x="642851" y="103808"/>
                  <a:pt x="648078" y="101206"/>
                  <a:pt x="654560" y="96002"/>
                </a:cubicBezTo>
                <a:close/>
                <a:moveTo>
                  <a:pt x="706312" y="15995"/>
                </a:moveTo>
                <a:lnTo>
                  <a:pt x="706312" y="39673"/>
                </a:lnTo>
                <a:lnTo>
                  <a:pt x="723091" y="39673"/>
                </a:lnTo>
                <a:lnTo>
                  <a:pt x="723091" y="45161"/>
                </a:lnTo>
                <a:lnTo>
                  <a:pt x="706312" y="45161"/>
                </a:lnTo>
                <a:lnTo>
                  <a:pt x="706312" y="91670"/>
                </a:lnTo>
                <a:cubicBezTo>
                  <a:pt x="706312" y="96317"/>
                  <a:pt x="706979" y="99450"/>
                  <a:pt x="708312" y="101069"/>
                </a:cubicBezTo>
                <a:cubicBezTo>
                  <a:pt x="709645" y="102686"/>
                  <a:pt x="711356" y="103494"/>
                  <a:pt x="713447" y="103494"/>
                </a:cubicBezTo>
                <a:cubicBezTo>
                  <a:pt x="715172" y="103494"/>
                  <a:pt x="716845" y="102959"/>
                  <a:pt x="718465" y="101887"/>
                </a:cubicBezTo>
                <a:cubicBezTo>
                  <a:pt x="720085" y="100816"/>
                  <a:pt x="721340" y="99234"/>
                  <a:pt x="722229" y="97144"/>
                </a:cubicBezTo>
                <a:lnTo>
                  <a:pt x="725286" y="97144"/>
                </a:lnTo>
                <a:cubicBezTo>
                  <a:pt x="723457" y="102281"/>
                  <a:pt x="720870" y="106166"/>
                  <a:pt x="717524" y="108799"/>
                </a:cubicBezTo>
                <a:cubicBezTo>
                  <a:pt x="714179" y="111431"/>
                  <a:pt x="710729" y="112746"/>
                  <a:pt x="707175" y="112746"/>
                </a:cubicBezTo>
                <a:cubicBezTo>
                  <a:pt x="704770" y="112746"/>
                  <a:pt x="702418" y="112079"/>
                  <a:pt x="700118" y="110744"/>
                </a:cubicBezTo>
                <a:cubicBezTo>
                  <a:pt x="697819" y="109410"/>
                  <a:pt x="696120" y="107500"/>
                  <a:pt x="695022" y="105016"/>
                </a:cubicBezTo>
                <a:cubicBezTo>
                  <a:pt x="693924" y="102530"/>
                  <a:pt x="693376" y="98696"/>
                  <a:pt x="693376" y="93515"/>
                </a:cubicBezTo>
                <a:lnTo>
                  <a:pt x="693376" y="45161"/>
                </a:lnTo>
                <a:lnTo>
                  <a:pt x="682007" y="45161"/>
                </a:lnTo>
                <a:lnTo>
                  <a:pt x="682007" y="42574"/>
                </a:lnTo>
                <a:cubicBezTo>
                  <a:pt x="684882" y="41421"/>
                  <a:pt x="687822" y="39468"/>
                  <a:pt x="690827" y="36716"/>
                </a:cubicBezTo>
                <a:cubicBezTo>
                  <a:pt x="693833" y="33963"/>
                  <a:pt x="696512" y="30700"/>
                  <a:pt x="698864" y="26925"/>
                </a:cubicBezTo>
                <a:cubicBezTo>
                  <a:pt x="700066" y="24934"/>
                  <a:pt x="701739" y="21290"/>
                  <a:pt x="703882" y="15995"/>
                </a:cubicBezTo>
                <a:lnTo>
                  <a:pt x="706312" y="15995"/>
                </a:lnTo>
                <a:close/>
                <a:moveTo>
                  <a:pt x="770974" y="101142"/>
                </a:moveTo>
                <a:cubicBezTo>
                  <a:pt x="763604" y="106840"/>
                  <a:pt x="758978" y="110133"/>
                  <a:pt x="757097" y="111021"/>
                </a:cubicBezTo>
                <a:cubicBezTo>
                  <a:pt x="754274" y="112380"/>
                  <a:pt x="751269" y="113060"/>
                  <a:pt x="748080" y="113060"/>
                </a:cubicBezTo>
                <a:cubicBezTo>
                  <a:pt x="743115" y="113060"/>
                  <a:pt x="739024" y="111361"/>
                  <a:pt x="735810" y="107964"/>
                </a:cubicBezTo>
                <a:cubicBezTo>
                  <a:pt x="732595" y="104566"/>
                  <a:pt x="730988" y="100097"/>
                  <a:pt x="730988" y="94556"/>
                </a:cubicBezTo>
                <a:cubicBezTo>
                  <a:pt x="730988" y="91054"/>
                  <a:pt x="731772" y="88023"/>
                  <a:pt x="733340" y="85461"/>
                </a:cubicBezTo>
                <a:cubicBezTo>
                  <a:pt x="735483" y="81907"/>
                  <a:pt x="739207" y="78562"/>
                  <a:pt x="744513" y="75426"/>
                </a:cubicBezTo>
                <a:cubicBezTo>
                  <a:pt x="749818" y="72289"/>
                  <a:pt x="758639" y="68474"/>
                  <a:pt x="770974" y="63978"/>
                </a:cubicBezTo>
                <a:lnTo>
                  <a:pt x="770974" y="61156"/>
                </a:lnTo>
                <a:cubicBezTo>
                  <a:pt x="770974" y="53995"/>
                  <a:pt x="769838" y="49081"/>
                  <a:pt x="767564" y="46416"/>
                </a:cubicBezTo>
                <a:cubicBezTo>
                  <a:pt x="765290" y="43750"/>
                  <a:pt x="761984" y="42417"/>
                  <a:pt x="757646" y="42417"/>
                </a:cubicBezTo>
                <a:cubicBezTo>
                  <a:pt x="754353" y="42417"/>
                  <a:pt x="751739" y="43302"/>
                  <a:pt x="749805" y="45073"/>
                </a:cubicBezTo>
                <a:cubicBezTo>
                  <a:pt x="747819" y="46844"/>
                  <a:pt x="746826" y="48875"/>
                  <a:pt x="746826" y="51167"/>
                </a:cubicBezTo>
                <a:lnTo>
                  <a:pt x="746983" y="55697"/>
                </a:lnTo>
                <a:cubicBezTo>
                  <a:pt x="746983" y="58091"/>
                  <a:pt x="746368" y="59940"/>
                  <a:pt x="745140" y="61242"/>
                </a:cubicBezTo>
                <a:cubicBezTo>
                  <a:pt x="743912" y="62543"/>
                  <a:pt x="742304" y="63194"/>
                  <a:pt x="740318" y="63194"/>
                </a:cubicBezTo>
                <a:cubicBezTo>
                  <a:pt x="738384" y="63194"/>
                  <a:pt x="736803" y="62517"/>
                  <a:pt x="735575" y="61163"/>
                </a:cubicBezTo>
                <a:cubicBezTo>
                  <a:pt x="734346" y="59807"/>
                  <a:pt x="733732" y="57957"/>
                  <a:pt x="733732" y="55611"/>
                </a:cubicBezTo>
                <a:cubicBezTo>
                  <a:pt x="733732" y="51131"/>
                  <a:pt x="736032" y="47014"/>
                  <a:pt x="740632" y="43262"/>
                </a:cubicBezTo>
                <a:cubicBezTo>
                  <a:pt x="745231" y="39510"/>
                  <a:pt x="751687" y="37634"/>
                  <a:pt x="759998" y="37634"/>
                </a:cubicBezTo>
                <a:cubicBezTo>
                  <a:pt x="766375" y="37634"/>
                  <a:pt x="771602" y="38704"/>
                  <a:pt x="775679" y="40844"/>
                </a:cubicBezTo>
                <a:cubicBezTo>
                  <a:pt x="778763" y="42463"/>
                  <a:pt x="781036" y="44995"/>
                  <a:pt x="782500" y="48442"/>
                </a:cubicBezTo>
                <a:cubicBezTo>
                  <a:pt x="783441" y="50686"/>
                  <a:pt x="783911" y="55280"/>
                  <a:pt x="783911" y="62224"/>
                </a:cubicBezTo>
                <a:lnTo>
                  <a:pt x="783911" y="86579"/>
                </a:lnTo>
                <a:cubicBezTo>
                  <a:pt x="783911" y="93418"/>
                  <a:pt x="784042" y="97608"/>
                  <a:pt x="784303" y="99148"/>
                </a:cubicBezTo>
                <a:cubicBezTo>
                  <a:pt x="784565" y="100688"/>
                  <a:pt x="784996" y="101720"/>
                  <a:pt x="785597" y="102242"/>
                </a:cubicBezTo>
                <a:cubicBezTo>
                  <a:pt x="786198" y="102763"/>
                  <a:pt x="786891" y="103024"/>
                  <a:pt x="787675" y="103024"/>
                </a:cubicBezTo>
                <a:cubicBezTo>
                  <a:pt x="788511" y="103024"/>
                  <a:pt x="789243" y="102841"/>
                  <a:pt x="789870" y="102475"/>
                </a:cubicBezTo>
                <a:cubicBezTo>
                  <a:pt x="790968" y="101796"/>
                  <a:pt x="793085" y="99888"/>
                  <a:pt x="796221" y="96752"/>
                </a:cubicBezTo>
                <a:lnTo>
                  <a:pt x="796221" y="101142"/>
                </a:lnTo>
                <a:cubicBezTo>
                  <a:pt x="790367" y="108983"/>
                  <a:pt x="784774" y="112903"/>
                  <a:pt x="779442" y="112903"/>
                </a:cubicBezTo>
                <a:cubicBezTo>
                  <a:pt x="776881" y="112903"/>
                  <a:pt x="774842" y="112014"/>
                  <a:pt x="773327" y="110237"/>
                </a:cubicBezTo>
                <a:cubicBezTo>
                  <a:pt x="771811" y="108460"/>
                  <a:pt x="771027" y="105428"/>
                  <a:pt x="770974" y="101142"/>
                </a:cubicBezTo>
                <a:moveTo>
                  <a:pt x="770974" y="96002"/>
                </a:moveTo>
                <a:lnTo>
                  <a:pt x="770974" y="68761"/>
                </a:lnTo>
                <a:cubicBezTo>
                  <a:pt x="763082" y="71883"/>
                  <a:pt x="757985" y="74094"/>
                  <a:pt x="755685" y="75396"/>
                </a:cubicBezTo>
                <a:cubicBezTo>
                  <a:pt x="751556" y="77686"/>
                  <a:pt x="748603" y="80080"/>
                  <a:pt x="746826" y="82578"/>
                </a:cubicBezTo>
                <a:cubicBezTo>
                  <a:pt x="745049" y="85075"/>
                  <a:pt x="744160" y="87807"/>
                  <a:pt x="744160" y="90773"/>
                </a:cubicBezTo>
                <a:cubicBezTo>
                  <a:pt x="744160" y="94520"/>
                  <a:pt x="745284" y="97630"/>
                  <a:pt x="747531" y="100101"/>
                </a:cubicBezTo>
                <a:cubicBezTo>
                  <a:pt x="749779" y="102572"/>
                  <a:pt x="752366" y="103808"/>
                  <a:pt x="755293" y="103808"/>
                </a:cubicBezTo>
                <a:cubicBezTo>
                  <a:pt x="759266" y="103808"/>
                  <a:pt x="764493" y="101206"/>
                  <a:pt x="770974" y="960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breach">
            <a:extLst xmlns:a="http://schemas.openxmlformats.org/drawingml/2006/main">
              <a:ext uri="{FF2B5EF4-FFF2-40B4-BE49-F238E27FC236}">
                <a16:creationId xmlns:a16="http://schemas.microsoft.com/office/drawing/2014/main" id="{845D0543-B47E-4B2E-A236-3BAB551E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3634" y="1958261"/>
            <a:ext cx="428235" cy="113687"/>
          </a:xfrm>
          <a:custGeom xmlns:a="http://schemas.openxmlformats.org/drawingml/2006/main">
            <a:pathLst>
              <a:path w="428235" h="113687">
                <a:moveTo>
                  <a:pt x="25090" y="52139"/>
                </a:moveTo>
                <a:cubicBezTo>
                  <a:pt x="32041" y="42469"/>
                  <a:pt x="39542" y="37634"/>
                  <a:pt x="47592" y="37634"/>
                </a:cubicBezTo>
                <a:cubicBezTo>
                  <a:pt x="54962" y="37634"/>
                  <a:pt x="61391" y="40780"/>
                  <a:pt x="66879" y="47072"/>
                </a:cubicBezTo>
                <a:cubicBezTo>
                  <a:pt x="72368" y="53364"/>
                  <a:pt x="75112" y="61967"/>
                  <a:pt x="75112" y="72880"/>
                </a:cubicBezTo>
                <a:cubicBezTo>
                  <a:pt x="75112" y="85621"/>
                  <a:pt x="70878" y="95881"/>
                  <a:pt x="62410" y="103661"/>
                </a:cubicBezTo>
                <a:cubicBezTo>
                  <a:pt x="55145" y="110345"/>
                  <a:pt x="47043" y="113687"/>
                  <a:pt x="38105" y="113687"/>
                </a:cubicBezTo>
                <a:cubicBezTo>
                  <a:pt x="33923" y="113687"/>
                  <a:pt x="29676" y="112929"/>
                  <a:pt x="25364" y="111413"/>
                </a:cubicBezTo>
                <a:cubicBezTo>
                  <a:pt x="21052" y="109898"/>
                  <a:pt x="16648" y="107624"/>
                  <a:pt x="12153" y="104592"/>
                </a:cubicBezTo>
                <a:lnTo>
                  <a:pt x="12153" y="30186"/>
                </a:lnTo>
                <a:cubicBezTo>
                  <a:pt x="12153" y="22032"/>
                  <a:pt x="11957" y="17014"/>
                  <a:pt x="11565" y="15132"/>
                </a:cubicBezTo>
                <a:cubicBezTo>
                  <a:pt x="11173" y="13250"/>
                  <a:pt x="10559" y="11970"/>
                  <a:pt x="9722" y="11290"/>
                </a:cubicBezTo>
                <a:cubicBezTo>
                  <a:pt x="8886" y="10611"/>
                  <a:pt x="7840" y="10271"/>
                  <a:pt x="6586" y="10271"/>
                </a:cubicBezTo>
                <a:cubicBezTo>
                  <a:pt x="5122" y="10271"/>
                  <a:pt x="3293" y="10689"/>
                  <a:pt x="1098" y="11526"/>
                </a:cubicBezTo>
                <a:lnTo>
                  <a:pt x="0" y="8781"/>
                </a:lnTo>
                <a:lnTo>
                  <a:pt x="21561" y="0"/>
                </a:lnTo>
                <a:lnTo>
                  <a:pt x="25090" y="0"/>
                </a:lnTo>
                <a:lnTo>
                  <a:pt x="25090" y="52139"/>
                </a:lnTo>
                <a:moveTo>
                  <a:pt x="25090" y="57135"/>
                </a:moveTo>
                <a:lnTo>
                  <a:pt x="25090" y="99988"/>
                </a:lnTo>
                <a:cubicBezTo>
                  <a:pt x="27755" y="102594"/>
                  <a:pt x="30513" y="104561"/>
                  <a:pt x="33361" y="105891"/>
                </a:cubicBezTo>
                <a:cubicBezTo>
                  <a:pt x="36210" y="107220"/>
                  <a:pt x="39124" y="107885"/>
                  <a:pt x="42103" y="107885"/>
                </a:cubicBezTo>
                <a:cubicBezTo>
                  <a:pt x="46860" y="107885"/>
                  <a:pt x="51290" y="105279"/>
                  <a:pt x="55393" y="100067"/>
                </a:cubicBezTo>
                <a:cubicBezTo>
                  <a:pt x="59496" y="94853"/>
                  <a:pt x="61548" y="87267"/>
                  <a:pt x="61548" y="77310"/>
                </a:cubicBezTo>
                <a:cubicBezTo>
                  <a:pt x="61548" y="68135"/>
                  <a:pt x="59496" y="61084"/>
                  <a:pt x="55393" y="56158"/>
                </a:cubicBezTo>
                <a:cubicBezTo>
                  <a:pt x="51290" y="51231"/>
                  <a:pt x="46625" y="48768"/>
                  <a:pt x="41398" y="48768"/>
                </a:cubicBezTo>
                <a:cubicBezTo>
                  <a:pt x="38627" y="48768"/>
                  <a:pt x="35857" y="49472"/>
                  <a:pt x="33087" y="50880"/>
                </a:cubicBezTo>
                <a:cubicBezTo>
                  <a:pt x="30996" y="51922"/>
                  <a:pt x="28330" y="54007"/>
                  <a:pt x="25090" y="57135"/>
                </a:cubicBezTo>
                <a:close/>
                <a:moveTo>
                  <a:pt x="106708" y="37634"/>
                </a:moveTo>
                <a:lnTo>
                  <a:pt x="106708" y="53786"/>
                </a:lnTo>
                <a:cubicBezTo>
                  <a:pt x="112720" y="43018"/>
                  <a:pt x="118887" y="37634"/>
                  <a:pt x="125212" y="37634"/>
                </a:cubicBezTo>
                <a:cubicBezTo>
                  <a:pt x="128087" y="37634"/>
                  <a:pt x="130465" y="38510"/>
                  <a:pt x="132347" y="40261"/>
                </a:cubicBezTo>
                <a:cubicBezTo>
                  <a:pt x="134229" y="42012"/>
                  <a:pt x="135169" y="44037"/>
                  <a:pt x="135169" y="46337"/>
                </a:cubicBezTo>
                <a:cubicBezTo>
                  <a:pt x="135169" y="48376"/>
                  <a:pt x="134490" y="50101"/>
                  <a:pt x="133131" y="51512"/>
                </a:cubicBezTo>
                <a:cubicBezTo>
                  <a:pt x="131772" y="52923"/>
                  <a:pt x="130152" y="53629"/>
                  <a:pt x="128270" y="53629"/>
                </a:cubicBezTo>
                <a:cubicBezTo>
                  <a:pt x="126440" y="53629"/>
                  <a:pt x="124389" y="52727"/>
                  <a:pt x="122115" y="50924"/>
                </a:cubicBezTo>
                <a:cubicBezTo>
                  <a:pt x="119841" y="49121"/>
                  <a:pt x="118156" y="48219"/>
                  <a:pt x="117058" y="48219"/>
                </a:cubicBezTo>
                <a:cubicBezTo>
                  <a:pt x="116117" y="48219"/>
                  <a:pt x="115098" y="48740"/>
                  <a:pt x="114000" y="49782"/>
                </a:cubicBezTo>
                <a:cubicBezTo>
                  <a:pt x="111648" y="51920"/>
                  <a:pt x="109217" y="55440"/>
                  <a:pt x="106708" y="60340"/>
                </a:cubicBezTo>
                <a:lnTo>
                  <a:pt x="106708" y="94671"/>
                </a:lnTo>
                <a:cubicBezTo>
                  <a:pt x="106708" y="98633"/>
                  <a:pt x="107205" y="101630"/>
                  <a:pt x="108198" y="103664"/>
                </a:cubicBezTo>
                <a:cubicBezTo>
                  <a:pt x="108878" y="105072"/>
                  <a:pt x="110080" y="106245"/>
                  <a:pt x="111805" y="107184"/>
                </a:cubicBezTo>
                <a:cubicBezTo>
                  <a:pt x="113530" y="108122"/>
                  <a:pt x="116013" y="108591"/>
                  <a:pt x="119253" y="108591"/>
                </a:cubicBezTo>
                <a:lnTo>
                  <a:pt x="119253" y="111492"/>
                </a:lnTo>
                <a:lnTo>
                  <a:pt x="82481" y="111492"/>
                </a:lnTo>
                <a:lnTo>
                  <a:pt x="82481" y="108591"/>
                </a:lnTo>
                <a:cubicBezTo>
                  <a:pt x="86140" y="108591"/>
                  <a:pt x="88858" y="108017"/>
                  <a:pt x="90635" y="106871"/>
                </a:cubicBezTo>
                <a:cubicBezTo>
                  <a:pt x="91942" y="106036"/>
                  <a:pt x="92857" y="104706"/>
                  <a:pt x="93380" y="102879"/>
                </a:cubicBezTo>
                <a:cubicBezTo>
                  <a:pt x="93641" y="101993"/>
                  <a:pt x="93772" y="99463"/>
                  <a:pt x="93772" y="95291"/>
                </a:cubicBezTo>
                <a:lnTo>
                  <a:pt x="93772" y="67519"/>
                </a:lnTo>
                <a:cubicBezTo>
                  <a:pt x="93772" y="59174"/>
                  <a:pt x="93602" y="54206"/>
                  <a:pt x="93262" y="52617"/>
                </a:cubicBezTo>
                <a:cubicBezTo>
                  <a:pt x="92922" y="51026"/>
                  <a:pt x="92295" y="49866"/>
                  <a:pt x="91380" y="49135"/>
                </a:cubicBezTo>
                <a:cubicBezTo>
                  <a:pt x="90466" y="48405"/>
                  <a:pt x="89329" y="48040"/>
                  <a:pt x="87970" y="48040"/>
                </a:cubicBezTo>
                <a:cubicBezTo>
                  <a:pt x="86349" y="48040"/>
                  <a:pt x="84520" y="48431"/>
                  <a:pt x="82481" y="49214"/>
                </a:cubicBezTo>
                <a:lnTo>
                  <a:pt x="81697" y="46396"/>
                </a:lnTo>
                <a:lnTo>
                  <a:pt x="103415" y="37634"/>
                </a:lnTo>
                <a:lnTo>
                  <a:pt x="106708" y="37634"/>
                </a:lnTo>
                <a:close/>
                <a:moveTo>
                  <a:pt x="151295" y="66801"/>
                </a:moveTo>
                <a:cubicBezTo>
                  <a:pt x="151243" y="77440"/>
                  <a:pt x="153830" y="85784"/>
                  <a:pt x="159057" y="91834"/>
                </a:cubicBezTo>
                <a:cubicBezTo>
                  <a:pt x="164284" y="97883"/>
                  <a:pt x="170426" y="100907"/>
                  <a:pt x="177483" y="100907"/>
                </a:cubicBezTo>
                <a:cubicBezTo>
                  <a:pt x="182187" y="100907"/>
                  <a:pt x="186277" y="99613"/>
                  <a:pt x="189753" y="97026"/>
                </a:cubicBezTo>
                <a:cubicBezTo>
                  <a:pt x="193229" y="94439"/>
                  <a:pt x="196143" y="90009"/>
                  <a:pt x="198495" y="83736"/>
                </a:cubicBezTo>
                <a:lnTo>
                  <a:pt x="200926" y="85305"/>
                </a:lnTo>
                <a:cubicBezTo>
                  <a:pt x="199828" y="92466"/>
                  <a:pt x="196639" y="98986"/>
                  <a:pt x="191360" y="104867"/>
                </a:cubicBezTo>
                <a:cubicBezTo>
                  <a:pt x="186081" y="110747"/>
                  <a:pt x="179469" y="113687"/>
                  <a:pt x="171524" y="113687"/>
                </a:cubicBezTo>
                <a:cubicBezTo>
                  <a:pt x="162899" y="113687"/>
                  <a:pt x="155516" y="110336"/>
                  <a:pt x="149374" y="103634"/>
                </a:cubicBezTo>
                <a:cubicBezTo>
                  <a:pt x="143233" y="96930"/>
                  <a:pt x="140162" y="87919"/>
                  <a:pt x="140162" y="76599"/>
                </a:cubicBezTo>
                <a:cubicBezTo>
                  <a:pt x="140162" y="64342"/>
                  <a:pt x="143311" y="54784"/>
                  <a:pt x="149610" y="47925"/>
                </a:cubicBezTo>
                <a:cubicBezTo>
                  <a:pt x="155908" y="41065"/>
                  <a:pt x="163814" y="37634"/>
                  <a:pt x="173327" y="37634"/>
                </a:cubicBezTo>
                <a:cubicBezTo>
                  <a:pt x="181377" y="37634"/>
                  <a:pt x="187989" y="40281"/>
                  <a:pt x="193164" y="45573"/>
                </a:cubicBezTo>
                <a:cubicBezTo>
                  <a:pt x="198338" y="50864"/>
                  <a:pt x="200926" y="57940"/>
                  <a:pt x="200926" y="66801"/>
                </a:cubicBezTo>
                <a:lnTo>
                  <a:pt x="151295" y="66801"/>
                </a:lnTo>
                <a:moveTo>
                  <a:pt x="151295" y="62253"/>
                </a:moveTo>
                <a:lnTo>
                  <a:pt x="184539" y="62253"/>
                </a:lnTo>
                <a:cubicBezTo>
                  <a:pt x="184278" y="57654"/>
                  <a:pt x="183729" y="54413"/>
                  <a:pt x="182892" y="52531"/>
                </a:cubicBezTo>
                <a:cubicBezTo>
                  <a:pt x="181586" y="49604"/>
                  <a:pt x="179639" y="47304"/>
                  <a:pt x="177051" y="45632"/>
                </a:cubicBezTo>
                <a:cubicBezTo>
                  <a:pt x="174464" y="43959"/>
                  <a:pt x="171759" y="43123"/>
                  <a:pt x="168936" y="43123"/>
                </a:cubicBezTo>
                <a:cubicBezTo>
                  <a:pt x="164598" y="43123"/>
                  <a:pt x="160717" y="44808"/>
                  <a:pt x="157293" y="48180"/>
                </a:cubicBezTo>
                <a:cubicBezTo>
                  <a:pt x="153870" y="51551"/>
                  <a:pt x="151870" y="56242"/>
                  <a:pt x="151295" y="62253"/>
                </a:cubicBezTo>
                <a:close/>
                <a:moveTo>
                  <a:pt x="251501" y="101142"/>
                </a:moveTo>
                <a:cubicBezTo>
                  <a:pt x="244131" y="106840"/>
                  <a:pt x="239506" y="110133"/>
                  <a:pt x="237624" y="111021"/>
                </a:cubicBezTo>
                <a:cubicBezTo>
                  <a:pt x="234801" y="112380"/>
                  <a:pt x="231796" y="113060"/>
                  <a:pt x="228607" y="113060"/>
                </a:cubicBezTo>
                <a:cubicBezTo>
                  <a:pt x="223642" y="113060"/>
                  <a:pt x="219551" y="111361"/>
                  <a:pt x="216337" y="107964"/>
                </a:cubicBezTo>
                <a:cubicBezTo>
                  <a:pt x="213122" y="104566"/>
                  <a:pt x="211515" y="100097"/>
                  <a:pt x="211515" y="94556"/>
                </a:cubicBezTo>
                <a:cubicBezTo>
                  <a:pt x="211515" y="91054"/>
                  <a:pt x="212299" y="88023"/>
                  <a:pt x="213867" y="85461"/>
                </a:cubicBezTo>
                <a:cubicBezTo>
                  <a:pt x="216010" y="81907"/>
                  <a:pt x="219734" y="78562"/>
                  <a:pt x="225040" y="75426"/>
                </a:cubicBezTo>
                <a:cubicBezTo>
                  <a:pt x="230345" y="72289"/>
                  <a:pt x="239166" y="68474"/>
                  <a:pt x="251501" y="63978"/>
                </a:cubicBezTo>
                <a:lnTo>
                  <a:pt x="251501" y="61156"/>
                </a:lnTo>
                <a:cubicBezTo>
                  <a:pt x="251501" y="53995"/>
                  <a:pt x="250365" y="49081"/>
                  <a:pt x="248091" y="46416"/>
                </a:cubicBezTo>
                <a:cubicBezTo>
                  <a:pt x="245817" y="43750"/>
                  <a:pt x="242511" y="42417"/>
                  <a:pt x="238173" y="42417"/>
                </a:cubicBezTo>
                <a:cubicBezTo>
                  <a:pt x="234880" y="42417"/>
                  <a:pt x="232266" y="43302"/>
                  <a:pt x="230332" y="45073"/>
                </a:cubicBezTo>
                <a:cubicBezTo>
                  <a:pt x="228346" y="46844"/>
                  <a:pt x="227353" y="48875"/>
                  <a:pt x="227353" y="51167"/>
                </a:cubicBezTo>
                <a:lnTo>
                  <a:pt x="227510" y="55697"/>
                </a:lnTo>
                <a:cubicBezTo>
                  <a:pt x="227510" y="58091"/>
                  <a:pt x="226895" y="59940"/>
                  <a:pt x="225667" y="61242"/>
                </a:cubicBezTo>
                <a:cubicBezTo>
                  <a:pt x="224439" y="62543"/>
                  <a:pt x="222831" y="63194"/>
                  <a:pt x="220845" y="63194"/>
                </a:cubicBezTo>
                <a:cubicBezTo>
                  <a:pt x="218911" y="63194"/>
                  <a:pt x="217330" y="62517"/>
                  <a:pt x="216102" y="61163"/>
                </a:cubicBezTo>
                <a:cubicBezTo>
                  <a:pt x="214873" y="59807"/>
                  <a:pt x="214259" y="57957"/>
                  <a:pt x="214259" y="55611"/>
                </a:cubicBezTo>
                <a:cubicBezTo>
                  <a:pt x="214259" y="51131"/>
                  <a:pt x="216559" y="47014"/>
                  <a:pt x="221159" y="43262"/>
                </a:cubicBezTo>
                <a:cubicBezTo>
                  <a:pt x="225759" y="39510"/>
                  <a:pt x="232214" y="37634"/>
                  <a:pt x="240525" y="37634"/>
                </a:cubicBezTo>
                <a:cubicBezTo>
                  <a:pt x="246902" y="37634"/>
                  <a:pt x="252129" y="38704"/>
                  <a:pt x="256206" y="40844"/>
                </a:cubicBezTo>
                <a:cubicBezTo>
                  <a:pt x="259290" y="42463"/>
                  <a:pt x="261563" y="44995"/>
                  <a:pt x="263027" y="48442"/>
                </a:cubicBezTo>
                <a:cubicBezTo>
                  <a:pt x="263968" y="50686"/>
                  <a:pt x="264438" y="55280"/>
                  <a:pt x="264438" y="62224"/>
                </a:cubicBezTo>
                <a:lnTo>
                  <a:pt x="264438" y="86579"/>
                </a:lnTo>
                <a:cubicBezTo>
                  <a:pt x="264438" y="93418"/>
                  <a:pt x="264569" y="97608"/>
                  <a:pt x="264830" y="99148"/>
                </a:cubicBezTo>
                <a:cubicBezTo>
                  <a:pt x="265092" y="100688"/>
                  <a:pt x="265523" y="101720"/>
                  <a:pt x="266124" y="102242"/>
                </a:cubicBezTo>
                <a:cubicBezTo>
                  <a:pt x="266725" y="102763"/>
                  <a:pt x="267418" y="103024"/>
                  <a:pt x="268202" y="103024"/>
                </a:cubicBezTo>
                <a:cubicBezTo>
                  <a:pt x="269038" y="103024"/>
                  <a:pt x="269770" y="102841"/>
                  <a:pt x="270397" y="102475"/>
                </a:cubicBezTo>
                <a:cubicBezTo>
                  <a:pt x="271495" y="101796"/>
                  <a:pt x="273612" y="99888"/>
                  <a:pt x="276748" y="96752"/>
                </a:cubicBezTo>
                <a:lnTo>
                  <a:pt x="276748" y="101142"/>
                </a:lnTo>
                <a:cubicBezTo>
                  <a:pt x="270894" y="108983"/>
                  <a:pt x="265301" y="112903"/>
                  <a:pt x="259969" y="112903"/>
                </a:cubicBezTo>
                <a:cubicBezTo>
                  <a:pt x="257408" y="112903"/>
                  <a:pt x="255369" y="112014"/>
                  <a:pt x="253854" y="110237"/>
                </a:cubicBezTo>
                <a:cubicBezTo>
                  <a:pt x="252338" y="108460"/>
                  <a:pt x="251554" y="105428"/>
                  <a:pt x="251501" y="101142"/>
                </a:cubicBezTo>
                <a:moveTo>
                  <a:pt x="251501" y="96002"/>
                </a:moveTo>
                <a:lnTo>
                  <a:pt x="251501" y="68761"/>
                </a:lnTo>
                <a:cubicBezTo>
                  <a:pt x="243609" y="71883"/>
                  <a:pt x="238512" y="74094"/>
                  <a:pt x="236213" y="75396"/>
                </a:cubicBezTo>
                <a:cubicBezTo>
                  <a:pt x="232083" y="77686"/>
                  <a:pt x="229130" y="80080"/>
                  <a:pt x="227353" y="82578"/>
                </a:cubicBezTo>
                <a:cubicBezTo>
                  <a:pt x="225576" y="85075"/>
                  <a:pt x="224687" y="87807"/>
                  <a:pt x="224687" y="90773"/>
                </a:cubicBezTo>
                <a:cubicBezTo>
                  <a:pt x="224687" y="94520"/>
                  <a:pt x="225811" y="97630"/>
                  <a:pt x="228058" y="100101"/>
                </a:cubicBezTo>
                <a:cubicBezTo>
                  <a:pt x="230306" y="102572"/>
                  <a:pt x="232893" y="103808"/>
                  <a:pt x="235820" y="103808"/>
                </a:cubicBezTo>
                <a:cubicBezTo>
                  <a:pt x="239793" y="103808"/>
                  <a:pt x="245020" y="101206"/>
                  <a:pt x="251501" y="96002"/>
                </a:cubicBezTo>
                <a:close/>
                <a:moveTo>
                  <a:pt x="343397" y="84207"/>
                </a:moveTo>
                <a:cubicBezTo>
                  <a:pt x="341463" y="93668"/>
                  <a:pt x="337673" y="100946"/>
                  <a:pt x="332028" y="106043"/>
                </a:cubicBezTo>
                <a:cubicBezTo>
                  <a:pt x="326383" y="111139"/>
                  <a:pt x="320137" y="113687"/>
                  <a:pt x="313289" y="113687"/>
                </a:cubicBezTo>
                <a:cubicBezTo>
                  <a:pt x="305135" y="113687"/>
                  <a:pt x="298026" y="110267"/>
                  <a:pt x="291963" y="103428"/>
                </a:cubicBezTo>
                <a:cubicBezTo>
                  <a:pt x="285900" y="96587"/>
                  <a:pt x="282868" y="87345"/>
                  <a:pt x="282868" y="75700"/>
                </a:cubicBezTo>
                <a:cubicBezTo>
                  <a:pt x="282868" y="64421"/>
                  <a:pt x="286226" y="55257"/>
                  <a:pt x="292943" y="48209"/>
                </a:cubicBezTo>
                <a:cubicBezTo>
                  <a:pt x="299660" y="41159"/>
                  <a:pt x="307722" y="37634"/>
                  <a:pt x="317131" y="37634"/>
                </a:cubicBezTo>
                <a:cubicBezTo>
                  <a:pt x="324188" y="37634"/>
                  <a:pt x="329989" y="39497"/>
                  <a:pt x="334537" y="43223"/>
                </a:cubicBezTo>
                <a:cubicBezTo>
                  <a:pt x="339084" y="46947"/>
                  <a:pt x="341358" y="50815"/>
                  <a:pt x="341358" y="54827"/>
                </a:cubicBezTo>
                <a:cubicBezTo>
                  <a:pt x="341358" y="56807"/>
                  <a:pt x="340718" y="58409"/>
                  <a:pt x="339437" y="59634"/>
                </a:cubicBezTo>
                <a:cubicBezTo>
                  <a:pt x="338157" y="60858"/>
                  <a:pt x="336366" y="61469"/>
                  <a:pt x="334067" y="61469"/>
                </a:cubicBezTo>
                <a:cubicBezTo>
                  <a:pt x="330983" y="61469"/>
                  <a:pt x="328657" y="60476"/>
                  <a:pt x="327088" y="58490"/>
                </a:cubicBezTo>
                <a:cubicBezTo>
                  <a:pt x="326200" y="57392"/>
                  <a:pt x="325612" y="55302"/>
                  <a:pt x="325324" y="52218"/>
                </a:cubicBezTo>
                <a:cubicBezTo>
                  <a:pt x="325037" y="49134"/>
                  <a:pt x="323978" y="46782"/>
                  <a:pt x="322149" y="45161"/>
                </a:cubicBezTo>
                <a:cubicBezTo>
                  <a:pt x="320320" y="43593"/>
                  <a:pt x="317784" y="42809"/>
                  <a:pt x="314544" y="42809"/>
                </a:cubicBezTo>
                <a:cubicBezTo>
                  <a:pt x="309317" y="42809"/>
                  <a:pt x="305109" y="44743"/>
                  <a:pt x="301921" y="48611"/>
                </a:cubicBezTo>
                <a:cubicBezTo>
                  <a:pt x="297687" y="53733"/>
                  <a:pt x="295570" y="60502"/>
                  <a:pt x="295570" y="68918"/>
                </a:cubicBezTo>
                <a:cubicBezTo>
                  <a:pt x="295570" y="77490"/>
                  <a:pt x="297674" y="85056"/>
                  <a:pt x="301881" y="91616"/>
                </a:cubicBezTo>
                <a:cubicBezTo>
                  <a:pt x="306089" y="98176"/>
                  <a:pt x="311773" y="101456"/>
                  <a:pt x="318934" y="101456"/>
                </a:cubicBezTo>
                <a:cubicBezTo>
                  <a:pt x="324057" y="101456"/>
                  <a:pt x="328657" y="99705"/>
                  <a:pt x="332734" y="96203"/>
                </a:cubicBezTo>
                <a:cubicBezTo>
                  <a:pt x="335608" y="93798"/>
                  <a:pt x="338405" y="89434"/>
                  <a:pt x="341123" y="83109"/>
                </a:cubicBezTo>
                <a:lnTo>
                  <a:pt x="343397" y="84207"/>
                </a:lnTo>
                <a:close/>
                <a:moveTo>
                  <a:pt x="375076" y="0"/>
                </a:moveTo>
                <a:lnTo>
                  <a:pt x="375076" y="52610"/>
                </a:lnTo>
                <a:cubicBezTo>
                  <a:pt x="380878" y="46233"/>
                  <a:pt x="385478" y="42143"/>
                  <a:pt x="388876" y="40339"/>
                </a:cubicBezTo>
                <a:cubicBezTo>
                  <a:pt x="392273" y="38536"/>
                  <a:pt x="395671" y="37634"/>
                  <a:pt x="399068" y="37634"/>
                </a:cubicBezTo>
                <a:cubicBezTo>
                  <a:pt x="403145" y="37634"/>
                  <a:pt x="406647" y="38756"/>
                  <a:pt x="409575" y="40998"/>
                </a:cubicBezTo>
                <a:cubicBezTo>
                  <a:pt x="412502" y="43241"/>
                  <a:pt x="414671" y="46761"/>
                  <a:pt x="416082" y="51559"/>
                </a:cubicBezTo>
                <a:cubicBezTo>
                  <a:pt x="417075" y="54897"/>
                  <a:pt x="417572" y="61000"/>
                  <a:pt x="417572" y="69866"/>
                </a:cubicBezTo>
                <a:lnTo>
                  <a:pt x="417572" y="95213"/>
                </a:lnTo>
                <a:cubicBezTo>
                  <a:pt x="417572" y="99751"/>
                  <a:pt x="417938" y="102854"/>
                  <a:pt x="418670" y="104524"/>
                </a:cubicBezTo>
                <a:cubicBezTo>
                  <a:pt x="419192" y="105775"/>
                  <a:pt x="420081" y="106765"/>
                  <a:pt x="421335" y="107496"/>
                </a:cubicBezTo>
                <a:cubicBezTo>
                  <a:pt x="422590" y="108226"/>
                  <a:pt x="424890" y="108591"/>
                  <a:pt x="428235" y="108591"/>
                </a:cubicBezTo>
                <a:lnTo>
                  <a:pt x="428235" y="111492"/>
                </a:lnTo>
                <a:lnTo>
                  <a:pt x="392953" y="111492"/>
                </a:lnTo>
                <a:lnTo>
                  <a:pt x="392953" y="108591"/>
                </a:lnTo>
                <a:lnTo>
                  <a:pt x="394599" y="108591"/>
                </a:lnTo>
                <a:cubicBezTo>
                  <a:pt x="397945" y="108591"/>
                  <a:pt x="400271" y="108081"/>
                  <a:pt x="401577" y="107062"/>
                </a:cubicBezTo>
                <a:cubicBezTo>
                  <a:pt x="402884" y="106043"/>
                  <a:pt x="403799" y="104540"/>
                  <a:pt x="404321" y="102554"/>
                </a:cubicBezTo>
                <a:cubicBezTo>
                  <a:pt x="404478" y="101717"/>
                  <a:pt x="404557" y="99261"/>
                  <a:pt x="404557" y="95184"/>
                </a:cubicBezTo>
                <a:lnTo>
                  <a:pt x="404557" y="69780"/>
                </a:lnTo>
                <a:cubicBezTo>
                  <a:pt x="404557" y="61940"/>
                  <a:pt x="404152" y="56791"/>
                  <a:pt x="403341" y="54335"/>
                </a:cubicBezTo>
                <a:cubicBezTo>
                  <a:pt x="402531" y="51878"/>
                  <a:pt x="401238" y="50035"/>
                  <a:pt x="399460" y="48807"/>
                </a:cubicBezTo>
                <a:cubicBezTo>
                  <a:pt x="397683" y="47579"/>
                  <a:pt x="395540" y="46965"/>
                  <a:pt x="393031" y="46965"/>
                </a:cubicBezTo>
                <a:cubicBezTo>
                  <a:pt x="390470" y="46965"/>
                  <a:pt x="387804" y="47644"/>
                  <a:pt x="385034" y="49003"/>
                </a:cubicBezTo>
                <a:cubicBezTo>
                  <a:pt x="382264" y="50362"/>
                  <a:pt x="378944" y="53106"/>
                  <a:pt x="375076" y="57236"/>
                </a:cubicBezTo>
                <a:lnTo>
                  <a:pt x="375076" y="95184"/>
                </a:lnTo>
                <a:cubicBezTo>
                  <a:pt x="375076" y="100097"/>
                  <a:pt x="375351" y="103155"/>
                  <a:pt x="375900" y="104357"/>
                </a:cubicBezTo>
                <a:cubicBezTo>
                  <a:pt x="376449" y="105559"/>
                  <a:pt x="377468" y="106565"/>
                  <a:pt x="378957" y="107375"/>
                </a:cubicBezTo>
                <a:cubicBezTo>
                  <a:pt x="380447" y="108186"/>
                  <a:pt x="383021" y="108591"/>
                  <a:pt x="386680" y="108591"/>
                </a:cubicBezTo>
                <a:lnTo>
                  <a:pt x="386680" y="111492"/>
                </a:lnTo>
                <a:lnTo>
                  <a:pt x="351085" y="111492"/>
                </a:lnTo>
                <a:lnTo>
                  <a:pt x="351085" y="108591"/>
                </a:lnTo>
                <a:cubicBezTo>
                  <a:pt x="354273" y="108591"/>
                  <a:pt x="356782" y="108094"/>
                  <a:pt x="358611" y="107101"/>
                </a:cubicBezTo>
                <a:cubicBezTo>
                  <a:pt x="359657" y="106580"/>
                  <a:pt x="360493" y="105589"/>
                  <a:pt x="361120" y="104127"/>
                </a:cubicBezTo>
                <a:cubicBezTo>
                  <a:pt x="361748" y="102663"/>
                  <a:pt x="362061" y="99685"/>
                  <a:pt x="362061" y="95193"/>
                </a:cubicBezTo>
                <a:lnTo>
                  <a:pt x="362061" y="30242"/>
                </a:lnTo>
                <a:cubicBezTo>
                  <a:pt x="362061" y="22042"/>
                  <a:pt x="361865" y="17002"/>
                  <a:pt x="361473" y="15122"/>
                </a:cubicBezTo>
                <a:cubicBezTo>
                  <a:pt x="361081" y="13241"/>
                  <a:pt x="360480" y="11961"/>
                  <a:pt x="359670" y="11283"/>
                </a:cubicBezTo>
                <a:cubicBezTo>
                  <a:pt x="358860" y="10603"/>
                  <a:pt x="357775" y="10264"/>
                  <a:pt x="356416" y="10264"/>
                </a:cubicBezTo>
                <a:cubicBezTo>
                  <a:pt x="355318" y="10264"/>
                  <a:pt x="353541" y="10682"/>
                  <a:pt x="351085" y="11518"/>
                </a:cubicBezTo>
                <a:lnTo>
                  <a:pt x="349987" y="8774"/>
                </a:lnTo>
                <a:lnTo>
                  <a:pt x="371470" y="0"/>
                </a:lnTo>
                <a:lnTo>
                  <a:pt x="37507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(546)">
            <a:extLst xmlns:a="http://schemas.openxmlformats.org/drawingml/2006/main">
              <a:ext uri="{FF2B5EF4-FFF2-40B4-BE49-F238E27FC236}">
                <a16:creationId xmlns:a16="http://schemas.microsoft.com/office/drawing/2014/main" id="{7DB2C372-BC5F-4032-9162-B5985C05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619" y="1958261"/>
            <a:ext cx="334684" cy="145833"/>
          </a:xfrm>
          <a:custGeom xmlns:a="http://schemas.openxmlformats.org/drawingml/2006/main">
            <a:pathLst>
              <a:path w="334684" h="145833">
                <a:moveTo>
                  <a:pt x="43279" y="142932"/>
                </a:moveTo>
                <a:lnTo>
                  <a:pt x="43279" y="145833"/>
                </a:lnTo>
                <a:cubicBezTo>
                  <a:pt x="35387" y="141861"/>
                  <a:pt x="28801" y="137209"/>
                  <a:pt x="23521" y="131877"/>
                </a:cubicBezTo>
                <a:cubicBezTo>
                  <a:pt x="15995" y="124298"/>
                  <a:pt x="10193" y="115360"/>
                  <a:pt x="6116" y="105063"/>
                </a:cubicBezTo>
                <a:cubicBezTo>
                  <a:pt x="2039" y="94765"/>
                  <a:pt x="0" y="84076"/>
                  <a:pt x="0" y="72995"/>
                </a:cubicBezTo>
                <a:cubicBezTo>
                  <a:pt x="0" y="56791"/>
                  <a:pt x="3999" y="42012"/>
                  <a:pt x="11996" y="28657"/>
                </a:cubicBezTo>
                <a:cubicBezTo>
                  <a:pt x="19993" y="15302"/>
                  <a:pt x="30421" y="5750"/>
                  <a:pt x="43279" y="0"/>
                </a:cubicBezTo>
                <a:lnTo>
                  <a:pt x="43279" y="3293"/>
                </a:lnTo>
                <a:cubicBezTo>
                  <a:pt x="36850" y="6847"/>
                  <a:pt x="31571" y="11708"/>
                  <a:pt x="27442" y="17876"/>
                </a:cubicBezTo>
                <a:cubicBezTo>
                  <a:pt x="23312" y="24044"/>
                  <a:pt x="20228" y="31859"/>
                  <a:pt x="18190" y="41319"/>
                </a:cubicBezTo>
                <a:cubicBezTo>
                  <a:pt x="16151" y="50780"/>
                  <a:pt x="15132" y="60659"/>
                  <a:pt x="15132" y="70956"/>
                </a:cubicBezTo>
                <a:cubicBezTo>
                  <a:pt x="15132" y="82142"/>
                  <a:pt x="15995" y="92309"/>
                  <a:pt x="17720" y="101456"/>
                </a:cubicBezTo>
                <a:cubicBezTo>
                  <a:pt x="19079" y="108669"/>
                  <a:pt x="20725" y="114458"/>
                  <a:pt x="22659" y="118823"/>
                </a:cubicBezTo>
                <a:cubicBezTo>
                  <a:pt x="24593" y="123187"/>
                  <a:pt x="27193" y="127382"/>
                  <a:pt x="30460" y="131407"/>
                </a:cubicBezTo>
                <a:cubicBezTo>
                  <a:pt x="33727" y="135431"/>
                  <a:pt x="38000" y="139273"/>
                  <a:pt x="43279" y="142932"/>
                </a:cubicBezTo>
                <a:close/>
                <a:moveTo>
                  <a:pt x="116640" y="5175"/>
                </a:moveTo>
                <a:lnTo>
                  <a:pt x="110524" y="18660"/>
                </a:lnTo>
                <a:lnTo>
                  <a:pt x="78535" y="18660"/>
                </a:lnTo>
                <a:lnTo>
                  <a:pt x="71557" y="32773"/>
                </a:lnTo>
                <a:cubicBezTo>
                  <a:pt x="85408" y="34812"/>
                  <a:pt x="96385" y="39960"/>
                  <a:pt x="104487" y="48219"/>
                </a:cubicBezTo>
                <a:cubicBezTo>
                  <a:pt x="111439" y="55328"/>
                  <a:pt x="114915" y="63691"/>
                  <a:pt x="114915" y="73309"/>
                </a:cubicBezTo>
                <a:cubicBezTo>
                  <a:pt x="114915" y="78901"/>
                  <a:pt x="113778" y="84076"/>
                  <a:pt x="111504" y="88833"/>
                </a:cubicBezTo>
                <a:cubicBezTo>
                  <a:pt x="109231" y="93589"/>
                  <a:pt x="106369" y="97640"/>
                  <a:pt x="102919" y="100985"/>
                </a:cubicBezTo>
                <a:cubicBezTo>
                  <a:pt x="99469" y="104331"/>
                  <a:pt x="95627" y="107023"/>
                  <a:pt x="91393" y="109061"/>
                </a:cubicBezTo>
                <a:cubicBezTo>
                  <a:pt x="85382" y="111936"/>
                  <a:pt x="79215" y="113373"/>
                  <a:pt x="72890" y="113373"/>
                </a:cubicBezTo>
                <a:cubicBezTo>
                  <a:pt x="66513" y="113373"/>
                  <a:pt x="61874" y="112289"/>
                  <a:pt x="58973" y="110120"/>
                </a:cubicBezTo>
                <a:cubicBezTo>
                  <a:pt x="56072" y="107950"/>
                  <a:pt x="54622" y="105559"/>
                  <a:pt x="54622" y="102946"/>
                </a:cubicBezTo>
                <a:cubicBezTo>
                  <a:pt x="54622" y="101482"/>
                  <a:pt x="55223" y="100188"/>
                  <a:pt x="56425" y="99065"/>
                </a:cubicBezTo>
                <a:cubicBezTo>
                  <a:pt x="57627" y="97941"/>
                  <a:pt x="59143" y="97379"/>
                  <a:pt x="60972" y="97379"/>
                </a:cubicBezTo>
                <a:cubicBezTo>
                  <a:pt x="62331" y="97379"/>
                  <a:pt x="63520" y="97588"/>
                  <a:pt x="64540" y="98006"/>
                </a:cubicBezTo>
                <a:cubicBezTo>
                  <a:pt x="65559" y="98424"/>
                  <a:pt x="67297" y="99496"/>
                  <a:pt x="69754" y="101221"/>
                </a:cubicBezTo>
                <a:cubicBezTo>
                  <a:pt x="73674" y="103939"/>
                  <a:pt x="77646" y="105298"/>
                  <a:pt x="81671" y="105298"/>
                </a:cubicBezTo>
                <a:cubicBezTo>
                  <a:pt x="87787" y="105298"/>
                  <a:pt x="93158" y="102985"/>
                  <a:pt x="97783" y="98359"/>
                </a:cubicBezTo>
                <a:cubicBezTo>
                  <a:pt x="102409" y="93733"/>
                  <a:pt x="104722" y="88101"/>
                  <a:pt x="104722" y="81463"/>
                </a:cubicBezTo>
                <a:cubicBezTo>
                  <a:pt x="104722" y="75033"/>
                  <a:pt x="102658" y="69036"/>
                  <a:pt x="98528" y="63469"/>
                </a:cubicBezTo>
                <a:cubicBezTo>
                  <a:pt x="94399" y="57902"/>
                  <a:pt x="88701" y="53603"/>
                  <a:pt x="81436" y="50571"/>
                </a:cubicBezTo>
                <a:cubicBezTo>
                  <a:pt x="75739" y="48219"/>
                  <a:pt x="67976" y="46860"/>
                  <a:pt x="58150" y="46494"/>
                </a:cubicBezTo>
                <a:lnTo>
                  <a:pt x="78535" y="5175"/>
                </a:lnTo>
                <a:lnTo>
                  <a:pt x="116640" y="5175"/>
                </a:lnTo>
                <a:close/>
                <a:moveTo>
                  <a:pt x="201945" y="72289"/>
                </a:moveTo>
                <a:lnTo>
                  <a:pt x="201945" y="83423"/>
                </a:lnTo>
                <a:lnTo>
                  <a:pt x="187675" y="83423"/>
                </a:lnTo>
                <a:lnTo>
                  <a:pt x="187675" y="111492"/>
                </a:lnTo>
                <a:lnTo>
                  <a:pt x="174738" y="111492"/>
                </a:lnTo>
                <a:lnTo>
                  <a:pt x="174738" y="83423"/>
                </a:lnTo>
                <a:lnTo>
                  <a:pt x="129734" y="83423"/>
                </a:lnTo>
                <a:lnTo>
                  <a:pt x="129734" y="73387"/>
                </a:lnTo>
                <a:lnTo>
                  <a:pt x="179051" y="2979"/>
                </a:lnTo>
                <a:lnTo>
                  <a:pt x="187675" y="2979"/>
                </a:lnTo>
                <a:lnTo>
                  <a:pt x="187675" y="72289"/>
                </a:lnTo>
                <a:lnTo>
                  <a:pt x="201945" y="72289"/>
                </a:lnTo>
                <a:moveTo>
                  <a:pt x="174738" y="72289"/>
                </a:moveTo>
                <a:lnTo>
                  <a:pt x="174738" y="19523"/>
                </a:lnTo>
                <a:lnTo>
                  <a:pt x="137418" y="72289"/>
                </a:lnTo>
                <a:lnTo>
                  <a:pt x="174738" y="72289"/>
                </a:lnTo>
                <a:close/>
                <a:moveTo>
                  <a:pt x="279487" y="2979"/>
                </a:moveTo>
                <a:lnTo>
                  <a:pt x="279487" y="5880"/>
                </a:lnTo>
                <a:cubicBezTo>
                  <a:pt x="272587" y="6560"/>
                  <a:pt x="266955" y="7932"/>
                  <a:pt x="262590" y="9997"/>
                </a:cubicBezTo>
                <a:cubicBezTo>
                  <a:pt x="258226" y="12061"/>
                  <a:pt x="253914" y="15211"/>
                  <a:pt x="249654" y="19444"/>
                </a:cubicBezTo>
                <a:cubicBezTo>
                  <a:pt x="245394" y="23678"/>
                  <a:pt x="241865" y="28396"/>
                  <a:pt x="239069" y="33596"/>
                </a:cubicBezTo>
                <a:cubicBezTo>
                  <a:pt x="236273" y="38797"/>
                  <a:pt x="233933" y="44978"/>
                  <a:pt x="232052" y="52139"/>
                </a:cubicBezTo>
                <a:cubicBezTo>
                  <a:pt x="239579" y="46965"/>
                  <a:pt x="247132" y="44377"/>
                  <a:pt x="254711" y="44377"/>
                </a:cubicBezTo>
                <a:cubicBezTo>
                  <a:pt x="261976" y="44377"/>
                  <a:pt x="268275" y="47304"/>
                  <a:pt x="273606" y="53159"/>
                </a:cubicBezTo>
                <a:cubicBezTo>
                  <a:pt x="278938" y="59013"/>
                  <a:pt x="281604" y="66540"/>
                  <a:pt x="281604" y="75739"/>
                </a:cubicBezTo>
                <a:cubicBezTo>
                  <a:pt x="281604" y="84625"/>
                  <a:pt x="278912" y="92727"/>
                  <a:pt x="273528" y="100045"/>
                </a:cubicBezTo>
                <a:cubicBezTo>
                  <a:pt x="267046" y="108931"/>
                  <a:pt x="258474" y="113373"/>
                  <a:pt x="247811" y="113373"/>
                </a:cubicBezTo>
                <a:cubicBezTo>
                  <a:pt x="240546" y="113373"/>
                  <a:pt x="234378" y="110969"/>
                  <a:pt x="229308" y="106160"/>
                </a:cubicBezTo>
                <a:cubicBezTo>
                  <a:pt x="219376" y="96804"/>
                  <a:pt x="214411" y="84677"/>
                  <a:pt x="214411" y="69780"/>
                </a:cubicBezTo>
                <a:cubicBezTo>
                  <a:pt x="214411" y="60267"/>
                  <a:pt x="216319" y="51225"/>
                  <a:pt x="220134" y="42652"/>
                </a:cubicBezTo>
                <a:cubicBezTo>
                  <a:pt x="223950" y="34080"/>
                  <a:pt x="229399" y="26475"/>
                  <a:pt x="236482" y="19836"/>
                </a:cubicBezTo>
                <a:cubicBezTo>
                  <a:pt x="243564" y="13198"/>
                  <a:pt x="250346" y="8729"/>
                  <a:pt x="256828" y="6429"/>
                </a:cubicBezTo>
                <a:cubicBezTo>
                  <a:pt x="263309" y="4129"/>
                  <a:pt x="269346" y="2979"/>
                  <a:pt x="274939" y="2979"/>
                </a:cubicBezTo>
                <a:lnTo>
                  <a:pt x="279487" y="2979"/>
                </a:lnTo>
                <a:moveTo>
                  <a:pt x="230719" y="57863"/>
                </a:moveTo>
                <a:cubicBezTo>
                  <a:pt x="229778" y="64919"/>
                  <a:pt x="229308" y="70617"/>
                  <a:pt x="229308" y="74955"/>
                </a:cubicBezTo>
                <a:cubicBezTo>
                  <a:pt x="229308" y="79973"/>
                  <a:pt x="230235" y="85422"/>
                  <a:pt x="232091" y="91302"/>
                </a:cubicBezTo>
                <a:cubicBezTo>
                  <a:pt x="233947" y="97183"/>
                  <a:pt x="236704" y="101848"/>
                  <a:pt x="240363" y="105298"/>
                </a:cubicBezTo>
                <a:cubicBezTo>
                  <a:pt x="243028" y="107754"/>
                  <a:pt x="246269" y="108983"/>
                  <a:pt x="250085" y="108983"/>
                </a:cubicBezTo>
                <a:cubicBezTo>
                  <a:pt x="254632" y="108983"/>
                  <a:pt x="258696" y="106840"/>
                  <a:pt x="262277" y="102554"/>
                </a:cubicBezTo>
                <a:cubicBezTo>
                  <a:pt x="265857" y="98267"/>
                  <a:pt x="267648" y="92152"/>
                  <a:pt x="267648" y="84207"/>
                </a:cubicBezTo>
                <a:cubicBezTo>
                  <a:pt x="267648" y="75269"/>
                  <a:pt x="265870" y="67533"/>
                  <a:pt x="262316" y="60999"/>
                </a:cubicBezTo>
                <a:cubicBezTo>
                  <a:pt x="258762" y="54465"/>
                  <a:pt x="253718" y="51198"/>
                  <a:pt x="247184" y="51198"/>
                </a:cubicBezTo>
                <a:cubicBezTo>
                  <a:pt x="245198" y="51198"/>
                  <a:pt x="243068" y="51617"/>
                  <a:pt x="240794" y="52453"/>
                </a:cubicBezTo>
                <a:cubicBezTo>
                  <a:pt x="238520" y="53289"/>
                  <a:pt x="235162" y="55093"/>
                  <a:pt x="230719" y="57863"/>
                </a:cubicBezTo>
                <a:close/>
                <a:moveTo>
                  <a:pt x="291405" y="3293"/>
                </a:moveTo>
                <a:lnTo>
                  <a:pt x="291405" y="0"/>
                </a:lnTo>
                <a:cubicBezTo>
                  <a:pt x="299350" y="3920"/>
                  <a:pt x="305962" y="8546"/>
                  <a:pt x="311241" y="13878"/>
                </a:cubicBezTo>
                <a:cubicBezTo>
                  <a:pt x="318716" y="21509"/>
                  <a:pt x="324491" y="30460"/>
                  <a:pt x="328568" y="40731"/>
                </a:cubicBezTo>
                <a:cubicBezTo>
                  <a:pt x="332646" y="51002"/>
                  <a:pt x="334684" y="61705"/>
                  <a:pt x="334684" y="72838"/>
                </a:cubicBezTo>
                <a:cubicBezTo>
                  <a:pt x="334684" y="89042"/>
                  <a:pt x="330698" y="103821"/>
                  <a:pt x="322727" y="117176"/>
                </a:cubicBezTo>
                <a:cubicBezTo>
                  <a:pt x="314756" y="130531"/>
                  <a:pt x="304315" y="140083"/>
                  <a:pt x="291405" y="145833"/>
                </a:cubicBezTo>
                <a:lnTo>
                  <a:pt x="291405" y="142932"/>
                </a:lnTo>
                <a:cubicBezTo>
                  <a:pt x="297834" y="139325"/>
                  <a:pt x="303126" y="134451"/>
                  <a:pt x="307282" y="128310"/>
                </a:cubicBezTo>
                <a:cubicBezTo>
                  <a:pt x="311437" y="122168"/>
                  <a:pt x="314521" y="114354"/>
                  <a:pt x="316533" y="104867"/>
                </a:cubicBezTo>
                <a:cubicBezTo>
                  <a:pt x="318546" y="95380"/>
                  <a:pt x="319552" y="85487"/>
                  <a:pt x="319552" y="75190"/>
                </a:cubicBezTo>
                <a:cubicBezTo>
                  <a:pt x="319552" y="64057"/>
                  <a:pt x="318689" y="53890"/>
                  <a:pt x="316965" y="44691"/>
                </a:cubicBezTo>
                <a:cubicBezTo>
                  <a:pt x="315658" y="37478"/>
                  <a:pt x="314024" y="31702"/>
                  <a:pt x="312064" y="27363"/>
                </a:cubicBezTo>
                <a:cubicBezTo>
                  <a:pt x="310104" y="23025"/>
                  <a:pt x="307504" y="18843"/>
                  <a:pt x="304263" y="14819"/>
                </a:cubicBezTo>
                <a:cubicBezTo>
                  <a:pt x="301022" y="10794"/>
                  <a:pt x="296736" y="6952"/>
                  <a:pt x="291405" y="3293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744237-3AEE-4973-8627-ACABADFD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430" y="2158737"/>
            <a:ext cx="1151297" cy="385376"/>
          </a:xfrm>
          <a:custGeom xmlns:a="http://schemas.openxmlformats.org/drawingml/2006/main">
            <a:pathLst>
              <a:path w="1151297" h="385376">
                <a:moveTo>
                  <a:pt x="0" y="385376"/>
                </a:moveTo>
                <a:lnTo>
                  <a:pt x="1151297" y="385376"/>
                </a:lnTo>
                <a:lnTo>
                  <a:pt x="1151297" y="0"/>
                </a:lnTo>
                <a:lnTo>
                  <a:pt x="0" y="0"/>
                </a:lnTo>
                <a:lnTo>
                  <a:pt x="0" y="385376"/>
                </a:lnTo>
                <a:close/>
                <a:moveTo>
                  <a:pt x="1137915" y="371995"/>
                </a:moveTo>
                <a:lnTo>
                  <a:pt x="13381" y="371995"/>
                </a:lnTo>
                <a:lnTo>
                  <a:pt x="13381" y="13381"/>
                </a:lnTo>
                <a:lnTo>
                  <a:pt x="1137915" y="13381"/>
                </a:lnTo>
                <a:lnTo>
                  <a:pt x="1137915" y="3719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Control">
            <a:extLst xmlns:a="http://schemas.openxmlformats.org/drawingml/2006/main">
              <a:ext uri="{FF2B5EF4-FFF2-40B4-BE49-F238E27FC236}">
                <a16:creationId xmlns:a16="http://schemas.microsoft.com/office/drawing/2014/main" id="{6CE4DC89-E2CA-420F-990F-F1CBD76A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077" y="2197782"/>
            <a:ext cx="481776" cy="113844"/>
          </a:xfrm>
          <a:custGeom xmlns:a="http://schemas.openxmlformats.org/drawingml/2006/main">
            <a:pathLst>
              <a:path w="481776" h="113844">
                <a:moveTo>
                  <a:pt x="90871" y="2823"/>
                </a:moveTo>
                <a:lnTo>
                  <a:pt x="93302" y="38889"/>
                </a:lnTo>
                <a:lnTo>
                  <a:pt x="90871" y="38889"/>
                </a:lnTo>
                <a:cubicBezTo>
                  <a:pt x="87631" y="28041"/>
                  <a:pt x="83005" y="20233"/>
                  <a:pt x="76994" y="15465"/>
                </a:cubicBezTo>
                <a:cubicBezTo>
                  <a:pt x="70983" y="10696"/>
                  <a:pt x="63769" y="8311"/>
                  <a:pt x="55354" y="8311"/>
                </a:cubicBezTo>
                <a:cubicBezTo>
                  <a:pt x="48297" y="8311"/>
                  <a:pt x="41920" y="10103"/>
                  <a:pt x="36223" y="13687"/>
                </a:cubicBezTo>
                <a:cubicBezTo>
                  <a:pt x="30526" y="17269"/>
                  <a:pt x="26043" y="22983"/>
                  <a:pt x="22777" y="30830"/>
                </a:cubicBezTo>
                <a:cubicBezTo>
                  <a:pt x="19510" y="38677"/>
                  <a:pt x="17876" y="48434"/>
                  <a:pt x="17876" y="60100"/>
                </a:cubicBezTo>
                <a:cubicBezTo>
                  <a:pt x="17876" y="69724"/>
                  <a:pt x="19418" y="78068"/>
                  <a:pt x="22502" y="85131"/>
                </a:cubicBezTo>
                <a:cubicBezTo>
                  <a:pt x="25586" y="92192"/>
                  <a:pt x="30225" y="97606"/>
                  <a:pt x="36419" y="101373"/>
                </a:cubicBezTo>
                <a:cubicBezTo>
                  <a:pt x="42613" y="105139"/>
                  <a:pt x="49683" y="107023"/>
                  <a:pt x="57628" y="107023"/>
                </a:cubicBezTo>
                <a:cubicBezTo>
                  <a:pt x="64527" y="107023"/>
                  <a:pt x="70617" y="105546"/>
                  <a:pt x="75896" y="102593"/>
                </a:cubicBezTo>
                <a:cubicBezTo>
                  <a:pt x="81175" y="99640"/>
                  <a:pt x="86977" y="93772"/>
                  <a:pt x="93302" y="84991"/>
                </a:cubicBezTo>
                <a:lnTo>
                  <a:pt x="95732" y="86554"/>
                </a:lnTo>
                <a:cubicBezTo>
                  <a:pt x="90401" y="95990"/>
                  <a:pt x="84181" y="102898"/>
                  <a:pt x="77072" y="107277"/>
                </a:cubicBezTo>
                <a:cubicBezTo>
                  <a:pt x="69963" y="111655"/>
                  <a:pt x="61522" y="113844"/>
                  <a:pt x="51747" y="113844"/>
                </a:cubicBezTo>
                <a:cubicBezTo>
                  <a:pt x="34132" y="113844"/>
                  <a:pt x="20490" y="107319"/>
                  <a:pt x="10820" y="94270"/>
                </a:cubicBezTo>
                <a:cubicBezTo>
                  <a:pt x="3607" y="84562"/>
                  <a:pt x="0" y="73131"/>
                  <a:pt x="0" y="59977"/>
                </a:cubicBezTo>
                <a:cubicBezTo>
                  <a:pt x="0" y="49381"/>
                  <a:pt x="2378" y="39647"/>
                  <a:pt x="7135" y="30774"/>
                </a:cubicBezTo>
                <a:cubicBezTo>
                  <a:pt x="11891" y="21901"/>
                  <a:pt x="18438" y="15024"/>
                  <a:pt x="26775" y="10144"/>
                </a:cubicBezTo>
                <a:cubicBezTo>
                  <a:pt x="35112" y="5263"/>
                  <a:pt x="44220" y="2823"/>
                  <a:pt x="54099" y="2823"/>
                </a:cubicBezTo>
                <a:cubicBezTo>
                  <a:pt x="61783" y="2823"/>
                  <a:pt x="69362" y="4704"/>
                  <a:pt x="76837" y="8468"/>
                </a:cubicBezTo>
                <a:cubicBezTo>
                  <a:pt x="79032" y="9618"/>
                  <a:pt x="80600" y="10193"/>
                  <a:pt x="81541" y="10193"/>
                </a:cubicBezTo>
                <a:cubicBezTo>
                  <a:pt x="82952" y="10193"/>
                  <a:pt x="84181" y="9696"/>
                  <a:pt x="85226" y="8703"/>
                </a:cubicBezTo>
                <a:cubicBezTo>
                  <a:pt x="86585" y="7292"/>
                  <a:pt x="87552" y="5332"/>
                  <a:pt x="88127" y="2823"/>
                </a:cubicBezTo>
                <a:lnTo>
                  <a:pt x="90871" y="2823"/>
                </a:lnTo>
                <a:close/>
                <a:moveTo>
                  <a:pt x="141390" y="37634"/>
                </a:moveTo>
                <a:cubicBezTo>
                  <a:pt x="152263" y="37634"/>
                  <a:pt x="160992" y="41760"/>
                  <a:pt x="167578" y="50010"/>
                </a:cubicBezTo>
                <a:cubicBezTo>
                  <a:pt x="173171" y="57058"/>
                  <a:pt x="175967" y="65152"/>
                  <a:pt x="175967" y="74291"/>
                </a:cubicBezTo>
                <a:cubicBezTo>
                  <a:pt x="175967" y="80714"/>
                  <a:pt x="174425" y="87215"/>
                  <a:pt x="171341" y="93794"/>
                </a:cubicBezTo>
                <a:cubicBezTo>
                  <a:pt x="168257" y="100372"/>
                  <a:pt x="164010" y="105332"/>
                  <a:pt x="158600" y="108674"/>
                </a:cubicBezTo>
                <a:cubicBezTo>
                  <a:pt x="153190" y="112016"/>
                  <a:pt x="147166" y="113687"/>
                  <a:pt x="140528" y="113687"/>
                </a:cubicBezTo>
                <a:cubicBezTo>
                  <a:pt x="129708" y="113687"/>
                  <a:pt x="121110" y="109379"/>
                  <a:pt x="114733" y="100763"/>
                </a:cubicBezTo>
                <a:cubicBezTo>
                  <a:pt x="109349" y="93505"/>
                  <a:pt x="106657" y="85360"/>
                  <a:pt x="106657" y="76327"/>
                </a:cubicBezTo>
                <a:cubicBezTo>
                  <a:pt x="106657" y="69748"/>
                  <a:pt x="108291" y="63207"/>
                  <a:pt x="111557" y="56706"/>
                </a:cubicBezTo>
                <a:cubicBezTo>
                  <a:pt x="114824" y="50205"/>
                  <a:pt x="119123" y="45401"/>
                  <a:pt x="124455" y="42295"/>
                </a:cubicBezTo>
                <a:cubicBezTo>
                  <a:pt x="129787" y="39188"/>
                  <a:pt x="135432" y="37634"/>
                  <a:pt x="141390" y="37634"/>
                </a:cubicBezTo>
                <a:moveTo>
                  <a:pt x="138960" y="42809"/>
                </a:moveTo>
                <a:cubicBezTo>
                  <a:pt x="136190" y="42809"/>
                  <a:pt x="133406" y="43632"/>
                  <a:pt x="130610" y="45276"/>
                </a:cubicBezTo>
                <a:cubicBezTo>
                  <a:pt x="127813" y="46921"/>
                  <a:pt x="125553" y="49806"/>
                  <a:pt x="123828" y="53930"/>
                </a:cubicBezTo>
                <a:cubicBezTo>
                  <a:pt x="122103" y="58055"/>
                  <a:pt x="121240" y="63354"/>
                  <a:pt x="121240" y="69827"/>
                </a:cubicBezTo>
                <a:cubicBezTo>
                  <a:pt x="121240" y="80268"/>
                  <a:pt x="123318" y="89274"/>
                  <a:pt x="127474" y="96845"/>
                </a:cubicBezTo>
                <a:cubicBezTo>
                  <a:pt x="131629" y="104414"/>
                  <a:pt x="137104" y="108199"/>
                  <a:pt x="143899" y="108199"/>
                </a:cubicBezTo>
                <a:cubicBezTo>
                  <a:pt x="148970" y="108199"/>
                  <a:pt x="153151" y="106110"/>
                  <a:pt x="156444" y="101934"/>
                </a:cubicBezTo>
                <a:cubicBezTo>
                  <a:pt x="159737" y="97757"/>
                  <a:pt x="161384" y="90579"/>
                  <a:pt x="161384" y="80399"/>
                </a:cubicBezTo>
                <a:cubicBezTo>
                  <a:pt x="161384" y="67660"/>
                  <a:pt x="158640" y="57636"/>
                  <a:pt x="153151" y="50326"/>
                </a:cubicBezTo>
                <a:cubicBezTo>
                  <a:pt x="149440" y="45315"/>
                  <a:pt x="144710" y="42809"/>
                  <a:pt x="138960" y="42809"/>
                </a:cubicBezTo>
                <a:close/>
                <a:moveTo>
                  <a:pt x="207485" y="52845"/>
                </a:moveTo>
                <a:cubicBezTo>
                  <a:pt x="215901" y="42705"/>
                  <a:pt x="223924" y="37634"/>
                  <a:pt x="231555" y="37634"/>
                </a:cubicBezTo>
                <a:cubicBezTo>
                  <a:pt x="235476" y="37634"/>
                  <a:pt x="238847" y="38613"/>
                  <a:pt x="241670" y="40570"/>
                </a:cubicBezTo>
                <a:cubicBezTo>
                  <a:pt x="244492" y="42525"/>
                  <a:pt x="246740" y="45745"/>
                  <a:pt x="248413" y="50231"/>
                </a:cubicBezTo>
                <a:cubicBezTo>
                  <a:pt x="249562" y="53359"/>
                  <a:pt x="250137" y="58157"/>
                  <a:pt x="250137" y="64625"/>
                </a:cubicBezTo>
                <a:lnTo>
                  <a:pt x="250137" y="95213"/>
                </a:lnTo>
                <a:cubicBezTo>
                  <a:pt x="250137" y="99751"/>
                  <a:pt x="250503" y="102828"/>
                  <a:pt x="251235" y="104445"/>
                </a:cubicBezTo>
                <a:cubicBezTo>
                  <a:pt x="251810" y="105749"/>
                  <a:pt x="252738" y="106765"/>
                  <a:pt x="254018" y="107496"/>
                </a:cubicBezTo>
                <a:cubicBezTo>
                  <a:pt x="255299" y="108226"/>
                  <a:pt x="257664" y="108591"/>
                  <a:pt x="261114" y="108591"/>
                </a:cubicBezTo>
                <a:lnTo>
                  <a:pt x="261114" y="111492"/>
                </a:lnTo>
                <a:lnTo>
                  <a:pt x="225597" y="111492"/>
                </a:lnTo>
                <a:lnTo>
                  <a:pt x="225597" y="108591"/>
                </a:lnTo>
                <a:lnTo>
                  <a:pt x="227086" y="108591"/>
                </a:lnTo>
                <a:cubicBezTo>
                  <a:pt x="230432" y="108591"/>
                  <a:pt x="232771" y="108084"/>
                  <a:pt x="234104" y="107069"/>
                </a:cubicBezTo>
                <a:cubicBezTo>
                  <a:pt x="235437" y="106055"/>
                  <a:pt x="236364" y="104560"/>
                  <a:pt x="236887" y="102585"/>
                </a:cubicBezTo>
                <a:cubicBezTo>
                  <a:pt x="237096" y="101805"/>
                  <a:pt x="237201" y="99360"/>
                  <a:pt x="237201" y="95252"/>
                </a:cubicBezTo>
                <a:lnTo>
                  <a:pt x="237201" y="66000"/>
                </a:lnTo>
                <a:cubicBezTo>
                  <a:pt x="237201" y="59500"/>
                  <a:pt x="236351" y="54781"/>
                  <a:pt x="234652" y="51843"/>
                </a:cubicBezTo>
                <a:cubicBezTo>
                  <a:pt x="232954" y="48904"/>
                  <a:pt x="230092" y="47435"/>
                  <a:pt x="226067" y="47435"/>
                </a:cubicBezTo>
                <a:cubicBezTo>
                  <a:pt x="219847" y="47435"/>
                  <a:pt x="213653" y="50815"/>
                  <a:pt x="207485" y="57576"/>
                </a:cubicBezTo>
                <a:lnTo>
                  <a:pt x="207485" y="95252"/>
                </a:lnTo>
                <a:cubicBezTo>
                  <a:pt x="207485" y="100089"/>
                  <a:pt x="207773" y="103079"/>
                  <a:pt x="208348" y="104222"/>
                </a:cubicBezTo>
                <a:cubicBezTo>
                  <a:pt x="209079" y="105730"/>
                  <a:pt x="210086" y="106835"/>
                  <a:pt x="211366" y="107537"/>
                </a:cubicBezTo>
                <a:cubicBezTo>
                  <a:pt x="212647" y="108240"/>
                  <a:pt x="215247" y="108591"/>
                  <a:pt x="219168" y="108591"/>
                </a:cubicBezTo>
                <a:lnTo>
                  <a:pt x="219168" y="111492"/>
                </a:lnTo>
                <a:lnTo>
                  <a:pt x="183650" y="111492"/>
                </a:lnTo>
                <a:lnTo>
                  <a:pt x="183650" y="108591"/>
                </a:lnTo>
                <a:lnTo>
                  <a:pt x="185218" y="108591"/>
                </a:lnTo>
                <a:cubicBezTo>
                  <a:pt x="188877" y="108591"/>
                  <a:pt x="191347" y="107665"/>
                  <a:pt x="192627" y="105815"/>
                </a:cubicBezTo>
                <a:cubicBezTo>
                  <a:pt x="193908" y="103962"/>
                  <a:pt x="194548" y="100428"/>
                  <a:pt x="194548" y="95213"/>
                </a:cubicBezTo>
                <a:lnTo>
                  <a:pt x="194548" y="68614"/>
                </a:lnTo>
                <a:cubicBezTo>
                  <a:pt x="194548" y="60009"/>
                  <a:pt x="194352" y="54768"/>
                  <a:pt x="193960" y="52891"/>
                </a:cubicBezTo>
                <a:cubicBezTo>
                  <a:pt x="193568" y="51013"/>
                  <a:pt x="192967" y="49735"/>
                  <a:pt x="192157" y="49057"/>
                </a:cubicBezTo>
                <a:cubicBezTo>
                  <a:pt x="191347" y="48379"/>
                  <a:pt x="190262" y="48040"/>
                  <a:pt x="188903" y="48040"/>
                </a:cubicBezTo>
                <a:cubicBezTo>
                  <a:pt x="187440" y="48040"/>
                  <a:pt x="185689" y="48431"/>
                  <a:pt x="183650" y="49214"/>
                </a:cubicBezTo>
                <a:lnTo>
                  <a:pt x="182474" y="46396"/>
                </a:lnTo>
                <a:lnTo>
                  <a:pt x="204114" y="37634"/>
                </a:lnTo>
                <a:lnTo>
                  <a:pt x="207485" y="37634"/>
                </a:lnTo>
                <a:lnTo>
                  <a:pt x="207485" y="52845"/>
                </a:lnTo>
                <a:close/>
                <a:moveTo>
                  <a:pt x="287694" y="15995"/>
                </a:moveTo>
                <a:lnTo>
                  <a:pt x="287694" y="39673"/>
                </a:lnTo>
                <a:lnTo>
                  <a:pt x="304472" y="39673"/>
                </a:lnTo>
                <a:lnTo>
                  <a:pt x="304472" y="45161"/>
                </a:lnTo>
                <a:lnTo>
                  <a:pt x="287694" y="45161"/>
                </a:lnTo>
                <a:lnTo>
                  <a:pt x="287694" y="91670"/>
                </a:lnTo>
                <a:cubicBezTo>
                  <a:pt x="287694" y="96317"/>
                  <a:pt x="288360" y="99450"/>
                  <a:pt x="289693" y="101069"/>
                </a:cubicBezTo>
                <a:cubicBezTo>
                  <a:pt x="291026" y="102686"/>
                  <a:pt x="292738" y="103494"/>
                  <a:pt x="294829" y="103494"/>
                </a:cubicBezTo>
                <a:cubicBezTo>
                  <a:pt x="296553" y="103494"/>
                  <a:pt x="298226" y="102959"/>
                  <a:pt x="299846" y="101887"/>
                </a:cubicBezTo>
                <a:cubicBezTo>
                  <a:pt x="301467" y="100816"/>
                  <a:pt x="302721" y="99234"/>
                  <a:pt x="303610" y="97144"/>
                </a:cubicBezTo>
                <a:lnTo>
                  <a:pt x="306668" y="97144"/>
                </a:lnTo>
                <a:cubicBezTo>
                  <a:pt x="304838" y="102281"/>
                  <a:pt x="302251" y="106166"/>
                  <a:pt x="298906" y="108799"/>
                </a:cubicBezTo>
                <a:cubicBezTo>
                  <a:pt x="295560" y="111431"/>
                  <a:pt x="292110" y="112746"/>
                  <a:pt x="288556" y="112746"/>
                </a:cubicBezTo>
                <a:cubicBezTo>
                  <a:pt x="286152" y="112746"/>
                  <a:pt x="283800" y="112079"/>
                  <a:pt x="281500" y="110744"/>
                </a:cubicBezTo>
                <a:cubicBezTo>
                  <a:pt x="279200" y="109410"/>
                  <a:pt x="277501" y="107500"/>
                  <a:pt x="276403" y="105016"/>
                </a:cubicBezTo>
                <a:cubicBezTo>
                  <a:pt x="275306" y="102530"/>
                  <a:pt x="274757" y="98696"/>
                  <a:pt x="274757" y="93515"/>
                </a:cubicBezTo>
                <a:lnTo>
                  <a:pt x="274757" y="45161"/>
                </a:lnTo>
                <a:lnTo>
                  <a:pt x="263388" y="45161"/>
                </a:lnTo>
                <a:lnTo>
                  <a:pt x="263388" y="42574"/>
                </a:lnTo>
                <a:cubicBezTo>
                  <a:pt x="266263" y="41421"/>
                  <a:pt x="269203" y="39468"/>
                  <a:pt x="272209" y="36716"/>
                </a:cubicBezTo>
                <a:cubicBezTo>
                  <a:pt x="275214" y="33963"/>
                  <a:pt x="277893" y="30700"/>
                  <a:pt x="280245" y="26925"/>
                </a:cubicBezTo>
                <a:cubicBezTo>
                  <a:pt x="281447" y="24934"/>
                  <a:pt x="283120" y="21290"/>
                  <a:pt x="285263" y="15995"/>
                </a:cubicBezTo>
                <a:lnTo>
                  <a:pt x="287694" y="15995"/>
                </a:lnTo>
                <a:close/>
                <a:moveTo>
                  <a:pt x="332676" y="37634"/>
                </a:moveTo>
                <a:lnTo>
                  <a:pt x="332676" y="53786"/>
                </a:lnTo>
                <a:cubicBezTo>
                  <a:pt x="338687" y="43018"/>
                  <a:pt x="344855" y="37634"/>
                  <a:pt x="351180" y="37634"/>
                </a:cubicBezTo>
                <a:cubicBezTo>
                  <a:pt x="354055" y="37634"/>
                  <a:pt x="356433" y="38510"/>
                  <a:pt x="358315" y="40261"/>
                </a:cubicBezTo>
                <a:cubicBezTo>
                  <a:pt x="360196" y="42012"/>
                  <a:pt x="361137" y="44037"/>
                  <a:pt x="361137" y="46337"/>
                </a:cubicBezTo>
                <a:cubicBezTo>
                  <a:pt x="361137" y="48376"/>
                  <a:pt x="360458" y="50101"/>
                  <a:pt x="359099" y="51512"/>
                </a:cubicBezTo>
                <a:cubicBezTo>
                  <a:pt x="357740" y="52923"/>
                  <a:pt x="356119" y="53629"/>
                  <a:pt x="354238" y="53629"/>
                </a:cubicBezTo>
                <a:cubicBezTo>
                  <a:pt x="352408" y="53629"/>
                  <a:pt x="350357" y="52727"/>
                  <a:pt x="348083" y="50924"/>
                </a:cubicBezTo>
                <a:cubicBezTo>
                  <a:pt x="345809" y="49121"/>
                  <a:pt x="344123" y="48219"/>
                  <a:pt x="343026" y="48219"/>
                </a:cubicBezTo>
                <a:cubicBezTo>
                  <a:pt x="342085" y="48219"/>
                  <a:pt x="341066" y="48740"/>
                  <a:pt x="339968" y="49782"/>
                </a:cubicBezTo>
                <a:cubicBezTo>
                  <a:pt x="337616" y="51920"/>
                  <a:pt x="335185" y="55440"/>
                  <a:pt x="332676" y="60340"/>
                </a:cubicBezTo>
                <a:lnTo>
                  <a:pt x="332676" y="94671"/>
                </a:lnTo>
                <a:cubicBezTo>
                  <a:pt x="332676" y="98633"/>
                  <a:pt x="333173" y="101630"/>
                  <a:pt x="334166" y="103664"/>
                </a:cubicBezTo>
                <a:cubicBezTo>
                  <a:pt x="334846" y="105072"/>
                  <a:pt x="336048" y="106245"/>
                  <a:pt x="337773" y="107184"/>
                </a:cubicBezTo>
                <a:cubicBezTo>
                  <a:pt x="339498" y="108122"/>
                  <a:pt x="341980" y="108591"/>
                  <a:pt x="345221" y="108591"/>
                </a:cubicBezTo>
                <a:lnTo>
                  <a:pt x="345221" y="111492"/>
                </a:lnTo>
                <a:lnTo>
                  <a:pt x="308449" y="111492"/>
                </a:lnTo>
                <a:lnTo>
                  <a:pt x="308449" y="108591"/>
                </a:lnTo>
                <a:cubicBezTo>
                  <a:pt x="312108" y="108591"/>
                  <a:pt x="314826" y="108017"/>
                  <a:pt x="316603" y="106871"/>
                </a:cubicBezTo>
                <a:cubicBezTo>
                  <a:pt x="317910" y="106036"/>
                  <a:pt x="318825" y="104706"/>
                  <a:pt x="319348" y="102879"/>
                </a:cubicBezTo>
                <a:cubicBezTo>
                  <a:pt x="319609" y="101993"/>
                  <a:pt x="319740" y="99463"/>
                  <a:pt x="319740" y="95291"/>
                </a:cubicBezTo>
                <a:lnTo>
                  <a:pt x="319740" y="67519"/>
                </a:lnTo>
                <a:cubicBezTo>
                  <a:pt x="319740" y="59174"/>
                  <a:pt x="319570" y="54206"/>
                  <a:pt x="319230" y="52617"/>
                </a:cubicBezTo>
                <a:cubicBezTo>
                  <a:pt x="318890" y="51026"/>
                  <a:pt x="318263" y="49866"/>
                  <a:pt x="317348" y="49135"/>
                </a:cubicBezTo>
                <a:cubicBezTo>
                  <a:pt x="316433" y="48405"/>
                  <a:pt x="315297" y="48040"/>
                  <a:pt x="313938" y="48040"/>
                </a:cubicBezTo>
                <a:cubicBezTo>
                  <a:pt x="312317" y="48040"/>
                  <a:pt x="310488" y="48431"/>
                  <a:pt x="308449" y="49214"/>
                </a:cubicBezTo>
                <a:lnTo>
                  <a:pt x="307665" y="46396"/>
                </a:lnTo>
                <a:lnTo>
                  <a:pt x="329383" y="37634"/>
                </a:lnTo>
                <a:lnTo>
                  <a:pt x="332676" y="37634"/>
                </a:lnTo>
                <a:close/>
                <a:moveTo>
                  <a:pt x="400313" y="37634"/>
                </a:moveTo>
                <a:cubicBezTo>
                  <a:pt x="411185" y="37634"/>
                  <a:pt x="419914" y="41760"/>
                  <a:pt x="426500" y="50010"/>
                </a:cubicBezTo>
                <a:cubicBezTo>
                  <a:pt x="432093" y="57058"/>
                  <a:pt x="434890" y="65152"/>
                  <a:pt x="434890" y="74291"/>
                </a:cubicBezTo>
                <a:cubicBezTo>
                  <a:pt x="434890" y="80714"/>
                  <a:pt x="433348" y="87215"/>
                  <a:pt x="430264" y="93794"/>
                </a:cubicBezTo>
                <a:cubicBezTo>
                  <a:pt x="427180" y="100372"/>
                  <a:pt x="422933" y="105332"/>
                  <a:pt x="417523" y="108674"/>
                </a:cubicBezTo>
                <a:cubicBezTo>
                  <a:pt x="412113" y="112016"/>
                  <a:pt x="406089" y="113687"/>
                  <a:pt x="399451" y="113687"/>
                </a:cubicBezTo>
                <a:cubicBezTo>
                  <a:pt x="388631" y="113687"/>
                  <a:pt x="380032" y="109379"/>
                  <a:pt x="373655" y="100763"/>
                </a:cubicBezTo>
                <a:cubicBezTo>
                  <a:pt x="368272" y="93505"/>
                  <a:pt x="365580" y="85360"/>
                  <a:pt x="365580" y="76327"/>
                </a:cubicBezTo>
                <a:cubicBezTo>
                  <a:pt x="365580" y="69748"/>
                  <a:pt x="367213" y="63207"/>
                  <a:pt x="370480" y="56706"/>
                </a:cubicBezTo>
                <a:cubicBezTo>
                  <a:pt x="373747" y="50205"/>
                  <a:pt x="378046" y="45401"/>
                  <a:pt x="383378" y="42295"/>
                </a:cubicBezTo>
                <a:cubicBezTo>
                  <a:pt x="388709" y="39188"/>
                  <a:pt x="394354" y="37634"/>
                  <a:pt x="400313" y="37634"/>
                </a:cubicBezTo>
                <a:moveTo>
                  <a:pt x="397883" y="42809"/>
                </a:moveTo>
                <a:cubicBezTo>
                  <a:pt x="395112" y="42809"/>
                  <a:pt x="392329" y="43632"/>
                  <a:pt x="389532" y="45276"/>
                </a:cubicBezTo>
                <a:cubicBezTo>
                  <a:pt x="386736" y="46921"/>
                  <a:pt x="384475" y="49806"/>
                  <a:pt x="382750" y="53930"/>
                </a:cubicBezTo>
                <a:cubicBezTo>
                  <a:pt x="381025" y="58055"/>
                  <a:pt x="380163" y="63354"/>
                  <a:pt x="380163" y="69827"/>
                </a:cubicBezTo>
                <a:cubicBezTo>
                  <a:pt x="380163" y="80268"/>
                  <a:pt x="382241" y="89274"/>
                  <a:pt x="386396" y="96845"/>
                </a:cubicBezTo>
                <a:cubicBezTo>
                  <a:pt x="390552" y="104414"/>
                  <a:pt x="396027" y="108199"/>
                  <a:pt x="402822" y="108199"/>
                </a:cubicBezTo>
                <a:cubicBezTo>
                  <a:pt x="407892" y="108199"/>
                  <a:pt x="412074" y="106110"/>
                  <a:pt x="415367" y="101934"/>
                </a:cubicBezTo>
                <a:cubicBezTo>
                  <a:pt x="418660" y="97757"/>
                  <a:pt x="420306" y="90579"/>
                  <a:pt x="420306" y="80399"/>
                </a:cubicBezTo>
                <a:cubicBezTo>
                  <a:pt x="420306" y="67660"/>
                  <a:pt x="417562" y="57636"/>
                  <a:pt x="412074" y="50326"/>
                </a:cubicBezTo>
                <a:cubicBezTo>
                  <a:pt x="408363" y="45315"/>
                  <a:pt x="403632" y="42809"/>
                  <a:pt x="397883" y="42809"/>
                </a:cubicBezTo>
                <a:close/>
                <a:moveTo>
                  <a:pt x="470172" y="0"/>
                </a:moveTo>
                <a:lnTo>
                  <a:pt x="470172" y="95193"/>
                </a:lnTo>
                <a:cubicBezTo>
                  <a:pt x="470172" y="99685"/>
                  <a:pt x="470499" y="102663"/>
                  <a:pt x="471152" y="104127"/>
                </a:cubicBezTo>
                <a:cubicBezTo>
                  <a:pt x="471806" y="105589"/>
                  <a:pt x="472812" y="106698"/>
                  <a:pt x="474171" y="107456"/>
                </a:cubicBezTo>
                <a:cubicBezTo>
                  <a:pt x="475530" y="108213"/>
                  <a:pt x="478065" y="108591"/>
                  <a:pt x="481776" y="108591"/>
                </a:cubicBezTo>
                <a:lnTo>
                  <a:pt x="481776" y="111492"/>
                </a:lnTo>
                <a:lnTo>
                  <a:pt x="446573" y="111492"/>
                </a:lnTo>
                <a:lnTo>
                  <a:pt x="446573" y="108591"/>
                </a:lnTo>
                <a:cubicBezTo>
                  <a:pt x="449866" y="108591"/>
                  <a:pt x="452113" y="108252"/>
                  <a:pt x="453315" y="107574"/>
                </a:cubicBezTo>
                <a:cubicBezTo>
                  <a:pt x="454518" y="106894"/>
                  <a:pt x="455458" y="105771"/>
                  <a:pt x="456138" y="104205"/>
                </a:cubicBezTo>
                <a:cubicBezTo>
                  <a:pt x="456817" y="102637"/>
                  <a:pt x="457157" y="99633"/>
                  <a:pt x="457157" y="95193"/>
                </a:cubicBezTo>
                <a:lnTo>
                  <a:pt x="457157" y="30007"/>
                </a:lnTo>
                <a:cubicBezTo>
                  <a:pt x="457157" y="21912"/>
                  <a:pt x="456974" y="16937"/>
                  <a:pt x="456608" y="15083"/>
                </a:cubicBezTo>
                <a:cubicBezTo>
                  <a:pt x="456242" y="13228"/>
                  <a:pt x="455654" y="11961"/>
                  <a:pt x="454844" y="11283"/>
                </a:cubicBezTo>
                <a:cubicBezTo>
                  <a:pt x="454034" y="10603"/>
                  <a:pt x="453002" y="10264"/>
                  <a:pt x="451747" y="10264"/>
                </a:cubicBezTo>
                <a:cubicBezTo>
                  <a:pt x="450388" y="10264"/>
                  <a:pt x="448663" y="10682"/>
                  <a:pt x="446573" y="11518"/>
                </a:cubicBezTo>
                <a:lnTo>
                  <a:pt x="445240" y="8774"/>
                </a:lnTo>
                <a:lnTo>
                  <a:pt x="466644" y="0"/>
                </a:lnTo>
                <a:lnTo>
                  <a:pt x="47017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hi">
            <a:extLst xmlns:a="http://schemas.openxmlformats.org/drawingml/2006/main">
              <a:ext uri="{FF2B5EF4-FFF2-40B4-BE49-F238E27FC236}">
                <a16:creationId xmlns:a16="http://schemas.microsoft.com/office/drawing/2014/main" id="{4FBD6B77-BA4B-4D55-9FA1-BBB662F4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0074" y="2371067"/>
            <a:ext cx="119960" cy="111492"/>
          </a:xfrm>
          <a:custGeom xmlns:a="http://schemas.openxmlformats.org/drawingml/2006/main">
            <a:pathLst>
              <a:path w="119960" h="111492">
                <a:moveTo>
                  <a:pt x="25090" y="0"/>
                </a:moveTo>
                <a:lnTo>
                  <a:pt x="25090" y="52610"/>
                </a:lnTo>
                <a:cubicBezTo>
                  <a:pt x="30892" y="46233"/>
                  <a:pt x="35491" y="42143"/>
                  <a:pt x="38889" y="40339"/>
                </a:cubicBezTo>
                <a:cubicBezTo>
                  <a:pt x="42286" y="38536"/>
                  <a:pt x="45684" y="37634"/>
                  <a:pt x="49081" y="37634"/>
                </a:cubicBezTo>
                <a:cubicBezTo>
                  <a:pt x="53159" y="37634"/>
                  <a:pt x="56661" y="38756"/>
                  <a:pt x="59588" y="40998"/>
                </a:cubicBezTo>
                <a:cubicBezTo>
                  <a:pt x="62515" y="43241"/>
                  <a:pt x="64684" y="46761"/>
                  <a:pt x="66095" y="51559"/>
                </a:cubicBezTo>
                <a:cubicBezTo>
                  <a:pt x="67088" y="54897"/>
                  <a:pt x="67585" y="61000"/>
                  <a:pt x="67585" y="69866"/>
                </a:cubicBezTo>
                <a:lnTo>
                  <a:pt x="67585" y="95213"/>
                </a:lnTo>
                <a:cubicBezTo>
                  <a:pt x="67585" y="99751"/>
                  <a:pt x="67951" y="102854"/>
                  <a:pt x="68683" y="104524"/>
                </a:cubicBezTo>
                <a:cubicBezTo>
                  <a:pt x="69205" y="105775"/>
                  <a:pt x="70094" y="106765"/>
                  <a:pt x="71348" y="107496"/>
                </a:cubicBezTo>
                <a:cubicBezTo>
                  <a:pt x="72603" y="108226"/>
                  <a:pt x="74903" y="108591"/>
                  <a:pt x="78248" y="108591"/>
                </a:cubicBezTo>
                <a:lnTo>
                  <a:pt x="78248" y="111492"/>
                </a:lnTo>
                <a:lnTo>
                  <a:pt x="42966" y="111492"/>
                </a:lnTo>
                <a:lnTo>
                  <a:pt x="42966" y="108591"/>
                </a:lnTo>
                <a:lnTo>
                  <a:pt x="44612" y="108591"/>
                </a:lnTo>
                <a:cubicBezTo>
                  <a:pt x="47958" y="108591"/>
                  <a:pt x="50284" y="108081"/>
                  <a:pt x="51590" y="107062"/>
                </a:cubicBezTo>
                <a:cubicBezTo>
                  <a:pt x="52897" y="106043"/>
                  <a:pt x="53812" y="104540"/>
                  <a:pt x="54335" y="102554"/>
                </a:cubicBezTo>
                <a:cubicBezTo>
                  <a:pt x="54491" y="101717"/>
                  <a:pt x="54570" y="99261"/>
                  <a:pt x="54570" y="95184"/>
                </a:cubicBezTo>
                <a:lnTo>
                  <a:pt x="54570" y="69780"/>
                </a:lnTo>
                <a:cubicBezTo>
                  <a:pt x="54570" y="61940"/>
                  <a:pt x="54165" y="56791"/>
                  <a:pt x="53355" y="54335"/>
                </a:cubicBezTo>
                <a:cubicBezTo>
                  <a:pt x="52544" y="51878"/>
                  <a:pt x="51251" y="50035"/>
                  <a:pt x="49473" y="48807"/>
                </a:cubicBezTo>
                <a:cubicBezTo>
                  <a:pt x="47696" y="47579"/>
                  <a:pt x="45553" y="46965"/>
                  <a:pt x="43044" y="46965"/>
                </a:cubicBezTo>
                <a:cubicBezTo>
                  <a:pt x="40483" y="46965"/>
                  <a:pt x="37817" y="47644"/>
                  <a:pt x="35047" y="49003"/>
                </a:cubicBezTo>
                <a:cubicBezTo>
                  <a:pt x="32277" y="50362"/>
                  <a:pt x="28958" y="53106"/>
                  <a:pt x="25090" y="57236"/>
                </a:cubicBezTo>
                <a:lnTo>
                  <a:pt x="25090" y="95184"/>
                </a:lnTo>
                <a:cubicBezTo>
                  <a:pt x="25090" y="100097"/>
                  <a:pt x="25364" y="103155"/>
                  <a:pt x="25913" y="104357"/>
                </a:cubicBezTo>
                <a:cubicBezTo>
                  <a:pt x="26462" y="105559"/>
                  <a:pt x="27481" y="106565"/>
                  <a:pt x="28971" y="107375"/>
                </a:cubicBezTo>
                <a:cubicBezTo>
                  <a:pt x="30460" y="108186"/>
                  <a:pt x="33035" y="108591"/>
                  <a:pt x="36693" y="108591"/>
                </a:cubicBezTo>
                <a:lnTo>
                  <a:pt x="36693" y="111492"/>
                </a:lnTo>
                <a:lnTo>
                  <a:pt x="1098" y="111492"/>
                </a:lnTo>
                <a:lnTo>
                  <a:pt x="1098" y="108591"/>
                </a:lnTo>
                <a:cubicBezTo>
                  <a:pt x="4286" y="108591"/>
                  <a:pt x="6795" y="108094"/>
                  <a:pt x="8625" y="107101"/>
                </a:cubicBezTo>
                <a:cubicBezTo>
                  <a:pt x="9670" y="106580"/>
                  <a:pt x="10506" y="105589"/>
                  <a:pt x="11133" y="104127"/>
                </a:cubicBezTo>
                <a:cubicBezTo>
                  <a:pt x="11761" y="102663"/>
                  <a:pt x="12074" y="99685"/>
                  <a:pt x="12074" y="95193"/>
                </a:cubicBezTo>
                <a:lnTo>
                  <a:pt x="12074" y="30242"/>
                </a:lnTo>
                <a:cubicBezTo>
                  <a:pt x="12074" y="22042"/>
                  <a:pt x="11878" y="17002"/>
                  <a:pt x="11486" y="15122"/>
                </a:cubicBezTo>
                <a:cubicBezTo>
                  <a:pt x="11094" y="13241"/>
                  <a:pt x="10493" y="11961"/>
                  <a:pt x="9683" y="11283"/>
                </a:cubicBezTo>
                <a:cubicBezTo>
                  <a:pt x="8873" y="10603"/>
                  <a:pt x="7788" y="10264"/>
                  <a:pt x="6429" y="10264"/>
                </a:cubicBezTo>
                <a:cubicBezTo>
                  <a:pt x="5332" y="10264"/>
                  <a:pt x="3554" y="10682"/>
                  <a:pt x="1098" y="11518"/>
                </a:cubicBezTo>
                <a:lnTo>
                  <a:pt x="0" y="8774"/>
                </a:lnTo>
                <a:lnTo>
                  <a:pt x="21483" y="0"/>
                </a:lnTo>
                <a:lnTo>
                  <a:pt x="25090" y="0"/>
                </a:lnTo>
                <a:close/>
                <a:moveTo>
                  <a:pt x="102554" y="0"/>
                </a:moveTo>
                <a:cubicBezTo>
                  <a:pt x="104749" y="0"/>
                  <a:pt x="106618" y="775"/>
                  <a:pt x="108160" y="2325"/>
                </a:cubicBezTo>
                <a:cubicBezTo>
                  <a:pt x="109702" y="3874"/>
                  <a:pt x="110473" y="5751"/>
                  <a:pt x="110473" y="7958"/>
                </a:cubicBezTo>
                <a:cubicBezTo>
                  <a:pt x="110473" y="10165"/>
                  <a:pt x="109702" y="12056"/>
                  <a:pt x="108160" y="13633"/>
                </a:cubicBezTo>
                <a:cubicBezTo>
                  <a:pt x="106618" y="15207"/>
                  <a:pt x="104749" y="15995"/>
                  <a:pt x="102554" y="15995"/>
                </a:cubicBezTo>
                <a:cubicBezTo>
                  <a:pt x="100359" y="15995"/>
                  <a:pt x="98477" y="15207"/>
                  <a:pt x="96909" y="13633"/>
                </a:cubicBezTo>
                <a:cubicBezTo>
                  <a:pt x="95341" y="12056"/>
                  <a:pt x="94557" y="10165"/>
                  <a:pt x="94557" y="7958"/>
                </a:cubicBezTo>
                <a:cubicBezTo>
                  <a:pt x="94557" y="5751"/>
                  <a:pt x="95328" y="3874"/>
                  <a:pt x="96870" y="2325"/>
                </a:cubicBezTo>
                <a:cubicBezTo>
                  <a:pt x="98411" y="775"/>
                  <a:pt x="100306" y="0"/>
                  <a:pt x="102554" y="0"/>
                </a:cubicBezTo>
                <a:moveTo>
                  <a:pt x="109061" y="37634"/>
                </a:moveTo>
                <a:lnTo>
                  <a:pt x="109061" y="95213"/>
                </a:lnTo>
                <a:cubicBezTo>
                  <a:pt x="109061" y="99698"/>
                  <a:pt x="109388" y="102684"/>
                  <a:pt x="110042" y="104171"/>
                </a:cubicBezTo>
                <a:cubicBezTo>
                  <a:pt x="110695" y="105657"/>
                  <a:pt x="111662" y="106765"/>
                  <a:pt x="112943" y="107496"/>
                </a:cubicBezTo>
                <a:cubicBezTo>
                  <a:pt x="114223" y="108226"/>
                  <a:pt x="116562" y="108591"/>
                  <a:pt x="119960" y="108591"/>
                </a:cubicBezTo>
                <a:lnTo>
                  <a:pt x="119960" y="111492"/>
                </a:lnTo>
                <a:lnTo>
                  <a:pt x="85070" y="111492"/>
                </a:lnTo>
                <a:lnTo>
                  <a:pt x="85070" y="108591"/>
                </a:lnTo>
                <a:cubicBezTo>
                  <a:pt x="88572" y="108591"/>
                  <a:pt x="90924" y="108252"/>
                  <a:pt x="92126" y="107574"/>
                </a:cubicBezTo>
                <a:cubicBezTo>
                  <a:pt x="93328" y="106896"/>
                  <a:pt x="94282" y="105775"/>
                  <a:pt x="94988" y="104210"/>
                </a:cubicBezTo>
                <a:cubicBezTo>
                  <a:pt x="95693" y="102645"/>
                  <a:pt x="96046" y="99646"/>
                  <a:pt x="96046" y="95213"/>
                </a:cubicBezTo>
                <a:lnTo>
                  <a:pt x="96046" y="67597"/>
                </a:lnTo>
                <a:cubicBezTo>
                  <a:pt x="96046" y="59825"/>
                  <a:pt x="95811" y="54793"/>
                  <a:pt x="95341" y="52499"/>
                </a:cubicBezTo>
                <a:cubicBezTo>
                  <a:pt x="94975" y="50830"/>
                  <a:pt x="94400" y="49669"/>
                  <a:pt x="93616" y="49018"/>
                </a:cubicBezTo>
                <a:cubicBezTo>
                  <a:pt x="92832" y="48366"/>
                  <a:pt x="91760" y="48040"/>
                  <a:pt x="90401" y="48040"/>
                </a:cubicBezTo>
                <a:cubicBezTo>
                  <a:pt x="88938" y="48040"/>
                  <a:pt x="87160" y="48431"/>
                  <a:pt x="85070" y="49214"/>
                </a:cubicBezTo>
                <a:lnTo>
                  <a:pt x="83972" y="46396"/>
                </a:lnTo>
                <a:lnTo>
                  <a:pt x="105612" y="37634"/>
                </a:lnTo>
                <a:lnTo>
                  <a:pt x="109061" y="376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jacking">
            <a:extLst xmlns:a="http://schemas.openxmlformats.org/drawingml/2006/main">
              <a:ext uri="{FF2B5EF4-FFF2-40B4-BE49-F238E27FC236}">
                <a16:creationId xmlns:a16="http://schemas.microsoft.com/office/drawing/2014/main" id="{AD1EA452-237C-4F16-B091-90977D18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859" y="2371067"/>
            <a:ext cx="483098" cy="146147"/>
          </a:xfrm>
          <a:custGeom xmlns:a="http://schemas.openxmlformats.org/drawingml/2006/main">
            <a:pathLst>
              <a:path w="483098" h="146147">
                <a:moveTo>
                  <a:pt x="35517" y="0"/>
                </a:moveTo>
                <a:cubicBezTo>
                  <a:pt x="37765" y="0"/>
                  <a:pt x="39673" y="781"/>
                  <a:pt x="41241" y="2342"/>
                </a:cubicBezTo>
                <a:cubicBezTo>
                  <a:pt x="42809" y="3902"/>
                  <a:pt x="43593" y="5800"/>
                  <a:pt x="43593" y="8037"/>
                </a:cubicBezTo>
                <a:cubicBezTo>
                  <a:pt x="43593" y="10220"/>
                  <a:pt x="42809" y="12093"/>
                  <a:pt x="41241" y="13655"/>
                </a:cubicBezTo>
                <a:cubicBezTo>
                  <a:pt x="39673" y="15215"/>
                  <a:pt x="37765" y="15995"/>
                  <a:pt x="35517" y="15995"/>
                </a:cubicBezTo>
                <a:cubicBezTo>
                  <a:pt x="33322" y="15995"/>
                  <a:pt x="31440" y="15215"/>
                  <a:pt x="29872" y="13655"/>
                </a:cubicBezTo>
                <a:cubicBezTo>
                  <a:pt x="28304" y="12093"/>
                  <a:pt x="27520" y="10220"/>
                  <a:pt x="27520" y="8037"/>
                </a:cubicBezTo>
                <a:cubicBezTo>
                  <a:pt x="27520" y="5800"/>
                  <a:pt x="28304" y="3902"/>
                  <a:pt x="29872" y="2342"/>
                </a:cubicBezTo>
                <a:cubicBezTo>
                  <a:pt x="31440" y="781"/>
                  <a:pt x="33322" y="0"/>
                  <a:pt x="35517" y="0"/>
                </a:cubicBezTo>
                <a:moveTo>
                  <a:pt x="42260" y="37634"/>
                </a:moveTo>
                <a:lnTo>
                  <a:pt x="42260" y="109872"/>
                </a:lnTo>
                <a:cubicBezTo>
                  <a:pt x="42260" y="122146"/>
                  <a:pt x="39647" y="131260"/>
                  <a:pt x="34420" y="137213"/>
                </a:cubicBezTo>
                <a:cubicBezTo>
                  <a:pt x="29193" y="143169"/>
                  <a:pt x="22398" y="146147"/>
                  <a:pt x="14034" y="146147"/>
                </a:cubicBezTo>
                <a:cubicBezTo>
                  <a:pt x="9278" y="146147"/>
                  <a:pt x="5750" y="145284"/>
                  <a:pt x="3450" y="143559"/>
                </a:cubicBezTo>
                <a:cubicBezTo>
                  <a:pt x="1150" y="141834"/>
                  <a:pt x="0" y="140057"/>
                  <a:pt x="0" y="138228"/>
                </a:cubicBezTo>
                <a:cubicBezTo>
                  <a:pt x="0" y="136398"/>
                  <a:pt x="640" y="134830"/>
                  <a:pt x="1921" y="133524"/>
                </a:cubicBezTo>
                <a:cubicBezTo>
                  <a:pt x="3202" y="132217"/>
                  <a:pt x="4704" y="131563"/>
                  <a:pt x="6429" y="131563"/>
                </a:cubicBezTo>
                <a:cubicBezTo>
                  <a:pt x="7788" y="131563"/>
                  <a:pt x="9173" y="131903"/>
                  <a:pt x="10585" y="132583"/>
                </a:cubicBezTo>
                <a:cubicBezTo>
                  <a:pt x="11473" y="132949"/>
                  <a:pt x="13185" y="134268"/>
                  <a:pt x="15720" y="136542"/>
                </a:cubicBezTo>
                <a:cubicBezTo>
                  <a:pt x="18255" y="138816"/>
                  <a:pt x="20385" y="139953"/>
                  <a:pt x="22110" y="139953"/>
                </a:cubicBezTo>
                <a:cubicBezTo>
                  <a:pt x="23365" y="139953"/>
                  <a:pt x="24593" y="139469"/>
                  <a:pt x="25795" y="138502"/>
                </a:cubicBezTo>
                <a:cubicBezTo>
                  <a:pt x="26997" y="137537"/>
                  <a:pt x="27886" y="135918"/>
                  <a:pt x="28461" y="133646"/>
                </a:cubicBezTo>
                <a:cubicBezTo>
                  <a:pt x="29036" y="131374"/>
                  <a:pt x="29323" y="126452"/>
                  <a:pt x="29323" y="118879"/>
                </a:cubicBezTo>
                <a:lnTo>
                  <a:pt x="29323" y="67798"/>
                </a:lnTo>
                <a:cubicBezTo>
                  <a:pt x="29323" y="59910"/>
                  <a:pt x="29088" y="54843"/>
                  <a:pt x="28618" y="52597"/>
                </a:cubicBezTo>
                <a:cubicBezTo>
                  <a:pt x="28252" y="50874"/>
                  <a:pt x="27677" y="49687"/>
                  <a:pt x="26893" y="49035"/>
                </a:cubicBezTo>
                <a:cubicBezTo>
                  <a:pt x="26109" y="48382"/>
                  <a:pt x="25037" y="48055"/>
                  <a:pt x="23678" y="48055"/>
                </a:cubicBezTo>
                <a:cubicBezTo>
                  <a:pt x="22215" y="48055"/>
                  <a:pt x="20438" y="48446"/>
                  <a:pt x="18347" y="49228"/>
                </a:cubicBezTo>
                <a:lnTo>
                  <a:pt x="17249" y="46408"/>
                </a:lnTo>
                <a:lnTo>
                  <a:pt x="38889" y="37634"/>
                </a:lnTo>
                <a:lnTo>
                  <a:pt x="42260" y="37634"/>
                </a:lnTo>
                <a:close/>
                <a:moveTo>
                  <a:pt x="102846" y="101142"/>
                </a:moveTo>
                <a:cubicBezTo>
                  <a:pt x="95475" y="106840"/>
                  <a:pt x="90850" y="110133"/>
                  <a:pt x="88968" y="111021"/>
                </a:cubicBezTo>
                <a:cubicBezTo>
                  <a:pt x="86145" y="112380"/>
                  <a:pt x="83140" y="113060"/>
                  <a:pt x="79951" y="113060"/>
                </a:cubicBezTo>
                <a:cubicBezTo>
                  <a:pt x="74986" y="113060"/>
                  <a:pt x="70896" y="111361"/>
                  <a:pt x="67681" y="107964"/>
                </a:cubicBezTo>
                <a:cubicBezTo>
                  <a:pt x="64466" y="104566"/>
                  <a:pt x="62859" y="100097"/>
                  <a:pt x="62859" y="94556"/>
                </a:cubicBezTo>
                <a:cubicBezTo>
                  <a:pt x="62859" y="91054"/>
                  <a:pt x="63643" y="88023"/>
                  <a:pt x="65211" y="85461"/>
                </a:cubicBezTo>
                <a:cubicBezTo>
                  <a:pt x="67354" y="81907"/>
                  <a:pt x="71078" y="78562"/>
                  <a:pt x="76384" y="75426"/>
                </a:cubicBezTo>
                <a:cubicBezTo>
                  <a:pt x="81689" y="72289"/>
                  <a:pt x="90510" y="68474"/>
                  <a:pt x="102846" y="63978"/>
                </a:cubicBezTo>
                <a:lnTo>
                  <a:pt x="102846" y="61156"/>
                </a:lnTo>
                <a:cubicBezTo>
                  <a:pt x="102846" y="53995"/>
                  <a:pt x="101709" y="49081"/>
                  <a:pt x="99435" y="46416"/>
                </a:cubicBezTo>
                <a:cubicBezTo>
                  <a:pt x="97161" y="43750"/>
                  <a:pt x="93855" y="42417"/>
                  <a:pt x="89517" y="42417"/>
                </a:cubicBezTo>
                <a:cubicBezTo>
                  <a:pt x="86224" y="42417"/>
                  <a:pt x="83610" y="43302"/>
                  <a:pt x="81676" y="45073"/>
                </a:cubicBezTo>
                <a:cubicBezTo>
                  <a:pt x="79690" y="46844"/>
                  <a:pt x="78697" y="48875"/>
                  <a:pt x="78697" y="51167"/>
                </a:cubicBezTo>
                <a:lnTo>
                  <a:pt x="78854" y="55697"/>
                </a:lnTo>
                <a:cubicBezTo>
                  <a:pt x="78854" y="58091"/>
                  <a:pt x="78239" y="59940"/>
                  <a:pt x="77011" y="61242"/>
                </a:cubicBezTo>
                <a:cubicBezTo>
                  <a:pt x="75783" y="62543"/>
                  <a:pt x="74175" y="63194"/>
                  <a:pt x="72189" y="63194"/>
                </a:cubicBezTo>
                <a:cubicBezTo>
                  <a:pt x="70255" y="63194"/>
                  <a:pt x="68674" y="62517"/>
                  <a:pt x="67446" y="61163"/>
                </a:cubicBezTo>
                <a:cubicBezTo>
                  <a:pt x="66217" y="59807"/>
                  <a:pt x="65603" y="57957"/>
                  <a:pt x="65603" y="55611"/>
                </a:cubicBezTo>
                <a:cubicBezTo>
                  <a:pt x="65603" y="51131"/>
                  <a:pt x="67903" y="47014"/>
                  <a:pt x="72503" y="43262"/>
                </a:cubicBezTo>
                <a:cubicBezTo>
                  <a:pt x="77103" y="39510"/>
                  <a:pt x="83558" y="37634"/>
                  <a:pt x="91869" y="37634"/>
                </a:cubicBezTo>
                <a:cubicBezTo>
                  <a:pt x="98246" y="37634"/>
                  <a:pt x="103473" y="38704"/>
                  <a:pt x="107550" y="40844"/>
                </a:cubicBezTo>
                <a:cubicBezTo>
                  <a:pt x="110634" y="42463"/>
                  <a:pt x="112907" y="44995"/>
                  <a:pt x="114371" y="48442"/>
                </a:cubicBezTo>
                <a:cubicBezTo>
                  <a:pt x="115312" y="50686"/>
                  <a:pt x="115782" y="55280"/>
                  <a:pt x="115782" y="62224"/>
                </a:cubicBezTo>
                <a:lnTo>
                  <a:pt x="115782" y="86579"/>
                </a:lnTo>
                <a:cubicBezTo>
                  <a:pt x="115782" y="93418"/>
                  <a:pt x="115913" y="97608"/>
                  <a:pt x="116174" y="99148"/>
                </a:cubicBezTo>
                <a:cubicBezTo>
                  <a:pt x="116436" y="100688"/>
                  <a:pt x="116867" y="101720"/>
                  <a:pt x="117468" y="102242"/>
                </a:cubicBezTo>
                <a:cubicBezTo>
                  <a:pt x="118069" y="102763"/>
                  <a:pt x="118762" y="103024"/>
                  <a:pt x="119546" y="103024"/>
                </a:cubicBezTo>
                <a:cubicBezTo>
                  <a:pt x="120382" y="103024"/>
                  <a:pt x="121114" y="102841"/>
                  <a:pt x="121741" y="102475"/>
                </a:cubicBezTo>
                <a:cubicBezTo>
                  <a:pt x="122839" y="101796"/>
                  <a:pt x="124956" y="99888"/>
                  <a:pt x="128092" y="96752"/>
                </a:cubicBezTo>
                <a:lnTo>
                  <a:pt x="128092" y="101142"/>
                </a:lnTo>
                <a:cubicBezTo>
                  <a:pt x="122238" y="108983"/>
                  <a:pt x="116645" y="112903"/>
                  <a:pt x="111313" y="112903"/>
                </a:cubicBezTo>
                <a:cubicBezTo>
                  <a:pt x="108752" y="112903"/>
                  <a:pt x="106713" y="112014"/>
                  <a:pt x="105198" y="110237"/>
                </a:cubicBezTo>
                <a:cubicBezTo>
                  <a:pt x="103682" y="108460"/>
                  <a:pt x="102898" y="105428"/>
                  <a:pt x="102846" y="101142"/>
                </a:cubicBezTo>
                <a:moveTo>
                  <a:pt x="102846" y="96002"/>
                </a:moveTo>
                <a:lnTo>
                  <a:pt x="102846" y="68761"/>
                </a:lnTo>
                <a:cubicBezTo>
                  <a:pt x="94953" y="71883"/>
                  <a:pt x="89856" y="74094"/>
                  <a:pt x="87557" y="75396"/>
                </a:cubicBezTo>
                <a:cubicBezTo>
                  <a:pt x="83427" y="77686"/>
                  <a:pt x="80474" y="80080"/>
                  <a:pt x="78697" y="82578"/>
                </a:cubicBezTo>
                <a:cubicBezTo>
                  <a:pt x="76920" y="85075"/>
                  <a:pt x="76031" y="87807"/>
                  <a:pt x="76031" y="90773"/>
                </a:cubicBezTo>
                <a:cubicBezTo>
                  <a:pt x="76031" y="94520"/>
                  <a:pt x="77155" y="97630"/>
                  <a:pt x="79402" y="100101"/>
                </a:cubicBezTo>
                <a:cubicBezTo>
                  <a:pt x="81650" y="102572"/>
                  <a:pt x="84237" y="103808"/>
                  <a:pt x="87165" y="103808"/>
                </a:cubicBezTo>
                <a:cubicBezTo>
                  <a:pt x="91137" y="103808"/>
                  <a:pt x="96364" y="101206"/>
                  <a:pt x="102846" y="96002"/>
                </a:cubicBezTo>
                <a:close/>
                <a:moveTo>
                  <a:pt x="194741" y="84207"/>
                </a:moveTo>
                <a:cubicBezTo>
                  <a:pt x="192807" y="93668"/>
                  <a:pt x="189018" y="100946"/>
                  <a:pt x="183373" y="106043"/>
                </a:cubicBezTo>
                <a:cubicBezTo>
                  <a:pt x="177727" y="111139"/>
                  <a:pt x="171481" y="113687"/>
                  <a:pt x="164634" y="113687"/>
                </a:cubicBezTo>
                <a:cubicBezTo>
                  <a:pt x="156480" y="113687"/>
                  <a:pt x="149371" y="110267"/>
                  <a:pt x="143308" y="103428"/>
                </a:cubicBezTo>
                <a:cubicBezTo>
                  <a:pt x="137244" y="96587"/>
                  <a:pt x="134213" y="87345"/>
                  <a:pt x="134213" y="75700"/>
                </a:cubicBezTo>
                <a:cubicBezTo>
                  <a:pt x="134213" y="64421"/>
                  <a:pt x="137571" y="55257"/>
                  <a:pt x="144288" y="48209"/>
                </a:cubicBezTo>
                <a:cubicBezTo>
                  <a:pt x="151004" y="41159"/>
                  <a:pt x="159067" y="37634"/>
                  <a:pt x="168476" y="37634"/>
                </a:cubicBezTo>
                <a:cubicBezTo>
                  <a:pt x="175532" y="37634"/>
                  <a:pt x="181334" y="39497"/>
                  <a:pt x="185882" y="43223"/>
                </a:cubicBezTo>
                <a:cubicBezTo>
                  <a:pt x="190429" y="46947"/>
                  <a:pt x="192703" y="50815"/>
                  <a:pt x="192703" y="54827"/>
                </a:cubicBezTo>
                <a:cubicBezTo>
                  <a:pt x="192703" y="56807"/>
                  <a:pt x="192062" y="58409"/>
                  <a:pt x="190782" y="59634"/>
                </a:cubicBezTo>
                <a:cubicBezTo>
                  <a:pt x="189501" y="60858"/>
                  <a:pt x="187711" y="61469"/>
                  <a:pt x="185411" y="61469"/>
                </a:cubicBezTo>
                <a:cubicBezTo>
                  <a:pt x="182327" y="61469"/>
                  <a:pt x="180001" y="60476"/>
                  <a:pt x="178433" y="58490"/>
                </a:cubicBezTo>
                <a:cubicBezTo>
                  <a:pt x="177545" y="57392"/>
                  <a:pt x="176956" y="55302"/>
                  <a:pt x="176669" y="52218"/>
                </a:cubicBezTo>
                <a:cubicBezTo>
                  <a:pt x="176382" y="49134"/>
                  <a:pt x="175323" y="46782"/>
                  <a:pt x="173494" y="45161"/>
                </a:cubicBezTo>
                <a:cubicBezTo>
                  <a:pt x="171664" y="43593"/>
                  <a:pt x="169129" y="42809"/>
                  <a:pt x="165888" y="42809"/>
                </a:cubicBezTo>
                <a:cubicBezTo>
                  <a:pt x="160661" y="42809"/>
                  <a:pt x="156454" y="44743"/>
                  <a:pt x="153265" y="48611"/>
                </a:cubicBezTo>
                <a:cubicBezTo>
                  <a:pt x="149031" y="53733"/>
                  <a:pt x="146914" y="60502"/>
                  <a:pt x="146914" y="68918"/>
                </a:cubicBezTo>
                <a:cubicBezTo>
                  <a:pt x="146914" y="77490"/>
                  <a:pt x="149018" y="85056"/>
                  <a:pt x="153226" y="91616"/>
                </a:cubicBezTo>
                <a:cubicBezTo>
                  <a:pt x="157434" y="98176"/>
                  <a:pt x="163118" y="101456"/>
                  <a:pt x="170279" y="101456"/>
                </a:cubicBezTo>
                <a:cubicBezTo>
                  <a:pt x="175401" y="101456"/>
                  <a:pt x="180001" y="99705"/>
                  <a:pt x="184078" y="96203"/>
                </a:cubicBezTo>
                <a:cubicBezTo>
                  <a:pt x="186953" y="93798"/>
                  <a:pt x="189750" y="89434"/>
                  <a:pt x="192468" y="83109"/>
                </a:cubicBezTo>
                <a:lnTo>
                  <a:pt x="194741" y="84207"/>
                </a:lnTo>
                <a:close/>
                <a:moveTo>
                  <a:pt x="226578" y="0"/>
                </a:moveTo>
                <a:lnTo>
                  <a:pt x="226578" y="71427"/>
                </a:lnTo>
                <a:lnTo>
                  <a:pt x="244847" y="54805"/>
                </a:lnTo>
                <a:cubicBezTo>
                  <a:pt x="248715" y="51251"/>
                  <a:pt x="250962" y="49003"/>
                  <a:pt x="251590" y="48062"/>
                </a:cubicBezTo>
                <a:cubicBezTo>
                  <a:pt x="252008" y="47435"/>
                  <a:pt x="252217" y="46808"/>
                  <a:pt x="252217" y="46180"/>
                </a:cubicBezTo>
                <a:cubicBezTo>
                  <a:pt x="252217" y="45135"/>
                  <a:pt x="251786" y="44233"/>
                  <a:pt x="250923" y="43476"/>
                </a:cubicBezTo>
                <a:cubicBezTo>
                  <a:pt x="250061" y="42718"/>
                  <a:pt x="248636" y="42286"/>
                  <a:pt x="246650" y="42182"/>
                </a:cubicBezTo>
                <a:lnTo>
                  <a:pt x="246650" y="39673"/>
                </a:lnTo>
                <a:lnTo>
                  <a:pt x="277855" y="39673"/>
                </a:lnTo>
                <a:lnTo>
                  <a:pt x="277855" y="42182"/>
                </a:lnTo>
                <a:cubicBezTo>
                  <a:pt x="273569" y="42286"/>
                  <a:pt x="270002" y="42940"/>
                  <a:pt x="267153" y="44142"/>
                </a:cubicBezTo>
                <a:cubicBezTo>
                  <a:pt x="264304" y="45344"/>
                  <a:pt x="261181" y="47487"/>
                  <a:pt x="257784" y="50571"/>
                </a:cubicBezTo>
                <a:lnTo>
                  <a:pt x="239358" y="67585"/>
                </a:lnTo>
                <a:lnTo>
                  <a:pt x="257784" y="90827"/>
                </a:lnTo>
                <a:cubicBezTo>
                  <a:pt x="262906" y="97243"/>
                  <a:pt x="266356" y="101312"/>
                  <a:pt x="268133" y="103034"/>
                </a:cubicBezTo>
                <a:cubicBezTo>
                  <a:pt x="270642" y="105486"/>
                  <a:pt x="272837" y="107077"/>
                  <a:pt x="274719" y="107809"/>
                </a:cubicBezTo>
                <a:cubicBezTo>
                  <a:pt x="276026" y="108330"/>
                  <a:pt x="278300" y="108591"/>
                  <a:pt x="281540" y="108591"/>
                </a:cubicBezTo>
                <a:lnTo>
                  <a:pt x="281540" y="111492"/>
                </a:lnTo>
                <a:lnTo>
                  <a:pt x="246650" y="111492"/>
                </a:lnTo>
                <a:lnTo>
                  <a:pt x="246650" y="108591"/>
                </a:lnTo>
                <a:cubicBezTo>
                  <a:pt x="248636" y="108539"/>
                  <a:pt x="249982" y="108239"/>
                  <a:pt x="250688" y="107692"/>
                </a:cubicBezTo>
                <a:cubicBezTo>
                  <a:pt x="251394" y="107143"/>
                  <a:pt x="251746" y="106373"/>
                  <a:pt x="251746" y="105384"/>
                </a:cubicBezTo>
                <a:cubicBezTo>
                  <a:pt x="251746" y="104183"/>
                  <a:pt x="250701" y="102253"/>
                  <a:pt x="248610" y="99594"/>
                </a:cubicBezTo>
                <a:lnTo>
                  <a:pt x="226578" y="71505"/>
                </a:lnTo>
                <a:lnTo>
                  <a:pt x="226578" y="95289"/>
                </a:lnTo>
                <a:cubicBezTo>
                  <a:pt x="226578" y="99931"/>
                  <a:pt x="226905" y="102983"/>
                  <a:pt x="227558" y="104445"/>
                </a:cubicBezTo>
                <a:cubicBezTo>
                  <a:pt x="228212" y="105905"/>
                  <a:pt x="229140" y="106948"/>
                  <a:pt x="230342" y="107574"/>
                </a:cubicBezTo>
                <a:cubicBezTo>
                  <a:pt x="231544" y="108200"/>
                  <a:pt x="234158" y="108539"/>
                  <a:pt x="238182" y="108591"/>
                </a:cubicBezTo>
                <a:lnTo>
                  <a:pt x="238182" y="111492"/>
                </a:lnTo>
                <a:lnTo>
                  <a:pt x="201646" y="111492"/>
                </a:lnTo>
                <a:lnTo>
                  <a:pt x="201646" y="108591"/>
                </a:lnTo>
                <a:cubicBezTo>
                  <a:pt x="205305" y="108591"/>
                  <a:pt x="208049" y="108146"/>
                  <a:pt x="209878" y="107258"/>
                </a:cubicBezTo>
                <a:cubicBezTo>
                  <a:pt x="210976" y="106685"/>
                  <a:pt x="211812" y="105797"/>
                  <a:pt x="212387" y="104595"/>
                </a:cubicBezTo>
                <a:cubicBezTo>
                  <a:pt x="213171" y="102871"/>
                  <a:pt x="213563" y="99894"/>
                  <a:pt x="213563" y="95664"/>
                </a:cubicBezTo>
                <a:lnTo>
                  <a:pt x="213563" y="30321"/>
                </a:lnTo>
                <a:cubicBezTo>
                  <a:pt x="213563" y="22016"/>
                  <a:pt x="213380" y="16937"/>
                  <a:pt x="213014" y="15083"/>
                </a:cubicBezTo>
                <a:cubicBezTo>
                  <a:pt x="212648" y="13228"/>
                  <a:pt x="212047" y="11948"/>
                  <a:pt x="211211" y="11244"/>
                </a:cubicBezTo>
                <a:cubicBezTo>
                  <a:pt x="210375" y="10538"/>
                  <a:pt x="209277" y="10185"/>
                  <a:pt x="207918" y="10185"/>
                </a:cubicBezTo>
                <a:cubicBezTo>
                  <a:pt x="206820" y="10185"/>
                  <a:pt x="205174" y="10630"/>
                  <a:pt x="202979" y="11518"/>
                </a:cubicBezTo>
                <a:lnTo>
                  <a:pt x="201646" y="8774"/>
                </a:lnTo>
                <a:lnTo>
                  <a:pt x="222972" y="0"/>
                </a:lnTo>
                <a:lnTo>
                  <a:pt x="226578" y="0"/>
                </a:lnTo>
                <a:close/>
                <a:moveTo>
                  <a:pt x="303886" y="0"/>
                </a:moveTo>
                <a:cubicBezTo>
                  <a:pt x="306081" y="0"/>
                  <a:pt x="307950" y="775"/>
                  <a:pt x="309492" y="2325"/>
                </a:cubicBezTo>
                <a:cubicBezTo>
                  <a:pt x="311034" y="3874"/>
                  <a:pt x="311805" y="5751"/>
                  <a:pt x="311805" y="7958"/>
                </a:cubicBezTo>
                <a:cubicBezTo>
                  <a:pt x="311805" y="10165"/>
                  <a:pt x="311034" y="12056"/>
                  <a:pt x="309492" y="13633"/>
                </a:cubicBezTo>
                <a:cubicBezTo>
                  <a:pt x="307950" y="15207"/>
                  <a:pt x="306081" y="15995"/>
                  <a:pt x="303886" y="15995"/>
                </a:cubicBezTo>
                <a:cubicBezTo>
                  <a:pt x="301691" y="15995"/>
                  <a:pt x="299809" y="15207"/>
                  <a:pt x="298241" y="13633"/>
                </a:cubicBezTo>
                <a:cubicBezTo>
                  <a:pt x="296673" y="12056"/>
                  <a:pt x="295889" y="10165"/>
                  <a:pt x="295889" y="7958"/>
                </a:cubicBezTo>
                <a:cubicBezTo>
                  <a:pt x="295889" y="5751"/>
                  <a:pt x="296660" y="3874"/>
                  <a:pt x="298202" y="2325"/>
                </a:cubicBezTo>
                <a:cubicBezTo>
                  <a:pt x="299744" y="775"/>
                  <a:pt x="301638" y="0"/>
                  <a:pt x="303886" y="0"/>
                </a:cubicBezTo>
                <a:moveTo>
                  <a:pt x="310394" y="37634"/>
                </a:moveTo>
                <a:lnTo>
                  <a:pt x="310394" y="95213"/>
                </a:lnTo>
                <a:cubicBezTo>
                  <a:pt x="310394" y="99698"/>
                  <a:pt x="310720" y="102684"/>
                  <a:pt x="311374" y="104171"/>
                </a:cubicBezTo>
                <a:cubicBezTo>
                  <a:pt x="312027" y="105657"/>
                  <a:pt x="312994" y="106765"/>
                  <a:pt x="314275" y="107496"/>
                </a:cubicBezTo>
                <a:cubicBezTo>
                  <a:pt x="315555" y="108226"/>
                  <a:pt x="317894" y="108591"/>
                  <a:pt x="321292" y="108591"/>
                </a:cubicBezTo>
                <a:lnTo>
                  <a:pt x="321292" y="111492"/>
                </a:lnTo>
                <a:lnTo>
                  <a:pt x="286402" y="111492"/>
                </a:lnTo>
                <a:lnTo>
                  <a:pt x="286402" y="108591"/>
                </a:lnTo>
                <a:cubicBezTo>
                  <a:pt x="289904" y="108591"/>
                  <a:pt x="292256" y="108252"/>
                  <a:pt x="293458" y="107574"/>
                </a:cubicBezTo>
                <a:cubicBezTo>
                  <a:pt x="294660" y="106896"/>
                  <a:pt x="295614" y="105775"/>
                  <a:pt x="296320" y="104210"/>
                </a:cubicBezTo>
                <a:cubicBezTo>
                  <a:pt x="297025" y="102645"/>
                  <a:pt x="297378" y="99646"/>
                  <a:pt x="297378" y="95213"/>
                </a:cubicBezTo>
                <a:lnTo>
                  <a:pt x="297378" y="67597"/>
                </a:lnTo>
                <a:cubicBezTo>
                  <a:pt x="297378" y="59825"/>
                  <a:pt x="297143" y="54793"/>
                  <a:pt x="296673" y="52499"/>
                </a:cubicBezTo>
                <a:cubicBezTo>
                  <a:pt x="296307" y="50830"/>
                  <a:pt x="295732" y="49669"/>
                  <a:pt x="294948" y="49018"/>
                </a:cubicBezTo>
                <a:cubicBezTo>
                  <a:pt x="294164" y="48366"/>
                  <a:pt x="293092" y="48040"/>
                  <a:pt x="291733" y="48040"/>
                </a:cubicBezTo>
                <a:cubicBezTo>
                  <a:pt x="290270" y="48040"/>
                  <a:pt x="288492" y="48431"/>
                  <a:pt x="286402" y="49214"/>
                </a:cubicBezTo>
                <a:lnTo>
                  <a:pt x="285304" y="46396"/>
                </a:lnTo>
                <a:lnTo>
                  <a:pt x="306944" y="37634"/>
                </a:lnTo>
                <a:lnTo>
                  <a:pt x="310394" y="37634"/>
                </a:lnTo>
                <a:close/>
                <a:moveTo>
                  <a:pt x="351378" y="52845"/>
                </a:moveTo>
                <a:cubicBezTo>
                  <a:pt x="359794" y="42705"/>
                  <a:pt x="367817" y="37634"/>
                  <a:pt x="375448" y="37634"/>
                </a:cubicBezTo>
                <a:cubicBezTo>
                  <a:pt x="379369" y="37634"/>
                  <a:pt x="382740" y="38613"/>
                  <a:pt x="385563" y="40570"/>
                </a:cubicBezTo>
                <a:cubicBezTo>
                  <a:pt x="388385" y="42525"/>
                  <a:pt x="390633" y="45745"/>
                  <a:pt x="392306" y="50231"/>
                </a:cubicBezTo>
                <a:cubicBezTo>
                  <a:pt x="393455" y="53359"/>
                  <a:pt x="394030" y="58157"/>
                  <a:pt x="394030" y="64625"/>
                </a:cubicBezTo>
                <a:lnTo>
                  <a:pt x="394030" y="95213"/>
                </a:lnTo>
                <a:cubicBezTo>
                  <a:pt x="394030" y="99751"/>
                  <a:pt x="394396" y="102828"/>
                  <a:pt x="395128" y="104445"/>
                </a:cubicBezTo>
                <a:cubicBezTo>
                  <a:pt x="395703" y="105749"/>
                  <a:pt x="396631" y="106765"/>
                  <a:pt x="397911" y="107496"/>
                </a:cubicBezTo>
                <a:cubicBezTo>
                  <a:pt x="399192" y="108226"/>
                  <a:pt x="401557" y="108591"/>
                  <a:pt x="405007" y="108591"/>
                </a:cubicBezTo>
                <a:lnTo>
                  <a:pt x="405007" y="111492"/>
                </a:lnTo>
                <a:lnTo>
                  <a:pt x="369490" y="111492"/>
                </a:lnTo>
                <a:lnTo>
                  <a:pt x="369490" y="108591"/>
                </a:lnTo>
                <a:lnTo>
                  <a:pt x="370979" y="108591"/>
                </a:lnTo>
                <a:cubicBezTo>
                  <a:pt x="374325" y="108591"/>
                  <a:pt x="376664" y="108084"/>
                  <a:pt x="377997" y="107069"/>
                </a:cubicBezTo>
                <a:cubicBezTo>
                  <a:pt x="379329" y="106055"/>
                  <a:pt x="380257" y="104560"/>
                  <a:pt x="380780" y="102585"/>
                </a:cubicBezTo>
                <a:cubicBezTo>
                  <a:pt x="380989" y="101805"/>
                  <a:pt x="381094" y="99360"/>
                  <a:pt x="381094" y="95252"/>
                </a:cubicBezTo>
                <a:lnTo>
                  <a:pt x="381094" y="66000"/>
                </a:lnTo>
                <a:cubicBezTo>
                  <a:pt x="381094" y="59500"/>
                  <a:pt x="380244" y="54781"/>
                  <a:pt x="378545" y="51843"/>
                </a:cubicBezTo>
                <a:cubicBezTo>
                  <a:pt x="376847" y="48904"/>
                  <a:pt x="373985" y="47435"/>
                  <a:pt x="369960" y="47435"/>
                </a:cubicBezTo>
                <a:cubicBezTo>
                  <a:pt x="363740" y="47435"/>
                  <a:pt x="357546" y="50815"/>
                  <a:pt x="351378" y="57576"/>
                </a:cubicBezTo>
                <a:lnTo>
                  <a:pt x="351378" y="95252"/>
                </a:lnTo>
                <a:cubicBezTo>
                  <a:pt x="351378" y="100089"/>
                  <a:pt x="351666" y="103079"/>
                  <a:pt x="352241" y="104222"/>
                </a:cubicBezTo>
                <a:cubicBezTo>
                  <a:pt x="352972" y="105730"/>
                  <a:pt x="353979" y="106835"/>
                  <a:pt x="355259" y="107537"/>
                </a:cubicBezTo>
                <a:cubicBezTo>
                  <a:pt x="356540" y="108240"/>
                  <a:pt x="359140" y="108591"/>
                  <a:pt x="363060" y="108591"/>
                </a:cubicBezTo>
                <a:lnTo>
                  <a:pt x="363060" y="111492"/>
                </a:lnTo>
                <a:lnTo>
                  <a:pt x="327543" y="111492"/>
                </a:lnTo>
                <a:lnTo>
                  <a:pt x="327543" y="108591"/>
                </a:lnTo>
                <a:lnTo>
                  <a:pt x="329111" y="108591"/>
                </a:lnTo>
                <a:cubicBezTo>
                  <a:pt x="332770" y="108591"/>
                  <a:pt x="335240" y="107665"/>
                  <a:pt x="336520" y="105815"/>
                </a:cubicBezTo>
                <a:cubicBezTo>
                  <a:pt x="337801" y="103962"/>
                  <a:pt x="338441" y="100428"/>
                  <a:pt x="338441" y="95213"/>
                </a:cubicBezTo>
                <a:lnTo>
                  <a:pt x="338441" y="68614"/>
                </a:lnTo>
                <a:cubicBezTo>
                  <a:pt x="338441" y="60009"/>
                  <a:pt x="338245" y="54768"/>
                  <a:pt x="337853" y="52891"/>
                </a:cubicBezTo>
                <a:cubicBezTo>
                  <a:pt x="337461" y="51013"/>
                  <a:pt x="336860" y="49735"/>
                  <a:pt x="336050" y="49057"/>
                </a:cubicBezTo>
                <a:cubicBezTo>
                  <a:pt x="335240" y="48379"/>
                  <a:pt x="334155" y="48040"/>
                  <a:pt x="332796" y="48040"/>
                </a:cubicBezTo>
                <a:cubicBezTo>
                  <a:pt x="331333" y="48040"/>
                  <a:pt x="329582" y="48431"/>
                  <a:pt x="327543" y="49214"/>
                </a:cubicBezTo>
                <a:lnTo>
                  <a:pt x="326367" y="46396"/>
                </a:lnTo>
                <a:lnTo>
                  <a:pt x="348007" y="37634"/>
                </a:lnTo>
                <a:lnTo>
                  <a:pt x="351378" y="37634"/>
                </a:lnTo>
                <a:lnTo>
                  <a:pt x="351378" y="52845"/>
                </a:lnTo>
                <a:close/>
                <a:moveTo>
                  <a:pt x="429939" y="85322"/>
                </a:moveTo>
                <a:cubicBezTo>
                  <a:pt x="425549" y="83182"/>
                  <a:pt x="422177" y="80194"/>
                  <a:pt x="419825" y="76357"/>
                </a:cubicBezTo>
                <a:cubicBezTo>
                  <a:pt x="417473" y="72520"/>
                  <a:pt x="416297" y="68278"/>
                  <a:pt x="416297" y="63630"/>
                </a:cubicBezTo>
                <a:cubicBezTo>
                  <a:pt x="416297" y="56532"/>
                  <a:pt x="418976" y="50424"/>
                  <a:pt x="424333" y="45308"/>
                </a:cubicBezTo>
                <a:cubicBezTo>
                  <a:pt x="429691" y="40192"/>
                  <a:pt x="436551" y="37634"/>
                  <a:pt x="444915" y="37634"/>
                </a:cubicBezTo>
                <a:cubicBezTo>
                  <a:pt x="451762" y="37634"/>
                  <a:pt x="457695" y="39307"/>
                  <a:pt x="462713" y="42652"/>
                </a:cubicBezTo>
                <a:lnTo>
                  <a:pt x="477923" y="42652"/>
                </a:lnTo>
                <a:cubicBezTo>
                  <a:pt x="480171" y="42652"/>
                  <a:pt x="481477" y="42717"/>
                  <a:pt x="481843" y="42846"/>
                </a:cubicBezTo>
                <a:cubicBezTo>
                  <a:pt x="482209" y="42975"/>
                  <a:pt x="482471" y="43195"/>
                  <a:pt x="482627" y="43505"/>
                </a:cubicBezTo>
                <a:cubicBezTo>
                  <a:pt x="482941" y="43970"/>
                  <a:pt x="483098" y="44798"/>
                  <a:pt x="483098" y="45987"/>
                </a:cubicBezTo>
                <a:cubicBezTo>
                  <a:pt x="483098" y="47330"/>
                  <a:pt x="482967" y="48260"/>
                  <a:pt x="482706" y="48778"/>
                </a:cubicBezTo>
                <a:cubicBezTo>
                  <a:pt x="482549" y="49036"/>
                  <a:pt x="482275" y="49242"/>
                  <a:pt x="481883" y="49398"/>
                </a:cubicBezTo>
                <a:cubicBezTo>
                  <a:pt x="481490" y="49553"/>
                  <a:pt x="480171" y="49630"/>
                  <a:pt x="477923" y="49630"/>
                </a:cubicBezTo>
                <a:lnTo>
                  <a:pt x="468593" y="49630"/>
                </a:lnTo>
                <a:cubicBezTo>
                  <a:pt x="471520" y="53402"/>
                  <a:pt x="472984" y="58221"/>
                  <a:pt x="472984" y="64086"/>
                </a:cubicBezTo>
                <a:cubicBezTo>
                  <a:pt x="472984" y="70790"/>
                  <a:pt x="470422" y="76525"/>
                  <a:pt x="465300" y="81291"/>
                </a:cubicBezTo>
                <a:cubicBezTo>
                  <a:pt x="460177" y="86058"/>
                  <a:pt x="453304" y="88441"/>
                  <a:pt x="444679" y="88441"/>
                </a:cubicBezTo>
                <a:cubicBezTo>
                  <a:pt x="441125" y="88441"/>
                  <a:pt x="437492" y="87907"/>
                  <a:pt x="433781" y="86841"/>
                </a:cubicBezTo>
                <a:cubicBezTo>
                  <a:pt x="431481" y="88825"/>
                  <a:pt x="429926" y="90563"/>
                  <a:pt x="429116" y="92052"/>
                </a:cubicBezTo>
                <a:cubicBezTo>
                  <a:pt x="428306" y="93540"/>
                  <a:pt x="427901" y="94806"/>
                  <a:pt x="427901" y="95850"/>
                </a:cubicBezTo>
                <a:cubicBezTo>
                  <a:pt x="427901" y="96739"/>
                  <a:pt x="428332" y="97601"/>
                  <a:pt x="429194" y="98437"/>
                </a:cubicBezTo>
                <a:cubicBezTo>
                  <a:pt x="430057" y="99272"/>
                  <a:pt x="431743" y="99872"/>
                  <a:pt x="434252" y="100238"/>
                </a:cubicBezTo>
                <a:cubicBezTo>
                  <a:pt x="435715" y="100447"/>
                  <a:pt x="439374" y="100630"/>
                  <a:pt x="445228" y="100787"/>
                </a:cubicBezTo>
                <a:cubicBezTo>
                  <a:pt x="455996" y="101047"/>
                  <a:pt x="462974" y="101412"/>
                  <a:pt x="466162" y="101882"/>
                </a:cubicBezTo>
                <a:cubicBezTo>
                  <a:pt x="471023" y="102562"/>
                  <a:pt x="474904" y="104364"/>
                  <a:pt x="477805" y="107290"/>
                </a:cubicBezTo>
                <a:cubicBezTo>
                  <a:pt x="480706" y="110214"/>
                  <a:pt x="482157" y="113817"/>
                  <a:pt x="482157" y="118100"/>
                </a:cubicBezTo>
                <a:cubicBezTo>
                  <a:pt x="482157" y="124001"/>
                  <a:pt x="479387" y="129538"/>
                  <a:pt x="473846" y="134709"/>
                </a:cubicBezTo>
                <a:cubicBezTo>
                  <a:pt x="465692" y="142334"/>
                  <a:pt x="455055" y="146147"/>
                  <a:pt x="441935" y="146147"/>
                </a:cubicBezTo>
                <a:cubicBezTo>
                  <a:pt x="431847" y="146147"/>
                  <a:pt x="423327" y="143876"/>
                  <a:pt x="416375" y="139335"/>
                </a:cubicBezTo>
                <a:cubicBezTo>
                  <a:pt x="412455" y="136725"/>
                  <a:pt x="410495" y="134010"/>
                  <a:pt x="410495" y="131191"/>
                </a:cubicBezTo>
                <a:cubicBezTo>
                  <a:pt x="410495" y="129940"/>
                  <a:pt x="410782" y="128688"/>
                  <a:pt x="411357" y="127435"/>
                </a:cubicBezTo>
                <a:cubicBezTo>
                  <a:pt x="412246" y="125503"/>
                  <a:pt x="414075" y="122814"/>
                  <a:pt x="416846" y="119369"/>
                </a:cubicBezTo>
                <a:cubicBezTo>
                  <a:pt x="417212" y="118900"/>
                  <a:pt x="419877" y="116082"/>
                  <a:pt x="424843" y="110914"/>
                </a:cubicBezTo>
                <a:cubicBezTo>
                  <a:pt x="422125" y="109292"/>
                  <a:pt x="420204" y="107839"/>
                  <a:pt x="419080" y="106557"/>
                </a:cubicBezTo>
                <a:cubicBezTo>
                  <a:pt x="417956" y="105275"/>
                  <a:pt x="417394" y="103823"/>
                  <a:pt x="417394" y="102201"/>
                </a:cubicBezTo>
                <a:cubicBezTo>
                  <a:pt x="417394" y="100368"/>
                  <a:pt x="418139" y="98222"/>
                  <a:pt x="419629" y="95762"/>
                </a:cubicBezTo>
                <a:cubicBezTo>
                  <a:pt x="421119" y="93302"/>
                  <a:pt x="424555" y="89822"/>
                  <a:pt x="429939" y="85322"/>
                </a:cubicBezTo>
                <a:moveTo>
                  <a:pt x="443582" y="41555"/>
                </a:moveTo>
                <a:cubicBezTo>
                  <a:pt x="439714" y="41555"/>
                  <a:pt x="436473" y="43088"/>
                  <a:pt x="433860" y="46156"/>
                </a:cubicBezTo>
                <a:cubicBezTo>
                  <a:pt x="431246" y="49222"/>
                  <a:pt x="429939" y="53926"/>
                  <a:pt x="429939" y="60269"/>
                </a:cubicBezTo>
                <a:cubicBezTo>
                  <a:pt x="429939" y="68483"/>
                  <a:pt x="431716" y="74851"/>
                  <a:pt x="435271" y="79373"/>
                </a:cubicBezTo>
                <a:cubicBezTo>
                  <a:pt x="437989" y="82805"/>
                  <a:pt x="441439" y="84520"/>
                  <a:pt x="445620" y="84520"/>
                </a:cubicBezTo>
                <a:cubicBezTo>
                  <a:pt x="449593" y="84520"/>
                  <a:pt x="452860" y="83039"/>
                  <a:pt x="455421" y="80076"/>
                </a:cubicBezTo>
                <a:cubicBezTo>
                  <a:pt x="457982" y="77113"/>
                  <a:pt x="459263" y="72460"/>
                  <a:pt x="459263" y="66117"/>
                </a:cubicBezTo>
                <a:cubicBezTo>
                  <a:pt x="459263" y="57852"/>
                  <a:pt x="457459" y="51380"/>
                  <a:pt x="453853" y="46700"/>
                </a:cubicBezTo>
                <a:cubicBezTo>
                  <a:pt x="451187" y="43270"/>
                  <a:pt x="447763" y="41555"/>
                  <a:pt x="443582" y="41555"/>
                </a:cubicBezTo>
                <a:moveTo>
                  <a:pt x="429155" y="111538"/>
                </a:moveTo>
                <a:cubicBezTo>
                  <a:pt x="426699" y="114199"/>
                  <a:pt x="424843" y="116677"/>
                  <a:pt x="423588" y="118972"/>
                </a:cubicBezTo>
                <a:cubicBezTo>
                  <a:pt x="422334" y="121269"/>
                  <a:pt x="421707" y="123382"/>
                  <a:pt x="421707" y="125313"/>
                </a:cubicBezTo>
                <a:cubicBezTo>
                  <a:pt x="421707" y="127817"/>
                  <a:pt x="423223" y="130008"/>
                  <a:pt x="426254" y="131887"/>
                </a:cubicBezTo>
                <a:cubicBezTo>
                  <a:pt x="431481" y="135121"/>
                  <a:pt x="439034" y="136738"/>
                  <a:pt x="448913" y="136738"/>
                </a:cubicBezTo>
                <a:cubicBezTo>
                  <a:pt x="458322" y="136738"/>
                  <a:pt x="465261" y="135081"/>
                  <a:pt x="469730" y="131767"/>
                </a:cubicBezTo>
                <a:cubicBezTo>
                  <a:pt x="474199" y="128454"/>
                  <a:pt x="476433" y="124920"/>
                  <a:pt x="476433" y="121165"/>
                </a:cubicBezTo>
                <a:cubicBezTo>
                  <a:pt x="476433" y="118452"/>
                  <a:pt x="475100" y="116521"/>
                  <a:pt x="472435" y="115373"/>
                </a:cubicBezTo>
                <a:cubicBezTo>
                  <a:pt x="469717" y="114224"/>
                  <a:pt x="464333" y="113547"/>
                  <a:pt x="456283" y="113339"/>
                </a:cubicBezTo>
                <a:cubicBezTo>
                  <a:pt x="444523" y="113026"/>
                  <a:pt x="435480" y="112425"/>
                  <a:pt x="429155" y="1115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(247)">
            <a:extLst xmlns:a="http://schemas.openxmlformats.org/drawingml/2006/main">
              <a:ext uri="{FF2B5EF4-FFF2-40B4-BE49-F238E27FC236}">
                <a16:creationId xmlns:a16="http://schemas.microsoft.com/office/drawing/2014/main" id="{C3224D31-2727-496D-BC8D-5CA8A5C0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4589" y="2371067"/>
            <a:ext cx="334684" cy="145833"/>
          </a:xfrm>
          <a:custGeom xmlns:a="http://schemas.openxmlformats.org/drawingml/2006/main">
            <a:pathLst>
              <a:path w="334684" h="145833">
                <a:moveTo>
                  <a:pt x="43279" y="142932"/>
                </a:moveTo>
                <a:lnTo>
                  <a:pt x="43279" y="145833"/>
                </a:lnTo>
                <a:cubicBezTo>
                  <a:pt x="35387" y="141861"/>
                  <a:pt x="28801" y="137209"/>
                  <a:pt x="23521" y="131877"/>
                </a:cubicBezTo>
                <a:cubicBezTo>
                  <a:pt x="15995" y="124298"/>
                  <a:pt x="10193" y="115360"/>
                  <a:pt x="6116" y="105063"/>
                </a:cubicBezTo>
                <a:cubicBezTo>
                  <a:pt x="2039" y="94765"/>
                  <a:pt x="0" y="84076"/>
                  <a:pt x="0" y="72995"/>
                </a:cubicBezTo>
                <a:cubicBezTo>
                  <a:pt x="0" y="56791"/>
                  <a:pt x="3999" y="42012"/>
                  <a:pt x="11996" y="28657"/>
                </a:cubicBezTo>
                <a:cubicBezTo>
                  <a:pt x="19993" y="15302"/>
                  <a:pt x="30421" y="5750"/>
                  <a:pt x="43279" y="0"/>
                </a:cubicBezTo>
                <a:lnTo>
                  <a:pt x="43279" y="3293"/>
                </a:lnTo>
                <a:cubicBezTo>
                  <a:pt x="36850" y="6847"/>
                  <a:pt x="31571" y="11708"/>
                  <a:pt x="27442" y="17876"/>
                </a:cubicBezTo>
                <a:cubicBezTo>
                  <a:pt x="23312" y="24044"/>
                  <a:pt x="20228" y="31859"/>
                  <a:pt x="18190" y="41319"/>
                </a:cubicBezTo>
                <a:cubicBezTo>
                  <a:pt x="16151" y="50780"/>
                  <a:pt x="15132" y="60659"/>
                  <a:pt x="15132" y="70956"/>
                </a:cubicBezTo>
                <a:cubicBezTo>
                  <a:pt x="15132" y="82142"/>
                  <a:pt x="15995" y="92309"/>
                  <a:pt x="17720" y="101456"/>
                </a:cubicBezTo>
                <a:cubicBezTo>
                  <a:pt x="19079" y="108669"/>
                  <a:pt x="20725" y="114458"/>
                  <a:pt x="22659" y="118823"/>
                </a:cubicBezTo>
                <a:cubicBezTo>
                  <a:pt x="24593" y="123187"/>
                  <a:pt x="27193" y="127382"/>
                  <a:pt x="30460" y="131407"/>
                </a:cubicBezTo>
                <a:cubicBezTo>
                  <a:pt x="33727" y="135431"/>
                  <a:pt x="38000" y="139273"/>
                  <a:pt x="43279" y="142932"/>
                </a:cubicBezTo>
                <a:close/>
                <a:moveTo>
                  <a:pt x="120560" y="90950"/>
                </a:moveTo>
                <a:lnTo>
                  <a:pt x="113112" y="111492"/>
                </a:lnTo>
                <a:lnTo>
                  <a:pt x="50388" y="111492"/>
                </a:lnTo>
                <a:lnTo>
                  <a:pt x="50388" y="108586"/>
                </a:lnTo>
                <a:cubicBezTo>
                  <a:pt x="68839" y="91727"/>
                  <a:pt x="81828" y="77958"/>
                  <a:pt x="89355" y="67279"/>
                </a:cubicBezTo>
                <a:cubicBezTo>
                  <a:pt x="96882" y="56598"/>
                  <a:pt x="100645" y="46833"/>
                  <a:pt x="100645" y="37985"/>
                </a:cubicBezTo>
                <a:cubicBezTo>
                  <a:pt x="100645" y="31232"/>
                  <a:pt x="98581" y="25683"/>
                  <a:pt x="94451" y="21338"/>
                </a:cubicBezTo>
                <a:cubicBezTo>
                  <a:pt x="90322" y="16992"/>
                  <a:pt x="85383" y="14819"/>
                  <a:pt x="79633" y="14819"/>
                </a:cubicBezTo>
                <a:cubicBezTo>
                  <a:pt x="74406" y="14819"/>
                  <a:pt x="69715" y="16354"/>
                  <a:pt x="65559" y="19425"/>
                </a:cubicBezTo>
                <a:cubicBezTo>
                  <a:pt x="61404" y="22496"/>
                  <a:pt x="58333" y="26997"/>
                  <a:pt x="56347" y="32930"/>
                </a:cubicBezTo>
                <a:lnTo>
                  <a:pt x="53446" y="32930"/>
                </a:lnTo>
                <a:cubicBezTo>
                  <a:pt x="54752" y="23285"/>
                  <a:pt x="58111" y="15882"/>
                  <a:pt x="63521" y="10722"/>
                </a:cubicBezTo>
                <a:cubicBezTo>
                  <a:pt x="68931" y="5560"/>
                  <a:pt x="75687" y="2979"/>
                  <a:pt x="83788" y="2979"/>
                </a:cubicBezTo>
                <a:cubicBezTo>
                  <a:pt x="92413" y="2979"/>
                  <a:pt x="99613" y="5750"/>
                  <a:pt x="105389" y="11290"/>
                </a:cubicBezTo>
                <a:cubicBezTo>
                  <a:pt x="111165" y="16831"/>
                  <a:pt x="114053" y="23365"/>
                  <a:pt x="114053" y="30892"/>
                </a:cubicBezTo>
                <a:cubicBezTo>
                  <a:pt x="114053" y="36275"/>
                  <a:pt x="112798" y="41659"/>
                  <a:pt x="110289" y="47043"/>
                </a:cubicBezTo>
                <a:cubicBezTo>
                  <a:pt x="106421" y="55511"/>
                  <a:pt x="100149" y="64475"/>
                  <a:pt x="91472" y="73936"/>
                </a:cubicBezTo>
                <a:cubicBezTo>
                  <a:pt x="78457" y="88153"/>
                  <a:pt x="70329" y="96726"/>
                  <a:pt x="67088" y="99653"/>
                </a:cubicBezTo>
                <a:lnTo>
                  <a:pt x="94843" y="99653"/>
                </a:lnTo>
                <a:cubicBezTo>
                  <a:pt x="100489" y="99653"/>
                  <a:pt x="104448" y="99442"/>
                  <a:pt x="106722" y="99020"/>
                </a:cubicBezTo>
                <a:cubicBezTo>
                  <a:pt x="108996" y="98597"/>
                  <a:pt x="111047" y="97740"/>
                  <a:pt x="112877" y="96448"/>
                </a:cubicBezTo>
                <a:cubicBezTo>
                  <a:pt x="114706" y="95156"/>
                  <a:pt x="116300" y="93323"/>
                  <a:pt x="117659" y="90950"/>
                </a:cubicBezTo>
                <a:lnTo>
                  <a:pt x="120560" y="90950"/>
                </a:lnTo>
                <a:close/>
                <a:moveTo>
                  <a:pt x="201944" y="72289"/>
                </a:moveTo>
                <a:lnTo>
                  <a:pt x="201944" y="83423"/>
                </a:lnTo>
                <a:lnTo>
                  <a:pt x="187674" y="83423"/>
                </a:lnTo>
                <a:lnTo>
                  <a:pt x="187674" y="111492"/>
                </a:lnTo>
                <a:lnTo>
                  <a:pt x="174738" y="111492"/>
                </a:lnTo>
                <a:lnTo>
                  <a:pt x="174738" y="83423"/>
                </a:lnTo>
                <a:lnTo>
                  <a:pt x="129733" y="83423"/>
                </a:lnTo>
                <a:lnTo>
                  <a:pt x="129733" y="73387"/>
                </a:lnTo>
                <a:lnTo>
                  <a:pt x="179050" y="2979"/>
                </a:lnTo>
                <a:lnTo>
                  <a:pt x="187674" y="2979"/>
                </a:lnTo>
                <a:lnTo>
                  <a:pt x="187674" y="72289"/>
                </a:lnTo>
                <a:lnTo>
                  <a:pt x="201944" y="72289"/>
                </a:lnTo>
                <a:moveTo>
                  <a:pt x="174738" y="72289"/>
                </a:moveTo>
                <a:lnTo>
                  <a:pt x="174738" y="19523"/>
                </a:lnTo>
                <a:lnTo>
                  <a:pt x="137417" y="72289"/>
                </a:lnTo>
                <a:lnTo>
                  <a:pt x="174738" y="72289"/>
                </a:lnTo>
                <a:close/>
                <a:moveTo>
                  <a:pt x="223662" y="5175"/>
                </a:moveTo>
                <a:lnTo>
                  <a:pt x="280662" y="5175"/>
                </a:lnTo>
                <a:lnTo>
                  <a:pt x="280662" y="8154"/>
                </a:lnTo>
                <a:lnTo>
                  <a:pt x="245223" y="113687"/>
                </a:lnTo>
                <a:lnTo>
                  <a:pt x="236442" y="113687"/>
                </a:lnTo>
                <a:lnTo>
                  <a:pt x="268196" y="17955"/>
                </a:lnTo>
                <a:lnTo>
                  <a:pt x="238951" y="17955"/>
                </a:lnTo>
                <a:cubicBezTo>
                  <a:pt x="233044" y="17955"/>
                  <a:pt x="228837" y="18660"/>
                  <a:pt x="226328" y="20072"/>
                </a:cubicBezTo>
                <a:cubicBezTo>
                  <a:pt x="221937" y="22476"/>
                  <a:pt x="218409" y="26187"/>
                  <a:pt x="215743" y="31205"/>
                </a:cubicBezTo>
                <a:lnTo>
                  <a:pt x="213469" y="30343"/>
                </a:lnTo>
                <a:lnTo>
                  <a:pt x="223662" y="5175"/>
                </a:lnTo>
                <a:close/>
                <a:moveTo>
                  <a:pt x="291404" y="3293"/>
                </a:moveTo>
                <a:lnTo>
                  <a:pt x="291404" y="0"/>
                </a:lnTo>
                <a:cubicBezTo>
                  <a:pt x="299349" y="3920"/>
                  <a:pt x="305961" y="8546"/>
                  <a:pt x="311241" y="13878"/>
                </a:cubicBezTo>
                <a:cubicBezTo>
                  <a:pt x="318715" y="21509"/>
                  <a:pt x="324491" y="30460"/>
                  <a:pt x="328568" y="40731"/>
                </a:cubicBezTo>
                <a:cubicBezTo>
                  <a:pt x="332645" y="51002"/>
                  <a:pt x="334684" y="61705"/>
                  <a:pt x="334684" y="72838"/>
                </a:cubicBezTo>
                <a:cubicBezTo>
                  <a:pt x="334684" y="89042"/>
                  <a:pt x="330698" y="103821"/>
                  <a:pt x="322727" y="117176"/>
                </a:cubicBezTo>
                <a:cubicBezTo>
                  <a:pt x="314756" y="130531"/>
                  <a:pt x="304315" y="140083"/>
                  <a:pt x="291404" y="145833"/>
                </a:cubicBezTo>
                <a:lnTo>
                  <a:pt x="291404" y="142932"/>
                </a:lnTo>
                <a:cubicBezTo>
                  <a:pt x="297833" y="139325"/>
                  <a:pt x="303126" y="134451"/>
                  <a:pt x="307281" y="128310"/>
                </a:cubicBezTo>
                <a:cubicBezTo>
                  <a:pt x="311437" y="122168"/>
                  <a:pt x="314521" y="114354"/>
                  <a:pt x="316533" y="104867"/>
                </a:cubicBezTo>
                <a:cubicBezTo>
                  <a:pt x="318545" y="95380"/>
                  <a:pt x="319552" y="85487"/>
                  <a:pt x="319552" y="75190"/>
                </a:cubicBezTo>
                <a:cubicBezTo>
                  <a:pt x="319552" y="64057"/>
                  <a:pt x="318689" y="53890"/>
                  <a:pt x="316964" y="44691"/>
                </a:cubicBezTo>
                <a:cubicBezTo>
                  <a:pt x="315658" y="37478"/>
                  <a:pt x="314024" y="31702"/>
                  <a:pt x="312064" y="27363"/>
                </a:cubicBezTo>
                <a:cubicBezTo>
                  <a:pt x="310104" y="23025"/>
                  <a:pt x="307503" y="18843"/>
                  <a:pt x="304263" y="14819"/>
                </a:cubicBezTo>
                <a:cubicBezTo>
                  <a:pt x="301022" y="10794"/>
                  <a:pt x="296736" y="6952"/>
                  <a:pt x="291404" y="3293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Threat">
            <a:extLst xmlns:a="http://schemas.openxmlformats.org/drawingml/2006/main">
              <a:ext uri="{FF2B5EF4-FFF2-40B4-BE49-F238E27FC236}">
                <a16:creationId xmlns:a16="http://schemas.microsoft.com/office/drawing/2014/main" id="{2F1F22BC-8263-4737-82D5-DEC7F276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9613" y="1536854"/>
            <a:ext cx="552263" cy="151109"/>
          </a:xfrm>
          <a:custGeom xmlns:a="http://schemas.openxmlformats.org/drawingml/2006/main">
            <a:pathLst>
              <a:path w="552263" h="151109">
                <a:moveTo>
                  <a:pt x="117031" y="6878"/>
                </a:moveTo>
                <a:lnTo>
                  <a:pt x="118595" y="40018"/>
                </a:lnTo>
                <a:lnTo>
                  <a:pt x="114634" y="40018"/>
                </a:lnTo>
                <a:cubicBezTo>
                  <a:pt x="113870" y="34182"/>
                  <a:pt x="112828" y="30013"/>
                  <a:pt x="111508" y="27512"/>
                </a:cubicBezTo>
                <a:cubicBezTo>
                  <a:pt x="109354" y="23483"/>
                  <a:pt x="106488" y="20513"/>
                  <a:pt x="102911" y="18602"/>
                </a:cubicBezTo>
                <a:cubicBezTo>
                  <a:pt x="99333" y="16691"/>
                  <a:pt x="94626" y="15736"/>
                  <a:pt x="88790" y="15736"/>
                </a:cubicBezTo>
                <a:lnTo>
                  <a:pt x="68885" y="15736"/>
                </a:lnTo>
                <a:lnTo>
                  <a:pt x="68885" y="123701"/>
                </a:lnTo>
                <a:cubicBezTo>
                  <a:pt x="68885" y="132385"/>
                  <a:pt x="69823" y="137805"/>
                  <a:pt x="71699" y="139958"/>
                </a:cubicBezTo>
                <a:cubicBezTo>
                  <a:pt x="74339" y="142876"/>
                  <a:pt x="78403" y="144335"/>
                  <a:pt x="83892" y="144335"/>
                </a:cubicBezTo>
                <a:lnTo>
                  <a:pt x="88790" y="144335"/>
                </a:lnTo>
                <a:lnTo>
                  <a:pt x="88790" y="148191"/>
                </a:lnTo>
                <a:lnTo>
                  <a:pt x="28867" y="148191"/>
                </a:lnTo>
                <a:lnTo>
                  <a:pt x="28867" y="144335"/>
                </a:lnTo>
                <a:lnTo>
                  <a:pt x="33869" y="144335"/>
                </a:lnTo>
                <a:cubicBezTo>
                  <a:pt x="39844" y="144335"/>
                  <a:pt x="44082" y="142529"/>
                  <a:pt x="46583" y="138916"/>
                </a:cubicBezTo>
                <a:cubicBezTo>
                  <a:pt x="48112" y="136693"/>
                  <a:pt x="48876" y="131621"/>
                  <a:pt x="48876" y="123701"/>
                </a:cubicBezTo>
                <a:lnTo>
                  <a:pt x="48876" y="15736"/>
                </a:lnTo>
                <a:lnTo>
                  <a:pt x="31889" y="15736"/>
                </a:lnTo>
                <a:cubicBezTo>
                  <a:pt x="25289" y="15736"/>
                  <a:pt x="20599" y="16223"/>
                  <a:pt x="17820" y="17195"/>
                </a:cubicBezTo>
                <a:cubicBezTo>
                  <a:pt x="14208" y="18515"/>
                  <a:pt x="11116" y="21051"/>
                  <a:pt x="8545" y="24803"/>
                </a:cubicBezTo>
                <a:cubicBezTo>
                  <a:pt x="5975" y="28554"/>
                  <a:pt x="4446" y="33626"/>
                  <a:pt x="3960" y="40018"/>
                </a:cubicBezTo>
                <a:lnTo>
                  <a:pt x="0" y="40018"/>
                </a:lnTo>
                <a:lnTo>
                  <a:pt x="1667" y="6878"/>
                </a:lnTo>
                <a:lnTo>
                  <a:pt x="117031" y="6878"/>
                </a:lnTo>
                <a:close/>
                <a:moveTo>
                  <a:pt x="158708" y="0"/>
                </a:moveTo>
                <a:lnTo>
                  <a:pt x="158708" y="69927"/>
                </a:lnTo>
                <a:cubicBezTo>
                  <a:pt x="166419" y="61451"/>
                  <a:pt x="172533" y="56015"/>
                  <a:pt x="177049" y="53618"/>
                </a:cubicBezTo>
                <a:cubicBezTo>
                  <a:pt x="181565" y="51221"/>
                  <a:pt x="186081" y="50022"/>
                  <a:pt x="190597" y="50022"/>
                </a:cubicBezTo>
                <a:cubicBezTo>
                  <a:pt x="196016" y="50022"/>
                  <a:pt x="200671" y="51513"/>
                  <a:pt x="204561" y="54494"/>
                </a:cubicBezTo>
                <a:cubicBezTo>
                  <a:pt x="208452" y="57475"/>
                  <a:pt x="211335" y="62153"/>
                  <a:pt x="213211" y="68530"/>
                </a:cubicBezTo>
                <a:cubicBezTo>
                  <a:pt x="214531" y="72968"/>
                  <a:pt x="215191" y="81079"/>
                  <a:pt x="215191" y="92864"/>
                </a:cubicBezTo>
                <a:lnTo>
                  <a:pt x="215191" y="126554"/>
                </a:lnTo>
                <a:cubicBezTo>
                  <a:pt x="215191" y="132585"/>
                  <a:pt x="215677" y="136710"/>
                  <a:pt x="216650" y="138929"/>
                </a:cubicBezTo>
                <a:cubicBezTo>
                  <a:pt x="217345" y="140592"/>
                  <a:pt x="218526" y="141909"/>
                  <a:pt x="220193" y="142880"/>
                </a:cubicBezTo>
                <a:cubicBezTo>
                  <a:pt x="221861" y="143850"/>
                  <a:pt x="224918" y="144335"/>
                  <a:pt x="229364" y="144335"/>
                </a:cubicBezTo>
                <a:lnTo>
                  <a:pt x="229364" y="148191"/>
                </a:lnTo>
                <a:lnTo>
                  <a:pt x="182468" y="148191"/>
                </a:lnTo>
                <a:lnTo>
                  <a:pt x="182468" y="144335"/>
                </a:lnTo>
                <a:lnTo>
                  <a:pt x="184657" y="144335"/>
                </a:lnTo>
                <a:cubicBezTo>
                  <a:pt x="189103" y="144335"/>
                  <a:pt x="192195" y="143658"/>
                  <a:pt x="193932" y="142303"/>
                </a:cubicBezTo>
                <a:cubicBezTo>
                  <a:pt x="195668" y="140948"/>
                  <a:pt x="196884" y="138951"/>
                  <a:pt x="197579" y="136311"/>
                </a:cubicBezTo>
                <a:cubicBezTo>
                  <a:pt x="197787" y="135199"/>
                  <a:pt x="197892" y="131934"/>
                  <a:pt x="197892" y="126515"/>
                </a:cubicBezTo>
                <a:lnTo>
                  <a:pt x="197892" y="92750"/>
                </a:lnTo>
                <a:cubicBezTo>
                  <a:pt x="197892" y="82328"/>
                  <a:pt x="197353" y="75485"/>
                  <a:pt x="196276" y="72220"/>
                </a:cubicBezTo>
                <a:cubicBezTo>
                  <a:pt x="195199" y="68954"/>
                  <a:pt x="193480" y="66505"/>
                  <a:pt x="191118" y="64873"/>
                </a:cubicBezTo>
                <a:cubicBezTo>
                  <a:pt x="188756" y="63240"/>
                  <a:pt x="185907" y="62424"/>
                  <a:pt x="182572" y="62424"/>
                </a:cubicBezTo>
                <a:cubicBezTo>
                  <a:pt x="179168" y="62424"/>
                  <a:pt x="175625" y="63327"/>
                  <a:pt x="171943" y="65133"/>
                </a:cubicBezTo>
                <a:cubicBezTo>
                  <a:pt x="168260" y="66940"/>
                  <a:pt x="163849" y="70587"/>
                  <a:pt x="158708" y="76076"/>
                </a:cubicBezTo>
                <a:lnTo>
                  <a:pt x="158708" y="126515"/>
                </a:lnTo>
                <a:cubicBezTo>
                  <a:pt x="158708" y="133045"/>
                  <a:pt x="159072" y="137110"/>
                  <a:pt x="159802" y="138708"/>
                </a:cubicBezTo>
                <a:cubicBezTo>
                  <a:pt x="160531" y="140306"/>
                  <a:pt x="161886" y="141643"/>
                  <a:pt x="163866" y="142720"/>
                </a:cubicBezTo>
                <a:cubicBezTo>
                  <a:pt x="165846" y="143797"/>
                  <a:pt x="169268" y="144335"/>
                  <a:pt x="174131" y="144335"/>
                </a:cubicBezTo>
                <a:lnTo>
                  <a:pt x="174131" y="148191"/>
                </a:lnTo>
                <a:lnTo>
                  <a:pt x="126818" y="148191"/>
                </a:lnTo>
                <a:lnTo>
                  <a:pt x="126818" y="144335"/>
                </a:lnTo>
                <a:cubicBezTo>
                  <a:pt x="131056" y="144335"/>
                  <a:pt x="134391" y="143675"/>
                  <a:pt x="136823" y="142355"/>
                </a:cubicBezTo>
                <a:cubicBezTo>
                  <a:pt x="138212" y="141663"/>
                  <a:pt x="139324" y="140345"/>
                  <a:pt x="140158" y="138402"/>
                </a:cubicBezTo>
                <a:cubicBezTo>
                  <a:pt x="140991" y="136456"/>
                  <a:pt x="141408" y="132498"/>
                  <a:pt x="141408" y="126528"/>
                </a:cubicBezTo>
                <a:lnTo>
                  <a:pt x="141408" y="40197"/>
                </a:lnTo>
                <a:cubicBezTo>
                  <a:pt x="141408" y="29298"/>
                  <a:pt x="141148" y="22599"/>
                  <a:pt x="140627" y="20100"/>
                </a:cubicBezTo>
                <a:cubicBezTo>
                  <a:pt x="140105" y="17599"/>
                  <a:pt x="139306" y="15898"/>
                  <a:pt x="138230" y="14997"/>
                </a:cubicBezTo>
                <a:cubicBezTo>
                  <a:pt x="137153" y="14094"/>
                  <a:pt x="135711" y="13642"/>
                  <a:pt x="133905" y="13642"/>
                </a:cubicBezTo>
                <a:cubicBezTo>
                  <a:pt x="132446" y="13642"/>
                  <a:pt x="130084" y="14198"/>
                  <a:pt x="126818" y="15310"/>
                </a:cubicBezTo>
                <a:lnTo>
                  <a:pt x="125359" y="11662"/>
                </a:lnTo>
                <a:lnTo>
                  <a:pt x="153914" y="0"/>
                </a:lnTo>
                <a:lnTo>
                  <a:pt x="158708" y="0"/>
                </a:lnTo>
                <a:close/>
                <a:moveTo>
                  <a:pt x="265652" y="50022"/>
                </a:moveTo>
                <a:lnTo>
                  <a:pt x="265652" y="71490"/>
                </a:lnTo>
                <a:cubicBezTo>
                  <a:pt x="273641" y="57178"/>
                  <a:pt x="281840" y="50022"/>
                  <a:pt x="290246" y="50022"/>
                </a:cubicBezTo>
                <a:cubicBezTo>
                  <a:pt x="294067" y="50022"/>
                  <a:pt x="297228" y="51186"/>
                  <a:pt x="299730" y="53513"/>
                </a:cubicBezTo>
                <a:cubicBezTo>
                  <a:pt x="302231" y="55841"/>
                  <a:pt x="303481" y="58533"/>
                  <a:pt x="303481" y="61590"/>
                </a:cubicBezTo>
                <a:cubicBezTo>
                  <a:pt x="303481" y="64300"/>
                  <a:pt x="302578" y="66592"/>
                  <a:pt x="300772" y="68468"/>
                </a:cubicBezTo>
                <a:cubicBezTo>
                  <a:pt x="298965" y="70344"/>
                  <a:pt x="296812" y="71282"/>
                  <a:pt x="294310" y="71282"/>
                </a:cubicBezTo>
                <a:cubicBezTo>
                  <a:pt x="291879" y="71282"/>
                  <a:pt x="289152" y="70083"/>
                  <a:pt x="286130" y="67686"/>
                </a:cubicBezTo>
                <a:cubicBezTo>
                  <a:pt x="283108" y="65290"/>
                  <a:pt x="280867" y="64091"/>
                  <a:pt x="279408" y="64091"/>
                </a:cubicBezTo>
                <a:cubicBezTo>
                  <a:pt x="278157" y="64091"/>
                  <a:pt x="276803" y="64784"/>
                  <a:pt x="275344" y="66169"/>
                </a:cubicBezTo>
                <a:cubicBezTo>
                  <a:pt x="272217" y="69011"/>
                  <a:pt x="268987" y="73688"/>
                  <a:pt x="265652" y="80202"/>
                </a:cubicBezTo>
                <a:lnTo>
                  <a:pt x="265652" y="125834"/>
                </a:lnTo>
                <a:cubicBezTo>
                  <a:pt x="265652" y="131099"/>
                  <a:pt x="266312" y="135083"/>
                  <a:pt x="267632" y="137786"/>
                </a:cubicBezTo>
                <a:cubicBezTo>
                  <a:pt x="268535" y="139658"/>
                  <a:pt x="270133" y="141218"/>
                  <a:pt x="272426" y="142466"/>
                </a:cubicBezTo>
                <a:cubicBezTo>
                  <a:pt x="274718" y="143712"/>
                  <a:pt x="278018" y="144335"/>
                  <a:pt x="282326" y="144335"/>
                </a:cubicBezTo>
                <a:lnTo>
                  <a:pt x="282326" y="148191"/>
                </a:lnTo>
                <a:lnTo>
                  <a:pt x="233450" y="148191"/>
                </a:lnTo>
                <a:lnTo>
                  <a:pt x="233450" y="144335"/>
                </a:lnTo>
                <a:cubicBezTo>
                  <a:pt x="238313" y="144335"/>
                  <a:pt x="241926" y="143573"/>
                  <a:pt x="244288" y="142049"/>
                </a:cubicBezTo>
                <a:cubicBezTo>
                  <a:pt x="246025" y="140940"/>
                  <a:pt x="247241" y="139171"/>
                  <a:pt x="247936" y="136744"/>
                </a:cubicBezTo>
                <a:cubicBezTo>
                  <a:pt x="248283" y="135565"/>
                  <a:pt x="248457" y="132203"/>
                  <a:pt x="248457" y="126658"/>
                </a:cubicBezTo>
                <a:lnTo>
                  <a:pt x="248457" y="89744"/>
                </a:lnTo>
                <a:cubicBezTo>
                  <a:pt x="248457" y="78652"/>
                  <a:pt x="248231" y="72049"/>
                  <a:pt x="247779" y="69937"/>
                </a:cubicBezTo>
                <a:cubicBezTo>
                  <a:pt x="247328" y="67822"/>
                  <a:pt x="246494" y="66280"/>
                  <a:pt x="245278" y="65309"/>
                </a:cubicBezTo>
                <a:cubicBezTo>
                  <a:pt x="244062" y="64339"/>
                  <a:pt x="242551" y="63853"/>
                  <a:pt x="240745" y="63853"/>
                </a:cubicBezTo>
                <a:cubicBezTo>
                  <a:pt x="238591" y="63853"/>
                  <a:pt x="236159" y="64373"/>
                  <a:pt x="233450" y="65413"/>
                </a:cubicBezTo>
                <a:lnTo>
                  <a:pt x="232408" y="61668"/>
                </a:lnTo>
                <a:lnTo>
                  <a:pt x="261275" y="50022"/>
                </a:lnTo>
                <a:lnTo>
                  <a:pt x="265652" y="50022"/>
                </a:lnTo>
                <a:close/>
                <a:moveTo>
                  <a:pt x="325360" y="88790"/>
                </a:moveTo>
                <a:cubicBezTo>
                  <a:pt x="325291" y="102930"/>
                  <a:pt x="328730" y="114021"/>
                  <a:pt x="335678" y="122063"/>
                </a:cubicBezTo>
                <a:cubicBezTo>
                  <a:pt x="342625" y="130103"/>
                  <a:pt x="350788" y="134122"/>
                  <a:pt x="360168" y="134122"/>
                </a:cubicBezTo>
                <a:cubicBezTo>
                  <a:pt x="366420" y="134122"/>
                  <a:pt x="371857" y="132403"/>
                  <a:pt x="376477" y="128964"/>
                </a:cubicBezTo>
                <a:cubicBezTo>
                  <a:pt x="381097" y="125525"/>
                  <a:pt x="384970" y="119637"/>
                  <a:pt x="388097" y="111300"/>
                </a:cubicBezTo>
                <a:lnTo>
                  <a:pt x="391327" y="113384"/>
                </a:lnTo>
                <a:cubicBezTo>
                  <a:pt x="389868" y="122902"/>
                  <a:pt x="385630" y="131569"/>
                  <a:pt x="378613" y="139385"/>
                </a:cubicBezTo>
                <a:cubicBezTo>
                  <a:pt x="371596" y="147201"/>
                  <a:pt x="362808" y="151109"/>
                  <a:pt x="352247" y="151109"/>
                </a:cubicBezTo>
                <a:cubicBezTo>
                  <a:pt x="340784" y="151109"/>
                  <a:pt x="330971" y="146655"/>
                  <a:pt x="322807" y="137747"/>
                </a:cubicBezTo>
                <a:cubicBezTo>
                  <a:pt x="314644" y="128837"/>
                  <a:pt x="310562" y="116859"/>
                  <a:pt x="310562" y="101813"/>
                </a:cubicBezTo>
                <a:cubicBezTo>
                  <a:pt x="310562" y="85521"/>
                  <a:pt x="314748" y="72817"/>
                  <a:pt x="323120" y="63700"/>
                </a:cubicBezTo>
                <a:cubicBezTo>
                  <a:pt x="331492" y="54582"/>
                  <a:pt x="342000" y="50022"/>
                  <a:pt x="354644" y="50022"/>
                </a:cubicBezTo>
                <a:cubicBezTo>
                  <a:pt x="365344" y="50022"/>
                  <a:pt x="374132" y="53540"/>
                  <a:pt x="381010" y="60574"/>
                </a:cubicBezTo>
                <a:cubicBezTo>
                  <a:pt x="387888" y="67606"/>
                  <a:pt x="391327" y="77011"/>
                  <a:pt x="391327" y="88790"/>
                </a:cubicBezTo>
                <a:lnTo>
                  <a:pt x="325360" y="88790"/>
                </a:lnTo>
                <a:moveTo>
                  <a:pt x="325360" y="82745"/>
                </a:moveTo>
                <a:lnTo>
                  <a:pt x="369547" y="82745"/>
                </a:lnTo>
                <a:cubicBezTo>
                  <a:pt x="369199" y="76631"/>
                  <a:pt x="368470" y="72324"/>
                  <a:pt x="367358" y="69823"/>
                </a:cubicBezTo>
                <a:cubicBezTo>
                  <a:pt x="365621" y="65932"/>
                  <a:pt x="363034" y="62875"/>
                  <a:pt x="359594" y="60652"/>
                </a:cubicBezTo>
                <a:cubicBezTo>
                  <a:pt x="356155" y="58429"/>
                  <a:pt x="352560" y="57317"/>
                  <a:pt x="348808" y="57317"/>
                </a:cubicBezTo>
                <a:cubicBezTo>
                  <a:pt x="343042" y="57317"/>
                  <a:pt x="337883" y="59558"/>
                  <a:pt x="333333" y="64039"/>
                </a:cubicBezTo>
                <a:cubicBezTo>
                  <a:pt x="328782" y="68520"/>
                  <a:pt x="326125" y="74756"/>
                  <a:pt x="325360" y="82745"/>
                </a:cubicBezTo>
                <a:close/>
                <a:moveTo>
                  <a:pt x="458404" y="134435"/>
                </a:moveTo>
                <a:cubicBezTo>
                  <a:pt x="448608" y="142008"/>
                  <a:pt x="442460" y="146385"/>
                  <a:pt x="439959" y="147566"/>
                </a:cubicBezTo>
                <a:cubicBezTo>
                  <a:pt x="436207" y="149372"/>
                  <a:pt x="432212" y="150275"/>
                  <a:pt x="427974" y="150275"/>
                </a:cubicBezTo>
                <a:cubicBezTo>
                  <a:pt x="421374" y="150275"/>
                  <a:pt x="415938" y="148017"/>
                  <a:pt x="411665" y="143502"/>
                </a:cubicBezTo>
                <a:cubicBezTo>
                  <a:pt x="407392" y="138986"/>
                  <a:pt x="405256" y="133045"/>
                  <a:pt x="405256" y="125681"/>
                </a:cubicBezTo>
                <a:cubicBezTo>
                  <a:pt x="405256" y="121026"/>
                  <a:pt x="406298" y="116997"/>
                  <a:pt x="408382" y="113592"/>
                </a:cubicBezTo>
                <a:cubicBezTo>
                  <a:pt x="411231" y="108868"/>
                  <a:pt x="416181" y="104422"/>
                  <a:pt x="423232" y="100253"/>
                </a:cubicBezTo>
                <a:cubicBezTo>
                  <a:pt x="430284" y="96085"/>
                  <a:pt x="442008" y="91013"/>
                  <a:pt x="458404" y="85038"/>
                </a:cubicBezTo>
                <a:lnTo>
                  <a:pt x="458404" y="81286"/>
                </a:lnTo>
                <a:cubicBezTo>
                  <a:pt x="458404" y="71768"/>
                  <a:pt x="456893" y="65237"/>
                  <a:pt x="453871" y="61694"/>
                </a:cubicBezTo>
                <a:cubicBezTo>
                  <a:pt x="450849" y="58151"/>
                  <a:pt x="446455" y="56379"/>
                  <a:pt x="440688" y="56379"/>
                </a:cubicBezTo>
                <a:cubicBezTo>
                  <a:pt x="436311" y="56379"/>
                  <a:pt x="432837" y="57556"/>
                  <a:pt x="430267" y="59910"/>
                </a:cubicBezTo>
                <a:cubicBezTo>
                  <a:pt x="427627" y="62263"/>
                  <a:pt x="426307" y="64963"/>
                  <a:pt x="426307" y="68009"/>
                </a:cubicBezTo>
                <a:lnTo>
                  <a:pt x="426515" y="74030"/>
                </a:lnTo>
                <a:cubicBezTo>
                  <a:pt x="426515" y="77213"/>
                  <a:pt x="425699" y="79670"/>
                  <a:pt x="424066" y="81400"/>
                </a:cubicBezTo>
                <a:cubicBezTo>
                  <a:pt x="422434" y="83131"/>
                  <a:pt x="420297" y="83996"/>
                  <a:pt x="417657" y="83996"/>
                </a:cubicBezTo>
                <a:cubicBezTo>
                  <a:pt x="415086" y="83996"/>
                  <a:pt x="412985" y="83096"/>
                  <a:pt x="411352" y="81296"/>
                </a:cubicBezTo>
                <a:cubicBezTo>
                  <a:pt x="409720" y="79494"/>
                  <a:pt x="408903" y="77034"/>
                  <a:pt x="408903" y="73916"/>
                </a:cubicBezTo>
                <a:cubicBezTo>
                  <a:pt x="408903" y="67961"/>
                  <a:pt x="411960" y="62490"/>
                  <a:pt x="418074" y="57503"/>
                </a:cubicBezTo>
                <a:cubicBezTo>
                  <a:pt x="424188" y="52516"/>
                  <a:pt x="432768" y="50022"/>
                  <a:pt x="443815" y="50022"/>
                </a:cubicBezTo>
                <a:cubicBezTo>
                  <a:pt x="452291" y="50022"/>
                  <a:pt x="459238" y="51444"/>
                  <a:pt x="464657" y="54289"/>
                </a:cubicBezTo>
                <a:cubicBezTo>
                  <a:pt x="468756" y="56440"/>
                  <a:pt x="471778" y="59806"/>
                  <a:pt x="473724" y="64387"/>
                </a:cubicBezTo>
                <a:cubicBezTo>
                  <a:pt x="474974" y="67371"/>
                  <a:pt x="475600" y="73477"/>
                  <a:pt x="475600" y="82706"/>
                </a:cubicBezTo>
                <a:lnTo>
                  <a:pt x="475600" y="115077"/>
                </a:lnTo>
                <a:cubicBezTo>
                  <a:pt x="475600" y="124168"/>
                  <a:pt x="475773" y="129737"/>
                  <a:pt x="476121" y="131784"/>
                </a:cubicBezTo>
                <a:cubicBezTo>
                  <a:pt x="476468" y="133831"/>
                  <a:pt x="477041" y="135202"/>
                  <a:pt x="477840" y="135897"/>
                </a:cubicBezTo>
                <a:cubicBezTo>
                  <a:pt x="478639" y="136590"/>
                  <a:pt x="479560" y="136936"/>
                  <a:pt x="480602" y="136936"/>
                </a:cubicBezTo>
                <a:cubicBezTo>
                  <a:pt x="481713" y="136936"/>
                  <a:pt x="482686" y="136693"/>
                  <a:pt x="483520" y="136207"/>
                </a:cubicBezTo>
                <a:cubicBezTo>
                  <a:pt x="484979" y="135303"/>
                  <a:pt x="487793" y="132768"/>
                  <a:pt x="491961" y="128599"/>
                </a:cubicBezTo>
                <a:lnTo>
                  <a:pt x="491961" y="134435"/>
                </a:lnTo>
                <a:cubicBezTo>
                  <a:pt x="484180" y="144856"/>
                  <a:pt x="476746" y="150067"/>
                  <a:pt x="469659" y="150067"/>
                </a:cubicBezTo>
                <a:cubicBezTo>
                  <a:pt x="466255" y="150067"/>
                  <a:pt x="463546" y="148886"/>
                  <a:pt x="461531" y="146524"/>
                </a:cubicBezTo>
                <a:cubicBezTo>
                  <a:pt x="459516" y="144162"/>
                  <a:pt x="458474" y="140132"/>
                  <a:pt x="458404" y="134435"/>
                </a:cubicBezTo>
                <a:moveTo>
                  <a:pt x="458404" y="127603"/>
                </a:moveTo>
                <a:lnTo>
                  <a:pt x="458404" y="91395"/>
                </a:lnTo>
                <a:cubicBezTo>
                  <a:pt x="447914" y="95544"/>
                  <a:pt x="441140" y="98484"/>
                  <a:pt x="438083" y="100214"/>
                </a:cubicBezTo>
                <a:cubicBezTo>
                  <a:pt x="432594" y="103258"/>
                  <a:pt x="428669" y="106440"/>
                  <a:pt x="426307" y="109759"/>
                </a:cubicBezTo>
                <a:cubicBezTo>
                  <a:pt x="423945" y="113079"/>
                  <a:pt x="422764" y="116710"/>
                  <a:pt x="422764" y="120653"/>
                </a:cubicBezTo>
                <a:cubicBezTo>
                  <a:pt x="422764" y="125633"/>
                  <a:pt x="424257" y="129766"/>
                  <a:pt x="427245" y="133051"/>
                </a:cubicBezTo>
                <a:cubicBezTo>
                  <a:pt x="430232" y="136336"/>
                  <a:pt x="433671" y="137978"/>
                  <a:pt x="437562" y="137978"/>
                </a:cubicBezTo>
                <a:cubicBezTo>
                  <a:pt x="442842" y="137978"/>
                  <a:pt x="449789" y="134520"/>
                  <a:pt x="458404" y="127603"/>
                </a:cubicBezTo>
                <a:close/>
                <a:moveTo>
                  <a:pt x="527044" y="21259"/>
                </a:moveTo>
                <a:lnTo>
                  <a:pt x="527044" y="52732"/>
                </a:lnTo>
                <a:lnTo>
                  <a:pt x="549345" y="52732"/>
                </a:lnTo>
                <a:lnTo>
                  <a:pt x="549345" y="60027"/>
                </a:lnTo>
                <a:lnTo>
                  <a:pt x="527044" y="60027"/>
                </a:lnTo>
                <a:lnTo>
                  <a:pt x="527044" y="121845"/>
                </a:lnTo>
                <a:cubicBezTo>
                  <a:pt x="527044" y="128022"/>
                  <a:pt x="527929" y="132186"/>
                  <a:pt x="529701" y="134337"/>
                </a:cubicBezTo>
                <a:cubicBezTo>
                  <a:pt x="531473" y="136487"/>
                  <a:pt x="533748" y="137561"/>
                  <a:pt x="536527" y="137561"/>
                </a:cubicBezTo>
                <a:cubicBezTo>
                  <a:pt x="538820" y="137561"/>
                  <a:pt x="541043" y="136849"/>
                  <a:pt x="543197" y="135425"/>
                </a:cubicBezTo>
                <a:cubicBezTo>
                  <a:pt x="545350" y="134001"/>
                  <a:pt x="547018" y="131899"/>
                  <a:pt x="548199" y="129120"/>
                </a:cubicBezTo>
                <a:lnTo>
                  <a:pt x="552263" y="129120"/>
                </a:lnTo>
                <a:cubicBezTo>
                  <a:pt x="549831" y="135948"/>
                  <a:pt x="546392" y="141112"/>
                  <a:pt x="541946" y="144612"/>
                </a:cubicBezTo>
                <a:cubicBezTo>
                  <a:pt x="537500" y="148110"/>
                  <a:pt x="532914" y="149859"/>
                  <a:pt x="528190" y="149859"/>
                </a:cubicBezTo>
                <a:cubicBezTo>
                  <a:pt x="524994" y="149859"/>
                  <a:pt x="521868" y="148972"/>
                  <a:pt x="518811" y="147198"/>
                </a:cubicBezTo>
                <a:cubicBezTo>
                  <a:pt x="515754" y="145424"/>
                  <a:pt x="513496" y="142886"/>
                  <a:pt x="512037" y="139584"/>
                </a:cubicBezTo>
                <a:cubicBezTo>
                  <a:pt x="510578" y="136279"/>
                  <a:pt x="509848" y="131184"/>
                  <a:pt x="509848" y="124297"/>
                </a:cubicBezTo>
                <a:lnTo>
                  <a:pt x="509848" y="60027"/>
                </a:lnTo>
                <a:lnTo>
                  <a:pt x="494737" y="60027"/>
                </a:lnTo>
                <a:lnTo>
                  <a:pt x="494737" y="56588"/>
                </a:lnTo>
                <a:cubicBezTo>
                  <a:pt x="498559" y="55055"/>
                  <a:pt x="502467" y="52459"/>
                  <a:pt x="506461" y="48801"/>
                </a:cubicBezTo>
                <a:cubicBezTo>
                  <a:pt x="510456" y="45143"/>
                  <a:pt x="514017" y="40805"/>
                  <a:pt x="517143" y="35787"/>
                </a:cubicBezTo>
                <a:cubicBezTo>
                  <a:pt x="518741" y="33141"/>
                  <a:pt x="520964" y="28298"/>
                  <a:pt x="523813" y="21259"/>
                </a:cubicBezTo>
                <a:lnTo>
                  <a:pt x="527044" y="21259"/>
                </a:ln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Risk">
            <a:extLst xmlns:a="http://schemas.openxmlformats.org/drawingml/2006/main">
              <a:ext uri="{FF2B5EF4-FFF2-40B4-BE49-F238E27FC236}">
                <a16:creationId xmlns:a16="http://schemas.microsoft.com/office/drawing/2014/main" id="{75E16E92-A180-4676-9EB8-4A344D53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0680" y="1536854"/>
            <a:ext cx="390005" cy="151109"/>
          </a:xfrm>
          <a:custGeom xmlns:a="http://schemas.openxmlformats.org/drawingml/2006/main">
            <a:pathLst>
              <a:path w="390005" h="151109">
                <a:moveTo>
                  <a:pt x="140584" y="148191"/>
                </a:moveTo>
                <a:lnTo>
                  <a:pt x="102858" y="148191"/>
                </a:lnTo>
                <a:lnTo>
                  <a:pt x="55025" y="81912"/>
                </a:lnTo>
                <a:cubicBezTo>
                  <a:pt x="51481" y="82050"/>
                  <a:pt x="48598" y="82120"/>
                  <a:pt x="46375" y="82120"/>
                </a:cubicBezTo>
                <a:cubicBezTo>
                  <a:pt x="45472" y="82120"/>
                  <a:pt x="44499" y="82103"/>
                  <a:pt x="43457" y="82068"/>
                </a:cubicBezTo>
                <a:cubicBezTo>
                  <a:pt x="42415" y="82033"/>
                  <a:pt x="41338" y="81981"/>
                  <a:pt x="40226" y="81912"/>
                </a:cubicBezTo>
                <a:lnTo>
                  <a:pt x="40226" y="123108"/>
                </a:lnTo>
                <a:cubicBezTo>
                  <a:pt x="40226" y="132032"/>
                  <a:pt x="41199" y="137573"/>
                  <a:pt x="43144" y="139734"/>
                </a:cubicBezTo>
                <a:cubicBezTo>
                  <a:pt x="45784" y="142801"/>
                  <a:pt x="49744" y="144335"/>
                  <a:pt x="55025" y="144335"/>
                </a:cubicBezTo>
                <a:lnTo>
                  <a:pt x="60548" y="144335"/>
                </a:lnTo>
                <a:lnTo>
                  <a:pt x="60548" y="148191"/>
                </a:lnTo>
                <a:lnTo>
                  <a:pt x="0" y="148191"/>
                </a:lnTo>
                <a:lnTo>
                  <a:pt x="0" y="144335"/>
                </a:lnTo>
                <a:lnTo>
                  <a:pt x="5315" y="144335"/>
                </a:lnTo>
                <a:cubicBezTo>
                  <a:pt x="11290" y="144335"/>
                  <a:pt x="15562" y="142390"/>
                  <a:pt x="18133" y="138499"/>
                </a:cubicBezTo>
                <a:cubicBezTo>
                  <a:pt x="19592" y="136346"/>
                  <a:pt x="20322" y="131239"/>
                  <a:pt x="20322" y="123180"/>
                </a:cubicBezTo>
                <a:lnTo>
                  <a:pt x="20322" y="31889"/>
                </a:lnTo>
                <a:cubicBezTo>
                  <a:pt x="20322" y="22996"/>
                  <a:pt x="19349" y="17473"/>
                  <a:pt x="17404" y="15319"/>
                </a:cubicBezTo>
                <a:cubicBezTo>
                  <a:pt x="14694" y="12262"/>
                  <a:pt x="10664" y="10734"/>
                  <a:pt x="5315" y="10734"/>
                </a:cubicBezTo>
                <a:lnTo>
                  <a:pt x="0" y="10734"/>
                </a:lnTo>
                <a:lnTo>
                  <a:pt x="0" y="6878"/>
                </a:lnTo>
                <a:lnTo>
                  <a:pt x="51481" y="6878"/>
                </a:lnTo>
                <a:cubicBezTo>
                  <a:pt x="66488" y="6878"/>
                  <a:pt x="77552" y="7969"/>
                  <a:pt x="84673" y="10151"/>
                </a:cubicBezTo>
                <a:cubicBezTo>
                  <a:pt x="91794" y="12333"/>
                  <a:pt x="97839" y="16352"/>
                  <a:pt x="102806" y="22207"/>
                </a:cubicBezTo>
                <a:cubicBezTo>
                  <a:pt x="107774" y="28060"/>
                  <a:pt x="110258" y="35040"/>
                  <a:pt x="110258" y="43144"/>
                </a:cubicBezTo>
                <a:cubicBezTo>
                  <a:pt x="110258" y="51803"/>
                  <a:pt x="107426" y="59319"/>
                  <a:pt x="101764" y="65693"/>
                </a:cubicBezTo>
                <a:cubicBezTo>
                  <a:pt x="96102" y="72066"/>
                  <a:pt x="87331" y="76568"/>
                  <a:pt x="75450" y="79202"/>
                </a:cubicBezTo>
                <a:lnTo>
                  <a:pt x="104630" y="119871"/>
                </a:lnTo>
                <a:cubicBezTo>
                  <a:pt x="111300" y="129211"/>
                  <a:pt x="117031" y="135415"/>
                  <a:pt x="121825" y="138483"/>
                </a:cubicBezTo>
                <a:cubicBezTo>
                  <a:pt x="126619" y="141549"/>
                  <a:pt x="132872" y="143499"/>
                  <a:pt x="140584" y="144335"/>
                </a:cubicBezTo>
                <a:lnTo>
                  <a:pt x="140584" y="148191"/>
                </a:lnTo>
                <a:moveTo>
                  <a:pt x="40226" y="75555"/>
                </a:moveTo>
                <a:cubicBezTo>
                  <a:pt x="41546" y="75555"/>
                  <a:pt x="42693" y="75572"/>
                  <a:pt x="43665" y="75607"/>
                </a:cubicBezTo>
                <a:cubicBezTo>
                  <a:pt x="44638" y="75641"/>
                  <a:pt x="45437" y="75659"/>
                  <a:pt x="46062" y="75659"/>
                </a:cubicBezTo>
                <a:cubicBezTo>
                  <a:pt x="59540" y="75659"/>
                  <a:pt x="69701" y="72741"/>
                  <a:pt x="76545" y="66905"/>
                </a:cubicBezTo>
                <a:cubicBezTo>
                  <a:pt x="83388" y="61069"/>
                  <a:pt x="86810" y="53635"/>
                  <a:pt x="86810" y="44603"/>
                </a:cubicBezTo>
                <a:cubicBezTo>
                  <a:pt x="86810" y="35780"/>
                  <a:pt x="84048" y="28607"/>
                  <a:pt x="78525" y="23083"/>
                </a:cubicBezTo>
                <a:cubicBezTo>
                  <a:pt x="73001" y="17560"/>
                  <a:pt x="65689" y="14798"/>
                  <a:pt x="56588" y="14798"/>
                </a:cubicBezTo>
                <a:cubicBezTo>
                  <a:pt x="52558" y="14798"/>
                  <a:pt x="47104" y="15458"/>
                  <a:pt x="40226" y="16778"/>
                </a:cubicBezTo>
                <a:lnTo>
                  <a:pt x="40226" y="75555"/>
                </a:lnTo>
                <a:close/>
                <a:moveTo>
                  <a:pt x="169813" y="0"/>
                </a:moveTo>
                <a:cubicBezTo>
                  <a:pt x="172731" y="0"/>
                  <a:pt x="175215" y="1030"/>
                  <a:pt x="177264" y="3091"/>
                </a:cubicBezTo>
                <a:cubicBezTo>
                  <a:pt x="179314" y="5149"/>
                  <a:pt x="180339" y="7644"/>
                  <a:pt x="180339" y="10578"/>
                </a:cubicBezTo>
                <a:cubicBezTo>
                  <a:pt x="180339" y="13511"/>
                  <a:pt x="179314" y="16025"/>
                  <a:pt x="177264" y="18120"/>
                </a:cubicBezTo>
                <a:cubicBezTo>
                  <a:pt x="175215" y="20213"/>
                  <a:pt x="172731" y="21259"/>
                  <a:pt x="169813" y="21259"/>
                </a:cubicBezTo>
                <a:cubicBezTo>
                  <a:pt x="166895" y="21259"/>
                  <a:pt x="164394" y="20213"/>
                  <a:pt x="162310" y="18120"/>
                </a:cubicBezTo>
                <a:cubicBezTo>
                  <a:pt x="160225" y="16025"/>
                  <a:pt x="159183" y="13511"/>
                  <a:pt x="159183" y="10578"/>
                </a:cubicBezTo>
                <a:cubicBezTo>
                  <a:pt x="159183" y="7644"/>
                  <a:pt x="160208" y="5149"/>
                  <a:pt x="162258" y="3091"/>
                </a:cubicBezTo>
                <a:cubicBezTo>
                  <a:pt x="164307" y="1030"/>
                  <a:pt x="166826" y="0"/>
                  <a:pt x="169813" y="0"/>
                </a:cubicBezTo>
                <a:moveTo>
                  <a:pt x="178463" y="50022"/>
                </a:moveTo>
                <a:lnTo>
                  <a:pt x="178463" y="126554"/>
                </a:lnTo>
                <a:cubicBezTo>
                  <a:pt x="178463" y="132516"/>
                  <a:pt x="178897" y="136485"/>
                  <a:pt x="179765" y="138460"/>
                </a:cubicBezTo>
                <a:cubicBezTo>
                  <a:pt x="180634" y="140436"/>
                  <a:pt x="181919" y="141909"/>
                  <a:pt x="183621" y="142880"/>
                </a:cubicBezTo>
                <a:cubicBezTo>
                  <a:pt x="185323" y="143850"/>
                  <a:pt x="188433" y="144335"/>
                  <a:pt x="192948" y="144335"/>
                </a:cubicBezTo>
                <a:lnTo>
                  <a:pt x="192948" y="148191"/>
                </a:lnTo>
                <a:lnTo>
                  <a:pt x="146574" y="148191"/>
                </a:lnTo>
                <a:lnTo>
                  <a:pt x="146574" y="144335"/>
                </a:lnTo>
                <a:cubicBezTo>
                  <a:pt x="151228" y="144335"/>
                  <a:pt x="154355" y="143885"/>
                  <a:pt x="155953" y="142984"/>
                </a:cubicBezTo>
                <a:cubicBezTo>
                  <a:pt x="157551" y="142083"/>
                  <a:pt x="158819" y="140592"/>
                  <a:pt x="159757" y="138512"/>
                </a:cubicBezTo>
                <a:cubicBezTo>
                  <a:pt x="160694" y="136432"/>
                  <a:pt x="161163" y="132446"/>
                  <a:pt x="161163" y="126554"/>
                </a:cubicBezTo>
                <a:lnTo>
                  <a:pt x="161163" y="89848"/>
                </a:lnTo>
                <a:cubicBezTo>
                  <a:pt x="161163" y="79518"/>
                  <a:pt x="160851" y="72829"/>
                  <a:pt x="160225" y="69780"/>
                </a:cubicBezTo>
                <a:cubicBezTo>
                  <a:pt x="159739" y="67562"/>
                  <a:pt x="158975" y="66019"/>
                  <a:pt x="157933" y="65153"/>
                </a:cubicBezTo>
                <a:cubicBezTo>
                  <a:pt x="156891" y="64286"/>
                  <a:pt x="155466" y="63853"/>
                  <a:pt x="153660" y="63853"/>
                </a:cubicBezTo>
                <a:cubicBezTo>
                  <a:pt x="151715" y="63853"/>
                  <a:pt x="149353" y="64373"/>
                  <a:pt x="146574" y="65413"/>
                </a:cubicBezTo>
                <a:lnTo>
                  <a:pt x="145115" y="61668"/>
                </a:lnTo>
                <a:lnTo>
                  <a:pt x="173877" y="50022"/>
                </a:lnTo>
                <a:lnTo>
                  <a:pt x="178463" y="50022"/>
                </a:lnTo>
                <a:close/>
                <a:moveTo>
                  <a:pt x="266771" y="50022"/>
                </a:moveTo>
                <a:lnTo>
                  <a:pt x="266771" y="82328"/>
                </a:lnTo>
                <a:lnTo>
                  <a:pt x="263332" y="82328"/>
                </a:lnTo>
                <a:cubicBezTo>
                  <a:pt x="260692" y="72196"/>
                  <a:pt x="257305" y="65304"/>
                  <a:pt x="253172" y="61652"/>
                </a:cubicBezTo>
                <a:cubicBezTo>
                  <a:pt x="249038" y="57998"/>
                  <a:pt x="243775" y="56171"/>
                  <a:pt x="237383" y="56171"/>
                </a:cubicBezTo>
                <a:cubicBezTo>
                  <a:pt x="232520" y="56171"/>
                  <a:pt x="228595" y="57455"/>
                  <a:pt x="225607" y="60024"/>
                </a:cubicBezTo>
                <a:cubicBezTo>
                  <a:pt x="222620" y="62590"/>
                  <a:pt x="221126" y="65435"/>
                  <a:pt x="221126" y="68559"/>
                </a:cubicBezTo>
                <a:cubicBezTo>
                  <a:pt x="221126" y="72446"/>
                  <a:pt x="222238" y="75776"/>
                  <a:pt x="224461" y="78551"/>
                </a:cubicBezTo>
                <a:cubicBezTo>
                  <a:pt x="226615" y="81397"/>
                  <a:pt x="230991" y="84416"/>
                  <a:pt x="237592" y="87607"/>
                </a:cubicBezTo>
                <a:lnTo>
                  <a:pt x="252807" y="95000"/>
                </a:lnTo>
                <a:cubicBezTo>
                  <a:pt x="266910" y="101869"/>
                  <a:pt x="273962" y="110926"/>
                  <a:pt x="273962" y="122170"/>
                </a:cubicBezTo>
                <a:cubicBezTo>
                  <a:pt x="273962" y="130844"/>
                  <a:pt x="270679" y="137836"/>
                  <a:pt x="264114" y="143147"/>
                </a:cubicBezTo>
                <a:cubicBezTo>
                  <a:pt x="257548" y="148455"/>
                  <a:pt x="250201" y="151109"/>
                  <a:pt x="242073" y="151109"/>
                </a:cubicBezTo>
                <a:cubicBezTo>
                  <a:pt x="236237" y="151109"/>
                  <a:pt x="229567" y="150067"/>
                  <a:pt x="222064" y="147983"/>
                </a:cubicBezTo>
                <a:cubicBezTo>
                  <a:pt x="219771" y="147288"/>
                  <a:pt x="217895" y="146941"/>
                  <a:pt x="216436" y="146941"/>
                </a:cubicBezTo>
                <a:cubicBezTo>
                  <a:pt x="214838" y="146941"/>
                  <a:pt x="213588" y="147844"/>
                  <a:pt x="212685" y="149650"/>
                </a:cubicBezTo>
                <a:lnTo>
                  <a:pt x="209246" y="149650"/>
                </a:lnTo>
                <a:lnTo>
                  <a:pt x="209246" y="115468"/>
                </a:lnTo>
                <a:lnTo>
                  <a:pt x="212685" y="115468"/>
                </a:lnTo>
                <a:cubicBezTo>
                  <a:pt x="214630" y="125229"/>
                  <a:pt x="218347" y="132585"/>
                  <a:pt x="223836" y="137535"/>
                </a:cubicBezTo>
                <a:cubicBezTo>
                  <a:pt x="229324" y="142485"/>
                  <a:pt x="235473" y="144961"/>
                  <a:pt x="242281" y="144961"/>
                </a:cubicBezTo>
                <a:cubicBezTo>
                  <a:pt x="247075" y="144961"/>
                  <a:pt x="250983" y="143556"/>
                  <a:pt x="254005" y="140746"/>
                </a:cubicBezTo>
                <a:cubicBezTo>
                  <a:pt x="257027" y="137935"/>
                  <a:pt x="258539" y="134551"/>
                  <a:pt x="258539" y="130595"/>
                </a:cubicBezTo>
                <a:cubicBezTo>
                  <a:pt x="258539" y="125806"/>
                  <a:pt x="256854" y="121781"/>
                  <a:pt x="253484" y="118520"/>
                </a:cubicBezTo>
                <a:cubicBezTo>
                  <a:pt x="250115" y="115259"/>
                  <a:pt x="243393" y="111130"/>
                  <a:pt x="233319" y="106135"/>
                </a:cubicBezTo>
                <a:cubicBezTo>
                  <a:pt x="223245" y="101137"/>
                  <a:pt x="216645" y="96625"/>
                  <a:pt x="213518" y="92600"/>
                </a:cubicBezTo>
                <a:cubicBezTo>
                  <a:pt x="210392" y="88644"/>
                  <a:pt x="208829" y="83647"/>
                  <a:pt x="208829" y="77609"/>
                </a:cubicBezTo>
                <a:cubicBezTo>
                  <a:pt x="208829" y="69767"/>
                  <a:pt x="211521" y="63210"/>
                  <a:pt x="216905" y="57936"/>
                </a:cubicBezTo>
                <a:cubicBezTo>
                  <a:pt x="222290" y="52660"/>
                  <a:pt x="229255" y="50022"/>
                  <a:pt x="237800" y="50022"/>
                </a:cubicBezTo>
                <a:cubicBezTo>
                  <a:pt x="241552" y="50022"/>
                  <a:pt x="246102" y="50821"/>
                  <a:pt x="251452" y="52419"/>
                </a:cubicBezTo>
                <a:cubicBezTo>
                  <a:pt x="254995" y="53461"/>
                  <a:pt x="257357" y="53982"/>
                  <a:pt x="258539" y="53982"/>
                </a:cubicBezTo>
                <a:cubicBezTo>
                  <a:pt x="259650" y="53982"/>
                  <a:pt x="260519" y="53739"/>
                  <a:pt x="261144" y="53253"/>
                </a:cubicBezTo>
                <a:cubicBezTo>
                  <a:pt x="261769" y="52767"/>
                  <a:pt x="262499" y="51690"/>
                  <a:pt x="263332" y="50022"/>
                </a:cubicBezTo>
                <a:lnTo>
                  <a:pt x="266771" y="50022"/>
                </a:lnTo>
                <a:close/>
                <a:moveTo>
                  <a:pt x="316951" y="0"/>
                </a:moveTo>
                <a:lnTo>
                  <a:pt x="316951" y="94938"/>
                </a:lnTo>
                <a:lnTo>
                  <a:pt x="341233" y="72845"/>
                </a:lnTo>
                <a:cubicBezTo>
                  <a:pt x="346374" y="68121"/>
                  <a:pt x="349361" y="65133"/>
                  <a:pt x="350195" y="63883"/>
                </a:cubicBezTo>
                <a:cubicBezTo>
                  <a:pt x="350751" y="63049"/>
                  <a:pt x="351029" y="62215"/>
                  <a:pt x="351029" y="61382"/>
                </a:cubicBezTo>
                <a:cubicBezTo>
                  <a:pt x="351029" y="59992"/>
                  <a:pt x="350456" y="58794"/>
                  <a:pt x="349309" y="57786"/>
                </a:cubicBezTo>
                <a:cubicBezTo>
                  <a:pt x="348163" y="56779"/>
                  <a:pt x="346270" y="56206"/>
                  <a:pt x="343630" y="56067"/>
                </a:cubicBezTo>
                <a:lnTo>
                  <a:pt x="343630" y="52732"/>
                </a:lnTo>
                <a:lnTo>
                  <a:pt x="385106" y="52732"/>
                </a:lnTo>
                <a:lnTo>
                  <a:pt x="385106" y="56067"/>
                </a:lnTo>
                <a:cubicBezTo>
                  <a:pt x="379410" y="56206"/>
                  <a:pt x="374668" y="57074"/>
                  <a:pt x="370881" y="58672"/>
                </a:cubicBezTo>
                <a:cubicBezTo>
                  <a:pt x="367095" y="60270"/>
                  <a:pt x="362944" y="63118"/>
                  <a:pt x="358428" y="67217"/>
                </a:cubicBezTo>
                <a:lnTo>
                  <a:pt x="333938" y="89832"/>
                </a:lnTo>
                <a:lnTo>
                  <a:pt x="358428" y="120724"/>
                </a:lnTo>
                <a:cubicBezTo>
                  <a:pt x="365237" y="129253"/>
                  <a:pt x="369822" y="134661"/>
                  <a:pt x="372184" y="136949"/>
                </a:cubicBezTo>
                <a:cubicBezTo>
                  <a:pt x="375519" y="140208"/>
                  <a:pt x="378437" y="142324"/>
                  <a:pt x="380938" y="143296"/>
                </a:cubicBezTo>
                <a:cubicBezTo>
                  <a:pt x="382675" y="143989"/>
                  <a:pt x="385697" y="144335"/>
                  <a:pt x="390005" y="144335"/>
                </a:cubicBezTo>
                <a:lnTo>
                  <a:pt x="390005" y="148191"/>
                </a:lnTo>
                <a:lnTo>
                  <a:pt x="343630" y="148191"/>
                </a:lnTo>
                <a:lnTo>
                  <a:pt x="343630" y="144335"/>
                </a:lnTo>
                <a:cubicBezTo>
                  <a:pt x="346270" y="144266"/>
                  <a:pt x="348059" y="143867"/>
                  <a:pt x="348997" y="143140"/>
                </a:cubicBezTo>
                <a:cubicBezTo>
                  <a:pt x="349935" y="142411"/>
                  <a:pt x="350404" y="141388"/>
                  <a:pt x="350404" y="140072"/>
                </a:cubicBezTo>
                <a:cubicBezTo>
                  <a:pt x="350404" y="138477"/>
                  <a:pt x="349014" y="135911"/>
                  <a:pt x="346235" y="132377"/>
                </a:cubicBezTo>
                <a:lnTo>
                  <a:pt x="316951" y="95042"/>
                </a:lnTo>
                <a:lnTo>
                  <a:pt x="316951" y="126655"/>
                </a:lnTo>
                <a:cubicBezTo>
                  <a:pt x="316951" y="132825"/>
                  <a:pt x="317385" y="136882"/>
                  <a:pt x="318254" y="138825"/>
                </a:cubicBezTo>
                <a:cubicBezTo>
                  <a:pt x="319122" y="140766"/>
                  <a:pt x="320355" y="142152"/>
                  <a:pt x="321953" y="142984"/>
                </a:cubicBezTo>
                <a:cubicBezTo>
                  <a:pt x="323551" y="143815"/>
                  <a:pt x="327025" y="144266"/>
                  <a:pt x="332375" y="144335"/>
                </a:cubicBezTo>
                <a:lnTo>
                  <a:pt x="332375" y="148191"/>
                </a:lnTo>
                <a:lnTo>
                  <a:pt x="283811" y="148191"/>
                </a:lnTo>
                <a:lnTo>
                  <a:pt x="283811" y="144335"/>
                </a:lnTo>
                <a:cubicBezTo>
                  <a:pt x="288675" y="144335"/>
                  <a:pt x="292322" y="143745"/>
                  <a:pt x="294754" y="142564"/>
                </a:cubicBezTo>
                <a:cubicBezTo>
                  <a:pt x="296213" y="141802"/>
                  <a:pt x="297324" y="140622"/>
                  <a:pt x="298089" y="139024"/>
                </a:cubicBezTo>
                <a:cubicBezTo>
                  <a:pt x="299131" y="136733"/>
                  <a:pt x="299652" y="132776"/>
                  <a:pt x="299652" y="127153"/>
                </a:cubicBezTo>
                <a:lnTo>
                  <a:pt x="299652" y="40301"/>
                </a:lnTo>
                <a:cubicBezTo>
                  <a:pt x="299652" y="29263"/>
                  <a:pt x="299409" y="22512"/>
                  <a:pt x="298922" y="20048"/>
                </a:cubicBezTo>
                <a:cubicBezTo>
                  <a:pt x="298436" y="17582"/>
                  <a:pt x="297637" y="15881"/>
                  <a:pt x="296525" y="14945"/>
                </a:cubicBezTo>
                <a:cubicBezTo>
                  <a:pt x="295414" y="14007"/>
                  <a:pt x="293955" y="13538"/>
                  <a:pt x="292148" y="13538"/>
                </a:cubicBezTo>
                <a:cubicBezTo>
                  <a:pt x="290689" y="13538"/>
                  <a:pt x="288501" y="14128"/>
                  <a:pt x="285583" y="15310"/>
                </a:cubicBezTo>
                <a:lnTo>
                  <a:pt x="283811" y="11662"/>
                </a:lnTo>
                <a:lnTo>
                  <a:pt x="312157" y="0"/>
                </a:lnTo>
                <a:lnTo>
                  <a:pt x="316951" y="0"/>
                </a:ln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...">
            <a:extLst xmlns:a="http://schemas.openxmlformats.org/drawingml/2006/main">
              <a:ext uri="{FF2B5EF4-FFF2-40B4-BE49-F238E27FC236}">
                <a16:creationId xmlns:a16="http://schemas.microsoft.com/office/drawing/2014/main" id="{95224604-DD7F-49DD-BA14-E2B30A30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888" y="2620051"/>
            <a:ext cx="130184" cy="23135"/>
          </a:xfrm>
          <a:custGeom xmlns:a="http://schemas.openxmlformats.org/drawingml/2006/main">
            <a:pathLst>
              <a:path w="130184" h="23135">
                <a:moveTo>
                  <a:pt x="11568" y="0"/>
                </a:moveTo>
                <a:cubicBezTo>
                  <a:pt x="14833" y="0"/>
                  <a:pt x="17577" y="1129"/>
                  <a:pt x="19801" y="3387"/>
                </a:cubicBezTo>
                <a:cubicBezTo>
                  <a:pt x="22024" y="5645"/>
                  <a:pt x="23135" y="8372"/>
                  <a:pt x="23135" y="11568"/>
                </a:cubicBezTo>
                <a:cubicBezTo>
                  <a:pt x="23135" y="14764"/>
                  <a:pt x="22006" y="17490"/>
                  <a:pt x="19748" y="19748"/>
                </a:cubicBezTo>
                <a:cubicBezTo>
                  <a:pt x="17490" y="22006"/>
                  <a:pt x="14764" y="23135"/>
                  <a:pt x="11568" y="23135"/>
                </a:cubicBezTo>
                <a:cubicBezTo>
                  <a:pt x="8372" y="23135"/>
                  <a:pt x="5645" y="22006"/>
                  <a:pt x="3387" y="19748"/>
                </a:cubicBezTo>
                <a:cubicBezTo>
                  <a:pt x="1129" y="17490"/>
                  <a:pt x="0" y="14764"/>
                  <a:pt x="0" y="11568"/>
                </a:cubicBezTo>
                <a:cubicBezTo>
                  <a:pt x="0" y="8302"/>
                  <a:pt x="1129" y="5558"/>
                  <a:pt x="3387" y="3335"/>
                </a:cubicBezTo>
                <a:cubicBezTo>
                  <a:pt x="5645" y="1112"/>
                  <a:pt x="8372" y="0"/>
                  <a:pt x="11568" y="0"/>
                </a:cubicBezTo>
                <a:close/>
                <a:moveTo>
                  <a:pt x="65092" y="0"/>
                </a:moveTo>
                <a:cubicBezTo>
                  <a:pt x="68358" y="0"/>
                  <a:pt x="71102" y="1129"/>
                  <a:pt x="73325" y="3387"/>
                </a:cubicBezTo>
                <a:cubicBezTo>
                  <a:pt x="75548" y="5645"/>
                  <a:pt x="76660" y="8372"/>
                  <a:pt x="76660" y="11568"/>
                </a:cubicBezTo>
                <a:cubicBezTo>
                  <a:pt x="76660" y="14764"/>
                  <a:pt x="75531" y="17490"/>
                  <a:pt x="73273" y="19748"/>
                </a:cubicBezTo>
                <a:cubicBezTo>
                  <a:pt x="71015" y="22006"/>
                  <a:pt x="68288" y="23135"/>
                  <a:pt x="65092" y="23135"/>
                </a:cubicBezTo>
                <a:cubicBezTo>
                  <a:pt x="61896" y="23135"/>
                  <a:pt x="59170" y="22006"/>
                  <a:pt x="56912" y="19748"/>
                </a:cubicBezTo>
                <a:cubicBezTo>
                  <a:pt x="54654" y="17490"/>
                  <a:pt x="53525" y="14764"/>
                  <a:pt x="53525" y="11568"/>
                </a:cubicBezTo>
                <a:cubicBezTo>
                  <a:pt x="53525" y="8302"/>
                  <a:pt x="54654" y="5558"/>
                  <a:pt x="56912" y="3335"/>
                </a:cubicBezTo>
                <a:cubicBezTo>
                  <a:pt x="59170" y="1112"/>
                  <a:pt x="61896" y="0"/>
                  <a:pt x="65092" y="0"/>
                </a:cubicBezTo>
                <a:close/>
                <a:moveTo>
                  <a:pt x="118616" y="0"/>
                </a:moveTo>
                <a:cubicBezTo>
                  <a:pt x="121882" y="0"/>
                  <a:pt x="124626" y="1129"/>
                  <a:pt x="126849" y="3387"/>
                </a:cubicBezTo>
                <a:cubicBezTo>
                  <a:pt x="129072" y="5645"/>
                  <a:pt x="130184" y="8372"/>
                  <a:pt x="130184" y="11568"/>
                </a:cubicBezTo>
                <a:cubicBezTo>
                  <a:pt x="130184" y="14764"/>
                  <a:pt x="129055" y="17490"/>
                  <a:pt x="126797" y="19748"/>
                </a:cubicBezTo>
                <a:cubicBezTo>
                  <a:pt x="124539" y="22006"/>
                  <a:pt x="121812" y="23135"/>
                  <a:pt x="118616" y="23135"/>
                </a:cubicBezTo>
                <a:cubicBezTo>
                  <a:pt x="115420" y="23135"/>
                  <a:pt x="112693" y="22006"/>
                  <a:pt x="110435" y="19748"/>
                </a:cubicBezTo>
                <a:cubicBezTo>
                  <a:pt x="108177" y="17490"/>
                  <a:pt x="107049" y="14764"/>
                  <a:pt x="107049" y="11568"/>
                </a:cubicBezTo>
                <a:cubicBezTo>
                  <a:pt x="107049" y="8302"/>
                  <a:pt x="108177" y="5558"/>
                  <a:pt x="110435" y="3335"/>
                </a:cubicBezTo>
                <a:cubicBezTo>
                  <a:pt x="112693" y="1112"/>
                  <a:pt x="115420" y="0"/>
                  <a:pt x="118616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...">
            <a:extLst xmlns:a="http://schemas.openxmlformats.org/drawingml/2006/main">
              <a:ext uri="{FF2B5EF4-FFF2-40B4-BE49-F238E27FC236}">
                <a16:creationId xmlns:a16="http://schemas.microsoft.com/office/drawing/2014/main" id="{1063E327-7970-44FA-9558-08E460D8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506" y="2620051"/>
            <a:ext cx="130184" cy="23135"/>
          </a:xfrm>
          <a:custGeom xmlns:a="http://schemas.openxmlformats.org/drawingml/2006/main">
            <a:pathLst>
              <a:path w="130184" h="23135">
                <a:moveTo>
                  <a:pt x="11568" y="0"/>
                </a:moveTo>
                <a:cubicBezTo>
                  <a:pt x="14833" y="0"/>
                  <a:pt x="17577" y="1129"/>
                  <a:pt x="19801" y="3387"/>
                </a:cubicBezTo>
                <a:cubicBezTo>
                  <a:pt x="22024" y="5645"/>
                  <a:pt x="23135" y="8372"/>
                  <a:pt x="23135" y="11568"/>
                </a:cubicBezTo>
                <a:cubicBezTo>
                  <a:pt x="23135" y="14764"/>
                  <a:pt x="22006" y="17490"/>
                  <a:pt x="19748" y="19748"/>
                </a:cubicBezTo>
                <a:cubicBezTo>
                  <a:pt x="17490" y="22006"/>
                  <a:pt x="14764" y="23135"/>
                  <a:pt x="11568" y="23135"/>
                </a:cubicBezTo>
                <a:cubicBezTo>
                  <a:pt x="8372" y="23135"/>
                  <a:pt x="5645" y="22006"/>
                  <a:pt x="3387" y="19748"/>
                </a:cubicBezTo>
                <a:cubicBezTo>
                  <a:pt x="1129" y="17490"/>
                  <a:pt x="0" y="14764"/>
                  <a:pt x="0" y="11568"/>
                </a:cubicBezTo>
                <a:cubicBezTo>
                  <a:pt x="0" y="8302"/>
                  <a:pt x="1129" y="5558"/>
                  <a:pt x="3387" y="3335"/>
                </a:cubicBezTo>
                <a:cubicBezTo>
                  <a:pt x="5645" y="1112"/>
                  <a:pt x="8372" y="0"/>
                  <a:pt x="11568" y="0"/>
                </a:cubicBezTo>
                <a:close/>
                <a:moveTo>
                  <a:pt x="65092" y="0"/>
                </a:moveTo>
                <a:cubicBezTo>
                  <a:pt x="68357" y="0"/>
                  <a:pt x="71101" y="1129"/>
                  <a:pt x="73325" y="3387"/>
                </a:cubicBezTo>
                <a:cubicBezTo>
                  <a:pt x="75548" y="5645"/>
                  <a:pt x="76659" y="8372"/>
                  <a:pt x="76659" y="11568"/>
                </a:cubicBezTo>
                <a:cubicBezTo>
                  <a:pt x="76659" y="14764"/>
                  <a:pt x="75530" y="17490"/>
                  <a:pt x="73273" y="19748"/>
                </a:cubicBezTo>
                <a:cubicBezTo>
                  <a:pt x="71015" y="22006"/>
                  <a:pt x="68288" y="23135"/>
                  <a:pt x="65092" y="23135"/>
                </a:cubicBezTo>
                <a:cubicBezTo>
                  <a:pt x="61896" y="23135"/>
                  <a:pt x="59169" y="22006"/>
                  <a:pt x="56911" y="19748"/>
                </a:cubicBezTo>
                <a:cubicBezTo>
                  <a:pt x="54653" y="17490"/>
                  <a:pt x="53524" y="14764"/>
                  <a:pt x="53524" y="11568"/>
                </a:cubicBezTo>
                <a:cubicBezTo>
                  <a:pt x="53524" y="8302"/>
                  <a:pt x="54653" y="5558"/>
                  <a:pt x="56911" y="3335"/>
                </a:cubicBezTo>
                <a:cubicBezTo>
                  <a:pt x="59169" y="1112"/>
                  <a:pt x="61896" y="0"/>
                  <a:pt x="65092" y="0"/>
                </a:cubicBezTo>
                <a:close/>
                <a:moveTo>
                  <a:pt x="118616" y="0"/>
                </a:moveTo>
                <a:cubicBezTo>
                  <a:pt x="121882" y="0"/>
                  <a:pt x="124626" y="1129"/>
                  <a:pt x="126849" y="3387"/>
                </a:cubicBezTo>
                <a:cubicBezTo>
                  <a:pt x="129072" y="5645"/>
                  <a:pt x="130184" y="8372"/>
                  <a:pt x="130184" y="11568"/>
                </a:cubicBezTo>
                <a:cubicBezTo>
                  <a:pt x="130184" y="14764"/>
                  <a:pt x="129055" y="17490"/>
                  <a:pt x="126797" y="19748"/>
                </a:cubicBezTo>
                <a:cubicBezTo>
                  <a:pt x="124539" y="22006"/>
                  <a:pt x="121812" y="23135"/>
                  <a:pt x="118616" y="23135"/>
                </a:cubicBezTo>
                <a:cubicBezTo>
                  <a:pt x="115420" y="23135"/>
                  <a:pt x="112693" y="22006"/>
                  <a:pt x="110435" y="19748"/>
                </a:cubicBezTo>
                <a:cubicBezTo>
                  <a:pt x="108177" y="17490"/>
                  <a:pt x="107049" y="14764"/>
                  <a:pt x="107049" y="11568"/>
                </a:cubicBezTo>
                <a:cubicBezTo>
                  <a:pt x="107049" y="8302"/>
                  <a:pt x="108177" y="5558"/>
                  <a:pt x="110435" y="3335"/>
                </a:cubicBezTo>
                <a:cubicBezTo>
                  <a:pt x="112693" y="1112"/>
                  <a:pt x="115420" y="0"/>
                  <a:pt x="118616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75973D-AD70-4BBE-9C29-5B2B2A8F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3906" y="1482322"/>
            <a:ext cx="2449411" cy="1238421"/>
          </a:xfrm>
          <a:custGeom xmlns:a="http://schemas.openxmlformats.org/drawingml/2006/main">
            <a:pathLst>
              <a:path w="2449411" h="1238421">
                <a:moveTo>
                  <a:pt x="159904" y="0"/>
                </a:moveTo>
                <a:lnTo>
                  <a:pt x="119761" y="0"/>
                </a:lnTo>
                <a:lnTo>
                  <a:pt x="119761" y="13381"/>
                </a:lnTo>
                <a:lnTo>
                  <a:pt x="159904" y="13381"/>
                </a:lnTo>
                <a:lnTo>
                  <a:pt x="159904" y="0"/>
                </a:lnTo>
                <a:close/>
                <a:moveTo>
                  <a:pt x="52855" y="0"/>
                </a:moveTo>
                <a:lnTo>
                  <a:pt x="12712" y="0"/>
                </a:lnTo>
                <a:lnTo>
                  <a:pt x="12712" y="13381"/>
                </a:lnTo>
                <a:lnTo>
                  <a:pt x="52855" y="13381"/>
                </a:lnTo>
                <a:lnTo>
                  <a:pt x="52855" y="0"/>
                </a:lnTo>
                <a:close/>
                <a:moveTo>
                  <a:pt x="213429" y="0"/>
                </a:moveTo>
                <a:lnTo>
                  <a:pt x="173285" y="0"/>
                </a:lnTo>
                <a:lnTo>
                  <a:pt x="173285" y="13381"/>
                </a:lnTo>
                <a:lnTo>
                  <a:pt x="213429" y="13381"/>
                </a:lnTo>
                <a:lnTo>
                  <a:pt x="213429" y="0"/>
                </a:lnTo>
                <a:close/>
                <a:moveTo>
                  <a:pt x="266953" y="0"/>
                </a:moveTo>
                <a:lnTo>
                  <a:pt x="226810" y="0"/>
                </a:lnTo>
                <a:lnTo>
                  <a:pt x="226810" y="13381"/>
                </a:lnTo>
                <a:lnTo>
                  <a:pt x="266953" y="13381"/>
                </a:lnTo>
                <a:lnTo>
                  <a:pt x="266953" y="0"/>
                </a:lnTo>
                <a:close/>
                <a:moveTo>
                  <a:pt x="106380" y="0"/>
                </a:moveTo>
                <a:lnTo>
                  <a:pt x="66236" y="0"/>
                </a:lnTo>
                <a:lnTo>
                  <a:pt x="66236" y="13381"/>
                </a:lnTo>
                <a:lnTo>
                  <a:pt x="106380" y="13381"/>
                </a:lnTo>
                <a:lnTo>
                  <a:pt x="106380" y="0"/>
                </a:lnTo>
                <a:close/>
                <a:moveTo>
                  <a:pt x="0" y="14050"/>
                </a:moveTo>
                <a:lnTo>
                  <a:pt x="0" y="54193"/>
                </a:lnTo>
                <a:lnTo>
                  <a:pt x="13381" y="54193"/>
                </a:lnTo>
                <a:lnTo>
                  <a:pt x="13381" y="14050"/>
                </a:lnTo>
                <a:lnTo>
                  <a:pt x="0" y="14050"/>
                </a:lnTo>
                <a:close/>
                <a:moveTo>
                  <a:pt x="0" y="67575"/>
                </a:moveTo>
                <a:lnTo>
                  <a:pt x="0" y="107718"/>
                </a:lnTo>
                <a:lnTo>
                  <a:pt x="13381" y="107718"/>
                </a:lnTo>
                <a:lnTo>
                  <a:pt x="13381" y="67575"/>
                </a:lnTo>
                <a:lnTo>
                  <a:pt x="0" y="67575"/>
                </a:lnTo>
                <a:close/>
                <a:moveTo>
                  <a:pt x="0" y="121099"/>
                </a:moveTo>
                <a:lnTo>
                  <a:pt x="0" y="161242"/>
                </a:lnTo>
                <a:lnTo>
                  <a:pt x="13381" y="161242"/>
                </a:lnTo>
                <a:lnTo>
                  <a:pt x="13381" y="121099"/>
                </a:lnTo>
                <a:lnTo>
                  <a:pt x="0" y="121099"/>
                </a:lnTo>
                <a:close/>
                <a:moveTo>
                  <a:pt x="0" y="174623"/>
                </a:moveTo>
                <a:lnTo>
                  <a:pt x="0" y="214767"/>
                </a:lnTo>
                <a:lnTo>
                  <a:pt x="13381" y="214767"/>
                </a:lnTo>
                <a:lnTo>
                  <a:pt x="13381" y="174623"/>
                </a:lnTo>
                <a:lnTo>
                  <a:pt x="0" y="174623"/>
                </a:lnTo>
                <a:close/>
                <a:moveTo>
                  <a:pt x="0" y="228148"/>
                </a:moveTo>
                <a:lnTo>
                  <a:pt x="0" y="268291"/>
                </a:lnTo>
                <a:lnTo>
                  <a:pt x="13381" y="268291"/>
                </a:lnTo>
                <a:lnTo>
                  <a:pt x="13381" y="228148"/>
                </a:lnTo>
                <a:lnTo>
                  <a:pt x="0" y="228148"/>
                </a:lnTo>
                <a:close/>
                <a:moveTo>
                  <a:pt x="0" y="281672"/>
                </a:moveTo>
                <a:lnTo>
                  <a:pt x="0" y="321815"/>
                </a:lnTo>
                <a:lnTo>
                  <a:pt x="13381" y="321815"/>
                </a:lnTo>
                <a:lnTo>
                  <a:pt x="13381" y="281672"/>
                </a:lnTo>
                <a:lnTo>
                  <a:pt x="0" y="281672"/>
                </a:lnTo>
                <a:close/>
                <a:moveTo>
                  <a:pt x="0" y="335197"/>
                </a:moveTo>
                <a:lnTo>
                  <a:pt x="0" y="375340"/>
                </a:lnTo>
                <a:lnTo>
                  <a:pt x="13381" y="375340"/>
                </a:lnTo>
                <a:lnTo>
                  <a:pt x="13381" y="335197"/>
                </a:lnTo>
                <a:lnTo>
                  <a:pt x="0" y="335197"/>
                </a:lnTo>
                <a:close/>
                <a:moveTo>
                  <a:pt x="0" y="388721"/>
                </a:moveTo>
                <a:lnTo>
                  <a:pt x="0" y="428864"/>
                </a:lnTo>
                <a:lnTo>
                  <a:pt x="13381" y="428864"/>
                </a:lnTo>
                <a:lnTo>
                  <a:pt x="13381" y="388721"/>
                </a:lnTo>
                <a:lnTo>
                  <a:pt x="0" y="388721"/>
                </a:lnTo>
                <a:close/>
                <a:moveTo>
                  <a:pt x="0" y="442245"/>
                </a:moveTo>
                <a:lnTo>
                  <a:pt x="0" y="482389"/>
                </a:lnTo>
                <a:lnTo>
                  <a:pt x="13381" y="482389"/>
                </a:lnTo>
                <a:lnTo>
                  <a:pt x="13381" y="442245"/>
                </a:lnTo>
                <a:lnTo>
                  <a:pt x="0" y="442245"/>
                </a:lnTo>
                <a:close/>
                <a:moveTo>
                  <a:pt x="0" y="495770"/>
                </a:moveTo>
                <a:lnTo>
                  <a:pt x="0" y="535913"/>
                </a:lnTo>
                <a:lnTo>
                  <a:pt x="13381" y="535913"/>
                </a:lnTo>
                <a:lnTo>
                  <a:pt x="13381" y="495770"/>
                </a:lnTo>
                <a:lnTo>
                  <a:pt x="0" y="495770"/>
                </a:lnTo>
                <a:close/>
                <a:moveTo>
                  <a:pt x="0" y="589437"/>
                </a:moveTo>
                <a:lnTo>
                  <a:pt x="13381" y="589437"/>
                </a:lnTo>
                <a:lnTo>
                  <a:pt x="13381" y="549294"/>
                </a:lnTo>
                <a:lnTo>
                  <a:pt x="0" y="549294"/>
                </a:lnTo>
                <a:lnTo>
                  <a:pt x="0" y="589437"/>
                </a:lnTo>
                <a:close/>
                <a:moveTo>
                  <a:pt x="0" y="642962"/>
                </a:moveTo>
                <a:lnTo>
                  <a:pt x="13381" y="642962"/>
                </a:lnTo>
                <a:lnTo>
                  <a:pt x="13381" y="602819"/>
                </a:lnTo>
                <a:lnTo>
                  <a:pt x="0" y="602819"/>
                </a:lnTo>
                <a:lnTo>
                  <a:pt x="0" y="642962"/>
                </a:lnTo>
                <a:close/>
                <a:moveTo>
                  <a:pt x="0" y="656343"/>
                </a:moveTo>
                <a:lnTo>
                  <a:pt x="0" y="696486"/>
                </a:lnTo>
                <a:lnTo>
                  <a:pt x="13381" y="696486"/>
                </a:lnTo>
                <a:lnTo>
                  <a:pt x="13381" y="656343"/>
                </a:lnTo>
                <a:lnTo>
                  <a:pt x="0" y="656343"/>
                </a:lnTo>
                <a:close/>
                <a:moveTo>
                  <a:pt x="0" y="709867"/>
                </a:moveTo>
                <a:lnTo>
                  <a:pt x="0" y="750011"/>
                </a:lnTo>
                <a:lnTo>
                  <a:pt x="13381" y="750011"/>
                </a:lnTo>
                <a:lnTo>
                  <a:pt x="13381" y="709867"/>
                </a:lnTo>
                <a:lnTo>
                  <a:pt x="0" y="709867"/>
                </a:lnTo>
                <a:close/>
                <a:moveTo>
                  <a:pt x="0" y="763392"/>
                </a:moveTo>
                <a:lnTo>
                  <a:pt x="0" y="803535"/>
                </a:lnTo>
                <a:lnTo>
                  <a:pt x="13381" y="803535"/>
                </a:lnTo>
                <a:lnTo>
                  <a:pt x="13381" y="763392"/>
                </a:lnTo>
                <a:lnTo>
                  <a:pt x="0" y="763392"/>
                </a:lnTo>
                <a:close/>
                <a:moveTo>
                  <a:pt x="0" y="816916"/>
                </a:moveTo>
                <a:lnTo>
                  <a:pt x="0" y="857060"/>
                </a:lnTo>
                <a:lnTo>
                  <a:pt x="13381" y="857060"/>
                </a:lnTo>
                <a:lnTo>
                  <a:pt x="13381" y="816916"/>
                </a:lnTo>
                <a:lnTo>
                  <a:pt x="0" y="816916"/>
                </a:lnTo>
                <a:close/>
                <a:moveTo>
                  <a:pt x="0" y="870441"/>
                </a:moveTo>
                <a:lnTo>
                  <a:pt x="0" y="910584"/>
                </a:lnTo>
                <a:lnTo>
                  <a:pt x="13381" y="910584"/>
                </a:lnTo>
                <a:lnTo>
                  <a:pt x="13381" y="870441"/>
                </a:lnTo>
                <a:lnTo>
                  <a:pt x="0" y="870441"/>
                </a:lnTo>
                <a:close/>
                <a:moveTo>
                  <a:pt x="0" y="923965"/>
                </a:moveTo>
                <a:lnTo>
                  <a:pt x="0" y="964108"/>
                </a:lnTo>
                <a:lnTo>
                  <a:pt x="13381" y="964108"/>
                </a:lnTo>
                <a:lnTo>
                  <a:pt x="13381" y="923965"/>
                </a:lnTo>
                <a:lnTo>
                  <a:pt x="0" y="923965"/>
                </a:lnTo>
                <a:close/>
                <a:moveTo>
                  <a:pt x="0" y="977489"/>
                </a:moveTo>
                <a:lnTo>
                  <a:pt x="0" y="1017633"/>
                </a:lnTo>
                <a:lnTo>
                  <a:pt x="13381" y="1017633"/>
                </a:lnTo>
                <a:lnTo>
                  <a:pt x="13381" y="977489"/>
                </a:lnTo>
                <a:lnTo>
                  <a:pt x="0" y="977489"/>
                </a:lnTo>
                <a:close/>
                <a:moveTo>
                  <a:pt x="0" y="1071157"/>
                </a:moveTo>
                <a:lnTo>
                  <a:pt x="13381" y="1071157"/>
                </a:lnTo>
                <a:lnTo>
                  <a:pt x="13381" y="1031014"/>
                </a:lnTo>
                <a:lnTo>
                  <a:pt x="0" y="1031014"/>
                </a:lnTo>
                <a:lnTo>
                  <a:pt x="0" y="1071157"/>
                </a:lnTo>
                <a:close/>
                <a:moveTo>
                  <a:pt x="0" y="1124682"/>
                </a:moveTo>
                <a:lnTo>
                  <a:pt x="13381" y="1124682"/>
                </a:lnTo>
                <a:lnTo>
                  <a:pt x="13381" y="1084538"/>
                </a:lnTo>
                <a:lnTo>
                  <a:pt x="0" y="1084538"/>
                </a:lnTo>
                <a:lnTo>
                  <a:pt x="0" y="1124682"/>
                </a:lnTo>
                <a:close/>
                <a:moveTo>
                  <a:pt x="0" y="1138063"/>
                </a:moveTo>
                <a:lnTo>
                  <a:pt x="0" y="1178206"/>
                </a:lnTo>
                <a:lnTo>
                  <a:pt x="13381" y="1178206"/>
                </a:lnTo>
                <a:lnTo>
                  <a:pt x="13381" y="1138063"/>
                </a:lnTo>
                <a:lnTo>
                  <a:pt x="0" y="1138063"/>
                </a:lnTo>
                <a:close/>
                <a:moveTo>
                  <a:pt x="49510" y="1225040"/>
                </a:moveTo>
                <a:lnTo>
                  <a:pt x="13381" y="1225040"/>
                </a:lnTo>
                <a:lnTo>
                  <a:pt x="13381" y="1191587"/>
                </a:lnTo>
                <a:lnTo>
                  <a:pt x="0" y="1191587"/>
                </a:lnTo>
                <a:lnTo>
                  <a:pt x="0" y="1231730"/>
                </a:lnTo>
                <a:lnTo>
                  <a:pt x="9367" y="1231730"/>
                </a:lnTo>
                <a:lnTo>
                  <a:pt x="9367" y="1238421"/>
                </a:lnTo>
                <a:lnTo>
                  <a:pt x="49510" y="1238421"/>
                </a:lnTo>
                <a:lnTo>
                  <a:pt x="49510" y="1225040"/>
                </a:lnTo>
                <a:close/>
                <a:moveTo>
                  <a:pt x="116416" y="1238421"/>
                </a:moveTo>
                <a:lnTo>
                  <a:pt x="156559" y="1238421"/>
                </a:lnTo>
                <a:lnTo>
                  <a:pt x="156559" y="1225040"/>
                </a:lnTo>
                <a:lnTo>
                  <a:pt x="116416" y="1225040"/>
                </a:lnTo>
                <a:lnTo>
                  <a:pt x="116416" y="1238421"/>
                </a:lnTo>
                <a:close/>
                <a:moveTo>
                  <a:pt x="62891" y="1238421"/>
                </a:moveTo>
                <a:lnTo>
                  <a:pt x="103034" y="1238421"/>
                </a:lnTo>
                <a:lnTo>
                  <a:pt x="103034" y="1225040"/>
                </a:lnTo>
                <a:lnTo>
                  <a:pt x="62891" y="1225040"/>
                </a:lnTo>
                <a:lnTo>
                  <a:pt x="62891" y="1238421"/>
                </a:lnTo>
                <a:close/>
                <a:moveTo>
                  <a:pt x="169940" y="1238421"/>
                </a:moveTo>
                <a:lnTo>
                  <a:pt x="210083" y="1238421"/>
                </a:lnTo>
                <a:lnTo>
                  <a:pt x="210083" y="1225040"/>
                </a:lnTo>
                <a:lnTo>
                  <a:pt x="169940" y="1225040"/>
                </a:lnTo>
                <a:lnTo>
                  <a:pt x="169940" y="1238421"/>
                </a:lnTo>
                <a:close/>
                <a:moveTo>
                  <a:pt x="263608" y="1238421"/>
                </a:moveTo>
                <a:lnTo>
                  <a:pt x="263608" y="1225040"/>
                </a:lnTo>
                <a:lnTo>
                  <a:pt x="223464" y="1225040"/>
                </a:lnTo>
                <a:lnTo>
                  <a:pt x="223464" y="1238421"/>
                </a:lnTo>
                <a:lnTo>
                  <a:pt x="263608" y="1238421"/>
                </a:lnTo>
                <a:close/>
                <a:moveTo>
                  <a:pt x="317132" y="1238421"/>
                </a:moveTo>
                <a:lnTo>
                  <a:pt x="317132" y="1225040"/>
                </a:lnTo>
                <a:lnTo>
                  <a:pt x="276989" y="1225040"/>
                </a:lnTo>
                <a:lnTo>
                  <a:pt x="276989" y="1238421"/>
                </a:lnTo>
                <a:lnTo>
                  <a:pt x="317132" y="1238421"/>
                </a:lnTo>
                <a:close/>
                <a:moveTo>
                  <a:pt x="1230392" y="0"/>
                </a:moveTo>
                <a:lnTo>
                  <a:pt x="1190249" y="0"/>
                </a:lnTo>
                <a:lnTo>
                  <a:pt x="1190249" y="13381"/>
                </a:lnTo>
                <a:lnTo>
                  <a:pt x="1230392" y="13381"/>
                </a:lnTo>
                <a:lnTo>
                  <a:pt x="1230392" y="0"/>
                </a:lnTo>
                <a:close/>
                <a:moveTo>
                  <a:pt x="374002" y="0"/>
                </a:moveTo>
                <a:lnTo>
                  <a:pt x="333858" y="0"/>
                </a:lnTo>
                <a:lnTo>
                  <a:pt x="333858" y="13381"/>
                </a:lnTo>
                <a:lnTo>
                  <a:pt x="374002" y="13381"/>
                </a:lnTo>
                <a:lnTo>
                  <a:pt x="374002" y="0"/>
                </a:lnTo>
                <a:close/>
                <a:moveTo>
                  <a:pt x="427526" y="0"/>
                </a:moveTo>
                <a:lnTo>
                  <a:pt x="387383" y="0"/>
                </a:lnTo>
                <a:lnTo>
                  <a:pt x="387383" y="13381"/>
                </a:lnTo>
                <a:lnTo>
                  <a:pt x="427526" y="13381"/>
                </a:lnTo>
                <a:lnTo>
                  <a:pt x="427526" y="0"/>
                </a:lnTo>
                <a:close/>
                <a:moveTo>
                  <a:pt x="481051" y="0"/>
                </a:moveTo>
                <a:lnTo>
                  <a:pt x="440907" y="0"/>
                </a:lnTo>
                <a:lnTo>
                  <a:pt x="440907" y="13381"/>
                </a:lnTo>
                <a:lnTo>
                  <a:pt x="481051" y="13381"/>
                </a:lnTo>
                <a:lnTo>
                  <a:pt x="481051" y="0"/>
                </a:lnTo>
                <a:close/>
                <a:moveTo>
                  <a:pt x="534575" y="0"/>
                </a:moveTo>
                <a:lnTo>
                  <a:pt x="494432" y="0"/>
                </a:lnTo>
                <a:lnTo>
                  <a:pt x="494432" y="13381"/>
                </a:lnTo>
                <a:lnTo>
                  <a:pt x="534575" y="13381"/>
                </a:lnTo>
                <a:lnTo>
                  <a:pt x="534575" y="0"/>
                </a:lnTo>
                <a:close/>
                <a:moveTo>
                  <a:pt x="588099" y="0"/>
                </a:moveTo>
                <a:lnTo>
                  <a:pt x="547956" y="0"/>
                </a:lnTo>
                <a:lnTo>
                  <a:pt x="547956" y="13381"/>
                </a:lnTo>
                <a:lnTo>
                  <a:pt x="588099" y="13381"/>
                </a:lnTo>
                <a:lnTo>
                  <a:pt x="588099" y="0"/>
                </a:lnTo>
                <a:close/>
                <a:moveTo>
                  <a:pt x="641624" y="0"/>
                </a:moveTo>
                <a:lnTo>
                  <a:pt x="601480" y="0"/>
                </a:lnTo>
                <a:lnTo>
                  <a:pt x="601480" y="13381"/>
                </a:lnTo>
                <a:lnTo>
                  <a:pt x="641624" y="13381"/>
                </a:lnTo>
                <a:lnTo>
                  <a:pt x="641624" y="0"/>
                </a:lnTo>
                <a:close/>
                <a:moveTo>
                  <a:pt x="695148" y="0"/>
                </a:moveTo>
                <a:lnTo>
                  <a:pt x="655005" y="0"/>
                </a:lnTo>
                <a:lnTo>
                  <a:pt x="655005" y="13381"/>
                </a:lnTo>
                <a:lnTo>
                  <a:pt x="695148" y="13381"/>
                </a:lnTo>
                <a:lnTo>
                  <a:pt x="695148" y="0"/>
                </a:lnTo>
                <a:close/>
                <a:moveTo>
                  <a:pt x="748673" y="0"/>
                </a:moveTo>
                <a:lnTo>
                  <a:pt x="708529" y="0"/>
                </a:lnTo>
                <a:lnTo>
                  <a:pt x="708529" y="13381"/>
                </a:lnTo>
                <a:lnTo>
                  <a:pt x="748673" y="13381"/>
                </a:lnTo>
                <a:lnTo>
                  <a:pt x="748673" y="0"/>
                </a:lnTo>
                <a:close/>
                <a:moveTo>
                  <a:pt x="320477" y="0"/>
                </a:moveTo>
                <a:lnTo>
                  <a:pt x="280334" y="0"/>
                </a:lnTo>
                <a:lnTo>
                  <a:pt x="280334" y="13381"/>
                </a:lnTo>
                <a:lnTo>
                  <a:pt x="320477" y="13381"/>
                </a:lnTo>
                <a:lnTo>
                  <a:pt x="320477" y="0"/>
                </a:lnTo>
                <a:close/>
                <a:moveTo>
                  <a:pt x="802197" y="0"/>
                </a:moveTo>
                <a:lnTo>
                  <a:pt x="762054" y="0"/>
                </a:lnTo>
                <a:lnTo>
                  <a:pt x="762054" y="13381"/>
                </a:lnTo>
                <a:lnTo>
                  <a:pt x="802197" y="13381"/>
                </a:lnTo>
                <a:lnTo>
                  <a:pt x="802197" y="0"/>
                </a:lnTo>
                <a:close/>
                <a:moveTo>
                  <a:pt x="855721" y="0"/>
                </a:moveTo>
                <a:lnTo>
                  <a:pt x="815578" y="0"/>
                </a:lnTo>
                <a:lnTo>
                  <a:pt x="815578" y="13381"/>
                </a:lnTo>
                <a:lnTo>
                  <a:pt x="855721" y="13381"/>
                </a:lnTo>
                <a:lnTo>
                  <a:pt x="855721" y="0"/>
                </a:lnTo>
                <a:close/>
                <a:moveTo>
                  <a:pt x="909246" y="0"/>
                </a:moveTo>
                <a:lnTo>
                  <a:pt x="869103" y="0"/>
                </a:lnTo>
                <a:lnTo>
                  <a:pt x="869103" y="13381"/>
                </a:lnTo>
                <a:lnTo>
                  <a:pt x="909246" y="13381"/>
                </a:lnTo>
                <a:lnTo>
                  <a:pt x="909246" y="0"/>
                </a:lnTo>
                <a:close/>
                <a:moveTo>
                  <a:pt x="962770" y="0"/>
                </a:moveTo>
                <a:lnTo>
                  <a:pt x="922627" y="0"/>
                </a:lnTo>
                <a:lnTo>
                  <a:pt x="922627" y="13381"/>
                </a:lnTo>
                <a:lnTo>
                  <a:pt x="962770" y="13381"/>
                </a:lnTo>
                <a:lnTo>
                  <a:pt x="962770" y="0"/>
                </a:lnTo>
                <a:close/>
                <a:moveTo>
                  <a:pt x="1016295" y="0"/>
                </a:moveTo>
                <a:lnTo>
                  <a:pt x="976151" y="0"/>
                </a:lnTo>
                <a:lnTo>
                  <a:pt x="976151" y="13381"/>
                </a:lnTo>
                <a:lnTo>
                  <a:pt x="1016295" y="13381"/>
                </a:lnTo>
                <a:lnTo>
                  <a:pt x="1016295" y="0"/>
                </a:lnTo>
                <a:close/>
                <a:moveTo>
                  <a:pt x="1029676" y="0"/>
                </a:moveTo>
                <a:lnTo>
                  <a:pt x="1029676" y="13381"/>
                </a:lnTo>
                <a:lnTo>
                  <a:pt x="1069819" y="13381"/>
                </a:lnTo>
                <a:lnTo>
                  <a:pt x="1069819" y="0"/>
                </a:lnTo>
                <a:lnTo>
                  <a:pt x="1029676" y="0"/>
                </a:lnTo>
                <a:close/>
                <a:moveTo>
                  <a:pt x="1083200" y="0"/>
                </a:moveTo>
                <a:lnTo>
                  <a:pt x="1083200" y="13381"/>
                </a:lnTo>
                <a:lnTo>
                  <a:pt x="1123343" y="13381"/>
                </a:lnTo>
                <a:lnTo>
                  <a:pt x="1123343" y="0"/>
                </a:lnTo>
                <a:lnTo>
                  <a:pt x="1083200" y="0"/>
                </a:lnTo>
                <a:close/>
                <a:moveTo>
                  <a:pt x="1176868" y="0"/>
                </a:moveTo>
                <a:lnTo>
                  <a:pt x="1136725" y="0"/>
                </a:lnTo>
                <a:lnTo>
                  <a:pt x="1136725" y="13381"/>
                </a:lnTo>
                <a:lnTo>
                  <a:pt x="1176868" y="13381"/>
                </a:lnTo>
                <a:lnTo>
                  <a:pt x="1176868" y="0"/>
                </a:lnTo>
                <a:close/>
                <a:moveTo>
                  <a:pt x="330513" y="1238421"/>
                </a:moveTo>
                <a:lnTo>
                  <a:pt x="370656" y="1238421"/>
                </a:lnTo>
                <a:lnTo>
                  <a:pt x="370656" y="1225040"/>
                </a:lnTo>
                <a:lnTo>
                  <a:pt x="330513" y="1225040"/>
                </a:lnTo>
                <a:lnTo>
                  <a:pt x="330513" y="1238421"/>
                </a:lnTo>
                <a:close/>
                <a:moveTo>
                  <a:pt x="384038" y="1238421"/>
                </a:moveTo>
                <a:lnTo>
                  <a:pt x="424181" y="1238421"/>
                </a:lnTo>
                <a:lnTo>
                  <a:pt x="424181" y="1225040"/>
                </a:lnTo>
                <a:lnTo>
                  <a:pt x="384038" y="1225040"/>
                </a:lnTo>
                <a:lnTo>
                  <a:pt x="384038" y="1238421"/>
                </a:lnTo>
                <a:close/>
                <a:moveTo>
                  <a:pt x="437562" y="1238421"/>
                </a:moveTo>
                <a:lnTo>
                  <a:pt x="477705" y="1238421"/>
                </a:lnTo>
                <a:lnTo>
                  <a:pt x="477705" y="1225040"/>
                </a:lnTo>
                <a:lnTo>
                  <a:pt x="437562" y="1225040"/>
                </a:lnTo>
                <a:lnTo>
                  <a:pt x="437562" y="1238421"/>
                </a:lnTo>
                <a:close/>
                <a:moveTo>
                  <a:pt x="491086" y="1238421"/>
                </a:moveTo>
                <a:lnTo>
                  <a:pt x="531230" y="1238421"/>
                </a:lnTo>
                <a:lnTo>
                  <a:pt x="531230" y="1225040"/>
                </a:lnTo>
                <a:lnTo>
                  <a:pt x="491086" y="1225040"/>
                </a:lnTo>
                <a:lnTo>
                  <a:pt x="491086" y="1238421"/>
                </a:lnTo>
                <a:close/>
                <a:moveTo>
                  <a:pt x="544611" y="1238421"/>
                </a:moveTo>
                <a:lnTo>
                  <a:pt x="584754" y="1238421"/>
                </a:lnTo>
                <a:lnTo>
                  <a:pt x="584754" y="1225040"/>
                </a:lnTo>
                <a:lnTo>
                  <a:pt x="544611" y="1225040"/>
                </a:lnTo>
                <a:lnTo>
                  <a:pt x="544611" y="1238421"/>
                </a:lnTo>
                <a:close/>
                <a:moveTo>
                  <a:pt x="598135" y="1238421"/>
                </a:moveTo>
                <a:lnTo>
                  <a:pt x="638279" y="1238421"/>
                </a:lnTo>
                <a:lnTo>
                  <a:pt x="638279" y="1225040"/>
                </a:lnTo>
                <a:lnTo>
                  <a:pt x="598135" y="1225040"/>
                </a:lnTo>
                <a:lnTo>
                  <a:pt x="598135" y="1238421"/>
                </a:lnTo>
                <a:close/>
                <a:moveTo>
                  <a:pt x="691803" y="1238421"/>
                </a:moveTo>
                <a:lnTo>
                  <a:pt x="691803" y="1225040"/>
                </a:lnTo>
                <a:lnTo>
                  <a:pt x="651660" y="1225040"/>
                </a:lnTo>
                <a:lnTo>
                  <a:pt x="651660" y="1238421"/>
                </a:lnTo>
                <a:lnTo>
                  <a:pt x="691803" y="1238421"/>
                </a:lnTo>
                <a:close/>
                <a:moveTo>
                  <a:pt x="745327" y="1238421"/>
                </a:moveTo>
                <a:lnTo>
                  <a:pt x="745327" y="1225040"/>
                </a:lnTo>
                <a:lnTo>
                  <a:pt x="705184" y="1225040"/>
                </a:lnTo>
                <a:lnTo>
                  <a:pt x="705184" y="1238421"/>
                </a:lnTo>
                <a:lnTo>
                  <a:pt x="745327" y="1238421"/>
                </a:lnTo>
                <a:close/>
                <a:moveTo>
                  <a:pt x="812233" y="1238421"/>
                </a:moveTo>
                <a:lnTo>
                  <a:pt x="852376" y="1238421"/>
                </a:lnTo>
                <a:lnTo>
                  <a:pt x="852376" y="1225040"/>
                </a:lnTo>
                <a:lnTo>
                  <a:pt x="812233" y="1225040"/>
                </a:lnTo>
                <a:lnTo>
                  <a:pt x="812233" y="1238421"/>
                </a:lnTo>
                <a:close/>
                <a:moveTo>
                  <a:pt x="865757" y="1238421"/>
                </a:moveTo>
                <a:lnTo>
                  <a:pt x="905901" y="1238421"/>
                </a:lnTo>
                <a:lnTo>
                  <a:pt x="905901" y="1225040"/>
                </a:lnTo>
                <a:lnTo>
                  <a:pt x="865757" y="1225040"/>
                </a:lnTo>
                <a:lnTo>
                  <a:pt x="865757" y="1238421"/>
                </a:lnTo>
                <a:close/>
                <a:moveTo>
                  <a:pt x="919282" y="1238421"/>
                </a:moveTo>
                <a:lnTo>
                  <a:pt x="959425" y="1238421"/>
                </a:lnTo>
                <a:lnTo>
                  <a:pt x="959425" y="1225040"/>
                </a:lnTo>
                <a:lnTo>
                  <a:pt x="919282" y="1225040"/>
                </a:lnTo>
                <a:lnTo>
                  <a:pt x="919282" y="1238421"/>
                </a:lnTo>
                <a:close/>
                <a:moveTo>
                  <a:pt x="972806" y="1238421"/>
                </a:moveTo>
                <a:lnTo>
                  <a:pt x="1012949" y="1238421"/>
                </a:lnTo>
                <a:lnTo>
                  <a:pt x="1012949" y="1225040"/>
                </a:lnTo>
                <a:lnTo>
                  <a:pt x="972806" y="1225040"/>
                </a:lnTo>
                <a:lnTo>
                  <a:pt x="972806" y="1238421"/>
                </a:lnTo>
                <a:close/>
                <a:moveTo>
                  <a:pt x="1026330" y="1238421"/>
                </a:moveTo>
                <a:lnTo>
                  <a:pt x="1066474" y="1238421"/>
                </a:lnTo>
                <a:lnTo>
                  <a:pt x="1066474" y="1225040"/>
                </a:lnTo>
                <a:lnTo>
                  <a:pt x="1026330" y="1225040"/>
                </a:lnTo>
                <a:lnTo>
                  <a:pt x="1026330" y="1238421"/>
                </a:lnTo>
                <a:close/>
                <a:moveTo>
                  <a:pt x="1079855" y="1238421"/>
                </a:moveTo>
                <a:lnTo>
                  <a:pt x="1119998" y="1238421"/>
                </a:lnTo>
                <a:lnTo>
                  <a:pt x="1119998" y="1225040"/>
                </a:lnTo>
                <a:lnTo>
                  <a:pt x="1079855" y="1225040"/>
                </a:lnTo>
                <a:lnTo>
                  <a:pt x="1079855" y="1238421"/>
                </a:lnTo>
                <a:close/>
                <a:moveTo>
                  <a:pt x="1133379" y="1238421"/>
                </a:moveTo>
                <a:lnTo>
                  <a:pt x="1173523" y="1238421"/>
                </a:lnTo>
                <a:lnTo>
                  <a:pt x="1173523" y="1225040"/>
                </a:lnTo>
                <a:lnTo>
                  <a:pt x="1133379" y="1225040"/>
                </a:lnTo>
                <a:lnTo>
                  <a:pt x="1133379" y="1238421"/>
                </a:lnTo>
                <a:close/>
                <a:moveTo>
                  <a:pt x="1227047" y="1238421"/>
                </a:moveTo>
                <a:lnTo>
                  <a:pt x="1227047" y="1225040"/>
                </a:lnTo>
                <a:lnTo>
                  <a:pt x="1186904" y="1225040"/>
                </a:lnTo>
                <a:lnTo>
                  <a:pt x="1186904" y="1238421"/>
                </a:lnTo>
                <a:lnTo>
                  <a:pt x="1227047" y="1238421"/>
                </a:lnTo>
                <a:close/>
                <a:moveTo>
                  <a:pt x="798852" y="1238421"/>
                </a:moveTo>
                <a:lnTo>
                  <a:pt x="798852" y="1225040"/>
                </a:lnTo>
                <a:lnTo>
                  <a:pt x="758708" y="1225040"/>
                </a:lnTo>
                <a:lnTo>
                  <a:pt x="758708" y="1238421"/>
                </a:lnTo>
                <a:lnTo>
                  <a:pt x="798852" y="1238421"/>
                </a:lnTo>
                <a:close/>
                <a:moveTo>
                  <a:pt x="1712112" y="0"/>
                </a:moveTo>
                <a:lnTo>
                  <a:pt x="1671969" y="0"/>
                </a:lnTo>
                <a:lnTo>
                  <a:pt x="1671969" y="13381"/>
                </a:lnTo>
                <a:lnTo>
                  <a:pt x="1712112" y="13381"/>
                </a:lnTo>
                <a:lnTo>
                  <a:pt x="1712112" y="0"/>
                </a:lnTo>
                <a:close/>
                <a:moveTo>
                  <a:pt x="1283917" y="0"/>
                </a:moveTo>
                <a:lnTo>
                  <a:pt x="1243773" y="0"/>
                </a:lnTo>
                <a:lnTo>
                  <a:pt x="1243773" y="13381"/>
                </a:lnTo>
                <a:lnTo>
                  <a:pt x="1283917" y="13381"/>
                </a:lnTo>
                <a:lnTo>
                  <a:pt x="1283917" y="0"/>
                </a:lnTo>
                <a:close/>
                <a:moveTo>
                  <a:pt x="2140307" y="0"/>
                </a:moveTo>
                <a:lnTo>
                  <a:pt x="2100164" y="0"/>
                </a:lnTo>
                <a:lnTo>
                  <a:pt x="2100164" y="13381"/>
                </a:lnTo>
                <a:lnTo>
                  <a:pt x="2140307" y="13381"/>
                </a:lnTo>
                <a:lnTo>
                  <a:pt x="2140307" y="0"/>
                </a:lnTo>
                <a:close/>
                <a:moveTo>
                  <a:pt x="1337441" y="0"/>
                </a:moveTo>
                <a:lnTo>
                  <a:pt x="1297298" y="0"/>
                </a:lnTo>
                <a:lnTo>
                  <a:pt x="1297298" y="13381"/>
                </a:lnTo>
                <a:lnTo>
                  <a:pt x="1337441" y="13381"/>
                </a:lnTo>
                <a:lnTo>
                  <a:pt x="1337441" y="0"/>
                </a:lnTo>
                <a:close/>
                <a:moveTo>
                  <a:pt x="2086783" y="0"/>
                </a:moveTo>
                <a:lnTo>
                  <a:pt x="2046639" y="0"/>
                </a:lnTo>
                <a:lnTo>
                  <a:pt x="2046639" y="13381"/>
                </a:lnTo>
                <a:lnTo>
                  <a:pt x="2086783" y="13381"/>
                </a:lnTo>
                <a:lnTo>
                  <a:pt x="2086783" y="0"/>
                </a:lnTo>
                <a:close/>
                <a:moveTo>
                  <a:pt x="1390965" y="0"/>
                </a:moveTo>
                <a:lnTo>
                  <a:pt x="1350822" y="0"/>
                </a:lnTo>
                <a:lnTo>
                  <a:pt x="1350822" y="13381"/>
                </a:lnTo>
                <a:lnTo>
                  <a:pt x="1390965" y="13381"/>
                </a:lnTo>
                <a:lnTo>
                  <a:pt x="1390965" y="0"/>
                </a:lnTo>
                <a:close/>
                <a:moveTo>
                  <a:pt x="2033258" y="0"/>
                </a:moveTo>
                <a:lnTo>
                  <a:pt x="1993115" y="0"/>
                </a:lnTo>
                <a:lnTo>
                  <a:pt x="1993115" y="13381"/>
                </a:lnTo>
                <a:lnTo>
                  <a:pt x="2033258" y="13381"/>
                </a:lnTo>
                <a:lnTo>
                  <a:pt x="2033258" y="0"/>
                </a:lnTo>
                <a:close/>
                <a:moveTo>
                  <a:pt x="1444490" y="0"/>
                </a:moveTo>
                <a:lnTo>
                  <a:pt x="1404347" y="0"/>
                </a:lnTo>
                <a:lnTo>
                  <a:pt x="1404347" y="13381"/>
                </a:lnTo>
                <a:lnTo>
                  <a:pt x="1444490" y="13381"/>
                </a:lnTo>
                <a:lnTo>
                  <a:pt x="1444490" y="0"/>
                </a:lnTo>
                <a:close/>
                <a:moveTo>
                  <a:pt x="1979734" y="0"/>
                </a:moveTo>
                <a:lnTo>
                  <a:pt x="1939591" y="0"/>
                </a:lnTo>
                <a:lnTo>
                  <a:pt x="1939591" y="13381"/>
                </a:lnTo>
                <a:lnTo>
                  <a:pt x="1979734" y="13381"/>
                </a:lnTo>
                <a:lnTo>
                  <a:pt x="1979734" y="0"/>
                </a:lnTo>
                <a:close/>
                <a:moveTo>
                  <a:pt x="1498014" y="0"/>
                </a:moveTo>
                <a:lnTo>
                  <a:pt x="1457871" y="0"/>
                </a:lnTo>
                <a:lnTo>
                  <a:pt x="1457871" y="13381"/>
                </a:lnTo>
                <a:lnTo>
                  <a:pt x="1498014" y="13381"/>
                </a:lnTo>
                <a:lnTo>
                  <a:pt x="1498014" y="0"/>
                </a:lnTo>
                <a:close/>
                <a:moveTo>
                  <a:pt x="1926209" y="0"/>
                </a:moveTo>
                <a:lnTo>
                  <a:pt x="1886066" y="0"/>
                </a:lnTo>
                <a:lnTo>
                  <a:pt x="1886066" y="13381"/>
                </a:lnTo>
                <a:lnTo>
                  <a:pt x="1926209" y="13381"/>
                </a:lnTo>
                <a:lnTo>
                  <a:pt x="1926209" y="0"/>
                </a:lnTo>
                <a:close/>
                <a:moveTo>
                  <a:pt x="1551539" y="0"/>
                </a:moveTo>
                <a:lnTo>
                  <a:pt x="1511395" y="0"/>
                </a:lnTo>
                <a:lnTo>
                  <a:pt x="1511395" y="13381"/>
                </a:lnTo>
                <a:lnTo>
                  <a:pt x="1551539" y="13381"/>
                </a:lnTo>
                <a:lnTo>
                  <a:pt x="1551539" y="0"/>
                </a:lnTo>
                <a:close/>
                <a:moveTo>
                  <a:pt x="1872685" y="0"/>
                </a:moveTo>
                <a:lnTo>
                  <a:pt x="1832542" y="0"/>
                </a:lnTo>
                <a:lnTo>
                  <a:pt x="1832542" y="13381"/>
                </a:lnTo>
                <a:lnTo>
                  <a:pt x="1872685" y="13381"/>
                </a:lnTo>
                <a:lnTo>
                  <a:pt x="1872685" y="0"/>
                </a:lnTo>
                <a:close/>
                <a:moveTo>
                  <a:pt x="1605063" y="0"/>
                </a:moveTo>
                <a:lnTo>
                  <a:pt x="1564920" y="0"/>
                </a:lnTo>
                <a:lnTo>
                  <a:pt x="1564920" y="13381"/>
                </a:lnTo>
                <a:lnTo>
                  <a:pt x="1605063" y="13381"/>
                </a:lnTo>
                <a:lnTo>
                  <a:pt x="1605063" y="0"/>
                </a:lnTo>
                <a:close/>
                <a:moveTo>
                  <a:pt x="1819161" y="0"/>
                </a:moveTo>
                <a:lnTo>
                  <a:pt x="1779017" y="0"/>
                </a:lnTo>
                <a:lnTo>
                  <a:pt x="1779017" y="13381"/>
                </a:lnTo>
                <a:lnTo>
                  <a:pt x="1819161" y="13381"/>
                </a:lnTo>
                <a:lnTo>
                  <a:pt x="1819161" y="0"/>
                </a:lnTo>
                <a:close/>
                <a:moveTo>
                  <a:pt x="1618444" y="0"/>
                </a:moveTo>
                <a:lnTo>
                  <a:pt x="1618444" y="13381"/>
                </a:lnTo>
                <a:lnTo>
                  <a:pt x="1658587" y="13381"/>
                </a:lnTo>
                <a:lnTo>
                  <a:pt x="1658587" y="0"/>
                </a:lnTo>
                <a:lnTo>
                  <a:pt x="1618444" y="0"/>
                </a:lnTo>
                <a:close/>
                <a:moveTo>
                  <a:pt x="1725493" y="0"/>
                </a:moveTo>
                <a:lnTo>
                  <a:pt x="1725493" y="13381"/>
                </a:lnTo>
                <a:lnTo>
                  <a:pt x="1765636" y="13381"/>
                </a:lnTo>
                <a:lnTo>
                  <a:pt x="1765636" y="0"/>
                </a:lnTo>
                <a:lnTo>
                  <a:pt x="1725493" y="0"/>
                </a:lnTo>
                <a:close/>
                <a:moveTo>
                  <a:pt x="1240428" y="1238421"/>
                </a:moveTo>
                <a:lnTo>
                  <a:pt x="1280571" y="1238421"/>
                </a:lnTo>
                <a:lnTo>
                  <a:pt x="1280571" y="1225040"/>
                </a:lnTo>
                <a:lnTo>
                  <a:pt x="1240428" y="1225040"/>
                </a:lnTo>
                <a:lnTo>
                  <a:pt x="1240428" y="1238421"/>
                </a:lnTo>
                <a:close/>
                <a:moveTo>
                  <a:pt x="1722148" y="1238421"/>
                </a:moveTo>
                <a:lnTo>
                  <a:pt x="1762291" y="1238421"/>
                </a:lnTo>
                <a:lnTo>
                  <a:pt x="1762291" y="1225040"/>
                </a:lnTo>
                <a:lnTo>
                  <a:pt x="1722148" y="1225040"/>
                </a:lnTo>
                <a:lnTo>
                  <a:pt x="1722148" y="1238421"/>
                </a:lnTo>
                <a:close/>
                <a:moveTo>
                  <a:pt x="1668623" y="1238421"/>
                </a:moveTo>
                <a:lnTo>
                  <a:pt x="1708767" y="1238421"/>
                </a:lnTo>
                <a:lnTo>
                  <a:pt x="1708767" y="1225040"/>
                </a:lnTo>
                <a:lnTo>
                  <a:pt x="1668623" y="1225040"/>
                </a:lnTo>
                <a:lnTo>
                  <a:pt x="1668623" y="1238421"/>
                </a:lnTo>
                <a:close/>
                <a:moveTo>
                  <a:pt x="1775672" y="1238421"/>
                </a:moveTo>
                <a:lnTo>
                  <a:pt x="1815815" y="1238421"/>
                </a:lnTo>
                <a:lnTo>
                  <a:pt x="1815815" y="1225040"/>
                </a:lnTo>
                <a:lnTo>
                  <a:pt x="1775672" y="1225040"/>
                </a:lnTo>
                <a:lnTo>
                  <a:pt x="1775672" y="1238421"/>
                </a:lnTo>
                <a:close/>
                <a:moveTo>
                  <a:pt x="1615099" y="1238421"/>
                </a:moveTo>
                <a:lnTo>
                  <a:pt x="1655242" y="1238421"/>
                </a:lnTo>
                <a:lnTo>
                  <a:pt x="1655242" y="1225040"/>
                </a:lnTo>
                <a:lnTo>
                  <a:pt x="1615099" y="1225040"/>
                </a:lnTo>
                <a:lnTo>
                  <a:pt x="1615099" y="1238421"/>
                </a:lnTo>
                <a:close/>
                <a:moveTo>
                  <a:pt x="1829197" y="1238421"/>
                </a:moveTo>
                <a:lnTo>
                  <a:pt x="1869340" y="1238421"/>
                </a:lnTo>
                <a:lnTo>
                  <a:pt x="1869340" y="1225040"/>
                </a:lnTo>
                <a:lnTo>
                  <a:pt x="1829197" y="1225040"/>
                </a:lnTo>
                <a:lnTo>
                  <a:pt x="1829197" y="1238421"/>
                </a:lnTo>
                <a:close/>
                <a:moveTo>
                  <a:pt x="1561574" y="1238421"/>
                </a:moveTo>
                <a:lnTo>
                  <a:pt x="1601718" y="1238421"/>
                </a:lnTo>
                <a:lnTo>
                  <a:pt x="1601718" y="1225040"/>
                </a:lnTo>
                <a:lnTo>
                  <a:pt x="1561574" y="1225040"/>
                </a:lnTo>
                <a:lnTo>
                  <a:pt x="1561574" y="1238421"/>
                </a:lnTo>
                <a:close/>
                <a:moveTo>
                  <a:pt x="1922864" y="1238421"/>
                </a:moveTo>
                <a:lnTo>
                  <a:pt x="1922864" y="1225040"/>
                </a:lnTo>
                <a:lnTo>
                  <a:pt x="1882721" y="1225040"/>
                </a:lnTo>
                <a:lnTo>
                  <a:pt x="1882721" y="1238421"/>
                </a:lnTo>
                <a:lnTo>
                  <a:pt x="1922864" y="1238421"/>
                </a:lnTo>
                <a:close/>
                <a:moveTo>
                  <a:pt x="1548193" y="1238421"/>
                </a:moveTo>
                <a:lnTo>
                  <a:pt x="1548193" y="1225040"/>
                </a:lnTo>
                <a:lnTo>
                  <a:pt x="1508050" y="1225040"/>
                </a:lnTo>
                <a:lnTo>
                  <a:pt x="1508050" y="1238421"/>
                </a:lnTo>
                <a:lnTo>
                  <a:pt x="1548193" y="1238421"/>
                </a:lnTo>
                <a:close/>
                <a:moveTo>
                  <a:pt x="1936245" y="1238421"/>
                </a:moveTo>
                <a:lnTo>
                  <a:pt x="1976389" y="1238421"/>
                </a:lnTo>
                <a:lnTo>
                  <a:pt x="1976389" y="1225040"/>
                </a:lnTo>
                <a:lnTo>
                  <a:pt x="1936245" y="1225040"/>
                </a:lnTo>
                <a:lnTo>
                  <a:pt x="1936245" y="1238421"/>
                </a:lnTo>
                <a:close/>
                <a:moveTo>
                  <a:pt x="1454526" y="1238421"/>
                </a:moveTo>
                <a:lnTo>
                  <a:pt x="1494669" y="1238421"/>
                </a:lnTo>
                <a:lnTo>
                  <a:pt x="1494669" y="1225040"/>
                </a:lnTo>
                <a:lnTo>
                  <a:pt x="1454526" y="1225040"/>
                </a:lnTo>
                <a:lnTo>
                  <a:pt x="1454526" y="1238421"/>
                </a:lnTo>
                <a:close/>
                <a:moveTo>
                  <a:pt x="1989770" y="1238421"/>
                </a:moveTo>
                <a:lnTo>
                  <a:pt x="2029913" y="1238421"/>
                </a:lnTo>
                <a:lnTo>
                  <a:pt x="2029913" y="1225040"/>
                </a:lnTo>
                <a:lnTo>
                  <a:pt x="1989770" y="1225040"/>
                </a:lnTo>
                <a:lnTo>
                  <a:pt x="1989770" y="1238421"/>
                </a:lnTo>
                <a:close/>
                <a:moveTo>
                  <a:pt x="1401001" y="1238421"/>
                </a:moveTo>
                <a:lnTo>
                  <a:pt x="1441145" y="1238421"/>
                </a:lnTo>
                <a:lnTo>
                  <a:pt x="1441145" y="1225040"/>
                </a:lnTo>
                <a:lnTo>
                  <a:pt x="1401001" y="1225040"/>
                </a:lnTo>
                <a:lnTo>
                  <a:pt x="1401001" y="1238421"/>
                </a:lnTo>
                <a:close/>
                <a:moveTo>
                  <a:pt x="2043294" y="1238421"/>
                </a:moveTo>
                <a:lnTo>
                  <a:pt x="2083437" y="1238421"/>
                </a:lnTo>
                <a:lnTo>
                  <a:pt x="2083437" y="1225040"/>
                </a:lnTo>
                <a:lnTo>
                  <a:pt x="2043294" y="1225040"/>
                </a:lnTo>
                <a:lnTo>
                  <a:pt x="2043294" y="1238421"/>
                </a:lnTo>
                <a:close/>
                <a:moveTo>
                  <a:pt x="1347477" y="1238421"/>
                </a:moveTo>
                <a:lnTo>
                  <a:pt x="1387620" y="1238421"/>
                </a:lnTo>
                <a:lnTo>
                  <a:pt x="1387620" y="1225040"/>
                </a:lnTo>
                <a:lnTo>
                  <a:pt x="1347477" y="1225040"/>
                </a:lnTo>
                <a:lnTo>
                  <a:pt x="1347477" y="1238421"/>
                </a:lnTo>
                <a:close/>
                <a:moveTo>
                  <a:pt x="2096819" y="1238421"/>
                </a:moveTo>
                <a:lnTo>
                  <a:pt x="2136962" y="1238421"/>
                </a:lnTo>
                <a:lnTo>
                  <a:pt x="2136962" y="1225040"/>
                </a:lnTo>
                <a:lnTo>
                  <a:pt x="2096819" y="1225040"/>
                </a:lnTo>
                <a:lnTo>
                  <a:pt x="2096819" y="1238421"/>
                </a:lnTo>
                <a:close/>
                <a:moveTo>
                  <a:pt x="1334096" y="1238421"/>
                </a:moveTo>
                <a:lnTo>
                  <a:pt x="1334096" y="1225040"/>
                </a:lnTo>
                <a:lnTo>
                  <a:pt x="1293952" y="1225040"/>
                </a:lnTo>
                <a:lnTo>
                  <a:pt x="1293952" y="1238421"/>
                </a:lnTo>
                <a:lnTo>
                  <a:pt x="1334096" y="1238421"/>
                </a:lnTo>
                <a:close/>
                <a:moveTo>
                  <a:pt x="2190486" y="1238421"/>
                </a:moveTo>
                <a:lnTo>
                  <a:pt x="2190486" y="1225040"/>
                </a:lnTo>
                <a:lnTo>
                  <a:pt x="2150343" y="1225040"/>
                </a:lnTo>
                <a:lnTo>
                  <a:pt x="2150343" y="1238421"/>
                </a:lnTo>
                <a:lnTo>
                  <a:pt x="2190486" y="1238421"/>
                </a:lnTo>
                <a:close/>
                <a:moveTo>
                  <a:pt x="2247356" y="0"/>
                </a:moveTo>
                <a:lnTo>
                  <a:pt x="2207213" y="0"/>
                </a:lnTo>
                <a:lnTo>
                  <a:pt x="2207213" y="13381"/>
                </a:lnTo>
                <a:lnTo>
                  <a:pt x="2247356" y="13381"/>
                </a:lnTo>
                <a:lnTo>
                  <a:pt x="2247356" y="0"/>
                </a:lnTo>
                <a:close/>
                <a:moveTo>
                  <a:pt x="2300880" y="0"/>
                </a:moveTo>
                <a:lnTo>
                  <a:pt x="2260737" y="0"/>
                </a:lnTo>
                <a:lnTo>
                  <a:pt x="2260737" y="13381"/>
                </a:lnTo>
                <a:lnTo>
                  <a:pt x="2300880" y="13381"/>
                </a:lnTo>
                <a:lnTo>
                  <a:pt x="2300880" y="0"/>
                </a:lnTo>
                <a:close/>
                <a:moveTo>
                  <a:pt x="2354405" y="0"/>
                </a:moveTo>
                <a:lnTo>
                  <a:pt x="2314261" y="0"/>
                </a:lnTo>
                <a:lnTo>
                  <a:pt x="2314261" y="13381"/>
                </a:lnTo>
                <a:lnTo>
                  <a:pt x="2354405" y="13381"/>
                </a:lnTo>
                <a:lnTo>
                  <a:pt x="2354405" y="0"/>
                </a:lnTo>
                <a:close/>
                <a:moveTo>
                  <a:pt x="2407929" y="0"/>
                </a:moveTo>
                <a:lnTo>
                  <a:pt x="2367786" y="0"/>
                </a:lnTo>
                <a:lnTo>
                  <a:pt x="2367786" y="13381"/>
                </a:lnTo>
                <a:lnTo>
                  <a:pt x="2407929" y="13381"/>
                </a:lnTo>
                <a:lnTo>
                  <a:pt x="2407929" y="0"/>
                </a:lnTo>
                <a:close/>
                <a:moveTo>
                  <a:pt x="2193832" y="0"/>
                </a:moveTo>
                <a:lnTo>
                  <a:pt x="2153688" y="0"/>
                </a:lnTo>
                <a:lnTo>
                  <a:pt x="2153688" y="13381"/>
                </a:lnTo>
                <a:lnTo>
                  <a:pt x="2193832" y="13381"/>
                </a:lnTo>
                <a:lnTo>
                  <a:pt x="2193832" y="0"/>
                </a:lnTo>
                <a:close/>
                <a:moveTo>
                  <a:pt x="2436029" y="25424"/>
                </a:moveTo>
                <a:lnTo>
                  <a:pt x="2449411" y="25424"/>
                </a:lnTo>
                <a:lnTo>
                  <a:pt x="2449411" y="0"/>
                </a:lnTo>
                <a:lnTo>
                  <a:pt x="2421310" y="0"/>
                </a:lnTo>
                <a:lnTo>
                  <a:pt x="2421310" y="13381"/>
                </a:lnTo>
                <a:lnTo>
                  <a:pt x="2436029" y="13381"/>
                </a:lnTo>
                <a:lnTo>
                  <a:pt x="2436029" y="25424"/>
                </a:lnTo>
                <a:close/>
                <a:moveTo>
                  <a:pt x="2449411" y="78948"/>
                </a:moveTo>
                <a:lnTo>
                  <a:pt x="2449411" y="38805"/>
                </a:lnTo>
                <a:lnTo>
                  <a:pt x="2436029" y="38805"/>
                </a:lnTo>
                <a:lnTo>
                  <a:pt x="2436029" y="78948"/>
                </a:lnTo>
                <a:lnTo>
                  <a:pt x="2449411" y="78948"/>
                </a:lnTo>
                <a:close/>
                <a:moveTo>
                  <a:pt x="2449411" y="132473"/>
                </a:moveTo>
                <a:lnTo>
                  <a:pt x="2449411" y="92330"/>
                </a:lnTo>
                <a:lnTo>
                  <a:pt x="2436029" y="92330"/>
                </a:lnTo>
                <a:lnTo>
                  <a:pt x="2436029" y="132473"/>
                </a:lnTo>
                <a:lnTo>
                  <a:pt x="2449411" y="132473"/>
                </a:lnTo>
                <a:close/>
                <a:moveTo>
                  <a:pt x="2449411" y="185997"/>
                </a:moveTo>
                <a:lnTo>
                  <a:pt x="2449411" y="145854"/>
                </a:lnTo>
                <a:lnTo>
                  <a:pt x="2436029" y="145854"/>
                </a:lnTo>
                <a:lnTo>
                  <a:pt x="2436029" y="185997"/>
                </a:lnTo>
                <a:lnTo>
                  <a:pt x="2449411" y="185997"/>
                </a:lnTo>
                <a:close/>
                <a:moveTo>
                  <a:pt x="2449411" y="239522"/>
                </a:moveTo>
                <a:lnTo>
                  <a:pt x="2449411" y="199378"/>
                </a:lnTo>
                <a:lnTo>
                  <a:pt x="2436029" y="199378"/>
                </a:lnTo>
                <a:lnTo>
                  <a:pt x="2436029" y="239522"/>
                </a:lnTo>
                <a:lnTo>
                  <a:pt x="2449411" y="239522"/>
                </a:lnTo>
                <a:close/>
                <a:moveTo>
                  <a:pt x="2449411" y="293046"/>
                </a:moveTo>
                <a:lnTo>
                  <a:pt x="2449411" y="252903"/>
                </a:lnTo>
                <a:lnTo>
                  <a:pt x="2436029" y="252903"/>
                </a:lnTo>
                <a:lnTo>
                  <a:pt x="2436029" y="293046"/>
                </a:lnTo>
                <a:lnTo>
                  <a:pt x="2449411" y="293046"/>
                </a:lnTo>
                <a:close/>
                <a:moveTo>
                  <a:pt x="2449411" y="346571"/>
                </a:moveTo>
                <a:lnTo>
                  <a:pt x="2449411" y="306427"/>
                </a:lnTo>
                <a:lnTo>
                  <a:pt x="2436029" y="306427"/>
                </a:lnTo>
                <a:lnTo>
                  <a:pt x="2436029" y="346571"/>
                </a:lnTo>
                <a:lnTo>
                  <a:pt x="2449411" y="346571"/>
                </a:lnTo>
                <a:close/>
                <a:moveTo>
                  <a:pt x="2449411" y="400095"/>
                </a:moveTo>
                <a:lnTo>
                  <a:pt x="2449411" y="359952"/>
                </a:lnTo>
                <a:lnTo>
                  <a:pt x="2436029" y="359952"/>
                </a:lnTo>
                <a:lnTo>
                  <a:pt x="2436029" y="400095"/>
                </a:lnTo>
                <a:lnTo>
                  <a:pt x="2449411" y="400095"/>
                </a:lnTo>
                <a:close/>
                <a:moveTo>
                  <a:pt x="2449411" y="453619"/>
                </a:moveTo>
                <a:lnTo>
                  <a:pt x="2449411" y="413476"/>
                </a:lnTo>
                <a:lnTo>
                  <a:pt x="2436029" y="413476"/>
                </a:lnTo>
                <a:lnTo>
                  <a:pt x="2436029" y="453619"/>
                </a:lnTo>
                <a:lnTo>
                  <a:pt x="2449411" y="453619"/>
                </a:lnTo>
                <a:close/>
                <a:moveTo>
                  <a:pt x="2449411" y="467000"/>
                </a:moveTo>
                <a:lnTo>
                  <a:pt x="2436029" y="467000"/>
                </a:lnTo>
                <a:lnTo>
                  <a:pt x="2436029" y="507144"/>
                </a:lnTo>
                <a:lnTo>
                  <a:pt x="2449411" y="507144"/>
                </a:lnTo>
                <a:lnTo>
                  <a:pt x="2449411" y="467000"/>
                </a:lnTo>
                <a:close/>
                <a:moveTo>
                  <a:pt x="2449411" y="520525"/>
                </a:moveTo>
                <a:lnTo>
                  <a:pt x="2436029" y="520525"/>
                </a:lnTo>
                <a:lnTo>
                  <a:pt x="2436029" y="560668"/>
                </a:lnTo>
                <a:lnTo>
                  <a:pt x="2449411" y="560668"/>
                </a:lnTo>
                <a:lnTo>
                  <a:pt x="2449411" y="520525"/>
                </a:lnTo>
                <a:close/>
                <a:moveTo>
                  <a:pt x="2449411" y="614193"/>
                </a:moveTo>
                <a:lnTo>
                  <a:pt x="2449411" y="574049"/>
                </a:lnTo>
                <a:lnTo>
                  <a:pt x="2436029" y="574049"/>
                </a:lnTo>
                <a:lnTo>
                  <a:pt x="2436029" y="614193"/>
                </a:lnTo>
                <a:lnTo>
                  <a:pt x="2449411" y="614193"/>
                </a:lnTo>
                <a:close/>
                <a:moveTo>
                  <a:pt x="2449411" y="667717"/>
                </a:moveTo>
                <a:lnTo>
                  <a:pt x="2449411" y="627574"/>
                </a:lnTo>
                <a:lnTo>
                  <a:pt x="2436029" y="627574"/>
                </a:lnTo>
                <a:lnTo>
                  <a:pt x="2436029" y="667717"/>
                </a:lnTo>
                <a:lnTo>
                  <a:pt x="2449411" y="667717"/>
                </a:lnTo>
                <a:close/>
                <a:moveTo>
                  <a:pt x="2449411" y="721241"/>
                </a:moveTo>
                <a:lnTo>
                  <a:pt x="2449411" y="681098"/>
                </a:lnTo>
                <a:lnTo>
                  <a:pt x="2436029" y="681098"/>
                </a:lnTo>
                <a:lnTo>
                  <a:pt x="2436029" y="721241"/>
                </a:lnTo>
                <a:lnTo>
                  <a:pt x="2449411" y="721241"/>
                </a:lnTo>
                <a:close/>
                <a:moveTo>
                  <a:pt x="2449411" y="774766"/>
                </a:moveTo>
                <a:lnTo>
                  <a:pt x="2449411" y="734622"/>
                </a:lnTo>
                <a:lnTo>
                  <a:pt x="2436029" y="734622"/>
                </a:lnTo>
                <a:lnTo>
                  <a:pt x="2436029" y="774766"/>
                </a:lnTo>
                <a:lnTo>
                  <a:pt x="2449411" y="774766"/>
                </a:lnTo>
                <a:close/>
                <a:moveTo>
                  <a:pt x="2449411" y="828290"/>
                </a:moveTo>
                <a:lnTo>
                  <a:pt x="2449411" y="788147"/>
                </a:lnTo>
                <a:lnTo>
                  <a:pt x="2436029" y="788147"/>
                </a:lnTo>
                <a:lnTo>
                  <a:pt x="2436029" y="828290"/>
                </a:lnTo>
                <a:lnTo>
                  <a:pt x="2449411" y="828290"/>
                </a:lnTo>
                <a:close/>
                <a:moveTo>
                  <a:pt x="2449411" y="881815"/>
                </a:moveTo>
                <a:lnTo>
                  <a:pt x="2449411" y="841671"/>
                </a:lnTo>
                <a:lnTo>
                  <a:pt x="2436029" y="841671"/>
                </a:lnTo>
                <a:lnTo>
                  <a:pt x="2436029" y="881815"/>
                </a:lnTo>
                <a:lnTo>
                  <a:pt x="2449411" y="881815"/>
                </a:lnTo>
                <a:close/>
                <a:moveTo>
                  <a:pt x="2449411" y="935339"/>
                </a:moveTo>
                <a:lnTo>
                  <a:pt x="2449411" y="895196"/>
                </a:lnTo>
                <a:lnTo>
                  <a:pt x="2436029" y="895196"/>
                </a:lnTo>
                <a:lnTo>
                  <a:pt x="2436029" y="935339"/>
                </a:lnTo>
                <a:lnTo>
                  <a:pt x="2449411" y="935339"/>
                </a:lnTo>
                <a:close/>
                <a:moveTo>
                  <a:pt x="2449411" y="948720"/>
                </a:moveTo>
                <a:lnTo>
                  <a:pt x="2436029" y="948720"/>
                </a:lnTo>
                <a:lnTo>
                  <a:pt x="2436029" y="988863"/>
                </a:lnTo>
                <a:lnTo>
                  <a:pt x="2449411" y="988863"/>
                </a:lnTo>
                <a:lnTo>
                  <a:pt x="2449411" y="948720"/>
                </a:lnTo>
                <a:close/>
                <a:moveTo>
                  <a:pt x="2449411" y="1002244"/>
                </a:moveTo>
                <a:lnTo>
                  <a:pt x="2436029" y="1002244"/>
                </a:lnTo>
                <a:lnTo>
                  <a:pt x="2436029" y="1042388"/>
                </a:lnTo>
                <a:lnTo>
                  <a:pt x="2449411" y="1042388"/>
                </a:lnTo>
                <a:lnTo>
                  <a:pt x="2449411" y="1002244"/>
                </a:lnTo>
                <a:close/>
                <a:moveTo>
                  <a:pt x="2449411" y="1095912"/>
                </a:moveTo>
                <a:lnTo>
                  <a:pt x="2449411" y="1055769"/>
                </a:lnTo>
                <a:lnTo>
                  <a:pt x="2436029" y="1055769"/>
                </a:lnTo>
                <a:lnTo>
                  <a:pt x="2436029" y="1095912"/>
                </a:lnTo>
                <a:lnTo>
                  <a:pt x="2449411" y="1095912"/>
                </a:lnTo>
                <a:close/>
                <a:moveTo>
                  <a:pt x="2449411" y="1149437"/>
                </a:moveTo>
                <a:lnTo>
                  <a:pt x="2449411" y="1109293"/>
                </a:lnTo>
                <a:lnTo>
                  <a:pt x="2436029" y="1109293"/>
                </a:lnTo>
                <a:lnTo>
                  <a:pt x="2436029" y="1149437"/>
                </a:lnTo>
                <a:lnTo>
                  <a:pt x="2449411" y="1149437"/>
                </a:lnTo>
                <a:close/>
                <a:moveTo>
                  <a:pt x="2449411" y="1202961"/>
                </a:moveTo>
                <a:lnTo>
                  <a:pt x="2449411" y="1162818"/>
                </a:lnTo>
                <a:lnTo>
                  <a:pt x="2436029" y="1162818"/>
                </a:lnTo>
                <a:lnTo>
                  <a:pt x="2436029" y="1202961"/>
                </a:lnTo>
                <a:lnTo>
                  <a:pt x="2449411" y="1202961"/>
                </a:lnTo>
                <a:close/>
                <a:moveTo>
                  <a:pt x="2417965" y="1225040"/>
                </a:moveTo>
                <a:lnTo>
                  <a:pt x="2417965" y="1238421"/>
                </a:lnTo>
                <a:lnTo>
                  <a:pt x="2449411" y="1238421"/>
                </a:lnTo>
                <a:lnTo>
                  <a:pt x="2449411" y="1216342"/>
                </a:lnTo>
                <a:lnTo>
                  <a:pt x="2436029" y="1216342"/>
                </a:lnTo>
                <a:lnTo>
                  <a:pt x="2436029" y="1225040"/>
                </a:lnTo>
                <a:lnTo>
                  <a:pt x="2417965" y="1225040"/>
                </a:lnTo>
                <a:close/>
                <a:moveTo>
                  <a:pt x="2364441" y="1238421"/>
                </a:moveTo>
                <a:lnTo>
                  <a:pt x="2404584" y="1238421"/>
                </a:lnTo>
                <a:lnTo>
                  <a:pt x="2404584" y="1225040"/>
                </a:lnTo>
                <a:lnTo>
                  <a:pt x="2364441" y="1225040"/>
                </a:lnTo>
                <a:lnTo>
                  <a:pt x="2364441" y="1238421"/>
                </a:lnTo>
                <a:close/>
                <a:moveTo>
                  <a:pt x="2310916" y="1238421"/>
                </a:moveTo>
                <a:lnTo>
                  <a:pt x="2351059" y="1238421"/>
                </a:lnTo>
                <a:lnTo>
                  <a:pt x="2351059" y="1225040"/>
                </a:lnTo>
                <a:lnTo>
                  <a:pt x="2310916" y="1225040"/>
                </a:lnTo>
                <a:lnTo>
                  <a:pt x="2310916" y="1238421"/>
                </a:lnTo>
                <a:close/>
                <a:moveTo>
                  <a:pt x="2297535" y="1238421"/>
                </a:moveTo>
                <a:lnTo>
                  <a:pt x="2297535" y="1225040"/>
                </a:lnTo>
                <a:lnTo>
                  <a:pt x="2257392" y="1225040"/>
                </a:lnTo>
                <a:lnTo>
                  <a:pt x="2257392" y="1238421"/>
                </a:lnTo>
                <a:lnTo>
                  <a:pt x="2297535" y="1238421"/>
                </a:lnTo>
                <a:close/>
                <a:moveTo>
                  <a:pt x="2244011" y="1238421"/>
                </a:moveTo>
                <a:lnTo>
                  <a:pt x="2244011" y="1225040"/>
                </a:lnTo>
                <a:lnTo>
                  <a:pt x="2203867" y="1225040"/>
                </a:lnTo>
                <a:lnTo>
                  <a:pt x="2203867" y="1238421"/>
                </a:lnTo>
                <a:lnTo>
                  <a:pt x="2244011" y="12384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F86E49-ADC6-4896-9B58-CDFB1002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730" y="1099663"/>
            <a:ext cx="1228385" cy="106969"/>
          </a:xfrm>
          <a:custGeom xmlns:a="http://schemas.openxmlformats.org/drawingml/2006/main">
            <a:pathLst>
              <a:path w="1228385" h="106969">
                <a:moveTo>
                  <a:pt x="133129" y="46794"/>
                </a:moveTo>
                <a:lnTo>
                  <a:pt x="0" y="46794"/>
                </a:lnTo>
                <a:lnTo>
                  <a:pt x="0" y="60175"/>
                </a:lnTo>
                <a:lnTo>
                  <a:pt x="133129" y="60175"/>
                </a:lnTo>
                <a:lnTo>
                  <a:pt x="1190360" y="60175"/>
                </a:lnTo>
                <a:lnTo>
                  <a:pt x="1131452" y="94537"/>
                </a:lnTo>
                <a:lnTo>
                  <a:pt x="1129833" y="95862"/>
                </a:lnTo>
                <a:lnTo>
                  <a:pt x="1128696" y="97629"/>
                </a:lnTo>
                <a:lnTo>
                  <a:pt x="1128161" y="99649"/>
                </a:lnTo>
                <a:lnTo>
                  <a:pt x="1128281" y="101737"/>
                </a:lnTo>
                <a:lnTo>
                  <a:pt x="1129044" y="103690"/>
                </a:lnTo>
                <a:lnTo>
                  <a:pt x="1130369" y="105309"/>
                </a:lnTo>
                <a:lnTo>
                  <a:pt x="1132121" y="106447"/>
                </a:lnTo>
                <a:lnTo>
                  <a:pt x="1134155" y="106969"/>
                </a:lnTo>
                <a:lnTo>
                  <a:pt x="1136243" y="106861"/>
                </a:lnTo>
                <a:lnTo>
                  <a:pt x="1138196" y="106099"/>
                </a:lnTo>
                <a:lnTo>
                  <a:pt x="1228385" y="53484"/>
                </a:lnTo>
                <a:lnTo>
                  <a:pt x="1138196" y="870"/>
                </a:lnTo>
                <a:lnTo>
                  <a:pt x="1136243" y="107"/>
                </a:lnTo>
                <a:lnTo>
                  <a:pt x="1134155" y="0"/>
                </a:lnTo>
                <a:lnTo>
                  <a:pt x="1132121" y="522"/>
                </a:lnTo>
                <a:lnTo>
                  <a:pt x="1130369" y="1659"/>
                </a:lnTo>
                <a:lnTo>
                  <a:pt x="1129044" y="3278"/>
                </a:lnTo>
                <a:lnTo>
                  <a:pt x="1128281" y="5232"/>
                </a:lnTo>
                <a:lnTo>
                  <a:pt x="1128161" y="7319"/>
                </a:lnTo>
                <a:lnTo>
                  <a:pt x="1128696" y="9340"/>
                </a:lnTo>
                <a:lnTo>
                  <a:pt x="1129833" y="11106"/>
                </a:lnTo>
                <a:lnTo>
                  <a:pt x="1131452" y="12431"/>
                </a:lnTo>
                <a:lnTo>
                  <a:pt x="1190360" y="46794"/>
                </a:lnTo>
                <a:lnTo>
                  <a:pt x="133129" y="467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23BBD6-E6F9-4C87-81DA-2403E94C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430" y="354295"/>
            <a:ext cx="1151297" cy="385376"/>
          </a:xfrm>
          <a:custGeom xmlns:a="http://schemas.openxmlformats.org/drawingml/2006/main">
            <a:pathLst>
              <a:path w="1151297" h="385376">
                <a:moveTo>
                  <a:pt x="0" y="385376"/>
                </a:moveTo>
                <a:lnTo>
                  <a:pt x="1151297" y="385376"/>
                </a:lnTo>
                <a:lnTo>
                  <a:pt x="1151297" y="0"/>
                </a:lnTo>
                <a:lnTo>
                  <a:pt x="0" y="0"/>
                </a:lnTo>
                <a:lnTo>
                  <a:pt x="0" y="385376"/>
                </a:lnTo>
                <a:close/>
                <a:moveTo>
                  <a:pt x="1137915" y="371995"/>
                </a:moveTo>
                <a:lnTo>
                  <a:pt x="13381" y="371995"/>
                </a:lnTo>
                <a:lnTo>
                  <a:pt x="13381" y="13381"/>
                </a:lnTo>
                <a:lnTo>
                  <a:pt x="1137915" y="13381"/>
                </a:lnTo>
                <a:lnTo>
                  <a:pt x="1137915" y="3719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Cloud">
            <a:extLst xmlns:a="http://schemas.openxmlformats.org/drawingml/2006/main">
              <a:ext uri="{FF2B5EF4-FFF2-40B4-BE49-F238E27FC236}">
                <a16:creationId xmlns:a16="http://schemas.microsoft.com/office/drawing/2014/main" id="{8B12BC29-A467-4359-8AE7-54EC80F5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1917" y="393341"/>
            <a:ext cx="387325" cy="113844"/>
          </a:xfrm>
          <a:custGeom xmlns:a="http://schemas.openxmlformats.org/drawingml/2006/main">
            <a:pathLst>
              <a:path w="387325" h="113844">
                <a:moveTo>
                  <a:pt x="90871" y="2823"/>
                </a:moveTo>
                <a:lnTo>
                  <a:pt x="93302" y="38889"/>
                </a:lnTo>
                <a:lnTo>
                  <a:pt x="90871" y="38889"/>
                </a:lnTo>
                <a:cubicBezTo>
                  <a:pt x="87631" y="28041"/>
                  <a:pt x="83005" y="20233"/>
                  <a:pt x="76994" y="15465"/>
                </a:cubicBezTo>
                <a:cubicBezTo>
                  <a:pt x="70983" y="10696"/>
                  <a:pt x="63769" y="8311"/>
                  <a:pt x="55354" y="8311"/>
                </a:cubicBezTo>
                <a:cubicBezTo>
                  <a:pt x="48297" y="8311"/>
                  <a:pt x="41920" y="10103"/>
                  <a:pt x="36223" y="13687"/>
                </a:cubicBezTo>
                <a:cubicBezTo>
                  <a:pt x="30526" y="17269"/>
                  <a:pt x="26043" y="22983"/>
                  <a:pt x="22777" y="30830"/>
                </a:cubicBezTo>
                <a:cubicBezTo>
                  <a:pt x="19510" y="38677"/>
                  <a:pt x="17876" y="48434"/>
                  <a:pt x="17876" y="60100"/>
                </a:cubicBezTo>
                <a:cubicBezTo>
                  <a:pt x="17876" y="69724"/>
                  <a:pt x="19418" y="78068"/>
                  <a:pt x="22502" y="85131"/>
                </a:cubicBezTo>
                <a:cubicBezTo>
                  <a:pt x="25586" y="92192"/>
                  <a:pt x="30225" y="97606"/>
                  <a:pt x="36419" y="101373"/>
                </a:cubicBezTo>
                <a:cubicBezTo>
                  <a:pt x="42613" y="105139"/>
                  <a:pt x="49683" y="107023"/>
                  <a:pt x="57628" y="107023"/>
                </a:cubicBezTo>
                <a:cubicBezTo>
                  <a:pt x="64527" y="107023"/>
                  <a:pt x="70617" y="105546"/>
                  <a:pt x="75896" y="102593"/>
                </a:cubicBezTo>
                <a:cubicBezTo>
                  <a:pt x="81175" y="99640"/>
                  <a:pt x="86977" y="93772"/>
                  <a:pt x="93302" y="84991"/>
                </a:cubicBezTo>
                <a:lnTo>
                  <a:pt x="95732" y="86554"/>
                </a:lnTo>
                <a:cubicBezTo>
                  <a:pt x="90401" y="95990"/>
                  <a:pt x="84181" y="102898"/>
                  <a:pt x="77072" y="107277"/>
                </a:cubicBezTo>
                <a:cubicBezTo>
                  <a:pt x="69963" y="111655"/>
                  <a:pt x="61522" y="113844"/>
                  <a:pt x="51747" y="113844"/>
                </a:cubicBezTo>
                <a:cubicBezTo>
                  <a:pt x="34132" y="113844"/>
                  <a:pt x="20490" y="107319"/>
                  <a:pt x="10820" y="94270"/>
                </a:cubicBezTo>
                <a:cubicBezTo>
                  <a:pt x="3607" y="84562"/>
                  <a:pt x="0" y="73131"/>
                  <a:pt x="0" y="59977"/>
                </a:cubicBezTo>
                <a:cubicBezTo>
                  <a:pt x="0" y="49381"/>
                  <a:pt x="2378" y="39647"/>
                  <a:pt x="7135" y="30774"/>
                </a:cubicBezTo>
                <a:cubicBezTo>
                  <a:pt x="11891" y="21901"/>
                  <a:pt x="18438" y="15024"/>
                  <a:pt x="26775" y="10144"/>
                </a:cubicBezTo>
                <a:cubicBezTo>
                  <a:pt x="35112" y="5263"/>
                  <a:pt x="44220" y="2823"/>
                  <a:pt x="54099" y="2823"/>
                </a:cubicBezTo>
                <a:cubicBezTo>
                  <a:pt x="61783" y="2823"/>
                  <a:pt x="69362" y="4704"/>
                  <a:pt x="76837" y="8468"/>
                </a:cubicBezTo>
                <a:cubicBezTo>
                  <a:pt x="79032" y="9618"/>
                  <a:pt x="80600" y="10193"/>
                  <a:pt x="81541" y="10193"/>
                </a:cubicBezTo>
                <a:cubicBezTo>
                  <a:pt x="82952" y="10193"/>
                  <a:pt x="84181" y="9696"/>
                  <a:pt x="85226" y="8703"/>
                </a:cubicBezTo>
                <a:cubicBezTo>
                  <a:pt x="86585" y="7292"/>
                  <a:pt x="87552" y="5332"/>
                  <a:pt x="88127" y="2823"/>
                </a:cubicBezTo>
                <a:lnTo>
                  <a:pt x="90871" y="2823"/>
                </a:lnTo>
                <a:close/>
                <a:moveTo>
                  <a:pt x="130962" y="0"/>
                </a:moveTo>
                <a:lnTo>
                  <a:pt x="130962" y="95193"/>
                </a:lnTo>
                <a:cubicBezTo>
                  <a:pt x="130962" y="99685"/>
                  <a:pt x="131289" y="102663"/>
                  <a:pt x="131942" y="104127"/>
                </a:cubicBezTo>
                <a:cubicBezTo>
                  <a:pt x="132596" y="105589"/>
                  <a:pt x="133602" y="106698"/>
                  <a:pt x="134961" y="107456"/>
                </a:cubicBezTo>
                <a:cubicBezTo>
                  <a:pt x="136320" y="108213"/>
                  <a:pt x="138855" y="108591"/>
                  <a:pt x="142566" y="108591"/>
                </a:cubicBezTo>
                <a:lnTo>
                  <a:pt x="142566" y="111492"/>
                </a:lnTo>
                <a:lnTo>
                  <a:pt x="107362" y="111492"/>
                </a:lnTo>
                <a:lnTo>
                  <a:pt x="107362" y="108591"/>
                </a:lnTo>
                <a:cubicBezTo>
                  <a:pt x="110655" y="108591"/>
                  <a:pt x="112903" y="108252"/>
                  <a:pt x="114105" y="107574"/>
                </a:cubicBezTo>
                <a:cubicBezTo>
                  <a:pt x="115307" y="106894"/>
                  <a:pt x="116248" y="105771"/>
                  <a:pt x="116928" y="104205"/>
                </a:cubicBezTo>
                <a:cubicBezTo>
                  <a:pt x="117607" y="102637"/>
                  <a:pt x="117947" y="99633"/>
                  <a:pt x="117947" y="95193"/>
                </a:cubicBezTo>
                <a:lnTo>
                  <a:pt x="117947" y="30007"/>
                </a:lnTo>
                <a:cubicBezTo>
                  <a:pt x="117947" y="21912"/>
                  <a:pt x="117764" y="16937"/>
                  <a:pt x="117398" y="15083"/>
                </a:cubicBezTo>
                <a:cubicBezTo>
                  <a:pt x="117032" y="13228"/>
                  <a:pt x="116444" y="11961"/>
                  <a:pt x="115634" y="11283"/>
                </a:cubicBezTo>
                <a:cubicBezTo>
                  <a:pt x="114824" y="10603"/>
                  <a:pt x="113792" y="10264"/>
                  <a:pt x="112537" y="10264"/>
                </a:cubicBezTo>
                <a:cubicBezTo>
                  <a:pt x="111178" y="10264"/>
                  <a:pt x="109453" y="10682"/>
                  <a:pt x="107362" y="11518"/>
                </a:cubicBezTo>
                <a:lnTo>
                  <a:pt x="106030" y="8774"/>
                </a:lnTo>
                <a:lnTo>
                  <a:pt x="127434" y="0"/>
                </a:lnTo>
                <a:lnTo>
                  <a:pt x="130962" y="0"/>
                </a:lnTo>
                <a:close/>
                <a:moveTo>
                  <a:pt x="186217" y="37634"/>
                </a:moveTo>
                <a:cubicBezTo>
                  <a:pt x="197089" y="37634"/>
                  <a:pt x="205818" y="41760"/>
                  <a:pt x="212404" y="50010"/>
                </a:cubicBezTo>
                <a:cubicBezTo>
                  <a:pt x="217997" y="57058"/>
                  <a:pt x="220793" y="65152"/>
                  <a:pt x="220793" y="74291"/>
                </a:cubicBezTo>
                <a:cubicBezTo>
                  <a:pt x="220793" y="80714"/>
                  <a:pt x="219251" y="87215"/>
                  <a:pt x="216167" y="93794"/>
                </a:cubicBezTo>
                <a:cubicBezTo>
                  <a:pt x="213083" y="100372"/>
                  <a:pt x="208836" y="105332"/>
                  <a:pt x="203426" y="108674"/>
                </a:cubicBezTo>
                <a:cubicBezTo>
                  <a:pt x="198017" y="112016"/>
                  <a:pt x="191992" y="113687"/>
                  <a:pt x="185354" y="113687"/>
                </a:cubicBezTo>
                <a:cubicBezTo>
                  <a:pt x="174534" y="113687"/>
                  <a:pt x="165936" y="109379"/>
                  <a:pt x="159559" y="100763"/>
                </a:cubicBezTo>
                <a:cubicBezTo>
                  <a:pt x="154175" y="93505"/>
                  <a:pt x="151483" y="85360"/>
                  <a:pt x="151483" y="76327"/>
                </a:cubicBezTo>
                <a:cubicBezTo>
                  <a:pt x="151483" y="69748"/>
                  <a:pt x="153117" y="63207"/>
                  <a:pt x="156384" y="56706"/>
                </a:cubicBezTo>
                <a:cubicBezTo>
                  <a:pt x="159650" y="50205"/>
                  <a:pt x="163950" y="45401"/>
                  <a:pt x="169281" y="42295"/>
                </a:cubicBezTo>
                <a:cubicBezTo>
                  <a:pt x="174613" y="39188"/>
                  <a:pt x="180258" y="37634"/>
                  <a:pt x="186217" y="37634"/>
                </a:cubicBezTo>
                <a:moveTo>
                  <a:pt x="183786" y="42809"/>
                </a:moveTo>
                <a:cubicBezTo>
                  <a:pt x="181016" y="42809"/>
                  <a:pt x="178232" y="43632"/>
                  <a:pt x="175436" y="45276"/>
                </a:cubicBezTo>
                <a:cubicBezTo>
                  <a:pt x="172639" y="46921"/>
                  <a:pt x="170379" y="49806"/>
                  <a:pt x="168654" y="53930"/>
                </a:cubicBezTo>
                <a:cubicBezTo>
                  <a:pt x="166929" y="58055"/>
                  <a:pt x="166067" y="63354"/>
                  <a:pt x="166067" y="69827"/>
                </a:cubicBezTo>
                <a:cubicBezTo>
                  <a:pt x="166067" y="80268"/>
                  <a:pt x="168144" y="89274"/>
                  <a:pt x="172300" y="96845"/>
                </a:cubicBezTo>
                <a:cubicBezTo>
                  <a:pt x="176455" y="104414"/>
                  <a:pt x="181930" y="108199"/>
                  <a:pt x="188726" y="108199"/>
                </a:cubicBezTo>
                <a:cubicBezTo>
                  <a:pt x="193796" y="108199"/>
                  <a:pt x="197977" y="106110"/>
                  <a:pt x="201270" y="101934"/>
                </a:cubicBezTo>
                <a:cubicBezTo>
                  <a:pt x="204563" y="97757"/>
                  <a:pt x="206210" y="90579"/>
                  <a:pt x="206210" y="80399"/>
                </a:cubicBezTo>
                <a:cubicBezTo>
                  <a:pt x="206210" y="67660"/>
                  <a:pt x="203466" y="57636"/>
                  <a:pt x="197977" y="50326"/>
                </a:cubicBezTo>
                <a:cubicBezTo>
                  <a:pt x="194266" y="45315"/>
                  <a:pt x="189536" y="42809"/>
                  <a:pt x="183786" y="42809"/>
                </a:cubicBezTo>
                <a:close/>
                <a:moveTo>
                  <a:pt x="294337" y="39673"/>
                </a:moveTo>
                <a:lnTo>
                  <a:pt x="294337" y="83188"/>
                </a:lnTo>
                <a:cubicBezTo>
                  <a:pt x="294337" y="91499"/>
                  <a:pt x="294533" y="96582"/>
                  <a:pt x="294925" y="98437"/>
                </a:cubicBezTo>
                <a:cubicBezTo>
                  <a:pt x="295317" y="100293"/>
                  <a:pt x="295945" y="101587"/>
                  <a:pt x="296807" y="102318"/>
                </a:cubicBezTo>
                <a:cubicBezTo>
                  <a:pt x="297669" y="103050"/>
                  <a:pt x="298676" y="103416"/>
                  <a:pt x="299826" y="103416"/>
                </a:cubicBezTo>
                <a:cubicBezTo>
                  <a:pt x="301446" y="103416"/>
                  <a:pt x="303275" y="102972"/>
                  <a:pt x="305314" y="102083"/>
                </a:cubicBezTo>
                <a:lnTo>
                  <a:pt x="306412" y="104827"/>
                </a:lnTo>
                <a:lnTo>
                  <a:pt x="284929" y="113687"/>
                </a:lnTo>
                <a:lnTo>
                  <a:pt x="281400" y="113687"/>
                </a:lnTo>
                <a:lnTo>
                  <a:pt x="281400" y="98477"/>
                </a:lnTo>
                <a:cubicBezTo>
                  <a:pt x="275233" y="105167"/>
                  <a:pt x="270528" y="109375"/>
                  <a:pt x="267288" y="111100"/>
                </a:cubicBezTo>
                <a:cubicBezTo>
                  <a:pt x="264047" y="112825"/>
                  <a:pt x="260623" y="113687"/>
                  <a:pt x="257017" y="113687"/>
                </a:cubicBezTo>
                <a:cubicBezTo>
                  <a:pt x="252992" y="113687"/>
                  <a:pt x="249503" y="112524"/>
                  <a:pt x="246549" y="110198"/>
                </a:cubicBezTo>
                <a:cubicBezTo>
                  <a:pt x="243596" y="107872"/>
                  <a:pt x="241545" y="104880"/>
                  <a:pt x="240395" y="101221"/>
                </a:cubicBezTo>
                <a:cubicBezTo>
                  <a:pt x="239245" y="97562"/>
                  <a:pt x="238670" y="92387"/>
                  <a:pt x="238670" y="85697"/>
                </a:cubicBezTo>
                <a:lnTo>
                  <a:pt x="238670" y="53629"/>
                </a:lnTo>
                <a:cubicBezTo>
                  <a:pt x="238670" y="50231"/>
                  <a:pt x="238304" y="47879"/>
                  <a:pt x="237572" y="46573"/>
                </a:cubicBezTo>
                <a:cubicBezTo>
                  <a:pt x="236840" y="45266"/>
                  <a:pt x="235756" y="44260"/>
                  <a:pt x="234318" y="43554"/>
                </a:cubicBezTo>
                <a:cubicBezTo>
                  <a:pt x="232881" y="42848"/>
                  <a:pt x="230280" y="42522"/>
                  <a:pt x="226517" y="42574"/>
                </a:cubicBezTo>
                <a:lnTo>
                  <a:pt x="226517" y="39673"/>
                </a:lnTo>
                <a:lnTo>
                  <a:pt x="251685" y="39673"/>
                </a:lnTo>
                <a:lnTo>
                  <a:pt x="251685" y="87617"/>
                </a:lnTo>
                <a:cubicBezTo>
                  <a:pt x="251685" y="94292"/>
                  <a:pt x="252848" y="98672"/>
                  <a:pt x="255174" y="100758"/>
                </a:cubicBezTo>
                <a:cubicBezTo>
                  <a:pt x="257500" y="102844"/>
                  <a:pt x="260310" y="103886"/>
                  <a:pt x="263603" y="103886"/>
                </a:cubicBezTo>
                <a:cubicBezTo>
                  <a:pt x="265850" y="103886"/>
                  <a:pt x="268398" y="103182"/>
                  <a:pt x="271247" y="101774"/>
                </a:cubicBezTo>
                <a:cubicBezTo>
                  <a:pt x="274096" y="100366"/>
                  <a:pt x="277480" y="97682"/>
                  <a:pt x="281400" y="93721"/>
                </a:cubicBezTo>
                <a:lnTo>
                  <a:pt x="281400" y="53132"/>
                </a:lnTo>
                <a:cubicBezTo>
                  <a:pt x="281400" y="49064"/>
                  <a:pt x="280656" y="46314"/>
                  <a:pt x="279166" y="44882"/>
                </a:cubicBezTo>
                <a:cubicBezTo>
                  <a:pt x="277676" y="43448"/>
                  <a:pt x="274579" y="42678"/>
                  <a:pt x="269875" y="42574"/>
                </a:cubicBezTo>
                <a:lnTo>
                  <a:pt x="269875" y="39673"/>
                </a:lnTo>
                <a:lnTo>
                  <a:pt x="294337" y="39673"/>
                </a:lnTo>
                <a:close/>
                <a:moveTo>
                  <a:pt x="362392" y="103416"/>
                </a:moveTo>
                <a:cubicBezTo>
                  <a:pt x="358890" y="107075"/>
                  <a:pt x="355466" y="109702"/>
                  <a:pt x="352121" y="111296"/>
                </a:cubicBezTo>
                <a:cubicBezTo>
                  <a:pt x="348776" y="112890"/>
                  <a:pt x="345169" y="113687"/>
                  <a:pt x="341301" y="113687"/>
                </a:cubicBezTo>
                <a:cubicBezTo>
                  <a:pt x="333460" y="113687"/>
                  <a:pt x="326613" y="110415"/>
                  <a:pt x="320759" y="103869"/>
                </a:cubicBezTo>
                <a:cubicBezTo>
                  <a:pt x="314905" y="97323"/>
                  <a:pt x="311977" y="88910"/>
                  <a:pt x="311977" y="78633"/>
                </a:cubicBezTo>
                <a:cubicBezTo>
                  <a:pt x="311977" y="68357"/>
                  <a:pt x="315218" y="58955"/>
                  <a:pt x="321700" y="50427"/>
                </a:cubicBezTo>
                <a:cubicBezTo>
                  <a:pt x="328181" y="41898"/>
                  <a:pt x="336518" y="37634"/>
                  <a:pt x="346711" y="37634"/>
                </a:cubicBezTo>
                <a:cubicBezTo>
                  <a:pt x="353036" y="37634"/>
                  <a:pt x="358262" y="39647"/>
                  <a:pt x="362392" y="43672"/>
                </a:cubicBezTo>
                <a:lnTo>
                  <a:pt x="362392" y="30392"/>
                </a:lnTo>
                <a:cubicBezTo>
                  <a:pt x="362392" y="22151"/>
                  <a:pt x="362196" y="17086"/>
                  <a:pt x="361804" y="15196"/>
                </a:cubicBezTo>
                <a:cubicBezTo>
                  <a:pt x="361412" y="13306"/>
                  <a:pt x="360798" y="12020"/>
                  <a:pt x="359961" y="11339"/>
                </a:cubicBezTo>
                <a:cubicBezTo>
                  <a:pt x="359125" y="10657"/>
                  <a:pt x="358080" y="10315"/>
                  <a:pt x="356825" y="10315"/>
                </a:cubicBezTo>
                <a:cubicBezTo>
                  <a:pt x="355466" y="10315"/>
                  <a:pt x="353663" y="10735"/>
                  <a:pt x="351415" y="11575"/>
                </a:cubicBezTo>
                <a:lnTo>
                  <a:pt x="350396" y="8818"/>
                </a:lnTo>
                <a:lnTo>
                  <a:pt x="371800" y="0"/>
                </a:lnTo>
                <a:lnTo>
                  <a:pt x="375329" y="0"/>
                </a:lnTo>
                <a:lnTo>
                  <a:pt x="375329" y="83031"/>
                </a:lnTo>
                <a:cubicBezTo>
                  <a:pt x="375329" y="91446"/>
                  <a:pt x="375525" y="96582"/>
                  <a:pt x="375917" y="98437"/>
                </a:cubicBezTo>
                <a:cubicBezTo>
                  <a:pt x="376309" y="100293"/>
                  <a:pt x="376936" y="101587"/>
                  <a:pt x="377798" y="102318"/>
                </a:cubicBezTo>
                <a:cubicBezTo>
                  <a:pt x="378661" y="103050"/>
                  <a:pt x="379667" y="103416"/>
                  <a:pt x="380817" y="103416"/>
                </a:cubicBezTo>
                <a:cubicBezTo>
                  <a:pt x="382228" y="103416"/>
                  <a:pt x="384110" y="102972"/>
                  <a:pt x="386462" y="102083"/>
                </a:cubicBezTo>
                <a:lnTo>
                  <a:pt x="387325" y="104827"/>
                </a:lnTo>
                <a:lnTo>
                  <a:pt x="365998" y="113687"/>
                </a:lnTo>
                <a:lnTo>
                  <a:pt x="362392" y="113687"/>
                </a:lnTo>
                <a:lnTo>
                  <a:pt x="362392" y="103416"/>
                </a:lnTo>
                <a:moveTo>
                  <a:pt x="362392" y="97945"/>
                </a:moveTo>
                <a:lnTo>
                  <a:pt x="362392" y="61031"/>
                </a:lnTo>
                <a:cubicBezTo>
                  <a:pt x="362078" y="57485"/>
                  <a:pt x="361137" y="54252"/>
                  <a:pt x="359569" y="51333"/>
                </a:cubicBezTo>
                <a:cubicBezTo>
                  <a:pt x="358001" y="48413"/>
                  <a:pt x="355923" y="46210"/>
                  <a:pt x="353336" y="44725"/>
                </a:cubicBezTo>
                <a:cubicBezTo>
                  <a:pt x="350749" y="43239"/>
                  <a:pt x="348227" y="42495"/>
                  <a:pt x="345770" y="42495"/>
                </a:cubicBezTo>
                <a:cubicBezTo>
                  <a:pt x="341170" y="42495"/>
                  <a:pt x="337067" y="44555"/>
                  <a:pt x="333460" y="48675"/>
                </a:cubicBezTo>
                <a:cubicBezTo>
                  <a:pt x="328704" y="54096"/>
                  <a:pt x="326326" y="62021"/>
                  <a:pt x="326326" y="72449"/>
                </a:cubicBezTo>
                <a:cubicBezTo>
                  <a:pt x="326326" y="82981"/>
                  <a:pt x="328625" y="91050"/>
                  <a:pt x="333225" y="96656"/>
                </a:cubicBezTo>
                <a:cubicBezTo>
                  <a:pt x="337825" y="102260"/>
                  <a:pt x="342947" y="105063"/>
                  <a:pt x="348593" y="105063"/>
                </a:cubicBezTo>
                <a:cubicBezTo>
                  <a:pt x="353349" y="105063"/>
                  <a:pt x="357949" y="102690"/>
                  <a:pt x="362392" y="9794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Text platf">
            <a:extLst xmlns:a="http://schemas.openxmlformats.org/drawingml/2006/main">
              <a:ext uri="{FF2B5EF4-FFF2-40B4-BE49-F238E27FC236}">
                <a16:creationId xmlns:a16="http://schemas.microsoft.com/office/drawing/2014/main" id="{806ABF09-C872-41BC-A2A6-6C73ADFF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1254" y="566626"/>
            <a:ext cx="311857" cy="145833"/>
          </a:xfrm>
          <a:custGeom xmlns:a="http://schemas.openxmlformats.org/drawingml/2006/main">
            <a:pathLst>
              <a:path w="311857" h="145833">
                <a:moveTo>
                  <a:pt x="392" y="46737"/>
                </a:moveTo>
                <a:lnTo>
                  <a:pt x="22502" y="37791"/>
                </a:lnTo>
                <a:lnTo>
                  <a:pt x="25482" y="37791"/>
                </a:lnTo>
                <a:lnTo>
                  <a:pt x="25482" y="54570"/>
                </a:lnTo>
                <a:cubicBezTo>
                  <a:pt x="29193" y="48245"/>
                  <a:pt x="32917" y="43841"/>
                  <a:pt x="36654" y="41359"/>
                </a:cubicBezTo>
                <a:cubicBezTo>
                  <a:pt x="40392" y="38876"/>
                  <a:pt x="44325" y="37634"/>
                  <a:pt x="48454" y="37634"/>
                </a:cubicBezTo>
                <a:cubicBezTo>
                  <a:pt x="55667" y="37634"/>
                  <a:pt x="61679" y="40454"/>
                  <a:pt x="66487" y="46092"/>
                </a:cubicBezTo>
                <a:cubicBezTo>
                  <a:pt x="72394" y="52985"/>
                  <a:pt x="75347" y="61967"/>
                  <a:pt x="75347" y="73037"/>
                </a:cubicBezTo>
                <a:cubicBezTo>
                  <a:pt x="75347" y="85412"/>
                  <a:pt x="71793" y="95646"/>
                  <a:pt x="64684" y="103739"/>
                </a:cubicBezTo>
                <a:cubicBezTo>
                  <a:pt x="58830" y="110371"/>
                  <a:pt x="51460" y="113687"/>
                  <a:pt x="42574" y="113687"/>
                </a:cubicBezTo>
                <a:cubicBezTo>
                  <a:pt x="38706" y="113687"/>
                  <a:pt x="35361" y="113138"/>
                  <a:pt x="32538" y="112041"/>
                </a:cubicBezTo>
                <a:cubicBezTo>
                  <a:pt x="30447" y="111257"/>
                  <a:pt x="28095" y="109688"/>
                  <a:pt x="25482" y="107336"/>
                </a:cubicBezTo>
                <a:lnTo>
                  <a:pt x="25482" y="129211"/>
                </a:lnTo>
                <a:cubicBezTo>
                  <a:pt x="25482" y="134125"/>
                  <a:pt x="25782" y="137248"/>
                  <a:pt x="26383" y="138581"/>
                </a:cubicBezTo>
                <a:cubicBezTo>
                  <a:pt x="26984" y="139914"/>
                  <a:pt x="28030" y="140972"/>
                  <a:pt x="29519" y="141756"/>
                </a:cubicBezTo>
                <a:cubicBezTo>
                  <a:pt x="31009" y="142540"/>
                  <a:pt x="33714" y="142932"/>
                  <a:pt x="37634" y="142932"/>
                </a:cubicBezTo>
                <a:lnTo>
                  <a:pt x="37634" y="145833"/>
                </a:lnTo>
                <a:lnTo>
                  <a:pt x="0" y="145833"/>
                </a:lnTo>
                <a:lnTo>
                  <a:pt x="0" y="142932"/>
                </a:lnTo>
                <a:lnTo>
                  <a:pt x="1960" y="142932"/>
                </a:lnTo>
                <a:cubicBezTo>
                  <a:pt x="4835" y="142984"/>
                  <a:pt x="7292" y="142435"/>
                  <a:pt x="9330" y="141283"/>
                </a:cubicBezTo>
                <a:cubicBezTo>
                  <a:pt x="10323" y="140708"/>
                  <a:pt x="11094" y="139780"/>
                  <a:pt x="11643" y="138497"/>
                </a:cubicBezTo>
                <a:cubicBezTo>
                  <a:pt x="12192" y="137217"/>
                  <a:pt x="12466" y="133961"/>
                  <a:pt x="12466" y="128731"/>
                </a:cubicBezTo>
                <a:lnTo>
                  <a:pt x="12466" y="60781"/>
                </a:lnTo>
                <a:cubicBezTo>
                  <a:pt x="12466" y="56126"/>
                  <a:pt x="12257" y="53171"/>
                  <a:pt x="11839" y="51916"/>
                </a:cubicBezTo>
                <a:cubicBezTo>
                  <a:pt x="11421" y="50660"/>
                  <a:pt x="10755" y="49719"/>
                  <a:pt x="9840" y="49091"/>
                </a:cubicBezTo>
                <a:cubicBezTo>
                  <a:pt x="8925" y="48462"/>
                  <a:pt x="7684" y="48148"/>
                  <a:pt x="6116" y="48148"/>
                </a:cubicBezTo>
                <a:cubicBezTo>
                  <a:pt x="4861" y="48148"/>
                  <a:pt x="3267" y="48514"/>
                  <a:pt x="1333" y="49246"/>
                </a:cubicBezTo>
                <a:lnTo>
                  <a:pt x="392" y="46737"/>
                </a:lnTo>
                <a:moveTo>
                  <a:pt x="25482" y="59338"/>
                </a:moveTo>
                <a:lnTo>
                  <a:pt x="25482" y="86118"/>
                </a:lnTo>
                <a:cubicBezTo>
                  <a:pt x="25482" y="91913"/>
                  <a:pt x="25717" y="95724"/>
                  <a:pt x="26187" y="97550"/>
                </a:cubicBezTo>
                <a:cubicBezTo>
                  <a:pt x="26919" y="100579"/>
                  <a:pt x="28709" y="103241"/>
                  <a:pt x="31558" y="105538"/>
                </a:cubicBezTo>
                <a:cubicBezTo>
                  <a:pt x="34407" y="107834"/>
                  <a:pt x="38000" y="108983"/>
                  <a:pt x="42339" y="108983"/>
                </a:cubicBezTo>
                <a:cubicBezTo>
                  <a:pt x="47566" y="108983"/>
                  <a:pt x="51800" y="106947"/>
                  <a:pt x="55040" y="102875"/>
                </a:cubicBezTo>
                <a:cubicBezTo>
                  <a:pt x="59274" y="97551"/>
                  <a:pt x="61391" y="90060"/>
                  <a:pt x="61391" y="80402"/>
                </a:cubicBezTo>
                <a:cubicBezTo>
                  <a:pt x="61391" y="69440"/>
                  <a:pt x="58987" y="61010"/>
                  <a:pt x="54178" y="55111"/>
                </a:cubicBezTo>
                <a:cubicBezTo>
                  <a:pt x="50833" y="51039"/>
                  <a:pt x="46860" y="49003"/>
                  <a:pt x="42260" y="49003"/>
                </a:cubicBezTo>
                <a:cubicBezTo>
                  <a:pt x="39751" y="49003"/>
                  <a:pt x="37268" y="49629"/>
                  <a:pt x="34812" y="50882"/>
                </a:cubicBezTo>
                <a:cubicBezTo>
                  <a:pt x="32930" y="51822"/>
                  <a:pt x="29820" y="54640"/>
                  <a:pt x="25482" y="59338"/>
                </a:cubicBezTo>
                <a:close/>
                <a:moveTo>
                  <a:pt x="110551" y="0"/>
                </a:moveTo>
                <a:lnTo>
                  <a:pt x="110551" y="95193"/>
                </a:lnTo>
                <a:cubicBezTo>
                  <a:pt x="110551" y="99685"/>
                  <a:pt x="110878" y="102663"/>
                  <a:pt x="111531" y="104127"/>
                </a:cubicBezTo>
                <a:cubicBezTo>
                  <a:pt x="112185" y="105589"/>
                  <a:pt x="113191" y="106698"/>
                  <a:pt x="114550" y="107456"/>
                </a:cubicBezTo>
                <a:cubicBezTo>
                  <a:pt x="115909" y="108213"/>
                  <a:pt x="118444" y="108591"/>
                  <a:pt x="122155" y="108591"/>
                </a:cubicBezTo>
                <a:lnTo>
                  <a:pt x="122155" y="111492"/>
                </a:lnTo>
                <a:lnTo>
                  <a:pt x="86951" y="111492"/>
                </a:lnTo>
                <a:lnTo>
                  <a:pt x="86951" y="108591"/>
                </a:lnTo>
                <a:cubicBezTo>
                  <a:pt x="90244" y="108591"/>
                  <a:pt x="92492" y="108252"/>
                  <a:pt x="93694" y="107574"/>
                </a:cubicBezTo>
                <a:cubicBezTo>
                  <a:pt x="94896" y="106894"/>
                  <a:pt x="95837" y="105771"/>
                  <a:pt x="96517" y="104205"/>
                </a:cubicBezTo>
                <a:cubicBezTo>
                  <a:pt x="97196" y="102637"/>
                  <a:pt x="97536" y="99633"/>
                  <a:pt x="97536" y="95193"/>
                </a:cubicBezTo>
                <a:lnTo>
                  <a:pt x="97536" y="30007"/>
                </a:lnTo>
                <a:cubicBezTo>
                  <a:pt x="97536" y="21912"/>
                  <a:pt x="97353" y="16937"/>
                  <a:pt x="96987" y="15083"/>
                </a:cubicBezTo>
                <a:cubicBezTo>
                  <a:pt x="96621" y="13228"/>
                  <a:pt x="96033" y="11961"/>
                  <a:pt x="95223" y="11283"/>
                </a:cubicBezTo>
                <a:cubicBezTo>
                  <a:pt x="94413" y="10603"/>
                  <a:pt x="93381" y="10264"/>
                  <a:pt x="92126" y="10264"/>
                </a:cubicBezTo>
                <a:cubicBezTo>
                  <a:pt x="90767" y="10264"/>
                  <a:pt x="89042" y="10682"/>
                  <a:pt x="86951" y="11518"/>
                </a:cubicBezTo>
                <a:lnTo>
                  <a:pt x="85618" y="8774"/>
                </a:lnTo>
                <a:lnTo>
                  <a:pt x="107023" y="0"/>
                </a:lnTo>
                <a:lnTo>
                  <a:pt x="110551" y="0"/>
                </a:lnTo>
                <a:close/>
                <a:moveTo>
                  <a:pt x="171372" y="101142"/>
                </a:moveTo>
                <a:cubicBezTo>
                  <a:pt x="164002" y="106840"/>
                  <a:pt x="159376" y="110133"/>
                  <a:pt x="157494" y="111021"/>
                </a:cubicBezTo>
                <a:cubicBezTo>
                  <a:pt x="154672" y="112380"/>
                  <a:pt x="151666" y="113060"/>
                  <a:pt x="148478" y="113060"/>
                </a:cubicBezTo>
                <a:cubicBezTo>
                  <a:pt x="143512" y="113060"/>
                  <a:pt x="139422" y="111361"/>
                  <a:pt x="136207" y="107964"/>
                </a:cubicBezTo>
                <a:cubicBezTo>
                  <a:pt x="132993" y="104566"/>
                  <a:pt x="131385" y="100097"/>
                  <a:pt x="131385" y="94556"/>
                </a:cubicBezTo>
                <a:cubicBezTo>
                  <a:pt x="131385" y="91054"/>
                  <a:pt x="132170" y="88023"/>
                  <a:pt x="133738" y="85461"/>
                </a:cubicBezTo>
                <a:cubicBezTo>
                  <a:pt x="135881" y="81907"/>
                  <a:pt x="139605" y="78562"/>
                  <a:pt x="144910" y="75426"/>
                </a:cubicBezTo>
                <a:cubicBezTo>
                  <a:pt x="150216" y="72289"/>
                  <a:pt x="159036" y="68474"/>
                  <a:pt x="171372" y="63978"/>
                </a:cubicBezTo>
                <a:lnTo>
                  <a:pt x="171372" y="61156"/>
                </a:lnTo>
                <a:cubicBezTo>
                  <a:pt x="171372" y="53995"/>
                  <a:pt x="170235" y="49081"/>
                  <a:pt x="167961" y="46416"/>
                </a:cubicBezTo>
                <a:cubicBezTo>
                  <a:pt x="165688" y="43750"/>
                  <a:pt x="162382" y="42417"/>
                  <a:pt x="158043" y="42417"/>
                </a:cubicBezTo>
                <a:cubicBezTo>
                  <a:pt x="154750" y="42417"/>
                  <a:pt x="152137" y="43302"/>
                  <a:pt x="150203" y="45073"/>
                </a:cubicBezTo>
                <a:cubicBezTo>
                  <a:pt x="148216" y="46844"/>
                  <a:pt x="147223" y="48875"/>
                  <a:pt x="147223" y="51167"/>
                </a:cubicBezTo>
                <a:lnTo>
                  <a:pt x="147380" y="55697"/>
                </a:lnTo>
                <a:cubicBezTo>
                  <a:pt x="147380" y="58091"/>
                  <a:pt x="146766" y="59940"/>
                  <a:pt x="145538" y="61242"/>
                </a:cubicBezTo>
                <a:cubicBezTo>
                  <a:pt x="144309" y="62543"/>
                  <a:pt x="142702" y="63194"/>
                  <a:pt x="140716" y="63194"/>
                </a:cubicBezTo>
                <a:cubicBezTo>
                  <a:pt x="138782" y="63194"/>
                  <a:pt x="137200" y="62517"/>
                  <a:pt x="135972" y="61163"/>
                </a:cubicBezTo>
                <a:cubicBezTo>
                  <a:pt x="134744" y="59807"/>
                  <a:pt x="134130" y="57957"/>
                  <a:pt x="134130" y="55611"/>
                </a:cubicBezTo>
                <a:cubicBezTo>
                  <a:pt x="134130" y="51131"/>
                  <a:pt x="136430" y="47014"/>
                  <a:pt x="141029" y="43262"/>
                </a:cubicBezTo>
                <a:cubicBezTo>
                  <a:pt x="145629" y="39510"/>
                  <a:pt x="152084" y="37634"/>
                  <a:pt x="160395" y="37634"/>
                </a:cubicBezTo>
                <a:cubicBezTo>
                  <a:pt x="166772" y="37634"/>
                  <a:pt x="171999" y="38704"/>
                  <a:pt x="176076" y="40844"/>
                </a:cubicBezTo>
                <a:cubicBezTo>
                  <a:pt x="179160" y="42463"/>
                  <a:pt x="181434" y="44995"/>
                  <a:pt x="182897" y="48442"/>
                </a:cubicBezTo>
                <a:cubicBezTo>
                  <a:pt x="183838" y="50686"/>
                  <a:pt x="184309" y="55280"/>
                  <a:pt x="184309" y="62224"/>
                </a:cubicBezTo>
                <a:lnTo>
                  <a:pt x="184309" y="86579"/>
                </a:lnTo>
                <a:cubicBezTo>
                  <a:pt x="184309" y="93418"/>
                  <a:pt x="184439" y="97608"/>
                  <a:pt x="184701" y="99148"/>
                </a:cubicBezTo>
                <a:cubicBezTo>
                  <a:pt x="184962" y="100688"/>
                  <a:pt x="185393" y="101720"/>
                  <a:pt x="185994" y="102242"/>
                </a:cubicBezTo>
                <a:cubicBezTo>
                  <a:pt x="186596" y="102763"/>
                  <a:pt x="187288" y="103024"/>
                  <a:pt x="188072" y="103024"/>
                </a:cubicBezTo>
                <a:cubicBezTo>
                  <a:pt x="188909" y="103024"/>
                  <a:pt x="189640" y="102841"/>
                  <a:pt x="190268" y="102475"/>
                </a:cubicBezTo>
                <a:cubicBezTo>
                  <a:pt x="191365" y="101796"/>
                  <a:pt x="193482" y="99888"/>
                  <a:pt x="196618" y="96752"/>
                </a:cubicBezTo>
                <a:lnTo>
                  <a:pt x="196618" y="101142"/>
                </a:lnTo>
                <a:cubicBezTo>
                  <a:pt x="190764" y="108983"/>
                  <a:pt x="185171" y="112903"/>
                  <a:pt x="179840" y="112903"/>
                </a:cubicBezTo>
                <a:cubicBezTo>
                  <a:pt x="177278" y="112903"/>
                  <a:pt x="175240" y="112014"/>
                  <a:pt x="173724" y="110237"/>
                </a:cubicBezTo>
                <a:cubicBezTo>
                  <a:pt x="172208" y="108460"/>
                  <a:pt x="171424" y="105428"/>
                  <a:pt x="171372" y="101142"/>
                </a:cubicBezTo>
                <a:moveTo>
                  <a:pt x="171372" y="96002"/>
                </a:moveTo>
                <a:lnTo>
                  <a:pt x="171372" y="68761"/>
                </a:lnTo>
                <a:cubicBezTo>
                  <a:pt x="163479" y="71883"/>
                  <a:pt x="158383" y="74094"/>
                  <a:pt x="156083" y="75396"/>
                </a:cubicBezTo>
                <a:cubicBezTo>
                  <a:pt x="151954" y="77686"/>
                  <a:pt x="149000" y="80080"/>
                  <a:pt x="147223" y="82578"/>
                </a:cubicBezTo>
                <a:cubicBezTo>
                  <a:pt x="145446" y="85075"/>
                  <a:pt x="144557" y="87807"/>
                  <a:pt x="144557" y="90773"/>
                </a:cubicBezTo>
                <a:cubicBezTo>
                  <a:pt x="144557" y="94520"/>
                  <a:pt x="145681" y="97630"/>
                  <a:pt x="147929" y="100101"/>
                </a:cubicBezTo>
                <a:cubicBezTo>
                  <a:pt x="150176" y="102572"/>
                  <a:pt x="152764" y="103808"/>
                  <a:pt x="155691" y="103808"/>
                </a:cubicBezTo>
                <a:cubicBezTo>
                  <a:pt x="159663" y="103808"/>
                  <a:pt x="164890" y="101206"/>
                  <a:pt x="171372" y="96002"/>
                </a:cubicBezTo>
                <a:close/>
                <a:moveTo>
                  <a:pt x="223124" y="15995"/>
                </a:moveTo>
                <a:lnTo>
                  <a:pt x="223124" y="39673"/>
                </a:lnTo>
                <a:lnTo>
                  <a:pt x="239903" y="39673"/>
                </a:lnTo>
                <a:lnTo>
                  <a:pt x="239903" y="45161"/>
                </a:lnTo>
                <a:lnTo>
                  <a:pt x="223124" y="45161"/>
                </a:lnTo>
                <a:lnTo>
                  <a:pt x="223124" y="91670"/>
                </a:lnTo>
                <a:cubicBezTo>
                  <a:pt x="223124" y="96317"/>
                  <a:pt x="223790" y="99450"/>
                  <a:pt x="225123" y="101069"/>
                </a:cubicBezTo>
                <a:cubicBezTo>
                  <a:pt x="226456" y="102686"/>
                  <a:pt x="228168" y="103494"/>
                  <a:pt x="230259" y="103494"/>
                </a:cubicBezTo>
                <a:cubicBezTo>
                  <a:pt x="231984" y="103494"/>
                  <a:pt x="233656" y="102959"/>
                  <a:pt x="235277" y="101887"/>
                </a:cubicBezTo>
                <a:cubicBezTo>
                  <a:pt x="236897" y="100816"/>
                  <a:pt x="238151" y="99234"/>
                  <a:pt x="239040" y="97144"/>
                </a:cubicBezTo>
                <a:lnTo>
                  <a:pt x="242098" y="97144"/>
                </a:lnTo>
                <a:cubicBezTo>
                  <a:pt x="240268" y="102281"/>
                  <a:pt x="237681" y="106166"/>
                  <a:pt x="234336" y="108799"/>
                </a:cubicBezTo>
                <a:cubicBezTo>
                  <a:pt x="230991" y="111431"/>
                  <a:pt x="227541" y="112746"/>
                  <a:pt x="223986" y="112746"/>
                </a:cubicBezTo>
                <a:cubicBezTo>
                  <a:pt x="221582" y="112746"/>
                  <a:pt x="219230" y="112079"/>
                  <a:pt x="216930" y="110744"/>
                </a:cubicBezTo>
                <a:cubicBezTo>
                  <a:pt x="214630" y="109410"/>
                  <a:pt x="212931" y="107500"/>
                  <a:pt x="211834" y="105016"/>
                </a:cubicBezTo>
                <a:cubicBezTo>
                  <a:pt x="210736" y="102530"/>
                  <a:pt x="210187" y="98696"/>
                  <a:pt x="210187" y="93515"/>
                </a:cubicBezTo>
                <a:lnTo>
                  <a:pt x="210187" y="45161"/>
                </a:lnTo>
                <a:lnTo>
                  <a:pt x="198818" y="45161"/>
                </a:lnTo>
                <a:lnTo>
                  <a:pt x="198818" y="42574"/>
                </a:lnTo>
                <a:cubicBezTo>
                  <a:pt x="201693" y="41421"/>
                  <a:pt x="204633" y="39468"/>
                  <a:pt x="207639" y="36716"/>
                </a:cubicBezTo>
                <a:cubicBezTo>
                  <a:pt x="210644" y="33963"/>
                  <a:pt x="213323" y="30700"/>
                  <a:pt x="215675" y="26925"/>
                </a:cubicBezTo>
                <a:cubicBezTo>
                  <a:pt x="216878" y="24934"/>
                  <a:pt x="218550" y="21290"/>
                  <a:pt x="220693" y="15995"/>
                </a:cubicBezTo>
                <a:lnTo>
                  <a:pt x="223124" y="15995"/>
                </a:lnTo>
                <a:close/>
                <a:moveTo>
                  <a:pt x="275164" y="45161"/>
                </a:moveTo>
                <a:lnTo>
                  <a:pt x="275164" y="92420"/>
                </a:lnTo>
                <a:cubicBezTo>
                  <a:pt x="275164" y="99118"/>
                  <a:pt x="275895" y="103357"/>
                  <a:pt x="277359" y="105136"/>
                </a:cubicBezTo>
                <a:cubicBezTo>
                  <a:pt x="279293" y="107439"/>
                  <a:pt x="281880" y="108591"/>
                  <a:pt x="285121" y="108591"/>
                </a:cubicBezTo>
                <a:lnTo>
                  <a:pt x="291629" y="108591"/>
                </a:lnTo>
                <a:lnTo>
                  <a:pt x="291629" y="111492"/>
                </a:lnTo>
                <a:lnTo>
                  <a:pt x="248741" y="111492"/>
                </a:lnTo>
                <a:lnTo>
                  <a:pt x="248741" y="108591"/>
                </a:lnTo>
                <a:lnTo>
                  <a:pt x="251956" y="108591"/>
                </a:lnTo>
                <a:cubicBezTo>
                  <a:pt x="254047" y="108591"/>
                  <a:pt x="255954" y="108067"/>
                  <a:pt x="257679" y="107020"/>
                </a:cubicBezTo>
                <a:cubicBezTo>
                  <a:pt x="259404" y="105973"/>
                  <a:pt x="260593" y="104560"/>
                  <a:pt x="261247" y="102781"/>
                </a:cubicBezTo>
                <a:cubicBezTo>
                  <a:pt x="261900" y="101003"/>
                  <a:pt x="262227" y="97549"/>
                  <a:pt x="262227" y="92420"/>
                </a:cubicBezTo>
                <a:lnTo>
                  <a:pt x="262227" y="45161"/>
                </a:lnTo>
                <a:lnTo>
                  <a:pt x="248271" y="45161"/>
                </a:lnTo>
                <a:lnTo>
                  <a:pt x="248271" y="39673"/>
                </a:lnTo>
                <a:lnTo>
                  <a:pt x="262227" y="39673"/>
                </a:lnTo>
                <a:lnTo>
                  <a:pt x="262227" y="34949"/>
                </a:lnTo>
                <a:cubicBezTo>
                  <a:pt x="262227" y="27760"/>
                  <a:pt x="263377" y="21673"/>
                  <a:pt x="265677" y="16688"/>
                </a:cubicBezTo>
                <a:cubicBezTo>
                  <a:pt x="267976" y="11703"/>
                  <a:pt x="271492" y="7676"/>
                  <a:pt x="276222" y="4606"/>
                </a:cubicBezTo>
                <a:cubicBezTo>
                  <a:pt x="280952" y="1535"/>
                  <a:pt x="286271" y="0"/>
                  <a:pt x="292177" y="0"/>
                </a:cubicBezTo>
                <a:cubicBezTo>
                  <a:pt x="297666" y="0"/>
                  <a:pt x="302710" y="1777"/>
                  <a:pt x="307310" y="5332"/>
                </a:cubicBezTo>
                <a:cubicBezTo>
                  <a:pt x="310341" y="7684"/>
                  <a:pt x="311857" y="10323"/>
                  <a:pt x="311857" y="13250"/>
                </a:cubicBezTo>
                <a:cubicBezTo>
                  <a:pt x="311857" y="14819"/>
                  <a:pt x="311178" y="16295"/>
                  <a:pt x="309819" y="17680"/>
                </a:cubicBezTo>
                <a:cubicBezTo>
                  <a:pt x="308460" y="19065"/>
                  <a:pt x="306996" y="19758"/>
                  <a:pt x="305428" y="19758"/>
                </a:cubicBezTo>
                <a:cubicBezTo>
                  <a:pt x="304226" y="19758"/>
                  <a:pt x="302958" y="19322"/>
                  <a:pt x="301625" y="18450"/>
                </a:cubicBezTo>
                <a:cubicBezTo>
                  <a:pt x="300292" y="17577"/>
                  <a:pt x="298659" y="15701"/>
                  <a:pt x="296725" y="12822"/>
                </a:cubicBezTo>
                <a:cubicBezTo>
                  <a:pt x="294791" y="9942"/>
                  <a:pt x="293014" y="8000"/>
                  <a:pt x="291393" y="6995"/>
                </a:cubicBezTo>
                <a:cubicBezTo>
                  <a:pt x="289773" y="5991"/>
                  <a:pt x="287970" y="5488"/>
                  <a:pt x="285983" y="5488"/>
                </a:cubicBezTo>
                <a:cubicBezTo>
                  <a:pt x="283579" y="5488"/>
                  <a:pt x="281541" y="6135"/>
                  <a:pt x="279868" y="7429"/>
                </a:cubicBezTo>
                <a:cubicBezTo>
                  <a:pt x="278195" y="8721"/>
                  <a:pt x="276993" y="10725"/>
                  <a:pt x="276261" y="13442"/>
                </a:cubicBezTo>
                <a:cubicBezTo>
                  <a:pt x="275529" y="16158"/>
                  <a:pt x="275164" y="23160"/>
                  <a:pt x="275164" y="34449"/>
                </a:cubicBezTo>
                <a:lnTo>
                  <a:pt x="275164" y="39673"/>
                </a:lnTo>
                <a:lnTo>
                  <a:pt x="293667" y="39673"/>
                </a:lnTo>
                <a:lnTo>
                  <a:pt x="293667" y="45161"/>
                </a:lnTo>
                <a:lnTo>
                  <a:pt x="275164" y="451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orm">
            <a:extLst xmlns:a="http://schemas.openxmlformats.org/drawingml/2006/main">
              <a:ext uri="{FF2B5EF4-FFF2-40B4-BE49-F238E27FC236}">
                <a16:creationId xmlns:a16="http://schemas.microsoft.com/office/drawing/2014/main" id="{49427D3C-D1C4-4B11-A903-E15E5820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265" y="604260"/>
            <a:ext cx="252594" cy="76053"/>
          </a:xfrm>
          <a:custGeom xmlns:a="http://schemas.openxmlformats.org/drawingml/2006/main">
            <a:pathLst>
              <a:path w="252594" h="76053">
                <a:moveTo>
                  <a:pt x="34733" y="0"/>
                </a:moveTo>
                <a:cubicBezTo>
                  <a:pt x="45606" y="0"/>
                  <a:pt x="54335" y="4125"/>
                  <a:pt x="60921" y="12376"/>
                </a:cubicBezTo>
                <a:cubicBezTo>
                  <a:pt x="66513" y="19424"/>
                  <a:pt x="69310" y="27518"/>
                  <a:pt x="69310" y="36657"/>
                </a:cubicBezTo>
                <a:cubicBezTo>
                  <a:pt x="69310" y="43079"/>
                  <a:pt x="67768" y="49580"/>
                  <a:pt x="64684" y="56160"/>
                </a:cubicBezTo>
                <a:cubicBezTo>
                  <a:pt x="61600" y="62738"/>
                  <a:pt x="57353" y="67698"/>
                  <a:pt x="51943" y="71040"/>
                </a:cubicBezTo>
                <a:cubicBezTo>
                  <a:pt x="46533" y="74382"/>
                  <a:pt x="40509" y="76053"/>
                  <a:pt x="33871" y="76053"/>
                </a:cubicBezTo>
                <a:cubicBezTo>
                  <a:pt x="23051" y="76053"/>
                  <a:pt x="14453" y="71745"/>
                  <a:pt x="8076" y="63128"/>
                </a:cubicBezTo>
                <a:cubicBezTo>
                  <a:pt x="2692" y="55871"/>
                  <a:pt x="0" y="47726"/>
                  <a:pt x="0" y="38693"/>
                </a:cubicBezTo>
                <a:cubicBezTo>
                  <a:pt x="0" y="32113"/>
                  <a:pt x="1633" y="25573"/>
                  <a:pt x="4900" y="19072"/>
                </a:cubicBezTo>
                <a:cubicBezTo>
                  <a:pt x="8167" y="12571"/>
                  <a:pt x="12466" y="7767"/>
                  <a:pt x="17798" y="4660"/>
                </a:cubicBezTo>
                <a:cubicBezTo>
                  <a:pt x="23129" y="1553"/>
                  <a:pt x="28775" y="0"/>
                  <a:pt x="34733" y="0"/>
                </a:cubicBezTo>
                <a:moveTo>
                  <a:pt x="32303" y="5175"/>
                </a:moveTo>
                <a:cubicBezTo>
                  <a:pt x="29533" y="5175"/>
                  <a:pt x="26749" y="5997"/>
                  <a:pt x="23953" y="7642"/>
                </a:cubicBezTo>
                <a:cubicBezTo>
                  <a:pt x="21156" y="9287"/>
                  <a:pt x="18896" y="12172"/>
                  <a:pt x="17171" y="16296"/>
                </a:cubicBezTo>
                <a:cubicBezTo>
                  <a:pt x="15446" y="20420"/>
                  <a:pt x="14583" y="25719"/>
                  <a:pt x="14583" y="32193"/>
                </a:cubicBezTo>
                <a:cubicBezTo>
                  <a:pt x="14583" y="42633"/>
                  <a:pt x="16661" y="51639"/>
                  <a:pt x="20816" y="59210"/>
                </a:cubicBezTo>
                <a:cubicBezTo>
                  <a:pt x="24972" y="66780"/>
                  <a:pt x="30447" y="70564"/>
                  <a:pt x="37242" y="70564"/>
                </a:cubicBezTo>
                <a:cubicBezTo>
                  <a:pt x="42313" y="70564"/>
                  <a:pt x="46494" y="68476"/>
                  <a:pt x="49787" y="64299"/>
                </a:cubicBezTo>
                <a:cubicBezTo>
                  <a:pt x="53080" y="60123"/>
                  <a:pt x="54727" y="52945"/>
                  <a:pt x="54727" y="42765"/>
                </a:cubicBezTo>
                <a:cubicBezTo>
                  <a:pt x="54727" y="30026"/>
                  <a:pt x="51982" y="20001"/>
                  <a:pt x="46494" y="12692"/>
                </a:cubicBezTo>
                <a:cubicBezTo>
                  <a:pt x="42783" y="7680"/>
                  <a:pt x="38053" y="5175"/>
                  <a:pt x="32303" y="5175"/>
                </a:cubicBezTo>
                <a:close/>
                <a:moveTo>
                  <a:pt x="100907" y="0"/>
                </a:moveTo>
                <a:lnTo>
                  <a:pt x="100907" y="16151"/>
                </a:lnTo>
                <a:cubicBezTo>
                  <a:pt x="106918" y="5384"/>
                  <a:pt x="113086" y="0"/>
                  <a:pt x="119411" y="0"/>
                </a:cubicBezTo>
                <a:cubicBezTo>
                  <a:pt x="122286" y="0"/>
                  <a:pt x="124664" y="876"/>
                  <a:pt x="126546" y="2627"/>
                </a:cubicBezTo>
                <a:cubicBezTo>
                  <a:pt x="128427" y="4378"/>
                  <a:pt x="129368" y="6403"/>
                  <a:pt x="129368" y="8703"/>
                </a:cubicBezTo>
                <a:cubicBezTo>
                  <a:pt x="129368" y="10741"/>
                  <a:pt x="128689" y="12466"/>
                  <a:pt x="127330" y="13878"/>
                </a:cubicBezTo>
                <a:cubicBezTo>
                  <a:pt x="125971" y="15289"/>
                  <a:pt x="124350" y="15995"/>
                  <a:pt x="122469" y="15995"/>
                </a:cubicBezTo>
                <a:cubicBezTo>
                  <a:pt x="120639" y="15995"/>
                  <a:pt x="118588" y="15093"/>
                  <a:pt x="116314" y="13290"/>
                </a:cubicBezTo>
                <a:cubicBezTo>
                  <a:pt x="114040" y="11486"/>
                  <a:pt x="112354" y="10585"/>
                  <a:pt x="111257" y="10585"/>
                </a:cubicBezTo>
                <a:cubicBezTo>
                  <a:pt x="110316" y="10585"/>
                  <a:pt x="109297" y="11106"/>
                  <a:pt x="108199" y="12148"/>
                </a:cubicBezTo>
                <a:cubicBezTo>
                  <a:pt x="105847" y="14286"/>
                  <a:pt x="103416" y="17805"/>
                  <a:pt x="100907" y="22706"/>
                </a:cubicBezTo>
                <a:lnTo>
                  <a:pt x="100907" y="57037"/>
                </a:lnTo>
                <a:cubicBezTo>
                  <a:pt x="100907" y="60998"/>
                  <a:pt x="101404" y="63996"/>
                  <a:pt x="102397" y="66029"/>
                </a:cubicBezTo>
                <a:cubicBezTo>
                  <a:pt x="103077" y="67437"/>
                  <a:pt x="104279" y="68611"/>
                  <a:pt x="106004" y="69550"/>
                </a:cubicBezTo>
                <a:cubicBezTo>
                  <a:pt x="107729" y="70488"/>
                  <a:pt x="110211" y="70956"/>
                  <a:pt x="113452" y="70956"/>
                </a:cubicBezTo>
                <a:lnTo>
                  <a:pt x="113452" y="73857"/>
                </a:lnTo>
                <a:lnTo>
                  <a:pt x="76680" y="73857"/>
                </a:lnTo>
                <a:lnTo>
                  <a:pt x="76680" y="70956"/>
                </a:lnTo>
                <a:cubicBezTo>
                  <a:pt x="80339" y="70956"/>
                  <a:pt x="83057" y="70383"/>
                  <a:pt x="84834" y="69236"/>
                </a:cubicBezTo>
                <a:cubicBezTo>
                  <a:pt x="86141" y="68402"/>
                  <a:pt x="87056" y="67071"/>
                  <a:pt x="87579" y="65245"/>
                </a:cubicBezTo>
                <a:cubicBezTo>
                  <a:pt x="87840" y="64358"/>
                  <a:pt x="87971" y="61829"/>
                  <a:pt x="87971" y="57657"/>
                </a:cubicBezTo>
                <a:lnTo>
                  <a:pt x="87971" y="29885"/>
                </a:lnTo>
                <a:cubicBezTo>
                  <a:pt x="87971" y="21539"/>
                  <a:pt x="87801" y="16572"/>
                  <a:pt x="87461" y="14983"/>
                </a:cubicBezTo>
                <a:cubicBezTo>
                  <a:pt x="87121" y="13392"/>
                  <a:pt x="86494" y="12231"/>
                  <a:pt x="85579" y="11501"/>
                </a:cubicBezTo>
                <a:cubicBezTo>
                  <a:pt x="84664" y="10771"/>
                  <a:pt x="83528" y="10406"/>
                  <a:pt x="82169" y="10406"/>
                </a:cubicBezTo>
                <a:cubicBezTo>
                  <a:pt x="80548" y="10406"/>
                  <a:pt x="78719" y="10797"/>
                  <a:pt x="76680" y="11579"/>
                </a:cubicBezTo>
                <a:lnTo>
                  <a:pt x="75896" y="8762"/>
                </a:lnTo>
                <a:lnTo>
                  <a:pt x="97614" y="0"/>
                </a:lnTo>
                <a:lnTo>
                  <a:pt x="100907" y="0"/>
                </a:lnTo>
                <a:close/>
                <a:moveTo>
                  <a:pt x="154745" y="15289"/>
                </a:moveTo>
                <a:cubicBezTo>
                  <a:pt x="159972" y="10062"/>
                  <a:pt x="163056" y="7056"/>
                  <a:pt x="163997" y="6272"/>
                </a:cubicBezTo>
                <a:cubicBezTo>
                  <a:pt x="166349" y="4286"/>
                  <a:pt x="168884" y="2744"/>
                  <a:pt x="171602" y="1647"/>
                </a:cubicBezTo>
                <a:cubicBezTo>
                  <a:pt x="174320" y="549"/>
                  <a:pt x="177012" y="0"/>
                  <a:pt x="179678" y="0"/>
                </a:cubicBezTo>
                <a:cubicBezTo>
                  <a:pt x="184173" y="0"/>
                  <a:pt x="188041" y="1307"/>
                  <a:pt x="191282" y="3920"/>
                </a:cubicBezTo>
                <a:cubicBezTo>
                  <a:pt x="194523" y="6534"/>
                  <a:pt x="196692" y="10323"/>
                  <a:pt x="197789" y="15289"/>
                </a:cubicBezTo>
                <a:cubicBezTo>
                  <a:pt x="203173" y="9017"/>
                  <a:pt x="207721" y="4900"/>
                  <a:pt x="211432" y="2940"/>
                </a:cubicBezTo>
                <a:cubicBezTo>
                  <a:pt x="215143" y="980"/>
                  <a:pt x="218959" y="0"/>
                  <a:pt x="222879" y="0"/>
                </a:cubicBezTo>
                <a:cubicBezTo>
                  <a:pt x="226695" y="0"/>
                  <a:pt x="230079" y="978"/>
                  <a:pt x="233032" y="2935"/>
                </a:cubicBezTo>
                <a:cubicBezTo>
                  <a:pt x="235986" y="4891"/>
                  <a:pt x="238325" y="8085"/>
                  <a:pt x="240050" y="12518"/>
                </a:cubicBezTo>
                <a:cubicBezTo>
                  <a:pt x="241200" y="15543"/>
                  <a:pt x="241775" y="20289"/>
                  <a:pt x="241775" y="26756"/>
                </a:cubicBezTo>
                <a:lnTo>
                  <a:pt x="241775" y="57579"/>
                </a:lnTo>
                <a:cubicBezTo>
                  <a:pt x="241775" y="62064"/>
                  <a:pt x="242114" y="65141"/>
                  <a:pt x="242794" y="66811"/>
                </a:cubicBezTo>
                <a:cubicBezTo>
                  <a:pt x="243317" y="67957"/>
                  <a:pt x="244283" y="68935"/>
                  <a:pt x="245695" y="69744"/>
                </a:cubicBezTo>
                <a:cubicBezTo>
                  <a:pt x="247106" y="70552"/>
                  <a:pt x="249406" y="70956"/>
                  <a:pt x="252594" y="70956"/>
                </a:cubicBezTo>
                <a:lnTo>
                  <a:pt x="252594" y="73857"/>
                </a:lnTo>
                <a:lnTo>
                  <a:pt x="217155" y="73857"/>
                </a:lnTo>
                <a:lnTo>
                  <a:pt x="217155" y="70956"/>
                </a:lnTo>
                <a:lnTo>
                  <a:pt x="218645" y="70956"/>
                </a:lnTo>
                <a:cubicBezTo>
                  <a:pt x="221729" y="70956"/>
                  <a:pt x="224133" y="70359"/>
                  <a:pt x="225858" y="69163"/>
                </a:cubicBezTo>
                <a:cubicBezTo>
                  <a:pt x="227061" y="68330"/>
                  <a:pt x="227923" y="67004"/>
                  <a:pt x="228446" y="65184"/>
                </a:cubicBezTo>
                <a:cubicBezTo>
                  <a:pt x="228655" y="64300"/>
                  <a:pt x="228759" y="61778"/>
                  <a:pt x="228759" y="57618"/>
                </a:cubicBezTo>
                <a:lnTo>
                  <a:pt x="228759" y="26883"/>
                </a:lnTo>
                <a:cubicBezTo>
                  <a:pt x="228759" y="21058"/>
                  <a:pt x="228054" y="16950"/>
                  <a:pt x="226642" y="14559"/>
                </a:cubicBezTo>
                <a:cubicBezTo>
                  <a:pt x="224604" y="11230"/>
                  <a:pt x="221337" y="9565"/>
                  <a:pt x="216842" y="9565"/>
                </a:cubicBezTo>
                <a:cubicBezTo>
                  <a:pt x="214071" y="9565"/>
                  <a:pt x="211288" y="10255"/>
                  <a:pt x="208492" y="11633"/>
                </a:cubicBezTo>
                <a:cubicBezTo>
                  <a:pt x="205695" y="13010"/>
                  <a:pt x="202311" y="15572"/>
                  <a:pt x="198338" y="19317"/>
                </a:cubicBezTo>
                <a:lnTo>
                  <a:pt x="198181" y="20175"/>
                </a:lnTo>
                <a:lnTo>
                  <a:pt x="198338" y="23529"/>
                </a:lnTo>
                <a:lnTo>
                  <a:pt x="198338" y="57618"/>
                </a:lnTo>
                <a:cubicBezTo>
                  <a:pt x="198338" y="62507"/>
                  <a:pt x="198613" y="65549"/>
                  <a:pt x="199161" y="66745"/>
                </a:cubicBezTo>
                <a:cubicBezTo>
                  <a:pt x="199710" y="67940"/>
                  <a:pt x="200743" y="68942"/>
                  <a:pt x="202258" y="69749"/>
                </a:cubicBezTo>
                <a:cubicBezTo>
                  <a:pt x="203774" y="70554"/>
                  <a:pt x="206362" y="70956"/>
                  <a:pt x="210021" y="70956"/>
                </a:cubicBezTo>
                <a:lnTo>
                  <a:pt x="210021" y="73857"/>
                </a:lnTo>
                <a:lnTo>
                  <a:pt x="173719" y="73857"/>
                </a:lnTo>
                <a:lnTo>
                  <a:pt x="173719" y="70956"/>
                </a:lnTo>
                <a:cubicBezTo>
                  <a:pt x="177692" y="70956"/>
                  <a:pt x="180423" y="70488"/>
                  <a:pt x="181912" y="69552"/>
                </a:cubicBezTo>
                <a:cubicBezTo>
                  <a:pt x="183402" y="68617"/>
                  <a:pt x="184434" y="67213"/>
                  <a:pt x="185009" y="65341"/>
                </a:cubicBezTo>
                <a:cubicBezTo>
                  <a:pt x="185271" y="64455"/>
                  <a:pt x="185401" y="61881"/>
                  <a:pt x="185401" y="57618"/>
                </a:cubicBezTo>
                <a:lnTo>
                  <a:pt x="185401" y="26883"/>
                </a:lnTo>
                <a:cubicBezTo>
                  <a:pt x="185401" y="21058"/>
                  <a:pt x="184539" y="16872"/>
                  <a:pt x="182814" y="14324"/>
                </a:cubicBezTo>
                <a:cubicBezTo>
                  <a:pt x="180514" y="10995"/>
                  <a:pt x="177300" y="9330"/>
                  <a:pt x="173170" y="9330"/>
                </a:cubicBezTo>
                <a:cubicBezTo>
                  <a:pt x="170348" y="9330"/>
                  <a:pt x="167551" y="10084"/>
                  <a:pt x="164781" y="11592"/>
                </a:cubicBezTo>
                <a:cubicBezTo>
                  <a:pt x="160443" y="13880"/>
                  <a:pt x="157097" y="16454"/>
                  <a:pt x="154745" y="19315"/>
                </a:cubicBezTo>
                <a:lnTo>
                  <a:pt x="154745" y="57618"/>
                </a:lnTo>
                <a:cubicBezTo>
                  <a:pt x="154745" y="62298"/>
                  <a:pt x="155072" y="65340"/>
                  <a:pt x="155725" y="66745"/>
                </a:cubicBezTo>
                <a:cubicBezTo>
                  <a:pt x="156379" y="68148"/>
                  <a:pt x="157346" y="69200"/>
                  <a:pt x="158626" y="69903"/>
                </a:cubicBezTo>
                <a:cubicBezTo>
                  <a:pt x="159907" y="70605"/>
                  <a:pt x="162507" y="70956"/>
                  <a:pt x="166427" y="70956"/>
                </a:cubicBezTo>
                <a:lnTo>
                  <a:pt x="166427" y="73857"/>
                </a:lnTo>
                <a:lnTo>
                  <a:pt x="130910" y="73857"/>
                </a:lnTo>
                <a:lnTo>
                  <a:pt x="130910" y="70956"/>
                </a:lnTo>
                <a:cubicBezTo>
                  <a:pt x="134203" y="70956"/>
                  <a:pt x="136503" y="70604"/>
                  <a:pt x="137810" y="69900"/>
                </a:cubicBezTo>
                <a:cubicBezTo>
                  <a:pt x="139116" y="69196"/>
                  <a:pt x="140110" y="68075"/>
                  <a:pt x="140789" y="66536"/>
                </a:cubicBezTo>
                <a:cubicBezTo>
                  <a:pt x="141469" y="64998"/>
                  <a:pt x="141808" y="62012"/>
                  <a:pt x="141808" y="57579"/>
                </a:cubicBezTo>
                <a:lnTo>
                  <a:pt x="141808" y="30198"/>
                </a:lnTo>
                <a:cubicBezTo>
                  <a:pt x="141808" y="22322"/>
                  <a:pt x="141573" y="17237"/>
                  <a:pt x="141103" y="14943"/>
                </a:cubicBezTo>
                <a:cubicBezTo>
                  <a:pt x="140737" y="13222"/>
                  <a:pt x="140162" y="12035"/>
                  <a:pt x="139378" y="11383"/>
                </a:cubicBezTo>
                <a:cubicBezTo>
                  <a:pt x="138594" y="10732"/>
                  <a:pt x="137522" y="10406"/>
                  <a:pt x="136163" y="10406"/>
                </a:cubicBezTo>
                <a:cubicBezTo>
                  <a:pt x="134700" y="10406"/>
                  <a:pt x="132949" y="10797"/>
                  <a:pt x="130910" y="11579"/>
                </a:cubicBezTo>
                <a:lnTo>
                  <a:pt x="129734" y="8762"/>
                </a:lnTo>
                <a:lnTo>
                  <a:pt x="151374" y="0"/>
                </a:lnTo>
                <a:lnTo>
                  <a:pt x="154745" y="0"/>
                </a:lnTo>
                <a:lnTo>
                  <a:pt x="154745" y="152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Text (245)">
            <a:extLst xmlns:a="http://schemas.openxmlformats.org/drawingml/2006/main">
              <a:ext uri="{FF2B5EF4-FFF2-40B4-BE49-F238E27FC236}">
                <a16:creationId xmlns:a16="http://schemas.microsoft.com/office/drawing/2014/main" id="{6CA6C4DA-6754-454D-87CE-1B77834A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510" y="566626"/>
            <a:ext cx="334685" cy="145833"/>
          </a:xfrm>
          <a:custGeom xmlns:a="http://schemas.openxmlformats.org/drawingml/2006/main">
            <a:pathLst>
              <a:path w="334685" h="145833">
                <a:moveTo>
                  <a:pt x="43279" y="142932"/>
                </a:moveTo>
                <a:lnTo>
                  <a:pt x="43279" y="145833"/>
                </a:lnTo>
                <a:cubicBezTo>
                  <a:pt x="35387" y="141861"/>
                  <a:pt x="28801" y="137209"/>
                  <a:pt x="23521" y="131877"/>
                </a:cubicBezTo>
                <a:cubicBezTo>
                  <a:pt x="15995" y="124298"/>
                  <a:pt x="10193" y="115360"/>
                  <a:pt x="6116" y="105063"/>
                </a:cubicBezTo>
                <a:cubicBezTo>
                  <a:pt x="2039" y="94765"/>
                  <a:pt x="0" y="84076"/>
                  <a:pt x="0" y="72995"/>
                </a:cubicBezTo>
                <a:cubicBezTo>
                  <a:pt x="0" y="56791"/>
                  <a:pt x="3999" y="42012"/>
                  <a:pt x="11996" y="28657"/>
                </a:cubicBezTo>
                <a:cubicBezTo>
                  <a:pt x="19993" y="15302"/>
                  <a:pt x="30421" y="5750"/>
                  <a:pt x="43279" y="0"/>
                </a:cubicBezTo>
                <a:lnTo>
                  <a:pt x="43279" y="3293"/>
                </a:lnTo>
                <a:cubicBezTo>
                  <a:pt x="36850" y="6847"/>
                  <a:pt x="31571" y="11708"/>
                  <a:pt x="27442" y="17876"/>
                </a:cubicBezTo>
                <a:cubicBezTo>
                  <a:pt x="23312" y="24044"/>
                  <a:pt x="20228" y="31859"/>
                  <a:pt x="18190" y="41319"/>
                </a:cubicBezTo>
                <a:cubicBezTo>
                  <a:pt x="16151" y="50780"/>
                  <a:pt x="15132" y="60659"/>
                  <a:pt x="15132" y="70956"/>
                </a:cubicBezTo>
                <a:cubicBezTo>
                  <a:pt x="15132" y="82142"/>
                  <a:pt x="15995" y="92309"/>
                  <a:pt x="17720" y="101456"/>
                </a:cubicBezTo>
                <a:cubicBezTo>
                  <a:pt x="19079" y="108669"/>
                  <a:pt x="20725" y="114458"/>
                  <a:pt x="22659" y="118823"/>
                </a:cubicBezTo>
                <a:cubicBezTo>
                  <a:pt x="24593" y="123187"/>
                  <a:pt x="27193" y="127382"/>
                  <a:pt x="30460" y="131407"/>
                </a:cubicBezTo>
                <a:cubicBezTo>
                  <a:pt x="33727" y="135431"/>
                  <a:pt x="38000" y="139273"/>
                  <a:pt x="43279" y="142932"/>
                </a:cubicBezTo>
                <a:close/>
                <a:moveTo>
                  <a:pt x="120561" y="90950"/>
                </a:moveTo>
                <a:lnTo>
                  <a:pt x="113112" y="111492"/>
                </a:lnTo>
                <a:lnTo>
                  <a:pt x="50388" y="111492"/>
                </a:lnTo>
                <a:lnTo>
                  <a:pt x="50388" y="108586"/>
                </a:lnTo>
                <a:cubicBezTo>
                  <a:pt x="68839" y="91727"/>
                  <a:pt x="81829" y="77958"/>
                  <a:pt x="89355" y="67279"/>
                </a:cubicBezTo>
                <a:cubicBezTo>
                  <a:pt x="96882" y="56598"/>
                  <a:pt x="100646" y="46833"/>
                  <a:pt x="100646" y="37985"/>
                </a:cubicBezTo>
                <a:cubicBezTo>
                  <a:pt x="100646" y="31232"/>
                  <a:pt x="98581" y="25683"/>
                  <a:pt x="94452" y="21338"/>
                </a:cubicBezTo>
                <a:cubicBezTo>
                  <a:pt x="90322" y="16992"/>
                  <a:pt x="85383" y="14819"/>
                  <a:pt x="79633" y="14819"/>
                </a:cubicBezTo>
                <a:cubicBezTo>
                  <a:pt x="74406" y="14819"/>
                  <a:pt x="69715" y="16354"/>
                  <a:pt x="65560" y="19425"/>
                </a:cubicBezTo>
                <a:cubicBezTo>
                  <a:pt x="61404" y="22496"/>
                  <a:pt x="58333" y="26997"/>
                  <a:pt x="56347" y="32930"/>
                </a:cubicBezTo>
                <a:lnTo>
                  <a:pt x="53446" y="32930"/>
                </a:lnTo>
                <a:cubicBezTo>
                  <a:pt x="54753" y="23285"/>
                  <a:pt x="58111" y="15882"/>
                  <a:pt x="63521" y="10722"/>
                </a:cubicBezTo>
                <a:cubicBezTo>
                  <a:pt x="68931" y="5560"/>
                  <a:pt x="75687" y="2979"/>
                  <a:pt x="83789" y="2979"/>
                </a:cubicBezTo>
                <a:cubicBezTo>
                  <a:pt x="92413" y="2979"/>
                  <a:pt x="99613" y="5750"/>
                  <a:pt x="105389" y="11290"/>
                </a:cubicBezTo>
                <a:cubicBezTo>
                  <a:pt x="111165" y="16831"/>
                  <a:pt x="114053" y="23365"/>
                  <a:pt x="114053" y="30892"/>
                </a:cubicBezTo>
                <a:cubicBezTo>
                  <a:pt x="114053" y="36275"/>
                  <a:pt x="112799" y="41659"/>
                  <a:pt x="110290" y="47043"/>
                </a:cubicBezTo>
                <a:cubicBezTo>
                  <a:pt x="106422" y="55511"/>
                  <a:pt x="100149" y="64475"/>
                  <a:pt x="91472" y="73936"/>
                </a:cubicBezTo>
                <a:cubicBezTo>
                  <a:pt x="78457" y="88153"/>
                  <a:pt x="70329" y="96726"/>
                  <a:pt x="67088" y="99653"/>
                </a:cubicBezTo>
                <a:lnTo>
                  <a:pt x="94844" y="99653"/>
                </a:lnTo>
                <a:cubicBezTo>
                  <a:pt x="100489" y="99653"/>
                  <a:pt x="104448" y="99442"/>
                  <a:pt x="106722" y="99020"/>
                </a:cubicBezTo>
                <a:cubicBezTo>
                  <a:pt x="108996" y="98597"/>
                  <a:pt x="111047" y="97740"/>
                  <a:pt x="112877" y="96448"/>
                </a:cubicBezTo>
                <a:cubicBezTo>
                  <a:pt x="114706" y="95156"/>
                  <a:pt x="116301" y="93323"/>
                  <a:pt x="117660" y="90950"/>
                </a:cubicBezTo>
                <a:lnTo>
                  <a:pt x="120561" y="90950"/>
                </a:lnTo>
                <a:close/>
                <a:moveTo>
                  <a:pt x="201945" y="72289"/>
                </a:moveTo>
                <a:lnTo>
                  <a:pt x="201945" y="83423"/>
                </a:lnTo>
                <a:lnTo>
                  <a:pt x="187675" y="83423"/>
                </a:lnTo>
                <a:lnTo>
                  <a:pt x="187675" y="111492"/>
                </a:lnTo>
                <a:lnTo>
                  <a:pt x="174738" y="111492"/>
                </a:lnTo>
                <a:lnTo>
                  <a:pt x="174738" y="83423"/>
                </a:lnTo>
                <a:lnTo>
                  <a:pt x="129734" y="83423"/>
                </a:lnTo>
                <a:lnTo>
                  <a:pt x="129734" y="73387"/>
                </a:lnTo>
                <a:lnTo>
                  <a:pt x="179051" y="2979"/>
                </a:lnTo>
                <a:lnTo>
                  <a:pt x="187675" y="2979"/>
                </a:lnTo>
                <a:lnTo>
                  <a:pt x="187675" y="72289"/>
                </a:lnTo>
                <a:lnTo>
                  <a:pt x="201945" y="72289"/>
                </a:lnTo>
                <a:moveTo>
                  <a:pt x="174738" y="72289"/>
                </a:moveTo>
                <a:lnTo>
                  <a:pt x="174738" y="19523"/>
                </a:lnTo>
                <a:lnTo>
                  <a:pt x="137418" y="72289"/>
                </a:lnTo>
                <a:lnTo>
                  <a:pt x="174738" y="72289"/>
                </a:lnTo>
                <a:close/>
                <a:moveTo>
                  <a:pt x="277214" y="5175"/>
                </a:moveTo>
                <a:lnTo>
                  <a:pt x="271099" y="18660"/>
                </a:lnTo>
                <a:lnTo>
                  <a:pt x="239109" y="18660"/>
                </a:lnTo>
                <a:lnTo>
                  <a:pt x="232131" y="32773"/>
                </a:lnTo>
                <a:cubicBezTo>
                  <a:pt x="245983" y="34812"/>
                  <a:pt x="256960" y="39960"/>
                  <a:pt x="265061" y="48219"/>
                </a:cubicBezTo>
                <a:cubicBezTo>
                  <a:pt x="272013" y="55328"/>
                  <a:pt x="275489" y="63691"/>
                  <a:pt x="275489" y="73309"/>
                </a:cubicBezTo>
                <a:cubicBezTo>
                  <a:pt x="275489" y="78901"/>
                  <a:pt x="274352" y="84076"/>
                  <a:pt x="272079" y="88833"/>
                </a:cubicBezTo>
                <a:cubicBezTo>
                  <a:pt x="269805" y="93589"/>
                  <a:pt x="266943" y="97640"/>
                  <a:pt x="263493" y="100985"/>
                </a:cubicBezTo>
                <a:cubicBezTo>
                  <a:pt x="260043" y="104331"/>
                  <a:pt x="256202" y="107023"/>
                  <a:pt x="251968" y="109061"/>
                </a:cubicBezTo>
                <a:cubicBezTo>
                  <a:pt x="245957" y="111936"/>
                  <a:pt x="239789" y="113373"/>
                  <a:pt x="233464" y="113373"/>
                </a:cubicBezTo>
                <a:cubicBezTo>
                  <a:pt x="227087" y="113373"/>
                  <a:pt x="222448" y="112289"/>
                  <a:pt x="219547" y="110120"/>
                </a:cubicBezTo>
                <a:cubicBezTo>
                  <a:pt x="216646" y="107950"/>
                  <a:pt x="215196" y="105559"/>
                  <a:pt x="215196" y="102946"/>
                </a:cubicBezTo>
                <a:cubicBezTo>
                  <a:pt x="215196" y="101482"/>
                  <a:pt x="215797" y="100188"/>
                  <a:pt x="216999" y="99065"/>
                </a:cubicBezTo>
                <a:cubicBezTo>
                  <a:pt x="218201" y="97941"/>
                  <a:pt x="219717" y="97379"/>
                  <a:pt x="221547" y="97379"/>
                </a:cubicBezTo>
                <a:cubicBezTo>
                  <a:pt x="222906" y="97379"/>
                  <a:pt x="224095" y="97588"/>
                  <a:pt x="225114" y="98006"/>
                </a:cubicBezTo>
                <a:cubicBezTo>
                  <a:pt x="226133" y="98424"/>
                  <a:pt x="227871" y="99496"/>
                  <a:pt x="230328" y="101221"/>
                </a:cubicBezTo>
                <a:cubicBezTo>
                  <a:pt x="234248" y="103939"/>
                  <a:pt x="238221" y="105298"/>
                  <a:pt x="242246" y="105298"/>
                </a:cubicBezTo>
                <a:cubicBezTo>
                  <a:pt x="248361" y="105298"/>
                  <a:pt x="253732" y="102985"/>
                  <a:pt x="258358" y="98359"/>
                </a:cubicBezTo>
                <a:cubicBezTo>
                  <a:pt x="262984" y="93733"/>
                  <a:pt x="265297" y="88101"/>
                  <a:pt x="265297" y="81463"/>
                </a:cubicBezTo>
                <a:cubicBezTo>
                  <a:pt x="265297" y="75033"/>
                  <a:pt x="263232" y="69036"/>
                  <a:pt x="259103" y="63469"/>
                </a:cubicBezTo>
                <a:cubicBezTo>
                  <a:pt x="254973" y="57902"/>
                  <a:pt x="249276" y="53603"/>
                  <a:pt x="242010" y="50571"/>
                </a:cubicBezTo>
                <a:cubicBezTo>
                  <a:pt x="236313" y="48219"/>
                  <a:pt x="228551" y="46860"/>
                  <a:pt x="218724" y="46494"/>
                </a:cubicBezTo>
                <a:lnTo>
                  <a:pt x="239109" y="5175"/>
                </a:lnTo>
                <a:lnTo>
                  <a:pt x="277214" y="5175"/>
                </a:lnTo>
                <a:close/>
                <a:moveTo>
                  <a:pt x="291406" y="3293"/>
                </a:moveTo>
                <a:lnTo>
                  <a:pt x="291406" y="0"/>
                </a:lnTo>
                <a:cubicBezTo>
                  <a:pt x="299351" y="3920"/>
                  <a:pt x="305963" y="8546"/>
                  <a:pt x="311242" y="13878"/>
                </a:cubicBezTo>
                <a:cubicBezTo>
                  <a:pt x="318717" y="21509"/>
                  <a:pt x="324493" y="30460"/>
                  <a:pt x="328570" y="40731"/>
                </a:cubicBezTo>
                <a:cubicBezTo>
                  <a:pt x="332647" y="51002"/>
                  <a:pt x="334685" y="61705"/>
                  <a:pt x="334685" y="72838"/>
                </a:cubicBezTo>
                <a:cubicBezTo>
                  <a:pt x="334685" y="89042"/>
                  <a:pt x="330700" y="103821"/>
                  <a:pt x="322728" y="117176"/>
                </a:cubicBezTo>
                <a:cubicBezTo>
                  <a:pt x="314757" y="130531"/>
                  <a:pt x="304316" y="140083"/>
                  <a:pt x="291406" y="145833"/>
                </a:cubicBezTo>
                <a:lnTo>
                  <a:pt x="291406" y="142932"/>
                </a:lnTo>
                <a:cubicBezTo>
                  <a:pt x="297835" y="139325"/>
                  <a:pt x="303127" y="134451"/>
                  <a:pt x="307283" y="128310"/>
                </a:cubicBezTo>
                <a:cubicBezTo>
                  <a:pt x="311438" y="122168"/>
                  <a:pt x="314522" y="114354"/>
                  <a:pt x="316534" y="104867"/>
                </a:cubicBezTo>
                <a:cubicBezTo>
                  <a:pt x="318547" y="95380"/>
                  <a:pt x="319553" y="85487"/>
                  <a:pt x="319553" y="75190"/>
                </a:cubicBezTo>
                <a:cubicBezTo>
                  <a:pt x="319553" y="64057"/>
                  <a:pt x="318691" y="53890"/>
                  <a:pt x="316966" y="44691"/>
                </a:cubicBezTo>
                <a:cubicBezTo>
                  <a:pt x="315659" y="37478"/>
                  <a:pt x="314026" y="31702"/>
                  <a:pt x="312065" y="27363"/>
                </a:cubicBezTo>
                <a:cubicBezTo>
                  <a:pt x="310105" y="23025"/>
                  <a:pt x="307505" y="18843"/>
                  <a:pt x="304264" y="14819"/>
                </a:cubicBezTo>
                <a:cubicBezTo>
                  <a:pt x="301023" y="10794"/>
                  <a:pt x="296737" y="6952"/>
                  <a:pt x="291406" y="3293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3DA317-E97B-4908-8A90-17F28E16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292" y="2827792"/>
            <a:ext cx="13381" cy="178638"/>
          </a:xfrm>
          <a:custGeom xmlns:a="http://schemas.openxmlformats.org/drawingml/2006/main">
            <a:pathLst>
              <a:path w="13381" h="178638">
                <a:moveTo>
                  <a:pt x="13381" y="0"/>
                </a:moveTo>
                <a:lnTo>
                  <a:pt x="13381" y="178638"/>
                </a:lnTo>
                <a:lnTo>
                  <a:pt x="0" y="178638"/>
                </a:lnTo>
                <a:lnTo>
                  <a:pt x="0" y="0"/>
                </a:lnTo>
                <a:lnTo>
                  <a:pt x="13381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3258942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2026-09-05T15:41:39.9560000Z</dcterms:created>
  <dcterms:modified xsi:type="dcterms:W3CDTF">2026-09-05T15:41:39.9570000Z</dcterms:modified>
</coreProperties>
</file>