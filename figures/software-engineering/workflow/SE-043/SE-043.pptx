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b72ff4c10b43b2" /><Relationship Type="http://schemas.openxmlformats.org/officeDocument/2006/relationships/extended-properties" Target="/docProps/app.xml" Id="Rb458df90e46f4704" /><Relationship Type="http://schemas.openxmlformats.org/officeDocument/2006/relationships/officeDocument" Target="/ppt/presentation.xml" Id="R66d8ac5aeb0544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2d1cd7a6a44ee5"/>
  </p:sldMasterIdLst>
  <p:notesMasterIdLst>
    <p:notesMasterId xmlns:r="http://schemas.openxmlformats.org/officeDocument/2006/relationships" r:id="Ra4202b1a5ee14c80"/>
  </p:notesMasterIdLst>
  <p:sldIdLst>
    <p:sldId xmlns:r="http://schemas.openxmlformats.org/officeDocument/2006/relationships" id="256" r:id="R49c1f97795bd4f11"/>
  </p:sldIdLst>
  <p:sldSz cx="11887200" cy="5172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a8f9121cbc44d1" /><Relationship Type="http://schemas.openxmlformats.org/officeDocument/2006/relationships/slideMaster" Target="/ppt/slideMasters/slideMaster1.xml" Id="Ra82d1cd7a6a44ee5" /><Relationship Type="http://schemas.openxmlformats.org/officeDocument/2006/relationships/notesMaster" Target="/ppt/notesMasters/notesMaster1.xml" Id="Ra4202b1a5ee14c80" /><Relationship Type="http://schemas.openxmlformats.org/officeDocument/2006/relationships/presProps" Target="/ppt/presProps.xml" Id="Rb9806d93d8d14e97" /><Relationship Type="http://schemas.openxmlformats.org/officeDocument/2006/relationships/tableStyles" Target="/ppt/tableStyles.xml" Id="Re40ab371cd0b4c96" /><Relationship Type="http://schemas.openxmlformats.org/officeDocument/2006/relationships/slide" Target="/ppt/slides/slide1.xml" Id="R49c1f97795bd4f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e8ae0ef01c47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9b8c75dcec43bd" /><Relationship Type="http://schemas.openxmlformats.org/officeDocument/2006/relationships/notesMaster" Target="/ppt/notesMasters/notesMaster1.xml" Id="R4d24ddbb19ff492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素材ID：SE-043</ns1:t>
            </ns1:r>
          </ns1:p>
          <ns1:p>
            <ns1:r>
              <ns1:t>论文：Automated Generation of Accessibility Test Reports from Recorded User Transcripts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3，PDF第5页</ns1:t>
            </ns1:r>
          </ns1:p>
          <ns1:p>
            <ns1:r>
              <ns1:t>类型：研究流程</ns1:t>
            </ns1:r>
          </ns1:p>
          <ns1:p>
            <ns1:r>
              <ns1:t>借鉴点：将软件团队、测试者、分析者置于上方，规范、既有报告与测试文本在下方汇成提示、重复运行、语义筛选及结构化报告。</ns1:t>
            </ns1:r>
          </ns1:p>
          <ns1:p>
            <ns1:r>
              <ns1:t>论文URL：https://ics.uci.edu/~seal/publications/2025_ICSE_reca11.pdf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编辑与保真说明：主体框线、文字、连线及逻辑结构为原生PPT对象。字体以Arial替代论文栅格字形；小幅线条弧度与虚线节距差异。0图片，人物与机器人图标也为原生对象。</ns1:t>
            </ns1:r>
          </ns1:p>
          <ns1:p>
            <ns1:r>
              <ns1:t>复刻方式：native-manual-reconstruction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3f6416f8140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b039c34f3148ad" /><Relationship Type="http://schemas.openxmlformats.org/officeDocument/2006/relationships/slideLayout" Target="/ppt/slideLayouts/slideLayout1.xml" Id="R471a0dc3200e46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1a0dc3200e46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98be3fd2f41d0" /><Relationship Type="http://schemas.openxmlformats.org/officeDocument/2006/relationships/notesSlide" Target="/ppt/notesSlides/notesSlide1.xml" Id="Rec5b478b765949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9" name="SE-043-1">
            <a:extLst xmlns:a="http://schemas.openxmlformats.org/drawingml/2006/main">
              <a:ext uri="{FF2B5EF4-FFF2-40B4-BE49-F238E27FC236}">
                <a16:creationId xmlns:a16="http://schemas.microsoft.com/office/drawing/2014/main" id="{07B5DECB-52CC-4B61-BDDF-C375C534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19250"/>
            <a:ext cx="103251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22860">
            <a:solidFill>
              <a:srgbClr val="747474"/>
            </a:solidFill>
          </a:ln>
        </p:spPr>
      </p:sp>
      <p:sp>
        <p:nvSpPr>
          <p:cNvPr id="2" name="SE-043-2">
            <a:extLst xmlns:a="http://schemas.openxmlformats.org/drawingml/2006/main">
              <a:ext uri="{FF2B5EF4-FFF2-40B4-BE49-F238E27FC236}">
                <a16:creationId xmlns:a16="http://schemas.microsoft.com/office/drawing/2014/main" id="{DD69518F-15AB-4105-BC82-6B460964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81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Software team</a:t>
            </a:r>
          </a:p>
        </p:txBody>
      </p:sp>
      <p:sp>
        <p:nvSpPr>
          <p:cNvPr id="3" name="SE-043-3">
            <a:extLst xmlns:a="http://schemas.openxmlformats.org/drawingml/2006/main">
              <a:ext uri="{FF2B5EF4-FFF2-40B4-BE49-F238E27FC236}">
                <a16:creationId xmlns:a16="http://schemas.microsoft.com/office/drawing/2014/main" id="{96AA9AA2-A3C7-4EFB-80F5-2CB3E1D2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6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4" name="SE-043-path-4">
            <a:extLst xmlns:a="http://schemas.openxmlformats.org/drawingml/2006/main">
              <a:ext uri="{FF2B5EF4-FFF2-40B4-BE49-F238E27FC236}">
                <a16:creationId xmlns:a16="http://schemas.microsoft.com/office/drawing/2014/main" id="{7FDC307F-07FB-4686-88A0-C5DF936A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52450"/>
            <a:ext cx="571500" cy="142875"/>
          </a:xfrm>
          <a:custGeom xmlns:a="http://schemas.openxmlformats.org/drawingml/2006/main">
            <a:pathLst>
              <a:path w="571500" h="142875">
                <a:moveTo>
                  <a:pt x="0" y="133350"/>
                </a:moveTo>
                <a:lnTo>
                  <a:pt x="2445" y="115944"/>
                </a:lnTo>
                <a:lnTo>
                  <a:pt x="9737" y="98836"/>
                </a:lnTo>
                <a:lnTo>
                  <a:pt x="21751" y="82319"/>
                </a:lnTo>
                <a:lnTo>
                  <a:pt x="38283" y="66675"/>
                </a:lnTo>
                <a:lnTo>
                  <a:pt x="59049" y="52172"/>
                </a:lnTo>
                <a:lnTo>
                  <a:pt x="83694" y="39057"/>
                </a:lnTo>
                <a:lnTo>
                  <a:pt x="111796" y="27556"/>
                </a:lnTo>
                <a:lnTo>
                  <a:pt x="142875" y="17866"/>
                </a:lnTo>
                <a:lnTo>
                  <a:pt x="176398" y="10151"/>
                </a:lnTo>
                <a:lnTo>
                  <a:pt x="211792" y="4544"/>
                </a:lnTo>
                <a:lnTo>
                  <a:pt x="248452" y="1141"/>
                </a:lnTo>
                <a:lnTo>
                  <a:pt x="285750" y="0"/>
                </a:lnTo>
                <a:lnTo>
                  <a:pt x="323048" y="1141"/>
                </a:lnTo>
                <a:lnTo>
                  <a:pt x="359708" y="4544"/>
                </a:lnTo>
                <a:lnTo>
                  <a:pt x="395102" y="10151"/>
                </a:lnTo>
                <a:lnTo>
                  <a:pt x="428625" y="17866"/>
                </a:lnTo>
                <a:lnTo>
                  <a:pt x="459704" y="27556"/>
                </a:lnTo>
                <a:lnTo>
                  <a:pt x="487806" y="39057"/>
                </a:lnTo>
                <a:lnTo>
                  <a:pt x="512451" y="52172"/>
                </a:lnTo>
                <a:lnTo>
                  <a:pt x="533217" y="66675"/>
                </a:lnTo>
                <a:lnTo>
                  <a:pt x="549749" y="82319"/>
                </a:lnTo>
                <a:lnTo>
                  <a:pt x="561763" y="98836"/>
                </a:lnTo>
                <a:lnTo>
                  <a:pt x="569055" y="115944"/>
                </a:lnTo>
                <a:lnTo>
                  <a:pt x="571500" y="133350"/>
                </a:lnTo>
                <a:lnTo>
                  <a:pt x="0" y="142875"/>
                </a:lnTo>
                <a:lnTo>
                  <a:pt x="57150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" name="SE-043-5">
            <a:extLst xmlns:a="http://schemas.openxmlformats.org/drawingml/2006/main">
              <a:ext uri="{FF2B5EF4-FFF2-40B4-BE49-F238E27FC236}">
                <a16:creationId xmlns:a16="http://schemas.microsoft.com/office/drawing/2014/main" id="{B3EB2DE6-0563-4E88-A09A-FF7CCE92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81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Tester</a:t>
            </a:r>
          </a:p>
        </p:txBody>
      </p:sp>
      <p:sp>
        <p:nvSpPr>
          <p:cNvPr id="6" name="SE-043-6">
            <a:extLst xmlns:a="http://schemas.openxmlformats.org/drawingml/2006/main">
              <a:ext uri="{FF2B5EF4-FFF2-40B4-BE49-F238E27FC236}">
                <a16:creationId xmlns:a16="http://schemas.microsoft.com/office/drawing/2014/main" id="{A8944E2E-D931-499E-90EC-2DDBE5DD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7" name="SE-043-path-7">
            <a:extLst xmlns:a="http://schemas.openxmlformats.org/drawingml/2006/main">
              <a:ext uri="{FF2B5EF4-FFF2-40B4-BE49-F238E27FC236}">
                <a16:creationId xmlns:a16="http://schemas.microsoft.com/office/drawing/2014/main" id="{D2938757-DB4D-4A31-8943-E22B75A7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52450"/>
            <a:ext cx="571500" cy="142875"/>
          </a:xfrm>
          <a:custGeom xmlns:a="http://schemas.openxmlformats.org/drawingml/2006/main">
            <a:pathLst>
              <a:path w="571500" h="142875">
                <a:moveTo>
                  <a:pt x="0" y="133350"/>
                </a:moveTo>
                <a:lnTo>
                  <a:pt x="2445" y="115944"/>
                </a:lnTo>
                <a:lnTo>
                  <a:pt x="9737" y="98836"/>
                </a:lnTo>
                <a:lnTo>
                  <a:pt x="21751" y="82319"/>
                </a:lnTo>
                <a:lnTo>
                  <a:pt x="38283" y="66675"/>
                </a:lnTo>
                <a:lnTo>
                  <a:pt x="59049" y="52172"/>
                </a:lnTo>
                <a:lnTo>
                  <a:pt x="83694" y="39057"/>
                </a:lnTo>
                <a:lnTo>
                  <a:pt x="111796" y="27556"/>
                </a:lnTo>
                <a:lnTo>
                  <a:pt x="142875" y="17866"/>
                </a:lnTo>
                <a:lnTo>
                  <a:pt x="176398" y="10151"/>
                </a:lnTo>
                <a:lnTo>
                  <a:pt x="211792" y="4544"/>
                </a:lnTo>
                <a:lnTo>
                  <a:pt x="248452" y="1141"/>
                </a:lnTo>
                <a:lnTo>
                  <a:pt x="285750" y="0"/>
                </a:lnTo>
                <a:lnTo>
                  <a:pt x="323048" y="1141"/>
                </a:lnTo>
                <a:lnTo>
                  <a:pt x="359708" y="4544"/>
                </a:lnTo>
                <a:lnTo>
                  <a:pt x="395102" y="10151"/>
                </a:lnTo>
                <a:lnTo>
                  <a:pt x="428625" y="17866"/>
                </a:lnTo>
                <a:lnTo>
                  <a:pt x="459704" y="27556"/>
                </a:lnTo>
                <a:lnTo>
                  <a:pt x="487806" y="39057"/>
                </a:lnTo>
                <a:lnTo>
                  <a:pt x="512451" y="52172"/>
                </a:lnTo>
                <a:lnTo>
                  <a:pt x="533217" y="66675"/>
                </a:lnTo>
                <a:lnTo>
                  <a:pt x="549749" y="82319"/>
                </a:lnTo>
                <a:lnTo>
                  <a:pt x="561763" y="98836"/>
                </a:lnTo>
                <a:lnTo>
                  <a:pt x="569055" y="115944"/>
                </a:lnTo>
                <a:lnTo>
                  <a:pt x="571500" y="133350"/>
                </a:lnTo>
                <a:lnTo>
                  <a:pt x="0" y="142875"/>
                </a:lnTo>
                <a:lnTo>
                  <a:pt x="57150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8" name="SE-043-8">
            <a:extLst xmlns:a="http://schemas.openxmlformats.org/drawingml/2006/main">
              <a:ext uri="{FF2B5EF4-FFF2-40B4-BE49-F238E27FC236}">
                <a16:creationId xmlns:a16="http://schemas.microsoft.com/office/drawing/2014/main" id="{197FB329-E4E8-42FA-9153-388E1083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Expert/analyst</a:t>
            </a:r>
          </a:p>
        </p:txBody>
      </p:sp>
      <p:sp>
        <p:nvSpPr>
          <p:cNvPr id="9" name="SE-043-9">
            <a:extLst xmlns:a="http://schemas.openxmlformats.org/drawingml/2006/main">
              <a:ext uri="{FF2B5EF4-FFF2-40B4-BE49-F238E27FC236}">
                <a16:creationId xmlns:a16="http://schemas.microsoft.com/office/drawing/2014/main" id="{BA796068-0EDC-4EC1-BD37-ED70ECB3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5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0" name="SE-043-path-10">
            <a:extLst xmlns:a="http://schemas.openxmlformats.org/drawingml/2006/main">
              <a:ext uri="{FF2B5EF4-FFF2-40B4-BE49-F238E27FC236}">
                <a16:creationId xmlns:a16="http://schemas.microsoft.com/office/drawing/2014/main" id="{0A96E5D9-5381-47F8-8819-FD902883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1975"/>
            <a:ext cx="571500" cy="142875"/>
          </a:xfrm>
          <a:custGeom xmlns:a="http://schemas.openxmlformats.org/drawingml/2006/main">
            <a:pathLst>
              <a:path w="571500" h="142875">
                <a:moveTo>
                  <a:pt x="0" y="133350"/>
                </a:moveTo>
                <a:lnTo>
                  <a:pt x="2445" y="115944"/>
                </a:lnTo>
                <a:lnTo>
                  <a:pt x="9737" y="98836"/>
                </a:lnTo>
                <a:lnTo>
                  <a:pt x="21751" y="82319"/>
                </a:lnTo>
                <a:lnTo>
                  <a:pt x="38283" y="66675"/>
                </a:lnTo>
                <a:lnTo>
                  <a:pt x="59049" y="52172"/>
                </a:lnTo>
                <a:lnTo>
                  <a:pt x="83694" y="39057"/>
                </a:lnTo>
                <a:lnTo>
                  <a:pt x="111796" y="27556"/>
                </a:lnTo>
                <a:lnTo>
                  <a:pt x="142875" y="17866"/>
                </a:lnTo>
                <a:lnTo>
                  <a:pt x="176398" y="10151"/>
                </a:lnTo>
                <a:lnTo>
                  <a:pt x="211792" y="4544"/>
                </a:lnTo>
                <a:lnTo>
                  <a:pt x="248452" y="1141"/>
                </a:lnTo>
                <a:lnTo>
                  <a:pt x="285750" y="0"/>
                </a:lnTo>
                <a:lnTo>
                  <a:pt x="323048" y="1141"/>
                </a:lnTo>
                <a:lnTo>
                  <a:pt x="359708" y="4544"/>
                </a:lnTo>
                <a:lnTo>
                  <a:pt x="395102" y="10151"/>
                </a:lnTo>
                <a:lnTo>
                  <a:pt x="428625" y="17866"/>
                </a:lnTo>
                <a:lnTo>
                  <a:pt x="459704" y="27556"/>
                </a:lnTo>
                <a:lnTo>
                  <a:pt x="487806" y="39057"/>
                </a:lnTo>
                <a:lnTo>
                  <a:pt x="512451" y="52172"/>
                </a:lnTo>
                <a:lnTo>
                  <a:pt x="533217" y="66675"/>
                </a:lnTo>
                <a:lnTo>
                  <a:pt x="549749" y="82319"/>
                </a:lnTo>
                <a:lnTo>
                  <a:pt x="561763" y="98836"/>
                </a:lnTo>
                <a:lnTo>
                  <a:pt x="569055" y="115944"/>
                </a:lnTo>
                <a:lnTo>
                  <a:pt x="571500" y="133350"/>
                </a:lnTo>
                <a:lnTo>
                  <a:pt x="0" y="142875"/>
                </a:lnTo>
                <a:lnTo>
                  <a:pt x="57150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1" name="SE-043-11">
            <a:extLst xmlns:a="http://schemas.openxmlformats.org/drawingml/2006/main">
              <a:ext uri="{FF2B5EF4-FFF2-40B4-BE49-F238E27FC236}">
                <a16:creationId xmlns:a16="http://schemas.microsoft.com/office/drawing/2014/main" id="{D4A0DA74-60C6-4EC0-A05B-11681E77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714375"/>
            <a:ext cx="1933575" cy="676275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2" name="SE-043-12">
            <a:extLst xmlns:a="http://schemas.openxmlformats.org/drawingml/2006/main">
              <a:ext uri="{FF2B5EF4-FFF2-40B4-BE49-F238E27FC236}">
                <a16:creationId xmlns:a16="http://schemas.microsoft.com/office/drawing/2014/main" id="{5B423B19-E0BC-4F57-AB03-937F2DA4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819150"/>
            <a:ext cx="1743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Determine requirements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tasks for testing</a:t>
            </a:r>
          </a:p>
        </p:txBody>
      </p:sp>
      <p:sp>
        <p:nvSpPr>
          <p:cNvPr id="13" name="SE-043-13">
            <a:extLst xmlns:a="http://schemas.openxmlformats.org/drawingml/2006/main">
              <a:ext uri="{FF2B5EF4-FFF2-40B4-BE49-F238E27FC236}">
                <a16:creationId xmlns:a16="http://schemas.microsoft.com/office/drawing/2014/main" id="{1540FA26-F21E-40A8-84FC-0EB6AFC1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14375"/>
            <a:ext cx="1476375" cy="676275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4" name="SE-043-14">
            <a:extLst xmlns:a="http://schemas.openxmlformats.org/drawingml/2006/main">
              <a:ext uri="{FF2B5EF4-FFF2-40B4-BE49-F238E27FC236}">
                <a16:creationId xmlns:a16="http://schemas.microsoft.com/office/drawing/2014/main" id="{57568A96-658B-4336-8CF9-5B7518A8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9048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Conduct the test</a:t>
            </a:r>
          </a:p>
        </p:txBody>
      </p:sp>
      <p:sp>
        <p:nvSpPr>
          <p:cNvPr id="15" name="SE-043-15">
            <a:extLst xmlns:a="http://schemas.openxmlformats.org/drawingml/2006/main">
              <a:ext uri="{FF2B5EF4-FFF2-40B4-BE49-F238E27FC236}">
                <a16:creationId xmlns:a16="http://schemas.microsoft.com/office/drawing/2014/main" id="{37FCCA78-4622-42E3-9A57-B13A6FE3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714375"/>
            <a:ext cx="1466850" cy="676275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dash"/>
          </a:ln>
        </p:spPr>
      </p:sp>
      <p:sp>
        <p:nvSpPr>
          <p:cNvPr id="16" name="SE-043-16">
            <a:extLst xmlns:a="http://schemas.openxmlformats.org/drawingml/2006/main">
              <a:ext uri="{FF2B5EF4-FFF2-40B4-BE49-F238E27FC236}">
                <a16:creationId xmlns:a16="http://schemas.microsoft.com/office/drawing/2014/main" id="{07DAF188-79A8-49B7-B0A8-C449E8AD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2867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Revise and analyze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test recording</a:t>
            </a:r>
          </a:p>
        </p:txBody>
      </p:sp>
      <p:sp>
        <p:nvSpPr>
          <p:cNvPr id="17" name="SE-043-17">
            <a:extLst xmlns:a="http://schemas.openxmlformats.org/drawingml/2006/main">
              <a:ext uri="{FF2B5EF4-FFF2-40B4-BE49-F238E27FC236}">
                <a16:creationId xmlns:a16="http://schemas.microsoft.com/office/drawing/2014/main" id="{2A261640-1985-4D30-A96C-69FA2123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704850"/>
            <a:ext cx="1019175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8" name="SE-043-18">
            <a:extLst xmlns:a="http://schemas.openxmlformats.org/drawingml/2006/main">
              <a:ext uri="{FF2B5EF4-FFF2-40B4-BE49-F238E27FC236}">
                <a16:creationId xmlns:a16="http://schemas.microsoft.com/office/drawing/2014/main" id="{1EC4EEA5-BADD-4588-A3AE-0197A528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91440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report</a:t>
            </a:r>
          </a:p>
        </p:txBody>
      </p:sp>
      <p:sp>
        <p:nvSpPr>
          <p:cNvPr id="19" name="SE-043-path-19">
            <a:extLst xmlns:a="http://schemas.openxmlformats.org/drawingml/2006/main">
              <a:ext uri="{FF2B5EF4-FFF2-40B4-BE49-F238E27FC236}">
                <a16:creationId xmlns:a16="http://schemas.microsoft.com/office/drawing/2014/main" id="{4790BFD4-C6EA-41BC-AD04-5D369032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952500"/>
            <a:ext cx="1228725" cy="190500"/>
          </a:xfrm>
          <a:custGeom xmlns:a="http://schemas.openxmlformats.org/drawingml/2006/main">
            <a:pathLst>
              <a:path w="1228725" h="190500">
                <a:moveTo>
                  <a:pt x="0" y="57150"/>
                </a:moveTo>
                <a:lnTo>
                  <a:pt x="1066800" y="57150"/>
                </a:lnTo>
                <a:lnTo>
                  <a:pt x="1066800" y="0"/>
                </a:lnTo>
                <a:lnTo>
                  <a:pt x="1228725" y="95250"/>
                </a:lnTo>
                <a:lnTo>
                  <a:pt x="1066800" y="190500"/>
                </a:lnTo>
                <a:lnTo>
                  <a:pt x="1066800" y="13335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20" name="SE-043-path-20">
            <a:extLst xmlns:a="http://schemas.openxmlformats.org/drawingml/2006/main">
              <a:ext uri="{FF2B5EF4-FFF2-40B4-BE49-F238E27FC236}">
                <a16:creationId xmlns:a16="http://schemas.microsoft.com/office/drawing/2014/main" id="{71DE4A51-8EB8-474F-89F6-EF757C36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1" name="SE-043-path-21">
            <a:extLst xmlns:a="http://schemas.openxmlformats.org/drawingml/2006/main">
              <a:ext uri="{FF2B5EF4-FFF2-40B4-BE49-F238E27FC236}">
                <a16:creationId xmlns:a16="http://schemas.microsoft.com/office/drawing/2014/main" id="{4205C0CF-AD62-4759-BD5C-8A4F968F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2" name="SE-043-path-22">
            <a:extLst xmlns:a="http://schemas.openxmlformats.org/drawingml/2006/main">
              <a:ext uri="{FF2B5EF4-FFF2-40B4-BE49-F238E27FC236}">
                <a16:creationId xmlns:a16="http://schemas.microsoft.com/office/drawing/2014/main" id="{C792F649-3763-4072-856D-DFBF3974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3" name="SE-043-path-23">
            <a:extLst xmlns:a="http://schemas.openxmlformats.org/drawingml/2006/main">
              <a:ext uri="{FF2B5EF4-FFF2-40B4-BE49-F238E27FC236}">
                <a16:creationId xmlns:a16="http://schemas.microsoft.com/office/drawing/2014/main" id="{B4CF2E7D-C3D4-4867-81A2-53395143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4" name="SE-043-path-24">
            <a:extLst xmlns:a="http://schemas.openxmlformats.org/drawingml/2006/main">
              <a:ext uri="{FF2B5EF4-FFF2-40B4-BE49-F238E27FC236}">
                <a16:creationId xmlns:a16="http://schemas.microsoft.com/office/drawing/2014/main" id="{CDB7C6E7-0436-44C4-96CE-3DFE9794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5" name="SE-043-path-25">
            <a:extLst xmlns:a="http://schemas.openxmlformats.org/drawingml/2006/main">
              <a:ext uri="{FF2B5EF4-FFF2-40B4-BE49-F238E27FC236}">
                <a16:creationId xmlns:a16="http://schemas.microsoft.com/office/drawing/2014/main" id="{77794B99-55B1-437E-BFDF-6DB7585B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6" name="SE-043-path-26">
            <a:extLst xmlns:a="http://schemas.openxmlformats.org/drawingml/2006/main">
              <a:ext uri="{FF2B5EF4-FFF2-40B4-BE49-F238E27FC236}">
                <a16:creationId xmlns:a16="http://schemas.microsoft.com/office/drawing/2014/main" id="{38217EDF-DEB2-4DD5-8547-68A7BA6A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7" name="SE-043-path-27">
            <a:extLst xmlns:a="http://schemas.openxmlformats.org/drawingml/2006/main">
              <a:ext uri="{FF2B5EF4-FFF2-40B4-BE49-F238E27FC236}">
                <a16:creationId xmlns:a16="http://schemas.microsoft.com/office/drawing/2014/main" id="{C416EC53-7B31-4405-B180-37B41B61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8" name="SE-043-path-28">
            <a:extLst xmlns:a="http://schemas.openxmlformats.org/drawingml/2006/main">
              <a:ext uri="{FF2B5EF4-FFF2-40B4-BE49-F238E27FC236}">
                <a16:creationId xmlns:a16="http://schemas.microsoft.com/office/drawing/2014/main" id="{BE4F073B-5AD3-487B-8A1A-EAC4F047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9" name="SE-043-path-29">
            <a:extLst xmlns:a="http://schemas.openxmlformats.org/drawingml/2006/main">
              <a:ext uri="{FF2B5EF4-FFF2-40B4-BE49-F238E27FC236}">
                <a16:creationId xmlns:a16="http://schemas.microsoft.com/office/drawing/2014/main" id="{C2DF4AC9-2BAF-45BD-87DF-2DFABE38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30" name="SE-043-path-30">
            <a:extLst xmlns:a="http://schemas.openxmlformats.org/drawingml/2006/main">
              <a:ext uri="{FF2B5EF4-FFF2-40B4-BE49-F238E27FC236}">
                <a16:creationId xmlns:a16="http://schemas.microsoft.com/office/drawing/2014/main" id="{84198C0C-208C-4C60-B533-3D4FBBDF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31" name="SE-043-path-31">
            <a:extLst xmlns:a="http://schemas.openxmlformats.org/drawingml/2006/main">
              <a:ext uri="{FF2B5EF4-FFF2-40B4-BE49-F238E27FC236}">
                <a16:creationId xmlns:a16="http://schemas.microsoft.com/office/drawing/2014/main" id="{3ABEE6AF-8187-4A0B-AEE0-A7CA5DE6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32" name="SE-043-path-32">
            <a:extLst xmlns:a="http://schemas.openxmlformats.org/drawingml/2006/main">
              <a:ext uri="{FF2B5EF4-FFF2-40B4-BE49-F238E27FC236}">
                <a16:creationId xmlns:a16="http://schemas.microsoft.com/office/drawing/2014/main" id="{FD488EA8-BB71-44BE-8827-32F2A056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33" name="SE-043-path-33">
            <a:extLst xmlns:a="http://schemas.openxmlformats.org/drawingml/2006/main">
              <a:ext uri="{FF2B5EF4-FFF2-40B4-BE49-F238E27FC236}">
                <a16:creationId xmlns:a16="http://schemas.microsoft.com/office/drawing/2014/main" id="{7EB15106-BCE0-4811-8B3D-3435C526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34" name="SE-043-path-34">
            <a:extLst xmlns:a="http://schemas.openxmlformats.org/drawingml/2006/main">
              <a:ext uri="{FF2B5EF4-FFF2-40B4-BE49-F238E27FC236}">
                <a16:creationId xmlns:a16="http://schemas.microsoft.com/office/drawing/2014/main" id="{AD1DED7D-E81E-466A-BA3D-416F75E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35" name="SE-043-path-35">
            <a:extLst xmlns:a="http://schemas.openxmlformats.org/drawingml/2006/main">
              <a:ext uri="{FF2B5EF4-FFF2-40B4-BE49-F238E27FC236}">
                <a16:creationId xmlns:a16="http://schemas.microsoft.com/office/drawing/2014/main" id="{768945FD-61A8-40D3-B447-12A05D52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36" name="SE-043-path-36">
            <a:extLst xmlns:a="http://schemas.openxmlformats.org/drawingml/2006/main">
              <a:ext uri="{FF2B5EF4-FFF2-40B4-BE49-F238E27FC236}">
                <a16:creationId xmlns:a16="http://schemas.microsoft.com/office/drawing/2014/main" id="{F0F48D54-8A1E-444E-B9B8-5DA94169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37" name="SE-043-path-37">
            <a:extLst xmlns:a="http://schemas.openxmlformats.org/drawingml/2006/main">
              <a:ext uri="{FF2B5EF4-FFF2-40B4-BE49-F238E27FC236}">
                <a16:creationId xmlns:a16="http://schemas.microsoft.com/office/drawing/2014/main" id="{D9A303AB-0414-4728-ADDB-CC603766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38" name="SE-043-path-38">
            <a:extLst xmlns:a="http://schemas.openxmlformats.org/drawingml/2006/main">
              <a:ext uri="{FF2B5EF4-FFF2-40B4-BE49-F238E27FC236}">
                <a16:creationId xmlns:a16="http://schemas.microsoft.com/office/drawing/2014/main" id="{78C500F0-7F63-4001-9C43-A82B8935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39" name="SE-043-path-39">
            <a:extLst xmlns:a="http://schemas.openxmlformats.org/drawingml/2006/main">
              <a:ext uri="{FF2B5EF4-FFF2-40B4-BE49-F238E27FC236}">
                <a16:creationId xmlns:a16="http://schemas.microsoft.com/office/drawing/2014/main" id="{1449FF97-7BA7-40D0-8B70-C93E5570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40" name="SE-043-path-40">
            <a:extLst xmlns:a="http://schemas.openxmlformats.org/drawingml/2006/main">
              <a:ext uri="{FF2B5EF4-FFF2-40B4-BE49-F238E27FC236}">
                <a16:creationId xmlns:a16="http://schemas.microsoft.com/office/drawing/2014/main" id="{406C64D3-F33D-47D6-A9DF-9EC6A1B0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41" name="SE-043-path-41">
            <a:extLst xmlns:a="http://schemas.openxmlformats.org/drawingml/2006/main">
              <a:ext uri="{FF2B5EF4-FFF2-40B4-BE49-F238E27FC236}">
                <a16:creationId xmlns:a16="http://schemas.microsoft.com/office/drawing/2014/main" id="{7F580DA0-106E-4FD5-BDE0-0C8E968E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42" name="SE-043-path-42">
            <a:extLst xmlns:a="http://schemas.openxmlformats.org/drawingml/2006/main">
              <a:ext uri="{FF2B5EF4-FFF2-40B4-BE49-F238E27FC236}">
                <a16:creationId xmlns:a16="http://schemas.microsoft.com/office/drawing/2014/main" id="{A25309D7-583F-4D0E-8F25-C80E1EBB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43" name="SE-043-path-43">
            <a:extLst xmlns:a="http://schemas.openxmlformats.org/drawingml/2006/main">
              <a:ext uri="{FF2B5EF4-FFF2-40B4-BE49-F238E27FC236}">
                <a16:creationId xmlns:a16="http://schemas.microsoft.com/office/drawing/2014/main" id="{5F278B60-0474-44BD-BA06-600181DF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44" name="SE-043-path-44">
            <a:extLst xmlns:a="http://schemas.openxmlformats.org/drawingml/2006/main">
              <a:ext uri="{FF2B5EF4-FFF2-40B4-BE49-F238E27FC236}">
                <a16:creationId xmlns:a16="http://schemas.microsoft.com/office/drawing/2014/main" id="{F5023B78-6BD3-4BB9-BDC0-27DA35A5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45" name="SE-043-path-45">
            <a:extLst xmlns:a="http://schemas.openxmlformats.org/drawingml/2006/main">
              <a:ext uri="{FF2B5EF4-FFF2-40B4-BE49-F238E27FC236}">
                <a16:creationId xmlns:a16="http://schemas.microsoft.com/office/drawing/2014/main" id="{B6482720-152F-4A0A-971E-650256D1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46" name="SE-043-path-46">
            <a:extLst xmlns:a="http://schemas.openxmlformats.org/drawingml/2006/main">
              <a:ext uri="{FF2B5EF4-FFF2-40B4-BE49-F238E27FC236}">
                <a16:creationId xmlns:a16="http://schemas.microsoft.com/office/drawing/2014/main" id="{05122155-6975-4DC1-98CA-70D3BB1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47" name="SE-043-path-47">
            <a:extLst xmlns:a="http://schemas.openxmlformats.org/drawingml/2006/main">
              <a:ext uri="{FF2B5EF4-FFF2-40B4-BE49-F238E27FC236}">
                <a16:creationId xmlns:a16="http://schemas.microsoft.com/office/drawing/2014/main" id="{FA192B47-93C1-42F0-B07C-4F91AC26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48" name="SE-043-path-48">
            <a:extLst xmlns:a="http://schemas.openxmlformats.org/drawingml/2006/main">
              <a:ext uri="{FF2B5EF4-FFF2-40B4-BE49-F238E27FC236}">
                <a16:creationId xmlns:a16="http://schemas.microsoft.com/office/drawing/2014/main" id="{30F9400F-0FF4-490A-8613-D4922367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49" name="SE-043-path-49">
            <a:extLst xmlns:a="http://schemas.openxmlformats.org/drawingml/2006/main">
              <a:ext uri="{FF2B5EF4-FFF2-40B4-BE49-F238E27FC236}">
                <a16:creationId xmlns:a16="http://schemas.microsoft.com/office/drawing/2014/main" id="{5E96AEF8-EB0E-4ABE-A342-F3BE6412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0" name="SE-043-path-50">
            <a:extLst xmlns:a="http://schemas.openxmlformats.org/drawingml/2006/main">
              <a:ext uri="{FF2B5EF4-FFF2-40B4-BE49-F238E27FC236}">
                <a16:creationId xmlns:a16="http://schemas.microsoft.com/office/drawing/2014/main" id="{4136FD23-3B29-4558-9602-E50EEC3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1" name="SE-043-path-51">
            <a:extLst xmlns:a="http://schemas.openxmlformats.org/drawingml/2006/main">
              <a:ext uri="{FF2B5EF4-FFF2-40B4-BE49-F238E27FC236}">
                <a16:creationId xmlns:a16="http://schemas.microsoft.com/office/drawing/2014/main" id="{1052158B-6136-45AA-A4C5-942EE493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2" name="SE-043-path-52">
            <a:extLst xmlns:a="http://schemas.openxmlformats.org/drawingml/2006/main">
              <a:ext uri="{FF2B5EF4-FFF2-40B4-BE49-F238E27FC236}">
                <a16:creationId xmlns:a16="http://schemas.microsoft.com/office/drawing/2014/main" id="{EBF2079C-C419-4B0B-81D7-26B91FA0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3" name="SE-043-path-53">
            <a:extLst xmlns:a="http://schemas.openxmlformats.org/drawingml/2006/main">
              <a:ext uri="{FF2B5EF4-FFF2-40B4-BE49-F238E27FC236}">
                <a16:creationId xmlns:a16="http://schemas.microsoft.com/office/drawing/2014/main" id="{073F3A6C-30F4-40F2-92C9-C0873292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4" name="SE-043-path-54">
            <a:extLst xmlns:a="http://schemas.openxmlformats.org/drawingml/2006/main">
              <a:ext uri="{FF2B5EF4-FFF2-40B4-BE49-F238E27FC236}">
                <a16:creationId xmlns:a16="http://schemas.microsoft.com/office/drawing/2014/main" id="{5CEB5A10-1F58-49DB-811B-2C5EC86A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5" name="SE-043-path-55">
            <a:extLst xmlns:a="http://schemas.openxmlformats.org/drawingml/2006/main">
              <a:ext uri="{FF2B5EF4-FFF2-40B4-BE49-F238E27FC236}">
                <a16:creationId xmlns:a16="http://schemas.microsoft.com/office/drawing/2014/main" id="{338DEF8B-5FEB-4379-AC74-A8C389F7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6" name="SE-043-path-56">
            <a:extLst xmlns:a="http://schemas.openxmlformats.org/drawingml/2006/main">
              <a:ext uri="{FF2B5EF4-FFF2-40B4-BE49-F238E27FC236}">
                <a16:creationId xmlns:a16="http://schemas.microsoft.com/office/drawing/2014/main" id="{1F738866-B015-4F7C-AFD3-7DD87ABF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7" name="SE-043-path-57">
            <a:extLst xmlns:a="http://schemas.openxmlformats.org/drawingml/2006/main">
              <a:ext uri="{FF2B5EF4-FFF2-40B4-BE49-F238E27FC236}">
                <a16:creationId xmlns:a16="http://schemas.microsoft.com/office/drawing/2014/main" id="{5F300833-C598-4246-9C88-F91467D0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8" name="SE-043-path-58">
            <a:extLst xmlns:a="http://schemas.openxmlformats.org/drawingml/2006/main">
              <a:ext uri="{FF2B5EF4-FFF2-40B4-BE49-F238E27FC236}">
                <a16:creationId xmlns:a16="http://schemas.microsoft.com/office/drawing/2014/main" id="{E6AFD5D7-BF16-463C-98A7-E8A181DC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9810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59" name="SE-043-path-59">
            <a:extLst xmlns:a="http://schemas.openxmlformats.org/drawingml/2006/main">
              <a:ext uri="{FF2B5EF4-FFF2-40B4-BE49-F238E27FC236}">
                <a16:creationId xmlns:a16="http://schemas.microsoft.com/office/drawing/2014/main" id="{0D16766F-8549-475D-9E51-0EB91B91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952500"/>
            <a:ext cx="95" cy="9525"/>
          </a:xfrm>
          <a:custGeom xmlns:a="http://schemas.openxmlformats.org/drawingml/2006/main">
            <a:pathLst>
              <a:path w="95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0" name="SE-043-path-60">
            <a:extLst xmlns:a="http://schemas.openxmlformats.org/drawingml/2006/main">
              <a:ext uri="{FF2B5EF4-FFF2-40B4-BE49-F238E27FC236}">
                <a16:creationId xmlns:a16="http://schemas.microsoft.com/office/drawing/2014/main" id="{0F301AE5-F097-40D5-A7AB-DA954CE7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952500"/>
            <a:ext cx="24232" cy="15145"/>
          </a:xfrm>
          <a:custGeom xmlns:a="http://schemas.openxmlformats.org/drawingml/2006/main">
            <a:pathLst>
              <a:path w="24232" h="15145">
                <a:moveTo>
                  <a:pt x="0" y="0"/>
                </a:moveTo>
                <a:lnTo>
                  <a:pt x="24232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1" name="SE-043-path-61">
            <a:extLst xmlns:a="http://schemas.openxmlformats.org/drawingml/2006/main">
              <a:ext uri="{FF2B5EF4-FFF2-40B4-BE49-F238E27FC236}">
                <a16:creationId xmlns:a16="http://schemas.microsoft.com/office/drawing/2014/main" id="{16CA81D3-952F-437F-A270-038FD81C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661" y="977741"/>
            <a:ext cx="24232" cy="15145"/>
          </a:xfrm>
          <a:custGeom xmlns:a="http://schemas.openxmlformats.org/drawingml/2006/main">
            <a:pathLst>
              <a:path w="24232" h="15145">
                <a:moveTo>
                  <a:pt x="0" y="0"/>
                </a:moveTo>
                <a:lnTo>
                  <a:pt x="24232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2" name="SE-043-path-62">
            <a:extLst xmlns:a="http://schemas.openxmlformats.org/drawingml/2006/main">
              <a:ext uri="{FF2B5EF4-FFF2-40B4-BE49-F238E27FC236}">
                <a16:creationId xmlns:a16="http://schemas.microsoft.com/office/drawing/2014/main" id="{47C07066-981C-4C0E-BBFE-F5CE0F29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047" y="1002982"/>
            <a:ext cx="24232" cy="15145"/>
          </a:xfrm>
          <a:custGeom xmlns:a="http://schemas.openxmlformats.org/drawingml/2006/main">
            <a:pathLst>
              <a:path w="24232" h="15145">
                <a:moveTo>
                  <a:pt x="0" y="0"/>
                </a:moveTo>
                <a:lnTo>
                  <a:pt x="24232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3" name="SE-043-path-63">
            <a:extLst xmlns:a="http://schemas.openxmlformats.org/drawingml/2006/main">
              <a:ext uri="{FF2B5EF4-FFF2-40B4-BE49-F238E27FC236}">
                <a16:creationId xmlns:a16="http://schemas.microsoft.com/office/drawing/2014/main" id="{1FDC37D2-BED1-4DC6-8F9C-0A129370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433" y="1028224"/>
            <a:ext cx="24232" cy="15145"/>
          </a:xfrm>
          <a:custGeom xmlns:a="http://schemas.openxmlformats.org/drawingml/2006/main">
            <a:pathLst>
              <a:path w="24232" h="15145">
                <a:moveTo>
                  <a:pt x="0" y="0"/>
                </a:moveTo>
                <a:lnTo>
                  <a:pt x="24232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4" name="SE-043-path-64">
            <a:extLst xmlns:a="http://schemas.openxmlformats.org/drawingml/2006/main">
              <a:ext uri="{FF2B5EF4-FFF2-40B4-BE49-F238E27FC236}">
                <a16:creationId xmlns:a16="http://schemas.microsoft.com/office/drawing/2014/main" id="{4CBB4572-2246-4108-B9F9-F85F218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443" y="1047750"/>
            <a:ext cx="24232" cy="15145"/>
          </a:xfrm>
          <a:custGeom xmlns:a="http://schemas.openxmlformats.org/drawingml/2006/main">
            <a:pathLst>
              <a:path w="24232" h="15145">
                <a:moveTo>
                  <a:pt x="24232" y="0"/>
                </a:moveTo>
                <a:lnTo>
                  <a:pt x="0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5" name="SE-043-path-65">
            <a:extLst xmlns:a="http://schemas.openxmlformats.org/drawingml/2006/main">
              <a:ext uri="{FF2B5EF4-FFF2-40B4-BE49-F238E27FC236}">
                <a16:creationId xmlns:a16="http://schemas.microsoft.com/office/drawing/2014/main" id="{7F490005-94CC-43FA-B9E5-8873ADB4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058" y="1072991"/>
            <a:ext cx="24232" cy="15145"/>
          </a:xfrm>
          <a:custGeom xmlns:a="http://schemas.openxmlformats.org/drawingml/2006/main">
            <a:pathLst>
              <a:path w="24232" h="15145">
                <a:moveTo>
                  <a:pt x="24232" y="0"/>
                </a:moveTo>
                <a:lnTo>
                  <a:pt x="0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6" name="SE-043-path-66">
            <a:extLst xmlns:a="http://schemas.openxmlformats.org/drawingml/2006/main">
              <a:ext uri="{FF2B5EF4-FFF2-40B4-BE49-F238E27FC236}">
                <a16:creationId xmlns:a16="http://schemas.microsoft.com/office/drawing/2014/main" id="{A8338C52-ED4B-48F9-832A-AA2430F0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672" y="1098232"/>
            <a:ext cx="24232" cy="15145"/>
          </a:xfrm>
          <a:custGeom xmlns:a="http://schemas.openxmlformats.org/drawingml/2006/main">
            <a:pathLst>
              <a:path w="24232" h="15145">
                <a:moveTo>
                  <a:pt x="24232" y="0"/>
                </a:moveTo>
                <a:lnTo>
                  <a:pt x="0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7" name="SE-043-path-67">
            <a:extLst xmlns:a="http://schemas.openxmlformats.org/drawingml/2006/main">
              <a:ext uri="{FF2B5EF4-FFF2-40B4-BE49-F238E27FC236}">
                <a16:creationId xmlns:a16="http://schemas.microsoft.com/office/drawing/2014/main" id="{E3D37A0E-0ACE-4F25-8F2D-AFF444D0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286" y="1123474"/>
            <a:ext cx="24232" cy="15145"/>
          </a:xfrm>
          <a:custGeom xmlns:a="http://schemas.openxmlformats.org/drawingml/2006/main">
            <a:pathLst>
              <a:path w="24232" h="15145">
                <a:moveTo>
                  <a:pt x="24232" y="0"/>
                </a:moveTo>
                <a:lnTo>
                  <a:pt x="0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8" name="SE-043-path-68">
            <a:extLst xmlns:a="http://schemas.openxmlformats.org/drawingml/2006/main">
              <a:ext uri="{FF2B5EF4-FFF2-40B4-BE49-F238E27FC236}">
                <a16:creationId xmlns:a16="http://schemas.microsoft.com/office/drawing/2014/main" id="{DE21E777-2803-4992-9176-58A8A859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1144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9" name="SE-043-path-69">
            <a:extLst xmlns:a="http://schemas.openxmlformats.org/drawingml/2006/main">
              <a:ext uri="{FF2B5EF4-FFF2-40B4-BE49-F238E27FC236}">
                <a16:creationId xmlns:a16="http://schemas.microsoft.com/office/drawing/2014/main" id="{49C10B05-E814-4FEE-8B7F-40A3877C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085850"/>
            <a:ext cx="95" cy="9525"/>
          </a:xfrm>
          <a:custGeom xmlns:a="http://schemas.openxmlformats.org/drawingml/2006/main">
            <a:pathLst>
              <a:path w="95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70" name="SE-043-path-70">
            <a:extLst xmlns:a="http://schemas.openxmlformats.org/drawingml/2006/main">
              <a:ext uri="{FF2B5EF4-FFF2-40B4-BE49-F238E27FC236}">
                <a16:creationId xmlns:a16="http://schemas.microsoft.com/office/drawing/2014/main" id="{AF2BBCB8-E3EE-4A14-BE22-D43EF550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71" name="SE-043-path-71">
            <a:extLst xmlns:a="http://schemas.openxmlformats.org/drawingml/2006/main">
              <a:ext uri="{FF2B5EF4-FFF2-40B4-BE49-F238E27FC236}">
                <a16:creationId xmlns:a16="http://schemas.microsoft.com/office/drawing/2014/main" id="{DAFFC4BB-60E7-4A23-9FA0-A4550262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72" name="SE-043-path-72">
            <a:extLst xmlns:a="http://schemas.openxmlformats.org/drawingml/2006/main">
              <a:ext uri="{FF2B5EF4-FFF2-40B4-BE49-F238E27FC236}">
                <a16:creationId xmlns:a16="http://schemas.microsoft.com/office/drawing/2014/main" id="{99BD0705-8C68-453E-B4A3-72F929D1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73" name="SE-043-path-73">
            <a:extLst xmlns:a="http://schemas.openxmlformats.org/drawingml/2006/main">
              <a:ext uri="{FF2B5EF4-FFF2-40B4-BE49-F238E27FC236}">
                <a16:creationId xmlns:a16="http://schemas.microsoft.com/office/drawing/2014/main" id="{96DB0458-1D00-4D8A-AC2A-920F640C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74" name="SE-043-path-74">
            <a:extLst xmlns:a="http://schemas.openxmlformats.org/drawingml/2006/main">
              <a:ext uri="{FF2B5EF4-FFF2-40B4-BE49-F238E27FC236}">
                <a16:creationId xmlns:a16="http://schemas.microsoft.com/office/drawing/2014/main" id="{AA9B0798-C10B-4BA7-92B5-488DB5C9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75" name="SE-043-path-75">
            <a:extLst xmlns:a="http://schemas.openxmlformats.org/drawingml/2006/main">
              <a:ext uri="{FF2B5EF4-FFF2-40B4-BE49-F238E27FC236}">
                <a16:creationId xmlns:a16="http://schemas.microsoft.com/office/drawing/2014/main" id="{D4A4B657-424B-4167-BCB7-AE6337AE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76" name="SE-043-path-76">
            <a:extLst xmlns:a="http://schemas.openxmlformats.org/drawingml/2006/main">
              <a:ext uri="{FF2B5EF4-FFF2-40B4-BE49-F238E27FC236}">
                <a16:creationId xmlns:a16="http://schemas.microsoft.com/office/drawing/2014/main" id="{83E36F3A-F3F9-43A5-8735-348E29F9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77" name="SE-043-path-77">
            <a:extLst xmlns:a="http://schemas.openxmlformats.org/drawingml/2006/main">
              <a:ext uri="{FF2B5EF4-FFF2-40B4-BE49-F238E27FC236}">
                <a16:creationId xmlns:a16="http://schemas.microsoft.com/office/drawing/2014/main" id="{CE740C62-EA26-4DC3-9DFC-33BCBBD9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78" name="SE-043-path-78">
            <a:extLst xmlns:a="http://schemas.openxmlformats.org/drawingml/2006/main">
              <a:ext uri="{FF2B5EF4-FFF2-40B4-BE49-F238E27FC236}">
                <a16:creationId xmlns:a16="http://schemas.microsoft.com/office/drawing/2014/main" id="{A445EF86-FA98-48E4-8A73-C50CC13E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79" name="SE-043-path-79">
            <a:extLst xmlns:a="http://schemas.openxmlformats.org/drawingml/2006/main">
              <a:ext uri="{FF2B5EF4-FFF2-40B4-BE49-F238E27FC236}">
                <a16:creationId xmlns:a16="http://schemas.microsoft.com/office/drawing/2014/main" id="{E610D1D5-CCCA-43C7-B014-F0A90AEF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80" name="SE-043-path-80">
            <a:extLst xmlns:a="http://schemas.openxmlformats.org/drawingml/2006/main">
              <a:ext uri="{FF2B5EF4-FFF2-40B4-BE49-F238E27FC236}">
                <a16:creationId xmlns:a16="http://schemas.microsoft.com/office/drawing/2014/main" id="{107358CC-C6E9-4CEC-8E6E-427E1EF5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81" name="SE-043-path-81">
            <a:extLst xmlns:a="http://schemas.openxmlformats.org/drawingml/2006/main">
              <a:ext uri="{FF2B5EF4-FFF2-40B4-BE49-F238E27FC236}">
                <a16:creationId xmlns:a16="http://schemas.microsoft.com/office/drawing/2014/main" id="{957BDDD0-18AF-4D6C-B3DB-52774726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82" name="SE-043-path-82">
            <a:extLst xmlns:a="http://schemas.openxmlformats.org/drawingml/2006/main">
              <a:ext uri="{FF2B5EF4-FFF2-40B4-BE49-F238E27FC236}">
                <a16:creationId xmlns:a16="http://schemas.microsoft.com/office/drawing/2014/main" id="{A74FED24-85FA-41A0-BC9F-0FD09E33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83" name="SE-043-path-83">
            <a:extLst xmlns:a="http://schemas.openxmlformats.org/drawingml/2006/main">
              <a:ext uri="{FF2B5EF4-FFF2-40B4-BE49-F238E27FC236}">
                <a16:creationId xmlns:a16="http://schemas.microsoft.com/office/drawing/2014/main" id="{0AFA5A3A-06AE-4A07-A19D-81D7AB99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84" name="SE-043-path-84">
            <a:extLst xmlns:a="http://schemas.openxmlformats.org/drawingml/2006/main">
              <a:ext uri="{FF2B5EF4-FFF2-40B4-BE49-F238E27FC236}">
                <a16:creationId xmlns:a16="http://schemas.microsoft.com/office/drawing/2014/main" id="{D6064F6A-BD7E-44DB-8197-6E02D31D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85" name="SE-043-path-85">
            <a:extLst xmlns:a="http://schemas.openxmlformats.org/drawingml/2006/main">
              <a:ext uri="{FF2B5EF4-FFF2-40B4-BE49-F238E27FC236}">
                <a16:creationId xmlns:a16="http://schemas.microsoft.com/office/drawing/2014/main" id="{6CF0D618-22EB-416B-8545-E6CD12E8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86" name="SE-043-path-86">
            <a:extLst xmlns:a="http://schemas.openxmlformats.org/drawingml/2006/main">
              <a:ext uri="{FF2B5EF4-FFF2-40B4-BE49-F238E27FC236}">
                <a16:creationId xmlns:a16="http://schemas.microsoft.com/office/drawing/2014/main" id="{B229CD3B-0CB3-425D-A138-B91F696E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87" name="SE-043-path-87">
            <a:extLst xmlns:a="http://schemas.openxmlformats.org/drawingml/2006/main">
              <a:ext uri="{FF2B5EF4-FFF2-40B4-BE49-F238E27FC236}">
                <a16:creationId xmlns:a16="http://schemas.microsoft.com/office/drawing/2014/main" id="{B603B733-FECD-4CE9-BB35-743F35EC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009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88" name="SE-043-path-88">
            <a:extLst xmlns:a="http://schemas.openxmlformats.org/drawingml/2006/main">
              <a:ext uri="{FF2B5EF4-FFF2-40B4-BE49-F238E27FC236}">
                <a16:creationId xmlns:a16="http://schemas.microsoft.com/office/drawing/2014/main" id="{86207E15-B01F-4220-9323-55592D51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89" name="SE-043-path-89">
            <a:extLst xmlns:a="http://schemas.openxmlformats.org/drawingml/2006/main">
              <a:ext uri="{FF2B5EF4-FFF2-40B4-BE49-F238E27FC236}">
                <a16:creationId xmlns:a16="http://schemas.microsoft.com/office/drawing/2014/main" id="{F7C1299B-DFD7-49B2-A5EB-36EAE49E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0" name="SE-043-path-90">
            <a:extLst xmlns:a="http://schemas.openxmlformats.org/drawingml/2006/main">
              <a:ext uri="{FF2B5EF4-FFF2-40B4-BE49-F238E27FC236}">
                <a16:creationId xmlns:a16="http://schemas.microsoft.com/office/drawing/2014/main" id="{2029F405-F578-4E1C-9FF2-287EC86B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1" name="SE-043-path-91">
            <a:extLst xmlns:a="http://schemas.openxmlformats.org/drawingml/2006/main">
              <a:ext uri="{FF2B5EF4-FFF2-40B4-BE49-F238E27FC236}">
                <a16:creationId xmlns:a16="http://schemas.microsoft.com/office/drawing/2014/main" id="{6D50B9B4-298C-405D-9A32-1A79DD1A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2" name="SE-043-path-92">
            <a:extLst xmlns:a="http://schemas.openxmlformats.org/drawingml/2006/main">
              <a:ext uri="{FF2B5EF4-FFF2-40B4-BE49-F238E27FC236}">
                <a16:creationId xmlns:a16="http://schemas.microsoft.com/office/drawing/2014/main" id="{602AB567-2F99-4D73-BB27-68DCF1CD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3" name="SE-043-path-93">
            <a:extLst xmlns:a="http://schemas.openxmlformats.org/drawingml/2006/main">
              <a:ext uri="{FF2B5EF4-FFF2-40B4-BE49-F238E27FC236}">
                <a16:creationId xmlns:a16="http://schemas.microsoft.com/office/drawing/2014/main" id="{365C30FE-9202-4543-AD17-CAC67F5A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4" name="SE-043-path-94">
            <a:extLst xmlns:a="http://schemas.openxmlformats.org/drawingml/2006/main">
              <a:ext uri="{FF2B5EF4-FFF2-40B4-BE49-F238E27FC236}">
                <a16:creationId xmlns:a16="http://schemas.microsoft.com/office/drawing/2014/main" id="{4C854C3E-597F-45D6-81D5-8F76E4F9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5" name="SE-043-path-95">
            <a:extLst xmlns:a="http://schemas.openxmlformats.org/drawingml/2006/main">
              <a:ext uri="{FF2B5EF4-FFF2-40B4-BE49-F238E27FC236}">
                <a16:creationId xmlns:a16="http://schemas.microsoft.com/office/drawing/2014/main" id="{BF41D0DD-81F5-4536-AB74-193B5100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6" name="SE-043-path-96">
            <a:extLst xmlns:a="http://schemas.openxmlformats.org/drawingml/2006/main">
              <a:ext uri="{FF2B5EF4-FFF2-40B4-BE49-F238E27FC236}">
                <a16:creationId xmlns:a16="http://schemas.microsoft.com/office/drawing/2014/main" id="{8FDA2505-735C-45EE-BE23-45DF7961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7" name="SE-043-path-97">
            <a:extLst xmlns:a="http://schemas.openxmlformats.org/drawingml/2006/main">
              <a:ext uri="{FF2B5EF4-FFF2-40B4-BE49-F238E27FC236}">
                <a16:creationId xmlns:a16="http://schemas.microsoft.com/office/drawing/2014/main" id="{8BE435ED-6297-4918-ADDC-8F84AE74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8" name="SE-043-path-98">
            <a:extLst xmlns:a="http://schemas.openxmlformats.org/drawingml/2006/main">
              <a:ext uri="{FF2B5EF4-FFF2-40B4-BE49-F238E27FC236}">
                <a16:creationId xmlns:a16="http://schemas.microsoft.com/office/drawing/2014/main" id="{6A1A6FCC-9D82-4E01-A287-83AE5B2A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9" name="SE-043-path-99">
            <a:extLst xmlns:a="http://schemas.openxmlformats.org/drawingml/2006/main">
              <a:ext uri="{FF2B5EF4-FFF2-40B4-BE49-F238E27FC236}">
                <a16:creationId xmlns:a16="http://schemas.microsoft.com/office/drawing/2014/main" id="{FE97DC3B-C1E9-4AE6-9402-2F370DE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00" name="SE-043-path-100">
            <a:extLst xmlns:a="http://schemas.openxmlformats.org/drawingml/2006/main">
              <a:ext uri="{FF2B5EF4-FFF2-40B4-BE49-F238E27FC236}">
                <a16:creationId xmlns:a16="http://schemas.microsoft.com/office/drawing/2014/main" id="{D8FBF757-5D0B-476C-8C6E-DA31E481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01" name="SE-043-path-101">
            <a:extLst xmlns:a="http://schemas.openxmlformats.org/drawingml/2006/main">
              <a:ext uri="{FF2B5EF4-FFF2-40B4-BE49-F238E27FC236}">
                <a16:creationId xmlns:a16="http://schemas.microsoft.com/office/drawing/2014/main" id="{C28D02C3-8D91-47F1-84D2-22423337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02" name="SE-043-path-102">
            <a:extLst xmlns:a="http://schemas.openxmlformats.org/drawingml/2006/main">
              <a:ext uri="{FF2B5EF4-FFF2-40B4-BE49-F238E27FC236}">
                <a16:creationId xmlns:a16="http://schemas.microsoft.com/office/drawing/2014/main" id="{3A7A011F-9374-45A2-8D5C-2C163781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03" name="SE-043-path-103">
            <a:extLst xmlns:a="http://schemas.openxmlformats.org/drawingml/2006/main">
              <a:ext uri="{FF2B5EF4-FFF2-40B4-BE49-F238E27FC236}">
                <a16:creationId xmlns:a16="http://schemas.microsoft.com/office/drawing/2014/main" id="{CD5EB6ED-557C-429C-B083-F4DBA317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04" name="SE-043-path-104">
            <a:extLst xmlns:a="http://schemas.openxmlformats.org/drawingml/2006/main">
              <a:ext uri="{FF2B5EF4-FFF2-40B4-BE49-F238E27FC236}">
                <a16:creationId xmlns:a16="http://schemas.microsoft.com/office/drawing/2014/main" id="{410067E7-14F9-47ED-ABB0-65F5D294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05" name="SE-043-path-105">
            <a:extLst xmlns:a="http://schemas.openxmlformats.org/drawingml/2006/main">
              <a:ext uri="{FF2B5EF4-FFF2-40B4-BE49-F238E27FC236}">
                <a16:creationId xmlns:a16="http://schemas.microsoft.com/office/drawing/2014/main" id="{CA783D43-B832-4F26-91EA-AA03D37F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085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06" name="SE-043-path-106">
            <a:extLst xmlns:a="http://schemas.openxmlformats.org/drawingml/2006/main">
              <a:ext uri="{FF2B5EF4-FFF2-40B4-BE49-F238E27FC236}">
                <a16:creationId xmlns:a16="http://schemas.microsoft.com/office/drawing/2014/main" id="{0C55FAE9-851F-4AD8-9A49-D5B4CBB6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9810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07" name="SE-043-path-107">
            <a:extLst xmlns:a="http://schemas.openxmlformats.org/drawingml/2006/main">
              <a:ext uri="{FF2B5EF4-FFF2-40B4-BE49-F238E27FC236}">
                <a16:creationId xmlns:a16="http://schemas.microsoft.com/office/drawing/2014/main" id="{F146B30C-426D-4DD9-9AF5-4A891088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952500"/>
            <a:ext cx="95" cy="9525"/>
          </a:xfrm>
          <a:custGeom xmlns:a="http://schemas.openxmlformats.org/drawingml/2006/main">
            <a:pathLst>
              <a:path w="95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08" name="SE-043-path-108">
            <a:extLst xmlns:a="http://schemas.openxmlformats.org/drawingml/2006/main">
              <a:ext uri="{FF2B5EF4-FFF2-40B4-BE49-F238E27FC236}">
                <a16:creationId xmlns:a16="http://schemas.microsoft.com/office/drawing/2014/main" id="{60BAC4E0-0909-411D-A91E-66111440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952500"/>
            <a:ext cx="24232" cy="15145"/>
          </a:xfrm>
          <a:custGeom xmlns:a="http://schemas.openxmlformats.org/drawingml/2006/main">
            <a:pathLst>
              <a:path w="24232" h="15145">
                <a:moveTo>
                  <a:pt x="0" y="0"/>
                </a:moveTo>
                <a:lnTo>
                  <a:pt x="24232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09" name="SE-043-path-109">
            <a:extLst xmlns:a="http://schemas.openxmlformats.org/drawingml/2006/main">
              <a:ext uri="{FF2B5EF4-FFF2-40B4-BE49-F238E27FC236}">
                <a16:creationId xmlns:a16="http://schemas.microsoft.com/office/drawing/2014/main" id="{F5A3DC11-F8A5-42C3-B4FC-55A823B9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611" y="977741"/>
            <a:ext cx="24232" cy="15145"/>
          </a:xfrm>
          <a:custGeom xmlns:a="http://schemas.openxmlformats.org/drawingml/2006/main">
            <a:pathLst>
              <a:path w="24232" h="15145">
                <a:moveTo>
                  <a:pt x="0" y="0"/>
                </a:moveTo>
                <a:lnTo>
                  <a:pt x="24232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10" name="SE-043-path-110">
            <a:extLst xmlns:a="http://schemas.openxmlformats.org/drawingml/2006/main">
              <a:ext uri="{FF2B5EF4-FFF2-40B4-BE49-F238E27FC236}">
                <a16:creationId xmlns:a16="http://schemas.microsoft.com/office/drawing/2014/main" id="{979C8E60-4E1F-456A-B04A-15C20569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997" y="1002982"/>
            <a:ext cx="24232" cy="15145"/>
          </a:xfrm>
          <a:custGeom xmlns:a="http://schemas.openxmlformats.org/drawingml/2006/main">
            <a:pathLst>
              <a:path w="24232" h="15145">
                <a:moveTo>
                  <a:pt x="0" y="0"/>
                </a:moveTo>
                <a:lnTo>
                  <a:pt x="24232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11" name="SE-043-path-111">
            <a:extLst xmlns:a="http://schemas.openxmlformats.org/drawingml/2006/main">
              <a:ext uri="{FF2B5EF4-FFF2-40B4-BE49-F238E27FC236}">
                <a16:creationId xmlns:a16="http://schemas.microsoft.com/office/drawing/2014/main" id="{8F2989E5-F2B6-45B7-BA47-CD3205C4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383" y="1028224"/>
            <a:ext cx="24232" cy="15145"/>
          </a:xfrm>
          <a:custGeom xmlns:a="http://schemas.openxmlformats.org/drawingml/2006/main">
            <a:pathLst>
              <a:path w="24232" h="15145">
                <a:moveTo>
                  <a:pt x="0" y="0"/>
                </a:moveTo>
                <a:lnTo>
                  <a:pt x="24232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12" name="SE-043-path-112">
            <a:extLst xmlns:a="http://schemas.openxmlformats.org/drawingml/2006/main">
              <a:ext uri="{FF2B5EF4-FFF2-40B4-BE49-F238E27FC236}">
                <a16:creationId xmlns:a16="http://schemas.microsoft.com/office/drawing/2014/main" id="{3101ABF3-D75A-470A-85D5-76DAB3F3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393" y="1047750"/>
            <a:ext cx="24232" cy="15145"/>
          </a:xfrm>
          <a:custGeom xmlns:a="http://schemas.openxmlformats.org/drawingml/2006/main">
            <a:pathLst>
              <a:path w="24232" h="15145">
                <a:moveTo>
                  <a:pt x="24232" y="0"/>
                </a:moveTo>
                <a:lnTo>
                  <a:pt x="0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13" name="SE-043-path-113">
            <a:extLst xmlns:a="http://schemas.openxmlformats.org/drawingml/2006/main">
              <a:ext uri="{FF2B5EF4-FFF2-40B4-BE49-F238E27FC236}">
                <a16:creationId xmlns:a16="http://schemas.microsoft.com/office/drawing/2014/main" id="{DAF00E2B-4FA9-4176-AE04-E565B5A7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0008" y="1072991"/>
            <a:ext cx="24232" cy="15145"/>
          </a:xfrm>
          <a:custGeom xmlns:a="http://schemas.openxmlformats.org/drawingml/2006/main">
            <a:pathLst>
              <a:path w="24232" h="15145">
                <a:moveTo>
                  <a:pt x="24232" y="0"/>
                </a:moveTo>
                <a:lnTo>
                  <a:pt x="0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14" name="SE-043-path-114">
            <a:extLst xmlns:a="http://schemas.openxmlformats.org/drawingml/2006/main">
              <a:ext uri="{FF2B5EF4-FFF2-40B4-BE49-F238E27FC236}">
                <a16:creationId xmlns:a16="http://schemas.microsoft.com/office/drawing/2014/main" id="{67805E40-9252-473E-9D5D-6456E53E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622" y="1098232"/>
            <a:ext cx="24232" cy="15145"/>
          </a:xfrm>
          <a:custGeom xmlns:a="http://schemas.openxmlformats.org/drawingml/2006/main">
            <a:pathLst>
              <a:path w="24232" h="15145">
                <a:moveTo>
                  <a:pt x="24232" y="0"/>
                </a:moveTo>
                <a:lnTo>
                  <a:pt x="0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15" name="SE-043-path-115">
            <a:extLst xmlns:a="http://schemas.openxmlformats.org/drawingml/2006/main">
              <a:ext uri="{FF2B5EF4-FFF2-40B4-BE49-F238E27FC236}">
                <a16:creationId xmlns:a16="http://schemas.microsoft.com/office/drawing/2014/main" id="{3B1837EF-EF9B-4DE7-90ED-44FF976C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236" y="1123474"/>
            <a:ext cx="24232" cy="15145"/>
          </a:xfrm>
          <a:custGeom xmlns:a="http://schemas.openxmlformats.org/drawingml/2006/main">
            <a:pathLst>
              <a:path w="24232" h="15145">
                <a:moveTo>
                  <a:pt x="24232" y="0"/>
                </a:moveTo>
                <a:lnTo>
                  <a:pt x="0" y="1514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16" name="SE-043-path-116">
            <a:extLst xmlns:a="http://schemas.openxmlformats.org/drawingml/2006/main">
              <a:ext uri="{FF2B5EF4-FFF2-40B4-BE49-F238E27FC236}">
                <a16:creationId xmlns:a16="http://schemas.microsoft.com/office/drawing/2014/main" id="{211A6AC7-0A03-4459-AC8F-2082258C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1144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17" name="SE-043-path-117">
            <a:extLst xmlns:a="http://schemas.openxmlformats.org/drawingml/2006/main">
              <a:ext uri="{FF2B5EF4-FFF2-40B4-BE49-F238E27FC236}">
                <a16:creationId xmlns:a16="http://schemas.microsoft.com/office/drawing/2014/main" id="{0A645543-B0F9-43EB-9E66-7AD40C3F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085850"/>
            <a:ext cx="95" cy="9525"/>
          </a:xfrm>
          <a:custGeom xmlns:a="http://schemas.openxmlformats.org/drawingml/2006/main">
            <a:pathLst>
              <a:path w="95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18" name="SE-043-path-118">
            <a:extLst xmlns:a="http://schemas.openxmlformats.org/drawingml/2006/main">
              <a:ext uri="{FF2B5EF4-FFF2-40B4-BE49-F238E27FC236}">
                <a16:creationId xmlns:a16="http://schemas.microsoft.com/office/drawing/2014/main" id="{6201D3CA-541D-4B59-A2E3-A9D60F98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0"/>
            <a:ext cx="1095375" cy="571500"/>
          </a:xfrm>
          <a:custGeom xmlns:a="http://schemas.openxmlformats.org/drawingml/2006/main">
            <a:pathLst>
              <a:path w="1095375" h="571500">
                <a:moveTo>
                  <a:pt x="285750" y="0"/>
                </a:moveTo>
                <a:lnTo>
                  <a:pt x="790575" y="0"/>
                </a:lnTo>
                <a:lnTo>
                  <a:pt x="876300" y="28575"/>
                </a:lnTo>
                <a:lnTo>
                  <a:pt x="1057275" y="219075"/>
                </a:lnTo>
                <a:lnTo>
                  <a:pt x="1095375" y="285750"/>
                </a:lnTo>
                <a:lnTo>
                  <a:pt x="1057275" y="352425"/>
                </a:lnTo>
                <a:lnTo>
                  <a:pt x="895350" y="542925"/>
                </a:lnTo>
                <a:lnTo>
                  <a:pt x="800100" y="571500"/>
                </a:lnTo>
                <a:lnTo>
                  <a:pt x="295275" y="571500"/>
                </a:lnTo>
                <a:lnTo>
                  <a:pt x="190500" y="533400"/>
                </a:lnTo>
                <a:lnTo>
                  <a:pt x="19050" y="342900"/>
                </a:lnTo>
                <a:lnTo>
                  <a:pt x="0" y="285750"/>
                </a:lnTo>
                <a:lnTo>
                  <a:pt x="28575" y="219075"/>
                </a:lnTo>
                <a:lnTo>
                  <a:pt x="200025" y="381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19" name="SE-043-119">
            <a:extLst xmlns:a="http://schemas.openxmlformats.org/drawingml/2006/main">
              <a:ext uri="{FF2B5EF4-FFF2-40B4-BE49-F238E27FC236}">
                <a16:creationId xmlns:a16="http://schemas.microsoft.com/office/drawing/2014/main" id="{1FE7D7C7-D5BB-47CA-B9E8-7A22B6C7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81200"/>
            <a:ext cx="847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WCAG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guidelines</a:t>
            </a:r>
          </a:p>
        </p:txBody>
      </p:sp>
      <p:sp>
        <p:nvSpPr>
          <p:cNvPr id="120" name="SE-043-path-120">
            <a:extLst xmlns:a="http://schemas.openxmlformats.org/drawingml/2006/main">
              <a:ext uri="{FF2B5EF4-FFF2-40B4-BE49-F238E27FC236}">
                <a16:creationId xmlns:a16="http://schemas.microsoft.com/office/drawing/2014/main" id="{1B0409FC-03E5-4AF0-A8E5-CF1942E8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62300"/>
            <a:ext cx="1095375" cy="571500"/>
          </a:xfrm>
          <a:custGeom xmlns:a="http://schemas.openxmlformats.org/drawingml/2006/main">
            <a:pathLst>
              <a:path w="1095375" h="571500">
                <a:moveTo>
                  <a:pt x="285750" y="0"/>
                </a:moveTo>
                <a:lnTo>
                  <a:pt x="790575" y="0"/>
                </a:lnTo>
                <a:lnTo>
                  <a:pt x="876300" y="28575"/>
                </a:lnTo>
                <a:lnTo>
                  <a:pt x="1057275" y="219075"/>
                </a:lnTo>
                <a:lnTo>
                  <a:pt x="1095375" y="285750"/>
                </a:lnTo>
                <a:lnTo>
                  <a:pt x="1057275" y="352425"/>
                </a:lnTo>
                <a:lnTo>
                  <a:pt x="895350" y="542925"/>
                </a:lnTo>
                <a:lnTo>
                  <a:pt x="800100" y="571500"/>
                </a:lnTo>
                <a:lnTo>
                  <a:pt x="295275" y="571500"/>
                </a:lnTo>
                <a:lnTo>
                  <a:pt x="190500" y="533400"/>
                </a:lnTo>
                <a:lnTo>
                  <a:pt x="19050" y="342900"/>
                </a:lnTo>
                <a:lnTo>
                  <a:pt x="0" y="285750"/>
                </a:lnTo>
                <a:lnTo>
                  <a:pt x="28575" y="219075"/>
                </a:lnTo>
                <a:lnTo>
                  <a:pt x="200025" y="381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21" name="SE-043-121">
            <a:extLst xmlns:a="http://schemas.openxmlformats.org/drawingml/2006/main">
              <a:ext uri="{FF2B5EF4-FFF2-40B4-BE49-F238E27FC236}">
                <a16:creationId xmlns:a16="http://schemas.microsoft.com/office/drawing/2014/main" id="{40421AB7-F5CE-4FD2-ABB2-002A36CC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847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Internal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guidelines</a:t>
            </a:r>
          </a:p>
        </p:txBody>
      </p:sp>
      <p:sp>
        <p:nvSpPr>
          <p:cNvPr id="122" name="SE-043-path-122">
            <a:extLst xmlns:a="http://schemas.openxmlformats.org/drawingml/2006/main">
              <a:ext uri="{FF2B5EF4-FFF2-40B4-BE49-F238E27FC236}">
                <a16:creationId xmlns:a16="http://schemas.microsoft.com/office/drawing/2014/main" id="{7CED3DA2-E6B6-4BFA-BC9B-B1036765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238625"/>
            <a:ext cx="1095375" cy="571500"/>
          </a:xfrm>
          <a:custGeom xmlns:a="http://schemas.openxmlformats.org/drawingml/2006/main">
            <a:pathLst>
              <a:path w="1095375" h="571500">
                <a:moveTo>
                  <a:pt x="285750" y="0"/>
                </a:moveTo>
                <a:lnTo>
                  <a:pt x="790575" y="0"/>
                </a:lnTo>
                <a:lnTo>
                  <a:pt x="876300" y="28575"/>
                </a:lnTo>
                <a:lnTo>
                  <a:pt x="1057275" y="219075"/>
                </a:lnTo>
                <a:lnTo>
                  <a:pt x="1095375" y="285750"/>
                </a:lnTo>
                <a:lnTo>
                  <a:pt x="1057275" y="352425"/>
                </a:lnTo>
                <a:lnTo>
                  <a:pt x="895350" y="542925"/>
                </a:lnTo>
                <a:lnTo>
                  <a:pt x="800100" y="571500"/>
                </a:lnTo>
                <a:lnTo>
                  <a:pt x="295275" y="571500"/>
                </a:lnTo>
                <a:lnTo>
                  <a:pt x="190500" y="533400"/>
                </a:lnTo>
                <a:lnTo>
                  <a:pt x="19050" y="342900"/>
                </a:lnTo>
                <a:lnTo>
                  <a:pt x="0" y="285750"/>
                </a:lnTo>
                <a:lnTo>
                  <a:pt x="28575" y="219075"/>
                </a:lnTo>
                <a:lnTo>
                  <a:pt x="200025" y="381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23" name="SE-043-123">
            <a:extLst xmlns:a="http://schemas.openxmlformats.org/drawingml/2006/main">
              <a:ext uri="{FF2B5EF4-FFF2-40B4-BE49-F238E27FC236}">
                <a16:creationId xmlns:a16="http://schemas.microsoft.com/office/drawing/2014/main" id="{AA5F7583-EFB1-4BB2-B003-23389018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14825"/>
            <a:ext cx="847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Prior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24" name="SE-043-124">
            <a:extLst xmlns:a="http://schemas.openxmlformats.org/drawingml/2006/main">
              <a:ext uri="{FF2B5EF4-FFF2-40B4-BE49-F238E27FC236}">
                <a16:creationId xmlns:a16="http://schemas.microsoft.com/office/drawing/2014/main" id="{67CC6E3A-8E37-4FE6-8660-E3D099EC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47850"/>
            <a:ext cx="1019175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25" name="SE-043-125">
            <a:extLst xmlns:a="http://schemas.openxmlformats.org/drawingml/2006/main">
              <a:ext uri="{FF2B5EF4-FFF2-40B4-BE49-F238E27FC236}">
                <a16:creationId xmlns:a16="http://schemas.microsoft.com/office/drawing/2014/main" id="{9FE43CB5-E9DC-4FCD-B63D-A437E18C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71675"/>
            <a:ext cx="885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126" name="SE-043-126">
            <a:extLst xmlns:a="http://schemas.openxmlformats.org/drawingml/2006/main">
              <a:ext uri="{FF2B5EF4-FFF2-40B4-BE49-F238E27FC236}">
                <a16:creationId xmlns:a16="http://schemas.microsoft.com/office/drawing/2014/main" id="{DD882B86-DDE7-431B-911A-D621A2D7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47850"/>
            <a:ext cx="1019175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27" name="SE-043-127">
            <a:extLst xmlns:a="http://schemas.openxmlformats.org/drawingml/2006/main">
              <a:ext uri="{FF2B5EF4-FFF2-40B4-BE49-F238E27FC236}">
                <a16:creationId xmlns:a16="http://schemas.microsoft.com/office/drawing/2014/main" id="{8DB6582A-F8C4-4245-B73C-9D5B5FED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885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details</a:t>
            </a:r>
          </a:p>
        </p:txBody>
      </p:sp>
      <p:sp>
        <p:nvSpPr>
          <p:cNvPr id="128" name="SE-043-path-128">
            <a:extLst xmlns:a="http://schemas.openxmlformats.org/drawingml/2006/main">
              <a:ext uri="{FF2B5EF4-FFF2-40B4-BE49-F238E27FC236}">
                <a16:creationId xmlns:a16="http://schemas.microsoft.com/office/drawing/2014/main" id="{9EB652BA-FA1E-4BAC-B067-4FFCB596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00175"/>
            <a:ext cx="571500" cy="447675"/>
          </a:xfrm>
          <a:custGeom xmlns:a="http://schemas.openxmlformats.org/drawingml/2006/main">
            <a:pathLst>
              <a:path w="571500" h="447675">
                <a:moveTo>
                  <a:pt x="571500" y="0"/>
                </a:move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29" name="SE-043-path-129">
            <a:extLst xmlns:a="http://schemas.openxmlformats.org/drawingml/2006/main">
              <a:ext uri="{FF2B5EF4-FFF2-40B4-BE49-F238E27FC236}">
                <a16:creationId xmlns:a16="http://schemas.microsoft.com/office/drawing/2014/main" id="{30CD4FA1-62EB-4837-B697-A69F5B9F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69797"/>
            <a:ext cx="84270" cy="78053"/>
          </a:xfrm>
          <a:custGeom xmlns:a="http://schemas.openxmlformats.org/drawingml/2006/main">
            <a:pathLst>
              <a:path w="84270" h="78053">
                <a:moveTo>
                  <a:pt x="35448" y="0"/>
                </a:moveTo>
                <a:lnTo>
                  <a:pt x="0" y="78053"/>
                </a:lnTo>
                <a:lnTo>
                  <a:pt x="84270" y="6232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0" name="SE-043-path-130">
            <a:extLst xmlns:a="http://schemas.openxmlformats.org/drawingml/2006/main">
              <a:ext uri="{FF2B5EF4-FFF2-40B4-BE49-F238E27FC236}">
                <a16:creationId xmlns:a16="http://schemas.microsoft.com/office/drawing/2014/main" id="{008E1A88-539C-43EA-BD36-2FF3FE66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00175"/>
            <a:ext cx="628650" cy="447675"/>
          </a:xfrm>
          <a:custGeom xmlns:a="http://schemas.openxmlformats.org/drawingml/2006/main">
            <a:pathLst>
              <a:path w="628650" h="447675">
                <a:moveTo>
                  <a:pt x="0" y="0"/>
                </a:moveTo>
                <a:lnTo>
                  <a:pt x="62865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1" name="SE-043-path-131">
            <a:extLst xmlns:a="http://schemas.openxmlformats.org/drawingml/2006/main">
              <a:ext uri="{FF2B5EF4-FFF2-40B4-BE49-F238E27FC236}">
                <a16:creationId xmlns:a16="http://schemas.microsoft.com/office/drawing/2014/main" id="{65EF4156-CF3B-4C72-B318-E3844AA2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000" y="1771497"/>
            <a:ext cx="84900" cy="76353"/>
          </a:xfrm>
          <a:custGeom xmlns:a="http://schemas.openxmlformats.org/drawingml/2006/main">
            <a:pathLst>
              <a:path w="84900" h="76353">
                <a:moveTo>
                  <a:pt x="0" y="64491"/>
                </a:moveTo>
                <a:lnTo>
                  <a:pt x="84900" y="76353"/>
                </a:lnTo>
                <a:lnTo>
                  <a:pt x="4592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2" name="SE-043-132">
            <a:extLst xmlns:a="http://schemas.openxmlformats.org/drawingml/2006/main">
              <a:ext uri="{FF2B5EF4-FFF2-40B4-BE49-F238E27FC236}">
                <a16:creationId xmlns:a16="http://schemas.microsoft.com/office/drawing/2014/main" id="{E1591C1B-EF04-4AF0-A0F3-750D729D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71675"/>
            <a:ext cx="1009650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33" name="SE-043-133">
            <a:extLst xmlns:a="http://schemas.openxmlformats.org/drawingml/2006/main">
              <a:ext uri="{FF2B5EF4-FFF2-40B4-BE49-F238E27FC236}">
                <a16:creationId xmlns:a16="http://schemas.microsoft.com/office/drawing/2014/main" id="{95982BA4-4E85-41C4-80BC-E8CE245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Transcript</a:t>
            </a:r>
          </a:p>
        </p:txBody>
      </p:sp>
      <p:sp>
        <p:nvSpPr>
          <p:cNvPr id="134" name="SE-043-path-134">
            <a:extLst xmlns:a="http://schemas.openxmlformats.org/drawingml/2006/main">
              <a:ext uri="{FF2B5EF4-FFF2-40B4-BE49-F238E27FC236}">
                <a16:creationId xmlns:a16="http://schemas.microsoft.com/office/drawing/2014/main" id="{B369592C-3BA7-489B-AAE6-9AAC95CC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00175"/>
            <a:ext cx="95" cy="552450"/>
          </a:xfrm>
          <a:custGeom xmlns:a="http://schemas.openxmlformats.org/drawingml/2006/main">
            <a:pathLst>
              <a:path w="9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5" name="SE-043-path-135">
            <a:extLst xmlns:a="http://schemas.openxmlformats.org/drawingml/2006/main">
              <a:ext uri="{FF2B5EF4-FFF2-40B4-BE49-F238E27FC236}">
                <a16:creationId xmlns:a16="http://schemas.microsoft.com/office/drawing/2014/main" id="{65E172B5-826B-4F71-8254-8FC8E13A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889" y="1876587"/>
            <a:ext cx="79172" cy="76038"/>
          </a:xfrm>
          <a:custGeom xmlns:a="http://schemas.openxmlformats.org/drawingml/2006/main">
            <a:pathLst>
              <a:path w="79172" h="76038">
                <a:moveTo>
                  <a:pt x="0" y="0"/>
                </a:moveTo>
                <a:lnTo>
                  <a:pt x="39586" y="76038"/>
                </a:lnTo>
                <a:lnTo>
                  <a:pt x="79172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6" name="SE-043-136">
            <a:extLst xmlns:a="http://schemas.openxmlformats.org/drawingml/2006/main">
              <a:ext uri="{FF2B5EF4-FFF2-40B4-BE49-F238E27FC236}">
                <a16:creationId xmlns:a16="http://schemas.microsoft.com/office/drawing/2014/main" id="{5F0138F3-1235-49F4-90E8-6A8AA58D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95625"/>
            <a:ext cx="1247775" cy="4667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37" name="SE-043-137">
            <a:extLst xmlns:a="http://schemas.openxmlformats.org/drawingml/2006/main">
              <a:ext uri="{FF2B5EF4-FFF2-40B4-BE49-F238E27FC236}">
                <a16:creationId xmlns:a16="http://schemas.microsoft.com/office/drawing/2014/main" id="{8FE3A5D2-E963-45C2-BE32-31676148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52775"/>
            <a:ext cx="1114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 relevant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guidelines</a:t>
            </a:r>
          </a:p>
        </p:txBody>
      </p:sp>
      <p:sp>
        <p:nvSpPr>
          <p:cNvPr id="138" name="SE-043-138">
            <a:extLst xmlns:a="http://schemas.openxmlformats.org/drawingml/2006/main">
              <a:ext uri="{FF2B5EF4-FFF2-40B4-BE49-F238E27FC236}">
                <a16:creationId xmlns:a16="http://schemas.microsoft.com/office/drawing/2014/main" id="{86D2A8CD-D949-4A14-958E-1A798FFF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10025"/>
            <a:ext cx="1247775" cy="685800"/>
          </a:xfrm>
          <a:prstGeom xmlns:a="http://schemas.openxmlformats.org/drawingml/2006/main" prst="roundRect">
            <a:avLst>
              <a:gd name="adj" fmla="val 180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39" name="SE-043-139">
            <a:extLst xmlns:a="http://schemas.openxmlformats.org/drawingml/2006/main">
              <a:ext uri="{FF2B5EF4-FFF2-40B4-BE49-F238E27FC236}">
                <a16:creationId xmlns:a16="http://schemas.microsoft.com/office/drawing/2014/main" id="{69F452E2-5F87-49EB-8B04-A2C94083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62425"/>
            <a:ext cx="1133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 relevant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demonstrations</a:t>
            </a:r>
          </a:p>
        </p:txBody>
      </p:sp>
      <p:sp>
        <p:nvSpPr>
          <p:cNvPr id="140" name="SE-043-path-140">
            <a:extLst xmlns:a="http://schemas.openxmlformats.org/drawingml/2006/main">
              <a:ext uri="{FF2B5EF4-FFF2-40B4-BE49-F238E27FC236}">
                <a16:creationId xmlns:a16="http://schemas.microsoft.com/office/drawing/2014/main" id="{3A693826-7E44-49F1-A9C4-00FD6933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05050"/>
            <a:ext cx="1524000" cy="1019175"/>
          </a:xfrm>
          <a:custGeom xmlns:a="http://schemas.openxmlformats.org/drawingml/2006/main">
            <a:pathLst>
              <a:path w="1524000" h="1019175">
                <a:moveTo>
                  <a:pt x="0" y="0"/>
                </a:moveTo>
                <a:lnTo>
                  <a:pt x="790575" y="1019175"/>
                </a:lnTo>
                <a:lnTo>
                  <a:pt x="1524000" y="10191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41" name="SE-043-path-141">
            <a:extLst xmlns:a="http://schemas.openxmlformats.org/drawingml/2006/main">
              <a:ext uri="{FF2B5EF4-FFF2-40B4-BE49-F238E27FC236}">
                <a16:creationId xmlns:a16="http://schemas.microsoft.com/office/drawing/2014/main" id="{C7F94433-555B-46F0-99E4-FF232235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324225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42" name="SE-043-path-142">
            <a:extLst xmlns:a="http://schemas.openxmlformats.org/drawingml/2006/main">
              <a:ext uri="{FF2B5EF4-FFF2-40B4-BE49-F238E27FC236}">
                <a16:creationId xmlns:a16="http://schemas.microsoft.com/office/drawing/2014/main" id="{0553FCD6-1B41-4267-B115-4F783582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262" y="328463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43" name="SE-043-path-143">
            <a:extLst xmlns:a="http://schemas.openxmlformats.org/drawingml/2006/main">
              <a:ext uri="{FF2B5EF4-FFF2-40B4-BE49-F238E27FC236}">
                <a16:creationId xmlns:a16="http://schemas.microsoft.com/office/drawing/2014/main" id="{A32D4F3D-664F-4722-AE10-4C0B0EA3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38525"/>
            <a:ext cx="1495425" cy="95"/>
          </a:xfrm>
          <a:custGeom xmlns:a="http://schemas.openxmlformats.org/drawingml/2006/main">
            <a:pathLst>
              <a:path w="1495425" h="95">
                <a:moveTo>
                  <a:pt x="0" y="0"/>
                </a:moveTo>
                <a:lnTo>
                  <a:pt x="1495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44" name="SE-043-path-144">
            <a:extLst xmlns:a="http://schemas.openxmlformats.org/drawingml/2006/main">
              <a:ext uri="{FF2B5EF4-FFF2-40B4-BE49-F238E27FC236}">
                <a16:creationId xmlns:a16="http://schemas.microsoft.com/office/drawing/2014/main" id="{C79C5084-2822-430F-AB09-E019306C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262" y="339893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45" name="SE-043-path-145">
            <a:extLst xmlns:a="http://schemas.openxmlformats.org/drawingml/2006/main">
              <a:ext uri="{FF2B5EF4-FFF2-40B4-BE49-F238E27FC236}">
                <a16:creationId xmlns:a16="http://schemas.microsoft.com/office/drawing/2014/main" id="{2F71253E-91CA-4BFB-80F1-94481FC4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33650"/>
            <a:ext cx="561975" cy="676275"/>
          </a:xfrm>
          <a:custGeom xmlns:a="http://schemas.openxmlformats.org/drawingml/2006/main">
            <a:pathLst>
              <a:path w="561975" h="676275">
                <a:moveTo>
                  <a:pt x="0" y="0"/>
                </a:moveTo>
                <a:lnTo>
                  <a:pt x="0" y="676275"/>
                </a:lnTo>
                <a:lnTo>
                  <a:pt x="561975" y="6762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46" name="SE-043-path-146">
            <a:extLst xmlns:a="http://schemas.openxmlformats.org/drawingml/2006/main">
              <a:ext uri="{FF2B5EF4-FFF2-40B4-BE49-F238E27FC236}">
                <a16:creationId xmlns:a16="http://schemas.microsoft.com/office/drawing/2014/main" id="{208F1FAE-E7B8-454F-BA36-78FE81AA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209925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47" name="SE-043-path-147">
            <a:extLst xmlns:a="http://schemas.openxmlformats.org/drawingml/2006/main">
              <a:ext uri="{FF2B5EF4-FFF2-40B4-BE49-F238E27FC236}">
                <a16:creationId xmlns:a16="http://schemas.microsoft.com/office/drawing/2014/main" id="{DA1BD60A-4064-481A-A62A-7389888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262" y="317033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48" name="SE-043-148">
            <a:extLst xmlns:a="http://schemas.openxmlformats.org/drawingml/2006/main">
              <a:ext uri="{FF2B5EF4-FFF2-40B4-BE49-F238E27FC236}">
                <a16:creationId xmlns:a16="http://schemas.microsoft.com/office/drawing/2014/main" id="{DA5420A7-6E1A-4CE3-92DC-454FCB9F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76525"/>
            <a:ext cx="638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as</a:t>
            </a:r>
          </a:p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49" name="SE-043-path-149">
            <a:extLst xmlns:a="http://schemas.openxmlformats.org/drawingml/2006/main">
              <a:ext uri="{FF2B5EF4-FFF2-40B4-BE49-F238E27FC236}">
                <a16:creationId xmlns:a16="http://schemas.microsoft.com/office/drawing/2014/main" id="{E36BFB38-5C58-4532-A9B2-D6E3A25D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38400"/>
            <a:ext cx="295275" cy="1914525"/>
          </a:xfrm>
          <a:custGeom xmlns:a="http://schemas.openxmlformats.org/drawingml/2006/main">
            <a:pathLst>
              <a:path w="295275" h="1914525">
                <a:moveTo>
                  <a:pt x="0" y="0"/>
                </a:moveTo>
                <a:lnTo>
                  <a:pt x="0" y="1914525"/>
                </a:lnTo>
                <a:lnTo>
                  <a:pt x="295275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50" name="SE-043-path-150">
            <a:extLst xmlns:a="http://schemas.openxmlformats.org/drawingml/2006/main">
              <a:ext uri="{FF2B5EF4-FFF2-40B4-BE49-F238E27FC236}">
                <a16:creationId xmlns:a16="http://schemas.microsoft.com/office/drawing/2014/main" id="{96B4CB53-048E-4E2F-B54B-29FA5A80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352925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51" name="SE-043-path-151">
            <a:extLst xmlns:a="http://schemas.openxmlformats.org/drawingml/2006/main">
              <a:ext uri="{FF2B5EF4-FFF2-40B4-BE49-F238E27FC236}">
                <a16:creationId xmlns:a16="http://schemas.microsoft.com/office/drawing/2014/main" id="{4FB06D92-7FCA-460E-93B1-554A2B9A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961" y="4317737"/>
            <a:ext cx="67589" cy="70375"/>
          </a:xfrm>
          <a:custGeom xmlns:a="http://schemas.openxmlformats.org/drawingml/2006/main">
            <a:pathLst>
              <a:path w="67589" h="70375">
                <a:moveTo>
                  <a:pt x="0" y="70375"/>
                </a:moveTo>
                <a:lnTo>
                  <a:pt x="67589" y="351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52" name="SE-043-path-152">
            <a:extLst xmlns:a="http://schemas.openxmlformats.org/drawingml/2006/main">
              <a:ext uri="{FF2B5EF4-FFF2-40B4-BE49-F238E27FC236}">
                <a16:creationId xmlns:a16="http://schemas.microsoft.com/office/drawing/2014/main" id="{286FCAD8-2904-45B1-AB9C-512CF2AA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24375"/>
            <a:ext cx="828675" cy="95"/>
          </a:xfrm>
          <a:custGeom xmlns:a="http://schemas.openxmlformats.org/drawingml/2006/main">
            <a:pathLst>
              <a:path w="828675" h="9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53" name="SE-043-path-153">
            <a:extLst xmlns:a="http://schemas.openxmlformats.org/drawingml/2006/main">
              <a:ext uri="{FF2B5EF4-FFF2-40B4-BE49-F238E27FC236}">
                <a16:creationId xmlns:a16="http://schemas.microsoft.com/office/drawing/2014/main" id="{CA1901B0-DB2B-4A24-8718-FF6EDC32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512" y="448478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54" name="SE-043-154">
            <a:extLst xmlns:a="http://schemas.openxmlformats.org/drawingml/2006/main">
              <a:ext uri="{FF2B5EF4-FFF2-40B4-BE49-F238E27FC236}">
                <a16:creationId xmlns:a16="http://schemas.microsoft.com/office/drawing/2014/main" id="{442190DA-28B6-442A-BFA5-3A54ADEB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81400"/>
            <a:ext cx="638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as</a:t>
            </a:r>
          </a:p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55" name="SE-043-155">
            <a:extLst xmlns:a="http://schemas.openxmlformats.org/drawingml/2006/main">
              <a:ext uri="{FF2B5EF4-FFF2-40B4-BE49-F238E27FC236}">
                <a16:creationId xmlns:a16="http://schemas.microsoft.com/office/drawing/2014/main" id="{BB4D4345-5F57-4812-B62E-DEE3BD20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90850"/>
            <a:ext cx="1009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56" name="SE-043-156">
            <a:extLst xmlns:a="http://schemas.openxmlformats.org/drawingml/2006/main">
              <a:ext uri="{FF2B5EF4-FFF2-40B4-BE49-F238E27FC236}">
                <a16:creationId xmlns:a16="http://schemas.microsoft.com/office/drawing/2014/main" id="{35CCCFEF-EC0C-42A3-B568-00076B8C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24200"/>
            <a:ext cx="895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Contextual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Information</a:t>
            </a:r>
          </a:p>
        </p:txBody>
      </p:sp>
      <p:sp>
        <p:nvSpPr>
          <p:cNvPr id="157" name="SE-043-path-157">
            <a:extLst xmlns:a="http://schemas.openxmlformats.org/drawingml/2006/main">
              <a:ext uri="{FF2B5EF4-FFF2-40B4-BE49-F238E27FC236}">
                <a16:creationId xmlns:a16="http://schemas.microsoft.com/office/drawing/2014/main" id="{A7D2EB7C-927C-4E2A-937B-0FB5BFA0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419350"/>
            <a:ext cx="2743200" cy="657225"/>
          </a:xfrm>
          <a:custGeom xmlns:a="http://schemas.openxmlformats.org/drawingml/2006/main">
            <a:pathLst>
              <a:path w="2743200" h="657225">
                <a:moveTo>
                  <a:pt x="0" y="0"/>
                </a:moveTo>
                <a:lnTo>
                  <a:pt x="2743200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58" name="SE-043-path-158">
            <a:extLst xmlns:a="http://schemas.openxmlformats.org/drawingml/2006/main">
              <a:ext uri="{FF2B5EF4-FFF2-40B4-BE49-F238E27FC236}">
                <a16:creationId xmlns:a16="http://schemas.microsoft.com/office/drawing/2014/main" id="{E95CB913-90A4-44C7-B729-AA98AB91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07" y="3020362"/>
            <a:ext cx="83168" cy="76993"/>
          </a:xfrm>
          <a:custGeom xmlns:a="http://schemas.openxmlformats.org/drawingml/2006/main">
            <a:pathLst>
              <a:path w="83168" h="76993">
                <a:moveTo>
                  <a:pt x="0" y="76993"/>
                </a:moveTo>
                <a:lnTo>
                  <a:pt x="83168" y="56213"/>
                </a:lnTo>
                <a:lnTo>
                  <a:pt x="18446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59" name="SE-043-path-159">
            <a:extLst xmlns:a="http://schemas.openxmlformats.org/drawingml/2006/main">
              <a:ext uri="{FF2B5EF4-FFF2-40B4-BE49-F238E27FC236}">
                <a16:creationId xmlns:a16="http://schemas.microsoft.com/office/drawing/2014/main" id="{A65492F7-FD5E-4CD7-9BC1-57CF3E0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19350"/>
            <a:ext cx="1895475" cy="571500"/>
          </a:xfrm>
          <a:custGeom xmlns:a="http://schemas.openxmlformats.org/drawingml/2006/main">
            <a:pathLst>
              <a:path w="1895475" h="571500">
                <a:moveTo>
                  <a:pt x="0" y="0"/>
                </a:moveTo>
                <a:lnTo>
                  <a:pt x="1895475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60" name="SE-043-path-160">
            <a:extLst xmlns:a="http://schemas.openxmlformats.org/drawingml/2006/main">
              <a:ext uri="{FF2B5EF4-FFF2-40B4-BE49-F238E27FC236}">
                <a16:creationId xmlns:a16="http://schemas.microsoft.com/office/drawing/2014/main" id="{22418285-E2EF-46A4-982F-B954AC81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97" y="2930999"/>
            <a:ext cx="84228" cy="75802"/>
          </a:xfrm>
          <a:custGeom xmlns:a="http://schemas.openxmlformats.org/drawingml/2006/main">
            <a:pathLst>
              <a:path w="84228" h="75802">
                <a:moveTo>
                  <a:pt x="0" y="75802"/>
                </a:moveTo>
                <a:lnTo>
                  <a:pt x="84228" y="59851"/>
                </a:lnTo>
                <a:lnTo>
                  <a:pt x="2285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61" name="SE-043-path-161">
            <a:extLst xmlns:a="http://schemas.openxmlformats.org/drawingml/2006/main">
              <a:ext uri="{FF2B5EF4-FFF2-40B4-BE49-F238E27FC236}">
                <a16:creationId xmlns:a16="http://schemas.microsoft.com/office/drawing/2014/main" id="{9E375212-D176-4CA4-9400-64ECEF96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24225"/>
            <a:ext cx="1143000" cy="95"/>
          </a:xfrm>
          <a:custGeom xmlns:a="http://schemas.openxmlformats.org/drawingml/2006/main">
            <a:pathLst>
              <a:path w="1143000" h="9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62" name="SE-043-path-162">
            <a:extLst xmlns:a="http://schemas.openxmlformats.org/drawingml/2006/main">
              <a:ext uri="{FF2B5EF4-FFF2-40B4-BE49-F238E27FC236}">
                <a16:creationId xmlns:a16="http://schemas.microsoft.com/office/drawing/2014/main" id="{B28E1B32-44B3-4BBA-8CBA-6AC26545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087" y="328463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63" name="SE-043-163">
            <a:extLst xmlns:a="http://schemas.openxmlformats.org/drawingml/2006/main">
              <a:ext uri="{FF2B5EF4-FFF2-40B4-BE49-F238E27FC236}">
                <a16:creationId xmlns:a16="http://schemas.microsoft.com/office/drawing/2014/main" id="{4B94F86B-D29A-4B8D-B71F-685D5A9C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33850"/>
            <a:ext cx="1009650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64" name="SE-043-164">
            <a:extLst xmlns:a="http://schemas.openxmlformats.org/drawingml/2006/main">
              <a:ext uri="{FF2B5EF4-FFF2-40B4-BE49-F238E27FC236}">
                <a16:creationId xmlns:a16="http://schemas.microsoft.com/office/drawing/2014/main" id="{D909E2CB-807B-40D6-BF81-EE8801FF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29100"/>
            <a:ext cx="895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Demos</a:t>
            </a:r>
          </a:p>
        </p:txBody>
      </p:sp>
      <p:sp>
        <p:nvSpPr>
          <p:cNvPr id="165" name="SE-043-path-165">
            <a:extLst xmlns:a="http://schemas.openxmlformats.org/drawingml/2006/main">
              <a:ext uri="{FF2B5EF4-FFF2-40B4-BE49-F238E27FC236}">
                <a16:creationId xmlns:a16="http://schemas.microsoft.com/office/drawing/2014/main" id="{7504085E-191C-4DFE-8083-245FDD2E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52925"/>
            <a:ext cx="1800225" cy="95"/>
          </a:xfrm>
          <a:custGeom xmlns:a="http://schemas.openxmlformats.org/drawingml/2006/main">
            <a:pathLst>
              <a:path w="1800225" h="95">
                <a:moveTo>
                  <a:pt x="0" y="0"/>
                </a:moveTo>
                <a:lnTo>
                  <a:pt x="1800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66" name="SE-043-path-166">
            <a:extLst xmlns:a="http://schemas.openxmlformats.org/drawingml/2006/main">
              <a:ext uri="{FF2B5EF4-FFF2-40B4-BE49-F238E27FC236}">
                <a16:creationId xmlns:a16="http://schemas.microsoft.com/office/drawing/2014/main" id="{BF030400-9F93-4B3C-8A0A-E2B01803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087" y="431333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67" name="SE-043-167">
            <a:extLst xmlns:a="http://schemas.openxmlformats.org/drawingml/2006/main">
              <a:ext uri="{FF2B5EF4-FFF2-40B4-BE49-F238E27FC236}">
                <a16:creationId xmlns:a16="http://schemas.microsoft.com/office/drawing/2014/main" id="{16B99113-CD65-4C3E-89F3-BD41A35F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619125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68" name="SE-043-168">
            <a:extLst xmlns:a="http://schemas.openxmlformats.org/drawingml/2006/main">
              <a:ext uri="{FF2B5EF4-FFF2-40B4-BE49-F238E27FC236}">
                <a16:creationId xmlns:a16="http://schemas.microsoft.com/office/drawing/2014/main" id="{0F089BAA-A44C-481D-B62B-4383F22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43175"/>
            <a:ext cx="54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69" name="SE-043-path-169">
            <a:extLst xmlns:a="http://schemas.openxmlformats.org/drawingml/2006/main">
              <a:ext uri="{FF2B5EF4-FFF2-40B4-BE49-F238E27FC236}">
                <a16:creationId xmlns:a16="http://schemas.microsoft.com/office/drawing/2014/main" id="{AB5D025A-22F0-44F1-8307-F04271BA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81225"/>
            <a:ext cx="304800" cy="342900"/>
          </a:xfrm>
          <a:custGeom xmlns:a="http://schemas.openxmlformats.org/drawingml/2006/main">
            <a:pathLst>
              <a:path w="304800" h="342900">
                <a:moveTo>
                  <a:pt x="0" y="0"/>
                </a:moveTo>
                <a:lnTo>
                  <a:pt x="30480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70" name="SE-043-path-170">
            <a:extLst xmlns:a="http://schemas.openxmlformats.org/drawingml/2006/main">
              <a:ext uri="{FF2B5EF4-FFF2-40B4-BE49-F238E27FC236}">
                <a16:creationId xmlns:a16="http://schemas.microsoft.com/office/drawing/2014/main" id="{5767F5A2-79D8-45BA-B072-AE566CDD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71" y="2440994"/>
            <a:ext cx="80104" cy="83131"/>
          </a:xfrm>
          <a:custGeom xmlns:a="http://schemas.openxmlformats.org/drawingml/2006/main">
            <a:pathLst>
              <a:path w="80104" h="83131">
                <a:moveTo>
                  <a:pt x="0" y="52599"/>
                </a:moveTo>
                <a:lnTo>
                  <a:pt x="80104" y="83131"/>
                </a:lnTo>
                <a:lnTo>
                  <a:pt x="59174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71" name="SE-043-171">
            <a:extLst xmlns:a="http://schemas.openxmlformats.org/drawingml/2006/main">
              <a:ext uri="{FF2B5EF4-FFF2-40B4-BE49-F238E27FC236}">
                <a16:creationId xmlns:a16="http://schemas.microsoft.com/office/drawing/2014/main" id="{227E1E80-81F6-4B9C-8E26-1E5C2B4A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10191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72" name="SE-043-172">
            <a:extLst xmlns:a="http://schemas.openxmlformats.org/drawingml/2006/main">
              <a:ext uri="{FF2B5EF4-FFF2-40B4-BE49-F238E27FC236}">
                <a16:creationId xmlns:a16="http://schemas.microsoft.com/office/drawing/2014/main" id="{C6DDFA82-0FA5-4578-8DFC-26B4FDD6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00400"/>
            <a:ext cx="904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173" name="SE-043-path-173">
            <a:extLst xmlns:a="http://schemas.openxmlformats.org/drawingml/2006/main">
              <a:ext uri="{FF2B5EF4-FFF2-40B4-BE49-F238E27FC236}">
                <a16:creationId xmlns:a16="http://schemas.microsoft.com/office/drawing/2014/main" id="{B21FE594-515C-4057-B66F-FAD1C9CC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438150" cy="457200"/>
          </a:xfrm>
          <a:custGeom xmlns:a="http://schemas.openxmlformats.org/drawingml/2006/main">
            <a:pathLst>
              <a:path w="438150" h="457200">
                <a:moveTo>
                  <a:pt x="0" y="0"/>
                </a:moveTo>
                <a:lnTo>
                  <a:pt x="4381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74" name="SE-043-path-174">
            <a:extLst xmlns:a="http://schemas.openxmlformats.org/drawingml/2006/main">
              <a:ext uri="{FF2B5EF4-FFF2-40B4-BE49-F238E27FC236}">
                <a16:creationId xmlns:a16="http://schemas.microsoft.com/office/drawing/2014/main" id="{3B6F9E75-8A1B-4D5B-88B0-1D16CB4D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009" y="3137162"/>
            <a:ext cx="81191" cy="82288"/>
          </a:xfrm>
          <a:custGeom xmlns:a="http://schemas.openxmlformats.org/drawingml/2006/main">
            <a:pathLst>
              <a:path w="81191" h="82288">
                <a:moveTo>
                  <a:pt x="0" y="54780"/>
                </a:moveTo>
                <a:lnTo>
                  <a:pt x="81191" y="82288"/>
                </a:lnTo>
                <a:lnTo>
                  <a:pt x="57161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75" name="SE-043-path-175">
            <a:extLst xmlns:a="http://schemas.openxmlformats.org/drawingml/2006/main">
              <a:ext uri="{FF2B5EF4-FFF2-40B4-BE49-F238E27FC236}">
                <a16:creationId xmlns:a16="http://schemas.microsoft.com/office/drawing/2014/main" id="{FA857901-202A-4C74-A55C-1EF929A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390525" cy="390525"/>
          </a:xfrm>
          <a:custGeom xmlns:a="http://schemas.openxmlformats.org/drawingml/2006/main">
            <a:pathLst>
              <a:path w="390525" h="390525">
                <a:moveTo>
                  <a:pt x="0" y="0"/>
                </a:moveTo>
                <a:lnTo>
                  <a:pt x="390525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76" name="SE-043-path-176">
            <a:extLst xmlns:a="http://schemas.openxmlformats.org/drawingml/2006/main">
              <a:ext uri="{FF2B5EF4-FFF2-40B4-BE49-F238E27FC236}">
                <a16:creationId xmlns:a16="http://schemas.microsoft.com/office/drawing/2014/main" id="{93E93CA9-C63B-4EEC-8C17-05B99574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217" y="3071017"/>
            <a:ext cx="81758" cy="81758"/>
          </a:xfrm>
          <a:custGeom xmlns:a="http://schemas.openxmlformats.org/drawingml/2006/main">
            <a:pathLst>
              <a:path w="81758" h="81758">
                <a:moveTo>
                  <a:pt x="0" y="55983"/>
                </a:moveTo>
                <a:lnTo>
                  <a:pt x="81758" y="81758"/>
                </a:lnTo>
                <a:lnTo>
                  <a:pt x="5598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77" name="SE-043-path-177">
            <a:extLst xmlns:a="http://schemas.openxmlformats.org/drawingml/2006/main">
              <a:ext uri="{FF2B5EF4-FFF2-40B4-BE49-F238E27FC236}">
                <a16:creationId xmlns:a16="http://schemas.microsoft.com/office/drawing/2014/main" id="{F9080260-9158-4D5B-BB27-3AE47422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62250"/>
            <a:ext cx="352425" cy="342900"/>
          </a:xfrm>
          <a:custGeom xmlns:a="http://schemas.openxmlformats.org/drawingml/2006/main">
            <a:pathLst>
              <a:path w="352425" h="342900">
                <a:moveTo>
                  <a:pt x="0" y="0"/>
                </a:moveTo>
                <a:lnTo>
                  <a:pt x="352425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78" name="SE-043-path-178">
            <a:extLst xmlns:a="http://schemas.openxmlformats.org/drawingml/2006/main">
              <a:ext uri="{FF2B5EF4-FFF2-40B4-BE49-F238E27FC236}">
                <a16:creationId xmlns:a16="http://schemas.microsoft.com/office/drawing/2014/main" id="{95BA55F0-700B-4932-90D4-A58F0A4C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71" y="3023752"/>
            <a:ext cx="82104" cy="81398"/>
          </a:xfrm>
          <a:custGeom xmlns:a="http://schemas.openxmlformats.org/drawingml/2006/main">
            <a:pathLst>
              <a:path w="82104" h="81398">
                <a:moveTo>
                  <a:pt x="0" y="56745"/>
                </a:moveTo>
                <a:lnTo>
                  <a:pt x="82104" y="81398"/>
                </a:lnTo>
                <a:lnTo>
                  <a:pt x="55211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79" name="SE-043-path-179">
            <a:extLst xmlns:a="http://schemas.openxmlformats.org/drawingml/2006/main">
              <a:ext uri="{FF2B5EF4-FFF2-40B4-BE49-F238E27FC236}">
                <a16:creationId xmlns:a16="http://schemas.microsoft.com/office/drawing/2014/main" id="{DF00DCE3-B81D-498C-A1E7-0A2BF59F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24225"/>
            <a:ext cx="666750" cy="95"/>
          </a:xfrm>
          <a:custGeom xmlns:a="http://schemas.openxmlformats.org/drawingml/2006/main">
            <a:pathLst>
              <a:path w="666750" h="9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80" name="SE-043-path-180">
            <a:extLst xmlns:a="http://schemas.openxmlformats.org/drawingml/2006/main">
              <a:ext uri="{FF2B5EF4-FFF2-40B4-BE49-F238E27FC236}">
                <a16:creationId xmlns:a16="http://schemas.microsoft.com/office/drawing/2014/main" id="{FC1EE1EF-69D8-4F90-B96E-BC454794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537" y="328463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81" name="SE-043-path-181">
            <a:extLst xmlns:a="http://schemas.openxmlformats.org/drawingml/2006/main">
              <a:ext uri="{FF2B5EF4-FFF2-40B4-BE49-F238E27FC236}">
                <a16:creationId xmlns:a16="http://schemas.microsoft.com/office/drawing/2014/main" id="{0B2B7635-640E-4C7C-8F27-496DB7CD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76625"/>
            <a:ext cx="819150" cy="885825"/>
          </a:xfrm>
          <a:custGeom xmlns:a="http://schemas.openxmlformats.org/drawingml/2006/main">
            <a:pathLst>
              <a:path w="819150" h="885825">
                <a:moveTo>
                  <a:pt x="0" y="885825"/>
                </a:moveTo>
                <a:lnTo>
                  <a:pt x="81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82" name="SE-043-path-182">
            <a:extLst xmlns:a="http://schemas.openxmlformats.org/drawingml/2006/main">
              <a:ext uri="{FF2B5EF4-FFF2-40B4-BE49-F238E27FC236}">
                <a16:creationId xmlns:a16="http://schemas.microsoft.com/office/drawing/2014/main" id="{754A0A7F-253E-4F1F-AF15-86851CF7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286" y="3476625"/>
            <a:ext cx="80689" cy="82703"/>
          </a:xfrm>
          <a:custGeom xmlns:a="http://schemas.openxmlformats.org/drawingml/2006/main">
            <a:pathLst>
              <a:path w="80689" h="82703">
                <a:moveTo>
                  <a:pt x="58128" y="82703"/>
                </a:moveTo>
                <a:lnTo>
                  <a:pt x="80689" y="0"/>
                </a:lnTo>
                <a:lnTo>
                  <a:pt x="0" y="289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83" name="SE-043-path-183">
            <a:extLst xmlns:a="http://schemas.openxmlformats.org/drawingml/2006/main">
              <a:ext uri="{FF2B5EF4-FFF2-40B4-BE49-F238E27FC236}">
                <a16:creationId xmlns:a16="http://schemas.microsoft.com/office/drawing/2014/main" id="{C0B1A2F3-35EB-4A3F-8EA4-3751FCE2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62350"/>
            <a:ext cx="95" cy="438150"/>
          </a:xfrm>
          <a:custGeom xmlns:a="http://schemas.openxmlformats.org/drawingml/2006/main">
            <a:pathLst>
              <a:path w="9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84" name="SE-043-path-184">
            <a:extLst xmlns:a="http://schemas.openxmlformats.org/drawingml/2006/main">
              <a:ext uri="{FF2B5EF4-FFF2-40B4-BE49-F238E27FC236}">
                <a16:creationId xmlns:a16="http://schemas.microsoft.com/office/drawing/2014/main" id="{1A7089AC-DCA1-4B8F-AC0D-9069A991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864" y="3924462"/>
            <a:ext cx="79172" cy="76038"/>
          </a:xfrm>
          <a:custGeom xmlns:a="http://schemas.openxmlformats.org/drawingml/2006/main">
            <a:pathLst>
              <a:path w="79172" h="76038">
                <a:moveTo>
                  <a:pt x="0" y="0"/>
                </a:moveTo>
                <a:lnTo>
                  <a:pt x="39586" y="76038"/>
                </a:lnTo>
                <a:lnTo>
                  <a:pt x="79172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85" name="SE-043-path-185">
            <a:extLst xmlns:a="http://schemas.openxmlformats.org/drawingml/2006/main">
              <a:ext uri="{FF2B5EF4-FFF2-40B4-BE49-F238E27FC236}">
                <a16:creationId xmlns:a16="http://schemas.microsoft.com/office/drawing/2014/main" id="{41C14DBB-8504-47F5-A2DF-9639C337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19550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</a:ln>
        </p:spPr>
      </p:sp>
      <p:sp>
        <p:nvSpPr>
          <p:cNvPr id="186" name="SE-043-186">
            <a:extLst xmlns:a="http://schemas.openxmlformats.org/drawingml/2006/main">
              <a:ext uri="{FF2B5EF4-FFF2-40B4-BE49-F238E27FC236}">
                <a16:creationId xmlns:a16="http://schemas.microsoft.com/office/drawing/2014/main" id="{532FDDC5-00C4-4679-B26E-DB934BAC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5238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2863">
            <a:solidFill>
              <a:srgbClr val="111111"/>
            </a:solidFill>
          </a:ln>
        </p:spPr>
      </p:sp>
      <p:sp>
        <p:nvSpPr>
          <p:cNvPr id="187" name="SE-043-187">
            <a:extLst xmlns:a="http://schemas.openxmlformats.org/drawingml/2006/main">
              <a:ext uri="{FF2B5EF4-FFF2-40B4-BE49-F238E27FC236}">
                <a16:creationId xmlns:a16="http://schemas.microsoft.com/office/drawing/2014/main" id="{6DE38DAA-59B1-4600-8FAF-28262A4E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257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88" name="SE-043-188">
            <a:extLst xmlns:a="http://schemas.openxmlformats.org/drawingml/2006/main">
              <a:ext uri="{FF2B5EF4-FFF2-40B4-BE49-F238E27FC236}">
                <a16:creationId xmlns:a16="http://schemas.microsoft.com/office/drawing/2014/main" id="{1215DF50-A8EA-4B8B-BFF1-A48BD150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57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89" name="SE-043-189">
            <a:extLst xmlns:a="http://schemas.openxmlformats.org/drawingml/2006/main">
              <a:ext uri="{FF2B5EF4-FFF2-40B4-BE49-F238E27FC236}">
                <a16:creationId xmlns:a16="http://schemas.microsoft.com/office/drawing/2014/main" id="{B3038AD2-891F-4AA1-A8D4-370FAB59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285750" cy="952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</a:ln>
        </p:spPr>
      </p:sp>
      <p:sp>
        <p:nvSpPr>
          <p:cNvPr id="190" name="SE-043-path-190">
            <a:extLst xmlns:a="http://schemas.openxmlformats.org/drawingml/2006/main">
              <a:ext uri="{FF2B5EF4-FFF2-40B4-BE49-F238E27FC236}">
                <a16:creationId xmlns:a16="http://schemas.microsoft.com/office/drawing/2014/main" id="{02BD1646-6BFC-4473-BDB5-AC4A4F85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00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91" name="SE-043-path-191">
            <a:extLst xmlns:a="http://schemas.openxmlformats.org/drawingml/2006/main">
              <a:ext uri="{FF2B5EF4-FFF2-40B4-BE49-F238E27FC236}">
                <a16:creationId xmlns:a16="http://schemas.microsoft.com/office/drawing/2014/main" id="{B31E6C9E-C986-49EB-ACA0-33770655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92" name="SE-043-192">
            <a:extLst xmlns:a="http://schemas.openxmlformats.org/drawingml/2006/main">
              <a:ext uri="{FF2B5EF4-FFF2-40B4-BE49-F238E27FC236}">
                <a16:creationId xmlns:a16="http://schemas.microsoft.com/office/drawing/2014/main" id="{AD4C39D3-019E-477C-A04E-90F58860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81525"/>
            <a:ext cx="5715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93" name="SE-043-193">
            <a:extLst xmlns:a="http://schemas.openxmlformats.org/drawingml/2006/main">
              <a:ext uri="{FF2B5EF4-FFF2-40B4-BE49-F238E27FC236}">
                <a16:creationId xmlns:a16="http://schemas.microsoft.com/office/drawing/2014/main" id="{79E3E607-EA7C-45C5-BBC0-044C54FF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94" name="SE-043-path-194">
            <a:extLst xmlns:a="http://schemas.openxmlformats.org/drawingml/2006/main">
              <a:ext uri="{FF2B5EF4-FFF2-40B4-BE49-F238E27FC236}">
                <a16:creationId xmlns:a16="http://schemas.microsoft.com/office/drawing/2014/main" id="{37E599AF-439D-49A9-8E4A-6EED380A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81500"/>
            <a:ext cx="895350" cy="95"/>
          </a:xfrm>
          <a:custGeom xmlns:a="http://schemas.openxmlformats.org/drawingml/2006/main">
            <a:pathLst>
              <a:path w="895350" h="9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95" name="SE-043-path-195">
            <a:extLst xmlns:a="http://schemas.openxmlformats.org/drawingml/2006/main">
              <a:ext uri="{FF2B5EF4-FFF2-40B4-BE49-F238E27FC236}">
                <a16:creationId xmlns:a16="http://schemas.microsoft.com/office/drawing/2014/main" id="{6D56E2BE-EBB4-42D2-ACA3-1398A60A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024" y="4200824"/>
            <a:ext cx="341978" cy="342144"/>
          </a:xfrm>
          <a:custGeom xmlns:a="http://schemas.openxmlformats.org/drawingml/2006/main">
            <a:pathLst>
              <a:path w="341978" h="342144">
                <a:moveTo>
                  <a:pt x="341978" y="184852"/>
                </a:moveTo>
                <a:lnTo>
                  <a:pt x="336062" y="217787"/>
                </a:lnTo>
                <a:lnTo>
                  <a:pt x="323862" y="248944"/>
                </a:lnTo>
                <a:lnTo>
                  <a:pt x="305842" y="277139"/>
                </a:lnTo>
                <a:lnTo>
                  <a:pt x="282689" y="301296"/>
                </a:lnTo>
                <a:lnTo>
                  <a:pt x="255284" y="320497"/>
                </a:lnTo>
                <a:lnTo>
                  <a:pt x="224673" y="334009"/>
                </a:lnTo>
                <a:lnTo>
                  <a:pt x="192019" y="341317"/>
                </a:lnTo>
                <a:lnTo>
                  <a:pt x="158568" y="342144"/>
                </a:lnTo>
                <a:lnTo>
                  <a:pt x="125594" y="336458"/>
                </a:lnTo>
                <a:lnTo>
                  <a:pt x="94352" y="324476"/>
                </a:lnTo>
                <a:lnTo>
                  <a:pt x="66032" y="306653"/>
                </a:lnTo>
                <a:lnTo>
                  <a:pt x="41713" y="283669"/>
                </a:lnTo>
                <a:lnTo>
                  <a:pt x="22322" y="256400"/>
                </a:lnTo>
                <a:lnTo>
                  <a:pt x="8597" y="225883"/>
                </a:lnTo>
                <a:lnTo>
                  <a:pt x="1061" y="193282"/>
                </a:lnTo>
                <a:lnTo>
                  <a:pt x="0" y="159837"/>
                </a:lnTo>
                <a:lnTo>
                  <a:pt x="5456" y="126824"/>
                </a:lnTo>
                <a:lnTo>
                  <a:pt x="17220" y="95499"/>
                </a:lnTo>
                <a:lnTo>
                  <a:pt x="34844" y="67055"/>
                </a:lnTo>
                <a:lnTo>
                  <a:pt x="57658" y="42577"/>
                </a:lnTo>
                <a:lnTo>
                  <a:pt x="84791" y="22996"/>
                </a:lnTo>
                <a:lnTo>
                  <a:pt x="115211" y="9058"/>
                </a:lnTo>
                <a:lnTo>
                  <a:pt x="147759" y="1294"/>
                </a:lnTo>
                <a:lnTo>
                  <a:pt x="181196" y="0"/>
                </a:lnTo>
                <a:lnTo>
                  <a:pt x="214246" y="5225"/>
                </a:lnTo>
                <a:lnTo>
                  <a:pt x="245653" y="16770"/>
                </a:lnTo>
                <a:lnTo>
                  <a:pt x="274218" y="34196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196" name="SE-043-path-196">
            <a:extLst xmlns:a="http://schemas.openxmlformats.org/drawingml/2006/main">
              <a:ext uri="{FF2B5EF4-FFF2-40B4-BE49-F238E27FC236}">
                <a16:creationId xmlns:a16="http://schemas.microsoft.com/office/drawing/2014/main" id="{49DC4219-4FAA-4DD1-A244-DEF3A954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676" y="4217594"/>
            <a:ext cx="28566" cy="17425"/>
          </a:xfrm>
          <a:custGeom xmlns:a="http://schemas.openxmlformats.org/drawingml/2006/main">
            <a:pathLst>
              <a:path w="28566" h="17425">
                <a:moveTo>
                  <a:pt x="0" y="0"/>
                </a:moveTo>
                <a:lnTo>
                  <a:pt x="28566" y="174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97" name="SE-043-path-197">
            <a:extLst xmlns:a="http://schemas.openxmlformats.org/drawingml/2006/main">
              <a:ext uri="{FF2B5EF4-FFF2-40B4-BE49-F238E27FC236}">
                <a16:creationId xmlns:a16="http://schemas.microsoft.com/office/drawing/2014/main" id="{9E9DDD29-85AA-47DB-908A-9623316F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8217" y="4169782"/>
            <a:ext cx="76025" cy="65238"/>
          </a:xfrm>
          <a:custGeom xmlns:a="http://schemas.openxmlformats.org/drawingml/2006/main">
            <a:pathLst>
              <a:path w="76025" h="65238">
                <a:moveTo>
                  <a:pt x="0" y="60079"/>
                </a:moveTo>
                <a:lnTo>
                  <a:pt x="76025" y="65238"/>
                </a:lnTo>
                <a:lnTo>
                  <a:pt x="36649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98" name="SE-043-198">
            <a:extLst xmlns:a="http://schemas.openxmlformats.org/drawingml/2006/main">
              <a:ext uri="{FF2B5EF4-FFF2-40B4-BE49-F238E27FC236}">
                <a16:creationId xmlns:a16="http://schemas.microsoft.com/office/drawing/2014/main" id="{70BB25CF-E9AB-4090-848E-95D5E661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00575"/>
            <a:ext cx="676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multiple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199" name="SE-043-path-199">
            <a:extLst xmlns:a="http://schemas.openxmlformats.org/drawingml/2006/main">
              <a:ext uri="{FF2B5EF4-FFF2-40B4-BE49-F238E27FC236}">
                <a16:creationId xmlns:a16="http://schemas.microsoft.com/office/drawing/2014/main" id="{CF4A5DEB-F76E-43ED-A0E3-2CDD0386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9925"/>
            <a:ext cx="876300" cy="513828"/>
          </a:xfrm>
          <a:custGeom xmlns:a="http://schemas.openxmlformats.org/drawingml/2006/main">
            <a:pathLst>
              <a:path w="876300" h="513828">
                <a:moveTo>
                  <a:pt x="0" y="0"/>
                </a:moveTo>
                <a:lnTo>
                  <a:pt x="876300" y="0"/>
                </a:lnTo>
                <a:lnTo>
                  <a:pt x="876300" y="419100"/>
                </a:lnTo>
                <a:lnTo>
                  <a:pt x="876300" y="419100"/>
                </a:lnTo>
                <a:lnTo>
                  <a:pt x="847090" y="399296"/>
                </a:lnTo>
                <a:lnTo>
                  <a:pt x="817880" y="380358"/>
                </a:lnTo>
                <a:lnTo>
                  <a:pt x="788670" y="363113"/>
                </a:lnTo>
                <a:lnTo>
                  <a:pt x="759460" y="348315"/>
                </a:lnTo>
                <a:lnTo>
                  <a:pt x="730250" y="336611"/>
                </a:lnTo>
                <a:lnTo>
                  <a:pt x="701040" y="328512"/>
                </a:lnTo>
                <a:lnTo>
                  <a:pt x="671830" y="324372"/>
                </a:lnTo>
                <a:lnTo>
                  <a:pt x="642620" y="324372"/>
                </a:lnTo>
                <a:lnTo>
                  <a:pt x="613410" y="328512"/>
                </a:lnTo>
                <a:lnTo>
                  <a:pt x="584200" y="336611"/>
                </a:lnTo>
                <a:lnTo>
                  <a:pt x="554990" y="348315"/>
                </a:lnTo>
                <a:lnTo>
                  <a:pt x="525780" y="363113"/>
                </a:lnTo>
                <a:lnTo>
                  <a:pt x="496570" y="380358"/>
                </a:lnTo>
                <a:lnTo>
                  <a:pt x="467360" y="399296"/>
                </a:lnTo>
                <a:lnTo>
                  <a:pt x="438150" y="419100"/>
                </a:lnTo>
                <a:lnTo>
                  <a:pt x="408940" y="438904"/>
                </a:lnTo>
                <a:lnTo>
                  <a:pt x="379730" y="457842"/>
                </a:lnTo>
                <a:lnTo>
                  <a:pt x="350520" y="475087"/>
                </a:lnTo>
                <a:lnTo>
                  <a:pt x="321310" y="489885"/>
                </a:lnTo>
                <a:lnTo>
                  <a:pt x="292100" y="501589"/>
                </a:lnTo>
                <a:lnTo>
                  <a:pt x="262890" y="509688"/>
                </a:lnTo>
                <a:lnTo>
                  <a:pt x="233680" y="513828"/>
                </a:lnTo>
                <a:lnTo>
                  <a:pt x="204470" y="513828"/>
                </a:lnTo>
                <a:lnTo>
                  <a:pt x="175260" y="509688"/>
                </a:lnTo>
                <a:lnTo>
                  <a:pt x="146050" y="501589"/>
                </a:lnTo>
                <a:lnTo>
                  <a:pt x="116840" y="489885"/>
                </a:lnTo>
                <a:lnTo>
                  <a:pt x="87630" y="475087"/>
                </a:lnTo>
                <a:lnTo>
                  <a:pt x="58420" y="457842"/>
                </a:lnTo>
                <a:lnTo>
                  <a:pt x="29210" y="438904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200" name="SE-043-path-200">
            <a:extLst xmlns:a="http://schemas.openxmlformats.org/drawingml/2006/main">
              <a:ext uri="{FF2B5EF4-FFF2-40B4-BE49-F238E27FC236}">
                <a16:creationId xmlns:a16="http://schemas.microsoft.com/office/drawing/2014/main" id="{0969D41B-0DE7-4766-BBAE-59FF2F64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52775"/>
            <a:ext cx="876300" cy="513828"/>
          </a:xfrm>
          <a:custGeom xmlns:a="http://schemas.openxmlformats.org/drawingml/2006/main">
            <a:pathLst>
              <a:path w="876300" h="513828">
                <a:moveTo>
                  <a:pt x="0" y="0"/>
                </a:moveTo>
                <a:lnTo>
                  <a:pt x="876300" y="0"/>
                </a:lnTo>
                <a:lnTo>
                  <a:pt x="876300" y="419100"/>
                </a:lnTo>
                <a:lnTo>
                  <a:pt x="876300" y="419100"/>
                </a:lnTo>
                <a:lnTo>
                  <a:pt x="847090" y="399296"/>
                </a:lnTo>
                <a:lnTo>
                  <a:pt x="817880" y="380358"/>
                </a:lnTo>
                <a:lnTo>
                  <a:pt x="788670" y="363113"/>
                </a:lnTo>
                <a:lnTo>
                  <a:pt x="759460" y="348315"/>
                </a:lnTo>
                <a:lnTo>
                  <a:pt x="730250" y="336611"/>
                </a:lnTo>
                <a:lnTo>
                  <a:pt x="701040" y="328512"/>
                </a:lnTo>
                <a:lnTo>
                  <a:pt x="671830" y="324372"/>
                </a:lnTo>
                <a:lnTo>
                  <a:pt x="642620" y="324372"/>
                </a:lnTo>
                <a:lnTo>
                  <a:pt x="613410" y="328512"/>
                </a:lnTo>
                <a:lnTo>
                  <a:pt x="584200" y="336611"/>
                </a:lnTo>
                <a:lnTo>
                  <a:pt x="554990" y="348315"/>
                </a:lnTo>
                <a:lnTo>
                  <a:pt x="525780" y="363113"/>
                </a:lnTo>
                <a:lnTo>
                  <a:pt x="496570" y="380358"/>
                </a:lnTo>
                <a:lnTo>
                  <a:pt x="467360" y="399296"/>
                </a:lnTo>
                <a:lnTo>
                  <a:pt x="438150" y="419100"/>
                </a:lnTo>
                <a:lnTo>
                  <a:pt x="408940" y="438904"/>
                </a:lnTo>
                <a:lnTo>
                  <a:pt x="379730" y="457842"/>
                </a:lnTo>
                <a:lnTo>
                  <a:pt x="350520" y="475087"/>
                </a:lnTo>
                <a:lnTo>
                  <a:pt x="321310" y="489885"/>
                </a:lnTo>
                <a:lnTo>
                  <a:pt x="292100" y="501589"/>
                </a:lnTo>
                <a:lnTo>
                  <a:pt x="262890" y="509688"/>
                </a:lnTo>
                <a:lnTo>
                  <a:pt x="233680" y="513828"/>
                </a:lnTo>
                <a:lnTo>
                  <a:pt x="204470" y="513828"/>
                </a:lnTo>
                <a:lnTo>
                  <a:pt x="175260" y="509688"/>
                </a:lnTo>
                <a:lnTo>
                  <a:pt x="146050" y="501589"/>
                </a:lnTo>
                <a:lnTo>
                  <a:pt x="116840" y="489885"/>
                </a:lnTo>
                <a:lnTo>
                  <a:pt x="87630" y="475087"/>
                </a:lnTo>
                <a:lnTo>
                  <a:pt x="58420" y="457842"/>
                </a:lnTo>
                <a:lnTo>
                  <a:pt x="29210" y="438904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201" name="SE-043-path-201">
            <a:extLst xmlns:a="http://schemas.openxmlformats.org/drawingml/2006/main">
              <a:ext uri="{FF2B5EF4-FFF2-40B4-BE49-F238E27FC236}">
                <a16:creationId xmlns:a16="http://schemas.microsoft.com/office/drawing/2014/main" id="{C71FF39C-B9AC-4BBD-9462-76EC0393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876300" cy="513828"/>
          </a:xfrm>
          <a:custGeom xmlns:a="http://schemas.openxmlformats.org/drawingml/2006/main">
            <a:pathLst>
              <a:path w="876300" h="513828">
                <a:moveTo>
                  <a:pt x="0" y="0"/>
                </a:moveTo>
                <a:lnTo>
                  <a:pt x="876300" y="0"/>
                </a:lnTo>
                <a:lnTo>
                  <a:pt x="876300" y="419100"/>
                </a:lnTo>
                <a:lnTo>
                  <a:pt x="876300" y="419100"/>
                </a:lnTo>
                <a:lnTo>
                  <a:pt x="847090" y="399296"/>
                </a:lnTo>
                <a:lnTo>
                  <a:pt x="817880" y="380358"/>
                </a:lnTo>
                <a:lnTo>
                  <a:pt x="788670" y="363113"/>
                </a:lnTo>
                <a:lnTo>
                  <a:pt x="759460" y="348315"/>
                </a:lnTo>
                <a:lnTo>
                  <a:pt x="730250" y="336611"/>
                </a:lnTo>
                <a:lnTo>
                  <a:pt x="701040" y="328512"/>
                </a:lnTo>
                <a:lnTo>
                  <a:pt x="671830" y="324372"/>
                </a:lnTo>
                <a:lnTo>
                  <a:pt x="642620" y="324372"/>
                </a:lnTo>
                <a:lnTo>
                  <a:pt x="613410" y="328512"/>
                </a:lnTo>
                <a:lnTo>
                  <a:pt x="584200" y="336611"/>
                </a:lnTo>
                <a:lnTo>
                  <a:pt x="554990" y="348315"/>
                </a:lnTo>
                <a:lnTo>
                  <a:pt x="525780" y="363113"/>
                </a:lnTo>
                <a:lnTo>
                  <a:pt x="496570" y="380358"/>
                </a:lnTo>
                <a:lnTo>
                  <a:pt x="467360" y="399296"/>
                </a:lnTo>
                <a:lnTo>
                  <a:pt x="438150" y="419100"/>
                </a:lnTo>
                <a:lnTo>
                  <a:pt x="408940" y="438904"/>
                </a:lnTo>
                <a:lnTo>
                  <a:pt x="379730" y="457842"/>
                </a:lnTo>
                <a:lnTo>
                  <a:pt x="350520" y="475087"/>
                </a:lnTo>
                <a:lnTo>
                  <a:pt x="321310" y="489885"/>
                </a:lnTo>
                <a:lnTo>
                  <a:pt x="292100" y="501589"/>
                </a:lnTo>
                <a:lnTo>
                  <a:pt x="262890" y="509688"/>
                </a:lnTo>
                <a:lnTo>
                  <a:pt x="233680" y="513828"/>
                </a:lnTo>
                <a:lnTo>
                  <a:pt x="204470" y="513828"/>
                </a:lnTo>
                <a:lnTo>
                  <a:pt x="175260" y="509688"/>
                </a:lnTo>
                <a:lnTo>
                  <a:pt x="146050" y="501589"/>
                </a:lnTo>
                <a:lnTo>
                  <a:pt x="116840" y="489885"/>
                </a:lnTo>
                <a:lnTo>
                  <a:pt x="87630" y="475087"/>
                </a:lnTo>
                <a:lnTo>
                  <a:pt x="58420" y="457842"/>
                </a:lnTo>
                <a:lnTo>
                  <a:pt x="29210" y="438904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202" name="SE-043-path-202">
            <a:extLst xmlns:a="http://schemas.openxmlformats.org/drawingml/2006/main">
              <a:ext uri="{FF2B5EF4-FFF2-40B4-BE49-F238E27FC236}">
                <a16:creationId xmlns:a16="http://schemas.microsoft.com/office/drawing/2014/main" id="{B68DDF20-DF82-4682-A1CD-62337E90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48000"/>
            <a:ext cx="876300" cy="647178"/>
          </a:xfrm>
          <a:custGeom xmlns:a="http://schemas.openxmlformats.org/drawingml/2006/main">
            <a:pathLst>
              <a:path w="876300" h="647178">
                <a:moveTo>
                  <a:pt x="0" y="0"/>
                </a:moveTo>
                <a:lnTo>
                  <a:pt x="876300" y="0"/>
                </a:lnTo>
                <a:lnTo>
                  <a:pt x="876300" y="552450"/>
                </a:lnTo>
                <a:lnTo>
                  <a:pt x="876300" y="552450"/>
                </a:lnTo>
                <a:lnTo>
                  <a:pt x="847090" y="532646"/>
                </a:lnTo>
                <a:lnTo>
                  <a:pt x="817880" y="513708"/>
                </a:lnTo>
                <a:lnTo>
                  <a:pt x="788670" y="496463"/>
                </a:lnTo>
                <a:lnTo>
                  <a:pt x="759460" y="481665"/>
                </a:lnTo>
                <a:lnTo>
                  <a:pt x="730250" y="469961"/>
                </a:lnTo>
                <a:lnTo>
                  <a:pt x="701040" y="461862"/>
                </a:lnTo>
                <a:lnTo>
                  <a:pt x="671830" y="457722"/>
                </a:lnTo>
                <a:lnTo>
                  <a:pt x="642620" y="457722"/>
                </a:lnTo>
                <a:lnTo>
                  <a:pt x="613410" y="461862"/>
                </a:lnTo>
                <a:lnTo>
                  <a:pt x="584200" y="469961"/>
                </a:lnTo>
                <a:lnTo>
                  <a:pt x="554990" y="481665"/>
                </a:lnTo>
                <a:lnTo>
                  <a:pt x="525780" y="496463"/>
                </a:lnTo>
                <a:lnTo>
                  <a:pt x="496570" y="513708"/>
                </a:lnTo>
                <a:lnTo>
                  <a:pt x="467360" y="532646"/>
                </a:lnTo>
                <a:lnTo>
                  <a:pt x="438150" y="552450"/>
                </a:lnTo>
                <a:lnTo>
                  <a:pt x="408940" y="572254"/>
                </a:lnTo>
                <a:lnTo>
                  <a:pt x="379730" y="591192"/>
                </a:lnTo>
                <a:lnTo>
                  <a:pt x="350520" y="608437"/>
                </a:lnTo>
                <a:lnTo>
                  <a:pt x="321310" y="623235"/>
                </a:lnTo>
                <a:lnTo>
                  <a:pt x="292100" y="634939"/>
                </a:lnTo>
                <a:lnTo>
                  <a:pt x="262890" y="643038"/>
                </a:lnTo>
                <a:lnTo>
                  <a:pt x="233680" y="647178"/>
                </a:lnTo>
                <a:lnTo>
                  <a:pt x="204470" y="647178"/>
                </a:lnTo>
                <a:lnTo>
                  <a:pt x="175260" y="643038"/>
                </a:lnTo>
                <a:lnTo>
                  <a:pt x="146050" y="634939"/>
                </a:lnTo>
                <a:lnTo>
                  <a:pt x="116840" y="623235"/>
                </a:lnTo>
                <a:lnTo>
                  <a:pt x="87630" y="608437"/>
                </a:lnTo>
                <a:lnTo>
                  <a:pt x="58420" y="591192"/>
                </a:lnTo>
                <a:lnTo>
                  <a:pt x="29210" y="572254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203" name="SE-043-203">
            <a:extLst xmlns:a="http://schemas.openxmlformats.org/drawingml/2006/main">
              <a:ext uri="{FF2B5EF4-FFF2-40B4-BE49-F238E27FC236}">
                <a16:creationId xmlns:a16="http://schemas.microsoft.com/office/drawing/2014/main" id="{304EEA88-BEAE-4D33-B466-EA75530E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List of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Issues</a:t>
            </a:r>
          </a:p>
        </p:txBody>
      </p:sp>
      <p:sp>
        <p:nvSpPr>
          <p:cNvPr id="204" name="SE-043-path-204">
            <a:extLst xmlns:a="http://schemas.openxmlformats.org/drawingml/2006/main">
              <a:ext uri="{FF2B5EF4-FFF2-40B4-BE49-F238E27FC236}">
                <a16:creationId xmlns:a16="http://schemas.microsoft.com/office/drawing/2014/main" id="{F6CB5DCD-70AB-4F34-9E16-990F9E6D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705225"/>
            <a:ext cx="95" cy="533400"/>
          </a:xfrm>
          <a:custGeom xmlns:a="http://schemas.openxmlformats.org/drawingml/2006/main">
            <a:pathLst>
              <a:path w="95"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05" name="SE-043-path-205">
            <a:extLst xmlns:a="http://schemas.openxmlformats.org/drawingml/2006/main">
              <a:ext uri="{FF2B5EF4-FFF2-40B4-BE49-F238E27FC236}">
                <a16:creationId xmlns:a16="http://schemas.microsoft.com/office/drawing/2014/main" id="{DA079A56-36B0-4257-9DB2-37E87820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639" y="3705225"/>
            <a:ext cx="79172" cy="76038"/>
          </a:xfrm>
          <a:custGeom xmlns:a="http://schemas.openxmlformats.org/drawingml/2006/main">
            <a:pathLst>
              <a:path w="79172" h="76038">
                <a:moveTo>
                  <a:pt x="79172" y="76038"/>
                </a:moveTo>
                <a:lnTo>
                  <a:pt x="39586" y="0"/>
                </a:lnTo>
                <a:lnTo>
                  <a:pt x="0" y="7603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06" name="SE-043-path-206">
            <a:extLst xmlns:a="http://schemas.openxmlformats.org/drawingml/2006/main">
              <a:ext uri="{FF2B5EF4-FFF2-40B4-BE49-F238E27FC236}">
                <a16:creationId xmlns:a16="http://schemas.microsoft.com/office/drawing/2014/main" id="{FCFE503F-1106-4448-8795-2DB4FDE5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95" cy="485775"/>
          </a:xfrm>
          <a:custGeom xmlns:a="http://schemas.openxmlformats.org/drawingml/2006/main">
            <a:pathLst>
              <a:path w="95" h="485775">
                <a:moveTo>
                  <a:pt x="0" y="4857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07" name="SE-043-path-207">
            <a:extLst xmlns:a="http://schemas.openxmlformats.org/drawingml/2006/main">
              <a:ext uri="{FF2B5EF4-FFF2-40B4-BE49-F238E27FC236}">
                <a16:creationId xmlns:a16="http://schemas.microsoft.com/office/drawing/2014/main" id="{FC3E32C6-E79E-4CBE-B199-736F2A18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414" y="3733800"/>
            <a:ext cx="79172" cy="76038"/>
          </a:xfrm>
          <a:custGeom xmlns:a="http://schemas.openxmlformats.org/drawingml/2006/main">
            <a:pathLst>
              <a:path w="79172" h="76038">
                <a:moveTo>
                  <a:pt x="79172" y="76038"/>
                </a:moveTo>
                <a:lnTo>
                  <a:pt x="39586" y="0"/>
                </a:lnTo>
                <a:lnTo>
                  <a:pt x="0" y="7603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08" name="SE-043-path-208">
            <a:extLst xmlns:a="http://schemas.openxmlformats.org/drawingml/2006/main">
              <a:ext uri="{FF2B5EF4-FFF2-40B4-BE49-F238E27FC236}">
                <a16:creationId xmlns:a16="http://schemas.microsoft.com/office/drawing/2014/main" id="{2AEAB62E-10D3-498C-8A9E-A9FFF9DF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05225"/>
            <a:ext cx="95" cy="533400"/>
          </a:xfrm>
          <a:custGeom xmlns:a="http://schemas.openxmlformats.org/drawingml/2006/main">
            <a:pathLst>
              <a:path w="95"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09" name="SE-043-path-209">
            <a:extLst xmlns:a="http://schemas.openxmlformats.org/drawingml/2006/main">
              <a:ext uri="{FF2B5EF4-FFF2-40B4-BE49-F238E27FC236}">
                <a16:creationId xmlns:a16="http://schemas.microsoft.com/office/drawing/2014/main" id="{9F11299A-9464-4466-992F-0FAF88C5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8189" y="3705225"/>
            <a:ext cx="79172" cy="76038"/>
          </a:xfrm>
          <a:custGeom xmlns:a="http://schemas.openxmlformats.org/drawingml/2006/main">
            <a:pathLst>
              <a:path w="79172" h="76038">
                <a:moveTo>
                  <a:pt x="79172" y="76038"/>
                </a:moveTo>
                <a:lnTo>
                  <a:pt x="39586" y="0"/>
                </a:lnTo>
                <a:lnTo>
                  <a:pt x="0" y="7603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10" name="SE-043-210">
            <a:extLst xmlns:a="http://schemas.openxmlformats.org/drawingml/2006/main">
              <a:ext uri="{FF2B5EF4-FFF2-40B4-BE49-F238E27FC236}">
                <a16:creationId xmlns:a16="http://schemas.microsoft.com/office/drawing/2014/main" id="{134E8267-91AF-4497-9B53-B17C68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33575"/>
            <a:ext cx="1362075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11" name="SE-043-211">
            <a:extLst xmlns:a="http://schemas.openxmlformats.org/drawingml/2006/main">
              <a:ext uri="{FF2B5EF4-FFF2-40B4-BE49-F238E27FC236}">
                <a16:creationId xmlns:a16="http://schemas.microsoft.com/office/drawing/2014/main" id="{DABBF618-30D6-4DAC-AFCC-72860D48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28825"/>
            <a:ext cx="12096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Semantically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match and select</a:t>
            </a:r>
          </a:p>
        </p:txBody>
      </p:sp>
      <p:sp>
        <p:nvSpPr>
          <p:cNvPr id="212" name="SE-043-path-212">
            <a:extLst xmlns:a="http://schemas.openxmlformats.org/drawingml/2006/main">
              <a:ext uri="{FF2B5EF4-FFF2-40B4-BE49-F238E27FC236}">
                <a16:creationId xmlns:a16="http://schemas.microsoft.com/office/drawing/2014/main" id="{90FA99F7-0D88-4F8D-81D4-F10975D3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14600"/>
            <a:ext cx="95" cy="533400"/>
          </a:xfrm>
          <a:custGeom xmlns:a="http://schemas.openxmlformats.org/drawingml/2006/main">
            <a:pathLst>
              <a:path w="95"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13" name="SE-043-path-213">
            <a:extLst xmlns:a="http://schemas.openxmlformats.org/drawingml/2006/main">
              <a:ext uri="{FF2B5EF4-FFF2-40B4-BE49-F238E27FC236}">
                <a16:creationId xmlns:a16="http://schemas.microsoft.com/office/drawing/2014/main" id="{13099EC6-A0E7-4039-95AD-02B2787E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039" y="2514600"/>
            <a:ext cx="79172" cy="76038"/>
          </a:xfrm>
          <a:custGeom xmlns:a="http://schemas.openxmlformats.org/drawingml/2006/main">
            <a:pathLst>
              <a:path w="79172" h="76038">
                <a:moveTo>
                  <a:pt x="79172" y="76038"/>
                </a:moveTo>
                <a:lnTo>
                  <a:pt x="39586" y="0"/>
                </a:lnTo>
                <a:lnTo>
                  <a:pt x="0" y="7603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14" name="SE-043-path-214">
            <a:extLst xmlns:a="http://schemas.openxmlformats.org/drawingml/2006/main">
              <a:ext uri="{FF2B5EF4-FFF2-40B4-BE49-F238E27FC236}">
                <a16:creationId xmlns:a16="http://schemas.microsoft.com/office/drawing/2014/main" id="{91E5071D-E46F-46F7-87D0-722F7603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905000"/>
            <a:ext cx="876300" cy="618603"/>
          </a:xfrm>
          <a:custGeom xmlns:a="http://schemas.openxmlformats.org/drawingml/2006/main">
            <a:pathLst>
              <a:path w="876300" h="618603">
                <a:moveTo>
                  <a:pt x="0" y="0"/>
                </a:moveTo>
                <a:lnTo>
                  <a:pt x="876300" y="0"/>
                </a:lnTo>
                <a:lnTo>
                  <a:pt x="876300" y="523875"/>
                </a:lnTo>
                <a:lnTo>
                  <a:pt x="876300" y="523875"/>
                </a:lnTo>
                <a:lnTo>
                  <a:pt x="847090" y="504071"/>
                </a:lnTo>
                <a:lnTo>
                  <a:pt x="817880" y="485133"/>
                </a:lnTo>
                <a:lnTo>
                  <a:pt x="788670" y="467888"/>
                </a:lnTo>
                <a:lnTo>
                  <a:pt x="759460" y="453090"/>
                </a:lnTo>
                <a:lnTo>
                  <a:pt x="730250" y="441386"/>
                </a:lnTo>
                <a:lnTo>
                  <a:pt x="701040" y="433287"/>
                </a:lnTo>
                <a:lnTo>
                  <a:pt x="671830" y="429147"/>
                </a:lnTo>
                <a:lnTo>
                  <a:pt x="642620" y="429147"/>
                </a:lnTo>
                <a:lnTo>
                  <a:pt x="613410" y="433287"/>
                </a:lnTo>
                <a:lnTo>
                  <a:pt x="584200" y="441386"/>
                </a:lnTo>
                <a:lnTo>
                  <a:pt x="554990" y="453090"/>
                </a:lnTo>
                <a:lnTo>
                  <a:pt x="525780" y="467888"/>
                </a:lnTo>
                <a:lnTo>
                  <a:pt x="496570" y="485133"/>
                </a:lnTo>
                <a:lnTo>
                  <a:pt x="467360" y="504071"/>
                </a:lnTo>
                <a:lnTo>
                  <a:pt x="438150" y="523875"/>
                </a:lnTo>
                <a:lnTo>
                  <a:pt x="408940" y="543679"/>
                </a:lnTo>
                <a:lnTo>
                  <a:pt x="379730" y="562617"/>
                </a:lnTo>
                <a:lnTo>
                  <a:pt x="350520" y="579862"/>
                </a:lnTo>
                <a:lnTo>
                  <a:pt x="321310" y="594660"/>
                </a:lnTo>
                <a:lnTo>
                  <a:pt x="292100" y="606364"/>
                </a:lnTo>
                <a:lnTo>
                  <a:pt x="262890" y="614463"/>
                </a:lnTo>
                <a:lnTo>
                  <a:pt x="233680" y="618603"/>
                </a:lnTo>
                <a:lnTo>
                  <a:pt x="204470" y="618603"/>
                </a:lnTo>
                <a:lnTo>
                  <a:pt x="175260" y="614463"/>
                </a:lnTo>
                <a:lnTo>
                  <a:pt x="146050" y="606364"/>
                </a:lnTo>
                <a:lnTo>
                  <a:pt x="116840" y="594660"/>
                </a:lnTo>
                <a:lnTo>
                  <a:pt x="87630" y="579862"/>
                </a:lnTo>
                <a:lnTo>
                  <a:pt x="58420" y="562617"/>
                </a:lnTo>
                <a:lnTo>
                  <a:pt x="29210" y="543679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215" name="SE-043-215">
            <a:extLst xmlns:a="http://schemas.openxmlformats.org/drawingml/2006/main">
              <a:ext uri="{FF2B5EF4-FFF2-40B4-BE49-F238E27FC236}">
                <a16:creationId xmlns:a16="http://schemas.microsoft.com/office/drawing/2014/main" id="{64E7D7EF-2826-4C42-AFD1-8482D688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52625"/>
            <a:ext cx="62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List of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Issues</a:t>
            </a:r>
          </a:p>
        </p:txBody>
      </p:sp>
      <p:sp>
        <p:nvSpPr>
          <p:cNvPr id="216" name="SE-043-path-216">
            <a:extLst xmlns:a="http://schemas.openxmlformats.org/drawingml/2006/main">
              <a:ext uri="{FF2B5EF4-FFF2-40B4-BE49-F238E27FC236}">
                <a16:creationId xmlns:a16="http://schemas.microsoft.com/office/drawing/2014/main" id="{1282F590-A7B6-4860-9B90-41CD575C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19325"/>
            <a:ext cx="914400" cy="95"/>
          </a:xfrm>
          <a:custGeom xmlns:a="http://schemas.openxmlformats.org/drawingml/2006/main">
            <a:pathLst>
              <a:path w="914400" h="9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17" name="SE-043-path-217">
            <a:extLst xmlns:a="http://schemas.openxmlformats.org/drawingml/2006/main">
              <a:ext uri="{FF2B5EF4-FFF2-40B4-BE49-F238E27FC236}">
                <a16:creationId xmlns:a16="http://schemas.microsoft.com/office/drawing/2014/main" id="{7C5BD2FD-BE6B-4B24-8D0C-AF03B4E1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312" y="217973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18" name="SE-043-path-218">
            <a:extLst xmlns:a="http://schemas.openxmlformats.org/drawingml/2006/main">
              <a:ext uri="{FF2B5EF4-FFF2-40B4-BE49-F238E27FC236}">
                <a16:creationId xmlns:a16="http://schemas.microsoft.com/office/drawing/2014/main" id="{2907BB7B-7B9E-42CB-8ADC-5E84CC91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1400175"/>
            <a:ext cx="95" cy="495300"/>
          </a:xfrm>
          <a:custGeom xmlns:a="http://schemas.openxmlformats.org/drawingml/2006/main">
            <a:pathLst>
              <a:path w="95" h="495300">
                <a:moveTo>
                  <a:pt x="0" y="495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19" name="SE-043-path-219">
            <a:extLst xmlns:a="http://schemas.openxmlformats.org/drawingml/2006/main">
              <a:ext uri="{FF2B5EF4-FFF2-40B4-BE49-F238E27FC236}">
                <a16:creationId xmlns:a16="http://schemas.microsoft.com/office/drawing/2014/main" id="{AAD96E63-D091-4EF5-9812-54171847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439" y="1400175"/>
            <a:ext cx="79172" cy="76038"/>
          </a:xfrm>
          <a:custGeom xmlns:a="http://schemas.openxmlformats.org/drawingml/2006/main">
            <a:pathLst>
              <a:path w="79172" h="76038">
                <a:moveTo>
                  <a:pt x="79172" y="76038"/>
                </a:moveTo>
                <a:lnTo>
                  <a:pt x="39586" y="0"/>
                </a:lnTo>
                <a:lnTo>
                  <a:pt x="0" y="7603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20" name="SE-043-path-220">
            <a:extLst xmlns:a="http://schemas.openxmlformats.org/drawingml/2006/main">
              <a:ext uri="{FF2B5EF4-FFF2-40B4-BE49-F238E27FC236}">
                <a16:creationId xmlns:a16="http://schemas.microsoft.com/office/drawing/2014/main" id="{4FC2123B-42D9-4366-A093-B66D4ACC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447925"/>
            <a:ext cx="95" cy="504825"/>
          </a:xfrm>
          <a:custGeom xmlns:a="http://schemas.openxmlformats.org/drawingml/2006/main">
            <a:pathLst>
              <a:path w="95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21" name="SE-043-path-221">
            <a:extLst xmlns:a="http://schemas.openxmlformats.org/drawingml/2006/main">
              <a:ext uri="{FF2B5EF4-FFF2-40B4-BE49-F238E27FC236}">
                <a16:creationId xmlns:a16="http://schemas.microsoft.com/office/drawing/2014/main" id="{4E5E9941-0892-4E81-9C00-6A83D2AF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86100"/>
            <a:ext cx="1085850" cy="790575"/>
          </a:xfrm>
          <a:custGeom xmlns:a="http://schemas.openxmlformats.org/drawingml/2006/main">
            <a:pathLst>
              <a:path w="1085850" h="790575">
                <a:moveTo>
                  <a:pt x="123825" y="0"/>
                </a:moveTo>
                <a:lnTo>
                  <a:pt x="1085850" y="0"/>
                </a:lnTo>
                <a:lnTo>
                  <a:pt x="1085850" y="790575"/>
                </a:lnTo>
                <a:lnTo>
                  <a:pt x="0" y="790575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22" name="SE-043-path-222">
            <a:extLst xmlns:a="http://schemas.openxmlformats.org/drawingml/2006/main">
              <a:ext uri="{FF2B5EF4-FFF2-40B4-BE49-F238E27FC236}">
                <a16:creationId xmlns:a16="http://schemas.microsoft.com/office/drawing/2014/main" id="{18D0CB51-FFE7-4387-8086-A7FB8D33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28950"/>
            <a:ext cx="1085850" cy="790575"/>
          </a:xfrm>
          <a:custGeom xmlns:a="http://schemas.openxmlformats.org/drawingml/2006/main">
            <a:pathLst>
              <a:path w="1085850" h="790575">
                <a:moveTo>
                  <a:pt x="123825" y="0"/>
                </a:moveTo>
                <a:lnTo>
                  <a:pt x="1085850" y="0"/>
                </a:lnTo>
                <a:lnTo>
                  <a:pt x="1085850" y="790575"/>
                </a:lnTo>
                <a:lnTo>
                  <a:pt x="0" y="790575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23" name="SE-043-path-223">
            <a:extLst xmlns:a="http://schemas.openxmlformats.org/drawingml/2006/main">
              <a:ext uri="{FF2B5EF4-FFF2-40B4-BE49-F238E27FC236}">
                <a16:creationId xmlns:a16="http://schemas.microsoft.com/office/drawing/2014/main" id="{D4C8C48A-A845-4C4C-9928-A672F597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971800"/>
            <a:ext cx="1085850" cy="790575"/>
          </a:xfrm>
          <a:custGeom xmlns:a="http://schemas.openxmlformats.org/drawingml/2006/main">
            <a:pathLst>
              <a:path w="1085850" h="790575">
                <a:moveTo>
                  <a:pt x="123825" y="0"/>
                </a:moveTo>
                <a:lnTo>
                  <a:pt x="1085850" y="0"/>
                </a:lnTo>
                <a:lnTo>
                  <a:pt x="1085850" y="790575"/>
                </a:lnTo>
                <a:lnTo>
                  <a:pt x="0" y="790575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24" name="SE-043-224">
            <a:extLst xmlns:a="http://schemas.openxmlformats.org/drawingml/2006/main">
              <a:ext uri="{FF2B5EF4-FFF2-40B4-BE49-F238E27FC236}">
                <a16:creationId xmlns:a16="http://schemas.microsoft.com/office/drawing/2014/main" id="{B573AA7A-6480-4B5D-B217-548CEE8D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765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Issue</a:t>
            </a:r>
          </a:p>
        </p:txBody>
      </p:sp>
      <p:sp>
        <p:nvSpPr>
          <p:cNvPr id="225" name="SE-043-path-225">
            <a:extLst xmlns:a="http://schemas.openxmlformats.org/drawingml/2006/main">
              <a:ext uri="{FF2B5EF4-FFF2-40B4-BE49-F238E27FC236}">
                <a16:creationId xmlns:a16="http://schemas.microsoft.com/office/drawing/2014/main" id="{3ECE5CCA-BA3E-4A84-BC86-4561F95A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28975"/>
            <a:ext cx="466725" cy="95"/>
          </a:xfrm>
          <a:custGeom xmlns:a="http://schemas.openxmlformats.org/drawingml/2006/main">
            <a:pathLst>
              <a:path w="466725" h="9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226" name="SE-043-226">
            <a:extLst xmlns:a="http://schemas.openxmlformats.org/drawingml/2006/main">
              <a:ext uri="{FF2B5EF4-FFF2-40B4-BE49-F238E27FC236}">
                <a16:creationId xmlns:a16="http://schemas.microsoft.com/office/drawing/2014/main" id="{B27C6AE3-0FE4-488C-9E19-CEBD91C5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57550"/>
            <a:ext cx="923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Title</a:t>
            </a:r>
          </a:p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Description</a:t>
            </a:r>
          </a:p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Timestamps</a:t>
            </a:r>
          </a:p>
        </p:txBody>
      </p:sp>
      <p:sp>
        <p:nvSpPr>
          <p:cNvPr id="227" name="SE-043-227">
            <a:extLst xmlns:a="http://schemas.openxmlformats.org/drawingml/2006/main">
              <a:ext uri="{FF2B5EF4-FFF2-40B4-BE49-F238E27FC236}">
                <a16:creationId xmlns:a16="http://schemas.microsoft.com/office/drawing/2014/main" id="{918D24C5-2185-4A33-B20C-9D6E1DEB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467225"/>
            <a:ext cx="11334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999999"/>
            </a:solidFill>
          </a:ln>
        </p:spPr>
      </p:sp>
      <p:sp>
        <p:nvSpPr>
          <p:cNvPr id="228" name="SE-043-228">
            <a:extLst xmlns:a="http://schemas.openxmlformats.org/drawingml/2006/main">
              <a:ext uri="{FF2B5EF4-FFF2-40B4-BE49-F238E27FC236}">
                <a16:creationId xmlns:a16="http://schemas.microsoft.com/office/drawing/2014/main" id="{A6EFA51C-7400-4E9C-A14C-09D4A9EC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291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Reca11</a:t>
            </a:r>
          </a:p>
        </p:txBody>
      </p:sp>
    </p:spTree>
    <p:extLst>
      <p:ext uri="{BB962C8B-B14F-4D97-AF65-F5344CB8AC3E}">
        <p14:creationId xmlns:p14="http://schemas.microsoft.com/office/powerpoint/2010/main" val="1060840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2026-09-05T14:50:22.8180000Z</dcterms:created>
  <dcterms:modified xsi:type="dcterms:W3CDTF">2026-09-05T14:50:22.8180000Z</dcterms:modified>
</coreProperties>
</file>