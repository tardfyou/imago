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24c102d07c4dc9" /><Relationship Type="http://schemas.openxmlformats.org/officeDocument/2006/relationships/extended-properties" Target="/docProps/app.xml" Id="R719ed45de24446db" /><Relationship Type="http://schemas.openxmlformats.org/officeDocument/2006/relationships/officeDocument" Target="/ppt/presentation.xml" Id="Rf9e0ffa95ae14f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aa4de6c8cf432f"/>
  </p:sldMasterIdLst>
  <p:notesMasterIdLst>
    <p:notesMasterId xmlns:r="http://schemas.openxmlformats.org/officeDocument/2006/relationships" r:id="R5e54f097dd784279"/>
  </p:notesMasterIdLst>
  <p:sldIdLst>
    <p:sldId xmlns:r="http://schemas.openxmlformats.org/officeDocument/2006/relationships" id="256" r:id="Rd20437ab339b4665"/>
  </p:sldIdLst>
  <p:sldSz cx="14801850" cy="41719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102843ba7a4e1e" /><Relationship Type="http://schemas.openxmlformats.org/officeDocument/2006/relationships/slideMaster" Target="/ppt/slideMasters/slideMaster1.xml" Id="Ra6aa4de6c8cf432f" /><Relationship Type="http://schemas.openxmlformats.org/officeDocument/2006/relationships/notesMaster" Target="/ppt/notesMasters/notesMaster1.xml" Id="R5e54f097dd784279" /><Relationship Type="http://schemas.openxmlformats.org/officeDocument/2006/relationships/presProps" Target="/ppt/presProps.xml" Id="Re1ca53f801b54bfa" /><Relationship Type="http://schemas.openxmlformats.org/officeDocument/2006/relationships/tableStyles" Target="/ppt/tableStyles.xml" Id="R159ce2298e4b4cc7" /><Relationship Type="http://schemas.openxmlformats.org/officeDocument/2006/relationships/slide" Target="/ppt/slides/slide1.xml" Id="Rd20437ab339b46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ab72ae93534e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11b6120a624a0b" /><Relationship Type="http://schemas.openxmlformats.org/officeDocument/2006/relationships/notesMaster" Target="/ppt/notesMasters/notesMaster1.xml" Id="R4d75e2766d994bdd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素材ID：SE-078</ns1:t>
            </ns1:r>
          </ns1:p>
          <ns1:p>
            <ns1:r>
              <ns1:t>论文：Unseen Horizons: Unveiling the Real Capability of LLM Code Generation Beyond the Familiar</ns1:t>
            </ns1:r>
          </ns1:p>
          <ns1:p>
            <ns1:r>
              <ns1:t>会议：ICSE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3，PDF第4页</ns1:t>
            </ns1:r>
          </ns1:p>
          <ns1:p>
            <ns1:r>
              <ns1:t>类型：研究流程</ns1:t>
            </ns1:r>
          </ns1:p>
          <ns1:p>
            <ns1:r>
              <ns1:t>借鉴点：原始数据选择、上下文标注、两种任务的混淆设计和编译/系统测试/人工审查并列，用失败回路保证基准在干预后仍有效。</ns1:t>
            </ns1:r>
          </ns1:p>
          <ns1:p>
            <ns1:r>
              <ns1:t>论文URL：https://leopard-lab.github.io/paper/ICSE2025-YuanliangZhang.pdf</ns1:t>
            </ns1:r>
          </ns1:p>
          <ns1:p>
            <ns1:r>
              <ns1:t>官方获奖URL：https://www2.sigsoft.org/awards/distinguishedpaper/#the-47th-international-conference-on-software-engineering-icse-2025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e874d0c67a45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c74b6d9f9d48d5" /><Relationship Type="http://schemas.openxmlformats.org/officeDocument/2006/relationships/slideLayout" Target="/ppt/slideLayouts/slideLayout1.xml" Id="Re9b22a115c094e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b22a115c094e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1c27ebe014af2" /><Relationship Type="http://schemas.openxmlformats.org/officeDocument/2006/relationships/image" Target="/ppt/media/image.png" Id="R0189126fc2c84e60" /><Relationship Type="http://schemas.openxmlformats.org/officeDocument/2006/relationships/image" Target="/ppt/media/image2.png" Id="Rf6c0f1f413af4e08" /><Relationship Type="http://schemas.openxmlformats.org/officeDocument/2006/relationships/image" Target="/ppt/media/image3.png" Id="Re44ff292c59b47bd" /><Relationship Type="http://schemas.openxmlformats.org/officeDocument/2006/relationships/image" Target="/ppt/media/image4.png" Id="R78eef1ed5ce14884" /><Relationship Type="http://schemas.openxmlformats.org/officeDocument/2006/relationships/image" Target="/ppt/media/image5.png" Id="R32eca727573b488c" /><Relationship Type="http://schemas.openxmlformats.org/officeDocument/2006/relationships/image" Target="/ppt/media/image6.png" Id="R93c4f2b3f3a447bd" /><Relationship Type="http://schemas.openxmlformats.org/officeDocument/2006/relationships/image" Target="/ppt/media/image7.png" Id="Rfb19ef8a01e944f5" /><Relationship Type="http://schemas.openxmlformats.org/officeDocument/2006/relationships/notesSlide" Target="/ppt/notesSlides/notesSlide1.xml" Id="R4ccc51c209fb4b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3F367E-6861-4A7A-A005-427A3E68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7" y="48793"/>
            <a:ext cx="14690256" cy="4082780"/>
          </a:xfrm>
          <a:custGeom xmlns:a="http://schemas.openxmlformats.org/drawingml/2006/main">
            <a:pathLst>
              <a:path w="14690256" h="4082780">
                <a:moveTo>
                  <a:pt x="0" y="4082780"/>
                </a:moveTo>
                <a:lnTo>
                  <a:pt x="14690256" y="4082780"/>
                </a:lnTo>
                <a:lnTo>
                  <a:pt x="14690256" y="0"/>
                </a:lnTo>
                <a:lnTo>
                  <a:pt x="0" y="0"/>
                </a:lnTo>
                <a:lnTo>
                  <a:pt x="0" y="408278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7B1808-08EE-4C55-B801-BB09002A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3894" y="566058"/>
            <a:ext cx="879273" cy="10"/>
          </a:xfrm>
          <a:custGeom xmlns:a="http://schemas.openxmlformats.org/drawingml/2006/main">
            <a:pathLst>
              <a:path w="879273" h="1" fill="none">
                <a:moveTo>
                  <a:pt x="0" y="0"/>
                </a:moveTo>
                <a:lnTo>
                  <a:pt x="8792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910" cap="flat">
            <a:solidFill>
              <a:srgbClr val="000000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D4BC6F-C2FA-4C71-BDAA-AE02460B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13" y="506188"/>
            <a:ext cx="119729" cy="119729"/>
          </a:xfrm>
          <a:custGeom xmlns:a="http://schemas.openxmlformats.org/drawingml/2006/main">
            <a:pathLst>
              <a:path w="119729" h="119729">
                <a:moveTo>
                  <a:pt x="0" y="0"/>
                </a:moveTo>
                <a:lnTo>
                  <a:pt x="119729" y="59865"/>
                </a:lnTo>
                <a:lnTo>
                  <a:pt x="0" y="1197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Fail">
            <a:extLst xmlns:a="http://schemas.openxmlformats.org/drawingml/2006/main">
              <a:ext uri="{FF2B5EF4-FFF2-40B4-BE49-F238E27FC236}">
                <a16:creationId xmlns:a16="http://schemas.microsoft.com/office/drawing/2014/main" id="{83BF5A28-4A59-4455-B894-6CAD6B33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6282" y="1062080"/>
            <a:ext cx="310727" cy="154858"/>
          </a:xfrm>
          <a:custGeom xmlns:a="http://schemas.openxmlformats.org/drawingml/2006/main">
            <a:pathLst>
              <a:path w="310727" h="154858">
                <a:moveTo>
                  <a:pt x="0" y="152364"/>
                </a:moveTo>
                <a:lnTo>
                  <a:pt x="0" y="0"/>
                </a:lnTo>
                <a:lnTo>
                  <a:pt x="102788" y="0"/>
                </a:lnTo>
                <a:lnTo>
                  <a:pt x="102788" y="17980"/>
                </a:lnTo>
                <a:lnTo>
                  <a:pt x="20163" y="17980"/>
                </a:lnTo>
                <a:lnTo>
                  <a:pt x="20163" y="65061"/>
                </a:lnTo>
                <a:lnTo>
                  <a:pt x="91668" y="65061"/>
                </a:lnTo>
                <a:lnTo>
                  <a:pt x="91668" y="83041"/>
                </a:lnTo>
                <a:lnTo>
                  <a:pt x="20163" y="83041"/>
                </a:lnTo>
                <a:lnTo>
                  <a:pt x="20163" y="152364"/>
                </a:lnTo>
                <a:lnTo>
                  <a:pt x="0" y="152364"/>
                </a:lnTo>
                <a:close/>
                <a:moveTo>
                  <a:pt x="198434" y="138736"/>
                </a:moveTo>
                <a:cubicBezTo>
                  <a:pt x="191506" y="144629"/>
                  <a:pt x="184837" y="148790"/>
                  <a:pt x="178428" y="151217"/>
                </a:cubicBezTo>
                <a:cubicBezTo>
                  <a:pt x="172019" y="153644"/>
                  <a:pt x="165142" y="154858"/>
                  <a:pt x="157797" y="154858"/>
                </a:cubicBezTo>
                <a:cubicBezTo>
                  <a:pt x="145672" y="154858"/>
                  <a:pt x="136353" y="151894"/>
                  <a:pt x="129840" y="145965"/>
                </a:cubicBezTo>
                <a:cubicBezTo>
                  <a:pt x="123327" y="140037"/>
                  <a:pt x="120070" y="132462"/>
                  <a:pt x="120070" y="123240"/>
                </a:cubicBezTo>
                <a:cubicBezTo>
                  <a:pt x="120070" y="117833"/>
                  <a:pt x="121300" y="112895"/>
                  <a:pt x="123760" y="108423"/>
                </a:cubicBezTo>
                <a:cubicBezTo>
                  <a:pt x="126219" y="103950"/>
                  <a:pt x="129441" y="100361"/>
                  <a:pt x="133425" y="97657"/>
                </a:cubicBezTo>
                <a:cubicBezTo>
                  <a:pt x="137409" y="94952"/>
                  <a:pt x="141896" y="92907"/>
                  <a:pt x="146884" y="91521"/>
                </a:cubicBezTo>
                <a:cubicBezTo>
                  <a:pt x="150557" y="90549"/>
                  <a:pt x="156100" y="89613"/>
                  <a:pt x="163513" y="88712"/>
                </a:cubicBezTo>
                <a:cubicBezTo>
                  <a:pt x="178618" y="86924"/>
                  <a:pt x="189739" y="84791"/>
                  <a:pt x="196875" y="82314"/>
                </a:cubicBezTo>
                <a:cubicBezTo>
                  <a:pt x="196945" y="79761"/>
                  <a:pt x="196979" y="78139"/>
                  <a:pt x="196979" y="77448"/>
                </a:cubicBezTo>
                <a:cubicBezTo>
                  <a:pt x="196979" y="69855"/>
                  <a:pt x="195213" y="64506"/>
                  <a:pt x="191679" y="61401"/>
                </a:cubicBezTo>
                <a:cubicBezTo>
                  <a:pt x="186898" y="57189"/>
                  <a:pt x="179796" y="55084"/>
                  <a:pt x="170373" y="55084"/>
                </a:cubicBezTo>
                <a:cubicBezTo>
                  <a:pt x="161573" y="55084"/>
                  <a:pt x="155078" y="56625"/>
                  <a:pt x="150886" y="59709"/>
                </a:cubicBezTo>
                <a:cubicBezTo>
                  <a:pt x="146694" y="62792"/>
                  <a:pt x="143593" y="68248"/>
                  <a:pt x="141584" y="76078"/>
                </a:cubicBezTo>
                <a:lnTo>
                  <a:pt x="123292" y="73584"/>
                </a:lnTo>
                <a:cubicBezTo>
                  <a:pt x="124955" y="65730"/>
                  <a:pt x="127692" y="59388"/>
                  <a:pt x="131503" y="54558"/>
                </a:cubicBezTo>
                <a:cubicBezTo>
                  <a:pt x="135313" y="49727"/>
                  <a:pt x="140822" y="46009"/>
                  <a:pt x="148028" y="43404"/>
                </a:cubicBezTo>
                <a:cubicBezTo>
                  <a:pt x="155234" y="40797"/>
                  <a:pt x="163583" y="39494"/>
                  <a:pt x="173075" y="39494"/>
                </a:cubicBezTo>
                <a:cubicBezTo>
                  <a:pt x="182498" y="39494"/>
                  <a:pt x="190155" y="40603"/>
                  <a:pt x="196044" y="42820"/>
                </a:cubicBezTo>
                <a:cubicBezTo>
                  <a:pt x="201933" y="45037"/>
                  <a:pt x="206264" y="47826"/>
                  <a:pt x="209035" y="51186"/>
                </a:cubicBezTo>
                <a:cubicBezTo>
                  <a:pt x="211807" y="54547"/>
                  <a:pt x="213747" y="58791"/>
                  <a:pt x="214856" y="63918"/>
                </a:cubicBezTo>
                <a:cubicBezTo>
                  <a:pt x="215479" y="67105"/>
                  <a:pt x="215791" y="72856"/>
                  <a:pt x="215791" y="81171"/>
                </a:cubicBezTo>
                <a:lnTo>
                  <a:pt x="215791" y="106114"/>
                </a:lnTo>
                <a:cubicBezTo>
                  <a:pt x="215791" y="123505"/>
                  <a:pt x="216189" y="134505"/>
                  <a:pt x="216986" y="139112"/>
                </a:cubicBezTo>
                <a:cubicBezTo>
                  <a:pt x="217783" y="143720"/>
                  <a:pt x="219359" y="148137"/>
                  <a:pt x="221715" y="152364"/>
                </a:cubicBezTo>
                <a:lnTo>
                  <a:pt x="202176" y="152364"/>
                </a:lnTo>
                <a:cubicBezTo>
                  <a:pt x="200236" y="148479"/>
                  <a:pt x="198989" y="143936"/>
                  <a:pt x="198434" y="138736"/>
                </a:cubicBezTo>
                <a:moveTo>
                  <a:pt x="196875" y="96864"/>
                </a:moveTo>
                <a:cubicBezTo>
                  <a:pt x="190085" y="99659"/>
                  <a:pt x="179900" y="102035"/>
                  <a:pt x="166320" y="103990"/>
                </a:cubicBezTo>
                <a:cubicBezTo>
                  <a:pt x="158629" y="105103"/>
                  <a:pt x="153190" y="106355"/>
                  <a:pt x="150002" y="107748"/>
                </a:cubicBezTo>
                <a:cubicBezTo>
                  <a:pt x="146815" y="109138"/>
                  <a:pt x="144355" y="111173"/>
                  <a:pt x="142623" y="113854"/>
                </a:cubicBezTo>
                <a:cubicBezTo>
                  <a:pt x="140891" y="116532"/>
                  <a:pt x="140025" y="119506"/>
                  <a:pt x="140025" y="122776"/>
                </a:cubicBezTo>
                <a:cubicBezTo>
                  <a:pt x="140025" y="127784"/>
                  <a:pt x="141913" y="131958"/>
                  <a:pt x="145689" y="135299"/>
                </a:cubicBezTo>
                <a:cubicBezTo>
                  <a:pt x="149465" y="138638"/>
                  <a:pt x="154991" y="140308"/>
                  <a:pt x="162266" y="140308"/>
                </a:cubicBezTo>
                <a:cubicBezTo>
                  <a:pt x="169472" y="140308"/>
                  <a:pt x="175881" y="138724"/>
                  <a:pt x="181494" y="135556"/>
                </a:cubicBezTo>
                <a:cubicBezTo>
                  <a:pt x="187106" y="132388"/>
                  <a:pt x="191229" y="128054"/>
                  <a:pt x="193861" y="122555"/>
                </a:cubicBezTo>
                <a:cubicBezTo>
                  <a:pt x="195871" y="118307"/>
                  <a:pt x="196875" y="112040"/>
                  <a:pt x="196875" y="103756"/>
                </a:cubicBezTo>
                <a:lnTo>
                  <a:pt x="196875" y="96864"/>
                </a:lnTo>
                <a:close/>
                <a:moveTo>
                  <a:pt x="245711" y="21618"/>
                </a:moveTo>
                <a:lnTo>
                  <a:pt x="245711" y="0"/>
                </a:lnTo>
                <a:lnTo>
                  <a:pt x="264419" y="0"/>
                </a:lnTo>
                <a:lnTo>
                  <a:pt x="264419" y="21618"/>
                </a:lnTo>
                <a:lnTo>
                  <a:pt x="245711" y="21618"/>
                </a:lnTo>
                <a:moveTo>
                  <a:pt x="245711" y="152364"/>
                </a:moveTo>
                <a:lnTo>
                  <a:pt x="245711" y="41988"/>
                </a:lnTo>
                <a:lnTo>
                  <a:pt x="264419" y="41988"/>
                </a:lnTo>
                <a:lnTo>
                  <a:pt x="264419" y="152364"/>
                </a:lnTo>
                <a:lnTo>
                  <a:pt x="245711" y="152364"/>
                </a:lnTo>
                <a:close/>
                <a:moveTo>
                  <a:pt x="292020" y="152364"/>
                </a:moveTo>
                <a:lnTo>
                  <a:pt x="292020" y="0"/>
                </a:lnTo>
                <a:lnTo>
                  <a:pt x="310727" y="0"/>
                </a:lnTo>
                <a:lnTo>
                  <a:pt x="310727" y="152364"/>
                </a:lnTo>
                <a:lnTo>
                  <a:pt x="292020" y="1523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EAFA4D-F065-40C0-B34F-14BAA923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296" y="867243"/>
            <a:ext cx="187310" cy="168153"/>
          </a:xfrm>
          <a:custGeom xmlns:a="http://schemas.openxmlformats.org/drawingml/2006/main">
            <a:pathLst>
              <a:path w="187310" h="168153">
                <a:moveTo>
                  <a:pt x="0" y="84076"/>
                </a:moveTo>
                <a:cubicBezTo>
                  <a:pt x="0" y="37639"/>
                  <a:pt x="41932" y="0"/>
                  <a:pt x="93655" y="0"/>
                </a:cubicBezTo>
                <a:cubicBezTo>
                  <a:pt x="145378" y="0"/>
                  <a:pt x="187310" y="37639"/>
                  <a:pt x="187310" y="84076"/>
                </a:cubicBezTo>
                <a:cubicBezTo>
                  <a:pt x="187310" y="130514"/>
                  <a:pt x="145378" y="168153"/>
                  <a:pt x="93655" y="168153"/>
                </a:cubicBezTo>
                <a:cubicBezTo>
                  <a:pt x="41932" y="168153"/>
                  <a:pt x="0" y="130514"/>
                  <a:pt x="0" y="8407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FE97FF-A383-47F6-90A4-61299B91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297" y="867243"/>
            <a:ext cx="187310" cy="168153"/>
          </a:xfrm>
          <a:custGeom xmlns:a="http://schemas.openxmlformats.org/drawingml/2006/main">
            <a:pathLst>
              <a:path w="187310" h="168153" fill="none">
                <a:moveTo>
                  <a:pt x="93655" y="0"/>
                </a:moveTo>
                <a:lnTo>
                  <a:pt x="93655" y="168153"/>
                </a:lnTo>
                <a:moveTo>
                  <a:pt x="0" y="84076"/>
                </a:moveTo>
                <a:lnTo>
                  <a:pt x="187310" y="84076"/>
                </a:lnTo>
              </a:path>
            </a:pathLst>
          </a:custGeom>
          <a:noFill xmlns:a="http://schemas.openxmlformats.org/drawingml/2006/main"/>
          <a:ln xmlns:a="http://schemas.openxmlformats.org/drawingml/2006/main" w="17738" cap="flat">
            <a:solidFill>
              <a:srgbClr val="000000"/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75E9E9-8316-45C0-842E-7B110490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296" y="867243"/>
            <a:ext cx="187310" cy="168153"/>
          </a:xfrm>
          <a:custGeom xmlns:a="http://schemas.openxmlformats.org/drawingml/2006/main">
            <a:pathLst>
              <a:path w="187310" h="168153" fill="none">
                <a:moveTo>
                  <a:pt x="0" y="84076"/>
                </a:moveTo>
                <a:cubicBezTo>
                  <a:pt x="0" y="37639"/>
                  <a:pt x="41932" y="0"/>
                  <a:pt x="93655" y="0"/>
                </a:cubicBezTo>
                <a:cubicBezTo>
                  <a:pt x="145378" y="0"/>
                  <a:pt x="187310" y="37639"/>
                  <a:pt x="187310" y="84076"/>
                </a:cubicBezTo>
                <a:cubicBezTo>
                  <a:pt x="187310" y="130514"/>
                  <a:pt x="145378" y="168153"/>
                  <a:pt x="93655" y="168153"/>
                </a:cubicBezTo>
                <a:cubicBezTo>
                  <a:pt x="41932" y="168153"/>
                  <a:pt x="0" y="130514"/>
                  <a:pt x="0" y="8407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738" cap="flat">
            <a:solidFill>
              <a:srgbClr val="000000"/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305397-115D-40EF-8EE2-013FFE16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486" y="75435"/>
            <a:ext cx="2924584" cy="3480126"/>
          </a:xfrm>
          <a:custGeom xmlns:a="http://schemas.openxmlformats.org/drawingml/2006/main">
            <a:pathLst>
              <a:path w="2924584" h="3480126" fill="none">
                <a:moveTo>
                  <a:pt x="0" y="0"/>
                </a:moveTo>
                <a:lnTo>
                  <a:pt x="2924584" y="0"/>
                </a:lnTo>
                <a:lnTo>
                  <a:pt x="2924584" y="3480126"/>
                </a:lnTo>
                <a:lnTo>
                  <a:pt x="0" y="348012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738" cap="flat">
            <a:solidFill>
              <a:srgbClr val="2E75B6"/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0A3B95-7608-4D94-BDD9-45B23821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867" y="2601984"/>
            <a:ext cx="187310" cy="168153"/>
          </a:xfrm>
          <a:custGeom xmlns:a="http://schemas.openxmlformats.org/drawingml/2006/main">
            <a:pathLst>
              <a:path w="187310" h="168153">
                <a:moveTo>
                  <a:pt x="0" y="84076"/>
                </a:moveTo>
                <a:cubicBezTo>
                  <a:pt x="0" y="37639"/>
                  <a:pt x="41932" y="0"/>
                  <a:pt x="93655" y="0"/>
                </a:cubicBezTo>
                <a:cubicBezTo>
                  <a:pt x="145378" y="0"/>
                  <a:pt x="187310" y="37639"/>
                  <a:pt x="187310" y="84076"/>
                </a:cubicBezTo>
                <a:cubicBezTo>
                  <a:pt x="187310" y="130514"/>
                  <a:pt x="145378" y="168153"/>
                  <a:pt x="93655" y="168153"/>
                </a:cubicBezTo>
                <a:cubicBezTo>
                  <a:pt x="41932" y="168153"/>
                  <a:pt x="0" y="130514"/>
                  <a:pt x="0" y="8407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3619ED-7C2C-4B23-9F91-5F655DFC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867" y="2601985"/>
            <a:ext cx="187310" cy="168153"/>
          </a:xfrm>
          <a:custGeom xmlns:a="http://schemas.openxmlformats.org/drawingml/2006/main">
            <a:pathLst>
              <a:path w="187310" h="168153" fill="none">
                <a:moveTo>
                  <a:pt x="93655" y="0"/>
                </a:moveTo>
                <a:lnTo>
                  <a:pt x="93655" y="168153"/>
                </a:lnTo>
                <a:moveTo>
                  <a:pt x="0" y="84076"/>
                </a:moveTo>
                <a:lnTo>
                  <a:pt x="187310" y="84076"/>
                </a:lnTo>
              </a:path>
            </a:pathLst>
          </a:custGeom>
          <a:noFill xmlns:a="http://schemas.openxmlformats.org/drawingml/2006/main"/>
          <a:ln xmlns:a="http://schemas.openxmlformats.org/drawingml/2006/main" w="17738" cap="flat">
            <a:solidFill>
              <a:srgbClr val="000000"/>
            </a:solidFill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B777F0-F49D-401D-919F-1CE00854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867" y="2601984"/>
            <a:ext cx="187310" cy="168153"/>
          </a:xfrm>
          <a:custGeom xmlns:a="http://schemas.openxmlformats.org/drawingml/2006/main">
            <a:pathLst>
              <a:path w="187310" h="168153" fill="none">
                <a:moveTo>
                  <a:pt x="0" y="84076"/>
                </a:moveTo>
                <a:cubicBezTo>
                  <a:pt x="0" y="37639"/>
                  <a:pt x="41932" y="0"/>
                  <a:pt x="93655" y="0"/>
                </a:cubicBezTo>
                <a:cubicBezTo>
                  <a:pt x="145378" y="0"/>
                  <a:pt x="187310" y="37639"/>
                  <a:pt x="187310" y="84076"/>
                </a:cubicBezTo>
                <a:cubicBezTo>
                  <a:pt x="187310" y="130514"/>
                  <a:pt x="145378" y="168153"/>
                  <a:pt x="93655" y="168153"/>
                </a:cubicBezTo>
                <a:cubicBezTo>
                  <a:pt x="41932" y="168153"/>
                  <a:pt x="0" y="130514"/>
                  <a:pt x="0" y="8407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738" cap="flat">
            <a:solidFill>
              <a:srgbClr val="000000"/>
            </a:solidFill>
            <a:miter/>
          </a:ln>
        </p:spPr>
      </p:sp>
      <p:sp>
        <p:nvSpPr>
          <p:cNvPr id="12" name="Text Manual">
            <a:extLst xmlns:a="http://schemas.openxmlformats.org/drawingml/2006/main">
              <a:ext uri="{FF2B5EF4-FFF2-40B4-BE49-F238E27FC236}">
                <a16:creationId xmlns:a16="http://schemas.microsoft.com/office/drawing/2014/main" id="{582144B1-8F58-4F0F-9DAD-D7D39F7E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486" y="2628961"/>
            <a:ext cx="587239" cy="136275"/>
          </a:xfrm>
          <a:custGeom xmlns:a="http://schemas.openxmlformats.org/drawingml/2006/main">
            <a:pathLst>
              <a:path w="587239" h="136275">
                <a:moveTo>
                  <a:pt x="0" y="134080"/>
                </a:moveTo>
                <a:lnTo>
                  <a:pt x="0" y="0"/>
                </a:lnTo>
                <a:lnTo>
                  <a:pt x="26706" y="0"/>
                </a:lnTo>
                <a:lnTo>
                  <a:pt x="58443" y="94935"/>
                </a:lnTo>
                <a:cubicBezTo>
                  <a:pt x="61369" y="103776"/>
                  <a:pt x="63504" y="110392"/>
                  <a:pt x="64845" y="114782"/>
                </a:cubicBezTo>
                <a:cubicBezTo>
                  <a:pt x="66369" y="109904"/>
                  <a:pt x="68747" y="102740"/>
                  <a:pt x="71979" y="93289"/>
                </a:cubicBezTo>
                <a:lnTo>
                  <a:pt x="104081" y="0"/>
                </a:lnTo>
                <a:lnTo>
                  <a:pt x="127952" y="0"/>
                </a:lnTo>
                <a:lnTo>
                  <a:pt x="127952" y="134080"/>
                </a:lnTo>
                <a:lnTo>
                  <a:pt x="110849" y="134080"/>
                </a:lnTo>
                <a:lnTo>
                  <a:pt x="110849" y="21859"/>
                </a:lnTo>
                <a:lnTo>
                  <a:pt x="71887" y="134080"/>
                </a:lnTo>
                <a:lnTo>
                  <a:pt x="55882" y="134080"/>
                </a:lnTo>
                <a:lnTo>
                  <a:pt x="17103" y="19938"/>
                </a:lnTo>
                <a:lnTo>
                  <a:pt x="17103" y="134080"/>
                </a:lnTo>
                <a:lnTo>
                  <a:pt x="0" y="134080"/>
                </a:lnTo>
                <a:close/>
                <a:moveTo>
                  <a:pt x="217200" y="122087"/>
                </a:moveTo>
                <a:cubicBezTo>
                  <a:pt x="211103" y="127274"/>
                  <a:pt x="205234" y="130935"/>
                  <a:pt x="199594" y="133071"/>
                </a:cubicBezTo>
                <a:cubicBezTo>
                  <a:pt x="193954" y="135207"/>
                  <a:pt x="187903" y="136275"/>
                  <a:pt x="181439" y="136275"/>
                </a:cubicBezTo>
                <a:cubicBezTo>
                  <a:pt x="170769" y="136275"/>
                  <a:pt x="162568" y="133667"/>
                  <a:pt x="156837" y="128449"/>
                </a:cubicBezTo>
                <a:cubicBezTo>
                  <a:pt x="151105" y="123232"/>
                  <a:pt x="148240" y="116566"/>
                  <a:pt x="148240" y="108451"/>
                </a:cubicBezTo>
                <a:cubicBezTo>
                  <a:pt x="148240" y="103693"/>
                  <a:pt x="149322" y="99347"/>
                  <a:pt x="151486" y="95413"/>
                </a:cubicBezTo>
                <a:cubicBezTo>
                  <a:pt x="153651" y="91476"/>
                  <a:pt x="156486" y="88318"/>
                  <a:pt x="159992" y="85938"/>
                </a:cubicBezTo>
                <a:cubicBezTo>
                  <a:pt x="163498" y="83558"/>
                  <a:pt x="167446" y="81758"/>
                  <a:pt x="171836" y="80539"/>
                </a:cubicBezTo>
                <a:cubicBezTo>
                  <a:pt x="175068" y="79683"/>
                  <a:pt x="179946" y="78859"/>
                  <a:pt x="186470" y="78067"/>
                </a:cubicBezTo>
                <a:cubicBezTo>
                  <a:pt x="199762" y="76493"/>
                  <a:pt x="209548" y="74616"/>
                  <a:pt x="215828" y="72436"/>
                </a:cubicBezTo>
                <a:cubicBezTo>
                  <a:pt x="215889" y="70190"/>
                  <a:pt x="215920" y="68762"/>
                  <a:pt x="215920" y="68155"/>
                </a:cubicBezTo>
                <a:cubicBezTo>
                  <a:pt x="215920" y="61472"/>
                  <a:pt x="214365" y="56765"/>
                  <a:pt x="211255" y="54033"/>
                </a:cubicBezTo>
                <a:cubicBezTo>
                  <a:pt x="207048" y="50327"/>
                  <a:pt x="200798" y="48474"/>
                  <a:pt x="192506" y="48474"/>
                </a:cubicBezTo>
                <a:cubicBezTo>
                  <a:pt x="184762" y="48474"/>
                  <a:pt x="179046" y="49830"/>
                  <a:pt x="175357" y="52544"/>
                </a:cubicBezTo>
                <a:cubicBezTo>
                  <a:pt x="171668" y="55257"/>
                  <a:pt x="168940" y="60059"/>
                  <a:pt x="167172" y="66949"/>
                </a:cubicBezTo>
                <a:lnTo>
                  <a:pt x="151075" y="64753"/>
                </a:lnTo>
                <a:cubicBezTo>
                  <a:pt x="152538" y="57843"/>
                  <a:pt x="154947" y="52262"/>
                  <a:pt x="158300" y="48011"/>
                </a:cubicBezTo>
                <a:cubicBezTo>
                  <a:pt x="161654" y="43760"/>
                  <a:pt x="166501" y="40488"/>
                  <a:pt x="172842" y="38196"/>
                </a:cubicBezTo>
                <a:cubicBezTo>
                  <a:pt x="179183" y="35902"/>
                  <a:pt x="186531" y="34755"/>
                  <a:pt x="194884" y="34755"/>
                </a:cubicBezTo>
                <a:cubicBezTo>
                  <a:pt x="203176" y="34755"/>
                  <a:pt x="209914" y="35730"/>
                  <a:pt x="215097" y="37681"/>
                </a:cubicBezTo>
                <a:cubicBezTo>
                  <a:pt x="220279" y="39633"/>
                  <a:pt x="224090" y="42087"/>
                  <a:pt x="226529" y="45044"/>
                </a:cubicBezTo>
                <a:cubicBezTo>
                  <a:pt x="228968" y="48001"/>
                  <a:pt x="230675" y="51736"/>
                  <a:pt x="231651" y="56248"/>
                </a:cubicBezTo>
                <a:cubicBezTo>
                  <a:pt x="232200" y="59053"/>
                  <a:pt x="232474" y="64113"/>
                  <a:pt x="232474" y="71430"/>
                </a:cubicBezTo>
                <a:lnTo>
                  <a:pt x="232474" y="93380"/>
                </a:lnTo>
                <a:cubicBezTo>
                  <a:pt x="232474" y="108685"/>
                  <a:pt x="232825" y="118364"/>
                  <a:pt x="233526" y="122419"/>
                </a:cubicBezTo>
                <a:cubicBezTo>
                  <a:pt x="234227" y="126474"/>
                  <a:pt x="235614" y="130361"/>
                  <a:pt x="237687" y="134080"/>
                </a:cubicBezTo>
                <a:lnTo>
                  <a:pt x="220493" y="134080"/>
                </a:lnTo>
                <a:cubicBezTo>
                  <a:pt x="218786" y="130662"/>
                  <a:pt x="217688" y="126664"/>
                  <a:pt x="217200" y="122087"/>
                </a:cubicBezTo>
                <a:moveTo>
                  <a:pt x="215828" y="85240"/>
                </a:moveTo>
                <a:cubicBezTo>
                  <a:pt x="209853" y="87700"/>
                  <a:pt x="200890" y="89791"/>
                  <a:pt x="188939" y="91511"/>
                </a:cubicBezTo>
                <a:cubicBezTo>
                  <a:pt x="182171" y="92491"/>
                  <a:pt x="177385" y="93593"/>
                  <a:pt x="174580" y="94818"/>
                </a:cubicBezTo>
                <a:cubicBezTo>
                  <a:pt x="171775" y="96041"/>
                  <a:pt x="169611" y="97832"/>
                  <a:pt x="168086" y="100191"/>
                </a:cubicBezTo>
                <a:cubicBezTo>
                  <a:pt x="166562" y="102548"/>
                  <a:pt x="165800" y="105165"/>
                  <a:pt x="165800" y="108043"/>
                </a:cubicBezTo>
                <a:cubicBezTo>
                  <a:pt x="165800" y="112450"/>
                  <a:pt x="167461" y="116123"/>
                  <a:pt x="170784" y="119063"/>
                </a:cubicBezTo>
                <a:cubicBezTo>
                  <a:pt x="174107" y="122002"/>
                  <a:pt x="178970" y="123471"/>
                  <a:pt x="185372" y="123471"/>
                </a:cubicBezTo>
                <a:cubicBezTo>
                  <a:pt x="191713" y="123471"/>
                  <a:pt x="197353" y="122077"/>
                  <a:pt x="202292" y="119289"/>
                </a:cubicBezTo>
                <a:cubicBezTo>
                  <a:pt x="207231" y="116502"/>
                  <a:pt x="210859" y="112688"/>
                  <a:pt x="213176" y="107848"/>
                </a:cubicBezTo>
                <a:cubicBezTo>
                  <a:pt x="214944" y="104110"/>
                  <a:pt x="215828" y="98596"/>
                  <a:pt x="215828" y="91305"/>
                </a:cubicBezTo>
                <a:lnTo>
                  <a:pt x="215828" y="85240"/>
                </a:lnTo>
                <a:close/>
                <a:moveTo>
                  <a:pt x="258151" y="134080"/>
                </a:moveTo>
                <a:lnTo>
                  <a:pt x="258151" y="36950"/>
                </a:lnTo>
                <a:lnTo>
                  <a:pt x="272967" y="36950"/>
                </a:lnTo>
                <a:lnTo>
                  <a:pt x="272967" y="50669"/>
                </a:lnTo>
                <a:cubicBezTo>
                  <a:pt x="280101" y="40059"/>
                  <a:pt x="290405" y="34755"/>
                  <a:pt x="303880" y="34755"/>
                </a:cubicBezTo>
                <a:cubicBezTo>
                  <a:pt x="309734" y="34755"/>
                  <a:pt x="315115" y="35806"/>
                  <a:pt x="320023" y="37910"/>
                </a:cubicBezTo>
                <a:cubicBezTo>
                  <a:pt x="324931" y="40014"/>
                  <a:pt x="328605" y="42773"/>
                  <a:pt x="331044" y="46187"/>
                </a:cubicBezTo>
                <a:cubicBezTo>
                  <a:pt x="333483" y="49602"/>
                  <a:pt x="335190" y="53656"/>
                  <a:pt x="336166" y="58351"/>
                </a:cubicBezTo>
                <a:cubicBezTo>
                  <a:pt x="336775" y="61400"/>
                  <a:pt x="337080" y="66735"/>
                  <a:pt x="337080" y="74357"/>
                </a:cubicBezTo>
                <a:lnTo>
                  <a:pt x="337080" y="134080"/>
                </a:lnTo>
                <a:lnTo>
                  <a:pt x="320618" y="134080"/>
                </a:lnTo>
                <a:lnTo>
                  <a:pt x="320618" y="74934"/>
                </a:lnTo>
                <a:cubicBezTo>
                  <a:pt x="320618" y="68219"/>
                  <a:pt x="319977" y="63199"/>
                  <a:pt x="318697" y="59872"/>
                </a:cubicBezTo>
                <a:cubicBezTo>
                  <a:pt x="317416" y="56545"/>
                  <a:pt x="315145" y="53890"/>
                  <a:pt x="311883" y="51906"/>
                </a:cubicBezTo>
                <a:cubicBezTo>
                  <a:pt x="308621" y="49923"/>
                  <a:pt x="304795" y="48931"/>
                  <a:pt x="300405" y="48931"/>
                </a:cubicBezTo>
                <a:cubicBezTo>
                  <a:pt x="293393" y="48931"/>
                  <a:pt x="287341" y="51159"/>
                  <a:pt x="282250" y="55616"/>
                </a:cubicBezTo>
                <a:cubicBezTo>
                  <a:pt x="277159" y="60071"/>
                  <a:pt x="274613" y="68524"/>
                  <a:pt x="274613" y="80976"/>
                </a:cubicBezTo>
                <a:lnTo>
                  <a:pt x="274613" y="134080"/>
                </a:lnTo>
                <a:lnTo>
                  <a:pt x="258151" y="134080"/>
                </a:lnTo>
                <a:close/>
                <a:moveTo>
                  <a:pt x="426137" y="134080"/>
                </a:moveTo>
                <a:lnTo>
                  <a:pt x="426137" y="119812"/>
                </a:lnTo>
                <a:cubicBezTo>
                  <a:pt x="418577" y="130787"/>
                  <a:pt x="408303" y="136275"/>
                  <a:pt x="395315" y="136275"/>
                </a:cubicBezTo>
                <a:cubicBezTo>
                  <a:pt x="389584" y="136275"/>
                  <a:pt x="384233" y="135177"/>
                  <a:pt x="379264" y="132982"/>
                </a:cubicBezTo>
                <a:cubicBezTo>
                  <a:pt x="374295" y="130787"/>
                  <a:pt x="370606" y="128028"/>
                  <a:pt x="368197" y="124705"/>
                </a:cubicBezTo>
                <a:cubicBezTo>
                  <a:pt x="365789" y="121382"/>
                  <a:pt x="364097" y="117312"/>
                  <a:pt x="363121" y="112495"/>
                </a:cubicBezTo>
                <a:cubicBezTo>
                  <a:pt x="362451" y="109264"/>
                  <a:pt x="362115" y="104142"/>
                  <a:pt x="362115" y="97130"/>
                </a:cubicBezTo>
                <a:lnTo>
                  <a:pt x="362115" y="36950"/>
                </a:lnTo>
                <a:lnTo>
                  <a:pt x="378578" y="36950"/>
                </a:lnTo>
                <a:lnTo>
                  <a:pt x="378578" y="90820"/>
                </a:lnTo>
                <a:cubicBezTo>
                  <a:pt x="378578" y="99417"/>
                  <a:pt x="378914" y="105209"/>
                  <a:pt x="379584" y="108197"/>
                </a:cubicBezTo>
                <a:cubicBezTo>
                  <a:pt x="380621" y="112526"/>
                  <a:pt x="382816" y="115925"/>
                  <a:pt x="386169" y="118395"/>
                </a:cubicBezTo>
                <a:cubicBezTo>
                  <a:pt x="389523" y="120864"/>
                  <a:pt x="393669" y="122099"/>
                  <a:pt x="398608" y="122099"/>
                </a:cubicBezTo>
                <a:cubicBezTo>
                  <a:pt x="403547" y="122099"/>
                  <a:pt x="408181" y="120834"/>
                  <a:pt x="412510" y="118303"/>
                </a:cubicBezTo>
                <a:cubicBezTo>
                  <a:pt x="416839" y="115773"/>
                  <a:pt x="419903" y="112328"/>
                  <a:pt x="421701" y="107968"/>
                </a:cubicBezTo>
                <a:cubicBezTo>
                  <a:pt x="423500" y="103609"/>
                  <a:pt x="424399" y="97283"/>
                  <a:pt x="424399" y="88990"/>
                </a:cubicBezTo>
                <a:lnTo>
                  <a:pt x="424399" y="36950"/>
                </a:lnTo>
                <a:lnTo>
                  <a:pt x="440862" y="36950"/>
                </a:lnTo>
                <a:lnTo>
                  <a:pt x="440862" y="134080"/>
                </a:lnTo>
                <a:lnTo>
                  <a:pt x="426137" y="134080"/>
                </a:lnTo>
                <a:close/>
                <a:moveTo>
                  <a:pt x="530194" y="122087"/>
                </a:moveTo>
                <a:cubicBezTo>
                  <a:pt x="524096" y="127274"/>
                  <a:pt x="518228" y="130935"/>
                  <a:pt x="512588" y="133071"/>
                </a:cubicBezTo>
                <a:cubicBezTo>
                  <a:pt x="506948" y="135207"/>
                  <a:pt x="500896" y="136275"/>
                  <a:pt x="494433" y="136275"/>
                </a:cubicBezTo>
                <a:cubicBezTo>
                  <a:pt x="483763" y="136275"/>
                  <a:pt x="475562" y="133667"/>
                  <a:pt x="469830" y="128449"/>
                </a:cubicBezTo>
                <a:cubicBezTo>
                  <a:pt x="464099" y="123232"/>
                  <a:pt x="461233" y="116566"/>
                  <a:pt x="461233" y="108451"/>
                </a:cubicBezTo>
                <a:cubicBezTo>
                  <a:pt x="461233" y="103693"/>
                  <a:pt x="462315" y="99347"/>
                  <a:pt x="464480" y="95413"/>
                </a:cubicBezTo>
                <a:cubicBezTo>
                  <a:pt x="466644" y="91476"/>
                  <a:pt x="469480" y="88318"/>
                  <a:pt x="472986" y="85938"/>
                </a:cubicBezTo>
                <a:cubicBezTo>
                  <a:pt x="476491" y="83558"/>
                  <a:pt x="480440" y="81758"/>
                  <a:pt x="484830" y="80539"/>
                </a:cubicBezTo>
                <a:cubicBezTo>
                  <a:pt x="488061" y="79683"/>
                  <a:pt x="492939" y="78859"/>
                  <a:pt x="499463" y="78067"/>
                </a:cubicBezTo>
                <a:cubicBezTo>
                  <a:pt x="512755" y="76493"/>
                  <a:pt x="522541" y="74616"/>
                  <a:pt x="528822" y="72436"/>
                </a:cubicBezTo>
                <a:cubicBezTo>
                  <a:pt x="528883" y="70190"/>
                  <a:pt x="528913" y="68762"/>
                  <a:pt x="528913" y="68155"/>
                </a:cubicBezTo>
                <a:cubicBezTo>
                  <a:pt x="528913" y="61472"/>
                  <a:pt x="527358" y="56765"/>
                  <a:pt x="524249" y="54033"/>
                </a:cubicBezTo>
                <a:cubicBezTo>
                  <a:pt x="520042" y="50327"/>
                  <a:pt x="513792" y="48474"/>
                  <a:pt x="505499" y="48474"/>
                </a:cubicBezTo>
                <a:cubicBezTo>
                  <a:pt x="497756" y="48474"/>
                  <a:pt x="492040" y="49830"/>
                  <a:pt x="488351" y="52544"/>
                </a:cubicBezTo>
                <a:cubicBezTo>
                  <a:pt x="484662" y="55257"/>
                  <a:pt x="481933" y="60059"/>
                  <a:pt x="480165" y="66949"/>
                </a:cubicBezTo>
                <a:lnTo>
                  <a:pt x="464068" y="64753"/>
                </a:lnTo>
                <a:cubicBezTo>
                  <a:pt x="465532" y="57843"/>
                  <a:pt x="467940" y="52262"/>
                  <a:pt x="471294" y="48011"/>
                </a:cubicBezTo>
                <a:cubicBezTo>
                  <a:pt x="474647" y="43760"/>
                  <a:pt x="479494" y="40488"/>
                  <a:pt x="485836" y="38196"/>
                </a:cubicBezTo>
                <a:cubicBezTo>
                  <a:pt x="492177" y="35902"/>
                  <a:pt x="499524" y="34755"/>
                  <a:pt x="507877" y="34755"/>
                </a:cubicBezTo>
                <a:cubicBezTo>
                  <a:pt x="516170" y="34755"/>
                  <a:pt x="522907" y="35730"/>
                  <a:pt x="528090" y="37681"/>
                </a:cubicBezTo>
                <a:cubicBezTo>
                  <a:pt x="533273" y="39633"/>
                  <a:pt x="537084" y="42087"/>
                  <a:pt x="539523" y="45044"/>
                </a:cubicBezTo>
                <a:cubicBezTo>
                  <a:pt x="541961" y="48001"/>
                  <a:pt x="543669" y="51736"/>
                  <a:pt x="544644" y="56248"/>
                </a:cubicBezTo>
                <a:cubicBezTo>
                  <a:pt x="545193" y="59053"/>
                  <a:pt x="545467" y="64113"/>
                  <a:pt x="545467" y="71430"/>
                </a:cubicBezTo>
                <a:lnTo>
                  <a:pt x="545467" y="93380"/>
                </a:lnTo>
                <a:cubicBezTo>
                  <a:pt x="545467" y="108685"/>
                  <a:pt x="545818" y="118364"/>
                  <a:pt x="546519" y="122419"/>
                </a:cubicBezTo>
                <a:cubicBezTo>
                  <a:pt x="547220" y="126474"/>
                  <a:pt x="548608" y="130361"/>
                  <a:pt x="550681" y="134080"/>
                </a:cubicBezTo>
                <a:lnTo>
                  <a:pt x="533486" y="134080"/>
                </a:lnTo>
                <a:cubicBezTo>
                  <a:pt x="531779" y="130662"/>
                  <a:pt x="530681" y="126664"/>
                  <a:pt x="530194" y="122087"/>
                </a:cubicBezTo>
                <a:moveTo>
                  <a:pt x="528822" y="85240"/>
                </a:moveTo>
                <a:cubicBezTo>
                  <a:pt x="522846" y="87700"/>
                  <a:pt x="513883" y="89791"/>
                  <a:pt x="501933" y="91511"/>
                </a:cubicBezTo>
                <a:cubicBezTo>
                  <a:pt x="495165" y="92491"/>
                  <a:pt x="490378" y="93593"/>
                  <a:pt x="487573" y="94818"/>
                </a:cubicBezTo>
                <a:cubicBezTo>
                  <a:pt x="484769" y="96041"/>
                  <a:pt x="482604" y="97832"/>
                  <a:pt x="481080" y="100191"/>
                </a:cubicBezTo>
                <a:cubicBezTo>
                  <a:pt x="479555" y="102548"/>
                  <a:pt x="478793" y="105165"/>
                  <a:pt x="478793" y="108043"/>
                </a:cubicBezTo>
                <a:cubicBezTo>
                  <a:pt x="478793" y="112450"/>
                  <a:pt x="480455" y="116123"/>
                  <a:pt x="483778" y="119063"/>
                </a:cubicBezTo>
                <a:cubicBezTo>
                  <a:pt x="487101" y="122002"/>
                  <a:pt x="491963" y="123471"/>
                  <a:pt x="498366" y="123471"/>
                </a:cubicBezTo>
                <a:cubicBezTo>
                  <a:pt x="504707" y="123471"/>
                  <a:pt x="510347" y="122077"/>
                  <a:pt x="515286" y="119289"/>
                </a:cubicBezTo>
                <a:cubicBezTo>
                  <a:pt x="520224" y="116502"/>
                  <a:pt x="523852" y="112688"/>
                  <a:pt x="526169" y="107848"/>
                </a:cubicBezTo>
                <a:cubicBezTo>
                  <a:pt x="527938" y="104110"/>
                  <a:pt x="528822" y="98596"/>
                  <a:pt x="528822" y="91305"/>
                </a:cubicBezTo>
                <a:lnTo>
                  <a:pt x="528822" y="85240"/>
                </a:lnTo>
                <a:close/>
                <a:moveTo>
                  <a:pt x="570777" y="134080"/>
                </a:moveTo>
                <a:lnTo>
                  <a:pt x="570777" y="0"/>
                </a:lnTo>
                <a:lnTo>
                  <a:pt x="587239" y="0"/>
                </a:lnTo>
                <a:lnTo>
                  <a:pt x="587239" y="134080"/>
                </a:lnTo>
                <a:lnTo>
                  <a:pt x="570777" y="1340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Check">
            <a:extLst xmlns:a="http://schemas.openxmlformats.org/drawingml/2006/main">
              <a:ext uri="{FF2B5EF4-FFF2-40B4-BE49-F238E27FC236}">
                <a16:creationId xmlns:a16="http://schemas.microsoft.com/office/drawing/2014/main" id="{751BC63D-07ED-4F8A-A90B-BE37398B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1898" y="2850043"/>
            <a:ext cx="522142" cy="138653"/>
          </a:xfrm>
          <a:custGeom xmlns:a="http://schemas.openxmlformats.org/drawingml/2006/main">
            <a:pathLst>
              <a:path w="522142" h="138653">
                <a:moveTo>
                  <a:pt x="100789" y="89265"/>
                </a:moveTo>
                <a:lnTo>
                  <a:pt x="118532" y="93746"/>
                </a:lnTo>
                <a:cubicBezTo>
                  <a:pt x="114812" y="108349"/>
                  <a:pt x="108121" y="119485"/>
                  <a:pt x="98456" y="127152"/>
                </a:cubicBezTo>
                <a:cubicBezTo>
                  <a:pt x="88792" y="134819"/>
                  <a:pt x="76979" y="138653"/>
                  <a:pt x="63016" y="138653"/>
                </a:cubicBezTo>
                <a:cubicBezTo>
                  <a:pt x="48565" y="138653"/>
                  <a:pt x="36813" y="135711"/>
                  <a:pt x="27758" y="129827"/>
                </a:cubicBezTo>
                <a:cubicBezTo>
                  <a:pt x="18704" y="123943"/>
                  <a:pt x="11814" y="115422"/>
                  <a:pt x="7088" y="104264"/>
                </a:cubicBezTo>
                <a:cubicBezTo>
                  <a:pt x="2363" y="93106"/>
                  <a:pt x="0" y="81125"/>
                  <a:pt x="0" y="68320"/>
                </a:cubicBezTo>
                <a:cubicBezTo>
                  <a:pt x="0" y="54358"/>
                  <a:pt x="2668" y="42178"/>
                  <a:pt x="8003" y="31782"/>
                </a:cubicBezTo>
                <a:cubicBezTo>
                  <a:pt x="13338" y="21386"/>
                  <a:pt x="20929" y="13490"/>
                  <a:pt x="30776" y="8094"/>
                </a:cubicBezTo>
                <a:cubicBezTo>
                  <a:pt x="40623" y="2698"/>
                  <a:pt x="51461" y="0"/>
                  <a:pt x="63290" y="0"/>
                </a:cubicBezTo>
                <a:cubicBezTo>
                  <a:pt x="76704" y="0"/>
                  <a:pt x="87984" y="3414"/>
                  <a:pt x="97130" y="10243"/>
                </a:cubicBezTo>
                <a:cubicBezTo>
                  <a:pt x="106276" y="17072"/>
                  <a:pt x="112648" y="26676"/>
                  <a:pt x="116245" y="39053"/>
                </a:cubicBezTo>
                <a:lnTo>
                  <a:pt x="98777" y="43169"/>
                </a:lnTo>
                <a:cubicBezTo>
                  <a:pt x="95667" y="33381"/>
                  <a:pt x="91155" y="26255"/>
                  <a:pt x="85240" y="21790"/>
                </a:cubicBezTo>
                <a:cubicBezTo>
                  <a:pt x="79326" y="17324"/>
                  <a:pt x="71887" y="15091"/>
                  <a:pt x="62924" y="15091"/>
                </a:cubicBezTo>
                <a:cubicBezTo>
                  <a:pt x="52620" y="15091"/>
                  <a:pt x="44007" y="17565"/>
                  <a:pt x="37087" y="22513"/>
                </a:cubicBezTo>
                <a:cubicBezTo>
                  <a:pt x="30166" y="27460"/>
                  <a:pt x="25304" y="34102"/>
                  <a:pt x="22499" y="42440"/>
                </a:cubicBezTo>
                <a:cubicBezTo>
                  <a:pt x="19694" y="50776"/>
                  <a:pt x="18292" y="59372"/>
                  <a:pt x="18292" y="68226"/>
                </a:cubicBezTo>
                <a:cubicBezTo>
                  <a:pt x="18292" y="79647"/>
                  <a:pt x="19953" y="89618"/>
                  <a:pt x="23277" y="98139"/>
                </a:cubicBezTo>
                <a:cubicBezTo>
                  <a:pt x="26600" y="106660"/>
                  <a:pt x="31767" y="113028"/>
                  <a:pt x="38779" y="117243"/>
                </a:cubicBezTo>
                <a:cubicBezTo>
                  <a:pt x="45791" y="121456"/>
                  <a:pt x="53382" y="123562"/>
                  <a:pt x="61552" y="123562"/>
                </a:cubicBezTo>
                <a:cubicBezTo>
                  <a:pt x="71491" y="123562"/>
                  <a:pt x="79905" y="120681"/>
                  <a:pt x="86795" y="114919"/>
                </a:cubicBezTo>
                <a:cubicBezTo>
                  <a:pt x="93685" y="109157"/>
                  <a:pt x="98350" y="100606"/>
                  <a:pt x="100789" y="89265"/>
                </a:cubicBezTo>
                <a:close/>
                <a:moveTo>
                  <a:pt x="139249" y="136458"/>
                </a:moveTo>
                <a:lnTo>
                  <a:pt x="139249" y="2378"/>
                </a:lnTo>
                <a:lnTo>
                  <a:pt x="155712" y="2378"/>
                </a:lnTo>
                <a:lnTo>
                  <a:pt x="155712" y="50486"/>
                </a:lnTo>
                <a:cubicBezTo>
                  <a:pt x="163395" y="41584"/>
                  <a:pt x="173089" y="37133"/>
                  <a:pt x="184796" y="37133"/>
                </a:cubicBezTo>
                <a:cubicBezTo>
                  <a:pt x="191991" y="37133"/>
                  <a:pt x="198241" y="38550"/>
                  <a:pt x="203545" y="41386"/>
                </a:cubicBezTo>
                <a:cubicBezTo>
                  <a:pt x="208850" y="44221"/>
                  <a:pt x="212646" y="48138"/>
                  <a:pt x="214932" y="53138"/>
                </a:cubicBezTo>
                <a:cubicBezTo>
                  <a:pt x="217219" y="58138"/>
                  <a:pt x="218362" y="65394"/>
                  <a:pt x="218362" y="74906"/>
                </a:cubicBezTo>
                <a:lnTo>
                  <a:pt x="218362" y="136458"/>
                </a:lnTo>
                <a:lnTo>
                  <a:pt x="201899" y="136458"/>
                </a:lnTo>
                <a:lnTo>
                  <a:pt x="201899" y="74906"/>
                </a:lnTo>
                <a:cubicBezTo>
                  <a:pt x="201899" y="66674"/>
                  <a:pt x="200116" y="60684"/>
                  <a:pt x="196549" y="56934"/>
                </a:cubicBezTo>
                <a:cubicBezTo>
                  <a:pt x="192982" y="53184"/>
                  <a:pt x="187936" y="51309"/>
                  <a:pt x="181412" y="51309"/>
                </a:cubicBezTo>
                <a:cubicBezTo>
                  <a:pt x="176534" y="51309"/>
                  <a:pt x="171946" y="52574"/>
                  <a:pt x="167647" y="55104"/>
                </a:cubicBezTo>
                <a:cubicBezTo>
                  <a:pt x="163349" y="57635"/>
                  <a:pt x="160285" y="61065"/>
                  <a:pt x="158456" y="65394"/>
                </a:cubicBezTo>
                <a:cubicBezTo>
                  <a:pt x="156627" y="69723"/>
                  <a:pt x="155712" y="75698"/>
                  <a:pt x="155712" y="83320"/>
                </a:cubicBezTo>
                <a:lnTo>
                  <a:pt x="155712" y="136458"/>
                </a:lnTo>
                <a:lnTo>
                  <a:pt x="139249" y="136458"/>
                </a:lnTo>
                <a:close/>
                <a:moveTo>
                  <a:pt x="310071" y="105179"/>
                </a:moveTo>
                <a:lnTo>
                  <a:pt x="327082" y="107282"/>
                </a:lnTo>
                <a:cubicBezTo>
                  <a:pt x="324400" y="117221"/>
                  <a:pt x="319430" y="124934"/>
                  <a:pt x="312174" y="130422"/>
                </a:cubicBezTo>
                <a:cubicBezTo>
                  <a:pt x="304919" y="135909"/>
                  <a:pt x="295651" y="138653"/>
                  <a:pt x="284371" y="138653"/>
                </a:cubicBezTo>
                <a:cubicBezTo>
                  <a:pt x="270164" y="138653"/>
                  <a:pt x="258899" y="134278"/>
                  <a:pt x="250576" y="125528"/>
                </a:cubicBezTo>
                <a:cubicBezTo>
                  <a:pt x="242253" y="116779"/>
                  <a:pt x="238092" y="104508"/>
                  <a:pt x="238092" y="88716"/>
                </a:cubicBezTo>
                <a:cubicBezTo>
                  <a:pt x="238092" y="72375"/>
                  <a:pt x="242299" y="59693"/>
                  <a:pt x="250714" y="50669"/>
                </a:cubicBezTo>
                <a:cubicBezTo>
                  <a:pt x="259128" y="41645"/>
                  <a:pt x="270042" y="37133"/>
                  <a:pt x="283456" y="37133"/>
                </a:cubicBezTo>
                <a:cubicBezTo>
                  <a:pt x="296443" y="37133"/>
                  <a:pt x="307053" y="41547"/>
                  <a:pt x="315284" y="50374"/>
                </a:cubicBezTo>
                <a:cubicBezTo>
                  <a:pt x="323515" y="59200"/>
                  <a:pt x="327631" y="71618"/>
                  <a:pt x="327631" y="87627"/>
                </a:cubicBezTo>
                <a:cubicBezTo>
                  <a:pt x="327631" y="88601"/>
                  <a:pt x="327601" y="90061"/>
                  <a:pt x="327540" y="92008"/>
                </a:cubicBezTo>
                <a:lnTo>
                  <a:pt x="255104" y="92008"/>
                </a:lnTo>
                <a:cubicBezTo>
                  <a:pt x="255713" y="102648"/>
                  <a:pt x="258731" y="110796"/>
                  <a:pt x="264158" y="116451"/>
                </a:cubicBezTo>
                <a:cubicBezTo>
                  <a:pt x="269585" y="122106"/>
                  <a:pt x="276353" y="124934"/>
                  <a:pt x="284462" y="124934"/>
                </a:cubicBezTo>
                <a:cubicBezTo>
                  <a:pt x="290499" y="124934"/>
                  <a:pt x="295651" y="123364"/>
                  <a:pt x="299919" y="120224"/>
                </a:cubicBezTo>
                <a:cubicBezTo>
                  <a:pt x="304187" y="117082"/>
                  <a:pt x="307571" y="112067"/>
                  <a:pt x="310071" y="105179"/>
                </a:cubicBezTo>
                <a:moveTo>
                  <a:pt x="256018" y="78290"/>
                </a:moveTo>
                <a:lnTo>
                  <a:pt x="310254" y="78290"/>
                </a:lnTo>
                <a:cubicBezTo>
                  <a:pt x="309522" y="70253"/>
                  <a:pt x="307449" y="64225"/>
                  <a:pt x="304035" y="60206"/>
                </a:cubicBezTo>
                <a:cubicBezTo>
                  <a:pt x="298791" y="53970"/>
                  <a:pt x="291992" y="50852"/>
                  <a:pt x="283639" y="50852"/>
                </a:cubicBezTo>
                <a:cubicBezTo>
                  <a:pt x="276078" y="50852"/>
                  <a:pt x="269722" y="53341"/>
                  <a:pt x="264570" y="58320"/>
                </a:cubicBezTo>
                <a:cubicBezTo>
                  <a:pt x="259417" y="63297"/>
                  <a:pt x="256567" y="69953"/>
                  <a:pt x="256018" y="78290"/>
                </a:cubicBezTo>
                <a:close/>
                <a:moveTo>
                  <a:pt x="411292" y="100789"/>
                </a:moveTo>
                <a:lnTo>
                  <a:pt x="427481" y="102892"/>
                </a:lnTo>
                <a:cubicBezTo>
                  <a:pt x="425712" y="114079"/>
                  <a:pt x="421185" y="122836"/>
                  <a:pt x="413899" y="129164"/>
                </a:cubicBezTo>
                <a:cubicBezTo>
                  <a:pt x="406613" y="135490"/>
                  <a:pt x="397665" y="138653"/>
                  <a:pt x="387055" y="138653"/>
                </a:cubicBezTo>
                <a:cubicBezTo>
                  <a:pt x="373763" y="138653"/>
                  <a:pt x="363078" y="134309"/>
                  <a:pt x="354999" y="125620"/>
                </a:cubicBezTo>
                <a:cubicBezTo>
                  <a:pt x="346920" y="116931"/>
                  <a:pt x="342880" y="104478"/>
                  <a:pt x="342880" y="88259"/>
                </a:cubicBezTo>
                <a:cubicBezTo>
                  <a:pt x="342880" y="77771"/>
                  <a:pt x="344618" y="68595"/>
                  <a:pt x="348094" y="60729"/>
                </a:cubicBezTo>
                <a:cubicBezTo>
                  <a:pt x="351569" y="52864"/>
                  <a:pt x="356859" y="46965"/>
                  <a:pt x="363962" y="43032"/>
                </a:cubicBezTo>
                <a:cubicBezTo>
                  <a:pt x="371065" y="39099"/>
                  <a:pt x="378794" y="37133"/>
                  <a:pt x="387147" y="37133"/>
                </a:cubicBezTo>
                <a:cubicBezTo>
                  <a:pt x="397695" y="37133"/>
                  <a:pt x="406323" y="39809"/>
                  <a:pt x="413030" y="45161"/>
                </a:cubicBezTo>
                <a:cubicBezTo>
                  <a:pt x="419737" y="50511"/>
                  <a:pt x="424036" y="58109"/>
                  <a:pt x="425926" y="67955"/>
                </a:cubicBezTo>
                <a:lnTo>
                  <a:pt x="409920" y="70424"/>
                </a:lnTo>
                <a:cubicBezTo>
                  <a:pt x="408396" y="63930"/>
                  <a:pt x="405698" y="59045"/>
                  <a:pt x="401826" y="55768"/>
                </a:cubicBezTo>
                <a:cubicBezTo>
                  <a:pt x="397954" y="52490"/>
                  <a:pt x="393275" y="50852"/>
                  <a:pt x="387787" y="50852"/>
                </a:cubicBezTo>
                <a:cubicBezTo>
                  <a:pt x="379495" y="50852"/>
                  <a:pt x="372757" y="53810"/>
                  <a:pt x="367575" y="59726"/>
                </a:cubicBezTo>
                <a:cubicBezTo>
                  <a:pt x="362392" y="65640"/>
                  <a:pt x="359800" y="74999"/>
                  <a:pt x="359800" y="87801"/>
                </a:cubicBezTo>
                <a:cubicBezTo>
                  <a:pt x="359800" y="100787"/>
                  <a:pt x="362300" y="110222"/>
                  <a:pt x="367300" y="116108"/>
                </a:cubicBezTo>
                <a:cubicBezTo>
                  <a:pt x="372300" y="121992"/>
                  <a:pt x="378824" y="124934"/>
                  <a:pt x="386873" y="124934"/>
                </a:cubicBezTo>
                <a:cubicBezTo>
                  <a:pt x="393336" y="124934"/>
                  <a:pt x="398732" y="122960"/>
                  <a:pt x="403061" y="119012"/>
                </a:cubicBezTo>
                <a:cubicBezTo>
                  <a:pt x="407390" y="115064"/>
                  <a:pt x="410134" y="108990"/>
                  <a:pt x="411292" y="100789"/>
                </a:cubicBezTo>
                <a:close/>
                <a:moveTo>
                  <a:pt x="441658" y="136458"/>
                </a:moveTo>
                <a:lnTo>
                  <a:pt x="441658" y="2378"/>
                </a:lnTo>
                <a:lnTo>
                  <a:pt x="458120" y="2378"/>
                </a:lnTo>
                <a:lnTo>
                  <a:pt x="458120" y="78838"/>
                </a:lnTo>
                <a:lnTo>
                  <a:pt x="497082" y="39328"/>
                </a:lnTo>
                <a:lnTo>
                  <a:pt x="518392" y="39328"/>
                </a:lnTo>
                <a:lnTo>
                  <a:pt x="481260" y="75363"/>
                </a:lnTo>
                <a:lnTo>
                  <a:pt x="522142" y="136458"/>
                </a:lnTo>
                <a:lnTo>
                  <a:pt x="501838" y="136458"/>
                </a:lnTo>
                <a:lnTo>
                  <a:pt x="469736" y="86795"/>
                </a:lnTo>
                <a:lnTo>
                  <a:pt x="458120" y="97953"/>
                </a:lnTo>
                <a:lnTo>
                  <a:pt x="458120" y="136458"/>
                </a:lnTo>
                <a:lnTo>
                  <a:pt x="441658" y="1364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RawDataCollection">
            <a:extLst xmlns:a="http://schemas.openxmlformats.org/drawingml/2006/main">
              <a:ext uri="{FF2B5EF4-FFF2-40B4-BE49-F238E27FC236}">
                <a16:creationId xmlns:a16="http://schemas.microsoft.com/office/drawing/2014/main" id="{02553C03-71FE-4FF7-B909-AB70C68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517" y="3822239"/>
            <a:ext cx="2015752" cy="157768"/>
          </a:xfrm>
          <a:custGeom xmlns:a="http://schemas.openxmlformats.org/drawingml/2006/main">
            <a:pathLst>
              <a:path w="2015752" h="157768">
                <a:moveTo>
                  <a:pt x="0" y="155066"/>
                </a:moveTo>
                <a:lnTo>
                  <a:pt x="0" y="2702"/>
                </a:lnTo>
                <a:lnTo>
                  <a:pt x="64749" y="2702"/>
                </a:lnTo>
                <a:cubicBezTo>
                  <a:pt x="81032" y="2702"/>
                  <a:pt x="92863" y="4071"/>
                  <a:pt x="100242" y="6808"/>
                </a:cubicBezTo>
                <a:cubicBezTo>
                  <a:pt x="107621" y="9544"/>
                  <a:pt x="113528" y="14412"/>
                  <a:pt x="117962" y="21410"/>
                </a:cubicBezTo>
                <a:cubicBezTo>
                  <a:pt x="122397" y="28408"/>
                  <a:pt x="124614" y="36411"/>
                  <a:pt x="124614" y="45418"/>
                </a:cubicBezTo>
                <a:cubicBezTo>
                  <a:pt x="124614" y="56851"/>
                  <a:pt x="121253" y="66291"/>
                  <a:pt x="114533" y="73739"/>
                </a:cubicBezTo>
                <a:cubicBezTo>
                  <a:pt x="107812" y="81188"/>
                  <a:pt x="97765" y="85882"/>
                  <a:pt x="84392" y="87822"/>
                </a:cubicBezTo>
                <a:cubicBezTo>
                  <a:pt x="91044" y="91702"/>
                  <a:pt x="96535" y="95963"/>
                  <a:pt x="100866" y="100606"/>
                </a:cubicBezTo>
                <a:cubicBezTo>
                  <a:pt x="105196" y="105248"/>
                  <a:pt x="111034" y="113493"/>
                  <a:pt x="118378" y="125341"/>
                </a:cubicBezTo>
                <a:lnTo>
                  <a:pt x="136982" y="155066"/>
                </a:lnTo>
                <a:lnTo>
                  <a:pt x="100190" y="155066"/>
                </a:lnTo>
                <a:lnTo>
                  <a:pt x="77949" y="121902"/>
                </a:lnTo>
                <a:cubicBezTo>
                  <a:pt x="70050" y="110058"/>
                  <a:pt x="64645" y="102596"/>
                  <a:pt x="61735" y="99514"/>
                </a:cubicBezTo>
                <a:cubicBezTo>
                  <a:pt x="58825" y="96431"/>
                  <a:pt x="55742" y="94318"/>
                  <a:pt x="52485" y="93175"/>
                </a:cubicBezTo>
                <a:cubicBezTo>
                  <a:pt x="49229" y="92031"/>
                  <a:pt x="44067" y="91460"/>
                  <a:pt x="37000" y="91460"/>
                </a:cubicBezTo>
                <a:lnTo>
                  <a:pt x="30764" y="91460"/>
                </a:lnTo>
                <a:lnTo>
                  <a:pt x="30764" y="155066"/>
                </a:lnTo>
                <a:lnTo>
                  <a:pt x="0" y="155066"/>
                </a:lnTo>
                <a:moveTo>
                  <a:pt x="30764" y="67140"/>
                </a:moveTo>
                <a:lnTo>
                  <a:pt x="53525" y="67140"/>
                </a:lnTo>
                <a:cubicBezTo>
                  <a:pt x="68283" y="67140"/>
                  <a:pt x="77498" y="66516"/>
                  <a:pt x="81171" y="65269"/>
                </a:cubicBezTo>
                <a:cubicBezTo>
                  <a:pt x="84843" y="64022"/>
                  <a:pt x="87718" y="61874"/>
                  <a:pt x="89797" y="58825"/>
                </a:cubicBezTo>
                <a:cubicBezTo>
                  <a:pt x="91875" y="55777"/>
                  <a:pt x="92915" y="51966"/>
                  <a:pt x="92915" y="47393"/>
                </a:cubicBezTo>
                <a:cubicBezTo>
                  <a:pt x="92915" y="42265"/>
                  <a:pt x="91546" y="38126"/>
                  <a:pt x="88809" y="34973"/>
                </a:cubicBezTo>
                <a:cubicBezTo>
                  <a:pt x="86073" y="31820"/>
                  <a:pt x="82210" y="29828"/>
                  <a:pt x="77221" y="28997"/>
                </a:cubicBezTo>
                <a:cubicBezTo>
                  <a:pt x="74727" y="28650"/>
                  <a:pt x="67244" y="28477"/>
                  <a:pt x="54772" y="28477"/>
                </a:cubicBezTo>
                <a:lnTo>
                  <a:pt x="30764" y="28477"/>
                </a:lnTo>
                <a:lnTo>
                  <a:pt x="30764" y="67140"/>
                </a:lnTo>
                <a:close/>
                <a:moveTo>
                  <a:pt x="174767" y="78780"/>
                </a:moveTo>
                <a:lnTo>
                  <a:pt x="148265" y="73999"/>
                </a:lnTo>
                <a:cubicBezTo>
                  <a:pt x="151244" y="63188"/>
                  <a:pt x="156371" y="55185"/>
                  <a:pt x="163647" y="49991"/>
                </a:cubicBezTo>
                <a:cubicBezTo>
                  <a:pt x="170922" y="44794"/>
                  <a:pt x="181731" y="42196"/>
                  <a:pt x="196073" y="42196"/>
                </a:cubicBezTo>
                <a:cubicBezTo>
                  <a:pt x="209099" y="42196"/>
                  <a:pt x="218799" y="43738"/>
                  <a:pt x="225174" y="46821"/>
                </a:cubicBezTo>
                <a:cubicBezTo>
                  <a:pt x="231548" y="49904"/>
                  <a:pt x="236035" y="53819"/>
                  <a:pt x="238633" y="58565"/>
                </a:cubicBezTo>
                <a:cubicBezTo>
                  <a:pt x="241231" y="63312"/>
                  <a:pt x="242531" y="72025"/>
                  <a:pt x="242531" y="84704"/>
                </a:cubicBezTo>
                <a:lnTo>
                  <a:pt x="242219" y="118794"/>
                </a:lnTo>
                <a:cubicBezTo>
                  <a:pt x="242219" y="128494"/>
                  <a:pt x="242686" y="135648"/>
                  <a:pt x="243622" y="140256"/>
                </a:cubicBezTo>
                <a:cubicBezTo>
                  <a:pt x="244557" y="144863"/>
                  <a:pt x="246307" y="149800"/>
                  <a:pt x="248870" y="155066"/>
                </a:cubicBezTo>
                <a:lnTo>
                  <a:pt x="219977" y="155066"/>
                </a:lnTo>
                <a:cubicBezTo>
                  <a:pt x="219215" y="153126"/>
                  <a:pt x="218280" y="150250"/>
                  <a:pt x="217171" y="146440"/>
                </a:cubicBezTo>
                <a:cubicBezTo>
                  <a:pt x="216686" y="144707"/>
                  <a:pt x="216340" y="143564"/>
                  <a:pt x="216132" y="143010"/>
                </a:cubicBezTo>
                <a:cubicBezTo>
                  <a:pt x="211143" y="147860"/>
                  <a:pt x="205808" y="151498"/>
                  <a:pt x="200126" y="153923"/>
                </a:cubicBezTo>
                <a:cubicBezTo>
                  <a:pt x="194445" y="156348"/>
                  <a:pt x="188382" y="157560"/>
                  <a:pt x="181938" y="157560"/>
                </a:cubicBezTo>
                <a:cubicBezTo>
                  <a:pt x="170575" y="157560"/>
                  <a:pt x="161620" y="154490"/>
                  <a:pt x="155072" y="148349"/>
                </a:cubicBezTo>
                <a:cubicBezTo>
                  <a:pt x="148524" y="142209"/>
                  <a:pt x="145251" y="134446"/>
                  <a:pt x="145251" y="125062"/>
                </a:cubicBezTo>
                <a:cubicBezTo>
                  <a:pt x="145251" y="118852"/>
                  <a:pt x="146740" y="113316"/>
                  <a:pt x="149720" y="108453"/>
                </a:cubicBezTo>
                <a:cubicBezTo>
                  <a:pt x="152699" y="103587"/>
                  <a:pt x="156874" y="99861"/>
                  <a:pt x="162243" y="97273"/>
                </a:cubicBezTo>
                <a:cubicBezTo>
                  <a:pt x="167613" y="94686"/>
                  <a:pt x="175356" y="92427"/>
                  <a:pt x="185472" y="90495"/>
                </a:cubicBezTo>
                <a:cubicBezTo>
                  <a:pt x="199122" y="87942"/>
                  <a:pt x="208580" y="85562"/>
                  <a:pt x="213845" y="83353"/>
                </a:cubicBezTo>
                <a:lnTo>
                  <a:pt x="213845" y="80411"/>
                </a:lnTo>
                <a:cubicBezTo>
                  <a:pt x="213845" y="74735"/>
                  <a:pt x="212460" y="70690"/>
                  <a:pt x="209688" y="68273"/>
                </a:cubicBezTo>
                <a:cubicBezTo>
                  <a:pt x="206917" y="65855"/>
                  <a:pt x="201685" y="64645"/>
                  <a:pt x="193995" y="64645"/>
                </a:cubicBezTo>
                <a:cubicBezTo>
                  <a:pt x="188798" y="64645"/>
                  <a:pt x="184745" y="65691"/>
                  <a:pt x="181835" y="67783"/>
                </a:cubicBezTo>
                <a:cubicBezTo>
                  <a:pt x="178924" y="69872"/>
                  <a:pt x="176569" y="73538"/>
                  <a:pt x="174767" y="78780"/>
                </a:cubicBezTo>
                <a:moveTo>
                  <a:pt x="213845" y="102476"/>
                </a:moveTo>
                <a:cubicBezTo>
                  <a:pt x="210104" y="103708"/>
                  <a:pt x="204180" y="105181"/>
                  <a:pt x="196073" y="106894"/>
                </a:cubicBezTo>
                <a:cubicBezTo>
                  <a:pt x="187966" y="108604"/>
                  <a:pt x="182666" y="110281"/>
                  <a:pt x="180172" y="111924"/>
                </a:cubicBezTo>
                <a:cubicBezTo>
                  <a:pt x="176361" y="114594"/>
                  <a:pt x="174455" y="117983"/>
                  <a:pt x="174455" y="122090"/>
                </a:cubicBezTo>
                <a:cubicBezTo>
                  <a:pt x="174455" y="126131"/>
                  <a:pt x="175980" y="129623"/>
                  <a:pt x="179028" y="132568"/>
                </a:cubicBezTo>
                <a:cubicBezTo>
                  <a:pt x="182077" y="135510"/>
                  <a:pt x="185957" y="136982"/>
                  <a:pt x="190669" y="136982"/>
                </a:cubicBezTo>
                <a:cubicBezTo>
                  <a:pt x="195935" y="136982"/>
                  <a:pt x="200958" y="135270"/>
                  <a:pt x="205739" y="131847"/>
                </a:cubicBezTo>
                <a:cubicBezTo>
                  <a:pt x="209272" y="129246"/>
                  <a:pt x="211594" y="126062"/>
                  <a:pt x="212702" y="122295"/>
                </a:cubicBezTo>
                <a:cubicBezTo>
                  <a:pt x="213464" y="119831"/>
                  <a:pt x="213845" y="115142"/>
                  <a:pt x="213845" y="108228"/>
                </a:cubicBezTo>
                <a:lnTo>
                  <a:pt x="213845" y="102476"/>
                </a:lnTo>
                <a:close/>
                <a:moveTo>
                  <a:pt x="292717" y="155066"/>
                </a:moveTo>
                <a:lnTo>
                  <a:pt x="257796" y="44691"/>
                </a:lnTo>
                <a:lnTo>
                  <a:pt x="286169" y="44691"/>
                </a:lnTo>
                <a:lnTo>
                  <a:pt x="306852" y="117027"/>
                </a:lnTo>
                <a:lnTo>
                  <a:pt x="325871" y="44691"/>
                </a:lnTo>
                <a:lnTo>
                  <a:pt x="354037" y="44691"/>
                </a:lnTo>
                <a:lnTo>
                  <a:pt x="372433" y="117027"/>
                </a:lnTo>
                <a:lnTo>
                  <a:pt x="393531" y="44691"/>
                </a:lnTo>
                <a:lnTo>
                  <a:pt x="422320" y="44691"/>
                </a:lnTo>
                <a:lnTo>
                  <a:pt x="386879" y="155066"/>
                </a:lnTo>
                <a:lnTo>
                  <a:pt x="358818" y="155066"/>
                </a:lnTo>
                <a:lnTo>
                  <a:pt x="339798" y="84081"/>
                </a:lnTo>
                <a:lnTo>
                  <a:pt x="321090" y="155066"/>
                </a:lnTo>
                <a:lnTo>
                  <a:pt x="292717" y="155066"/>
                </a:lnTo>
                <a:close/>
                <a:moveTo>
                  <a:pt x="495737" y="2702"/>
                </a:moveTo>
                <a:lnTo>
                  <a:pt x="551964" y="2702"/>
                </a:lnTo>
                <a:cubicBezTo>
                  <a:pt x="564643" y="2702"/>
                  <a:pt x="574309" y="3672"/>
                  <a:pt x="580961" y="5612"/>
                </a:cubicBezTo>
                <a:cubicBezTo>
                  <a:pt x="589899" y="8245"/>
                  <a:pt x="597555" y="12922"/>
                  <a:pt x="603930" y="19643"/>
                </a:cubicBezTo>
                <a:cubicBezTo>
                  <a:pt x="610304" y="26364"/>
                  <a:pt x="615154" y="34592"/>
                  <a:pt x="618480" y="44327"/>
                </a:cubicBezTo>
                <a:cubicBezTo>
                  <a:pt x="621806" y="54062"/>
                  <a:pt x="623469" y="66066"/>
                  <a:pt x="623469" y="80339"/>
                </a:cubicBezTo>
                <a:cubicBezTo>
                  <a:pt x="623469" y="92880"/>
                  <a:pt x="621910" y="103689"/>
                  <a:pt x="618792" y="112766"/>
                </a:cubicBezTo>
                <a:cubicBezTo>
                  <a:pt x="614981" y="123852"/>
                  <a:pt x="609542" y="132824"/>
                  <a:pt x="602474" y="139684"/>
                </a:cubicBezTo>
                <a:cubicBezTo>
                  <a:pt x="597139" y="144881"/>
                  <a:pt x="589933" y="148934"/>
                  <a:pt x="580857" y="151844"/>
                </a:cubicBezTo>
                <a:cubicBezTo>
                  <a:pt x="574067" y="153992"/>
                  <a:pt x="564990" y="155066"/>
                  <a:pt x="553627" y="155066"/>
                </a:cubicBezTo>
                <a:lnTo>
                  <a:pt x="495737" y="155066"/>
                </a:lnTo>
                <a:lnTo>
                  <a:pt x="495737" y="2702"/>
                </a:lnTo>
                <a:moveTo>
                  <a:pt x="526501" y="28477"/>
                </a:moveTo>
                <a:lnTo>
                  <a:pt x="526501" y="129291"/>
                </a:lnTo>
                <a:lnTo>
                  <a:pt x="549469" y="129291"/>
                </a:lnTo>
                <a:cubicBezTo>
                  <a:pt x="558061" y="129291"/>
                  <a:pt x="564262" y="128806"/>
                  <a:pt x="568073" y="127836"/>
                </a:cubicBezTo>
                <a:cubicBezTo>
                  <a:pt x="573062" y="126591"/>
                  <a:pt x="577202" y="124481"/>
                  <a:pt x="580493" y="121506"/>
                </a:cubicBezTo>
                <a:cubicBezTo>
                  <a:pt x="583784" y="118528"/>
                  <a:pt x="586469" y="113631"/>
                  <a:pt x="588548" y="106812"/>
                </a:cubicBezTo>
                <a:cubicBezTo>
                  <a:pt x="590626" y="99994"/>
                  <a:pt x="591666" y="90702"/>
                  <a:pt x="591666" y="78936"/>
                </a:cubicBezTo>
                <a:cubicBezTo>
                  <a:pt x="591666" y="67170"/>
                  <a:pt x="590626" y="58138"/>
                  <a:pt x="588548" y="51839"/>
                </a:cubicBezTo>
                <a:cubicBezTo>
                  <a:pt x="586469" y="45540"/>
                  <a:pt x="583559" y="40626"/>
                  <a:pt x="579817" y="37097"/>
                </a:cubicBezTo>
                <a:cubicBezTo>
                  <a:pt x="576076" y="33566"/>
                  <a:pt x="571330" y="31177"/>
                  <a:pt x="565579" y="29932"/>
                </a:cubicBezTo>
                <a:cubicBezTo>
                  <a:pt x="561283" y="28962"/>
                  <a:pt x="552865" y="28477"/>
                  <a:pt x="540323" y="28477"/>
                </a:cubicBezTo>
                <a:lnTo>
                  <a:pt x="526501" y="28477"/>
                </a:lnTo>
                <a:close/>
                <a:moveTo>
                  <a:pt x="670712" y="78780"/>
                </a:moveTo>
                <a:lnTo>
                  <a:pt x="644209" y="73999"/>
                </a:lnTo>
                <a:cubicBezTo>
                  <a:pt x="647189" y="63188"/>
                  <a:pt x="652316" y="55185"/>
                  <a:pt x="659591" y="49991"/>
                </a:cubicBezTo>
                <a:cubicBezTo>
                  <a:pt x="666866" y="44794"/>
                  <a:pt x="677675" y="42196"/>
                  <a:pt x="692018" y="42196"/>
                </a:cubicBezTo>
                <a:cubicBezTo>
                  <a:pt x="705044" y="42196"/>
                  <a:pt x="714744" y="43738"/>
                  <a:pt x="721119" y="46821"/>
                </a:cubicBezTo>
                <a:cubicBezTo>
                  <a:pt x="727493" y="49904"/>
                  <a:pt x="731980" y="53819"/>
                  <a:pt x="734578" y="58565"/>
                </a:cubicBezTo>
                <a:cubicBezTo>
                  <a:pt x="737176" y="63312"/>
                  <a:pt x="738475" y="72025"/>
                  <a:pt x="738475" y="84704"/>
                </a:cubicBezTo>
                <a:lnTo>
                  <a:pt x="738163" y="118794"/>
                </a:lnTo>
                <a:cubicBezTo>
                  <a:pt x="738163" y="128494"/>
                  <a:pt x="738631" y="135648"/>
                  <a:pt x="739567" y="140256"/>
                </a:cubicBezTo>
                <a:cubicBezTo>
                  <a:pt x="740502" y="144863"/>
                  <a:pt x="742251" y="149800"/>
                  <a:pt x="744815" y="155066"/>
                </a:cubicBezTo>
                <a:lnTo>
                  <a:pt x="715922" y="155066"/>
                </a:lnTo>
                <a:cubicBezTo>
                  <a:pt x="715160" y="153126"/>
                  <a:pt x="714225" y="150250"/>
                  <a:pt x="713116" y="146440"/>
                </a:cubicBezTo>
                <a:cubicBezTo>
                  <a:pt x="712631" y="144707"/>
                  <a:pt x="712285" y="143564"/>
                  <a:pt x="712077" y="143010"/>
                </a:cubicBezTo>
                <a:cubicBezTo>
                  <a:pt x="707088" y="147860"/>
                  <a:pt x="701753" y="151498"/>
                  <a:pt x="696071" y="153923"/>
                </a:cubicBezTo>
                <a:cubicBezTo>
                  <a:pt x="690390" y="156348"/>
                  <a:pt x="684327" y="157560"/>
                  <a:pt x="677883" y="157560"/>
                </a:cubicBezTo>
                <a:cubicBezTo>
                  <a:pt x="666520" y="157560"/>
                  <a:pt x="657565" y="154490"/>
                  <a:pt x="651017" y="148349"/>
                </a:cubicBezTo>
                <a:cubicBezTo>
                  <a:pt x="644469" y="142209"/>
                  <a:pt x="641195" y="134446"/>
                  <a:pt x="641195" y="125062"/>
                </a:cubicBezTo>
                <a:cubicBezTo>
                  <a:pt x="641195" y="118852"/>
                  <a:pt x="642685" y="113316"/>
                  <a:pt x="645664" y="108453"/>
                </a:cubicBezTo>
                <a:cubicBezTo>
                  <a:pt x="648644" y="103587"/>
                  <a:pt x="652818" y="99861"/>
                  <a:pt x="658188" y="97273"/>
                </a:cubicBezTo>
                <a:cubicBezTo>
                  <a:pt x="663558" y="94686"/>
                  <a:pt x="671301" y="92427"/>
                  <a:pt x="681417" y="90495"/>
                </a:cubicBezTo>
                <a:cubicBezTo>
                  <a:pt x="695067" y="87942"/>
                  <a:pt x="704524" y="85562"/>
                  <a:pt x="709790" y="83353"/>
                </a:cubicBezTo>
                <a:lnTo>
                  <a:pt x="709790" y="80411"/>
                </a:lnTo>
                <a:cubicBezTo>
                  <a:pt x="709790" y="74735"/>
                  <a:pt x="708404" y="70690"/>
                  <a:pt x="705633" y="68273"/>
                </a:cubicBezTo>
                <a:cubicBezTo>
                  <a:pt x="702861" y="65855"/>
                  <a:pt x="697630" y="64645"/>
                  <a:pt x="689939" y="64645"/>
                </a:cubicBezTo>
                <a:cubicBezTo>
                  <a:pt x="684743" y="64645"/>
                  <a:pt x="680689" y="65691"/>
                  <a:pt x="677779" y="67783"/>
                </a:cubicBezTo>
                <a:cubicBezTo>
                  <a:pt x="674869" y="69872"/>
                  <a:pt x="672513" y="73538"/>
                  <a:pt x="670712" y="78780"/>
                </a:cubicBezTo>
                <a:moveTo>
                  <a:pt x="709790" y="102476"/>
                </a:moveTo>
                <a:cubicBezTo>
                  <a:pt x="706049" y="103708"/>
                  <a:pt x="700125" y="105181"/>
                  <a:pt x="692018" y="106894"/>
                </a:cubicBezTo>
                <a:cubicBezTo>
                  <a:pt x="683911" y="108604"/>
                  <a:pt x="678611" y="110281"/>
                  <a:pt x="676116" y="111924"/>
                </a:cubicBezTo>
                <a:cubicBezTo>
                  <a:pt x="672306" y="114594"/>
                  <a:pt x="670400" y="117983"/>
                  <a:pt x="670400" y="122090"/>
                </a:cubicBezTo>
                <a:cubicBezTo>
                  <a:pt x="670400" y="126131"/>
                  <a:pt x="671924" y="129623"/>
                  <a:pt x="674973" y="132568"/>
                </a:cubicBezTo>
                <a:cubicBezTo>
                  <a:pt x="678022" y="135510"/>
                  <a:pt x="681902" y="136982"/>
                  <a:pt x="686613" y="136982"/>
                </a:cubicBezTo>
                <a:cubicBezTo>
                  <a:pt x="691879" y="136982"/>
                  <a:pt x="696903" y="135270"/>
                  <a:pt x="701684" y="131847"/>
                </a:cubicBezTo>
                <a:cubicBezTo>
                  <a:pt x="705217" y="129246"/>
                  <a:pt x="707538" y="126062"/>
                  <a:pt x="708647" y="122295"/>
                </a:cubicBezTo>
                <a:cubicBezTo>
                  <a:pt x="709409" y="119831"/>
                  <a:pt x="709790" y="115142"/>
                  <a:pt x="709790" y="108228"/>
                </a:cubicBezTo>
                <a:lnTo>
                  <a:pt x="709790" y="102476"/>
                </a:lnTo>
                <a:close/>
                <a:moveTo>
                  <a:pt x="818698" y="44691"/>
                </a:moveTo>
                <a:lnTo>
                  <a:pt x="818698" y="67971"/>
                </a:lnTo>
                <a:lnTo>
                  <a:pt x="798743" y="67971"/>
                </a:lnTo>
                <a:lnTo>
                  <a:pt x="798743" y="112382"/>
                </a:lnTo>
                <a:cubicBezTo>
                  <a:pt x="798743" y="121377"/>
                  <a:pt x="798934" y="126618"/>
                  <a:pt x="799315" y="128105"/>
                </a:cubicBezTo>
                <a:cubicBezTo>
                  <a:pt x="799696" y="129591"/>
                  <a:pt x="800562" y="130818"/>
                  <a:pt x="801913" y="131788"/>
                </a:cubicBezTo>
                <a:cubicBezTo>
                  <a:pt x="803264" y="132756"/>
                  <a:pt x="804910" y="133240"/>
                  <a:pt x="806850" y="133240"/>
                </a:cubicBezTo>
                <a:cubicBezTo>
                  <a:pt x="809552" y="133240"/>
                  <a:pt x="813467" y="132305"/>
                  <a:pt x="818594" y="130434"/>
                </a:cubicBezTo>
                <a:lnTo>
                  <a:pt x="821088" y="153176"/>
                </a:lnTo>
                <a:cubicBezTo>
                  <a:pt x="814298" y="156099"/>
                  <a:pt x="806607" y="157560"/>
                  <a:pt x="798015" y="157560"/>
                </a:cubicBezTo>
                <a:cubicBezTo>
                  <a:pt x="792750" y="157560"/>
                  <a:pt x="788003" y="156677"/>
                  <a:pt x="783777" y="154910"/>
                </a:cubicBezTo>
                <a:cubicBezTo>
                  <a:pt x="779550" y="153143"/>
                  <a:pt x="776450" y="150857"/>
                  <a:pt x="774475" y="148050"/>
                </a:cubicBezTo>
                <a:cubicBezTo>
                  <a:pt x="772500" y="145244"/>
                  <a:pt x="771132" y="141451"/>
                  <a:pt x="770370" y="136670"/>
                </a:cubicBezTo>
                <a:cubicBezTo>
                  <a:pt x="769746" y="133275"/>
                  <a:pt x="769434" y="126415"/>
                  <a:pt x="769434" y="116091"/>
                </a:cubicBezTo>
                <a:lnTo>
                  <a:pt x="769434" y="67971"/>
                </a:lnTo>
                <a:lnTo>
                  <a:pt x="756027" y="67971"/>
                </a:lnTo>
                <a:lnTo>
                  <a:pt x="756027" y="44691"/>
                </a:lnTo>
                <a:lnTo>
                  <a:pt x="769434" y="44691"/>
                </a:lnTo>
                <a:lnTo>
                  <a:pt x="769434" y="22657"/>
                </a:lnTo>
                <a:lnTo>
                  <a:pt x="798743" y="5404"/>
                </a:lnTo>
                <a:lnTo>
                  <a:pt x="798743" y="44691"/>
                </a:lnTo>
                <a:lnTo>
                  <a:pt x="818698" y="44691"/>
                </a:lnTo>
                <a:close/>
                <a:moveTo>
                  <a:pt x="860150" y="78780"/>
                </a:moveTo>
                <a:lnTo>
                  <a:pt x="833647" y="73999"/>
                </a:lnTo>
                <a:cubicBezTo>
                  <a:pt x="836627" y="63188"/>
                  <a:pt x="841754" y="55185"/>
                  <a:pt x="849029" y="49991"/>
                </a:cubicBezTo>
                <a:cubicBezTo>
                  <a:pt x="856304" y="44794"/>
                  <a:pt x="867113" y="42196"/>
                  <a:pt x="881456" y="42196"/>
                </a:cubicBezTo>
                <a:cubicBezTo>
                  <a:pt x="894482" y="42196"/>
                  <a:pt x="904182" y="43738"/>
                  <a:pt x="910557" y="46821"/>
                </a:cubicBezTo>
                <a:cubicBezTo>
                  <a:pt x="916931" y="49904"/>
                  <a:pt x="921418" y="53819"/>
                  <a:pt x="924016" y="58565"/>
                </a:cubicBezTo>
                <a:cubicBezTo>
                  <a:pt x="926614" y="63312"/>
                  <a:pt x="927913" y="72025"/>
                  <a:pt x="927913" y="84704"/>
                </a:cubicBezTo>
                <a:lnTo>
                  <a:pt x="927601" y="118794"/>
                </a:lnTo>
                <a:cubicBezTo>
                  <a:pt x="927601" y="128494"/>
                  <a:pt x="928069" y="135648"/>
                  <a:pt x="929005" y="140256"/>
                </a:cubicBezTo>
                <a:cubicBezTo>
                  <a:pt x="929940" y="144863"/>
                  <a:pt x="931689" y="149800"/>
                  <a:pt x="934253" y="155066"/>
                </a:cubicBezTo>
                <a:lnTo>
                  <a:pt x="905360" y="155066"/>
                </a:lnTo>
                <a:cubicBezTo>
                  <a:pt x="904598" y="153126"/>
                  <a:pt x="903663" y="150250"/>
                  <a:pt x="902554" y="146440"/>
                </a:cubicBezTo>
                <a:cubicBezTo>
                  <a:pt x="902069" y="144707"/>
                  <a:pt x="901723" y="143564"/>
                  <a:pt x="901515" y="143010"/>
                </a:cubicBezTo>
                <a:cubicBezTo>
                  <a:pt x="896526" y="147860"/>
                  <a:pt x="891191" y="151498"/>
                  <a:pt x="885509" y="153923"/>
                </a:cubicBezTo>
                <a:cubicBezTo>
                  <a:pt x="879828" y="156348"/>
                  <a:pt x="873765" y="157560"/>
                  <a:pt x="867321" y="157560"/>
                </a:cubicBezTo>
                <a:cubicBezTo>
                  <a:pt x="855958" y="157560"/>
                  <a:pt x="847003" y="154490"/>
                  <a:pt x="840455" y="148349"/>
                </a:cubicBezTo>
                <a:cubicBezTo>
                  <a:pt x="833907" y="142209"/>
                  <a:pt x="830633" y="134446"/>
                  <a:pt x="830633" y="125062"/>
                </a:cubicBezTo>
                <a:cubicBezTo>
                  <a:pt x="830633" y="118852"/>
                  <a:pt x="832123" y="113316"/>
                  <a:pt x="835102" y="108453"/>
                </a:cubicBezTo>
                <a:cubicBezTo>
                  <a:pt x="838082" y="103587"/>
                  <a:pt x="842256" y="99861"/>
                  <a:pt x="847626" y="97273"/>
                </a:cubicBezTo>
                <a:cubicBezTo>
                  <a:pt x="852996" y="94686"/>
                  <a:pt x="860739" y="92427"/>
                  <a:pt x="870855" y="90495"/>
                </a:cubicBezTo>
                <a:cubicBezTo>
                  <a:pt x="884505" y="87942"/>
                  <a:pt x="893962" y="85562"/>
                  <a:pt x="899228" y="83353"/>
                </a:cubicBezTo>
                <a:lnTo>
                  <a:pt x="899228" y="80411"/>
                </a:lnTo>
                <a:cubicBezTo>
                  <a:pt x="899228" y="74735"/>
                  <a:pt x="897842" y="70690"/>
                  <a:pt x="895071" y="68273"/>
                </a:cubicBezTo>
                <a:cubicBezTo>
                  <a:pt x="892299" y="65855"/>
                  <a:pt x="887068" y="64645"/>
                  <a:pt x="879377" y="64645"/>
                </a:cubicBezTo>
                <a:cubicBezTo>
                  <a:pt x="874181" y="64645"/>
                  <a:pt x="870127" y="65691"/>
                  <a:pt x="867217" y="67783"/>
                </a:cubicBezTo>
                <a:cubicBezTo>
                  <a:pt x="864307" y="69872"/>
                  <a:pt x="861951" y="73538"/>
                  <a:pt x="860150" y="78780"/>
                </a:cubicBezTo>
                <a:moveTo>
                  <a:pt x="899228" y="102476"/>
                </a:moveTo>
                <a:cubicBezTo>
                  <a:pt x="895487" y="103708"/>
                  <a:pt x="889563" y="105181"/>
                  <a:pt x="881456" y="106894"/>
                </a:cubicBezTo>
                <a:cubicBezTo>
                  <a:pt x="873349" y="108604"/>
                  <a:pt x="868049" y="110281"/>
                  <a:pt x="865554" y="111924"/>
                </a:cubicBezTo>
                <a:cubicBezTo>
                  <a:pt x="861744" y="114594"/>
                  <a:pt x="859838" y="117983"/>
                  <a:pt x="859838" y="122090"/>
                </a:cubicBezTo>
                <a:cubicBezTo>
                  <a:pt x="859838" y="126131"/>
                  <a:pt x="861362" y="129623"/>
                  <a:pt x="864411" y="132568"/>
                </a:cubicBezTo>
                <a:cubicBezTo>
                  <a:pt x="867460" y="135510"/>
                  <a:pt x="871340" y="136982"/>
                  <a:pt x="876051" y="136982"/>
                </a:cubicBezTo>
                <a:cubicBezTo>
                  <a:pt x="881317" y="136982"/>
                  <a:pt x="886341" y="135270"/>
                  <a:pt x="891121" y="131847"/>
                </a:cubicBezTo>
                <a:cubicBezTo>
                  <a:pt x="894655" y="129246"/>
                  <a:pt x="896976" y="126062"/>
                  <a:pt x="898085" y="122295"/>
                </a:cubicBezTo>
                <a:cubicBezTo>
                  <a:pt x="898847" y="119831"/>
                  <a:pt x="899228" y="115142"/>
                  <a:pt x="899228" y="108228"/>
                </a:cubicBezTo>
                <a:lnTo>
                  <a:pt x="899228" y="102476"/>
                </a:lnTo>
                <a:close/>
                <a:moveTo>
                  <a:pt x="1112687" y="98943"/>
                </a:moveTo>
                <a:lnTo>
                  <a:pt x="1142515" y="108297"/>
                </a:lnTo>
                <a:cubicBezTo>
                  <a:pt x="1137942" y="125032"/>
                  <a:pt x="1130338" y="137461"/>
                  <a:pt x="1119702" y="145585"/>
                </a:cubicBezTo>
                <a:cubicBezTo>
                  <a:pt x="1109067" y="153707"/>
                  <a:pt x="1095573" y="157768"/>
                  <a:pt x="1079221" y="157768"/>
                </a:cubicBezTo>
                <a:cubicBezTo>
                  <a:pt x="1058989" y="157768"/>
                  <a:pt x="1042360" y="150848"/>
                  <a:pt x="1029334" y="137008"/>
                </a:cubicBezTo>
                <a:cubicBezTo>
                  <a:pt x="1016308" y="123165"/>
                  <a:pt x="1009795" y="104242"/>
                  <a:pt x="1009795" y="80238"/>
                </a:cubicBezTo>
                <a:cubicBezTo>
                  <a:pt x="1009795" y="54844"/>
                  <a:pt x="1016343" y="35123"/>
                  <a:pt x="1029438" y="21075"/>
                </a:cubicBezTo>
                <a:cubicBezTo>
                  <a:pt x="1042533" y="7025"/>
                  <a:pt x="1059751" y="0"/>
                  <a:pt x="1081092" y="0"/>
                </a:cubicBezTo>
                <a:cubicBezTo>
                  <a:pt x="1099730" y="0"/>
                  <a:pt x="1114870" y="5521"/>
                  <a:pt x="1126510" y="16564"/>
                </a:cubicBezTo>
                <a:cubicBezTo>
                  <a:pt x="1133439" y="23092"/>
                  <a:pt x="1138635" y="32468"/>
                  <a:pt x="1142100" y="44691"/>
                </a:cubicBezTo>
                <a:lnTo>
                  <a:pt x="1111648" y="51966"/>
                </a:lnTo>
                <a:cubicBezTo>
                  <a:pt x="1109846" y="44067"/>
                  <a:pt x="1106087" y="37831"/>
                  <a:pt x="1100371" y="33258"/>
                </a:cubicBezTo>
                <a:cubicBezTo>
                  <a:pt x="1094655" y="28685"/>
                  <a:pt x="1087709" y="26399"/>
                  <a:pt x="1079533" y="26399"/>
                </a:cubicBezTo>
                <a:cubicBezTo>
                  <a:pt x="1068239" y="26399"/>
                  <a:pt x="1059076" y="30452"/>
                  <a:pt x="1052043" y="38559"/>
                </a:cubicBezTo>
                <a:cubicBezTo>
                  <a:pt x="1045010" y="46665"/>
                  <a:pt x="1041494" y="59795"/>
                  <a:pt x="1041494" y="77949"/>
                </a:cubicBezTo>
                <a:cubicBezTo>
                  <a:pt x="1041494" y="97211"/>
                  <a:pt x="1044958" y="110930"/>
                  <a:pt x="1051887" y="119106"/>
                </a:cubicBezTo>
                <a:cubicBezTo>
                  <a:pt x="1058816" y="127281"/>
                  <a:pt x="1067823" y="131369"/>
                  <a:pt x="1078909" y="131369"/>
                </a:cubicBezTo>
                <a:cubicBezTo>
                  <a:pt x="1087085" y="131369"/>
                  <a:pt x="1094118" y="128764"/>
                  <a:pt x="1100007" y="123552"/>
                </a:cubicBezTo>
                <a:cubicBezTo>
                  <a:pt x="1105897" y="118338"/>
                  <a:pt x="1110123" y="110135"/>
                  <a:pt x="1112687" y="98943"/>
                </a:cubicBezTo>
                <a:close/>
                <a:moveTo>
                  <a:pt x="1161489" y="98319"/>
                </a:moveTo>
                <a:cubicBezTo>
                  <a:pt x="1161489" y="88619"/>
                  <a:pt x="1163880" y="79230"/>
                  <a:pt x="1168661" y="70154"/>
                </a:cubicBezTo>
                <a:cubicBezTo>
                  <a:pt x="1173442" y="61077"/>
                  <a:pt x="1180214" y="54148"/>
                  <a:pt x="1188979" y="49367"/>
                </a:cubicBezTo>
                <a:cubicBezTo>
                  <a:pt x="1197744" y="44587"/>
                  <a:pt x="1207531" y="42196"/>
                  <a:pt x="1218340" y="42196"/>
                </a:cubicBezTo>
                <a:cubicBezTo>
                  <a:pt x="1235038" y="42196"/>
                  <a:pt x="1248723" y="47618"/>
                  <a:pt x="1259393" y="58461"/>
                </a:cubicBezTo>
                <a:cubicBezTo>
                  <a:pt x="1270063" y="69305"/>
                  <a:pt x="1275398" y="83007"/>
                  <a:pt x="1275398" y="99566"/>
                </a:cubicBezTo>
                <a:cubicBezTo>
                  <a:pt x="1275398" y="116265"/>
                  <a:pt x="1270011" y="130105"/>
                  <a:pt x="1259237" y="141087"/>
                </a:cubicBezTo>
                <a:cubicBezTo>
                  <a:pt x="1248463" y="152069"/>
                  <a:pt x="1234900" y="157560"/>
                  <a:pt x="1218548" y="157560"/>
                </a:cubicBezTo>
                <a:cubicBezTo>
                  <a:pt x="1208432" y="157560"/>
                  <a:pt x="1198783" y="155274"/>
                  <a:pt x="1189603" y="150701"/>
                </a:cubicBezTo>
                <a:cubicBezTo>
                  <a:pt x="1180422" y="146128"/>
                  <a:pt x="1173442" y="139424"/>
                  <a:pt x="1168661" y="130590"/>
                </a:cubicBezTo>
                <a:cubicBezTo>
                  <a:pt x="1163880" y="121756"/>
                  <a:pt x="1161489" y="110999"/>
                  <a:pt x="1161489" y="98319"/>
                </a:cubicBezTo>
                <a:moveTo>
                  <a:pt x="1191422" y="99878"/>
                </a:moveTo>
                <a:cubicBezTo>
                  <a:pt x="1191422" y="110791"/>
                  <a:pt x="1194020" y="119149"/>
                  <a:pt x="1199217" y="124952"/>
                </a:cubicBezTo>
                <a:cubicBezTo>
                  <a:pt x="1204413" y="130755"/>
                  <a:pt x="1210822" y="133656"/>
                  <a:pt x="1218444" y="133656"/>
                </a:cubicBezTo>
                <a:cubicBezTo>
                  <a:pt x="1226066" y="133656"/>
                  <a:pt x="1232457" y="130755"/>
                  <a:pt x="1237619" y="124952"/>
                </a:cubicBezTo>
                <a:cubicBezTo>
                  <a:pt x="1242781" y="119149"/>
                  <a:pt x="1245362" y="110722"/>
                  <a:pt x="1245362" y="99670"/>
                </a:cubicBezTo>
                <a:cubicBezTo>
                  <a:pt x="1245362" y="88896"/>
                  <a:pt x="1242781" y="80608"/>
                  <a:pt x="1237619" y="74805"/>
                </a:cubicBezTo>
                <a:cubicBezTo>
                  <a:pt x="1232457" y="69002"/>
                  <a:pt x="1226066" y="66100"/>
                  <a:pt x="1218444" y="66100"/>
                </a:cubicBezTo>
                <a:cubicBezTo>
                  <a:pt x="1210822" y="66100"/>
                  <a:pt x="1204413" y="69002"/>
                  <a:pt x="1199217" y="74805"/>
                </a:cubicBezTo>
                <a:cubicBezTo>
                  <a:pt x="1194020" y="80608"/>
                  <a:pt x="1191422" y="88965"/>
                  <a:pt x="1191422" y="99878"/>
                </a:cubicBezTo>
                <a:close/>
                <a:moveTo>
                  <a:pt x="1298085" y="155066"/>
                </a:moveTo>
                <a:lnTo>
                  <a:pt x="1298085" y="2702"/>
                </a:lnTo>
                <a:lnTo>
                  <a:pt x="1327289" y="2702"/>
                </a:lnTo>
                <a:lnTo>
                  <a:pt x="1327289" y="155066"/>
                </a:lnTo>
                <a:lnTo>
                  <a:pt x="1298085" y="155066"/>
                </a:lnTo>
                <a:close/>
                <a:moveTo>
                  <a:pt x="1357683" y="155066"/>
                </a:moveTo>
                <a:lnTo>
                  <a:pt x="1357683" y="2702"/>
                </a:lnTo>
                <a:lnTo>
                  <a:pt x="1386888" y="2702"/>
                </a:lnTo>
                <a:lnTo>
                  <a:pt x="1386888" y="155066"/>
                </a:lnTo>
                <a:lnTo>
                  <a:pt x="1357683" y="155066"/>
                </a:lnTo>
                <a:close/>
                <a:moveTo>
                  <a:pt x="1481200" y="119937"/>
                </a:moveTo>
                <a:lnTo>
                  <a:pt x="1510300" y="124926"/>
                </a:lnTo>
                <a:cubicBezTo>
                  <a:pt x="1506559" y="135561"/>
                  <a:pt x="1500652" y="143659"/>
                  <a:pt x="1492580" y="149220"/>
                </a:cubicBezTo>
                <a:cubicBezTo>
                  <a:pt x="1484508" y="154780"/>
                  <a:pt x="1474409" y="157560"/>
                  <a:pt x="1462284" y="157560"/>
                </a:cubicBezTo>
                <a:cubicBezTo>
                  <a:pt x="1443091" y="157560"/>
                  <a:pt x="1428887" y="151290"/>
                  <a:pt x="1419672" y="138749"/>
                </a:cubicBezTo>
                <a:cubicBezTo>
                  <a:pt x="1412397" y="128702"/>
                  <a:pt x="1408759" y="116022"/>
                  <a:pt x="1408759" y="100710"/>
                </a:cubicBezTo>
                <a:cubicBezTo>
                  <a:pt x="1408759" y="82418"/>
                  <a:pt x="1413540" y="68092"/>
                  <a:pt x="1423102" y="57734"/>
                </a:cubicBezTo>
                <a:cubicBezTo>
                  <a:pt x="1432664" y="47375"/>
                  <a:pt x="1444754" y="42196"/>
                  <a:pt x="1459374" y="42196"/>
                </a:cubicBezTo>
                <a:cubicBezTo>
                  <a:pt x="1475795" y="42196"/>
                  <a:pt x="1488752" y="47618"/>
                  <a:pt x="1498244" y="58461"/>
                </a:cubicBezTo>
                <a:cubicBezTo>
                  <a:pt x="1507737" y="69305"/>
                  <a:pt x="1512275" y="85917"/>
                  <a:pt x="1511859" y="108297"/>
                </a:cubicBezTo>
                <a:lnTo>
                  <a:pt x="1438692" y="108297"/>
                </a:lnTo>
                <a:cubicBezTo>
                  <a:pt x="1438899" y="116958"/>
                  <a:pt x="1441255" y="123696"/>
                  <a:pt x="1445759" y="128511"/>
                </a:cubicBezTo>
                <a:cubicBezTo>
                  <a:pt x="1450263" y="133327"/>
                  <a:pt x="1455875" y="135735"/>
                  <a:pt x="1462596" y="135735"/>
                </a:cubicBezTo>
                <a:cubicBezTo>
                  <a:pt x="1467169" y="135735"/>
                  <a:pt x="1471014" y="134487"/>
                  <a:pt x="1474132" y="131993"/>
                </a:cubicBezTo>
                <a:cubicBezTo>
                  <a:pt x="1477250" y="129499"/>
                  <a:pt x="1479606" y="125480"/>
                  <a:pt x="1481200" y="119937"/>
                </a:cubicBezTo>
                <a:moveTo>
                  <a:pt x="1482863" y="90420"/>
                </a:moveTo>
                <a:cubicBezTo>
                  <a:pt x="1482655" y="82002"/>
                  <a:pt x="1480472" y="75602"/>
                  <a:pt x="1476315" y="71219"/>
                </a:cubicBezTo>
                <a:cubicBezTo>
                  <a:pt x="1472158" y="66837"/>
                  <a:pt x="1467100" y="64645"/>
                  <a:pt x="1461141" y="64645"/>
                </a:cubicBezTo>
                <a:cubicBezTo>
                  <a:pt x="1454766" y="64645"/>
                  <a:pt x="1449500" y="66957"/>
                  <a:pt x="1445343" y="71580"/>
                </a:cubicBezTo>
                <a:cubicBezTo>
                  <a:pt x="1441186" y="76205"/>
                  <a:pt x="1439142" y="82485"/>
                  <a:pt x="1439211" y="90420"/>
                </a:cubicBezTo>
                <a:lnTo>
                  <a:pt x="1482863" y="90420"/>
                </a:lnTo>
                <a:close/>
                <a:moveTo>
                  <a:pt x="1632719" y="77325"/>
                </a:moveTo>
                <a:lnTo>
                  <a:pt x="1603930" y="82522"/>
                </a:lnTo>
                <a:cubicBezTo>
                  <a:pt x="1602960" y="76805"/>
                  <a:pt x="1600760" y="72501"/>
                  <a:pt x="1597331" y="69608"/>
                </a:cubicBezTo>
                <a:cubicBezTo>
                  <a:pt x="1593901" y="66715"/>
                  <a:pt x="1589449" y="65269"/>
                  <a:pt x="1583975" y="65269"/>
                </a:cubicBezTo>
                <a:cubicBezTo>
                  <a:pt x="1576700" y="65269"/>
                  <a:pt x="1570897" y="67773"/>
                  <a:pt x="1566567" y="72781"/>
                </a:cubicBezTo>
                <a:cubicBezTo>
                  <a:pt x="1562236" y="77789"/>
                  <a:pt x="1560071" y="86165"/>
                  <a:pt x="1560071" y="97907"/>
                </a:cubicBezTo>
                <a:cubicBezTo>
                  <a:pt x="1560071" y="110963"/>
                  <a:pt x="1562271" y="120186"/>
                  <a:pt x="1566671" y="125575"/>
                </a:cubicBezTo>
                <a:cubicBezTo>
                  <a:pt x="1571071" y="130962"/>
                  <a:pt x="1576977" y="133656"/>
                  <a:pt x="1584391" y="133656"/>
                </a:cubicBezTo>
                <a:cubicBezTo>
                  <a:pt x="1589934" y="133656"/>
                  <a:pt x="1594472" y="132080"/>
                  <a:pt x="1598006" y="128927"/>
                </a:cubicBezTo>
                <a:cubicBezTo>
                  <a:pt x="1601540" y="125774"/>
                  <a:pt x="1604034" y="120353"/>
                  <a:pt x="1605489" y="112662"/>
                </a:cubicBezTo>
                <a:lnTo>
                  <a:pt x="1634174" y="117650"/>
                </a:lnTo>
                <a:cubicBezTo>
                  <a:pt x="1631195" y="130815"/>
                  <a:pt x="1625479" y="140758"/>
                  <a:pt x="1617026" y="147479"/>
                </a:cubicBezTo>
                <a:cubicBezTo>
                  <a:pt x="1608572" y="154200"/>
                  <a:pt x="1597244" y="157560"/>
                  <a:pt x="1583040" y="157560"/>
                </a:cubicBezTo>
                <a:cubicBezTo>
                  <a:pt x="1566896" y="157560"/>
                  <a:pt x="1554026" y="152468"/>
                  <a:pt x="1544429" y="142282"/>
                </a:cubicBezTo>
                <a:cubicBezTo>
                  <a:pt x="1534833" y="132097"/>
                  <a:pt x="1530035" y="117997"/>
                  <a:pt x="1530035" y="99982"/>
                </a:cubicBezTo>
                <a:cubicBezTo>
                  <a:pt x="1530035" y="81759"/>
                  <a:pt x="1534850" y="67573"/>
                  <a:pt x="1544481" y="57422"/>
                </a:cubicBezTo>
                <a:cubicBezTo>
                  <a:pt x="1554112" y="47272"/>
                  <a:pt x="1567138" y="42196"/>
                  <a:pt x="1583560" y="42196"/>
                </a:cubicBezTo>
                <a:cubicBezTo>
                  <a:pt x="1597001" y="42196"/>
                  <a:pt x="1607689" y="45089"/>
                  <a:pt x="1615623" y="50874"/>
                </a:cubicBezTo>
                <a:cubicBezTo>
                  <a:pt x="1623556" y="56660"/>
                  <a:pt x="1629255" y="65477"/>
                  <a:pt x="1632719" y="77325"/>
                </a:cubicBezTo>
                <a:close/>
                <a:moveTo>
                  <a:pt x="1706290" y="44691"/>
                </a:moveTo>
                <a:lnTo>
                  <a:pt x="1706290" y="67971"/>
                </a:lnTo>
                <a:lnTo>
                  <a:pt x="1686335" y="67971"/>
                </a:lnTo>
                <a:lnTo>
                  <a:pt x="1686335" y="112382"/>
                </a:lnTo>
                <a:cubicBezTo>
                  <a:pt x="1686335" y="121377"/>
                  <a:pt x="1686526" y="126618"/>
                  <a:pt x="1686907" y="128105"/>
                </a:cubicBezTo>
                <a:cubicBezTo>
                  <a:pt x="1687288" y="129591"/>
                  <a:pt x="1688154" y="130818"/>
                  <a:pt x="1689505" y="131788"/>
                </a:cubicBezTo>
                <a:cubicBezTo>
                  <a:pt x="1690856" y="132756"/>
                  <a:pt x="1692502" y="133240"/>
                  <a:pt x="1694442" y="133240"/>
                </a:cubicBezTo>
                <a:cubicBezTo>
                  <a:pt x="1697144" y="133240"/>
                  <a:pt x="1701059" y="132305"/>
                  <a:pt x="1706186" y="130434"/>
                </a:cubicBezTo>
                <a:lnTo>
                  <a:pt x="1708681" y="153176"/>
                </a:lnTo>
                <a:cubicBezTo>
                  <a:pt x="1701890" y="156099"/>
                  <a:pt x="1694200" y="157560"/>
                  <a:pt x="1685608" y="157560"/>
                </a:cubicBezTo>
                <a:cubicBezTo>
                  <a:pt x="1680342" y="157560"/>
                  <a:pt x="1675596" y="156677"/>
                  <a:pt x="1671369" y="154910"/>
                </a:cubicBezTo>
                <a:cubicBezTo>
                  <a:pt x="1667143" y="153143"/>
                  <a:pt x="1664042" y="150857"/>
                  <a:pt x="1662067" y="148050"/>
                </a:cubicBezTo>
                <a:cubicBezTo>
                  <a:pt x="1660093" y="145244"/>
                  <a:pt x="1658724" y="141451"/>
                  <a:pt x="1657962" y="136670"/>
                </a:cubicBezTo>
                <a:cubicBezTo>
                  <a:pt x="1657338" y="133275"/>
                  <a:pt x="1657027" y="126415"/>
                  <a:pt x="1657027" y="116091"/>
                </a:cubicBezTo>
                <a:lnTo>
                  <a:pt x="1657027" y="67971"/>
                </a:lnTo>
                <a:lnTo>
                  <a:pt x="1643620" y="67971"/>
                </a:lnTo>
                <a:lnTo>
                  <a:pt x="1643620" y="44691"/>
                </a:lnTo>
                <a:lnTo>
                  <a:pt x="1657027" y="44691"/>
                </a:lnTo>
                <a:lnTo>
                  <a:pt x="1657027" y="22657"/>
                </a:lnTo>
                <a:lnTo>
                  <a:pt x="1686335" y="5404"/>
                </a:lnTo>
                <a:lnTo>
                  <a:pt x="1686335" y="44691"/>
                </a:lnTo>
                <a:lnTo>
                  <a:pt x="1706290" y="44691"/>
                </a:lnTo>
                <a:close/>
                <a:moveTo>
                  <a:pt x="1725917" y="29724"/>
                </a:moveTo>
                <a:lnTo>
                  <a:pt x="1725917" y="2702"/>
                </a:lnTo>
                <a:lnTo>
                  <a:pt x="1755121" y="2702"/>
                </a:lnTo>
                <a:lnTo>
                  <a:pt x="1755121" y="29724"/>
                </a:lnTo>
                <a:lnTo>
                  <a:pt x="1725917" y="29724"/>
                </a:lnTo>
                <a:moveTo>
                  <a:pt x="1725917" y="155066"/>
                </a:moveTo>
                <a:lnTo>
                  <a:pt x="1725917" y="44691"/>
                </a:lnTo>
                <a:lnTo>
                  <a:pt x="1755121" y="44691"/>
                </a:lnTo>
                <a:lnTo>
                  <a:pt x="1755121" y="155066"/>
                </a:lnTo>
                <a:lnTo>
                  <a:pt x="1725917" y="155066"/>
                </a:lnTo>
                <a:close/>
                <a:moveTo>
                  <a:pt x="1778760" y="98319"/>
                </a:moveTo>
                <a:cubicBezTo>
                  <a:pt x="1778760" y="88619"/>
                  <a:pt x="1781150" y="79230"/>
                  <a:pt x="1785931" y="70154"/>
                </a:cubicBezTo>
                <a:cubicBezTo>
                  <a:pt x="1790712" y="61077"/>
                  <a:pt x="1797485" y="54148"/>
                  <a:pt x="1806250" y="49367"/>
                </a:cubicBezTo>
                <a:cubicBezTo>
                  <a:pt x="1815014" y="44587"/>
                  <a:pt x="1824801" y="42196"/>
                  <a:pt x="1835610" y="42196"/>
                </a:cubicBezTo>
                <a:cubicBezTo>
                  <a:pt x="1852309" y="42196"/>
                  <a:pt x="1865993" y="47618"/>
                  <a:pt x="1876663" y="58461"/>
                </a:cubicBezTo>
                <a:cubicBezTo>
                  <a:pt x="1887333" y="69305"/>
                  <a:pt x="1892669" y="83007"/>
                  <a:pt x="1892669" y="99566"/>
                </a:cubicBezTo>
                <a:cubicBezTo>
                  <a:pt x="1892669" y="116265"/>
                  <a:pt x="1887282" y="130105"/>
                  <a:pt x="1876507" y="141087"/>
                </a:cubicBezTo>
                <a:cubicBezTo>
                  <a:pt x="1865733" y="152069"/>
                  <a:pt x="1852170" y="157560"/>
                  <a:pt x="1835818" y="157560"/>
                </a:cubicBezTo>
                <a:cubicBezTo>
                  <a:pt x="1825702" y="157560"/>
                  <a:pt x="1816054" y="155274"/>
                  <a:pt x="1806873" y="150701"/>
                </a:cubicBezTo>
                <a:cubicBezTo>
                  <a:pt x="1797693" y="146128"/>
                  <a:pt x="1790712" y="139424"/>
                  <a:pt x="1785931" y="130590"/>
                </a:cubicBezTo>
                <a:cubicBezTo>
                  <a:pt x="1781150" y="121756"/>
                  <a:pt x="1778760" y="110999"/>
                  <a:pt x="1778760" y="98319"/>
                </a:cubicBezTo>
                <a:moveTo>
                  <a:pt x="1808692" y="99878"/>
                </a:moveTo>
                <a:cubicBezTo>
                  <a:pt x="1808692" y="110791"/>
                  <a:pt x="1811290" y="119149"/>
                  <a:pt x="1816487" y="124952"/>
                </a:cubicBezTo>
                <a:cubicBezTo>
                  <a:pt x="1821683" y="130755"/>
                  <a:pt x="1828093" y="133656"/>
                  <a:pt x="1835714" y="133656"/>
                </a:cubicBezTo>
                <a:cubicBezTo>
                  <a:pt x="1843336" y="133656"/>
                  <a:pt x="1849728" y="130755"/>
                  <a:pt x="1854890" y="124952"/>
                </a:cubicBezTo>
                <a:cubicBezTo>
                  <a:pt x="1860051" y="119149"/>
                  <a:pt x="1862632" y="110722"/>
                  <a:pt x="1862632" y="99670"/>
                </a:cubicBezTo>
                <a:cubicBezTo>
                  <a:pt x="1862632" y="88896"/>
                  <a:pt x="1860051" y="80608"/>
                  <a:pt x="1854890" y="74805"/>
                </a:cubicBezTo>
                <a:cubicBezTo>
                  <a:pt x="1849728" y="69002"/>
                  <a:pt x="1843336" y="66100"/>
                  <a:pt x="1835714" y="66100"/>
                </a:cubicBezTo>
                <a:cubicBezTo>
                  <a:pt x="1828093" y="66100"/>
                  <a:pt x="1821683" y="69002"/>
                  <a:pt x="1816487" y="74805"/>
                </a:cubicBezTo>
                <a:cubicBezTo>
                  <a:pt x="1811290" y="80608"/>
                  <a:pt x="1808692" y="88965"/>
                  <a:pt x="1808692" y="99878"/>
                </a:cubicBezTo>
                <a:close/>
                <a:moveTo>
                  <a:pt x="2015752" y="155066"/>
                </a:moveTo>
                <a:lnTo>
                  <a:pt x="1986548" y="155066"/>
                </a:lnTo>
                <a:lnTo>
                  <a:pt x="1986548" y="98800"/>
                </a:lnTo>
                <a:cubicBezTo>
                  <a:pt x="1986548" y="86895"/>
                  <a:pt x="1985924" y="79196"/>
                  <a:pt x="1984677" y="75701"/>
                </a:cubicBezTo>
                <a:cubicBezTo>
                  <a:pt x="1983430" y="72206"/>
                  <a:pt x="1981403" y="69490"/>
                  <a:pt x="1978597" y="67552"/>
                </a:cubicBezTo>
                <a:cubicBezTo>
                  <a:pt x="1975791" y="65614"/>
                  <a:pt x="1972413" y="64645"/>
                  <a:pt x="1968464" y="64645"/>
                </a:cubicBezTo>
                <a:cubicBezTo>
                  <a:pt x="1963406" y="64645"/>
                  <a:pt x="1958867" y="66030"/>
                  <a:pt x="1954849" y="68799"/>
                </a:cubicBezTo>
                <a:cubicBezTo>
                  <a:pt x="1950830" y="71567"/>
                  <a:pt x="1948076" y="75235"/>
                  <a:pt x="1946586" y="79803"/>
                </a:cubicBezTo>
                <a:cubicBezTo>
                  <a:pt x="1945096" y="84370"/>
                  <a:pt x="1944351" y="92813"/>
                  <a:pt x="1944351" y="105133"/>
                </a:cubicBezTo>
                <a:lnTo>
                  <a:pt x="1944351" y="155066"/>
                </a:lnTo>
                <a:lnTo>
                  <a:pt x="1915147" y="155066"/>
                </a:lnTo>
                <a:lnTo>
                  <a:pt x="1915147" y="44691"/>
                </a:lnTo>
                <a:lnTo>
                  <a:pt x="1942273" y="44691"/>
                </a:lnTo>
                <a:lnTo>
                  <a:pt x="1942273" y="60904"/>
                </a:lnTo>
                <a:cubicBezTo>
                  <a:pt x="1951904" y="48432"/>
                  <a:pt x="1964029" y="42196"/>
                  <a:pt x="1978649" y="42196"/>
                </a:cubicBezTo>
                <a:cubicBezTo>
                  <a:pt x="1985093" y="42196"/>
                  <a:pt x="1990982" y="43357"/>
                  <a:pt x="1996317" y="45678"/>
                </a:cubicBezTo>
                <a:cubicBezTo>
                  <a:pt x="2001652" y="47999"/>
                  <a:pt x="2005688" y="50961"/>
                  <a:pt x="2008425" y="54564"/>
                </a:cubicBezTo>
                <a:cubicBezTo>
                  <a:pt x="2011162" y="58167"/>
                  <a:pt x="2013068" y="62255"/>
                  <a:pt x="2014142" y="66828"/>
                </a:cubicBezTo>
                <a:cubicBezTo>
                  <a:pt x="2015215" y="71401"/>
                  <a:pt x="2015752" y="77949"/>
                  <a:pt x="2015752" y="86471"/>
                </a:cubicBezTo>
                <a:lnTo>
                  <a:pt x="2015752" y="1550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834C76-E5A8-40F8-9CA7-D306C574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4" y="69049"/>
            <a:ext cx="5180811" cy="3480126"/>
          </a:xfrm>
          <a:custGeom xmlns:a="http://schemas.openxmlformats.org/drawingml/2006/main">
            <a:pathLst>
              <a:path w="5180811" h="3480126" fill="none">
                <a:moveTo>
                  <a:pt x="0" y="0"/>
                </a:moveTo>
                <a:lnTo>
                  <a:pt x="5180811" y="0"/>
                </a:lnTo>
                <a:lnTo>
                  <a:pt x="5180811" y="3480126"/>
                </a:lnTo>
                <a:lnTo>
                  <a:pt x="0" y="348012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738" cap="flat">
            <a:solidFill>
              <a:srgbClr val="7C7C7C"/>
            </a:solidFill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D93A2C-1625-4CCB-87D5-8F7E45D7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46" y="2831866"/>
            <a:ext cx="1734742" cy="600242"/>
          </a:xfrm>
          <a:custGeom xmlns:a="http://schemas.openxmlformats.org/drawingml/2006/main">
            <a:pathLst>
              <a:path w="1734742" h="600242">
                <a:moveTo>
                  <a:pt x="0" y="100040"/>
                </a:moveTo>
                <a:cubicBezTo>
                  <a:pt x="0" y="44788"/>
                  <a:pt x="44788" y="0"/>
                  <a:pt x="100040" y="0"/>
                </a:cubicBezTo>
                <a:lnTo>
                  <a:pt x="1634701" y="0"/>
                </a:lnTo>
                <a:cubicBezTo>
                  <a:pt x="1689954" y="0"/>
                  <a:pt x="1734742" y="44788"/>
                  <a:pt x="1734742" y="100040"/>
                </a:cubicBezTo>
                <a:lnTo>
                  <a:pt x="1734742" y="500202"/>
                </a:lnTo>
                <a:cubicBezTo>
                  <a:pt x="1734742" y="555454"/>
                  <a:pt x="1689954" y="600242"/>
                  <a:pt x="1634701" y="600242"/>
                </a:cubicBezTo>
                <a:lnTo>
                  <a:pt x="100040" y="600242"/>
                </a:lnTo>
                <a:cubicBezTo>
                  <a:pt x="44788" y="600242"/>
                  <a:pt x="0" y="555454"/>
                  <a:pt x="0" y="500202"/>
                </a:cubicBezTo>
                <a:lnTo>
                  <a:pt x="0" y="100040"/>
                </a:lnTo>
                <a:close/>
              </a:path>
            </a:pathLst>
          </a:custGeom>
          <a:solidFill xmlns:a="http://schemas.openxmlformats.org/drawingml/2006/main">
            <a:srgbClr val="E2EFF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9126fc2c84e60"/>
          <a:stretch xmlns:a="http://schemas.openxmlformats.org/drawingml/2006/main"/>
        </p:blipFill>
        <p:spPr>
          <a:xfrm xmlns:a="http://schemas.openxmlformats.org/drawingml/2006/main">
            <a:off x="6737645" y="2922245"/>
            <a:ext cx="442731" cy="425865"/>
          </a:xfrm>
          <a:prstGeom xmlns:a="http://schemas.openxmlformats.org/drawingml/2006/main" prst="rect">
            <a:avLst/>
          </a:prstGeom>
        </p:spPr>
      </p:pic>
      <p:sp>
        <p:nvSpPr>
          <p:cNvPr id="18" name="Text Semantic">
            <a:extLst xmlns:a="http://schemas.openxmlformats.org/drawingml/2006/main">
              <a:ext uri="{FF2B5EF4-FFF2-40B4-BE49-F238E27FC236}">
                <a16:creationId xmlns:a16="http://schemas.microsoft.com/office/drawing/2014/main" id="{BFE759A5-551A-4605-8AAA-9EA8808D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48" y="2923583"/>
            <a:ext cx="880312" cy="157560"/>
          </a:xfrm>
          <a:custGeom xmlns:a="http://schemas.openxmlformats.org/drawingml/2006/main">
            <a:pathLst>
              <a:path w="880312" h="157560">
                <a:moveTo>
                  <a:pt x="0" y="106010"/>
                </a:moveTo>
                <a:lnTo>
                  <a:pt x="19019" y="104347"/>
                </a:lnTo>
                <a:cubicBezTo>
                  <a:pt x="19920" y="111969"/>
                  <a:pt x="22016" y="118222"/>
                  <a:pt x="25307" y="123107"/>
                </a:cubicBezTo>
                <a:cubicBezTo>
                  <a:pt x="28598" y="127992"/>
                  <a:pt x="33708" y="131941"/>
                  <a:pt x="40637" y="134955"/>
                </a:cubicBezTo>
                <a:cubicBezTo>
                  <a:pt x="47566" y="137969"/>
                  <a:pt x="55361" y="139476"/>
                  <a:pt x="64022" y="139476"/>
                </a:cubicBezTo>
                <a:cubicBezTo>
                  <a:pt x="71713" y="139476"/>
                  <a:pt x="78503" y="138333"/>
                  <a:pt x="84392" y="136046"/>
                </a:cubicBezTo>
                <a:cubicBezTo>
                  <a:pt x="90282" y="133760"/>
                  <a:pt x="94664" y="130625"/>
                  <a:pt x="97540" y="126641"/>
                </a:cubicBezTo>
                <a:cubicBezTo>
                  <a:pt x="100415" y="122657"/>
                  <a:pt x="101853" y="118309"/>
                  <a:pt x="101853" y="113597"/>
                </a:cubicBezTo>
                <a:cubicBezTo>
                  <a:pt x="101853" y="108816"/>
                  <a:pt x="100467" y="104642"/>
                  <a:pt x="97696" y="101073"/>
                </a:cubicBezTo>
                <a:cubicBezTo>
                  <a:pt x="94924" y="97505"/>
                  <a:pt x="90351" y="94508"/>
                  <a:pt x="83977" y="92083"/>
                </a:cubicBezTo>
                <a:cubicBezTo>
                  <a:pt x="79889" y="90490"/>
                  <a:pt x="70847" y="88013"/>
                  <a:pt x="56851" y="84652"/>
                </a:cubicBezTo>
                <a:cubicBezTo>
                  <a:pt x="42854" y="81292"/>
                  <a:pt x="33050" y="78122"/>
                  <a:pt x="27438" y="75142"/>
                </a:cubicBezTo>
                <a:cubicBezTo>
                  <a:pt x="20163" y="71332"/>
                  <a:pt x="14741" y="66603"/>
                  <a:pt x="11173" y="60956"/>
                </a:cubicBezTo>
                <a:cubicBezTo>
                  <a:pt x="7604" y="55309"/>
                  <a:pt x="5820" y="48986"/>
                  <a:pt x="5820" y="41988"/>
                </a:cubicBezTo>
                <a:cubicBezTo>
                  <a:pt x="5820" y="34297"/>
                  <a:pt x="8003" y="27109"/>
                  <a:pt x="12368" y="20423"/>
                </a:cubicBezTo>
                <a:cubicBezTo>
                  <a:pt x="16733" y="13736"/>
                  <a:pt x="23107" y="8661"/>
                  <a:pt x="31491" y="5197"/>
                </a:cubicBezTo>
                <a:cubicBezTo>
                  <a:pt x="39875" y="1732"/>
                  <a:pt x="49194" y="0"/>
                  <a:pt x="59449" y="0"/>
                </a:cubicBezTo>
                <a:cubicBezTo>
                  <a:pt x="70743" y="0"/>
                  <a:pt x="80703" y="1819"/>
                  <a:pt x="89329" y="5456"/>
                </a:cubicBezTo>
                <a:cubicBezTo>
                  <a:pt x="97955" y="9094"/>
                  <a:pt x="104590" y="14446"/>
                  <a:pt x="109232" y="21514"/>
                </a:cubicBezTo>
                <a:cubicBezTo>
                  <a:pt x="113874" y="28581"/>
                  <a:pt x="116369" y="36584"/>
                  <a:pt x="116715" y="45522"/>
                </a:cubicBezTo>
                <a:lnTo>
                  <a:pt x="97384" y="46977"/>
                </a:lnTo>
                <a:cubicBezTo>
                  <a:pt x="96345" y="37311"/>
                  <a:pt x="92828" y="30010"/>
                  <a:pt x="86835" y="25073"/>
                </a:cubicBezTo>
                <a:cubicBezTo>
                  <a:pt x="80841" y="20137"/>
                  <a:pt x="71990" y="17668"/>
                  <a:pt x="60280" y="17668"/>
                </a:cubicBezTo>
                <a:cubicBezTo>
                  <a:pt x="48086" y="17668"/>
                  <a:pt x="39200" y="19905"/>
                  <a:pt x="33622" y="24378"/>
                </a:cubicBezTo>
                <a:cubicBezTo>
                  <a:pt x="28044" y="28850"/>
                  <a:pt x="25255" y="34240"/>
                  <a:pt x="25255" y="40550"/>
                </a:cubicBezTo>
                <a:cubicBezTo>
                  <a:pt x="25255" y="46028"/>
                  <a:pt x="27230" y="50535"/>
                  <a:pt x="31179" y="54070"/>
                </a:cubicBezTo>
                <a:cubicBezTo>
                  <a:pt x="35060" y="57608"/>
                  <a:pt x="45193" y="61232"/>
                  <a:pt x="61579" y="64941"/>
                </a:cubicBezTo>
                <a:cubicBezTo>
                  <a:pt x="77966" y="68650"/>
                  <a:pt x="89208" y="71891"/>
                  <a:pt x="95305" y="74665"/>
                </a:cubicBezTo>
                <a:cubicBezTo>
                  <a:pt x="104174" y="78755"/>
                  <a:pt x="110722" y="83939"/>
                  <a:pt x="114948" y="90216"/>
                </a:cubicBezTo>
                <a:cubicBezTo>
                  <a:pt x="119175" y="96491"/>
                  <a:pt x="121288" y="103719"/>
                  <a:pt x="121288" y="111902"/>
                </a:cubicBezTo>
                <a:cubicBezTo>
                  <a:pt x="121288" y="120013"/>
                  <a:pt x="118967" y="127657"/>
                  <a:pt x="114325" y="134835"/>
                </a:cubicBezTo>
                <a:cubicBezTo>
                  <a:pt x="109682" y="142011"/>
                  <a:pt x="103013" y="147592"/>
                  <a:pt x="94318" y="151581"/>
                </a:cubicBezTo>
                <a:cubicBezTo>
                  <a:pt x="85622" y="155567"/>
                  <a:pt x="75835" y="157560"/>
                  <a:pt x="64957" y="157560"/>
                </a:cubicBezTo>
                <a:cubicBezTo>
                  <a:pt x="51169" y="157560"/>
                  <a:pt x="39615" y="155551"/>
                  <a:pt x="30296" y="151532"/>
                </a:cubicBezTo>
                <a:cubicBezTo>
                  <a:pt x="20977" y="147513"/>
                  <a:pt x="13667" y="141468"/>
                  <a:pt x="8366" y="133396"/>
                </a:cubicBezTo>
                <a:cubicBezTo>
                  <a:pt x="3066" y="125324"/>
                  <a:pt x="277" y="116195"/>
                  <a:pt x="0" y="106010"/>
                </a:cubicBezTo>
                <a:close/>
                <a:moveTo>
                  <a:pt x="222638" y="119521"/>
                </a:moveTo>
                <a:lnTo>
                  <a:pt x="241969" y="121912"/>
                </a:lnTo>
                <a:cubicBezTo>
                  <a:pt x="238921" y="133206"/>
                  <a:pt x="233274" y="141970"/>
                  <a:pt x="225028" y="148206"/>
                </a:cubicBezTo>
                <a:cubicBezTo>
                  <a:pt x="216783" y="154442"/>
                  <a:pt x="206251" y="157560"/>
                  <a:pt x="193433" y="157560"/>
                </a:cubicBezTo>
                <a:cubicBezTo>
                  <a:pt x="177289" y="157560"/>
                  <a:pt x="164488" y="152589"/>
                  <a:pt x="155030" y="142646"/>
                </a:cubicBezTo>
                <a:cubicBezTo>
                  <a:pt x="145573" y="132703"/>
                  <a:pt x="140844" y="118759"/>
                  <a:pt x="140844" y="100814"/>
                </a:cubicBezTo>
                <a:cubicBezTo>
                  <a:pt x="140844" y="82244"/>
                  <a:pt x="145625" y="67833"/>
                  <a:pt x="155186" y="57578"/>
                </a:cubicBezTo>
                <a:cubicBezTo>
                  <a:pt x="164748" y="47323"/>
                  <a:pt x="177151" y="42196"/>
                  <a:pt x="192394" y="42196"/>
                </a:cubicBezTo>
                <a:cubicBezTo>
                  <a:pt x="207152" y="42196"/>
                  <a:pt x="219208" y="47212"/>
                  <a:pt x="228562" y="57244"/>
                </a:cubicBezTo>
                <a:cubicBezTo>
                  <a:pt x="237916" y="67273"/>
                  <a:pt x="242593" y="81384"/>
                  <a:pt x="242593" y="99576"/>
                </a:cubicBezTo>
                <a:cubicBezTo>
                  <a:pt x="242593" y="100683"/>
                  <a:pt x="242558" y="102342"/>
                  <a:pt x="242489" y="104555"/>
                </a:cubicBezTo>
                <a:lnTo>
                  <a:pt x="160175" y="104555"/>
                </a:lnTo>
                <a:cubicBezTo>
                  <a:pt x="160868" y="116646"/>
                  <a:pt x="164298" y="125904"/>
                  <a:pt x="170464" y="132331"/>
                </a:cubicBezTo>
                <a:cubicBezTo>
                  <a:pt x="176631" y="138757"/>
                  <a:pt x="184322" y="141970"/>
                  <a:pt x="193537" y="141970"/>
                </a:cubicBezTo>
                <a:cubicBezTo>
                  <a:pt x="200397" y="141970"/>
                  <a:pt x="206251" y="140186"/>
                  <a:pt x="211102" y="136618"/>
                </a:cubicBezTo>
                <a:cubicBezTo>
                  <a:pt x="215952" y="133047"/>
                  <a:pt x="219797" y="127349"/>
                  <a:pt x="222638" y="119521"/>
                </a:cubicBezTo>
                <a:moveTo>
                  <a:pt x="161214" y="88965"/>
                </a:moveTo>
                <a:lnTo>
                  <a:pt x="222846" y="88965"/>
                </a:lnTo>
                <a:cubicBezTo>
                  <a:pt x="222014" y="79832"/>
                  <a:pt x="219659" y="72983"/>
                  <a:pt x="215778" y="68416"/>
                </a:cubicBezTo>
                <a:cubicBezTo>
                  <a:pt x="209820" y="61329"/>
                  <a:pt x="202094" y="57786"/>
                  <a:pt x="192602" y="57786"/>
                </a:cubicBezTo>
                <a:cubicBezTo>
                  <a:pt x="184010" y="57786"/>
                  <a:pt x="176787" y="60615"/>
                  <a:pt x="170932" y="66273"/>
                </a:cubicBezTo>
                <a:cubicBezTo>
                  <a:pt x="165077" y="71928"/>
                  <a:pt x="161838" y="79492"/>
                  <a:pt x="161214" y="88965"/>
                </a:cubicBezTo>
                <a:close/>
                <a:moveTo>
                  <a:pt x="266277" y="155066"/>
                </a:moveTo>
                <a:lnTo>
                  <a:pt x="266277" y="44691"/>
                </a:lnTo>
                <a:lnTo>
                  <a:pt x="283010" y="44691"/>
                </a:lnTo>
                <a:lnTo>
                  <a:pt x="283010" y="60072"/>
                </a:lnTo>
                <a:cubicBezTo>
                  <a:pt x="286475" y="54698"/>
                  <a:pt x="291082" y="50375"/>
                  <a:pt x="296833" y="47104"/>
                </a:cubicBezTo>
                <a:cubicBezTo>
                  <a:pt x="302584" y="43832"/>
                  <a:pt x="309132" y="42196"/>
                  <a:pt x="316476" y="42196"/>
                </a:cubicBezTo>
                <a:cubicBezTo>
                  <a:pt x="324652" y="42196"/>
                  <a:pt x="331356" y="43885"/>
                  <a:pt x="336587" y="47263"/>
                </a:cubicBezTo>
                <a:cubicBezTo>
                  <a:pt x="341818" y="50638"/>
                  <a:pt x="345508" y="55359"/>
                  <a:pt x="347656" y="61424"/>
                </a:cubicBezTo>
                <a:cubicBezTo>
                  <a:pt x="356386" y="48605"/>
                  <a:pt x="367749" y="42196"/>
                  <a:pt x="381745" y="42196"/>
                </a:cubicBezTo>
                <a:cubicBezTo>
                  <a:pt x="392693" y="42196"/>
                  <a:pt x="401111" y="45228"/>
                  <a:pt x="407000" y="51290"/>
                </a:cubicBezTo>
                <a:cubicBezTo>
                  <a:pt x="412890" y="57353"/>
                  <a:pt x="415835" y="66689"/>
                  <a:pt x="415835" y="79300"/>
                </a:cubicBezTo>
                <a:lnTo>
                  <a:pt x="415835" y="155066"/>
                </a:lnTo>
                <a:lnTo>
                  <a:pt x="397231" y="155066"/>
                </a:lnTo>
                <a:lnTo>
                  <a:pt x="397231" y="85461"/>
                </a:lnTo>
                <a:cubicBezTo>
                  <a:pt x="397231" y="77969"/>
                  <a:pt x="396625" y="72577"/>
                  <a:pt x="395412" y="69283"/>
                </a:cubicBezTo>
                <a:cubicBezTo>
                  <a:pt x="394200" y="65988"/>
                  <a:pt x="392000" y="63334"/>
                  <a:pt x="388812" y="61323"/>
                </a:cubicBezTo>
                <a:cubicBezTo>
                  <a:pt x="385625" y="59311"/>
                  <a:pt x="381884" y="58306"/>
                  <a:pt x="377588" y="58306"/>
                </a:cubicBezTo>
                <a:cubicBezTo>
                  <a:pt x="369828" y="58306"/>
                  <a:pt x="363384" y="60890"/>
                  <a:pt x="358257" y="66058"/>
                </a:cubicBezTo>
                <a:cubicBezTo>
                  <a:pt x="353129" y="71224"/>
                  <a:pt x="350566" y="79496"/>
                  <a:pt x="350566" y="90872"/>
                </a:cubicBezTo>
                <a:lnTo>
                  <a:pt x="350566" y="155066"/>
                </a:lnTo>
                <a:lnTo>
                  <a:pt x="331858" y="155066"/>
                </a:lnTo>
                <a:lnTo>
                  <a:pt x="331858" y="83275"/>
                </a:lnTo>
                <a:cubicBezTo>
                  <a:pt x="331858" y="74952"/>
                  <a:pt x="330334" y="68710"/>
                  <a:pt x="327285" y="64548"/>
                </a:cubicBezTo>
                <a:cubicBezTo>
                  <a:pt x="324236" y="60386"/>
                  <a:pt x="319248" y="58306"/>
                  <a:pt x="312319" y="58306"/>
                </a:cubicBezTo>
                <a:cubicBezTo>
                  <a:pt x="307053" y="58306"/>
                  <a:pt x="302186" y="59693"/>
                  <a:pt x="297716" y="62469"/>
                </a:cubicBezTo>
                <a:cubicBezTo>
                  <a:pt x="293247" y="65243"/>
                  <a:pt x="290008" y="69301"/>
                  <a:pt x="287999" y="74642"/>
                </a:cubicBezTo>
                <a:cubicBezTo>
                  <a:pt x="285990" y="79982"/>
                  <a:pt x="284985" y="87680"/>
                  <a:pt x="284985" y="97738"/>
                </a:cubicBezTo>
                <a:lnTo>
                  <a:pt x="284985" y="155066"/>
                </a:lnTo>
                <a:lnTo>
                  <a:pt x="266277" y="155066"/>
                </a:lnTo>
                <a:close/>
                <a:moveTo>
                  <a:pt x="517097" y="141438"/>
                </a:moveTo>
                <a:cubicBezTo>
                  <a:pt x="510168" y="147332"/>
                  <a:pt x="503499" y="151492"/>
                  <a:pt x="497090" y="153919"/>
                </a:cubicBezTo>
                <a:cubicBezTo>
                  <a:pt x="490681" y="156347"/>
                  <a:pt x="483804" y="157560"/>
                  <a:pt x="476460" y="157560"/>
                </a:cubicBezTo>
                <a:cubicBezTo>
                  <a:pt x="464334" y="157560"/>
                  <a:pt x="455015" y="154596"/>
                  <a:pt x="448502" y="148668"/>
                </a:cubicBezTo>
                <a:cubicBezTo>
                  <a:pt x="441989" y="142739"/>
                  <a:pt x="438733" y="135164"/>
                  <a:pt x="438733" y="125942"/>
                </a:cubicBezTo>
                <a:cubicBezTo>
                  <a:pt x="438733" y="120536"/>
                  <a:pt x="439962" y="115597"/>
                  <a:pt x="442422" y="111126"/>
                </a:cubicBezTo>
                <a:cubicBezTo>
                  <a:pt x="444882" y="106652"/>
                  <a:pt x="448104" y="103063"/>
                  <a:pt x="452088" y="100359"/>
                </a:cubicBezTo>
                <a:cubicBezTo>
                  <a:pt x="456072" y="97654"/>
                  <a:pt x="460558" y="95609"/>
                  <a:pt x="465547" y="94224"/>
                </a:cubicBezTo>
                <a:cubicBezTo>
                  <a:pt x="469219" y="93251"/>
                  <a:pt x="474762" y="92315"/>
                  <a:pt x="482176" y="91414"/>
                </a:cubicBezTo>
                <a:cubicBezTo>
                  <a:pt x="497281" y="89626"/>
                  <a:pt x="508401" y="87493"/>
                  <a:pt x="515538" y="85016"/>
                </a:cubicBezTo>
                <a:cubicBezTo>
                  <a:pt x="515607" y="82463"/>
                  <a:pt x="515642" y="80841"/>
                  <a:pt x="515642" y="80151"/>
                </a:cubicBezTo>
                <a:cubicBezTo>
                  <a:pt x="515642" y="72557"/>
                  <a:pt x="513875" y="67208"/>
                  <a:pt x="510341" y="64103"/>
                </a:cubicBezTo>
                <a:cubicBezTo>
                  <a:pt x="505561" y="59892"/>
                  <a:pt x="498459" y="57786"/>
                  <a:pt x="489035" y="57786"/>
                </a:cubicBezTo>
                <a:cubicBezTo>
                  <a:pt x="480236" y="57786"/>
                  <a:pt x="473740" y="59328"/>
                  <a:pt x="469548" y="62411"/>
                </a:cubicBezTo>
                <a:cubicBezTo>
                  <a:pt x="465356" y="65494"/>
                  <a:pt x="462256" y="70951"/>
                  <a:pt x="460246" y="78780"/>
                </a:cubicBezTo>
                <a:lnTo>
                  <a:pt x="441954" y="76286"/>
                </a:lnTo>
                <a:cubicBezTo>
                  <a:pt x="443617" y="68432"/>
                  <a:pt x="446354" y="62090"/>
                  <a:pt x="450165" y="57260"/>
                </a:cubicBezTo>
                <a:cubicBezTo>
                  <a:pt x="453976" y="52429"/>
                  <a:pt x="459484" y="48711"/>
                  <a:pt x="466690" y="46107"/>
                </a:cubicBezTo>
                <a:cubicBezTo>
                  <a:pt x="473896" y="43500"/>
                  <a:pt x="482245" y="42196"/>
                  <a:pt x="491738" y="42196"/>
                </a:cubicBezTo>
                <a:cubicBezTo>
                  <a:pt x="501161" y="42196"/>
                  <a:pt x="508817" y="43305"/>
                  <a:pt x="514707" y="45522"/>
                </a:cubicBezTo>
                <a:cubicBezTo>
                  <a:pt x="520596" y="47739"/>
                  <a:pt x="524926" y="50528"/>
                  <a:pt x="527698" y="53888"/>
                </a:cubicBezTo>
                <a:cubicBezTo>
                  <a:pt x="530469" y="57249"/>
                  <a:pt x="532410" y="61493"/>
                  <a:pt x="533518" y="66620"/>
                </a:cubicBezTo>
                <a:cubicBezTo>
                  <a:pt x="534142" y="69807"/>
                  <a:pt x="534454" y="75558"/>
                  <a:pt x="534454" y="83873"/>
                </a:cubicBezTo>
                <a:lnTo>
                  <a:pt x="534454" y="108816"/>
                </a:lnTo>
                <a:cubicBezTo>
                  <a:pt x="534454" y="126208"/>
                  <a:pt x="534852" y="137207"/>
                  <a:pt x="535649" y="141815"/>
                </a:cubicBezTo>
                <a:cubicBezTo>
                  <a:pt x="536446" y="146422"/>
                  <a:pt x="538022" y="150839"/>
                  <a:pt x="540378" y="155066"/>
                </a:cubicBezTo>
                <a:lnTo>
                  <a:pt x="520838" y="155066"/>
                </a:lnTo>
                <a:cubicBezTo>
                  <a:pt x="518898" y="151181"/>
                  <a:pt x="517651" y="146639"/>
                  <a:pt x="517097" y="141438"/>
                </a:cubicBezTo>
                <a:moveTo>
                  <a:pt x="515538" y="99566"/>
                </a:moveTo>
                <a:cubicBezTo>
                  <a:pt x="508748" y="102362"/>
                  <a:pt x="498563" y="104737"/>
                  <a:pt x="484982" y="106692"/>
                </a:cubicBezTo>
                <a:cubicBezTo>
                  <a:pt x="477291" y="107805"/>
                  <a:pt x="471852" y="109058"/>
                  <a:pt x="468665" y="110450"/>
                </a:cubicBezTo>
                <a:cubicBezTo>
                  <a:pt x="465478" y="111840"/>
                  <a:pt x="463018" y="113875"/>
                  <a:pt x="461286" y="116556"/>
                </a:cubicBezTo>
                <a:cubicBezTo>
                  <a:pt x="459554" y="119234"/>
                  <a:pt x="458687" y="122208"/>
                  <a:pt x="458687" y="125478"/>
                </a:cubicBezTo>
                <a:cubicBezTo>
                  <a:pt x="458687" y="130486"/>
                  <a:pt x="460576" y="134661"/>
                  <a:pt x="464352" y="138002"/>
                </a:cubicBezTo>
                <a:cubicBezTo>
                  <a:pt x="468128" y="141340"/>
                  <a:pt x="473654" y="143010"/>
                  <a:pt x="480929" y="143010"/>
                </a:cubicBezTo>
                <a:cubicBezTo>
                  <a:pt x="488135" y="143010"/>
                  <a:pt x="494544" y="141426"/>
                  <a:pt x="500156" y="138258"/>
                </a:cubicBezTo>
                <a:cubicBezTo>
                  <a:pt x="505768" y="135090"/>
                  <a:pt x="509891" y="130757"/>
                  <a:pt x="512524" y="125257"/>
                </a:cubicBezTo>
                <a:cubicBezTo>
                  <a:pt x="514533" y="121009"/>
                  <a:pt x="515538" y="114743"/>
                  <a:pt x="515538" y="106458"/>
                </a:cubicBezTo>
                <a:lnTo>
                  <a:pt x="515538" y="99566"/>
                </a:lnTo>
                <a:close/>
                <a:moveTo>
                  <a:pt x="564269" y="155066"/>
                </a:moveTo>
                <a:lnTo>
                  <a:pt x="564269" y="44691"/>
                </a:lnTo>
                <a:lnTo>
                  <a:pt x="581106" y="44691"/>
                </a:lnTo>
                <a:lnTo>
                  <a:pt x="581106" y="60280"/>
                </a:lnTo>
                <a:cubicBezTo>
                  <a:pt x="589213" y="48224"/>
                  <a:pt x="600922" y="42196"/>
                  <a:pt x="616235" y="42196"/>
                </a:cubicBezTo>
                <a:cubicBezTo>
                  <a:pt x="622886" y="42196"/>
                  <a:pt x="629001" y="43391"/>
                  <a:pt x="634579" y="45782"/>
                </a:cubicBezTo>
                <a:cubicBezTo>
                  <a:pt x="640156" y="48172"/>
                  <a:pt x="644331" y="51308"/>
                  <a:pt x="647102" y="55188"/>
                </a:cubicBezTo>
                <a:cubicBezTo>
                  <a:pt x="649874" y="59068"/>
                  <a:pt x="651814" y="63675"/>
                  <a:pt x="652923" y="69011"/>
                </a:cubicBezTo>
                <a:cubicBezTo>
                  <a:pt x="653615" y="72475"/>
                  <a:pt x="653962" y="78538"/>
                  <a:pt x="653962" y="87199"/>
                </a:cubicBezTo>
                <a:lnTo>
                  <a:pt x="653962" y="155066"/>
                </a:lnTo>
                <a:lnTo>
                  <a:pt x="635254" y="155066"/>
                </a:lnTo>
                <a:lnTo>
                  <a:pt x="635254" y="87855"/>
                </a:lnTo>
                <a:cubicBezTo>
                  <a:pt x="635254" y="80224"/>
                  <a:pt x="634527" y="74519"/>
                  <a:pt x="633072" y="70738"/>
                </a:cubicBezTo>
                <a:cubicBezTo>
                  <a:pt x="631617" y="66958"/>
                  <a:pt x="629036" y="63941"/>
                  <a:pt x="625329" y="61687"/>
                </a:cubicBezTo>
                <a:cubicBezTo>
                  <a:pt x="621622" y="59433"/>
                  <a:pt x="617274" y="58306"/>
                  <a:pt x="612285" y="58306"/>
                </a:cubicBezTo>
                <a:cubicBezTo>
                  <a:pt x="604317" y="58306"/>
                  <a:pt x="597440" y="60838"/>
                  <a:pt x="591655" y="65902"/>
                </a:cubicBezTo>
                <a:cubicBezTo>
                  <a:pt x="585869" y="70965"/>
                  <a:pt x="582977" y="80571"/>
                  <a:pt x="582977" y="94721"/>
                </a:cubicBezTo>
                <a:lnTo>
                  <a:pt x="582977" y="155066"/>
                </a:lnTo>
                <a:lnTo>
                  <a:pt x="564269" y="155066"/>
                </a:lnTo>
                <a:close/>
                <a:moveTo>
                  <a:pt x="724312" y="138541"/>
                </a:moveTo>
                <a:lnTo>
                  <a:pt x="727014" y="155066"/>
                </a:lnTo>
                <a:cubicBezTo>
                  <a:pt x="721748" y="156036"/>
                  <a:pt x="717037" y="156521"/>
                  <a:pt x="712879" y="156521"/>
                </a:cubicBezTo>
                <a:cubicBezTo>
                  <a:pt x="706089" y="156521"/>
                  <a:pt x="700823" y="155447"/>
                  <a:pt x="697082" y="153299"/>
                </a:cubicBezTo>
                <a:cubicBezTo>
                  <a:pt x="693340" y="151151"/>
                  <a:pt x="690707" y="148328"/>
                  <a:pt x="689183" y="144829"/>
                </a:cubicBezTo>
                <a:cubicBezTo>
                  <a:pt x="687659" y="141330"/>
                  <a:pt x="686897" y="133968"/>
                  <a:pt x="686897" y="122743"/>
                </a:cubicBezTo>
                <a:lnTo>
                  <a:pt x="686897" y="59241"/>
                </a:lnTo>
                <a:lnTo>
                  <a:pt x="673178" y="59241"/>
                </a:lnTo>
                <a:lnTo>
                  <a:pt x="673178" y="44691"/>
                </a:lnTo>
                <a:lnTo>
                  <a:pt x="686897" y="44691"/>
                </a:lnTo>
                <a:lnTo>
                  <a:pt x="686897" y="17282"/>
                </a:lnTo>
                <a:lnTo>
                  <a:pt x="705500" y="6028"/>
                </a:lnTo>
                <a:lnTo>
                  <a:pt x="705500" y="44691"/>
                </a:lnTo>
                <a:lnTo>
                  <a:pt x="724312" y="44691"/>
                </a:lnTo>
                <a:lnTo>
                  <a:pt x="724312" y="59241"/>
                </a:lnTo>
                <a:lnTo>
                  <a:pt x="705500" y="59241"/>
                </a:lnTo>
                <a:lnTo>
                  <a:pt x="705500" y="123782"/>
                </a:lnTo>
                <a:cubicBezTo>
                  <a:pt x="705500" y="129118"/>
                  <a:pt x="705829" y="132547"/>
                  <a:pt x="706488" y="134072"/>
                </a:cubicBezTo>
                <a:cubicBezTo>
                  <a:pt x="707146" y="135596"/>
                  <a:pt x="708220" y="136809"/>
                  <a:pt x="709709" y="137709"/>
                </a:cubicBezTo>
                <a:cubicBezTo>
                  <a:pt x="711199" y="138610"/>
                  <a:pt x="713330" y="139060"/>
                  <a:pt x="716101" y="139060"/>
                </a:cubicBezTo>
                <a:cubicBezTo>
                  <a:pt x="718180" y="139060"/>
                  <a:pt x="720917" y="138887"/>
                  <a:pt x="724312" y="138541"/>
                </a:cubicBezTo>
                <a:close/>
                <a:moveTo>
                  <a:pt x="743169" y="24320"/>
                </a:moveTo>
                <a:lnTo>
                  <a:pt x="743169" y="2702"/>
                </a:lnTo>
                <a:lnTo>
                  <a:pt x="761876" y="2702"/>
                </a:lnTo>
                <a:lnTo>
                  <a:pt x="761876" y="24320"/>
                </a:lnTo>
                <a:lnTo>
                  <a:pt x="743169" y="24320"/>
                </a:lnTo>
                <a:moveTo>
                  <a:pt x="743169" y="155066"/>
                </a:moveTo>
                <a:lnTo>
                  <a:pt x="743169" y="44691"/>
                </a:lnTo>
                <a:lnTo>
                  <a:pt x="761876" y="44691"/>
                </a:lnTo>
                <a:lnTo>
                  <a:pt x="761876" y="155066"/>
                </a:lnTo>
                <a:lnTo>
                  <a:pt x="743169" y="155066"/>
                </a:lnTo>
                <a:close/>
                <a:moveTo>
                  <a:pt x="861916" y="114533"/>
                </a:moveTo>
                <a:lnTo>
                  <a:pt x="880312" y="116923"/>
                </a:lnTo>
                <a:cubicBezTo>
                  <a:pt x="878303" y="129635"/>
                  <a:pt x="873158" y="139587"/>
                  <a:pt x="864878" y="146777"/>
                </a:cubicBezTo>
                <a:cubicBezTo>
                  <a:pt x="856598" y="153966"/>
                  <a:pt x="846430" y="157560"/>
                  <a:pt x="834374" y="157560"/>
                </a:cubicBezTo>
                <a:cubicBezTo>
                  <a:pt x="819269" y="157560"/>
                  <a:pt x="807127" y="152623"/>
                  <a:pt x="797946" y="142750"/>
                </a:cubicBezTo>
                <a:cubicBezTo>
                  <a:pt x="788766" y="132876"/>
                  <a:pt x="784175" y="118724"/>
                  <a:pt x="784175" y="100294"/>
                </a:cubicBezTo>
                <a:cubicBezTo>
                  <a:pt x="784175" y="88376"/>
                  <a:pt x="786150" y="77949"/>
                  <a:pt x="790099" y="69011"/>
                </a:cubicBezTo>
                <a:cubicBezTo>
                  <a:pt x="794049" y="60072"/>
                  <a:pt x="800059" y="53369"/>
                  <a:pt x="808131" y="48900"/>
                </a:cubicBezTo>
                <a:cubicBezTo>
                  <a:pt x="816204" y="44431"/>
                  <a:pt x="824986" y="42196"/>
                  <a:pt x="834478" y="42196"/>
                </a:cubicBezTo>
                <a:cubicBezTo>
                  <a:pt x="846465" y="42196"/>
                  <a:pt x="856269" y="45237"/>
                  <a:pt x="863891" y="51319"/>
                </a:cubicBezTo>
                <a:cubicBezTo>
                  <a:pt x="871512" y="57399"/>
                  <a:pt x="876397" y="66033"/>
                  <a:pt x="878545" y="77221"/>
                </a:cubicBezTo>
                <a:lnTo>
                  <a:pt x="860357" y="80027"/>
                </a:lnTo>
                <a:cubicBezTo>
                  <a:pt x="858625" y="72648"/>
                  <a:pt x="855559" y="67096"/>
                  <a:pt x="851159" y="63372"/>
                </a:cubicBezTo>
                <a:cubicBezTo>
                  <a:pt x="846759" y="59648"/>
                  <a:pt x="841442" y="57786"/>
                  <a:pt x="835206" y="57786"/>
                </a:cubicBezTo>
                <a:cubicBezTo>
                  <a:pt x="825783" y="57786"/>
                  <a:pt x="818126" y="61147"/>
                  <a:pt x="812237" y="67871"/>
                </a:cubicBezTo>
                <a:cubicBezTo>
                  <a:pt x="806347" y="74591"/>
                  <a:pt x="803403" y="85226"/>
                  <a:pt x="803403" y="99774"/>
                </a:cubicBezTo>
                <a:cubicBezTo>
                  <a:pt x="803403" y="114530"/>
                  <a:pt x="806243" y="125253"/>
                  <a:pt x="811925" y="131941"/>
                </a:cubicBezTo>
                <a:cubicBezTo>
                  <a:pt x="817607" y="138627"/>
                  <a:pt x="825020" y="141970"/>
                  <a:pt x="834166" y="141970"/>
                </a:cubicBezTo>
                <a:cubicBezTo>
                  <a:pt x="841511" y="141970"/>
                  <a:pt x="847643" y="139727"/>
                  <a:pt x="852562" y="135241"/>
                </a:cubicBezTo>
                <a:cubicBezTo>
                  <a:pt x="857482" y="130755"/>
                  <a:pt x="860600" y="123852"/>
                  <a:pt x="861916" y="1145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Obfuscation">
            <a:extLst xmlns:a="http://schemas.openxmlformats.org/drawingml/2006/main">
              <a:ext uri="{FF2B5EF4-FFF2-40B4-BE49-F238E27FC236}">
                <a16:creationId xmlns:a16="http://schemas.microsoft.com/office/drawing/2014/main" id="{5C74EC9A-CA6E-4397-A114-BD688776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321" y="3179004"/>
            <a:ext cx="1115122" cy="157560"/>
          </a:xfrm>
          <a:custGeom xmlns:a="http://schemas.openxmlformats.org/drawingml/2006/main">
            <a:pathLst>
              <a:path w="1115122" h="157560">
                <a:moveTo>
                  <a:pt x="0" y="80807"/>
                </a:moveTo>
                <a:cubicBezTo>
                  <a:pt x="0" y="55532"/>
                  <a:pt x="6790" y="35746"/>
                  <a:pt x="20371" y="21449"/>
                </a:cubicBezTo>
                <a:cubicBezTo>
                  <a:pt x="33951" y="7150"/>
                  <a:pt x="51481" y="0"/>
                  <a:pt x="72960" y="0"/>
                </a:cubicBezTo>
                <a:cubicBezTo>
                  <a:pt x="87025" y="0"/>
                  <a:pt x="99705" y="3358"/>
                  <a:pt x="110999" y="10075"/>
                </a:cubicBezTo>
                <a:cubicBezTo>
                  <a:pt x="122293" y="16791"/>
                  <a:pt x="130902" y="26157"/>
                  <a:pt x="136826" y="38172"/>
                </a:cubicBezTo>
                <a:cubicBezTo>
                  <a:pt x="142750" y="50185"/>
                  <a:pt x="145712" y="63807"/>
                  <a:pt x="145712" y="79040"/>
                </a:cubicBezTo>
                <a:cubicBezTo>
                  <a:pt x="145712" y="94480"/>
                  <a:pt x="142594" y="108294"/>
                  <a:pt x="136358" y="120483"/>
                </a:cubicBezTo>
                <a:cubicBezTo>
                  <a:pt x="130122" y="132669"/>
                  <a:pt x="121288" y="141895"/>
                  <a:pt x="109856" y="148161"/>
                </a:cubicBezTo>
                <a:cubicBezTo>
                  <a:pt x="98423" y="154427"/>
                  <a:pt x="86090" y="157560"/>
                  <a:pt x="72856" y="157560"/>
                </a:cubicBezTo>
                <a:cubicBezTo>
                  <a:pt x="58513" y="157560"/>
                  <a:pt x="45695" y="154098"/>
                  <a:pt x="34401" y="147174"/>
                </a:cubicBezTo>
                <a:cubicBezTo>
                  <a:pt x="23107" y="140249"/>
                  <a:pt x="14550" y="130798"/>
                  <a:pt x="8730" y="118820"/>
                </a:cubicBezTo>
                <a:cubicBezTo>
                  <a:pt x="2910" y="106842"/>
                  <a:pt x="0" y="94171"/>
                  <a:pt x="0" y="80807"/>
                </a:cubicBezTo>
                <a:moveTo>
                  <a:pt x="20786" y="81070"/>
                </a:moveTo>
                <a:cubicBezTo>
                  <a:pt x="20786" y="99464"/>
                  <a:pt x="25723" y="113952"/>
                  <a:pt x="35597" y="124536"/>
                </a:cubicBezTo>
                <a:cubicBezTo>
                  <a:pt x="45470" y="135120"/>
                  <a:pt x="57855" y="140411"/>
                  <a:pt x="72752" y="140411"/>
                </a:cubicBezTo>
                <a:cubicBezTo>
                  <a:pt x="87926" y="140411"/>
                  <a:pt x="100415" y="135068"/>
                  <a:pt x="110219" y="124380"/>
                </a:cubicBezTo>
                <a:cubicBezTo>
                  <a:pt x="120024" y="113690"/>
                  <a:pt x="124926" y="98525"/>
                  <a:pt x="124926" y="78884"/>
                </a:cubicBezTo>
                <a:cubicBezTo>
                  <a:pt x="124926" y="66460"/>
                  <a:pt x="122830" y="55615"/>
                  <a:pt x="118638" y="46350"/>
                </a:cubicBezTo>
                <a:cubicBezTo>
                  <a:pt x="114446" y="37085"/>
                  <a:pt x="108314" y="29902"/>
                  <a:pt x="100242" y="24801"/>
                </a:cubicBezTo>
                <a:cubicBezTo>
                  <a:pt x="92170" y="19699"/>
                  <a:pt x="83111" y="17149"/>
                  <a:pt x="73064" y="17149"/>
                </a:cubicBezTo>
                <a:cubicBezTo>
                  <a:pt x="58791" y="17149"/>
                  <a:pt x="46509" y="22059"/>
                  <a:pt x="36220" y="31881"/>
                </a:cubicBezTo>
                <a:cubicBezTo>
                  <a:pt x="25931" y="41700"/>
                  <a:pt x="20786" y="58097"/>
                  <a:pt x="20786" y="81070"/>
                </a:cubicBezTo>
                <a:close/>
                <a:moveTo>
                  <a:pt x="187019" y="155066"/>
                </a:moveTo>
                <a:lnTo>
                  <a:pt x="169663" y="155066"/>
                </a:lnTo>
                <a:lnTo>
                  <a:pt x="169663" y="2702"/>
                </a:lnTo>
                <a:lnTo>
                  <a:pt x="188371" y="2702"/>
                </a:lnTo>
                <a:lnTo>
                  <a:pt x="188371" y="57260"/>
                </a:lnTo>
                <a:cubicBezTo>
                  <a:pt x="196269" y="47217"/>
                  <a:pt x="206351" y="42196"/>
                  <a:pt x="218615" y="42196"/>
                </a:cubicBezTo>
                <a:cubicBezTo>
                  <a:pt x="225405" y="42196"/>
                  <a:pt x="231831" y="43565"/>
                  <a:pt x="237894" y="46301"/>
                </a:cubicBezTo>
                <a:cubicBezTo>
                  <a:pt x="243957" y="49038"/>
                  <a:pt x="248945" y="52884"/>
                  <a:pt x="252860" y="57838"/>
                </a:cubicBezTo>
                <a:cubicBezTo>
                  <a:pt x="256775" y="62792"/>
                  <a:pt x="259841" y="68768"/>
                  <a:pt x="262058" y="75766"/>
                </a:cubicBezTo>
                <a:cubicBezTo>
                  <a:pt x="264275" y="82764"/>
                  <a:pt x="265384" y="90247"/>
                  <a:pt x="265384" y="98215"/>
                </a:cubicBezTo>
                <a:cubicBezTo>
                  <a:pt x="265384" y="117131"/>
                  <a:pt x="260707" y="131751"/>
                  <a:pt x="251353" y="142074"/>
                </a:cubicBezTo>
                <a:cubicBezTo>
                  <a:pt x="241999" y="152398"/>
                  <a:pt x="230775" y="157560"/>
                  <a:pt x="217679" y="157560"/>
                </a:cubicBezTo>
                <a:cubicBezTo>
                  <a:pt x="204653" y="157560"/>
                  <a:pt x="194433" y="152052"/>
                  <a:pt x="187019" y="141035"/>
                </a:cubicBezTo>
                <a:lnTo>
                  <a:pt x="187019" y="155066"/>
                </a:lnTo>
                <a:moveTo>
                  <a:pt x="186812" y="99050"/>
                </a:moveTo>
                <a:cubicBezTo>
                  <a:pt x="186812" y="112219"/>
                  <a:pt x="188613" y="121734"/>
                  <a:pt x="192216" y="127595"/>
                </a:cubicBezTo>
                <a:cubicBezTo>
                  <a:pt x="198106" y="137179"/>
                  <a:pt x="206074" y="141970"/>
                  <a:pt x="216120" y="141970"/>
                </a:cubicBezTo>
                <a:cubicBezTo>
                  <a:pt x="224296" y="141970"/>
                  <a:pt x="231364" y="138437"/>
                  <a:pt x="237322" y="131369"/>
                </a:cubicBezTo>
                <a:cubicBezTo>
                  <a:pt x="243281" y="124302"/>
                  <a:pt x="246260" y="113770"/>
                  <a:pt x="246260" y="99774"/>
                </a:cubicBezTo>
                <a:cubicBezTo>
                  <a:pt x="246260" y="85434"/>
                  <a:pt x="243402" y="74851"/>
                  <a:pt x="237686" y="68026"/>
                </a:cubicBezTo>
                <a:cubicBezTo>
                  <a:pt x="231970" y="61199"/>
                  <a:pt x="225058" y="57786"/>
                  <a:pt x="216952" y="57786"/>
                </a:cubicBezTo>
                <a:cubicBezTo>
                  <a:pt x="208776" y="57786"/>
                  <a:pt x="201708" y="61320"/>
                  <a:pt x="195750" y="68387"/>
                </a:cubicBezTo>
                <a:cubicBezTo>
                  <a:pt x="189791" y="75454"/>
                  <a:pt x="186812" y="85675"/>
                  <a:pt x="186812" y="99050"/>
                </a:cubicBezTo>
                <a:close/>
                <a:moveTo>
                  <a:pt x="293432" y="155066"/>
                </a:moveTo>
                <a:lnTo>
                  <a:pt x="293432" y="59241"/>
                </a:lnTo>
                <a:lnTo>
                  <a:pt x="276907" y="59241"/>
                </a:lnTo>
                <a:lnTo>
                  <a:pt x="276907" y="44691"/>
                </a:lnTo>
                <a:lnTo>
                  <a:pt x="293432" y="44691"/>
                </a:lnTo>
                <a:lnTo>
                  <a:pt x="293432" y="32972"/>
                </a:lnTo>
                <a:cubicBezTo>
                  <a:pt x="293432" y="25576"/>
                  <a:pt x="294090" y="20080"/>
                  <a:pt x="295407" y="16486"/>
                </a:cubicBezTo>
                <a:cubicBezTo>
                  <a:pt x="297208" y="11649"/>
                  <a:pt x="300378" y="7727"/>
                  <a:pt x="304916" y="4719"/>
                </a:cubicBezTo>
                <a:cubicBezTo>
                  <a:pt x="309455" y="1712"/>
                  <a:pt x="315812" y="208"/>
                  <a:pt x="323988" y="208"/>
                </a:cubicBezTo>
                <a:cubicBezTo>
                  <a:pt x="329254" y="208"/>
                  <a:pt x="335074" y="831"/>
                  <a:pt x="341448" y="2079"/>
                </a:cubicBezTo>
                <a:lnTo>
                  <a:pt x="338642" y="18396"/>
                </a:lnTo>
                <a:cubicBezTo>
                  <a:pt x="334762" y="17703"/>
                  <a:pt x="331090" y="17357"/>
                  <a:pt x="327625" y="17357"/>
                </a:cubicBezTo>
                <a:cubicBezTo>
                  <a:pt x="321944" y="17357"/>
                  <a:pt x="317925" y="18565"/>
                  <a:pt x="315569" y="20981"/>
                </a:cubicBezTo>
                <a:cubicBezTo>
                  <a:pt x="313214" y="23398"/>
                  <a:pt x="312036" y="27919"/>
                  <a:pt x="312036" y="34544"/>
                </a:cubicBezTo>
                <a:lnTo>
                  <a:pt x="312036" y="44691"/>
                </a:lnTo>
                <a:lnTo>
                  <a:pt x="333550" y="44691"/>
                </a:lnTo>
                <a:lnTo>
                  <a:pt x="333550" y="59241"/>
                </a:lnTo>
                <a:lnTo>
                  <a:pt x="312036" y="59241"/>
                </a:lnTo>
                <a:lnTo>
                  <a:pt x="312036" y="155066"/>
                </a:lnTo>
                <a:lnTo>
                  <a:pt x="293432" y="155066"/>
                </a:lnTo>
                <a:close/>
                <a:moveTo>
                  <a:pt x="423027" y="155066"/>
                </a:moveTo>
                <a:lnTo>
                  <a:pt x="423027" y="138853"/>
                </a:lnTo>
                <a:cubicBezTo>
                  <a:pt x="414435" y="151324"/>
                  <a:pt x="402760" y="157560"/>
                  <a:pt x="388002" y="157560"/>
                </a:cubicBezTo>
                <a:cubicBezTo>
                  <a:pt x="381489" y="157560"/>
                  <a:pt x="375409" y="156313"/>
                  <a:pt x="369762" y="153819"/>
                </a:cubicBezTo>
                <a:cubicBezTo>
                  <a:pt x="364115" y="151324"/>
                  <a:pt x="359923" y="148189"/>
                  <a:pt x="357186" y="144413"/>
                </a:cubicBezTo>
                <a:cubicBezTo>
                  <a:pt x="354449" y="140637"/>
                  <a:pt x="352527" y="136012"/>
                  <a:pt x="351418" y="130538"/>
                </a:cubicBezTo>
                <a:cubicBezTo>
                  <a:pt x="350656" y="126866"/>
                  <a:pt x="350275" y="121046"/>
                  <a:pt x="350275" y="113077"/>
                </a:cubicBezTo>
                <a:lnTo>
                  <a:pt x="350275" y="44691"/>
                </a:lnTo>
                <a:lnTo>
                  <a:pt x="368983" y="44691"/>
                </a:lnTo>
                <a:lnTo>
                  <a:pt x="368983" y="105906"/>
                </a:lnTo>
                <a:cubicBezTo>
                  <a:pt x="368983" y="115676"/>
                  <a:pt x="369364" y="122258"/>
                  <a:pt x="370126" y="125653"/>
                </a:cubicBezTo>
                <a:cubicBezTo>
                  <a:pt x="371304" y="130573"/>
                  <a:pt x="373798" y="134435"/>
                  <a:pt x="377609" y="137242"/>
                </a:cubicBezTo>
                <a:cubicBezTo>
                  <a:pt x="381420" y="140048"/>
                  <a:pt x="386131" y="141451"/>
                  <a:pt x="391744" y="141451"/>
                </a:cubicBezTo>
                <a:cubicBezTo>
                  <a:pt x="397356" y="141451"/>
                  <a:pt x="402622" y="140013"/>
                  <a:pt x="407541" y="137138"/>
                </a:cubicBezTo>
                <a:cubicBezTo>
                  <a:pt x="412461" y="134262"/>
                  <a:pt x="415942" y="130347"/>
                  <a:pt x="417986" y="125393"/>
                </a:cubicBezTo>
                <a:cubicBezTo>
                  <a:pt x="420030" y="120439"/>
                  <a:pt x="421052" y="113251"/>
                  <a:pt x="421052" y="103828"/>
                </a:cubicBezTo>
                <a:lnTo>
                  <a:pt x="421052" y="44691"/>
                </a:lnTo>
                <a:lnTo>
                  <a:pt x="439760" y="44691"/>
                </a:lnTo>
                <a:lnTo>
                  <a:pt x="439760" y="155066"/>
                </a:lnTo>
                <a:lnTo>
                  <a:pt x="423027" y="155066"/>
                </a:lnTo>
                <a:close/>
                <a:moveTo>
                  <a:pt x="462405" y="122016"/>
                </a:moveTo>
                <a:lnTo>
                  <a:pt x="480905" y="119106"/>
                </a:lnTo>
                <a:cubicBezTo>
                  <a:pt x="481944" y="126487"/>
                  <a:pt x="484837" y="132144"/>
                  <a:pt x="489583" y="136076"/>
                </a:cubicBezTo>
                <a:cubicBezTo>
                  <a:pt x="494329" y="140005"/>
                  <a:pt x="500964" y="141970"/>
                  <a:pt x="509486" y="141970"/>
                </a:cubicBezTo>
                <a:cubicBezTo>
                  <a:pt x="518078" y="141970"/>
                  <a:pt x="524452" y="140235"/>
                  <a:pt x="528609" y="136764"/>
                </a:cubicBezTo>
                <a:cubicBezTo>
                  <a:pt x="532767" y="133291"/>
                  <a:pt x="534845" y="129218"/>
                  <a:pt x="534845" y="124546"/>
                </a:cubicBezTo>
                <a:cubicBezTo>
                  <a:pt x="534845" y="120352"/>
                  <a:pt x="533009" y="117052"/>
                  <a:pt x="529337" y="114646"/>
                </a:cubicBezTo>
                <a:cubicBezTo>
                  <a:pt x="526773" y="112996"/>
                  <a:pt x="520399" y="110899"/>
                  <a:pt x="510214" y="108355"/>
                </a:cubicBezTo>
                <a:cubicBezTo>
                  <a:pt x="496495" y="104889"/>
                  <a:pt x="486985" y="101890"/>
                  <a:pt x="481684" y="99359"/>
                </a:cubicBezTo>
                <a:cubicBezTo>
                  <a:pt x="476384" y="96827"/>
                  <a:pt x="472365" y="93325"/>
                  <a:pt x="469628" y="88852"/>
                </a:cubicBezTo>
                <a:cubicBezTo>
                  <a:pt x="466891" y="84378"/>
                  <a:pt x="465523" y="79437"/>
                  <a:pt x="465523" y="74028"/>
                </a:cubicBezTo>
                <a:cubicBezTo>
                  <a:pt x="465523" y="69105"/>
                  <a:pt x="466649" y="64545"/>
                  <a:pt x="468901" y="60348"/>
                </a:cubicBezTo>
                <a:cubicBezTo>
                  <a:pt x="471153" y="56152"/>
                  <a:pt x="474219" y="52667"/>
                  <a:pt x="478099" y="49894"/>
                </a:cubicBezTo>
                <a:cubicBezTo>
                  <a:pt x="481009" y="47744"/>
                  <a:pt x="484975" y="45924"/>
                  <a:pt x="489999" y="44434"/>
                </a:cubicBezTo>
                <a:cubicBezTo>
                  <a:pt x="495022" y="42942"/>
                  <a:pt x="500409" y="42196"/>
                  <a:pt x="506160" y="42196"/>
                </a:cubicBezTo>
                <a:cubicBezTo>
                  <a:pt x="514821" y="42196"/>
                  <a:pt x="522425" y="43452"/>
                  <a:pt x="528973" y="45964"/>
                </a:cubicBezTo>
                <a:cubicBezTo>
                  <a:pt x="535521" y="48473"/>
                  <a:pt x="540354" y="51874"/>
                  <a:pt x="543472" y="56165"/>
                </a:cubicBezTo>
                <a:cubicBezTo>
                  <a:pt x="546590" y="60455"/>
                  <a:pt x="548737" y="66191"/>
                  <a:pt x="549915" y="73376"/>
                </a:cubicBezTo>
                <a:lnTo>
                  <a:pt x="531623" y="75870"/>
                </a:lnTo>
                <a:cubicBezTo>
                  <a:pt x="530792" y="70188"/>
                  <a:pt x="528384" y="65754"/>
                  <a:pt x="524400" y="62567"/>
                </a:cubicBezTo>
                <a:cubicBezTo>
                  <a:pt x="520416" y="59380"/>
                  <a:pt x="514786" y="57786"/>
                  <a:pt x="507511" y="57786"/>
                </a:cubicBezTo>
                <a:cubicBezTo>
                  <a:pt x="498920" y="57786"/>
                  <a:pt x="492788" y="59200"/>
                  <a:pt x="489115" y="62028"/>
                </a:cubicBezTo>
                <a:cubicBezTo>
                  <a:pt x="485443" y="64853"/>
                  <a:pt x="483607" y="68163"/>
                  <a:pt x="483607" y="71956"/>
                </a:cubicBezTo>
                <a:cubicBezTo>
                  <a:pt x="483607" y="74368"/>
                  <a:pt x="484369" y="76540"/>
                  <a:pt x="485894" y="78472"/>
                </a:cubicBezTo>
                <a:cubicBezTo>
                  <a:pt x="487418" y="80470"/>
                  <a:pt x="489808" y="82124"/>
                  <a:pt x="493065" y="83434"/>
                </a:cubicBezTo>
                <a:cubicBezTo>
                  <a:pt x="494936" y="84125"/>
                  <a:pt x="500444" y="85711"/>
                  <a:pt x="509590" y="88192"/>
                </a:cubicBezTo>
                <a:cubicBezTo>
                  <a:pt x="522824" y="91724"/>
                  <a:pt x="532056" y="94614"/>
                  <a:pt x="537288" y="96864"/>
                </a:cubicBezTo>
                <a:cubicBezTo>
                  <a:pt x="542519" y="99114"/>
                  <a:pt x="546624" y="102386"/>
                  <a:pt x="549604" y="106679"/>
                </a:cubicBezTo>
                <a:cubicBezTo>
                  <a:pt x="552583" y="110971"/>
                  <a:pt x="554073" y="116300"/>
                  <a:pt x="554073" y="122668"/>
                </a:cubicBezTo>
                <a:cubicBezTo>
                  <a:pt x="554073" y="128900"/>
                  <a:pt x="552254" y="134768"/>
                  <a:pt x="548616" y="140272"/>
                </a:cubicBezTo>
                <a:cubicBezTo>
                  <a:pt x="544979" y="145774"/>
                  <a:pt x="539730" y="150031"/>
                  <a:pt x="532871" y="153042"/>
                </a:cubicBezTo>
                <a:cubicBezTo>
                  <a:pt x="526011" y="156054"/>
                  <a:pt x="518251" y="157560"/>
                  <a:pt x="509590" y="157560"/>
                </a:cubicBezTo>
                <a:cubicBezTo>
                  <a:pt x="495247" y="157560"/>
                  <a:pt x="484317" y="154572"/>
                  <a:pt x="476800" y="148596"/>
                </a:cubicBezTo>
                <a:cubicBezTo>
                  <a:pt x="469282" y="142620"/>
                  <a:pt x="464484" y="133760"/>
                  <a:pt x="462405" y="122016"/>
                </a:cubicBezTo>
                <a:close/>
                <a:moveTo>
                  <a:pt x="648338" y="114533"/>
                </a:moveTo>
                <a:lnTo>
                  <a:pt x="666734" y="116923"/>
                </a:lnTo>
                <a:cubicBezTo>
                  <a:pt x="664724" y="129635"/>
                  <a:pt x="659580" y="139587"/>
                  <a:pt x="651300" y="146777"/>
                </a:cubicBezTo>
                <a:cubicBezTo>
                  <a:pt x="643020" y="153966"/>
                  <a:pt x="632852" y="157560"/>
                  <a:pt x="620796" y="157560"/>
                </a:cubicBezTo>
                <a:cubicBezTo>
                  <a:pt x="605691" y="157560"/>
                  <a:pt x="593548" y="152623"/>
                  <a:pt x="584368" y="142750"/>
                </a:cubicBezTo>
                <a:cubicBezTo>
                  <a:pt x="575187" y="132876"/>
                  <a:pt x="570597" y="118724"/>
                  <a:pt x="570597" y="100294"/>
                </a:cubicBezTo>
                <a:cubicBezTo>
                  <a:pt x="570597" y="88376"/>
                  <a:pt x="572572" y="77949"/>
                  <a:pt x="576521" y="69011"/>
                </a:cubicBezTo>
                <a:cubicBezTo>
                  <a:pt x="580470" y="60072"/>
                  <a:pt x="586481" y="53369"/>
                  <a:pt x="594553" y="48900"/>
                </a:cubicBezTo>
                <a:cubicBezTo>
                  <a:pt x="602625" y="44431"/>
                  <a:pt x="611407" y="42196"/>
                  <a:pt x="620900" y="42196"/>
                </a:cubicBezTo>
                <a:cubicBezTo>
                  <a:pt x="632886" y="42196"/>
                  <a:pt x="642691" y="45237"/>
                  <a:pt x="650312" y="51319"/>
                </a:cubicBezTo>
                <a:cubicBezTo>
                  <a:pt x="657934" y="57399"/>
                  <a:pt x="662819" y="66033"/>
                  <a:pt x="664967" y="77221"/>
                </a:cubicBezTo>
                <a:lnTo>
                  <a:pt x="646779" y="80027"/>
                </a:lnTo>
                <a:cubicBezTo>
                  <a:pt x="645046" y="72648"/>
                  <a:pt x="641980" y="67096"/>
                  <a:pt x="637581" y="63372"/>
                </a:cubicBezTo>
                <a:cubicBezTo>
                  <a:pt x="633181" y="59648"/>
                  <a:pt x="627863" y="57786"/>
                  <a:pt x="621627" y="57786"/>
                </a:cubicBezTo>
                <a:cubicBezTo>
                  <a:pt x="612204" y="57786"/>
                  <a:pt x="604548" y="61147"/>
                  <a:pt x="598658" y="67871"/>
                </a:cubicBezTo>
                <a:cubicBezTo>
                  <a:pt x="592769" y="74591"/>
                  <a:pt x="589824" y="85226"/>
                  <a:pt x="589824" y="99774"/>
                </a:cubicBezTo>
                <a:cubicBezTo>
                  <a:pt x="589824" y="114530"/>
                  <a:pt x="592665" y="125253"/>
                  <a:pt x="598347" y="131941"/>
                </a:cubicBezTo>
                <a:cubicBezTo>
                  <a:pt x="604028" y="138627"/>
                  <a:pt x="611442" y="141970"/>
                  <a:pt x="620588" y="141970"/>
                </a:cubicBezTo>
                <a:cubicBezTo>
                  <a:pt x="627932" y="141970"/>
                  <a:pt x="634064" y="139727"/>
                  <a:pt x="638984" y="135241"/>
                </a:cubicBezTo>
                <a:cubicBezTo>
                  <a:pt x="643903" y="130755"/>
                  <a:pt x="647021" y="123852"/>
                  <a:pt x="648338" y="114533"/>
                </a:cubicBezTo>
                <a:close/>
                <a:moveTo>
                  <a:pt x="754764" y="141438"/>
                </a:moveTo>
                <a:cubicBezTo>
                  <a:pt x="747835" y="147332"/>
                  <a:pt x="741166" y="151492"/>
                  <a:pt x="734757" y="153919"/>
                </a:cubicBezTo>
                <a:cubicBezTo>
                  <a:pt x="728348" y="156347"/>
                  <a:pt x="721471" y="157560"/>
                  <a:pt x="714126" y="157560"/>
                </a:cubicBezTo>
                <a:cubicBezTo>
                  <a:pt x="702001" y="157560"/>
                  <a:pt x="692682" y="154596"/>
                  <a:pt x="686169" y="148668"/>
                </a:cubicBezTo>
                <a:cubicBezTo>
                  <a:pt x="679656" y="142739"/>
                  <a:pt x="676399" y="135164"/>
                  <a:pt x="676399" y="125942"/>
                </a:cubicBezTo>
                <a:cubicBezTo>
                  <a:pt x="676399" y="120536"/>
                  <a:pt x="677629" y="115597"/>
                  <a:pt x="680089" y="111126"/>
                </a:cubicBezTo>
                <a:cubicBezTo>
                  <a:pt x="682548" y="106652"/>
                  <a:pt x="685770" y="103063"/>
                  <a:pt x="689754" y="100359"/>
                </a:cubicBezTo>
                <a:cubicBezTo>
                  <a:pt x="693738" y="97654"/>
                  <a:pt x="698225" y="95609"/>
                  <a:pt x="703213" y="94224"/>
                </a:cubicBezTo>
                <a:cubicBezTo>
                  <a:pt x="706886" y="93251"/>
                  <a:pt x="712429" y="92315"/>
                  <a:pt x="719843" y="91414"/>
                </a:cubicBezTo>
                <a:cubicBezTo>
                  <a:pt x="734947" y="89626"/>
                  <a:pt x="746068" y="87493"/>
                  <a:pt x="753205" y="85016"/>
                </a:cubicBezTo>
                <a:cubicBezTo>
                  <a:pt x="753274" y="82463"/>
                  <a:pt x="753308" y="80841"/>
                  <a:pt x="753308" y="80151"/>
                </a:cubicBezTo>
                <a:cubicBezTo>
                  <a:pt x="753308" y="72557"/>
                  <a:pt x="751542" y="67208"/>
                  <a:pt x="748008" y="64103"/>
                </a:cubicBezTo>
                <a:cubicBezTo>
                  <a:pt x="743227" y="59892"/>
                  <a:pt x="736125" y="57786"/>
                  <a:pt x="726702" y="57786"/>
                </a:cubicBezTo>
                <a:cubicBezTo>
                  <a:pt x="717902" y="57786"/>
                  <a:pt x="711407" y="59328"/>
                  <a:pt x="707215" y="62411"/>
                </a:cubicBezTo>
                <a:cubicBezTo>
                  <a:pt x="703023" y="65494"/>
                  <a:pt x="699922" y="70951"/>
                  <a:pt x="697913" y="78780"/>
                </a:cubicBezTo>
                <a:lnTo>
                  <a:pt x="679621" y="76286"/>
                </a:lnTo>
                <a:cubicBezTo>
                  <a:pt x="681284" y="68432"/>
                  <a:pt x="684021" y="62090"/>
                  <a:pt x="687832" y="57260"/>
                </a:cubicBezTo>
                <a:cubicBezTo>
                  <a:pt x="691642" y="52429"/>
                  <a:pt x="697151" y="48711"/>
                  <a:pt x="704357" y="46107"/>
                </a:cubicBezTo>
                <a:cubicBezTo>
                  <a:pt x="711563" y="43500"/>
                  <a:pt x="719912" y="42196"/>
                  <a:pt x="729404" y="42196"/>
                </a:cubicBezTo>
                <a:cubicBezTo>
                  <a:pt x="738827" y="42196"/>
                  <a:pt x="746484" y="43305"/>
                  <a:pt x="752373" y="45522"/>
                </a:cubicBezTo>
                <a:cubicBezTo>
                  <a:pt x="758263" y="47739"/>
                  <a:pt x="762593" y="50528"/>
                  <a:pt x="765365" y="53888"/>
                </a:cubicBezTo>
                <a:cubicBezTo>
                  <a:pt x="768136" y="57249"/>
                  <a:pt x="770076" y="61493"/>
                  <a:pt x="771185" y="66620"/>
                </a:cubicBezTo>
                <a:cubicBezTo>
                  <a:pt x="771808" y="69807"/>
                  <a:pt x="772120" y="75558"/>
                  <a:pt x="772120" y="83873"/>
                </a:cubicBezTo>
                <a:lnTo>
                  <a:pt x="772120" y="108816"/>
                </a:lnTo>
                <a:cubicBezTo>
                  <a:pt x="772120" y="126208"/>
                  <a:pt x="772518" y="137207"/>
                  <a:pt x="773315" y="141815"/>
                </a:cubicBezTo>
                <a:cubicBezTo>
                  <a:pt x="774112" y="146422"/>
                  <a:pt x="775688" y="150839"/>
                  <a:pt x="778044" y="155066"/>
                </a:cubicBezTo>
                <a:lnTo>
                  <a:pt x="758505" y="155066"/>
                </a:lnTo>
                <a:cubicBezTo>
                  <a:pt x="756565" y="151181"/>
                  <a:pt x="755318" y="146639"/>
                  <a:pt x="754764" y="141438"/>
                </a:cubicBezTo>
                <a:moveTo>
                  <a:pt x="753205" y="99566"/>
                </a:moveTo>
                <a:cubicBezTo>
                  <a:pt x="746414" y="102362"/>
                  <a:pt x="736229" y="104737"/>
                  <a:pt x="722649" y="106692"/>
                </a:cubicBezTo>
                <a:cubicBezTo>
                  <a:pt x="714958" y="107805"/>
                  <a:pt x="709519" y="109058"/>
                  <a:pt x="706331" y="110450"/>
                </a:cubicBezTo>
                <a:cubicBezTo>
                  <a:pt x="703144" y="111840"/>
                  <a:pt x="700684" y="113875"/>
                  <a:pt x="698952" y="116556"/>
                </a:cubicBezTo>
                <a:cubicBezTo>
                  <a:pt x="697220" y="119234"/>
                  <a:pt x="696354" y="122208"/>
                  <a:pt x="696354" y="125478"/>
                </a:cubicBezTo>
                <a:cubicBezTo>
                  <a:pt x="696354" y="130486"/>
                  <a:pt x="698242" y="134661"/>
                  <a:pt x="702018" y="138002"/>
                </a:cubicBezTo>
                <a:cubicBezTo>
                  <a:pt x="705794" y="141340"/>
                  <a:pt x="711320" y="143010"/>
                  <a:pt x="718595" y="143010"/>
                </a:cubicBezTo>
                <a:cubicBezTo>
                  <a:pt x="725801" y="143010"/>
                  <a:pt x="732210" y="141426"/>
                  <a:pt x="737823" y="138258"/>
                </a:cubicBezTo>
                <a:cubicBezTo>
                  <a:pt x="743435" y="135090"/>
                  <a:pt x="747558" y="130757"/>
                  <a:pt x="750191" y="125257"/>
                </a:cubicBezTo>
                <a:cubicBezTo>
                  <a:pt x="752200" y="121009"/>
                  <a:pt x="753205" y="114743"/>
                  <a:pt x="753205" y="106458"/>
                </a:cubicBezTo>
                <a:lnTo>
                  <a:pt x="753205" y="99566"/>
                </a:lnTo>
                <a:close/>
                <a:moveTo>
                  <a:pt x="842781" y="138541"/>
                </a:moveTo>
                <a:lnTo>
                  <a:pt x="845483" y="155066"/>
                </a:lnTo>
                <a:cubicBezTo>
                  <a:pt x="840217" y="156036"/>
                  <a:pt x="835505" y="156521"/>
                  <a:pt x="831348" y="156521"/>
                </a:cubicBezTo>
                <a:cubicBezTo>
                  <a:pt x="824558" y="156521"/>
                  <a:pt x="819292" y="155447"/>
                  <a:pt x="815551" y="153299"/>
                </a:cubicBezTo>
                <a:cubicBezTo>
                  <a:pt x="811809" y="151151"/>
                  <a:pt x="809176" y="148328"/>
                  <a:pt x="807652" y="144829"/>
                </a:cubicBezTo>
                <a:cubicBezTo>
                  <a:pt x="806127" y="141330"/>
                  <a:pt x="805365" y="133968"/>
                  <a:pt x="805365" y="122743"/>
                </a:cubicBezTo>
                <a:lnTo>
                  <a:pt x="805365" y="59241"/>
                </a:lnTo>
                <a:lnTo>
                  <a:pt x="791646" y="59241"/>
                </a:lnTo>
                <a:lnTo>
                  <a:pt x="791646" y="44691"/>
                </a:lnTo>
                <a:lnTo>
                  <a:pt x="805365" y="44691"/>
                </a:lnTo>
                <a:lnTo>
                  <a:pt x="805365" y="17282"/>
                </a:lnTo>
                <a:lnTo>
                  <a:pt x="823969" y="6028"/>
                </a:lnTo>
                <a:lnTo>
                  <a:pt x="823969" y="44691"/>
                </a:lnTo>
                <a:lnTo>
                  <a:pt x="842781" y="44691"/>
                </a:lnTo>
                <a:lnTo>
                  <a:pt x="842781" y="59241"/>
                </a:lnTo>
                <a:lnTo>
                  <a:pt x="823969" y="59241"/>
                </a:lnTo>
                <a:lnTo>
                  <a:pt x="823969" y="123782"/>
                </a:lnTo>
                <a:cubicBezTo>
                  <a:pt x="823969" y="129118"/>
                  <a:pt x="824298" y="132547"/>
                  <a:pt x="824956" y="134072"/>
                </a:cubicBezTo>
                <a:cubicBezTo>
                  <a:pt x="825615" y="135596"/>
                  <a:pt x="826689" y="136809"/>
                  <a:pt x="828178" y="137709"/>
                </a:cubicBezTo>
                <a:cubicBezTo>
                  <a:pt x="829668" y="138610"/>
                  <a:pt x="831799" y="139060"/>
                  <a:pt x="834570" y="139060"/>
                </a:cubicBezTo>
                <a:cubicBezTo>
                  <a:pt x="836649" y="139060"/>
                  <a:pt x="839386" y="138887"/>
                  <a:pt x="842781" y="138541"/>
                </a:cubicBezTo>
                <a:close/>
                <a:moveTo>
                  <a:pt x="861638" y="24320"/>
                </a:moveTo>
                <a:lnTo>
                  <a:pt x="861638" y="2702"/>
                </a:lnTo>
                <a:lnTo>
                  <a:pt x="880346" y="2702"/>
                </a:lnTo>
                <a:lnTo>
                  <a:pt x="880346" y="24320"/>
                </a:lnTo>
                <a:lnTo>
                  <a:pt x="861638" y="24320"/>
                </a:lnTo>
                <a:moveTo>
                  <a:pt x="861638" y="155066"/>
                </a:moveTo>
                <a:lnTo>
                  <a:pt x="861638" y="44691"/>
                </a:lnTo>
                <a:lnTo>
                  <a:pt x="880346" y="44691"/>
                </a:lnTo>
                <a:lnTo>
                  <a:pt x="880346" y="155066"/>
                </a:lnTo>
                <a:lnTo>
                  <a:pt x="861638" y="155066"/>
                </a:lnTo>
                <a:close/>
                <a:moveTo>
                  <a:pt x="901397" y="99878"/>
                </a:moveTo>
                <a:cubicBezTo>
                  <a:pt x="901397" y="79438"/>
                  <a:pt x="907078" y="64299"/>
                  <a:pt x="918442" y="54460"/>
                </a:cubicBezTo>
                <a:cubicBezTo>
                  <a:pt x="927934" y="46284"/>
                  <a:pt x="939505" y="42196"/>
                  <a:pt x="953155" y="42196"/>
                </a:cubicBezTo>
                <a:cubicBezTo>
                  <a:pt x="968329" y="42196"/>
                  <a:pt x="980731" y="47168"/>
                  <a:pt x="990362" y="57110"/>
                </a:cubicBezTo>
                <a:cubicBezTo>
                  <a:pt x="999993" y="67053"/>
                  <a:pt x="1004809" y="80789"/>
                  <a:pt x="1004809" y="98319"/>
                </a:cubicBezTo>
                <a:cubicBezTo>
                  <a:pt x="1004809" y="112523"/>
                  <a:pt x="1002678" y="123696"/>
                  <a:pt x="998417" y="131837"/>
                </a:cubicBezTo>
                <a:cubicBezTo>
                  <a:pt x="994156" y="139978"/>
                  <a:pt x="987955" y="146301"/>
                  <a:pt x="979813" y="150805"/>
                </a:cubicBezTo>
                <a:cubicBezTo>
                  <a:pt x="971672" y="155308"/>
                  <a:pt x="962786" y="157560"/>
                  <a:pt x="953155" y="157560"/>
                </a:cubicBezTo>
                <a:cubicBezTo>
                  <a:pt x="937704" y="157560"/>
                  <a:pt x="925215" y="152606"/>
                  <a:pt x="915687" y="142698"/>
                </a:cubicBezTo>
                <a:cubicBezTo>
                  <a:pt x="906160" y="132790"/>
                  <a:pt x="901397" y="118517"/>
                  <a:pt x="901397" y="99878"/>
                </a:cubicBezTo>
                <a:moveTo>
                  <a:pt x="920624" y="99826"/>
                </a:moveTo>
                <a:cubicBezTo>
                  <a:pt x="920624" y="113909"/>
                  <a:pt x="923708" y="124454"/>
                  <a:pt x="929874" y="131460"/>
                </a:cubicBezTo>
                <a:cubicBezTo>
                  <a:pt x="936041" y="138467"/>
                  <a:pt x="943801" y="141970"/>
                  <a:pt x="953155" y="141970"/>
                </a:cubicBezTo>
                <a:cubicBezTo>
                  <a:pt x="962439" y="141970"/>
                  <a:pt x="970165" y="138450"/>
                  <a:pt x="976332" y="131408"/>
                </a:cubicBezTo>
                <a:cubicBezTo>
                  <a:pt x="982498" y="124367"/>
                  <a:pt x="985581" y="113633"/>
                  <a:pt x="985581" y="99206"/>
                </a:cubicBezTo>
                <a:cubicBezTo>
                  <a:pt x="985581" y="85606"/>
                  <a:pt x="982481" y="75303"/>
                  <a:pt x="976280" y="68296"/>
                </a:cubicBezTo>
                <a:cubicBezTo>
                  <a:pt x="970078" y="61289"/>
                  <a:pt x="962370" y="57786"/>
                  <a:pt x="953155" y="57786"/>
                </a:cubicBezTo>
                <a:cubicBezTo>
                  <a:pt x="943801" y="57786"/>
                  <a:pt x="936041" y="61272"/>
                  <a:pt x="929874" y="68244"/>
                </a:cubicBezTo>
                <a:cubicBezTo>
                  <a:pt x="923708" y="75216"/>
                  <a:pt x="920624" y="85743"/>
                  <a:pt x="920624" y="99826"/>
                </a:cubicBezTo>
                <a:close/>
                <a:moveTo>
                  <a:pt x="1025429" y="155066"/>
                </a:moveTo>
                <a:lnTo>
                  <a:pt x="1025429" y="44691"/>
                </a:lnTo>
                <a:lnTo>
                  <a:pt x="1042266" y="44691"/>
                </a:lnTo>
                <a:lnTo>
                  <a:pt x="1042266" y="60280"/>
                </a:lnTo>
                <a:cubicBezTo>
                  <a:pt x="1050372" y="48224"/>
                  <a:pt x="1062082" y="42196"/>
                  <a:pt x="1077394" y="42196"/>
                </a:cubicBezTo>
                <a:cubicBezTo>
                  <a:pt x="1084046" y="42196"/>
                  <a:pt x="1090161" y="43391"/>
                  <a:pt x="1095738" y="45782"/>
                </a:cubicBezTo>
                <a:cubicBezTo>
                  <a:pt x="1101316" y="48172"/>
                  <a:pt x="1105491" y="51308"/>
                  <a:pt x="1108262" y="55188"/>
                </a:cubicBezTo>
                <a:cubicBezTo>
                  <a:pt x="1111034" y="59068"/>
                  <a:pt x="1112974" y="63675"/>
                  <a:pt x="1114082" y="69011"/>
                </a:cubicBezTo>
                <a:cubicBezTo>
                  <a:pt x="1114775" y="72475"/>
                  <a:pt x="1115122" y="78538"/>
                  <a:pt x="1115122" y="87199"/>
                </a:cubicBezTo>
                <a:lnTo>
                  <a:pt x="1115122" y="155066"/>
                </a:lnTo>
                <a:lnTo>
                  <a:pt x="1096414" y="155066"/>
                </a:lnTo>
                <a:lnTo>
                  <a:pt x="1096414" y="87855"/>
                </a:lnTo>
                <a:cubicBezTo>
                  <a:pt x="1096414" y="80224"/>
                  <a:pt x="1095686" y="74519"/>
                  <a:pt x="1094231" y="70738"/>
                </a:cubicBezTo>
                <a:cubicBezTo>
                  <a:pt x="1092776" y="66958"/>
                  <a:pt x="1090195" y="63941"/>
                  <a:pt x="1086488" y="61687"/>
                </a:cubicBezTo>
                <a:cubicBezTo>
                  <a:pt x="1082782" y="59433"/>
                  <a:pt x="1078434" y="58306"/>
                  <a:pt x="1073445" y="58306"/>
                </a:cubicBezTo>
                <a:cubicBezTo>
                  <a:pt x="1065477" y="58306"/>
                  <a:pt x="1058600" y="60838"/>
                  <a:pt x="1052815" y="65902"/>
                </a:cubicBezTo>
                <a:cubicBezTo>
                  <a:pt x="1047029" y="70965"/>
                  <a:pt x="1044136" y="80571"/>
                  <a:pt x="1044136" y="94721"/>
                </a:cubicBezTo>
                <a:lnTo>
                  <a:pt x="1044136" y="155066"/>
                </a:lnTo>
                <a:lnTo>
                  <a:pt x="1025429" y="1550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100902-1DF6-467F-A6BF-B2A56014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616" y="1090741"/>
            <a:ext cx="1685786" cy="600242"/>
          </a:xfrm>
          <a:custGeom xmlns:a="http://schemas.openxmlformats.org/drawingml/2006/main">
            <a:pathLst>
              <a:path w="1685786" h="600242">
                <a:moveTo>
                  <a:pt x="0" y="100040"/>
                </a:moveTo>
                <a:cubicBezTo>
                  <a:pt x="0" y="44788"/>
                  <a:pt x="44788" y="0"/>
                  <a:pt x="100040" y="0"/>
                </a:cubicBezTo>
                <a:lnTo>
                  <a:pt x="1585746" y="0"/>
                </a:lnTo>
                <a:cubicBezTo>
                  <a:pt x="1640998" y="0"/>
                  <a:pt x="1685786" y="44788"/>
                  <a:pt x="1685786" y="100040"/>
                </a:cubicBezTo>
                <a:lnTo>
                  <a:pt x="1685786" y="500202"/>
                </a:lnTo>
                <a:cubicBezTo>
                  <a:pt x="1685786" y="555454"/>
                  <a:pt x="1640998" y="600242"/>
                  <a:pt x="1585746" y="600242"/>
                </a:cubicBezTo>
                <a:lnTo>
                  <a:pt x="100040" y="600242"/>
                </a:lnTo>
                <a:cubicBezTo>
                  <a:pt x="44788" y="600242"/>
                  <a:pt x="0" y="555454"/>
                  <a:pt x="0" y="500202"/>
                </a:cubicBezTo>
                <a:lnTo>
                  <a:pt x="0" y="100040"/>
                </a:lnTo>
                <a:close/>
              </a:path>
            </a:pathLst>
          </a:custGeom>
          <a:solidFill xmlns:a="http://schemas.openxmlformats.org/drawingml/2006/main">
            <a:srgbClr val="E2EFF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0f1f413af4e08"/>
          <a:stretch xmlns:a="http://schemas.openxmlformats.org/drawingml/2006/main"/>
        </p:blipFill>
        <p:spPr>
          <a:xfrm xmlns:a="http://schemas.openxmlformats.org/drawingml/2006/main">
            <a:off x="6814271" y="1239734"/>
            <a:ext cx="317149" cy="317149"/>
          </a:xfrm>
          <a:prstGeom xmlns:a="http://schemas.openxmlformats.org/drawingml/2006/main" prst="rect">
            <a:avLst/>
          </a:prstGeom>
        </p:spPr>
      </p:pic>
      <p:sp>
        <p:nvSpPr>
          <p:cNvPr id="22" name="Text Structure">
            <a:extLst xmlns:a="http://schemas.openxmlformats.org/drawingml/2006/main">
              <a:ext uri="{FF2B5EF4-FFF2-40B4-BE49-F238E27FC236}">
                <a16:creationId xmlns:a16="http://schemas.microsoft.com/office/drawing/2014/main" id="{4D2250E9-ECC6-403E-BCB4-95285B41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27" y="1175875"/>
            <a:ext cx="847091" cy="157560"/>
          </a:xfrm>
          <a:custGeom xmlns:a="http://schemas.openxmlformats.org/drawingml/2006/main">
            <a:pathLst>
              <a:path w="847091" h="157560">
                <a:moveTo>
                  <a:pt x="0" y="106010"/>
                </a:moveTo>
                <a:lnTo>
                  <a:pt x="19019" y="104347"/>
                </a:lnTo>
                <a:cubicBezTo>
                  <a:pt x="19920" y="111969"/>
                  <a:pt x="22016" y="118222"/>
                  <a:pt x="25307" y="123107"/>
                </a:cubicBezTo>
                <a:cubicBezTo>
                  <a:pt x="28598" y="127992"/>
                  <a:pt x="33708" y="131941"/>
                  <a:pt x="40637" y="134955"/>
                </a:cubicBezTo>
                <a:cubicBezTo>
                  <a:pt x="47566" y="137969"/>
                  <a:pt x="55361" y="139476"/>
                  <a:pt x="64022" y="139476"/>
                </a:cubicBezTo>
                <a:cubicBezTo>
                  <a:pt x="71713" y="139476"/>
                  <a:pt x="78503" y="138333"/>
                  <a:pt x="84392" y="136046"/>
                </a:cubicBezTo>
                <a:cubicBezTo>
                  <a:pt x="90282" y="133760"/>
                  <a:pt x="94664" y="130625"/>
                  <a:pt x="97540" y="126641"/>
                </a:cubicBezTo>
                <a:cubicBezTo>
                  <a:pt x="100415" y="122657"/>
                  <a:pt x="101853" y="118309"/>
                  <a:pt x="101853" y="113597"/>
                </a:cubicBezTo>
                <a:cubicBezTo>
                  <a:pt x="101853" y="108816"/>
                  <a:pt x="100467" y="104642"/>
                  <a:pt x="97696" y="101073"/>
                </a:cubicBezTo>
                <a:cubicBezTo>
                  <a:pt x="94924" y="97505"/>
                  <a:pt x="90351" y="94508"/>
                  <a:pt x="83977" y="92083"/>
                </a:cubicBezTo>
                <a:cubicBezTo>
                  <a:pt x="79889" y="90490"/>
                  <a:pt x="70847" y="88013"/>
                  <a:pt x="56851" y="84652"/>
                </a:cubicBezTo>
                <a:cubicBezTo>
                  <a:pt x="42854" y="81292"/>
                  <a:pt x="33050" y="78122"/>
                  <a:pt x="27438" y="75142"/>
                </a:cubicBezTo>
                <a:cubicBezTo>
                  <a:pt x="20163" y="71332"/>
                  <a:pt x="14741" y="66603"/>
                  <a:pt x="11173" y="60956"/>
                </a:cubicBezTo>
                <a:cubicBezTo>
                  <a:pt x="7604" y="55309"/>
                  <a:pt x="5820" y="48986"/>
                  <a:pt x="5820" y="41988"/>
                </a:cubicBezTo>
                <a:cubicBezTo>
                  <a:pt x="5820" y="34297"/>
                  <a:pt x="8003" y="27109"/>
                  <a:pt x="12368" y="20423"/>
                </a:cubicBezTo>
                <a:cubicBezTo>
                  <a:pt x="16733" y="13736"/>
                  <a:pt x="23107" y="8661"/>
                  <a:pt x="31491" y="5197"/>
                </a:cubicBezTo>
                <a:cubicBezTo>
                  <a:pt x="39875" y="1732"/>
                  <a:pt x="49194" y="0"/>
                  <a:pt x="59449" y="0"/>
                </a:cubicBezTo>
                <a:cubicBezTo>
                  <a:pt x="70743" y="0"/>
                  <a:pt x="80703" y="1819"/>
                  <a:pt x="89329" y="5456"/>
                </a:cubicBezTo>
                <a:cubicBezTo>
                  <a:pt x="97955" y="9094"/>
                  <a:pt x="104590" y="14446"/>
                  <a:pt x="109232" y="21514"/>
                </a:cubicBezTo>
                <a:cubicBezTo>
                  <a:pt x="113874" y="28581"/>
                  <a:pt x="116369" y="36584"/>
                  <a:pt x="116715" y="45522"/>
                </a:cubicBezTo>
                <a:lnTo>
                  <a:pt x="97384" y="46977"/>
                </a:lnTo>
                <a:cubicBezTo>
                  <a:pt x="96345" y="37311"/>
                  <a:pt x="92828" y="30010"/>
                  <a:pt x="86835" y="25073"/>
                </a:cubicBezTo>
                <a:cubicBezTo>
                  <a:pt x="80841" y="20137"/>
                  <a:pt x="71990" y="17668"/>
                  <a:pt x="60280" y="17668"/>
                </a:cubicBezTo>
                <a:cubicBezTo>
                  <a:pt x="48086" y="17668"/>
                  <a:pt x="39200" y="19905"/>
                  <a:pt x="33622" y="24378"/>
                </a:cubicBezTo>
                <a:cubicBezTo>
                  <a:pt x="28044" y="28850"/>
                  <a:pt x="25255" y="34240"/>
                  <a:pt x="25255" y="40550"/>
                </a:cubicBezTo>
                <a:cubicBezTo>
                  <a:pt x="25255" y="46028"/>
                  <a:pt x="27230" y="50535"/>
                  <a:pt x="31179" y="54070"/>
                </a:cubicBezTo>
                <a:cubicBezTo>
                  <a:pt x="35060" y="57608"/>
                  <a:pt x="45193" y="61232"/>
                  <a:pt x="61579" y="64941"/>
                </a:cubicBezTo>
                <a:cubicBezTo>
                  <a:pt x="77966" y="68650"/>
                  <a:pt x="89208" y="71891"/>
                  <a:pt x="95305" y="74665"/>
                </a:cubicBezTo>
                <a:cubicBezTo>
                  <a:pt x="104174" y="78755"/>
                  <a:pt x="110722" y="83939"/>
                  <a:pt x="114948" y="90216"/>
                </a:cubicBezTo>
                <a:cubicBezTo>
                  <a:pt x="119175" y="96491"/>
                  <a:pt x="121288" y="103719"/>
                  <a:pt x="121288" y="111902"/>
                </a:cubicBezTo>
                <a:cubicBezTo>
                  <a:pt x="121288" y="120013"/>
                  <a:pt x="118967" y="127657"/>
                  <a:pt x="114325" y="134835"/>
                </a:cubicBezTo>
                <a:cubicBezTo>
                  <a:pt x="109682" y="142011"/>
                  <a:pt x="103013" y="147592"/>
                  <a:pt x="94318" y="151581"/>
                </a:cubicBezTo>
                <a:cubicBezTo>
                  <a:pt x="85622" y="155567"/>
                  <a:pt x="75835" y="157560"/>
                  <a:pt x="64957" y="157560"/>
                </a:cubicBezTo>
                <a:cubicBezTo>
                  <a:pt x="51169" y="157560"/>
                  <a:pt x="39615" y="155551"/>
                  <a:pt x="30296" y="151532"/>
                </a:cubicBezTo>
                <a:cubicBezTo>
                  <a:pt x="20977" y="147513"/>
                  <a:pt x="13667" y="141468"/>
                  <a:pt x="8366" y="133396"/>
                </a:cubicBezTo>
                <a:cubicBezTo>
                  <a:pt x="3066" y="125324"/>
                  <a:pt x="277" y="116195"/>
                  <a:pt x="0" y="106010"/>
                </a:cubicBezTo>
                <a:close/>
                <a:moveTo>
                  <a:pt x="187924" y="138541"/>
                </a:moveTo>
                <a:lnTo>
                  <a:pt x="190626" y="155066"/>
                </a:lnTo>
                <a:cubicBezTo>
                  <a:pt x="185360" y="156036"/>
                  <a:pt x="180649" y="156521"/>
                  <a:pt x="176491" y="156521"/>
                </a:cubicBezTo>
                <a:cubicBezTo>
                  <a:pt x="169701" y="156521"/>
                  <a:pt x="164435" y="155447"/>
                  <a:pt x="160694" y="153299"/>
                </a:cubicBezTo>
                <a:cubicBezTo>
                  <a:pt x="156952" y="151151"/>
                  <a:pt x="154319" y="148328"/>
                  <a:pt x="152795" y="144829"/>
                </a:cubicBezTo>
                <a:cubicBezTo>
                  <a:pt x="151271" y="141330"/>
                  <a:pt x="150509" y="133968"/>
                  <a:pt x="150509" y="122743"/>
                </a:cubicBezTo>
                <a:lnTo>
                  <a:pt x="150509" y="59241"/>
                </a:lnTo>
                <a:lnTo>
                  <a:pt x="136790" y="59241"/>
                </a:lnTo>
                <a:lnTo>
                  <a:pt x="136790" y="44691"/>
                </a:lnTo>
                <a:lnTo>
                  <a:pt x="150509" y="44691"/>
                </a:lnTo>
                <a:lnTo>
                  <a:pt x="150509" y="17282"/>
                </a:lnTo>
                <a:lnTo>
                  <a:pt x="169112" y="6028"/>
                </a:lnTo>
                <a:lnTo>
                  <a:pt x="169112" y="44691"/>
                </a:lnTo>
                <a:lnTo>
                  <a:pt x="187924" y="44691"/>
                </a:lnTo>
                <a:lnTo>
                  <a:pt x="187924" y="59241"/>
                </a:lnTo>
                <a:lnTo>
                  <a:pt x="169112" y="59241"/>
                </a:lnTo>
                <a:lnTo>
                  <a:pt x="169112" y="123782"/>
                </a:lnTo>
                <a:cubicBezTo>
                  <a:pt x="169112" y="129118"/>
                  <a:pt x="169441" y="132547"/>
                  <a:pt x="170100" y="134072"/>
                </a:cubicBezTo>
                <a:cubicBezTo>
                  <a:pt x="170758" y="135596"/>
                  <a:pt x="171832" y="136809"/>
                  <a:pt x="173322" y="137709"/>
                </a:cubicBezTo>
                <a:cubicBezTo>
                  <a:pt x="174811" y="138610"/>
                  <a:pt x="176942" y="139060"/>
                  <a:pt x="179713" y="139060"/>
                </a:cubicBezTo>
                <a:cubicBezTo>
                  <a:pt x="181792" y="139060"/>
                  <a:pt x="184529" y="138887"/>
                  <a:pt x="187924" y="138541"/>
                </a:cubicBezTo>
                <a:close/>
                <a:moveTo>
                  <a:pt x="206470" y="155066"/>
                </a:moveTo>
                <a:lnTo>
                  <a:pt x="206470" y="44691"/>
                </a:lnTo>
                <a:lnTo>
                  <a:pt x="223307" y="44691"/>
                </a:lnTo>
                <a:lnTo>
                  <a:pt x="223307" y="61320"/>
                </a:lnTo>
                <a:cubicBezTo>
                  <a:pt x="227602" y="53533"/>
                  <a:pt x="231569" y="48400"/>
                  <a:pt x="235207" y="45918"/>
                </a:cubicBezTo>
                <a:cubicBezTo>
                  <a:pt x="238844" y="43437"/>
                  <a:pt x="242846" y="42196"/>
                  <a:pt x="247211" y="42196"/>
                </a:cubicBezTo>
                <a:cubicBezTo>
                  <a:pt x="253516" y="42196"/>
                  <a:pt x="259925" y="44197"/>
                  <a:pt x="266438" y="48198"/>
                </a:cubicBezTo>
                <a:lnTo>
                  <a:pt x="259994" y="65477"/>
                </a:lnTo>
                <a:cubicBezTo>
                  <a:pt x="255421" y="62775"/>
                  <a:pt x="250848" y="61424"/>
                  <a:pt x="246275" y="61424"/>
                </a:cubicBezTo>
                <a:cubicBezTo>
                  <a:pt x="242187" y="61424"/>
                  <a:pt x="238515" y="62656"/>
                  <a:pt x="235259" y="65120"/>
                </a:cubicBezTo>
                <a:cubicBezTo>
                  <a:pt x="232002" y="67581"/>
                  <a:pt x="229681" y="70997"/>
                  <a:pt x="228295" y="75367"/>
                </a:cubicBezTo>
                <a:cubicBezTo>
                  <a:pt x="226217" y="82025"/>
                  <a:pt x="225177" y="89307"/>
                  <a:pt x="225177" y="97215"/>
                </a:cubicBezTo>
                <a:lnTo>
                  <a:pt x="225177" y="155066"/>
                </a:lnTo>
                <a:lnTo>
                  <a:pt x="206470" y="155066"/>
                </a:lnTo>
                <a:close/>
                <a:moveTo>
                  <a:pt x="349254" y="155066"/>
                </a:moveTo>
                <a:lnTo>
                  <a:pt x="349254" y="138853"/>
                </a:lnTo>
                <a:cubicBezTo>
                  <a:pt x="340662" y="151324"/>
                  <a:pt x="328987" y="157560"/>
                  <a:pt x="314229" y="157560"/>
                </a:cubicBezTo>
                <a:cubicBezTo>
                  <a:pt x="307716" y="157560"/>
                  <a:pt x="301636" y="156313"/>
                  <a:pt x="295989" y="153819"/>
                </a:cubicBezTo>
                <a:cubicBezTo>
                  <a:pt x="290342" y="151324"/>
                  <a:pt x="286150" y="148189"/>
                  <a:pt x="283413" y="144413"/>
                </a:cubicBezTo>
                <a:cubicBezTo>
                  <a:pt x="280677" y="140637"/>
                  <a:pt x="278754" y="136012"/>
                  <a:pt x="277645" y="130538"/>
                </a:cubicBezTo>
                <a:cubicBezTo>
                  <a:pt x="276883" y="126866"/>
                  <a:pt x="276502" y="121046"/>
                  <a:pt x="276502" y="113077"/>
                </a:cubicBezTo>
                <a:lnTo>
                  <a:pt x="276502" y="44691"/>
                </a:lnTo>
                <a:lnTo>
                  <a:pt x="295210" y="44691"/>
                </a:lnTo>
                <a:lnTo>
                  <a:pt x="295210" y="105906"/>
                </a:lnTo>
                <a:cubicBezTo>
                  <a:pt x="295210" y="115676"/>
                  <a:pt x="295591" y="122258"/>
                  <a:pt x="296353" y="125653"/>
                </a:cubicBezTo>
                <a:cubicBezTo>
                  <a:pt x="297531" y="130573"/>
                  <a:pt x="300025" y="134435"/>
                  <a:pt x="303836" y="137242"/>
                </a:cubicBezTo>
                <a:cubicBezTo>
                  <a:pt x="307647" y="140048"/>
                  <a:pt x="312358" y="141451"/>
                  <a:pt x="317971" y="141451"/>
                </a:cubicBezTo>
                <a:cubicBezTo>
                  <a:pt x="323583" y="141451"/>
                  <a:pt x="328849" y="140013"/>
                  <a:pt x="333768" y="137138"/>
                </a:cubicBezTo>
                <a:cubicBezTo>
                  <a:pt x="338688" y="134262"/>
                  <a:pt x="342169" y="130347"/>
                  <a:pt x="344213" y="125393"/>
                </a:cubicBezTo>
                <a:cubicBezTo>
                  <a:pt x="346257" y="120439"/>
                  <a:pt x="347279" y="113251"/>
                  <a:pt x="347279" y="103828"/>
                </a:cubicBezTo>
                <a:lnTo>
                  <a:pt x="347279" y="44691"/>
                </a:lnTo>
                <a:lnTo>
                  <a:pt x="365987" y="44691"/>
                </a:lnTo>
                <a:lnTo>
                  <a:pt x="365987" y="155066"/>
                </a:lnTo>
                <a:lnTo>
                  <a:pt x="349254" y="155066"/>
                </a:lnTo>
                <a:close/>
                <a:moveTo>
                  <a:pt x="468140" y="114533"/>
                </a:moveTo>
                <a:lnTo>
                  <a:pt x="486536" y="116923"/>
                </a:lnTo>
                <a:cubicBezTo>
                  <a:pt x="484526" y="129635"/>
                  <a:pt x="479382" y="139587"/>
                  <a:pt x="471102" y="146777"/>
                </a:cubicBezTo>
                <a:cubicBezTo>
                  <a:pt x="462822" y="153966"/>
                  <a:pt x="452654" y="157560"/>
                  <a:pt x="440598" y="157560"/>
                </a:cubicBezTo>
                <a:cubicBezTo>
                  <a:pt x="425493" y="157560"/>
                  <a:pt x="413350" y="152623"/>
                  <a:pt x="404170" y="142750"/>
                </a:cubicBezTo>
                <a:cubicBezTo>
                  <a:pt x="394989" y="132876"/>
                  <a:pt x="390399" y="118724"/>
                  <a:pt x="390399" y="100294"/>
                </a:cubicBezTo>
                <a:cubicBezTo>
                  <a:pt x="390399" y="88376"/>
                  <a:pt x="392374" y="77949"/>
                  <a:pt x="396323" y="69011"/>
                </a:cubicBezTo>
                <a:cubicBezTo>
                  <a:pt x="400272" y="60072"/>
                  <a:pt x="406283" y="53369"/>
                  <a:pt x="414355" y="48900"/>
                </a:cubicBezTo>
                <a:cubicBezTo>
                  <a:pt x="422427" y="44431"/>
                  <a:pt x="431209" y="42196"/>
                  <a:pt x="440702" y="42196"/>
                </a:cubicBezTo>
                <a:cubicBezTo>
                  <a:pt x="452689" y="42196"/>
                  <a:pt x="462493" y="45237"/>
                  <a:pt x="470114" y="51319"/>
                </a:cubicBezTo>
                <a:cubicBezTo>
                  <a:pt x="477736" y="57399"/>
                  <a:pt x="482621" y="66033"/>
                  <a:pt x="484769" y="77221"/>
                </a:cubicBezTo>
                <a:lnTo>
                  <a:pt x="466581" y="80027"/>
                </a:lnTo>
                <a:cubicBezTo>
                  <a:pt x="464849" y="72648"/>
                  <a:pt x="461783" y="67096"/>
                  <a:pt x="457383" y="63372"/>
                </a:cubicBezTo>
                <a:cubicBezTo>
                  <a:pt x="452983" y="59648"/>
                  <a:pt x="447665" y="57786"/>
                  <a:pt x="441429" y="57786"/>
                </a:cubicBezTo>
                <a:cubicBezTo>
                  <a:pt x="432006" y="57786"/>
                  <a:pt x="424350" y="61147"/>
                  <a:pt x="418460" y="67871"/>
                </a:cubicBezTo>
                <a:cubicBezTo>
                  <a:pt x="412571" y="74591"/>
                  <a:pt x="409626" y="85226"/>
                  <a:pt x="409626" y="99774"/>
                </a:cubicBezTo>
                <a:cubicBezTo>
                  <a:pt x="409626" y="114530"/>
                  <a:pt x="412467" y="125253"/>
                  <a:pt x="418149" y="131941"/>
                </a:cubicBezTo>
                <a:cubicBezTo>
                  <a:pt x="423830" y="138627"/>
                  <a:pt x="431244" y="141970"/>
                  <a:pt x="440390" y="141970"/>
                </a:cubicBezTo>
                <a:cubicBezTo>
                  <a:pt x="447734" y="141970"/>
                  <a:pt x="453866" y="139727"/>
                  <a:pt x="458786" y="135241"/>
                </a:cubicBezTo>
                <a:cubicBezTo>
                  <a:pt x="463705" y="130755"/>
                  <a:pt x="466823" y="123852"/>
                  <a:pt x="468140" y="114533"/>
                </a:cubicBezTo>
                <a:close/>
                <a:moveTo>
                  <a:pt x="543386" y="138541"/>
                </a:moveTo>
                <a:lnTo>
                  <a:pt x="546088" y="155066"/>
                </a:lnTo>
                <a:cubicBezTo>
                  <a:pt x="540822" y="156036"/>
                  <a:pt x="536111" y="156521"/>
                  <a:pt x="531953" y="156521"/>
                </a:cubicBezTo>
                <a:cubicBezTo>
                  <a:pt x="525163" y="156521"/>
                  <a:pt x="519897" y="155447"/>
                  <a:pt x="516156" y="153299"/>
                </a:cubicBezTo>
                <a:cubicBezTo>
                  <a:pt x="512414" y="151151"/>
                  <a:pt x="509781" y="148328"/>
                  <a:pt x="508257" y="144829"/>
                </a:cubicBezTo>
                <a:cubicBezTo>
                  <a:pt x="506733" y="141330"/>
                  <a:pt x="505970" y="133968"/>
                  <a:pt x="505970" y="122743"/>
                </a:cubicBezTo>
                <a:lnTo>
                  <a:pt x="505970" y="59241"/>
                </a:lnTo>
                <a:lnTo>
                  <a:pt x="492252" y="59241"/>
                </a:lnTo>
                <a:lnTo>
                  <a:pt x="492252" y="44691"/>
                </a:lnTo>
                <a:lnTo>
                  <a:pt x="505970" y="44691"/>
                </a:lnTo>
                <a:lnTo>
                  <a:pt x="505970" y="17282"/>
                </a:lnTo>
                <a:lnTo>
                  <a:pt x="524574" y="6028"/>
                </a:lnTo>
                <a:lnTo>
                  <a:pt x="524574" y="44691"/>
                </a:lnTo>
                <a:lnTo>
                  <a:pt x="543386" y="44691"/>
                </a:lnTo>
                <a:lnTo>
                  <a:pt x="543386" y="59241"/>
                </a:lnTo>
                <a:lnTo>
                  <a:pt x="524574" y="59241"/>
                </a:lnTo>
                <a:lnTo>
                  <a:pt x="524574" y="123782"/>
                </a:lnTo>
                <a:cubicBezTo>
                  <a:pt x="524574" y="129118"/>
                  <a:pt x="524903" y="132547"/>
                  <a:pt x="525562" y="134072"/>
                </a:cubicBezTo>
                <a:cubicBezTo>
                  <a:pt x="526220" y="135596"/>
                  <a:pt x="527294" y="136809"/>
                  <a:pt x="528783" y="137709"/>
                </a:cubicBezTo>
                <a:cubicBezTo>
                  <a:pt x="530273" y="138610"/>
                  <a:pt x="532404" y="139060"/>
                  <a:pt x="535175" y="139060"/>
                </a:cubicBezTo>
                <a:cubicBezTo>
                  <a:pt x="537254" y="139060"/>
                  <a:pt x="539991" y="138887"/>
                  <a:pt x="543386" y="138541"/>
                </a:cubicBezTo>
                <a:close/>
                <a:moveTo>
                  <a:pt x="634476" y="155066"/>
                </a:moveTo>
                <a:lnTo>
                  <a:pt x="634476" y="138853"/>
                </a:lnTo>
                <a:cubicBezTo>
                  <a:pt x="625884" y="151324"/>
                  <a:pt x="614209" y="157560"/>
                  <a:pt x="599451" y="157560"/>
                </a:cubicBezTo>
                <a:cubicBezTo>
                  <a:pt x="592938" y="157560"/>
                  <a:pt x="586858" y="156313"/>
                  <a:pt x="581211" y="153819"/>
                </a:cubicBezTo>
                <a:cubicBezTo>
                  <a:pt x="575564" y="151324"/>
                  <a:pt x="571372" y="148189"/>
                  <a:pt x="568635" y="144413"/>
                </a:cubicBezTo>
                <a:cubicBezTo>
                  <a:pt x="565898" y="140637"/>
                  <a:pt x="563975" y="136012"/>
                  <a:pt x="562867" y="130538"/>
                </a:cubicBezTo>
                <a:cubicBezTo>
                  <a:pt x="562105" y="126866"/>
                  <a:pt x="561724" y="121046"/>
                  <a:pt x="561724" y="113077"/>
                </a:cubicBezTo>
                <a:lnTo>
                  <a:pt x="561724" y="44691"/>
                </a:lnTo>
                <a:lnTo>
                  <a:pt x="580431" y="44691"/>
                </a:lnTo>
                <a:lnTo>
                  <a:pt x="580431" y="105906"/>
                </a:lnTo>
                <a:cubicBezTo>
                  <a:pt x="580431" y="115676"/>
                  <a:pt x="580812" y="122258"/>
                  <a:pt x="581575" y="125653"/>
                </a:cubicBezTo>
                <a:cubicBezTo>
                  <a:pt x="582752" y="130573"/>
                  <a:pt x="585247" y="134435"/>
                  <a:pt x="589058" y="137242"/>
                </a:cubicBezTo>
                <a:cubicBezTo>
                  <a:pt x="592868" y="140048"/>
                  <a:pt x="597580" y="141451"/>
                  <a:pt x="603192" y="141451"/>
                </a:cubicBezTo>
                <a:cubicBezTo>
                  <a:pt x="608805" y="141451"/>
                  <a:pt x="614070" y="140013"/>
                  <a:pt x="618990" y="137138"/>
                </a:cubicBezTo>
                <a:cubicBezTo>
                  <a:pt x="623909" y="134262"/>
                  <a:pt x="627391" y="130347"/>
                  <a:pt x="629435" y="125393"/>
                </a:cubicBezTo>
                <a:cubicBezTo>
                  <a:pt x="631479" y="120439"/>
                  <a:pt x="632501" y="113251"/>
                  <a:pt x="632501" y="103828"/>
                </a:cubicBezTo>
                <a:lnTo>
                  <a:pt x="632501" y="44691"/>
                </a:lnTo>
                <a:lnTo>
                  <a:pt x="651209" y="44691"/>
                </a:lnTo>
                <a:lnTo>
                  <a:pt x="651209" y="155066"/>
                </a:lnTo>
                <a:lnTo>
                  <a:pt x="634476" y="155066"/>
                </a:lnTo>
                <a:close/>
                <a:moveTo>
                  <a:pt x="681129" y="155066"/>
                </a:moveTo>
                <a:lnTo>
                  <a:pt x="681129" y="44691"/>
                </a:lnTo>
                <a:lnTo>
                  <a:pt x="697966" y="44691"/>
                </a:lnTo>
                <a:lnTo>
                  <a:pt x="697966" y="61320"/>
                </a:lnTo>
                <a:cubicBezTo>
                  <a:pt x="702262" y="53533"/>
                  <a:pt x="706228" y="48400"/>
                  <a:pt x="709866" y="45918"/>
                </a:cubicBezTo>
                <a:cubicBezTo>
                  <a:pt x="713504" y="43437"/>
                  <a:pt x="717505" y="42196"/>
                  <a:pt x="721870" y="42196"/>
                </a:cubicBezTo>
                <a:cubicBezTo>
                  <a:pt x="728175" y="42196"/>
                  <a:pt x="734584" y="44197"/>
                  <a:pt x="741097" y="48198"/>
                </a:cubicBezTo>
                <a:lnTo>
                  <a:pt x="734654" y="65477"/>
                </a:lnTo>
                <a:cubicBezTo>
                  <a:pt x="730081" y="62775"/>
                  <a:pt x="725508" y="61424"/>
                  <a:pt x="720935" y="61424"/>
                </a:cubicBezTo>
                <a:cubicBezTo>
                  <a:pt x="716847" y="61424"/>
                  <a:pt x="713174" y="62656"/>
                  <a:pt x="709918" y="65120"/>
                </a:cubicBezTo>
                <a:cubicBezTo>
                  <a:pt x="706661" y="67581"/>
                  <a:pt x="704340" y="70997"/>
                  <a:pt x="702955" y="75367"/>
                </a:cubicBezTo>
                <a:cubicBezTo>
                  <a:pt x="700876" y="82025"/>
                  <a:pt x="699837" y="89307"/>
                  <a:pt x="699837" y="97215"/>
                </a:cubicBezTo>
                <a:lnTo>
                  <a:pt x="699837" y="155066"/>
                </a:lnTo>
                <a:lnTo>
                  <a:pt x="681129" y="155066"/>
                </a:lnTo>
                <a:close/>
                <a:moveTo>
                  <a:pt x="827136" y="119521"/>
                </a:moveTo>
                <a:lnTo>
                  <a:pt x="846467" y="121912"/>
                </a:lnTo>
                <a:cubicBezTo>
                  <a:pt x="843418" y="133206"/>
                  <a:pt x="837771" y="141970"/>
                  <a:pt x="829526" y="148206"/>
                </a:cubicBezTo>
                <a:cubicBezTo>
                  <a:pt x="821281" y="154442"/>
                  <a:pt x="810749" y="157560"/>
                  <a:pt x="797931" y="157560"/>
                </a:cubicBezTo>
                <a:cubicBezTo>
                  <a:pt x="781787" y="157560"/>
                  <a:pt x="768986" y="152589"/>
                  <a:pt x="759528" y="142646"/>
                </a:cubicBezTo>
                <a:cubicBezTo>
                  <a:pt x="750071" y="132703"/>
                  <a:pt x="745342" y="118759"/>
                  <a:pt x="745342" y="100814"/>
                </a:cubicBezTo>
                <a:cubicBezTo>
                  <a:pt x="745342" y="82244"/>
                  <a:pt x="750123" y="67833"/>
                  <a:pt x="759684" y="57578"/>
                </a:cubicBezTo>
                <a:cubicBezTo>
                  <a:pt x="769246" y="47323"/>
                  <a:pt x="781648" y="42196"/>
                  <a:pt x="796892" y="42196"/>
                </a:cubicBezTo>
                <a:cubicBezTo>
                  <a:pt x="811650" y="42196"/>
                  <a:pt x="823706" y="47212"/>
                  <a:pt x="833060" y="57244"/>
                </a:cubicBezTo>
                <a:cubicBezTo>
                  <a:pt x="842414" y="67273"/>
                  <a:pt x="847091" y="81384"/>
                  <a:pt x="847091" y="99576"/>
                </a:cubicBezTo>
                <a:cubicBezTo>
                  <a:pt x="847091" y="100683"/>
                  <a:pt x="847056" y="102342"/>
                  <a:pt x="846987" y="104555"/>
                </a:cubicBezTo>
                <a:lnTo>
                  <a:pt x="764673" y="104555"/>
                </a:lnTo>
                <a:cubicBezTo>
                  <a:pt x="765366" y="116646"/>
                  <a:pt x="768796" y="125904"/>
                  <a:pt x="774962" y="132331"/>
                </a:cubicBezTo>
                <a:cubicBezTo>
                  <a:pt x="781129" y="138757"/>
                  <a:pt x="788820" y="141970"/>
                  <a:pt x="798035" y="141970"/>
                </a:cubicBezTo>
                <a:cubicBezTo>
                  <a:pt x="804894" y="141970"/>
                  <a:pt x="810749" y="140186"/>
                  <a:pt x="815599" y="136618"/>
                </a:cubicBezTo>
                <a:cubicBezTo>
                  <a:pt x="820450" y="133047"/>
                  <a:pt x="824295" y="127349"/>
                  <a:pt x="827136" y="119521"/>
                </a:cubicBezTo>
                <a:moveTo>
                  <a:pt x="765712" y="88965"/>
                </a:moveTo>
                <a:lnTo>
                  <a:pt x="827344" y="88965"/>
                </a:lnTo>
                <a:cubicBezTo>
                  <a:pt x="826512" y="79832"/>
                  <a:pt x="824156" y="72983"/>
                  <a:pt x="820276" y="68416"/>
                </a:cubicBezTo>
                <a:cubicBezTo>
                  <a:pt x="814318" y="61329"/>
                  <a:pt x="806592" y="57786"/>
                  <a:pt x="797100" y="57786"/>
                </a:cubicBezTo>
                <a:cubicBezTo>
                  <a:pt x="788508" y="57786"/>
                  <a:pt x="781285" y="60615"/>
                  <a:pt x="775430" y="66273"/>
                </a:cubicBezTo>
                <a:cubicBezTo>
                  <a:pt x="769575" y="71928"/>
                  <a:pt x="766336" y="79492"/>
                  <a:pt x="765712" y="889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Obfuscation">
            <a:extLst xmlns:a="http://schemas.openxmlformats.org/drawingml/2006/main">
              <a:ext uri="{FF2B5EF4-FFF2-40B4-BE49-F238E27FC236}">
                <a16:creationId xmlns:a16="http://schemas.microsoft.com/office/drawing/2014/main" id="{62172114-A326-461D-B2E1-6A577E21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7229" y="1431297"/>
            <a:ext cx="1115122" cy="157560"/>
          </a:xfrm>
          <a:custGeom xmlns:a="http://schemas.openxmlformats.org/drawingml/2006/main">
            <a:pathLst>
              <a:path w="1115122" h="157560">
                <a:moveTo>
                  <a:pt x="0" y="80807"/>
                </a:moveTo>
                <a:cubicBezTo>
                  <a:pt x="0" y="55532"/>
                  <a:pt x="6790" y="35746"/>
                  <a:pt x="20371" y="21449"/>
                </a:cubicBezTo>
                <a:cubicBezTo>
                  <a:pt x="33951" y="7150"/>
                  <a:pt x="51481" y="0"/>
                  <a:pt x="72960" y="0"/>
                </a:cubicBezTo>
                <a:cubicBezTo>
                  <a:pt x="87025" y="0"/>
                  <a:pt x="99705" y="3358"/>
                  <a:pt x="110999" y="10075"/>
                </a:cubicBezTo>
                <a:cubicBezTo>
                  <a:pt x="122293" y="16791"/>
                  <a:pt x="130902" y="26157"/>
                  <a:pt x="136826" y="38172"/>
                </a:cubicBezTo>
                <a:cubicBezTo>
                  <a:pt x="142750" y="50185"/>
                  <a:pt x="145712" y="63807"/>
                  <a:pt x="145712" y="79040"/>
                </a:cubicBezTo>
                <a:cubicBezTo>
                  <a:pt x="145712" y="94480"/>
                  <a:pt x="142594" y="108294"/>
                  <a:pt x="136358" y="120483"/>
                </a:cubicBezTo>
                <a:cubicBezTo>
                  <a:pt x="130122" y="132669"/>
                  <a:pt x="121288" y="141895"/>
                  <a:pt x="109856" y="148161"/>
                </a:cubicBezTo>
                <a:cubicBezTo>
                  <a:pt x="98423" y="154427"/>
                  <a:pt x="86090" y="157560"/>
                  <a:pt x="72856" y="157560"/>
                </a:cubicBezTo>
                <a:cubicBezTo>
                  <a:pt x="58513" y="157560"/>
                  <a:pt x="45695" y="154098"/>
                  <a:pt x="34401" y="147174"/>
                </a:cubicBezTo>
                <a:cubicBezTo>
                  <a:pt x="23107" y="140249"/>
                  <a:pt x="14550" y="130798"/>
                  <a:pt x="8730" y="118820"/>
                </a:cubicBezTo>
                <a:cubicBezTo>
                  <a:pt x="2910" y="106842"/>
                  <a:pt x="0" y="94171"/>
                  <a:pt x="0" y="80807"/>
                </a:cubicBezTo>
                <a:moveTo>
                  <a:pt x="20786" y="81070"/>
                </a:moveTo>
                <a:cubicBezTo>
                  <a:pt x="20786" y="99464"/>
                  <a:pt x="25723" y="113952"/>
                  <a:pt x="35597" y="124536"/>
                </a:cubicBezTo>
                <a:cubicBezTo>
                  <a:pt x="45470" y="135120"/>
                  <a:pt x="57855" y="140411"/>
                  <a:pt x="72752" y="140411"/>
                </a:cubicBezTo>
                <a:cubicBezTo>
                  <a:pt x="87926" y="140411"/>
                  <a:pt x="100415" y="135068"/>
                  <a:pt x="110219" y="124380"/>
                </a:cubicBezTo>
                <a:cubicBezTo>
                  <a:pt x="120024" y="113690"/>
                  <a:pt x="124926" y="98525"/>
                  <a:pt x="124926" y="78884"/>
                </a:cubicBezTo>
                <a:cubicBezTo>
                  <a:pt x="124926" y="66460"/>
                  <a:pt x="122830" y="55615"/>
                  <a:pt x="118638" y="46350"/>
                </a:cubicBezTo>
                <a:cubicBezTo>
                  <a:pt x="114446" y="37085"/>
                  <a:pt x="108314" y="29902"/>
                  <a:pt x="100242" y="24801"/>
                </a:cubicBezTo>
                <a:cubicBezTo>
                  <a:pt x="92170" y="19699"/>
                  <a:pt x="83111" y="17149"/>
                  <a:pt x="73064" y="17149"/>
                </a:cubicBezTo>
                <a:cubicBezTo>
                  <a:pt x="58791" y="17149"/>
                  <a:pt x="46509" y="22059"/>
                  <a:pt x="36220" y="31881"/>
                </a:cubicBezTo>
                <a:cubicBezTo>
                  <a:pt x="25931" y="41700"/>
                  <a:pt x="20786" y="58097"/>
                  <a:pt x="20786" y="81070"/>
                </a:cubicBezTo>
                <a:close/>
                <a:moveTo>
                  <a:pt x="187018" y="155066"/>
                </a:moveTo>
                <a:lnTo>
                  <a:pt x="169661" y="155066"/>
                </a:lnTo>
                <a:lnTo>
                  <a:pt x="169661" y="2702"/>
                </a:lnTo>
                <a:lnTo>
                  <a:pt x="188369" y="2702"/>
                </a:lnTo>
                <a:lnTo>
                  <a:pt x="188369" y="57260"/>
                </a:lnTo>
                <a:cubicBezTo>
                  <a:pt x="196268" y="47217"/>
                  <a:pt x="206349" y="42196"/>
                  <a:pt x="218613" y="42196"/>
                </a:cubicBezTo>
                <a:cubicBezTo>
                  <a:pt x="225403" y="42196"/>
                  <a:pt x="231830" y="43565"/>
                  <a:pt x="237893" y="46301"/>
                </a:cubicBezTo>
                <a:cubicBezTo>
                  <a:pt x="243955" y="49038"/>
                  <a:pt x="248944" y="52884"/>
                  <a:pt x="252859" y="57838"/>
                </a:cubicBezTo>
                <a:cubicBezTo>
                  <a:pt x="256773" y="62792"/>
                  <a:pt x="259839" y="68768"/>
                  <a:pt x="262057" y="75766"/>
                </a:cubicBezTo>
                <a:cubicBezTo>
                  <a:pt x="264274" y="82764"/>
                  <a:pt x="265382" y="90247"/>
                  <a:pt x="265382" y="98215"/>
                </a:cubicBezTo>
                <a:cubicBezTo>
                  <a:pt x="265382" y="117131"/>
                  <a:pt x="260706" y="131751"/>
                  <a:pt x="251352" y="142074"/>
                </a:cubicBezTo>
                <a:cubicBezTo>
                  <a:pt x="241998" y="152398"/>
                  <a:pt x="230773" y="157560"/>
                  <a:pt x="217678" y="157560"/>
                </a:cubicBezTo>
                <a:cubicBezTo>
                  <a:pt x="204652" y="157560"/>
                  <a:pt x="194432" y="152052"/>
                  <a:pt x="187018" y="141035"/>
                </a:cubicBezTo>
                <a:lnTo>
                  <a:pt x="187018" y="155066"/>
                </a:lnTo>
                <a:moveTo>
                  <a:pt x="186810" y="99050"/>
                </a:moveTo>
                <a:cubicBezTo>
                  <a:pt x="186810" y="112219"/>
                  <a:pt x="188612" y="121734"/>
                  <a:pt x="192215" y="127595"/>
                </a:cubicBezTo>
                <a:cubicBezTo>
                  <a:pt x="198104" y="137179"/>
                  <a:pt x="206072" y="141970"/>
                  <a:pt x="216119" y="141970"/>
                </a:cubicBezTo>
                <a:cubicBezTo>
                  <a:pt x="224295" y="141970"/>
                  <a:pt x="231362" y="138437"/>
                  <a:pt x="237321" y="131369"/>
                </a:cubicBezTo>
                <a:cubicBezTo>
                  <a:pt x="243280" y="124302"/>
                  <a:pt x="246259" y="113770"/>
                  <a:pt x="246259" y="99774"/>
                </a:cubicBezTo>
                <a:cubicBezTo>
                  <a:pt x="246259" y="85434"/>
                  <a:pt x="243401" y="74851"/>
                  <a:pt x="237685" y="68026"/>
                </a:cubicBezTo>
                <a:cubicBezTo>
                  <a:pt x="231968" y="61199"/>
                  <a:pt x="225057" y="57786"/>
                  <a:pt x="216950" y="57786"/>
                </a:cubicBezTo>
                <a:cubicBezTo>
                  <a:pt x="208774" y="57786"/>
                  <a:pt x="201707" y="61320"/>
                  <a:pt x="195748" y="68387"/>
                </a:cubicBezTo>
                <a:cubicBezTo>
                  <a:pt x="189790" y="75454"/>
                  <a:pt x="186810" y="85675"/>
                  <a:pt x="186810" y="99050"/>
                </a:cubicBezTo>
                <a:close/>
                <a:moveTo>
                  <a:pt x="293432" y="155066"/>
                </a:moveTo>
                <a:lnTo>
                  <a:pt x="293432" y="59241"/>
                </a:lnTo>
                <a:lnTo>
                  <a:pt x="276907" y="59241"/>
                </a:lnTo>
                <a:lnTo>
                  <a:pt x="276907" y="44691"/>
                </a:lnTo>
                <a:lnTo>
                  <a:pt x="293432" y="44691"/>
                </a:lnTo>
                <a:lnTo>
                  <a:pt x="293432" y="32972"/>
                </a:lnTo>
                <a:cubicBezTo>
                  <a:pt x="293432" y="25576"/>
                  <a:pt x="294090" y="20080"/>
                  <a:pt x="295407" y="16486"/>
                </a:cubicBezTo>
                <a:cubicBezTo>
                  <a:pt x="297208" y="11649"/>
                  <a:pt x="300378" y="7727"/>
                  <a:pt x="304917" y="4719"/>
                </a:cubicBezTo>
                <a:cubicBezTo>
                  <a:pt x="309455" y="1712"/>
                  <a:pt x="315812" y="208"/>
                  <a:pt x="323988" y="208"/>
                </a:cubicBezTo>
                <a:cubicBezTo>
                  <a:pt x="329254" y="208"/>
                  <a:pt x="335074" y="831"/>
                  <a:pt x="341449" y="2079"/>
                </a:cubicBezTo>
                <a:lnTo>
                  <a:pt x="338642" y="18396"/>
                </a:lnTo>
                <a:cubicBezTo>
                  <a:pt x="334762" y="17703"/>
                  <a:pt x="331090" y="17357"/>
                  <a:pt x="327626" y="17357"/>
                </a:cubicBezTo>
                <a:cubicBezTo>
                  <a:pt x="321944" y="17357"/>
                  <a:pt x="317925" y="18565"/>
                  <a:pt x="315570" y="20981"/>
                </a:cubicBezTo>
                <a:cubicBezTo>
                  <a:pt x="313214" y="23398"/>
                  <a:pt x="312036" y="27919"/>
                  <a:pt x="312036" y="34544"/>
                </a:cubicBezTo>
                <a:lnTo>
                  <a:pt x="312036" y="44691"/>
                </a:lnTo>
                <a:lnTo>
                  <a:pt x="333550" y="44691"/>
                </a:lnTo>
                <a:lnTo>
                  <a:pt x="333550" y="59241"/>
                </a:lnTo>
                <a:lnTo>
                  <a:pt x="312036" y="59241"/>
                </a:lnTo>
                <a:lnTo>
                  <a:pt x="312036" y="155066"/>
                </a:lnTo>
                <a:lnTo>
                  <a:pt x="293432" y="155066"/>
                </a:lnTo>
                <a:close/>
                <a:moveTo>
                  <a:pt x="423026" y="155066"/>
                </a:moveTo>
                <a:lnTo>
                  <a:pt x="423026" y="138853"/>
                </a:lnTo>
                <a:cubicBezTo>
                  <a:pt x="414434" y="151324"/>
                  <a:pt x="402759" y="157560"/>
                  <a:pt x="388001" y="157560"/>
                </a:cubicBezTo>
                <a:cubicBezTo>
                  <a:pt x="381488" y="157560"/>
                  <a:pt x="375408" y="156313"/>
                  <a:pt x="369761" y="153819"/>
                </a:cubicBezTo>
                <a:cubicBezTo>
                  <a:pt x="364114" y="151324"/>
                  <a:pt x="359922" y="148189"/>
                  <a:pt x="357185" y="144413"/>
                </a:cubicBezTo>
                <a:cubicBezTo>
                  <a:pt x="354449" y="140637"/>
                  <a:pt x="352526" y="136012"/>
                  <a:pt x="351417" y="130538"/>
                </a:cubicBezTo>
                <a:cubicBezTo>
                  <a:pt x="350655" y="126866"/>
                  <a:pt x="350274" y="121046"/>
                  <a:pt x="350274" y="113077"/>
                </a:cubicBezTo>
                <a:lnTo>
                  <a:pt x="350274" y="44691"/>
                </a:lnTo>
                <a:lnTo>
                  <a:pt x="368982" y="44691"/>
                </a:lnTo>
                <a:lnTo>
                  <a:pt x="368982" y="105906"/>
                </a:lnTo>
                <a:cubicBezTo>
                  <a:pt x="368982" y="115676"/>
                  <a:pt x="369363" y="122258"/>
                  <a:pt x="370125" y="125653"/>
                </a:cubicBezTo>
                <a:cubicBezTo>
                  <a:pt x="371303" y="130573"/>
                  <a:pt x="373797" y="134435"/>
                  <a:pt x="377608" y="137242"/>
                </a:cubicBezTo>
                <a:cubicBezTo>
                  <a:pt x="381419" y="140048"/>
                  <a:pt x="386130" y="141451"/>
                  <a:pt x="391743" y="141451"/>
                </a:cubicBezTo>
                <a:cubicBezTo>
                  <a:pt x="397355" y="141451"/>
                  <a:pt x="402621" y="140013"/>
                  <a:pt x="407540" y="137138"/>
                </a:cubicBezTo>
                <a:cubicBezTo>
                  <a:pt x="412460" y="134262"/>
                  <a:pt x="415941" y="130347"/>
                  <a:pt x="417985" y="125393"/>
                </a:cubicBezTo>
                <a:cubicBezTo>
                  <a:pt x="420029" y="120439"/>
                  <a:pt x="421051" y="113251"/>
                  <a:pt x="421051" y="103828"/>
                </a:cubicBezTo>
                <a:lnTo>
                  <a:pt x="421051" y="44691"/>
                </a:lnTo>
                <a:lnTo>
                  <a:pt x="439759" y="44691"/>
                </a:lnTo>
                <a:lnTo>
                  <a:pt x="439759" y="155066"/>
                </a:lnTo>
                <a:lnTo>
                  <a:pt x="423026" y="155066"/>
                </a:lnTo>
                <a:close/>
                <a:moveTo>
                  <a:pt x="462404" y="122016"/>
                </a:moveTo>
                <a:lnTo>
                  <a:pt x="480904" y="119106"/>
                </a:lnTo>
                <a:cubicBezTo>
                  <a:pt x="481943" y="126487"/>
                  <a:pt x="484836" y="132144"/>
                  <a:pt x="489582" y="136076"/>
                </a:cubicBezTo>
                <a:cubicBezTo>
                  <a:pt x="494328" y="140005"/>
                  <a:pt x="500962" y="141970"/>
                  <a:pt x="509485" y="141970"/>
                </a:cubicBezTo>
                <a:cubicBezTo>
                  <a:pt x="518077" y="141970"/>
                  <a:pt x="524451" y="140235"/>
                  <a:pt x="528608" y="136764"/>
                </a:cubicBezTo>
                <a:cubicBezTo>
                  <a:pt x="532766" y="133291"/>
                  <a:pt x="534844" y="129218"/>
                  <a:pt x="534844" y="124546"/>
                </a:cubicBezTo>
                <a:cubicBezTo>
                  <a:pt x="534844" y="120352"/>
                  <a:pt x="533008" y="117052"/>
                  <a:pt x="529336" y="114646"/>
                </a:cubicBezTo>
                <a:cubicBezTo>
                  <a:pt x="526772" y="112996"/>
                  <a:pt x="520398" y="110899"/>
                  <a:pt x="510212" y="108355"/>
                </a:cubicBezTo>
                <a:cubicBezTo>
                  <a:pt x="496493" y="104889"/>
                  <a:pt x="486984" y="101890"/>
                  <a:pt x="481683" y="99359"/>
                </a:cubicBezTo>
                <a:cubicBezTo>
                  <a:pt x="476383" y="96827"/>
                  <a:pt x="472364" y="93325"/>
                  <a:pt x="469627" y="88852"/>
                </a:cubicBezTo>
                <a:cubicBezTo>
                  <a:pt x="466890" y="84378"/>
                  <a:pt x="465522" y="79437"/>
                  <a:pt x="465522" y="74028"/>
                </a:cubicBezTo>
                <a:cubicBezTo>
                  <a:pt x="465522" y="69105"/>
                  <a:pt x="466648" y="64545"/>
                  <a:pt x="468900" y="60348"/>
                </a:cubicBezTo>
                <a:cubicBezTo>
                  <a:pt x="471151" y="56152"/>
                  <a:pt x="474217" y="52667"/>
                  <a:pt x="478098" y="49894"/>
                </a:cubicBezTo>
                <a:cubicBezTo>
                  <a:pt x="481008" y="47744"/>
                  <a:pt x="484974" y="45924"/>
                  <a:pt x="489998" y="44434"/>
                </a:cubicBezTo>
                <a:cubicBezTo>
                  <a:pt x="495021" y="42942"/>
                  <a:pt x="500408" y="42196"/>
                  <a:pt x="506159" y="42196"/>
                </a:cubicBezTo>
                <a:cubicBezTo>
                  <a:pt x="514820" y="42196"/>
                  <a:pt x="522424" y="43452"/>
                  <a:pt x="528972" y="45964"/>
                </a:cubicBezTo>
                <a:cubicBezTo>
                  <a:pt x="535520" y="48473"/>
                  <a:pt x="540353" y="51874"/>
                  <a:pt x="543470" y="56165"/>
                </a:cubicBezTo>
                <a:cubicBezTo>
                  <a:pt x="546588" y="60455"/>
                  <a:pt x="548736" y="66191"/>
                  <a:pt x="549914" y="73376"/>
                </a:cubicBezTo>
                <a:lnTo>
                  <a:pt x="531622" y="75870"/>
                </a:lnTo>
                <a:cubicBezTo>
                  <a:pt x="530791" y="70188"/>
                  <a:pt x="528383" y="65754"/>
                  <a:pt x="524399" y="62567"/>
                </a:cubicBezTo>
                <a:cubicBezTo>
                  <a:pt x="520415" y="59380"/>
                  <a:pt x="514785" y="57786"/>
                  <a:pt x="507510" y="57786"/>
                </a:cubicBezTo>
                <a:cubicBezTo>
                  <a:pt x="498918" y="57786"/>
                  <a:pt x="492787" y="59200"/>
                  <a:pt x="489114" y="62028"/>
                </a:cubicBezTo>
                <a:cubicBezTo>
                  <a:pt x="485442" y="64853"/>
                  <a:pt x="483606" y="68163"/>
                  <a:pt x="483606" y="71956"/>
                </a:cubicBezTo>
                <a:cubicBezTo>
                  <a:pt x="483606" y="74368"/>
                  <a:pt x="484368" y="76540"/>
                  <a:pt x="485892" y="78472"/>
                </a:cubicBezTo>
                <a:cubicBezTo>
                  <a:pt x="487417" y="80470"/>
                  <a:pt x="489807" y="82124"/>
                  <a:pt x="493064" y="83434"/>
                </a:cubicBezTo>
                <a:cubicBezTo>
                  <a:pt x="494934" y="84125"/>
                  <a:pt x="500443" y="85711"/>
                  <a:pt x="509589" y="88192"/>
                </a:cubicBezTo>
                <a:cubicBezTo>
                  <a:pt x="522823" y="91724"/>
                  <a:pt x="532055" y="94614"/>
                  <a:pt x="537287" y="96864"/>
                </a:cubicBezTo>
                <a:cubicBezTo>
                  <a:pt x="542518" y="99114"/>
                  <a:pt x="546623" y="102386"/>
                  <a:pt x="549602" y="106679"/>
                </a:cubicBezTo>
                <a:cubicBezTo>
                  <a:pt x="552582" y="110971"/>
                  <a:pt x="554071" y="116300"/>
                  <a:pt x="554071" y="122668"/>
                </a:cubicBezTo>
                <a:cubicBezTo>
                  <a:pt x="554071" y="128900"/>
                  <a:pt x="552253" y="134768"/>
                  <a:pt x="548615" y="140272"/>
                </a:cubicBezTo>
                <a:cubicBezTo>
                  <a:pt x="544977" y="145774"/>
                  <a:pt x="539729" y="150031"/>
                  <a:pt x="532869" y="153042"/>
                </a:cubicBezTo>
                <a:cubicBezTo>
                  <a:pt x="526010" y="156054"/>
                  <a:pt x="518250" y="157560"/>
                  <a:pt x="509589" y="157560"/>
                </a:cubicBezTo>
                <a:cubicBezTo>
                  <a:pt x="495246" y="157560"/>
                  <a:pt x="484316" y="154572"/>
                  <a:pt x="476798" y="148596"/>
                </a:cubicBezTo>
                <a:cubicBezTo>
                  <a:pt x="469281" y="142620"/>
                  <a:pt x="464482" y="133760"/>
                  <a:pt x="462404" y="122016"/>
                </a:cubicBezTo>
                <a:close/>
                <a:moveTo>
                  <a:pt x="648337" y="114533"/>
                </a:moveTo>
                <a:lnTo>
                  <a:pt x="666733" y="116923"/>
                </a:lnTo>
                <a:cubicBezTo>
                  <a:pt x="664724" y="129635"/>
                  <a:pt x="659579" y="139587"/>
                  <a:pt x="651299" y="146777"/>
                </a:cubicBezTo>
                <a:cubicBezTo>
                  <a:pt x="643019" y="153966"/>
                  <a:pt x="632851" y="157560"/>
                  <a:pt x="620795" y="157560"/>
                </a:cubicBezTo>
                <a:cubicBezTo>
                  <a:pt x="605691" y="157560"/>
                  <a:pt x="593548" y="152623"/>
                  <a:pt x="584367" y="142750"/>
                </a:cubicBezTo>
                <a:cubicBezTo>
                  <a:pt x="575187" y="132876"/>
                  <a:pt x="570596" y="118724"/>
                  <a:pt x="570596" y="100294"/>
                </a:cubicBezTo>
                <a:cubicBezTo>
                  <a:pt x="570596" y="88376"/>
                  <a:pt x="572571" y="77949"/>
                  <a:pt x="576520" y="69011"/>
                </a:cubicBezTo>
                <a:cubicBezTo>
                  <a:pt x="580470" y="60072"/>
                  <a:pt x="586480" y="53369"/>
                  <a:pt x="594553" y="48900"/>
                </a:cubicBezTo>
                <a:cubicBezTo>
                  <a:pt x="602625" y="44431"/>
                  <a:pt x="611407" y="42196"/>
                  <a:pt x="620899" y="42196"/>
                </a:cubicBezTo>
                <a:cubicBezTo>
                  <a:pt x="632886" y="42196"/>
                  <a:pt x="642690" y="45237"/>
                  <a:pt x="650312" y="51319"/>
                </a:cubicBezTo>
                <a:cubicBezTo>
                  <a:pt x="657933" y="57399"/>
                  <a:pt x="662818" y="66033"/>
                  <a:pt x="664966" y="77221"/>
                </a:cubicBezTo>
                <a:lnTo>
                  <a:pt x="646778" y="80027"/>
                </a:lnTo>
                <a:cubicBezTo>
                  <a:pt x="645046" y="72648"/>
                  <a:pt x="641980" y="67096"/>
                  <a:pt x="637580" y="63372"/>
                </a:cubicBezTo>
                <a:cubicBezTo>
                  <a:pt x="633180" y="59648"/>
                  <a:pt x="627863" y="57786"/>
                  <a:pt x="621627" y="57786"/>
                </a:cubicBezTo>
                <a:cubicBezTo>
                  <a:pt x="612204" y="57786"/>
                  <a:pt x="604547" y="61147"/>
                  <a:pt x="598658" y="67871"/>
                </a:cubicBezTo>
                <a:cubicBezTo>
                  <a:pt x="592768" y="74591"/>
                  <a:pt x="589824" y="85226"/>
                  <a:pt x="589824" y="99774"/>
                </a:cubicBezTo>
                <a:cubicBezTo>
                  <a:pt x="589824" y="114530"/>
                  <a:pt x="592664" y="125253"/>
                  <a:pt x="598346" y="131941"/>
                </a:cubicBezTo>
                <a:cubicBezTo>
                  <a:pt x="604028" y="138627"/>
                  <a:pt x="611441" y="141970"/>
                  <a:pt x="620587" y="141970"/>
                </a:cubicBezTo>
                <a:cubicBezTo>
                  <a:pt x="627932" y="141970"/>
                  <a:pt x="634064" y="139727"/>
                  <a:pt x="638983" y="135241"/>
                </a:cubicBezTo>
                <a:cubicBezTo>
                  <a:pt x="643903" y="130755"/>
                  <a:pt x="647021" y="123852"/>
                  <a:pt x="648337" y="114533"/>
                </a:cubicBezTo>
                <a:close/>
                <a:moveTo>
                  <a:pt x="754764" y="141438"/>
                </a:moveTo>
                <a:cubicBezTo>
                  <a:pt x="747835" y="147332"/>
                  <a:pt x="741166" y="151492"/>
                  <a:pt x="734757" y="153919"/>
                </a:cubicBezTo>
                <a:cubicBezTo>
                  <a:pt x="728348" y="156347"/>
                  <a:pt x="721471" y="157560"/>
                  <a:pt x="714126" y="157560"/>
                </a:cubicBezTo>
                <a:cubicBezTo>
                  <a:pt x="702001" y="157560"/>
                  <a:pt x="692682" y="154596"/>
                  <a:pt x="686169" y="148668"/>
                </a:cubicBezTo>
                <a:cubicBezTo>
                  <a:pt x="679656" y="142739"/>
                  <a:pt x="676399" y="135164"/>
                  <a:pt x="676399" y="125942"/>
                </a:cubicBezTo>
                <a:cubicBezTo>
                  <a:pt x="676399" y="120536"/>
                  <a:pt x="677629" y="115597"/>
                  <a:pt x="680089" y="111126"/>
                </a:cubicBezTo>
                <a:cubicBezTo>
                  <a:pt x="682548" y="106652"/>
                  <a:pt x="685770" y="103063"/>
                  <a:pt x="689754" y="100359"/>
                </a:cubicBezTo>
                <a:cubicBezTo>
                  <a:pt x="693738" y="97654"/>
                  <a:pt x="698225" y="95609"/>
                  <a:pt x="703213" y="94224"/>
                </a:cubicBezTo>
                <a:cubicBezTo>
                  <a:pt x="706886" y="93251"/>
                  <a:pt x="712429" y="92315"/>
                  <a:pt x="719843" y="91414"/>
                </a:cubicBezTo>
                <a:cubicBezTo>
                  <a:pt x="734947" y="89626"/>
                  <a:pt x="746068" y="87493"/>
                  <a:pt x="753205" y="85016"/>
                </a:cubicBezTo>
                <a:cubicBezTo>
                  <a:pt x="753274" y="82463"/>
                  <a:pt x="753308" y="80841"/>
                  <a:pt x="753308" y="80151"/>
                </a:cubicBezTo>
                <a:cubicBezTo>
                  <a:pt x="753308" y="72557"/>
                  <a:pt x="751542" y="67208"/>
                  <a:pt x="748008" y="64103"/>
                </a:cubicBezTo>
                <a:cubicBezTo>
                  <a:pt x="743227" y="59892"/>
                  <a:pt x="736125" y="57786"/>
                  <a:pt x="726702" y="57786"/>
                </a:cubicBezTo>
                <a:cubicBezTo>
                  <a:pt x="717902" y="57786"/>
                  <a:pt x="711407" y="59328"/>
                  <a:pt x="707215" y="62411"/>
                </a:cubicBezTo>
                <a:cubicBezTo>
                  <a:pt x="703023" y="65494"/>
                  <a:pt x="699922" y="70951"/>
                  <a:pt x="697913" y="78780"/>
                </a:cubicBezTo>
                <a:lnTo>
                  <a:pt x="679621" y="76286"/>
                </a:lnTo>
                <a:cubicBezTo>
                  <a:pt x="681284" y="68432"/>
                  <a:pt x="684021" y="62090"/>
                  <a:pt x="687832" y="57260"/>
                </a:cubicBezTo>
                <a:cubicBezTo>
                  <a:pt x="691642" y="52429"/>
                  <a:pt x="697151" y="48711"/>
                  <a:pt x="704357" y="46107"/>
                </a:cubicBezTo>
                <a:cubicBezTo>
                  <a:pt x="711563" y="43500"/>
                  <a:pt x="719912" y="42196"/>
                  <a:pt x="729404" y="42196"/>
                </a:cubicBezTo>
                <a:cubicBezTo>
                  <a:pt x="738827" y="42196"/>
                  <a:pt x="746484" y="43305"/>
                  <a:pt x="752373" y="45522"/>
                </a:cubicBezTo>
                <a:cubicBezTo>
                  <a:pt x="758263" y="47739"/>
                  <a:pt x="762593" y="50528"/>
                  <a:pt x="765365" y="53888"/>
                </a:cubicBezTo>
                <a:cubicBezTo>
                  <a:pt x="768136" y="57249"/>
                  <a:pt x="770076" y="61493"/>
                  <a:pt x="771185" y="66620"/>
                </a:cubicBezTo>
                <a:cubicBezTo>
                  <a:pt x="771808" y="69807"/>
                  <a:pt x="772120" y="75558"/>
                  <a:pt x="772120" y="83873"/>
                </a:cubicBezTo>
                <a:lnTo>
                  <a:pt x="772120" y="108816"/>
                </a:lnTo>
                <a:cubicBezTo>
                  <a:pt x="772120" y="126208"/>
                  <a:pt x="772518" y="137207"/>
                  <a:pt x="773315" y="141815"/>
                </a:cubicBezTo>
                <a:cubicBezTo>
                  <a:pt x="774112" y="146422"/>
                  <a:pt x="775688" y="150839"/>
                  <a:pt x="778044" y="155066"/>
                </a:cubicBezTo>
                <a:lnTo>
                  <a:pt x="758505" y="155066"/>
                </a:lnTo>
                <a:cubicBezTo>
                  <a:pt x="756565" y="151181"/>
                  <a:pt x="755318" y="146639"/>
                  <a:pt x="754764" y="141438"/>
                </a:cubicBezTo>
                <a:moveTo>
                  <a:pt x="753205" y="99566"/>
                </a:moveTo>
                <a:cubicBezTo>
                  <a:pt x="746414" y="102362"/>
                  <a:pt x="736229" y="104737"/>
                  <a:pt x="722649" y="106692"/>
                </a:cubicBezTo>
                <a:cubicBezTo>
                  <a:pt x="714958" y="107805"/>
                  <a:pt x="709519" y="109058"/>
                  <a:pt x="706331" y="110450"/>
                </a:cubicBezTo>
                <a:cubicBezTo>
                  <a:pt x="703144" y="111840"/>
                  <a:pt x="700684" y="113875"/>
                  <a:pt x="698952" y="116556"/>
                </a:cubicBezTo>
                <a:cubicBezTo>
                  <a:pt x="697220" y="119234"/>
                  <a:pt x="696354" y="122208"/>
                  <a:pt x="696354" y="125478"/>
                </a:cubicBezTo>
                <a:cubicBezTo>
                  <a:pt x="696354" y="130486"/>
                  <a:pt x="698242" y="134661"/>
                  <a:pt x="702018" y="138002"/>
                </a:cubicBezTo>
                <a:cubicBezTo>
                  <a:pt x="705794" y="141340"/>
                  <a:pt x="711320" y="143010"/>
                  <a:pt x="718595" y="143010"/>
                </a:cubicBezTo>
                <a:cubicBezTo>
                  <a:pt x="725801" y="143010"/>
                  <a:pt x="732210" y="141426"/>
                  <a:pt x="737823" y="138258"/>
                </a:cubicBezTo>
                <a:cubicBezTo>
                  <a:pt x="743435" y="135090"/>
                  <a:pt x="747558" y="130757"/>
                  <a:pt x="750191" y="125257"/>
                </a:cubicBezTo>
                <a:cubicBezTo>
                  <a:pt x="752200" y="121009"/>
                  <a:pt x="753205" y="114743"/>
                  <a:pt x="753205" y="106458"/>
                </a:cubicBezTo>
                <a:lnTo>
                  <a:pt x="753205" y="99566"/>
                </a:lnTo>
                <a:close/>
                <a:moveTo>
                  <a:pt x="842781" y="138541"/>
                </a:moveTo>
                <a:lnTo>
                  <a:pt x="845483" y="155066"/>
                </a:lnTo>
                <a:cubicBezTo>
                  <a:pt x="840217" y="156036"/>
                  <a:pt x="835506" y="156521"/>
                  <a:pt x="831348" y="156521"/>
                </a:cubicBezTo>
                <a:cubicBezTo>
                  <a:pt x="824558" y="156521"/>
                  <a:pt x="819292" y="155447"/>
                  <a:pt x="815551" y="153299"/>
                </a:cubicBezTo>
                <a:cubicBezTo>
                  <a:pt x="811809" y="151151"/>
                  <a:pt x="809176" y="148328"/>
                  <a:pt x="807652" y="144829"/>
                </a:cubicBezTo>
                <a:cubicBezTo>
                  <a:pt x="806128" y="141330"/>
                  <a:pt x="805366" y="133968"/>
                  <a:pt x="805366" y="122743"/>
                </a:cubicBezTo>
                <a:lnTo>
                  <a:pt x="805366" y="59241"/>
                </a:lnTo>
                <a:lnTo>
                  <a:pt x="791647" y="59241"/>
                </a:lnTo>
                <a:lnTo>
                  <a:pt x="791647" y="44691"/>
                </a:lnTo>
                <a:lnTo>
                  <a:pt x="805366" y="44691"/>
                </a:lnTo>
                <a:lnTo>
                  <a:pt x="805366" y="17282"/>
                </a:lnTo>
                <a:lnTo>
                  <a:pt x="823969" y="6028"/>
                </a:lnTo>
                <a:lnTo>
                  <a:pt x="823969" y="44691"/>
                </a:lnTo>
                <a:lnTo>
                  <a:pt x="842781" y="44691"/>
                </a:lnTo>
                <a:lnTo>
                  <a:pt x="842781" y="59241"/>
                </a:lnTo>
                <a:lnTo>
                  <a:pt x="823969" y="59241"/>
                </a:lnTo>
                <a:lnTo>
                  <a:pt x="823969" y="123782"/>
                </a:lnTo>
                <a:cubicBezTo>
                  <a:pt x="823969" y="129118"/>
                  <a:pt x="824298" y="132547"/>
                  <a:pt x="824957" y="134072"/>
                </a:cubicBezTo>
                <a:cubicBezTo>
                  <a:pt x="825615" y="135596"/>
                  <a:pt x="826689" y="136809"/>
                  <a:pt x="828179" y="137709"/>
                </a:cubicBezTo>
                <a:cubicBezTo>
                  <a:pt x="829668" y="138610"/>
                  <a:pt x="831799" y="139060"/>
                  <a:pt x="834570" y="139060"/>
                </a:cubicBezTo>
                <a:cubicBezTo>
                  <a:pt x="836649" y="139060"/>
                  <a:pt x="839386" y="138887"/>
                  <a:pt x="842781" y="138541"/>
                </a:cubicBezTo>
                <a:close/>
                <a:moveTo>
                  <a:pt x="861638" y="24320"/>
                </a:moveTo>
                <a:lnTo>
                  <a:pt x="861638" y="2702"/>
                </a:lnTo>
                <a:lnTo>
                  <a:pt x="880346" y="2702"/>
                </a:lnTo>
                <a:lnTo>
                  <a:pt x="880346" y="24320"/>
                </a:lnTo>
                <a:lnTo>
                  <a:pt x="861638" y="24320"/>
                </a:lnTo>
                <a:moveTo>
                  <a:pt x="861638" y="155066"/>
                </a:moveTo>
                <a:lnTo>
                  <a:pt x="861638" y="44691"/>
                </a:lnTo>
                <a:lnTo>
                  <a:pt x="880346" y="44691"/>
                </a:lnTo>
                <a:lnTo>
                  <a:pt x="880346" y="155066"/>
                </a:lnTo>
                <a:lnTo>
                  <a:pt x="861638" y="155066"/>
                </a:lnTo>
                <a:close/>
                <a:moveTo>
                  <a:pt x="901397" y="99878"/>
                </a:moveTo>
                <a:cubicBezTo>
                  <a:pt x="901397" y="79438"/>
                  <a:pt x="907079" y="64299"/>
                  <a:pt x="918442" y="54460"/>
                </a:cubicBezTo>
                <a:cubicBezTo>
                  <a:pt x="927934" y="46284"/>
                  <a:pt x="939505" y="42196"/>
                  <a:pt x="953155" y="42196"/>
                </a:cubicBezTo>
                <a:cubicBezTo>
                  <a:pt x="968329" y="42196"/>
                  <a:pt x="980732" y="47168"/>
                  <a:pt x="990363" y="57110"/>
                </a:cubicBezTo>
                <a:cubicBezTo>
                  <a:pt x="999994" y="67053"/>
                  <a:pt x="1004809" y="80789"/>
                  <a:pt x="1004809" y="98319"/>
                </a:cubicBezTo>
                <a:cubicBezTo>
                  <a:pt x="1004809" y="112523"/>
                  <a:pt x="1002678" y="123696"/>
                  <a:pt x="998417" y="131837"/>
                </a:cubicBezTo>
                <a:cubicBezTo>
                  <a:pt x="994156" y="139978"/>
                  <a:pt x="987955" y="146301"/>
                  <a:pt x="979814" y="150805"/>
                </a:cubicBezTo>
                <a:cubicBezTo>
                  <a:pt x="971672" y="155308"/>
                  <a:pt x="962786" y="157560"/>
                  <a:pt x="953155" y="157560"/>
                </a:cubicBezTo>
                <a:cubicBezTo>
                  <a:pt x="937704" y="157560"/>
                  <a:pt x="925215" y="152606"/>
                  <a:pt x="915688" y="142698"/>
                </a:cubicBezTo>
                <a:cubicBezTo>
                  <a:pt x="906161" y="132790"/>
                  <a:pt x="901397" y="118517"/>
                  <a:pt x="901397" y="99878"/>
                </a:cubicBezTo>
                <a:moveTo>
                  <a:pt x="920625" y="99826"/>
                </a:moveTo>
                <a:cubicBezTo>
                  <a:pt x="920625" y="113909"/>
                  <a:pt x="923708" y="124454"/>
                  <a:pt x="929874" y="131460"/>
                </a:cubicBezTo>
                <a:cubicBezTo>
                  <a:pt x="936041" y="138467"/>
                  <a:pt x="943801" y="141970"/>
                  <a:pt x="953155" y="141970"/>
                </a:cubicBezTo>
                <a:cubicBezTo>
                  <a:pt x="962440" y="141970"/>
                  <a:pt x="970165" y="138450"/>
                  <a:pt x="976332" y="131408"/>
                </a:cubicBezTo>
                <a:cubicBezTo>
                  <a:pt x="982498" y="124367"/>
                  <a:pt x="985582" y="113633"/>
                  <a:pt x="985582" y="99206"/>
                </a:cubicBezTo>
                <a:cubicBezTo>
                  <a:pt x="985582" y="85606"/>
                  <a:pt x="982481" y="75303"/>
                  <a:pt x="976280" y="68296"/>
                </a:cubicBezTo>
                <a:cubicBezTo>
                  <a:pt x="970079" y="61289"/>
                  <a:pt x="962370" y="57786"/>
                  <a:pt x="953155" y="57786"/>
                </a:cubicBezTo>
                <a:cubicBezTo>
                  <a:pt x="943801" y="57786"/>
                  <a:pt x="936041" y="61272"/>
                  <a:pt x="929874" y="68244"/>
                </a:cubicBezTo>
                <a:cubicBezTo>
                  <a:pt x="923708" y="75216"/>
                  <a:pt x="920625" y="85743"/>
                  <a:pt x="920625" y="99826"/>
                </a:cubicBezTo>
                <a:close/>
                <a:moveTo>
                  <a:pt x="1025429" y="155066"/>
                </a:moveTo>
                <a:lnTo>
                  <a:pt x="1025429" y="44691"/>
                </a:lnTo>
                <a:lnTo>
                  <a:pt x="1042266" y="44691"/>
                </a:lnTo>
                <a:lnTo>
                  <a:pt x="1042266" y="60280"/>
                </a:lnTo>
                <a:cubicBezTo>
                  <a:pt x="1050372" y="48224"/>
                  <a:pt x="1062082" y="42196"/>
                  <a:pt x="1077394" y="42196"/>
                </a:cubicBezTo>
                <a:cubicBezTo>
                  <a:pt x="1084046" y="42196"/>
                  <a:pt x="1090161" y="43391"/>
                  <a:pt x="1095738" y="45782"/>
                </a:cubicBezTo>
                <a:cubicBezTo>
                  <a:pt x="1101316" y="48172"/>
                  <a:pt x="1105491" y="51308"/>
                  <a:pt x="1108262" y="55188"/>
                </a:cubicBezTo>
                <a:cubicBezTo>
                  <a:pt x="1111034" y="59068"/>
                  <a:pt x="1112974" y="63675"/>
                  <a:pt x="1114082" y="69011"/>
                </a:cubicBezTo>
                <a:cubicBezTo>
                  <a:pt x="1114775" y="72475"/>
                  <a:pt x="1115122" y="78538"/>
                  <a:pt x="1115122" y="87199"/>
                </a:cubicBezTo>
                <a:lnTo>
                  <a:pt x="1115122" y="155066"/>
                </a:lnTo>
                <a:lnTo>
                  <a:pt x="1096414" y="155066"/>
                </a:lnTo>
                <a:lnTo>
                  <a:pt x="1096414" y="87855"/>
                </a:lnTo>
                <a:cubicBezTo>
                  <a:pt x="1096414" y="80224"/>
                  <a:pt x="1095686" y="74519"/>
                  <a:pt x="1094231" y="70738"/>
                </a:cubicBezTo>
                <a:cubicBezTo>
                  <a:pt x="1092776" y="66958"/>
                  <a:pt x="1090195" y="63941"/>
                  <a:pt x="1086488" y="61687"/>
                </a:cubicBezTo>
                <a:cubicBezTo>
                  <a:pt x="1082782" y="59433"/>
                  <a:pt x="1078434" y="58306"/>
                  <a:pt x="1073445" y="58306"/>
                </a:cubicBezTo>
                <a:cubicBezTo>
                  <a:pt x="1065477" y="58306"/>
                  <a:pt x="1058600" y="60838"/>
                  <a:pt x="1052815" y="65902"/>
                </a:cubicBezTo>
                <a:cubicBezTo>
                  <a:pt x="1047029" y="70965"/>
                  <a:pt x="1044136" y="80571"/>
                  <a:pt x="1044136" y="94721"/>
                </a:cubicBezTo>
                <a:lnTo>
                  <a:pt x="1044136" y="155066"/>
                </a:lnTo>
                <a:lnTo>
                  <a:pt x="1025429" y="1550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95D380-02C8-40FC-B2F0-E5665352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158" y="196764"/>
            <a:ext cx="1685786" cy="600242"/>
          </a:xfrm>
          <a:custGeom xmlns:a="http://schemas.openxmlformats.org/drawingml/2006/main">
            <a:pathLst>
              <a:path w="1685786" h="600242">
                <a:moveTo>
                  <a:pt x="0" y="100040"/>
                </a:moveTo>
                <a:cubicBezTo>
                  <a:pt x="0" y="44788"/>
                  <a:pt x="44788" y="0"/>
                  <a:pt x="100040" y="0"/>
                </a:cubicBezTo>
                <a:lnTo>
                  <a:pt x="1585746" y="0"/>
                </a:lnTo>
                <a:cubicBezTo>
                  <a:pt x="1640998" y="0"/>
                  <a:pt x="1685786" y="44788"/>
                  <a:pt x="1685786" y="100040"/>
                </a:cubicBezTo>
                <a:lnTo>
                  <a:pt x="1685786" y="500202"/>
                </a:lnTo>
                <a:cubicBezTo>
                  <a:pt x="1685786" y="555454"/>
                  <a:pt x="1640998" y="600242"/>
                  <a:pt x="1585746" y="600242"/>
                </a:cubicBezTo>
                <a:lnTo>
                  <a:pt x="100040" y="600242"/>
                </a:lnTo>
                <a:cubicBezTo>
                  <a:pt x="44788" y="600242"/>
                  <a:pt x="0" y="555454"/>
                  <a:pt x="0" y="500202"/>
                </a:cubicBezTo>
                <a:lnTo>
                  <a:pt x="0" y="100040"/>
                </a:lnTo>
                <a:close/>
              </a:path>
            </a:pathLst>
          </a:custGeom>
          <a:solidFill xmlns:a="http://schemas.openxmlformats.org/drawingml/2006/main">
            <a:srgbClr val="E2EFF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ff292c59b47bd"/>
          <a:stretch xmlns:a="http://schemas.openxmlformats.org/drawingml/2006/main"/>
        </p:blipFill>
        <p:spPr>
          <a:xfrm xmlns:a="http://schemas.openxmlformats.org/drawingml/2006/main">
            <a:off x="6803629" y="313836"/>
            <a:ext cx="361829" cy="336289"/>
          </a:xfrm>
          <a:prstGeom xmlns:a="http://schemas.openxmlformats.org/drawingml/2006/main" prst="rect">
            <a:avLst/>
          </a:prstGeom>
        </p:spPr>
      </p:pic>
      <p:sp>
        <p:nvSpPr>
          <p:cNvPr id="26" name="Text Symbol">
            <a:extLst xmlns:a="http://schemas.openxmlformats.org/drawingml/2006/main">
              <a:ext uri="{FF2B5EF4-FFF2-40B4-BE49-F238E27FC236}">
                <a16:creationId xmlns:a16="http://schemas.microsoft.com/office/drawing/2014/main" id="{08DA1398-EC50-4FC6-B9C8-C6D151FD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7053" y="302895"/>
            <a:ext cx="686859" cy="199964"/>
          </a:xfrm>
          <a:custGeom xmlns:a="http://schemas.openxmlformats.org/drawingml/2006/main">
            <a:pathLst>
              <a:path w="686859" h="199964">
                <a:moveTo>
                  <a:pt x="0" y="106010"/>
                </a:moveTo>
                <a:lnTo>
                  <a:pt x="19019" y="104347"/>
                </a:lnTo>
                <a:cubicBezTo>
                  <a:pt x="19920" y="111969"/>
                  <a:pt x="22016" y="118222"/>
                  <a:pt x="25307" y="123107"/>
                </a:cubicBezTo>
                <a:cubicBezTo>
                  <a:pt x="28598" y="127992"/>
                  <a:pt x="33708" y="131941"/>
                  <a:pt x="40637" y="134955"/>
                </a:cubicBezTo>
                <a:cubicBezTo>
                  <a:pt x="47566" y="137969"/>
                  <a:pt x="55361" y="139476"/>
                  <a:pt x="64022" y="139476"/>
                </a:cubicBezTo>
                <a:cubicBezTo>
                  <a:pt x="71713" y="139476"/>
                  <a:pt x="78503" y="138333"/>
                  <a:pt x="84392" y="136046"/>
                </a:cubicBezTo>
                <a:cubicBezTo>
                  <a:pt x="90282" y="133760"/>
                  <a:pt x="94664" y="130625"/>
                  <a:pt x="97540" y="126641"/>
                </a:cubicBezTo>
                <a:cubicBezTo>
                  <a:pt x="100415" y="122657"/>
                  <a:pt x="101853" y="118309"/>
                  <a:pt x="101853" y="113597"/>
                </a:cubicBezTo>
                <a:cubicBezTo>
                  <a:pt x="101853" y="108816"/>
                  <a:pt x="100467" y="104642"/>
                  <a:pt x="97696" y="101073"/>
                </a:cubicBezTo>
                <a:cubicBezTo>
                  <a:pt x="94924" y="97505"/>
                  <a:pt x="90351" y="94508"/>
                  <a:pt x="83977" y="92083"/>
                </a:cubicBezTo>
                <a:cubicBezTo>
                  <a:pt x="79889" y="90490"/>
                  <a:pt x="70847" y="88013"/>
                  <a:pt x="56851" y="84652"/>
                </a:cubicBezTo>
                <a:cubicBezTo>
                  <a:pt x="42854" y="81292"/>
                  <a:pt x="33050" y="78122"/>
                  <a:pt x="27438" y="75142"/>
                </a:cubicBezTo>
                <a:cubicBezTo>
                  <a:pt x="20163" y="71332"/>
                  <a:pt x="14741" y="66603"/>
                  <a:pt x="11173" y="60956"/>
                </a:cubicBezTo>
                <a:cubicBezTo>
                  <a:pt x="7604" y="55309"/>
                  <a:pt x="5820" y="48986"/>
                  <a:pt x="5820" y="41988"/>
                </a:cubicBezTo>
                <a:cubicBezTo>
                  <a:pt x="5820" y="34297"/>
                  <a:pt x="8003" y="27109"/>
                  <a:pt x="12368" y="20423"/>
                </a:cubicBezTo>
                <a:cubicBezTo>
                  <a:pt x="16733" y="13736"/>
                  <a:pt x="23107" y="8661"/>
                  <a:pt x="31491" y="5197"/>
                </a:cubicBezTo>
                <a:cubicBezTo>
                  <a:pt x="39875" y="1732"/>
                  <a:pt x="49194" y="0"/>
                  <a:pt x="59449" y="0"/>
                </a:cubicBezTo>
                <a:cubicBezTo>
                  <a:pt x="70743" y="0"/>
                  <a:pt x="80703" y="1819"/>
                  <a:pt x="89329" y="5456"/>
                </a:cubicBezTo>
                <a:cubicBezTo>
                  <a:pt x="97955" y="9094"/>
                  <a:pt x="104590" y="14446"/>
                  <a:pt x="109232" y="21514"/>
                </a:cubicBezTo>
                <a:cubicBezTo>
                  <a:pt x="113874" y="28581"/>
                  <a:pt x="116369" y="36584"/>
                  <a:pt x="116715" y="45522"/>
                </a:cubicBezTo>
                <a:lnTo>
                  <a:pt x="97384" y="46977"/>
                </a:lnTo>
                <a:cubicBezTo>
                  <a:pt x="96345" y="37311"/>
                  <a:pt x="92828" y="30010"/>
                  <a:pt x="86835" y="25073"/>
                </a:cubicBezTo>
                <a:cubicBezTo>
                  <a:pt x="80841" y="20137"/>
                  <a:pt x="71990" y="17668"/>
                  <a:pt x="60280" y="17668"/>
                </a:cubicBezTo>
                <a:cubicBezTo>
                  <a:pt x="48086" y="17668"/>
                  <a:pt x="39200" y="19905"/>
                  <a:pt x="33622" y="24378"/>
                </a:cubicBezTo>
                <a:cubicBezTo>
                  <a:pt x="28044" y="28850"/>
                  <a:pt x="25255" y="34240"/>
                  <a:pt x="25255" y="40550"/>
                </a:cubicBezTo>
                <a:cubicBezTo>
                  <a:pt x="25255" y="46028"/>
                  <a:pt x="27230" y="50535"/>
                  <a:pt x="31179" y="54070"/>
                </a:cubicBezTo>
                <a:cubicBezTo>
                  <a:pt x="35060" y="57608"/>
                  <a:pt x="45193" y="61232"/>
                  <a:pt x="61579" y="64941"/>
                </a:cubicBezTo>
                <a:cubicBezTo>
                  <a:pt x="77966" y="68650"/>
                  <a:pt x="89208" y="71891"/>
                  <a:pt x="95305" y="74665"/>
                </a:cubicBezTo>
                <a:cubicBezTo>
                  <a:pt x="104174" y="78755"/>
                  <a:pt x="110722" y="83939"/>
                  <a:pt x="114948" y="90216"/>
                </a:cubicBezTo>
                <a:cubicBezTo>
                  <a:pt x="119175" y="96491"/>
                  <a:pt x="121288" y="103719"/>
                  <a:pt x="121288" y="111902"/>
                </a:cubicBezTo>
                <a:cubicBezTo>
                  <a:pt x="121288" y="120013"/>
                  <a:pt x="118967" y="127657"/>
                  <a:pt x="114325" y="134835"/>
                </a:cubicBezTo>
                <a:cubicBezTo>
                  <a:pt x="109682" y="142011"/>
                  <a:pt x="103013" y="147592"/>
                  <a:pt x="94318" y="151581"/>
                </a:cubicBezTo>
                <a:cubicBezTo>
                  <a:pt x="85622" y="155567"/>
                  <a:pt x="75835" y="157560"/>
                  <a:pt x="64957" y="157560"/>
                </a:cubicBezTo>
                <a:cubicBezTo>
                  <a:pt x="51169" y="157560"/>
                  <a:pt x="39615" y="155551"/>
                  <a:pt x="30296" y="151532"/>
                </a:cubicBezTo>
                <a:cubicBezTo>
                  <a:pt x="20977" y="147513"/>
                  <a:pt x="13667" y="141468"/>
                  <a:pt x="8366" y="133396"/>
                </a:cubicBezTo>
                <a:cubicBezTo>
                  <a:pt x="3066" y="125324"/>
                  <a:pt x="277" y="116195"/>
                  <a:pt x="0" y="106010"/>
                </a:cubicBezTo>
                <a:close/>
                <a:moveTo>
                  <a:pt x="146249" y="197678"/>
                </a:moveTo>
                <a:lnTo>
                  <a:pt x="144170" y="180113"/>
                </a:lnTo>
                <a:cubicBezTo>
                  <a:pt x="148258" y="181222"/>
                  <a:pt x="151827" y="181776"/>
                  <a:pt x="154875" y="181776"/>
                </a:cubicBezTo>
                <a:cubicBezTo>
                  <a:pt x="159032" y="181776"/>
                  <a:pt x="162358" y="181075"/>
                  <a:pt x="164853" y="179672"/>
                </a:cubicBezTo>
                <a:cubicBezTo>
                  <a:pt x="167347" y="178271"/>
                  <a:pt x="169391" y="176308"/>
                  <a:pt x="170985" y="173783"/>
                </a:cubicBezTo>
                <a:cubicBezTo>
                  <a:pt x="172162" y="171891"/>
                  <a:pt x="174068" y="167194"/>
                  <a:pt x="176701" y="159694"/>
                </a:cubicBezTo>
                <a:cubicBezTo>
                  <a:pt x="177047" y="158642"/>
                  <a:pt x="177602" y="157099"/>
                  <a:pt x="178364" y="155066"/>
                </a:cubicBezTo>
                <a:lnTo>
                  <a:pt x="136479" y="44691"/>
                </a:lnTo>
                <a:lnTo>
                  <a:pt x="156642" y="44691"/>
                </a:lnTo>
                <a:lnTo>
                  <a:pt x="179611" y="108459"/>
                </a:lnTo>
                <a:cubicBezTo>
                  <a:pt x="182590" y="116548"/>
                  <a:pt x="185258" y="125051"/>
                  <a:pt x="187614" y="133968"/>
                </a:cubicBezTo>
                <a:cubicBezTo>
                  <a:pt x="189762" y="125396"/>
                  <a:pt x="192325" y="117031"/>
                  <a:pt x="195305" y="108875"/>
                </a:cubicBezTo>
                <a:lnTo>
                  <a:pt x="218897" y="44691"/>
                </a:lnTo>
                <a:lnTo>
                  <a:pt x="237605" y="44691"/>
                </a:lnTo>
                <a:lnTo>
                  <a:pt x="195616" y="157011"/>
                </a:lnTo>
                <a:cubicBezTo>
                  <a:pt x="191113" y="169145"/>
                  <a:pt x="187614" y="177500"/>
                  <a:pt x="185119" y="182075"/>
                </a:cubicBezTo>
                <a:cubicBezTo>
                  <a:pt x="181793" y="188246"/>
                  <a:pt x="177983" y="192770"/>
                  <a:pt x="173687" y="195648"/>
                </a:cubicBezTo>
                <a:cubicBezTo>
                  <a:pt x="169391" y="198525"/>
                  <a:pt x="164264" y="199964"/>
                  <a:pt x="158305" y="199964"/>
                </a:cubicBezTo>
                <a:cubicBezTo>
                  <a:pt x="154702" y="199964"/>
                  <a:pt x="150683" y="199202"/>
                  <a:pt x="146249" y="197678"/>
                </a:cubicBezTo>
                <a:close/>
                <a:moveTo>
                  <a:pt x="251378" y="155066"/>
                </a:moveTo>
                <a:lnTo>
                  <a:pt x="251378" y="44691"/>
                </a:lnTo>
                <a:lnTo>
                  <a:pt x="268111" y="44691"/>
                </a:lnTo>
                <a:lnTo>
                  <a:pt x="268111" y="60072"/>
                </a:lnTo>
                <a:cubicBezTo>
                  <a:pt x="271575" y="54698"/>
                  <a:pt x="276183" y="50375"/>
                  <a:pt x="281934" y="47104"/>
                </a:cubicBezTo>
                <a:cubicBezTo>
                  <a:pt x="287685" y="43832"/>
                  <a:pt x="294232" y="42196"/>
                  <a:pt x="301577" y="42196"/>
                </a:cubicBezTo>
                <a:cubicBezTo>
                  <a:pt x="309753" y="42196"/>
                  <a:pt x="316456" y="43885"/>
                  <a:pt x="321688" y="47263"/>
                </a:cubicBezTo>
                <a:cubicBezTo>
                  <a:pt x="326919" y="50638"/>
                  <a:pt x="330608" y="55359"/>
                  <a:pt x="332756" y="61424"/>
                </a:cubicBezTo>
                <a:cubicBezTo>
                  <a:pt x="341487" y="48605"/>
                  <a:pt x="352850" y="42196"/>
                  <a:pt x="366846" y="42196"/>
                </a:cubicBezTo>
                <a:cubicBezTo>
                  <a:pt x="377793" y="42196"/>
                  <a:pt x="386212" y="45228"/>
                  <a:pt x="392101" y="51290"/>
                </a:cubicBezTo>
                <a:cubicBezTo>
                  <a:pt x="397991" y="57353"/>
                  <a:pt x="400935" y="66689"/>
                  <a:pt x="400935" y="79300"/>
                </a:cubicBezTo>
                <a:lnTo>
                  <a:pt x="400935" y="155066"/>
                </a:lnTo>
                <a:lnTo>
                  <a:pt x="382332" y="155066"/>
                </a:lnTo>
                <a:lnTo>
                  <a:pt x="382332" y="85461"/>
                </a:lnTo>
                <a:cubicBezTo>
                  <a:pt x="382332" y="77969"/>
                  <a:pt x="381725" y="72577"/>
                  <a:pt x="380513" y="69283"/>
                </a:cubicBezTo>
                <a:cubicBezTo>
                  <a:pt x="379300" y="65988"/>
                  <a:pt x="377100" y="63334"/>
                  <a:pt x="373913" y="61323"/>
                </a:cubicBezTo>
                <a:cubicBezTo>
                  <a:pt x="370726" y="59311"/>
                  <a:pt x="366984" y="58306"/>
                  <a:pt x="362689" y="58306"/>
                </a:cubicBezTo>
                <a:cubicBezTo>
                  <a:pt x="354928" y="58306"/>
                  <a:pt x="348485" y="60890"/>
                  <a:pt x="343357" y="66058"/>
                </a:cubicBezTo>
                <a:cubicBezTo>
                  <a:pt x="338230" y="71224"/>
                  <a:pt x="335666" y="79496"/>
                  <a:pt x="335666" y="90872"/>
                </a:cubicBezTo>
                <a:lnTo>
                  <a:pt x="335666" y="155066"/>
                </a:lnTo>
                <a:lnTo>
                  <a:pt x="316959" y="155066"/>
                </a:lnTo>
                <a:lnTo>
                  <a:pt x="316959" y="83275"/>
                </a:lnTo>
                <a:cubicBezTo>
                  <a:pt x="316959" y="74952"/>
                  <a:pt x="315434" y="68710"/>
                  <a:pt x="312386" y="64548"/>
                </a:cubicBezTo>
                <a:cubicBezTo>
                  <a:pt x="309337" y="60386"/>
                  <a:pt x="304348" y="58306"/>
                  <a:pt x="297420" y="58306"/>
                </a:cubicBezTo>
                <a:cubicBezTo>
                  <a:pt x="292154" y="58306"/>
                  <a:pt x="287286" y="59693"/>
                  <a:pt x="282817" y="62469"/>
                </a:cubicBezTo>
                <a:cubicBezTo>
                  <a:pt x="278348" y="65243"/>
                  <a:pt x="275109" y="69301"/>
                  <a:pt x="273100" y="74642"/>
                </a:cubicBezTo>
                <a:cubicBezTo>
                  <a:pt x="271090" y="79982"/>
                  <a:pt x="270086" y="87680"/>
                  <a:pt x="270086" y="97738"/>
                </a:cubicBezTo>
                <a:lnTo>
                  <a:pt x="270086" y="155066"/>
                </a:lnTo>
                <a:lnTo>
                  <a:pt x="251378" y="155066"/>
                </a:lnTo>
                <a:close/>
                <a:moveTo>
                  <a:pt x="447426" y="155066"/>
                </a:moveTo>
                <a:lnTo>
                  <a:pt x="430069" y="155066"/>
                </a:lnTo>
                <a:lnTo>
                  <a:pt x="430069" y="2702"/>
                </a:lnTo>
                <a:lnTo>
                  <a:pt x="448777" y="2702"/>
                </a:lnTo>
                <a:lnTo>
                  <a:pt x="448777" y="57260"/>
                </a:lnTo>
                <a:cubicBezTo>
                  <a:pt x="456676" y="47217"/>
                  <a:pt x="466757" y="42196"/>
                  <a:pt x="479021" y="42196"/>
                </a:cubicBezTo>
                <a:cubicBezTo>
                  <a:pt x="485811" y="42196"/>
                  <a:pt x="492238" y="43565"/>
                  <a:pt x="498300" y="46301"/>
                </a:cubicBezTo>
                <a:cubicBezTo>
                  <a:pt x="504363" y="49038"/>
                  <a:pt x="509352" y="52884"/>
                  <a:pt x="513266" y="57838"/>
                </a:cubicBezTo>
                <a:cubicBezTo>
                  <a:pt x="517181" y="62792"/>
                  <a:pt x="520247" y="68768"/>
                  <a:pt x="522464" y="75766"/>
                </a:cubicBezTo>
                <a:cubicBezTo>
                  <a:pt x="524682" y="82764"/>
                  <a:pt x="525790" y="90247"/>
                  <a:pt x="525790" y="98215"/>
                </a:cubicBezTo>
                <a:cubicBezTo>
                  <a:pt x="525790" y="117131"/>
                  <a:pt x="521113" y="131751"/>
                  <a:pt x="511759" y="142074"/>
                </a:cubicBezTo>
                <a:cubicBezTo>
                  <a:pt x="502406" y="152398"/>
                  <a:pt x="491181" y="157560"/>
                  <a:pt x="478086" y="157560"/>
                </a:cubicBezTo>
                <a:cubicBezTo>
                  <a:pt x="465059" y="157560"/>
                  <a:pt x="454840" y="152052"/>
                  <a:pt x="447426" y="141035"/>
                </a:cubicBezTo>
                <a:lnTo>
                  <a:pt x="447426" y="155066"/>
                </a:lnTo>
                <a:moveTo>
                  <a:pt x="447218" y="99050"/>
                </a:moveTo>
                <a:cubicBezTo>
                  <a:pt x="447218" y="112219"/>
                  <a:pt x="449019" y="121734"/>
                  <a:pt x="452622" y="127595"/>
                </a:cubicBezTo>
                <a:cubicBezTo>
                  <a:pt x="458512" y="137179"/>
                  <a:pt x="466480" y="141970"/>
                  <a:pt x="476527" y="141970"/>
                </a:cubicBezTo>
                <a:cubicBezTo>
                  <a:pt x="484703" y="141970"/>
                  <a:pt x="491770" y="138437"/>
                  <a:pt x="497729" y="131369"/>
                </a:cubicBezTo>
                <a:cubicBezTo>
                  <a:pt x="503687" y="124302"/>
                  <a:pt x="506667" y="113770"/>
                  <a:pt x="506667" y="99774"/>
                </a:cubicBezTo>
                <a:cubicBezTo>
                  <a:pt x="506667" y="85434"/>
                  <a:pt x="503809" y="74851"/>
                  <a:pt x="498092" y="68026"/>
                </a:cubicBezTo>
                <a:cubicBezTo>
                  <a:pt x="492376" y="61199"/>
                  <a:pt x="485465" y="57786"/>
                  <a:pt x="477358" y="57786"/>
                </a:cubicBezTo>
                <a:cubicBezTo>
                  <a:pt x="469182" y="57786"/>
                  <a:pt x="462115" y="61320"/>
                  <a:pt x="456156" y="68387"/>
                </a:cubicBezTo>
                <a:cubicBezTo>
                  <a:pt x="450197" y="75454"/>
                  <a:pt x="447218" y="85675"/>
                  <a:pt x="447218" y="99050"/>
                </a:cubicBezTo>
                <a:close/>
                <a:moveTo>
                  <a:pt x="542407" y="99878"/>
                </a:moveTo>
                <a:cubicBezTo>
                  <a:pt x="542407" y="79438"/>
                  <a:pt x="548089" y="64299"/>
                  <a:pt x="559452" y="54460"/>
                </a:cubicBezTo>
                <a:cubicBezTo>
                  <a:pt x="568944" y="46284"/>
                  <a:pt x="580515" y="42196"/>
                  <a:pt x="594165" y="42196"/>
                </a:cubicBezTo>
                <a:cubicBezTo>
                  <a:pt x="609339" y="42196"/>
                  <a:pt x="621742" y="47168"/>
                  <a:pt x="631373" y="57110"/>
                </a:cubicBezTo>
                <a:cubicBezTo>
                  <a:pt x="641004" y="67053"/>
                  <a:pt x="645819" y="80789"/>
                  <a:pt x="645819" y="98319"/>
                </a:cubicBezTo>
                <a:cubicBezTo>
                  <a:pt x="645819" y="112523"/>
                  <a:pt x="643688" y="123696"/>
                  <a:pt x="639427" y="131837"/>
                </a:cubicBezTo>
                <a:cubicBezTo>
                  <a:pt x="635166" y="139978"/>
                  <a:pt x="628965" y="146301"/>
                  <a:pt x="620824" y="150805"/>
                </a:cubicBezTo>
                <a:cubicBezTo>
                  <a:pt x="612682" y="155308"/>
                  <a:pt x="603796" y="157560"/>
                  <a:pt x="594165" y="157560"/>
                </a:cubicBezTo>
                <a:cubicBezTo>
                  <a:pt x="578714" y="157560"/>
                  <a:pt x="566225" y="152606"/>
                  <a:pt x="556698" y="142698"/>
                </a:cubicBezTo>
                <a:cubicBezTo>
                  <a:pt x="547171" y="132790"/>
                  <a:pt x="542407" y="118517"/>
                  <a:pt x="542407" y="99878"/>
                </a:cubicBezTo>
                <a:moveTo>
                  <a:pt x="561635" y="99826"/>
                </a:moveTo>
                <a:cubicBezTo>
                  <a:pt x="561635" y="113909"/>
                  <a:pt x="564718" y="124454"/>
                  <a:pt x="570884" y="131460"/>
                </a:cubicBezTo>
                <a:cubicBezTo>
                  <a:pt x="577051" y="138467"/>
                  <a:pt x="584811" y="141970"/>
                  <a:pt x="594165" y="141970"/>
                </a:cubicBezTo>
                <a:cubicBezTo>
                  <a:pt x="603450" y="141970"/>
                  <a:pt x="611175" y="138450"/>
                  <a:pt x="617342" y="131408"/>
                </a:cubicBezTo>
                <a:cubicBezTo>
                  <a:pt x="623508" y="124367"/>
                  <a:pt x="626592" y="113633"/>
                  <a:pt x="626592" y="99206"/>
                </a:cubicBezTo>
                <a:cubicBezTo>
                  <a:pt x="626592" y="85606"/>
                  <a:pt x="623491" y="75303"/>
                  <a:pt x="617290" y="68296"/>
                </a:cubicBezTo>
                <a:cubicBezTo>
                  <a:pt x="611089" y="61289"/>
                  <a:pt x="603380" y="57786"/>
                  <a:pt x="594165" y="57786"/>
                </a:cubicBezTo>
                <a:cubicBezTo>
                  <a:pt x="584811" y="57786"/>
                  <a:pt x="577051" y="61272"/>
                  <a:pt x="570884" y="68244"/>
                </a:cubicBezTo>
                <a:cubicBezTo>
                  <a:pt x="564718" y="75216"/>
                  <a:pt x="561635" y="85743"/>
                  <a:pt x="561635" y="99826"/>
                </a:cubicBezTo>
                <a:close/>
                <a:moveTo>
                  <a:pt x="668151" y="155066"/>
                </a:moveTo>
                <a:lnTo>
                  <a:pt x="668151" y="2702"/>
                </a:lnTo>
                <a:lnTo>
                  <a:pt x="686859" y="2702"/>
                </a:lnTo>
                <a:lnTo>
                  <a:pt x="686859" y="155066"/>
                </a:lnTo>
                <a:lnTo>
                  <a:pt x="668151" y="1550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Obfuscation">
            <a:extLst xmlns:a="http://schemas.openxmlformats.org/drawingml/2006/main">
              <a:ext uri="{FF2B5EF4-FFF2-40B4-BE49-F238E27FC236}">
                <a16:creationId xmlns:a16="http://schemas.microsoft.com/office/drawing/2014/main" id="{6F5E1E51-3092-4FBB-95ED-DB1A48B1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929" y="558317"/>
            <a:ext cx="1115121" cy="157560"/>
          </a:xfrm>
          <a:custGeom xmlns:a="http://schemas.openxmlformats.org/drawingml/2006/main">
            <a:pathLst>
              <a:path w="1115121" h="157560">
                <a:moveTo>
                  <a:pt x="0" y="80807"/>
                </a:moveTo>
                <a:cubicBezTo>
                  <a:pt x="0" y="55532"/>
                  <a:pt x="6790" y="35746"/>
                  <a:pt x="20371" y="21449"/>
                </a:cubicBezTo>
                <a:cubicBezTo>
                  <a:pt x="33951" y="7150"/>
                  <a:pt x="51481" y="0"/>
                  <a:pt x="72960" y="0"/>
                </a:cubicBezTo>
                <a:cubicBezTo>
                  <a:pt x="87025" y="0"/>
                  <a:pt x="99705" y="3358"/>
                  <a:pt x="110999" y="10075"/>
                </a:cubicBezTo>
                <a:cubicBezTo>
                  <a:pt x="122293" y="16791"/>
                  <a:pt x="130902" y="26157"/>
                  <a:pt x="136826" y="38172"/>
                </a:cubicBezTo>
                <a:cubicBezTo>
                  <a:pt x="142750" y="50185"/>
                  <a:pt x="145712" y="63807"/>
                  <a:pt x="145712" y="79040"/>
                </a:cubicBezTo>
                <a:cubicBezTo>
                  <a:pt x="145712" y="94480"/>
                  <a:pt x="142594" y="108294"/>
                  <a:pt x="136358" y="120483"/>
                </a:cubicBezTo>
                <a:cubicBezTo>
                  <a:pt x="130122" y="132669"/>
                  <a:pt x="121288" y="141895"/>
                  <a:pt x="109856" y="148161"/>
                </a:cubicBezTo>
                <a:cubicBezTo>
                  <a:pt x="98423" y="154427"/>
                  <a:pt x="86090" y="157560"/>
                  <a:pt x="72856" y="157560"/>
                </a:cubicBezTo>
                <a:cubicBezTo>
                  <a:pt x="58513" y="157560"/>
                  <a:pt x="45695" y="154098"/>
                  <a:pt x="34401" y="147174"/>
                </a:cubicBezTo>
                <a:cubicBezTo>
                  <a:pt x="23107" y="140249"/>
                  <a:pt x="14550" y="130798"/>
                  <a:pt x="8730" y="118820"/>
                </a:cubicBezTo>
                <a:cubicBezTo>
                  <a:pt x="2910" y="106842"/>
                  <a:pt x="0" y="94171"/>
                  <a:pt x="0" y="80807"/>
                </a:cubicBezTo>
                <a:moveTo>
                  <a:pt x="20786" y="81070"/>
                </a:moveTo>
                <a:cubicBezTo>
                  <a:pt x="20786" y="99464"/>
                  <a:pt x="25723" y="113952"/>
                  <a:pt x="35597" y="124536"/>
                </a:cubicBezTo>
                <a:cubicBezTo>
                  <a:pt x="45470" y="135120"/>
                  <a:pt x="57855" y="140411"/>
                  <a:pt x="72752" y="140411"/>
                </a:cubicBezTo>
                <a:cubicBezTo>
                  <a:pt x="87926" y="140411"/>
                  <a:pt x="100415" y="135068"/>
                  <a:pt x="110219" y="124380"/>
                </a:cubicBezTo>
                <a:cubicBezTo>
                  <a:pt x="120024" y="113690"/>
                  <a:pt x="124926" y="98525"/>
                  <a:pt x="124926" y="78884"/>
                </a:cubicBezTo>
                <a:cubicBezTo>
                  <a:pt x="124926" y="66460"/>
                  <a:pt x="122830" y="55615"/>
                  <a:pt x="118638" y="46350"/>
                </a:cubicBezTo>
                <a:cubicBezTo>
                  <a:pt x="114446" y="37085"/>
                  <a:pt x="108314" y="29902"/>
                  <a:pt x="100242" y="24801"/>
                </a:cubicBezTo>
                <a:cubicBezTo>
                  <a:pt x="92170" y="19699"/>
                  <a:pt x="83111" y="17149"/>
                  <a:pt x="73064" y="17149"/>
                </a:cubicBezTo>
                <a:cubicBezTo>
                  <a:pt x="58791" y="17149"/>
                  <a:pt x="46509" y="22059"/>
                  <a:pt x="36220" y="31881"/>
                </a:cubicBezTo>
                <a:cubicBezTo>
                  <a:pt x="25931" y="41700"/>
                  <a:pt x="20786" y="58097"/>
                  <a:pt x="20786" y="81070"/>
                </a:cubicBezTo>
                <a:close/>
                <a:moveTo>
                  <a:pt x="187018" y="155066"/>
                </a:moveTo>
                <a:lnTo>
                  <a:pt x="169662" y="155066"/>
                </a:lnTo>
                <a:lnTo>
                  <a:pt x="169662" y="2702"/>
                </a:lnTo>
                <a:lnTo>
                  <a:pt x="188369" y="2702"/>
                </a:lnTo>
                <a:lnTo>
                  <a:pt x="188369" y="57260"/>
                </a:lnTo>
                <a:cubicBezTo>
                  <a:pt x="196268" y="47217"/>
                  <a:pt x="206350" y="42196"/>
                  <a:pt x="218614" y="42196"/>
                </a:cubicBezTo>
                <a:cubicBezTo>
                  <a:pt x="225404" y="42196"/>
                  <a:pt x="231830" y="43565"/>
                  <a:pt x="237893" y="46301"/>
                </a:cubicBezTo>
                <a:cubicBezTo>
                  <a:pt x="243955" y="49038"/>
                  <a:pt x="248944" y="52884"/>
                  <a:pt x="252859" y="57838"/>
                </a:cubicBezTo>
                <a:cubicBezTo>
                  <a:pt x="256774" y="62792"/>
                  <a:pt x="259840" y="68768"/>
                  <a:pt x="262057" y="75766"/>
                </a:cubicBezTo>
                <a:cubicBezTo>
                  <a:pt x="264274" y="82764"/>
                  <a:pt x="265383" y="90247"/>
                  <a:pt x="265383" y="98215"/>
                </a:cubicBezTo>
                <a:cubicBezTo>
                  <a:pt x="265383" y="117131"/>
                  <a:pt x="260706" y="131751"/>
                  <a:pt x="251352" y="142074"/>
                </a:cubicBezTo>
                <a:cubicBezTo>
                  <a:pt x="241998" y="152398"/>
                  <a:pt x="230774" y="157560"/>
                  <a:pt x="217678" y="157560"/>
                </a:cubicBezTo>
                <a:cubicBezTo>
                  <a:pt x="204652" y="157560"/>
                  <a:pt x="194432" y="152052"/>
                  <a:pt x="187018" y="141035"/>
                </a:cubicBezTo>
                <a:lnTo>
                  <a:pt x="187018" y="155066"/>
                </a:lnTo>
                <a:moveTo>
                  <a:pt x="186810" y="99050"/>
                </a:moveTo>
                <a:cubicBezTo>
                  <a:pt x="186810" y="112219"/>
                  <a:pt x="188612" y="121734"/>
                  <a:pt x="192215" y="127595"/>
                </a:cubicBezTo>
                <a:cubicBezTo>
                  <a:pt x="198104" y="137179"/>
                  <a:pt x="206072" y="141970"/>
                  <a:pt x="216119" y="141970"/>
                </a:cubicBezTo>
                <a:cubicBezTo>
                  <a:pt x="224295" y="141970"/>
                  <a:pt x="231362" y="138437"/>
                  <a:pt x="237321" y="131369"/>
                </a:cubicBezTo>
                <a:cubicBezTo>
                  <a:pt x="243280" y="124302"/>
                  <a:pt x="246259" y="113770"/>
                  <a:pt x="246259" y="99774"/>
                </a:cubicBezTo>
                <a:cubicBezTo>
                  <a:pt x="246259" y="85434"/>
                  <a:pt x="243401" y="74851"/>
                  <a:pt x="237685" y="68026"/>
                </a:cubicBezTo>
                <a:cubicBezTo>
                  <a:pt x="231969" y="61199"/>
                  <a:pt x="225057" y="57786"/>
                  <a:pt x="216951" y="57786"/>
                </a:cubicBezTo>
                <a:cubicBezTo>
                  <a:pt x="208775" y="57786"/>
                  <a:pt x="201707" y="61320"/>
                  <a:pt x="195749" y="68387"/>
                </a:cubicBezTo>
                <a:cubicBezTo>
                  <a:pt x="189790" y="75454"/>
                  <a:pt x="186810" y="85675"/>
                  <a:pt x="186810" y="99050"/>
                </a:cubicBezTo>
                <a:close/>
                <a:moveTo>
                  <a:pt x="293432" y="155066"/>
                </a:moveTo>
                <a:lnTo>
                  <a:pt x="293432" y="59241"/>
                </a:lnTo>
                <a:lnTo>
                  <a:pt x="276907" y="59241"/>
                </a:lnTo>
                <a:lnTo>
                  <a:pt x="276907" y="44691"/>
                </a:lnTo>
                <a:lnTo>
                  <a:pt x="293432" y="44691"/>
                </a:lnTo>
                <a:lnTo>
                  <a:pt x="293432" y="32972"/>
                </a:lnTo>
                <a:cubicBezTo>
                  <a:pt x="293432" y="25576"/>
                  <a:pt x="294090" y="20080"/>
                  <a:pt x="295407" y="16486"/>
                </a:cubicBezTo>
                <a:cubicBezTo>
                  <a:pt x="297208" y="11649"/>
                  <a:pt x="300378" y="7727"/>
                  <a:pt x="304917" y="4719"/>
                </a:cubicBezTo>
                <a:cubicBezTo>
                  <a:pt x="309455" y="1712"/>
                  <a:pt x="315812" y="208"/>
                  <a:pt x="323988" y="208"/>
                </a:cubicBezTo>
                <a:cubicBezTo>
                  <a:pt x="329254" y="208"/>
                  <a:pt x="335074" y="831"/>
                  <a:pt x="341449" y="2079"/>
                </a:cubicBezTo>
                <a:lnTo>
                  <a:pt x="338642" y="18396"/>
                </a:lnTo>
                <a:cubicBezTo>
                  <a:pt x="334762" y="17703"/>
                  <a:pt x="331090" y="17357"/>
                  <a:pt x="327626" y="17357"/>
                </a:cubicBezTo>
                <a:cubicBezTo>
                  <a:pt x="321944" y="17357"/>
                  <a:pt x="317925" y="18565"/>
                  <a:pt x="315570" y="20981"/>
                </a:cubicBezTo>
                <a:cubicBezTo>
                  <a:pt x="313214" y="23398"/>
                  <a:pt x="312036" y="27919"/>
                  <a:pt x="312036" y="34544"/>
                </a:cubicBezTo>
                <a:lnTo>
                  <a:pt x="312036" y="44691"/>
                </a:lnTo>
                <a:lnTo>
                  <a:pt x="333550" y="44691"/>
                </a:lnTo>
                <a:lnTo>
                  <a:pt x="333550" y="59241"/>
                </a:lnTo>
                <a:lnTo>
                  <a:pt x="312036" y="59241"/>
                </a:lnTo>
                <a:lnTo>
                  <a:pt x="312036" y="155066"/>
                </a:lnTo>
                <a:lnTo>
                  <a:pt x="293432" y="155066"/>
                </a:lnTo>
                <a:close/>
                <a:moveTo>
                  <a:pt x="423027" y="155066"/>
                </a:moveTo>
                <a:lnTo>
                  <a:pt x="423027" y="138853"/>
                </a:lnTo>
                <a:cubicBezTo>
                  <a:pt x="414435" y="151324"/>
                  <a:pt x="402760" y="157560"/>
                  <a:pt x="388002" y="157560"/>
                </a:cubicBezTo>
                <a:cubicBezTo>
                  <a:pt x="381489" y="157560"/>
                  <a:pt x="375409" y="156313"/>
                  <a:pt x="369762" y="153819"/>
                </a:cubicBezTo>
                <a:cubicBezTo>
                  <a:pt x="364115" y="151324"/>
                  <a:pt x="359923" y="148189"/>
                  <a:pt x="357186" y="144413"/>
                </a:cubicBezTo>
                <a:cubicBezTo>
                  <a:pt x="354449" y="140637"/>
                  <a:pt x="352527" y="136012"/>
                  <a:pt x="351418" y="130538"/>
                </a:cubicBezTo>
                <a:cubicBezTo>
                  <a:pt x="350656" y="126866"/>
                  <a:pt x="350275" y="121046"/>
                  <a:pt x="350275" y="113077"/>
                </a:cubicBezTo>
                <a:lnTo>
                  <a:pt x="350275" y="44691"/>
                </a:lnTo>
                <a:lnTo>
                  <a:pt x="368983" y="44691"/>
                </a:lnTo>
                <a:lnTo>
                  <a:pt x="368983" y="105906"/>
                </a:lnTo>
                <a:cubicBezTo>
                  <a:pt x="368983" y="115676"/>
                  <a:pt x="369364" y="122258"/>
                  <a:pt x="370126" y="125653"/>
                </a:cubicBezTo>
                <a:cubicBezTo>
                  <a:pt x="371304" y="130573"/>
                  <a:pt x="373798" y="134435"/>
                  <a:pt x="377609" y="137242"/>
                </a:cubicBezTo>
                <a:cubicBezTo>
                  <a:pt x="381420" y="140048"/>
                  <a:pt x="386131" y="141451"/>
                  <a:pt x="391744" y="141451"/>
                </a:cubicBezTo>
                <a:cubicBezTo>
                  <a:pt x="397356" y="141451"/>
                  <a:pt x="402622" y="140013"/>
                  <a:pt x="407541" y="137138"/>
                </a:cubicBezTo>
                <a:cubicBezTo>
                  <a:pt x="412461" y="134262"/>
                  <a:pt x="415942" y="130347"/>
                  <a:pt x="417986" y="125393"/>
                </a:cubicBezTo>
                <a:cubicBezTo>
                  <a:pt x="420030" y="120439"/>
                  <a:pt x="421052" y="113251"/>
                  <a:pt x="421052" y="103828"/>
                </a:cubicBezTo>
                <a:lnTo>
                  <a:pt x="421052" y="44691"/>
                </a:lnTo>
                <a:lnTo>
                  <a:pt x="439760" y="44691"/>
                </a:lnTo>
                <a:lnTo>
                  <a:pt x="439760" y="155066"/>
                </a:lnTo>
                <a:lnTo>
                  <a:pt x="423027" y="155066"/>
                </a:lnTo>
                <a:close/>
                <a:moveTo>
                  <a:pt x="462404" y="122016"/>
                </a:moveTo>
                <a:lnTo>
                  <a:pt x="480904" y="119106"/>
                </a:lnTo>
                <a:cubicBezTo>
                  <a:pt x="481943" y="126487"/>
                  <a:pt x="484836" y="132144"/>
                  <a:pt x="489582" y="136076"/>
                </a:cubicBezTo>
                <a:cubicBezTo>
                  <a:pt x="494328" y="140005"/>
                  <a:pt x="500962" y="141970"/>
                  <a:pt x="509485" y="141970"/>
                </a:cubicBezTo>
                <a:cubicBezTo>
                  <a:pt x="518077" y="141970"/>
                  <a:pt x="524451" y="140235"/>
                  <a:pt x="528608" y="136764"/>
                </a:cubicBezTo>
                <a:cubicBezTo>
                  <a:pt x="532766" y="133291"/>
                  <a:pt x="534844" y="129218"/>
                  <a:pt x="534844" y="124546"/>
                </a:cubicBezTo>
                <a:cubicBezTo>
                  <a:pt x="534844" y="120352"/>
                  <a:pt x="533008" y="117052"/>
                  <a:pt x="529336" y="114646"/>
                </a:cubicBezTo>
                <a:cubicBezTo>
                  <a:pt x="526772" y="112996"/>
                  <a:pt x="520398" y="110899"/>
                  <a:pt x="510212" y="108355"/>
                </a:cubicBezTo>
                <a:cubicBezTo>
                  <a:pt x="496493" y="104889"/>
                  <a:pt x="486984" y="101890"/>
                  <a:pt x="481683" y="99359"/>
                </a:cubicBezTo>
                <a:cubicBezTo>
                  <a:pt x="476383" y="96827"/>
                  <a:pt x="472364" y="93325"/>
                  <a:pt x="469627" y="88852"/>
                </a:cubicBezTo>
                <a:cubicBezTo>
                  <a:pt x="466890" y="84378"/>
                  <a:pt x="465522" y="79437"/>
                  <a:pt x="465522" y="74028"/>
                </a:cubicBezTo>
                <a:cubicBezTo>
                  <a:pt x="465522" y="69105"/>
                  <a:pt x="466648" y="64545"/>
                  <a:pt x="468900" y="60348"/>
                </a:cubicBezTo>
                <a:cubicBezTo>
                  <a:pt x="471151" y="56152"/>
                  <a:pt x="474217" y="52667"/>
                  <a:pt x="478098" y="49894"/>
                </a:cubicBezTo>
                <a:cubicBezTo>
                  <a:pt x="481008" y="47744"/>
                  <a:pt x="484974" y="45924"/>
                  <a:pt x="489998" y="44434"/>
                </a:cubicBezTo>
                <a:cubicBezTo>
                  <a:pt x="495021" y="42942"/>
                  <a:pt x="500408" y="42196"/>
                  <a:pt x="506159" y="42196"/>
                </a:cubicBezTo>
                <a:cubicBezTo>
                  <a:pt x="514820" y="42196"/>
                  <a:pt x="522424" y="43452"/>
                  <a:pt x="528972" y="45964"/>
                </a:cubicBezTo>
                <a:cubicBezTo>
                  <a:pt x="535520" y="48473"/>
                  <a:pt x="540353" y="51874"/>
                  <a:pt x="543470" y="56165"/>
                </a:cubicBezTo>
                <a:cubicBezTo>
                  <a:pt x="546588" y="60455"/>
                  <a:pt x="548736" y="66191"/>
                  <a:pt x="549914" y="73376"/>
                </a:cubicBezTo>
                <a:lnTo>
                  <a:pt x="531622" y="75870"/>
                </a:lnTo>
                <a:cubicBezTo>
                  <a:pt x="530791" y="70188"/>
                  <a:pt x="528383" y="65754"/>
                  <a:pt x="524399" y="62567"/>
                </a:cubicBezTo>
                <a:cubicBezTo>
                  <a:pt x="520415" y="59380"/>
                  <a:pt x="514785" y="57786"/>
                  <a:pt x="507510" y="57786"/>
                </a:cubicBezTo>
                <a:cubicBezTo>
                  <a:pt x="498918" y="57786"/>
                  <a:pt x="492787" y="59200"/>
                  <a:pt x="489114" y="62028"/>
                </a:cubicBezTo>
                <a:cubicBezTo>
                  <a:pt x="485442" y="64853"/>
                  <a:pt x="483606" y="68163"/>
                  <a:pt x="483606" y="71956"/>
                </a:cubicBezTo>
                <a:cubicBezTo>
                  <a:pt x="483606" y="74368"/>
                  <a:pt x="484368" y="76540"/>
                  <a:pt x="485892" y="78472"/>
                </a:cubicBezTo>
                <a:cubicBezTo>
                  <a:pt x="487417" y="80470"/>
                  <a:pt x="489807" y="82124"/>
                  <a:pt x="493064" y="83434"/>
                </a:cubicBezTo>
                <a:cubicBezTo>
                  <a:pt x="494934" y="84125"/>
                  <a:pt x="500443" y="85711"/>
                  <a:pt x="509589" y="88192"/>
                </a:cubicBezTo>
                <a:cubicBezTo>
                  <a:pt x="522823" y="91724"/>
                  <a:pt x="532055" y="94614"/>
                  <a:pt x="537287" y="96864"/>
                </a:cubicBezTo>
                <a:cubicBezTo>
                  <a:pt x="542518" y="99114"/>
                  <a:pt x="546623" y="102386"/>
                  <a:pt x="549602" y="106679"/>
                </a:cubicBezTo>
                <a:cubicBezTo>
                  <a:pt x="552582" y="110971"/>
                  <a:pt x="554071" y="116300"/>
                  <a:pt x="554071" y="122668"/>
                </a:cubicBezTo>
                <a:cubicBezTo>
                  <a:pt x="554071" y="128900"/>
                  <a:pt x="552253" y="134768"/>
                  <a:pt x="548615" y="140272"/>
                </a:cubicBezTo>
                <a:cubicBezTo>
                  <a:pt x="544977" y="145774"/>
                  <a:pt x="539729" y="150031"/>
                  <a:pt x="532869" y="153042"/>
                </a:cubicBezTo>
                <a:cubicBezTo>
                  <a:pt x="526010" y="156054"/>
                  <a:pt x="518250" y="157560"/>
                  <a:pt x="509589" y="157560"/>
                </a:cubicBezTo>
                <a:cubicBezTo>
                  <a:pt x="495246" y="157560"/>
                  <a:pt x="484316" y="154572"/>
                  <a:pt x="476798" y="148596"/>
                </a:cubicBezTo>
                <a:cubicBezTo>
                  <a:pt x="469281" y="142620"/>
                  <a:pt x="464482" y="133760"/>
                  <a:pt x="462404" y="122016"/>
                </a:cubicBezTo>
                <a:close/>
                <a:moveTo>
                  <a:pt x="648338" y="114533"/>
                </a:moveTo>
                <a:lnTo>
                  <a:pt x="666734" y="116923"/>
                </a:lnTo>
                <a:cubicBezTo>
                  <a:pt x="664724" y="129635"/>
                  <a:pt x="659580" y="139587"/>
                  <a:pt x="651300" y="146777"/>
                </a:cubicBezTo>
                <a:cubicBezTo>
                  <a:pt x="643020" y="153966"/>
                  <a:pt x="632852" y="157560"/>
                  <a:pt x="620796" y="157560"/>
                </a:cubicBezTo>
                <a:cubicBezTo>
                  <a:pt x="605691" y="157560"/>
                  <a:pt x="593549" y="152623"/>
                  <a:pt x="584368" y="142750"/>
                </a:cubicBezTo>
                <a:cubicBezTo>
                  <a:pt x="575187" y="132876"/>
                  <a:pt x="570597" y="118724"/>
                  <a:pt x="570597" y="100294"/>
                </a:cubicBezTo>
                <a:cubicBezTo>
                  <a:pt x="570597" y="88376"/>
                  <a:pt x="572572" y="77949"/>
                  <a:pt x="576521" y="69011"/>
                </a:cubicBezTo>
                <a:cubicBezTo>
                  <a:pt x="580471" y="60072"/>
                  <a:pt x="586481" y="53369"/>
                  <a:pt x="594553" y="48900"/>
                </a:cubicBezTo>
                <a:cubicBezTo>
                  <a:pt x="602625" y="44431"/>
                  <a:pt x="611408" y="42196"/>
                  <a:pt x="620900" y="42196"/>
                </a:cubicBezTo>
                <a:cubicBezTo>
                  <a:pt x="632887" y="42196"/>
                  <a:pt x="642691" y="45237"/>
                  <a:pt x="650313" y="51319"/>
                </a:cubicBezTo>
                <a:cubicBezTo>
                  <a:pt x="657934" y="57399"/>
                  <a:pt x="662819" y="66033"/>
                  <a:pt x="664967" y="77221"/>
                </a:cubicBezTo>
                <a:lnTo>
                  <a:pt x="646779" y="80027"/>
                </a:lnTo>
                <a:cubicBezTo>
                  <a:pt x="645047" y="72648"/>
                  <a:pt x="641981" y="67096"/>
                  <a:pt x="637581" y="63372"/>
                </a:cubicBezTo>
                <a:cubicBezTo>
                  <a:pt x="633181" y="59648"/>
                  <a:pt x="627863" y="57786"/>
                  <a:pt x="621628" y="57786"/>
                </a:cubicBezTo>
                <a:cubicBezTo>
                  <a:pt x="612204" y="57786"/>
                  <a:pt x="604548" y="61147"/>
                  <a:pt x="598659" y="67871"/>
                </a:cubicBezTo>
                <a:cubicBezTo>
                  <a:pt x="592769" y="74591"/>
                  <a:pt x="589824" y="85226"/>
                  <a:pt x="589824" y="99774"/>
                </a:cubicBezTo>
                <a:cubicBezTo>
                  <a:pt x="589824" y="114530"/>
                  <a:pt x="592665" y="125253"/>
                  <a:pt x="598347" y="131941"/>
                </a:cubicBezTo>
                <a:cubicBezTo>
                  <a:pt x="604028" y="138627"/>
                  <a:pt x="611442" y="141970"/>
                  <a:pt x="620588" y="141970"/>
                </a:cubicBezTo>
                <a:cubicBezTo>
                  <a:pt x="627933" y="141970"/>
                  <a:pt x="634065" y="139727"/>
                  <a:pt x="638984" y="135241"/>
                </a:cubicBezTo>
                <a:cubicBezTo>
                  <a:pt x="643904" y="130755"/>
                  <a:pt x="647021" y="123852"/>
                  <a:pt x="648338" y="114533"/>
                </a:cubicBezTo>
                <a:close/>
                <a:moveTo>
                  <a:pt x="754764" y="141438"/>
                </a:moveTo>
                <a:cubicBezTo>
                  <a:pt x="747835" y="147332"/>
                  <a:pt x="741166" y="151492"/>
                  <a:pt x="734757" y="153919"/>
                </a:cubicBezTo>
                <a:cubicBezTo>
                  <a:pt x="728348" y="156347"/>
                  <a:pt x="721471" y="157560"/>
                  <a:pt x="714126" y="157560"/>
                </a:cubicBezTo>
                <a:cubicBezTo>
                  <a:pt x="702001" y="157560"/>
                  <a:pt x="692682" y="154596"/>
                  <a:pt x="686169" y="148668"/>
                </a:cubicBezTo>
                <a:cubicBezTo>
                  <a:pt x="679656" y="142739"/>
                  <a:pt x="676399" y="135164"/>
                  <a:pt x="676399" y="125942"/>
                </a:cubicBezTo>
                <a:cubicBezTo>
                  <a:pt x="676399" y="120536"/>
                  <a:pt x="677629" y="115597"/>
                  <a:pt x="680089" y="111126"/>
                </a:cubicBezTo>
                <a:cubicBezTo>
                  <a:pt x="682548" y="106652"/>
                  <a:pt x="685770" y="103063"/>
                  <a:pt x="689754" y="100359"/>
                </a:cubicBezTo>
                <a:cubicBezTo>
                  <a:pt x="693738" y="97654"/>
                  <a:pt x="698225" y="95609"/>
                  <a:pt x="703213" y="94224"/>
                </a:cubicBezTo>
                <a:cubicBezTo>
                  <a:pt x="706886" y="93251"/>
                  <a:pt x="712429" y="92315"/>
                  <a:pt x="719843" y="91414"/>
                </a:cubicBezTo>
                <a:cubicBezTo>
                  <a:pt x="734947" y="89626"/>
                  <a:pt x="746068" y="87493"/>
                  <a:pt x="753205" y="85016"/>
                </a:cubicBezTo>
                <a:cubicBezTo>
                  <a:pt x="753274" y="82463"/>
                  <a:pt x="753308" y="80841"/>
                  <a:pt x="753308" y="80151"/>
                </a:cubicBezTo>
                <a:cubicBezTo>
                  <a:pt x="753308" y="72557"/>
                  <a:pt x="751542" y="67208"/>
                  <a:pt x="748008" y="64103"/>
                </a:cubicBezTo>
                <a:cubicBezTo>
                  <a:pt x="743227" y="59892"/>
                  <a:pt x="736125" y="57786"/>
                  <a:pt x="726702" y="57786"/>
                </a:cubicBezTo>
                <a:cubicBezTo>
                  <a:pt x="717902" y="57786"/>
                  <a:pt x="711407" y="59328"/>
                  <a:pt x="707215" y="62411"/>
                </a:cubicBezTo>
                <a:cubicBezTo>
                  <a:pt x="703023" y="65494"/>
                  <a:pt x="699922" y="70951"/>
                  <a:pt x="697913" y="78780"/>
                </a:cubicBezTo>
                <a:lnTo>
                  <a:pt x="679621" y="76286"/>
                </a:lnTo>
                <a:cubicBezTo>
                  <a:pt x="681284" y="68432"/>
                  <a:pt x="684021" y="62090"/>
                  <a:pt x="687832" y="57260"/>
                </a:cubicBezTo>
                <a:cubicBezTo>
                  <a:pt x="691642" y="52429"/>
                  <a:pt x="697151" y="48711"/>
                  <a:pt x="704357" y="46107"/>
                </a:cubicBezTo>
                <a:cubicBezTo>
                  <a:pt x="711563" y="43500"/>
                  <a:pt x="719912" y="42196"/>
                  <a:pt x="729404" y="42196"/>
                </a:cubicBezTo>
                <a:cubicBezTo>
                  <a:pt x="738827" y="42196"/>
                  <a:pt x="746484" y="43305"/>
                  <a:pt x="752373" y="45522"/>
                </a:cubicBezTo>
                <a:cubicBezTo>
                  <a:pt x="758263" y="47739"/>
                  <a:pt x="762593" y="50528"/>
                  <a:pt x="765365" y="53888"/>
                </a:cubicBezTo>
                <a:cubicBezTo>
                  <a:pt x="768136" y="57249"/>
                  <a:pt x="770076" y="61493"/>
                  <a:pt x="771185" y="66620"/>
                </a:cubicBezTo>
                <a:cubicBezTo>
                  <a:pt x="771808" y="69807"/>
                  <a:pt x="772120" y="75558"/>
                  <a:pt x="772120" y="83873"/>
                </a:cubicBezTo>
                <a:lnTo>
                  <a:pt x="772120" y="108816"/>
                </a:lnTo>
                <a:cubicBezTo>
                  <a:pt x="772120" y="126208"/>
                  <a:pt x="772518" y="137207"/>
                  <a:pt x="773315" y="141815"/>
                </a:cubicBezTo>
                <a:cubicBezTo>
                  <a:pt x="774112" y="146422"/>
                  <a:pt x="775688" y="150839"/>
                  <a:pt x="778044" y="155066"/>
                </a:cubicBezTo>
                <a:lnTo>
                  <a:pt x="758505" y="155066"/>
                </a:lnTo>
                <a:cubicBezTo>
                  <a:pt x="756565" y="151181"/>
                  <a:pt x="755318" y="146639"/>
                  <a:pt x="754764" y="141438"/>
                </a:cubicBezTo>
                <a:moveTo>
                  <a:pt x="753205" y="99566"/>
                </a:moveTo>
                <a:cubicBezTo>
                  <a:pt x="746414" y="102362"/>
                  <a:pt x="736229" y="104737"/>
                  <a:pt x="722649" y="106692"/>
                </a:cubicBezTo>
                <a:cubicBezTo>
                  <a:pt x="714958" y="107805"/>
                  <a:pt x="709519" y="109058"/>
                  <a:pt x="706331" y="110450"/>
                </a:cubicBezTo>
                <a:cubicBezTo>
                  <a:pt x="703144" y="111840"/>
                  <a:pt x="700684" y="113875"/>
                  <a:pt x="698952" y="116556"/>
                </a:cubicBezTo>
                <a:cubicBezTo>
                  <a:pt x="697220" y="119234"/>
                  <a:pt x="696354" y="122208"/>
                  <a:pt x="696354" y="125478"/>
                </a:cubicBezTo>
                <a:cubicBezTo>
                  <a:pt x="696354" y="130486"/>
                  <a:pt x="698242" y="134661"/>
                  <a:pt x="702018" y="138002"/>
                </a:cubicBezTo>
                <a:cubicBezTo>
                  <a:pt x="705794" y="141340"/>
                  <a:pt x="711320" y="143010"/>
                  <a:pt x="718595" y="143010"/>
                </a:cubicBezTo>
                <a:cubicBezTo>
                  <a:pt x="725801" y="143010"/>
                  <a:pt x="732210" y="141426"/>
                  <a:pt x="737823" y="138258"/>
                </a:cubicBezTo>
                <a:cubicBezTo>
                  <a:pt x="743435" y="135090"/>
                  <a:pt x="747558" y="130757"/>
                  <a:pt x="750191" y="125257"/>
                </a:cubicBezTo>
                <a:cubicBezTo>
                  <a:pt x="752200" y="121009"/>
                  <a:pt x="753205" y="114743"/>
                  <a:pt x="753205" y="106458"/>
                </a:cubicBezTo>
                <a:lnTo>
                  <a:pt x="753205" y="99566"/>
                </a:lnTo>
                <a:close/>
                <a:moveTo>
                  <a:pt x="842781" y="138541"/>
                </a:moveTo>
                <a:lnTo>
                  <a:pt x="845483" y="155066"/>
                </a:lnTo>
                <a:cubicBezTo>
                  <a:pt x="840218" y="156036"/>
                  <a:pt x="835506" y="156521"/>
                  <a:pt x="831349" y="156521"/>
                </a:cubicBezTo>
                <a:cubicBezTo>
                  <a:pt x="824559" y="156521"/>
                  <a:pt x="819293" y="155447"/>
                  <a:pt x="815551" y="153299"/>
                </a:cubicBezTo>
                <a:cubicBezTo>
                  <a:pt x="811810" y="151151"/>
                  <a:pt x="809177" y="148328"/>
                  <a:pt x="807652" y="144829"/>
                </a:cubicBezTo>
                <a:cubicBezTo>
                  <a:pt x="806128" y="141330"/>
                  <a:pt x="805366" y="133968"/>
                  <a:pt x="805366" y="122743"/>
                </a:cubicBezTo>
                <a:lnTo>
                  <a:pt x="805366" y="59241"/>
                </a:lnTo>
                <a:lnTo>
                  <a:pt x="791647" y="59241"/>
                </a:lnTo>
                <a:lnTo>
                  <a:pt x="791647" y="44691"/>
                </a:lnTo>
                <a:lnTo>
                  <a:pt x="805366" y="44691"/>
                </a:lnTo>
                <a:lnTo>
                  <a:pt x="805366" y="17282"/>
                </a:lnTo>
                <a:lnTo>
                  <a:pt x="823970" y="6028"/>
                </a:lnTo>
                <a:lnTo>
                  <a:pt x="823970" y="44691"/>
                </a:lnTo>
                <a:lnTo>
                  <a:pt x="842781" y="44691"/>
                </a:lnTo>
                <a:lnTo>
                  <a:pt x="842781" y="59241"/>
                </a:lnTo>
                <a:lnTo>
                  <a:pt x="823970" y="59241"/>
                </a:lnTo>
                <a:lnTo>
                  <a:pt x="823970" y="123782"/>
                </a:lnTo>
                <a:cubicBezTo>
                  <a:pt x="823970" y="129118"/>
                  <a:pt x="824299" y="132547"/>
                  <a:pt x="824957" y="134072"/>
                </a:cubicBezTo>
                <a:cubicBezTo>
                  <a:pt x="825615" y="135596"/>
                  <a:pt x="826689" y="136809"/>
                  <a:pt x="828179" y="137709"/>
                </a:cubicBezTo>
                <a:cubicBezTo>
                  <a:pt x="829669" y="138610"/>
                  <a:pt x="831799" y="139060"/>
                  <a:pt x="834571" y="139060"/>
                </a:cubicBezTo>
                <a:cubicBezTo>
                  <a:pt x="836649" y="139060"/>
                  <a:pt x="839386" y="138887"/>
                  <a:pt x="842781" y="138541"/>
                </a:cubicBezTo>
                <a:close/>
                <a:moveTo>
                  <a:pt x="861638" y="24320"/>
                </a:moveTo>
                <a:lnTo>
                  <a:pt x="861638" y="2702"/>
                </a:lnTo>
                <a:lnTo>
                  <a:pt x="880345" y="2702"/>
                </a:lnTo>
                <a:lnTo>
                  <a:pt x="880345" y="24320"/>
                </a:lnTo>
                <a:lnTo>
                  <a:pt x="861638" y="24320"/>
                </a:lnTo>
                <a:moveTo>
                  <a:pt x="861638" y="155066"/>
                </a:moveTo>
                <a:lnTo>
                  <a:pt x="861638" y="44691"/>
                </a:lnTo>
                <a:lnTo>
                  <a:pt x="880345" y="44691"/>
                </a:lnTo>
                <a:lnTo>
                  <a:pt x="880345" y="155066"/>
                </a:lnTo>
                <a:lnTo>
                  <a:pt x="861638" y="155066"/>
                </a:lnTo>
                <a:close/>
                <a:moveTo>
                  <a:pt x="901397" y="99878"/>
                </a:moveTo>
                <a:cubicBezTo>
                  <a:pt x="901397" y="79438"/>
                  <a:pt x="907079" y="64299"/>
                  <a:pt x="918442" y="54460"/>
                </a:cubicBezTo>
                <a:cubicBezTo>
                  <a:pt x="927935" y="46284"/>
                  <a:pt x="939506" y="42196"/>
                  <a:pt x="953155" y="42196"/>
                </a:cubicBezTo>
                <a:cubicBezTo>
                  <a:pt x="968329" y="42196"/>
                  <a:pt x="980732" y="47168"/>
                  <a:pt x="990363" y="57110"/>
                </a:cubicBezTo>
                <a:cubicBezTo>
                  <a:pt x="999994" y="67053"/>
                  <a:pt x="1004809" y="80789"/>
                  <a:pt x="1004809" y="98319"/>
                </a:cubicBezTo>
                <a:cubicBezTo>
                  <a:pt x="1004809" y="112523"/>
                  <a:pt x="1002679" y="123696"/>
                  <a:pt x="998418" y="131837"/>
                </a:cubicBezTo>
                <a:cubicBezTo>
                  <a:pt x="994156" y="139978"/>
                  <a:pt x="987955" y="146301"/>
                  <a:pt x="979814" y="150805"/>
                </a:cubicBezTo>
                <a:cubicBezTo>
                  <a:pt x="971673" y="155308"/>
                  <a:pt x="962786" y="157560"/>
                  <a:pt x="953155" y="157560"/>
                </a:cubicBezTo>
                <a:cubicBezTo>
                  <a:pt x="937704" y="157560"/>
                  <a:pt x="925215" y="152606"/>
                  <a:pt x="915688" y="142698"/>
                </a:cubicBezTo>
                <a:cubicBezTo>
                  <a:pt x="906161" y="132790"/>
                  <a:pt x="901397" y="118517"/>
                  <a:pt x="901397" y="99878"/>
                </a:cubicBezTo>
                <a:moveTo>
                  <a:pt x="920625" y="99826"/>
                </a:moveTo>
                <a:cubicBezTo>
                  <a:pt x="920625" y="113909"/>
                  <a:pt x="923708" y="124454"/>
                  <a:pt x="929875" y="131460"/>
                </a:cubicBezTo>
                <a:cubicBezTo>
                  <a:pt x="936041" y="138467"/>
                  <a:pt x="943802" y="141970"/>
                  <a:pt x="953155" y="141970"/>
                </a:cubicBezTo>
                <a:cubicBezTo>
                  <a:pt x="962440" y="141970"/>
                  <a:pt x="970165" y="138450"/>
                  <a:pt x="976332" y="131408"/>
                </a:cubicBezTo>
                <a:cubicBezTo>
                  <a:pt x="982499" y="124367"/>
                  <a:pt x="985582" y="113633"/>
                  <a:pt x="985582" y="99206"/>
                </a:cubicBezTo>
                <a:cubicBezTo>
                  <a:pt x="985582" y="85606"/>
                  <a:pt x="982481" y="75303"/>
                  <a:pt x="976280" y="68296"/>
                </a:cubicBezTo>
                <a:cubicBezTo>
                  <a:pt x="970079" y="61289"/>
                  <a:pt x="962371" y="57786"/>
                  <a:pt x="953155" y="57786"/>
                </a:cubicBezTo>
                <a:cubicBezTo>
                  <a:pt x="943802" y="57786"/>
                  <a:pt x="936041" y="61272"/>
                  <a:pt x="929875" y="68244"/>
                </a:cubicBezTo>
                <a:cubicBezTo>
                  <a:pt x="923708" y="75216"/>
                  <a:pt x="920625" y="85743"/>
                  <a:pt x="920625" y="99826"/>
                </a:cubicBezTo>
                <a:close/>
                <a:moveTo>
                  <a:pt x="1025428" y="155066"/>
                </a:moveTo>
                <a:lnTo>
                  <a:pt x="1025428" y="44691"/>
                </a:lnTo>
                <a:lnTo>
                  <a:pt x="1042265" y="44691"/>
                </a:lnTo>
                <a:lnTo>
                  <a:pt x="1042265" y="60280"/>
                </a:lnTo>
                <a:cubicBezTo>
                  <a:pt x="1050372" y="48224"/>
                  <a:pt x="1062082" y="42196"/>
                  <a:pt x="1077394" y="42196"/>
                </a:cubicBezTo>
                <a:cubicBezTo>
                  <a:pt x="1084046" y="42196"/>
                  <a:pt x="1090160" y="43391"/>
                  <a:pt x="1095738" y="45782"/>
                </a:cubicBezTo>
                <a:cubicBezTo>
                  <a:pt x="1101316" y="48172"/>
                  <a:pt x="1105490" y="51308"/>
                  <a:pt x="1108262" y="55188"/>
                </a:cubicBezTo>
                <a:cubicBezTo>
                  <a:pt x="1111033" y="59068"/>
                  <a:pt x="1112973" y="63675"/>
                  <a:pt x="1114082" y="69011"/>
                </a:cubicBezTo>
                <a:cubicBezTo>
                  <a:pt x="1114775" y="72475"/>
                  <a:pt x="1115121" y="78538"/>
                  <a:pt x="1115121" y="87199"/>
                </a:cubicBezTo>
                <a:lnTo>
                  <a:pt x="1115121" y="155066"/>
                </a:lnTo>
                <a:lnTo>
                  <a:pt x="1096414" y="155066"/>
                </a:lnTo>
                <a:lnTo>
                  <a:pt x="1096414" y="87855"/>
                </a:lnTo>
                <a:cubicBezTo>
                  <a:pt x="1096414" y="80224"/>
                  <a:pt x="1095686" y="74519"/>
                  <a:pt x="1094231" y="70738"/>
                </a:cubicBezTo>
                <a:cubicBezTo>
                  <a:pt x="1092776" y="66958"/>
                  <a:pt x="1090195" y="63941"/>
                  <a:pt x="1086488" y="61687"/>
                </a:cubicBezTo>
                <a:cubicBezTo>
                  <a:pt x="1082781" y="59433"/>
                  <a:pt x="1078433" y="58306"/>
                  <a:pt x="1073445" y="58306"/>
                </a:cubicBezTo>
                <a:cubicBezTo>
                  <a:pt x="1065477" y="58306"/>
                  <a:pt x="1058600" y="60838"/>
                  <a:pt x="1052814" y="65902"/>
                </a:cubicBezTo>
                <a:cubicBezTo>
                  <a:pt x="1047029" y="70965"/>
                  <a:pt x="1044136" y="80571"/>
                  <a:pt x="1044136" y="94721"/>
                </a:cubicBezTo>
                <a:lnTo>
                  <a:pt x="1044136" y="155066"/>
                </a:lnTo>
                <a:lnTo>
                  <a:pt x="1025428" y="1550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9DB2E1-8525-41F7-8718-6A40730D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8899" y="1903833"/>
            <a:ext cx="1472934" cy="429961"/>
          </a:xfrm>
          <a:custGeom xmlns:a="http://schemas.openxmlformats.org/drawingml/2006/main">
            <a:pathLst>
              <a:path w="1472934" h="429961">
                <a:moveTo>
                  <a:pt x="0" y="71660"/>
                </a:moveTo>
                <a:cubicBezTo>
                  <a:pt x="0" y="32087"/>
                  <a:pt x="32087" y="0"/>
                  <a:pt x="71660" y="0"/>
                </a:cubicBezTo>
                <a:lnTo>
                  <a:pt x="1401274" y="0"/>
                </a:lnTo>
                <a:cubicBezTo>
                  <a:pt x="1440847" y="0"/>
                  <a:pt x="1472934" y="32087"/>
                  <a:pt x="1472934" y="71660"/>
                </a:cubicBezTo>
                <a:lnTo>
                  <a:pt x="1472934" y="358300"/>
                </a:lnTo>
                <a:cubicBezTo>
                  <a:pt x="1472934" y="397873"/>
                  <a:pt x="1440847" y="429961"/>
                  <a:pt x="1401274" y="429961"/>
                </a:cubicBezTo>
                <a:lnTo>
                  <a:pt x="71660" y="429961"/>
                </a:lnTo>
                <a:cubicBezTo>
                  <a:pt x="32087" y="429961"/>
                  <a:pt x="0" y="397873"/>
                  <a:pt x="0" y="358300"/>
                </a:cubicBezTo>
                <a:lnTo>
                  <a:pt x="0" y="71660"/>
                </a:lnTo>
                <a:close/>
              </a:path>
            </a:pathLst>
          </a:custGeom>
          <a:solidFill xmlns:a="http://schemas.openxmlformats.org/drawingml/2006/main">
            <a:srgbClr val="D7EE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SystemT">
            <a:extLst xmlns:a="http://schemas.openxmlformats.org/drawingml/2006/main">
              <a:ext uri="{FF2B5EF4-FFF2-40B4-BE49-F238E27FC236}">
                <a16:creationId xmlns:a16="http://schemas.microsoft.com/office/drawing/2014/main" id="{33C7B48F-44CB-4C5C-BBF4-36B47C29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4616" y="2050615"/>
            <a:ext cx="882461" cy="199964"/>
          </a:xfrm>
          <a:custGeom xmlns:a="http://schemas.openxmlformats.org/drawingml/2006/main">
            <a:pathLst>
              <a:path w="882461" h="199964">
                <a:moveTo>
                  <a:pt x="0" y="106010"/>
                </a:moveTo>
                <a:lnTo>
                  <a:pt x="19019" y="104347"/>
                </a:lnTo>
                <a:cubicBezTo>
                  <a:pt x="19920" y="111969"/>
                  <a:pt x="22016" y="118222"/>
                  <a:pt x="25307" y="123107"/>
                </a:cubicBezTo>
                <a:cubicBezTo>
                  <a:pt x="28598" y="127992"/>
                  <a:pt x="33708" y="131941"/>
                  <a:pt x="40637" y="134955"/>
                </a:cubicBezTo>
                <a:cubicBezTo>
                  <a:pt x="47566" y="137969"/>
                  <a:pt x="55361" y="139476"/>
                  <a:pt x="64022" y="139476"/>
                </a:cubicBezTo>
                <a:cubicBezTo>
                  <a:pt x="71713" y="139476"/>
                  <a:pt x="78503" y="138333"/>
                  <a:pt x="84392" y="136046"/>
                </a:cubicBezTo>
                <a:cubicBezTo>
                  <a:pt x="90282" y="133760"/>
                  <a:pt x="94664" y="130625"/>
                  <a:pt x="97540" y="126641"/>
                </a:cubicBezTo>
                <a:cubicBezTo>
                  <a:pt x="100415" y="122657"/>
                  <a:pt x="101853" y="118309"/>
                  <a:pt x="101853" y="113597"/>
                </a:cubicBezTo>
                <a:cubicBezTo>
                  <a:pt x="101853" y="108816"/>
                  <a:pt x="100467" y="104642"/>
                  <a:pt x="97696" y="101073"/>
                </a:cubicBezTo>
                <a:cubicBezTo>
                  <a:pt x="94924" y="97505"/>
                  <a:pt x="90351" y="94508"/>
                  <a:pt x="83977" y="92083"/>
                </a:cubicBezTo>
                <a:cubicBezTo>
                  <a:pt x="79889" y="90490"/>
                  <a:pt x="70847" y="88013"/>
                  <a:pt x="56851" y="84652"/>
                </a:cubicBezTo>
                <a:cubicBezTo>
                  <a:pt x="42854" y="81292"/>
                  <a:pt x="33050" y="78122"/>
                  <a:pt x="27438" y="75142"/>
                </a:cubicBezTo>
                <a:cubicBezTo>
                  <a:pt x="20163" y="71332"/>
                  <a:pt x="14741" y="66603"/>
                  <a:pt x="11173" y="60956"/>
                </a:cubicBezTo>
                <a:cubicBezTo>
                  <a:pt x="7604" y="55309"/>
                  <a:pt x="5820" y="48986"/>
                  <a:pt x="5820" y="41988"/>
                </a:cubicBezTo>
                <a:cubicBezTo>
                  <a:pt x="5820" y="34297"/>
                  <a:pt x="8003" y="27109"/>
                  <a:pt x="12368" y="20423"/>
                </a:cubicBezTo>
                <a:cubicBezTo>
                  <a:pt x="16733" y="13736"/>
                  <a:pt x="23107" y="8661"/>
                  <a:pt x="31491" y="5197"/>
                </a:cubicBezTo>
                <a:cubicBezTo>
                  <a:pt x="39875" y="1732"/>
                  <a:pt x="49194" y="0"/>
                  <a:pt x="59449" y="0"/>
                </a:cubicBezTo>
                <a:cubicBezTo>
                  <a:pt x="70743" y="0"/>
                  <a:pt x="80703" y="1819"/>
                  <a:pt x="89329" y="5456"/>
                </a:cubicBezTo>
                <a:cubicBezTo>
                  <a:pt x="97955" y="9094"/>
                  <a:pt x="104590" y="14446"/>
                  <a:pt x="109232" y="21514"/>
                </a:cubicBezTo>
                <a:cubicBezTo>
                  <a:pt x="113874" y="28581"/>
                  <a:pt x="116369" y="36584"/>
                  <a:pt x="116715" y="45522"/>
                </a:cubicBezTo>
                <a:lnTo>
                  <a:pt x="97384" y="46977"/>
                </a:lnTo>
                <a:cubicBezTo>
                  <a:pt x="96345" y="37311"/>
                  <a:pt x="92828" y="30010"/>
                  <a:pt x="86835" y="25073"/>
                </a:cubicBezTo>
                <a:cubicBezTo>
                  <a:pt x="80841" y="20137"/>
                  <a:pt x="71990" y="17668"/>
                  <a:pt x="60280" y="17668"/>
                </a:cubicBezTo>
                <a:cubicBezTo>
                  <a:pt x="48086" y="17668"/>
                  <a:pt x="39200" y="19905"/>
                  <a:pt x="33622" y="24378"/>
                </a:cubicBezTo>
                <a:cubicBezTo>
                  <a:pt x="28044" y="28850"/>
                  <a:pt x="25255" y="34240"/>
                  <a:pt x="25255" y="40550"/>
                </a:cubicBezTo>
                <a:cubicBezTo>
                  <a:pt x="25255" y="46028"/>
                  <a:pt x="27230" y="50535"/>
                  <a:pt x="31179" y="54070"/>
                </a:cubicBezTo>
                <a:cubicBezTo>
                  <a:pt x="35060" y="57608"/>
                  <a:pt x="45193" y="61232"/>
                  <a:pt x="61579" y="64941"/>
                </a:cubicBezTo>
                <a:cubicBezTo>
                  <a:pt x="77966" y="68650"/>
                  <a:pt x="89208" y="71891"/>
                  <a:pt x="95305" y="74665"/>
                </a:cubicBezTo>
                <a:cubicBezTo>
                  <a:pt x="104174" y="78755"/>
                  <a:pt x="110722" y="83939"/>
                  <a:pt x="114948" y="90216"/>
                </a:cubicBezTo>
                <a:cubicBezTo>
                  <a:pt x="119175" y="96491"/>
                  <a:pt x="121288" y="103719"/>
                  <a:pt x="121288" y="111902"/>
                </a:cubicBezTo>
                <a:cubicBezTo>
                  <a:pt x="121288" y="120013"/>
                  <a:pt x="118967" y="127657"/>
                  <a:pt x="114325" y="134835"/>
                </a:cubicBezTo>
                <a:cubicBezTo>
                  <a:pt x="109682" y="142011"/>
                  <a:pt x="103013" y="147592"/>
                  <a:pt x="94318" y="151581"/>
                </a:cubicBezTo>
                <a:cubicBezTo>
                  <a:pt x="85622" y="155567"/>
                  <a:pt x="75835" y="157560"/>
                  <a:pt x="64957" y="157560"/>
                </a:cubicBezTo>
                <a:cubicBezTo>
                  <a:pt x="51169" y="157560"/>
                  <a:pt x="39615" y="155551"/>
                  <a:pt x="30296" y="151532"/>
                </a:cubicBezTo>
                <a:cubicBezTo>
                  <a:pt x="20977" y="147513"/>
                  <a:pt x="13667" y="141468"/>
                  <a:pt x="8366" y="133396"/>
                </a:cubicBezTo>
                <a:cubicBezTo>
                  <a:pt x="3066" y="125324"/>
                  <a:pt x="277" y="116195"/>
                  <a:pt x="0" y="106010"/>
                </a:cubicBezTo>
                <a:close/>
                <a:moveTo>
                  <a:pt x="146248" y="197678"/>
                </a:moveTo>
                <a:lnTo>
                  <a:pt x="144170" y="180113"/>
                </a:lnTo>
                <a:cubicBezTo>
                  <a:pt x="148258" y="181222"/>
                  <a:pt x="151826" y="181776"/>
                  <a:pt x="154875" y="181776"/>
                </a:cubicBezTo>
                <a:cubicBezTo>
                  <a:pt x="159032" y="181776"/>
                  <a:pt x="162358" y="181075"/>
                  <a:pt x="164852" y="179672"/>
                </a:cubicBezTo>
                <a:cubicBezTo>
                  <a:pt x="167346" y="178271"/>
                  <a:pt x="169390" y="176308"/>
                  <a:pt x="170984" y="173783"/>
                </a:cubicBezTo>
                <a:cubicBezTo>
                  <a:pt x="172162" y="171891"/>
                  <a:pt x="174067" y="167194"/>
                  <a:pt x="176700" y="159694"/>
                </a:cubicBezTo>
                <a:cubicBezTo>
                  <a:pt x="177047" y="158642"/>
                  <a:pt x="177601" y="157099"/>
                  <a:pt x="178363" y="155066"/>
                </a:cubicBezTo>
                <a:lnTo>
                  <a:pt x="136479" y="44691"/>
                </a:lnTo>
                <a:lnTo>
                  <a:pt x="156641" y="44691"/>
                </a:lnTo>
                <a:lnTo>
                  <a:pt x="179610" y="108459"/>
                </a:lnTo>
                <a:cubicBezTo>
                  <a:pt x="182590" y="116548"/>
                  <a:pt x="185257" y="125051"/>
                  <a:pt x="187613" y="133968"/>
                </a:cubicBezTo>
                <a:cubicBezTo>
                  <a:pt x="189761" y="125396"/>
                  <a:pt x="192325" y="117031"/>
                  <a:pt x="195304" y="108875"/>
                </a:cubicBezTo>
                <a:lnTo>
                  <a:pt x="218896" y="44691"/>
                </a:lnTo>
                <a:lnTo>
                  <a:pt x="237604" y="44691"/>
                </a:lnTo>
                <a:lnTo>
                  <a:pt x="195616" y="157011"/>
                </a:lnTo>
                <a:cubicBezTo>
                  <a:pt x="191112" y="169145"/>
                  <a:pt x="187613" y="177500"/>
                  <a:pt x="185119" y="182075"/>
                </a:cubicBezTo>
                <a:cubicBezTo>
                  <a:pt x="181793" y="188246"/>
                  <a:pt x="177982" y="192770"/>
                  <a:pt x="173686" y="195648"/>
                </a:cubicBezTo>
                <a:cubicBezTo>
                  <a:pt x="169390" y="198525"/>
                  <a:pt x="164263" y="199964"/>
                  <a:pt x="158304" y="199964"/>
                </a:cubicBezTo>
                <a:cubicBezTo>
                  <a:pt x="154701" y="199964"/>
                  <a:pt x="150683" y="199202"/>
                  <a:pt x="146248" y="197678"/>
                </a:cubicBezTo>
                <a:close/>
                <a:moveTo>
                  <a:pt x="243895" y="122016"/>
                </a:moveTo>
                <a:lnTo>
                  <a:pt x="262394" y="119106"/>
                </a:lnTo>
                <a:cubicBezTo>
                  <a:pt x="263434" y="126487"/>
                  <a:pt x="266326" y="132144"/>
                  <a:pt x="271073" y="136076"/>
                </a:cubicBezTo>
                <a:cubicBezTo>
                  <a:pt x="275819" y="140005"/>
                  <a:pt x="282453" y="141970"/>
                  <a:pt x="290976" y="141970"/>
                </a:cubicBezTo>
                <a:cubicBezTo>
                  <a:pt x="299567" y="141970"/>
                  <a:pt x="305942" y="140235"/>
                  <a:pt x="310099" y="136764"/>
                </a:cubicBezTo>
                <a:cubicBezTo>
                  <a:pt x="314256" y="133291"/>
                  <a:pt x="316335" y="129218"/>
                  <a:pt x="316335" y="124546"/>
                </a:cubicBezTo>
                <a:cubicBezTo>
                  <a:pt x="316335" y="120352"/>
                  <a:pt x="314499" y="117052"/>
                  <a:pt x="310826" y="114646"/>
                </a:cubicBezTo>
                <a:cubicBezTo>
                  <a:pt x="308263" y="112996"/>
                  <a:pt x="301888" y="110899"/>
                  <a:pt x="291703" y="108355"/>
                </a:cubicBezTo>
                <a:cubicBezTo>
                  <a:pt x="277984" y="104889"/>
                  <a:pt x="268474" y="101890"/>
                  <a:pt x="263174" y="99359"/>
                </a:cubicBezTo>
                <a:cubicBezTo>
                  <a:pt x="257873" y="96827"/>
                  <a:pt x="253855" y="93325"/>
                  <a:pt x="251118" y="88852"/>
                </a:cubicBezTo>
                <a:cubicBezTo>
                  <a:pt x="248381" y="84378"/>
                  <a:pt x="247013" y="79437"/>
                  <a:pt x="247013" y="74028"/>
                </a:cubicBezTo>
                <a:cubicBezTo>
                  <a:pt x="247013" y="69105"/>
                  <a:pt x="248138" y="64545"/>
                  <a:pt x="250390" y="60348"/>
                </a:cubicBezTo>
                <a:cubicBezTo>
                  <a:pt x="252642" y="56152"/>
                  <a:pt x="255708" y="52667"/>
                  <a:pt x="259588" y="49894"/>
                </a:cubicBezTo>
                <a:cubicBezTo>
                  <a:pt x="262498" y="47744"/>
                  <a:pt x="266465" y="45924"/>
                  <a:pt x="271488" y="44434"/>
                </a:cubicBezTo>
                <a:cubicBezTo>
                  <a:pt x="276512" y="42942"/>
                  <a:pt x="281899" y="42196"/>
                  <a:pt x="287650" y="42196"/>
                </a:cubicBezTo>
                <a:cubicBezTo>
                  <a:pt x="296311" y="42196"/>
                  <a:pt x="303915" y="43452"/>
                  <a:pt x="310463" y="45964"/>
                </a:cubicBezTo>
                <a:cubicBezTo>
                  <a:pt x="317010" y="48473"/>
                  <a:pt x="321843" y="51874"/>
                  <a:pt x="324961" y="56165"/>
                </a:cubicBezTo>
                <a:cubicBezTo>
                  <a:pt x="328079" y="60455"/>
                  <a:pt x="330227" y="66191"/>
                  <a:pt x="331405" y="73376"/>
                </a:cubicBezTo>
                <a:lnTo>
                  <a:pt x="313113" y="75870"/>
                </a:lnTo>
                <a:cubicBezTo>
                  <a:pt x="312281" y="70188"/>
                  <a:pt x="309874" y="65754"/>
                  <a:pt x="305890" y="62567"/>
                </a:cubicBezTo>
                <a:cubicBezTo>
                  <a:pt x="301906" y="59380"/>
                  <a:pt x="296276" y="57786"/>
                  <a:pt x="289001" y="57786"/>
                </a:cubicBezTo>
                <a:cubicBezTo>
                  <a:pt x="280409" y="57786"/>
                  <a:pt x="274277" y="59200"/>
                  <a:pt x="270605" y="62028"/>
                </a:cubicBezTo>
                <a:cubicBezTo>
                  <a:pt x="266933" y="64853"/>
                  <a:pt x="265097" y="68163"/>
                  <a:pt x="265097" y="71956"/>
                </a:cubicBezTo>
                <a:cubicBezTo>
                  <a:pt x="265097" y="74368"/>
                  <a:pt x="265859" y="76540"/>
                  <a:pt x="267383" y="78472"/>
                </a:cubicBezTo>
                <a:cubicBezTo>
                  <a:pt x="268907" y="80470"/>
                  <a:pt x="271298" y="82124"/>
                  <a:pt x="274554" y="83434"/>
                </a:cubicBezTo>
                <a:cubicBezTo>
                  <a:pt x="276425" y="84125"/>
                  <a:pt x="281933" y="85711"/>
                  <a:pt x="291079" y="88192"/>
                </a:cubicBezTo>
                <a:cubicBezTo>
                  <a:pt x="304313" y="91724"/>
                  <a:pt x="313546" y="94614"/>
                  <a:pt x="318777" y="96864"/>
                </a:cubicBezTo>
                <a:cubicBezTo>
                  <a:pt x="324008" y="99114"/>
                  <a:pt x="328114" y="102386"/>
                  <a:pt x="331093" y="106679"/>
                </a:cubicBezTo>
                <a:cubicBezTo>
                  <a:pt x="334072" y="110971"/>
                  <a:pt x="335562" y="116300"/>
                  <a:pt x="335562" y="122668"/>
                </a:cubicBezTo>
                <a:cubicBezTo>
                  <a:pt x="335562" y="128900"/>
                  <a:pt x="333743" y="134768"/>
                  <a:pt x="330106" y="140272"/>
                </a:cubicBezTo>
                <a:cubicBezTo>
                  <a:pt x="326468" y="145774"/>
                  <a:pt x="321220" y="150031"/>
                  <a:pt x="314360" y="153042"/>
                </a:cubicBezTo>
                <a:cubicBezTo>
                  <a:pt x="307501" y="156054"/>
                  <a:pt x="299740" y="157560"/>
                  <a:pt x="291079" y="157560"/>
                </a:cubicBezTo>
                <a:cubicBezTo>
                  <a:pt x="276737" y="157560"/>
                  <a:pt x="265807" y="154572"/>
                  <a:pt x="258289" y="148596"/>
                </a:cubicBezTo>
                <a:cubicBezTo>
                  <a:pt x="250771" y="142620"/>
                  <a:pt x="245973" y="133760"/>
                  <a:pt x="243895" y="122016"/>
                </a:cubicBezTo>
                <a:close/>
                <a:moveTo>
                  <a:pt x="398648" y="138541"/>
                </a:moveTo>
                <a:lnTo>
                  <a:pt x="401351" y="155066"/>
                </a:lnTo>
                <a:cubicBezTo>
                  <a:pt x="396085" y="156036"/>
                  <a:pt x="391373" y="156521"/>
                  <a:pt x="387216" y="156521"/>
                </a:cubicBezTo>
                <a:cubicBezTo>
                  <a:pt x="380426" y="156521"/>
                  <a:pt x="375160" y="155447"/>
                  <a:pt x="371418" y="153299"/>
                </a:cubicBezTo>
                <a:cubicBezTo>
                  <a:pt x="367677" y="151151"/>
                  <a:pt x="365044" y="148328"/>
                  <a:pt x="363519" y="144829"/>
                </a:cubicBezTo>
                <a:cubicBezTo>
                  <a:pt x="361995" y="141330"/>
                  <a:pt x="361233" y="133968"/>
                  <a:pt x="361233" y="122743"/>
                </a:cubicBezTo>
                <a:lnTo>
                  <a:pt x="361233" y="59241"/>
                </a:lnTo>
                <a:lnTo>
                  <a:pt x="347514" y="59241"/>
                </a:lnTo>
                <a:lnTo>
                  <a:pt x="347514" y="44691"/>
                </a:lnTo>
                <a:lnTo>
                  <a:pt x="361233" y="44691"/>
                </a:lnTo>
                <a:lnTo>
                  <a:pt x="361233" y="17282"/>
                </a:lnTo>
                <a:lnTo>
                  <a:pt x="379837" y="6028"/>
                </a:lnTo>
                <a:lnTo>
                  <a:pt x="379837" y="44691"/>
                </a:lnTo>
                <a:lnTo>
                  <a:pt x="398648" y="44691"/>
                </a:lnTo>
                <a:lnTo>
                  <a:pt x="398648" y="59241"/>
                </a:lnTo>
                <a:lnTo>
                  <a:pt x="379837" y="59241"/>
                </a:lnTo>
                <a:lnTo>
                  <a:pt x="379837" y="123782"/>
                </a:lnTo>
                <a:cubicBezTo>
                  <a:pt x="379837" y="129118"/>
                  <a:pt x="380166" y="132547"/>
                  <a:pt x="380824" y="134072"/>
                </a:cubicBezTo>
                <a:cubicBezTo>
                  <a:pt x="381482" y="135596"/>
                  <a:pt x="382556" y="136809"/>
                  <a:pt x="384046" y="137709"/>
                </a:cubicBezTo>
                <a:cubicBezTo>
                  <a:pt x="385536" y="138610"/>
                  <a:pt x="387666" y="139060"/>
                  <a:pt x="390438" y="139060"/>
                </a:cubicBezTo>
                <a:cubicBezTo>
                  <a:pt x="392516" y="139060"/>
                  <a:pt x="395253" y="138887"/>
                  <a:pt x="398648" y="138541"/>
                </a:cubicBezTo>
                <a:close/>
                <a:moveTo>
                  <a:pt x="492960" y="119521"/>
                </a:moveTo>
                <a:lnTo>
                  <a:pt x="512291" y="121912"/>
                </a:lnTo>
                <a:cubicBezTo>
                  <a:pt x="509243" y="133206"/>
                  <a:pt x="503596" y="141970"/>
                  <a:pt x="495350" y="148206"/>
                </a:cubicBezTo>
                <a:cubicBezTo>
                  <a:pt x="487105" y="154442"/>
                  <a:pt x="476573" y="157560"/>
                  <a:pt x="463755" y="157560"/>
                </a:cubicBezTo>
                <a:cubicBezTo>
                  <a:pt x="447611" y="157560"/>
                  <a:pt x="434810" y="152589"/>
                  <a:pt x="425353" y="142646"/>
                </a:cubicBezTo>
                <a:cubicBezTo>
                  <a:pt x="415895" y="132703"/>
                  <a:pt x="411166" y="118759"/>
                  <a:pt x="411166" y="100814"/>
                </a:cubicBezTo>
                <a:cubicBezTo>
                  <a:pt x="411166" y="82244"/>
                  <a:pt x="415947" y="67833"/>
                  <a:pt x="425508" y="57578"/>
                </a:cubicBezTo>
                <a:cubicBezTo>
                  <a:pt x="435070" y="47323"/>
                  <a:pt x="447473" y="42196"/>
                  <a:pt x="462716" y="42196"/>
                </a:cubicBezTo>
                <a:cubicBezTo>
                  <a:pt x="477474" y="42196"/>
                  <a:pt x="489530" y="47212"/>
                  <a:pt x="498884" y="57244"/>
                </a:cubicBezTo>
                <a:cubicBezTo>
                  <a:pt x="508238" y="67273"/>
                  <a:pt x="512915" y="81384"/>
                  <a:pt x="512915" y="99576"/>
                </a:cubicBezTo>
                <a:cubicBezTo>
                  <a:pt x="512915" y="100683"/>
                  <a:pt x="512880" y="102342"/>
                  <a:pt x="512811" y="104555"/>
                </a:cubicBezTo>
                <a:lnTo>
                  <a:pt x="430497" y="104555"/>
                </a:lnTo>
                <a:cubicBezTo>
                  <a:pt x="431190" y="116646"/>
                  <a:pt x="434620" y="125904"/>
                  <a:pt x="440786" y="132331"/>
                </a:cubicBezTo>
                <a:cubicBezTo>
                  <a:pt x="446953" y="138757"/>
                  <a:pt x="454644" y="141970"/>
                  <a:pt x="463859" y="141970"/>
                </a:cubicBezTo>
                <a:cubicBezTo>
                  <a:pt x="470719" y="141970"/>
                  <a:pt x="476573" y="140186"/>
                  <a:pt x="481424" y="136618"/>
                </a:cubicBezTo>
                <a:cubicBezTo>
                  <a:pt x="486274" y="133047"/>
                  <a:pt x="490119" y="127349"/>
                  <a:pt x="492960" y="119521"/>
                </a:cubicBezTo>
                <a:moveTo>
                  <a:pt x="431536" y="88965"/>
                </a:moveTo>
                <a:lnTo>
                  <a:pt x="493168" y="88965"/>
                </a:lnTo>
                <a:cubicBezTo>
                  <a:pt x="492336" y="79832"/>
                  <a:pt x="489981" y="72983"/>
                  <a:pt x="486101" y="68416"/>
                </a:cubicBezTo>
                <a:cubicBezTo>
                  <a:pt x="480142" y="61329"/>
                  <a:pt x="472416" y="57786"/>
                  <a:pt x="462924" y="57786"/>
                </a:cubicBezTo>
                <a:cubicBezTo>
                  <a:pt x="454332" y="57786"/>
                  <a:pt x="447109" y="60615"/>
                  <a:pt x="441254" y="66273"/>
                </a:cubicBezTo>
                <a:cubicBezTo>
                  <a:pt x="435399" y="71928"/>
                  <a:pt x="432160" y="79492"/>
                  <a:pt x="431536" y="88965"/>
                </a:cubicBezTo>
                <a:close/>
                <a:moveTo>
                  <a:pt x="536597" y="155066"/>
                </a:moveTo>
                <a:lnTo>
                  <a:pt x="536597" y="44691"/>
                </a:lnTo>
                <a:lnTo>
                  <a:pt x="553330" y="44691"/>
                </a:lnTo>
                <a:lnTo>
                  <a:pt x="553330" y="60072"/>
                </a:lnTo>
                <a:cubicBezTo>
                  <a:pt x="556794" y="54698"/>
                  <a:pt x="561402" y="50375"/>
                  <a:pt x="567153" y="47104"/>
                </a:cubicBezTo>
                <a:cubicBezTo>
                  <a:pt x="572904" y="43832"/>
                  <a:pt x="579451" y="42196"/>
                  <a:pt x="586796" y="42196"/>
                </a:cubicBezTo>
                <a:cubicBezTo>
                  <a:pt x="594972" y="42196"/>
                  <a:pt x="601675" y="43885"/>
                  <a:pt x="606907" y="47263"/>
                </a:cubicBezTo>
                <a:cubicBezTo>
                  <a:pt x="612138" y="50638"/>
                  <a:pt x="615827" y="55359"/>
                  <a:pt x="617975" y="61424"/>
                </a:cubicBezTo>
                <a:cubicBezTo>
                  <a:pt x="626706" y="48605"/>
                  <a:pt x="638069" y="42196"/>
                  <a:pt x="652065" y="42196"/>
                </a:cubicBezTo>
                <a:cubicBezTo>
                  <a:pt x="663012" y="42196"/>
                  <a:pt x="671431" y="45228"/>
                  <a:pt x="677320" y="51290"/>
                </a:cubicBezTo>
                <a:cubicBezTo>
                  <a:pt x="683210" y="57353"/>
                  <a:pt x="686154" y="66689"/>
                  <a:pt x="686154" y="79300"/>
                </a:cubicBezTo>
                <a:lnTo>
                  <a:pt x="686154" y="155066"/>
                </a:lnTo>
                <a:lnTo>
                  <a:pt x="667551" y="155066"/>
                </a:lnTo>
                <a:lnTo>
                  <a:pt x="667551" y="85461"/>
                </a:lnTo>
                <a:cubicBezTo>
                  <a:pt x="667551" y="77969"/>
                  <a:pt x="666944" y="72577"/>
                  <a:pt x="665732" y="69283"/>
                </a:cubicBezTo>
                <a:cubicBezTo>
                  <a:pt x="664519" y="65988"/>
                  <a:pt x="662319" y="63334"/>
                  <a:pt x="659132" y="61323"/>
                </a:cubicBezTo>
                <a:cubicBezTo>
                  <a:pt x="655945" y="59311"/>
                  <a:pt x="652203" y="58306"/>
                  <a:pt x="647908" y="58306"/>
                </a:cubicBezTo>
                <a:cubicBezTo>
                  <a:pt x="640147" y="58306"/>
                  <a:pt x="633704" y="60890"/>
                  <a:pt x="628576" y="66058"/>
                </a:cubicBezTo>
                <a:cubicBezTo>
                  <a:pt x="623449" y="71224"/>
                  <a:pt x="620885" y="79496"/>
                  <a:pt x="620885" y="90872"/>
                </a:cubicBezTo>
                <a:lnTo>
                  <a:pt x="620885" y="155066"/>
                </a:lnTo>
                <a:lnTo>
                  <a:pt x="602178" y="155066"/>
                </a:lnTo>
                <a:lnTo>
                  <a:pt x="602178" y="83275"/>
                </a:lnTo>
                <a:cubicBezTo>
                  <a:pt x="602178" y="74952"/>
                  <a:pt x="600653" y="68710"/>
                  <a:pt x="597605" y="64548"/>
                </a:cubicBezTo>
                <a:cubicBezTo>
                  <a:pt x="594556" y="60386"/>
                  <a:pt x="589567" y="58306"/>
                  <a:pt x="582639" y="58306"/>
                </a:cubicBezTo>
                <a:cubicBezTo>
                  <a:pt x="577373" y="58306"/>
                  <a:pt x="572505" y="59693"/>
                  <a:pt x="568036" y="62469"/>
                </a:cubicBezTo>
                <a:cubicBezTo>
                  <a:pt x="563567" y="65243"/>
                  <a:pt x="560328" y="69301"/>
                  <a:pt x="558319" y="74642"/>
                </a:cubicBezTo>
                <a:cubicBezTo>
                  <a:pt x="556309" y="79982"/>
                  <a:pt x="555305" y="87680"/>
                  <a:pt x="555305" y="97738"/>
                </a:cubicBezTo>
                <a:lnTo>
                  <a:pt x="555305" y="155066"/>
                </a:lnTo>
                <a:lnTo>
                  <a:pt x="536597" y="155066"/>
                </a:lnTo>
                <a:close/>
                <a:moveTo>
                  <a:pt x="811892" y="155066"/>
                </a:moveTo>
                <a:lnTo>
                  <a:pt x="811892" y="20682"/>
                </a:lnTo>
                <a:lnTo>
                  <a:pt x="761693" y="20682"/>
                </a:lnTo>
                <a:lnTo>
                  <a:pt x="761693" y="2702"/>
                </a:lnTo>
                <a:lnTo>
                  <a:pt x="882461" y="2702"/>
                </a:lnTo>
                <a:lnTo>
                  <a:pt x="882461" y="20682"/>
                </a:lnTo>
                <a:lnTo>
                  <a:pt x="832054" y="20682"/>
                </a:lnTo>
                <a:lnTo>
                  <a:pt x="832054" y="155066"/>
                </a:lnTo>
                <a:lnTo>
                  <a:pt x="811892" y="1550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est">
            <a:extLst xmlns:a="http://schemas.openxmlformats.org/drawingml/2006/main">
              <a:ext uri="{FF2B5EF4-FFF2-40B4-BE49-F238E27FC236}">
                <a16:creationId xmlns:a16="http://schemas.microsoft.com/office/drawing/2014/main" id="{3B4C2834-3B27-4889-B45D-9ED876C3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7668" y="2056643"/>
            <a:ext cx="275406" cy="151532"/>
          </a:xfrm>
          <a:custGeom xmlns:a="http://schemas.openxmlformats.org/drawingml/2006/main">
            <a:pathLst>
              <a:path w="275406" h="151532">
                <a:moveTo>
                  <a:pt x="81794" y="113493"/>
                </a:moveTo>
                <a:lnTo>
                  <a:pt x="101125" y="115884"/>
                </a:lnTo>
                <a:cubicBezTo>
                  <a:pt x="98077" y="127178"/>
                  <a:pt x="92430" y="135942"/>
                  <a:pt x="84185" y="142178"/>
                </a:cubicBezTo>
                <a:cubicBezTo>
                  <a:pt x="75939" y="148414"/>
                  <a:pt x="65408" y="151532"/>
                  <a:pt x="52589" y="151532"/>
                </a:cubicBezTo>
                <a:cubicBezTo>
                  <a:pt x="36445" y="151532"/>
                  <a:pt x="23644" y="146561"/>
                  <a:pt x="14187" y="136618"/>
                </a:cubicBezTo>
                <a:cubicBezTo>
                  <a:pt x="4729" y="126675"/>
                  <a:pt x="0" y="112731"/>
                  <a:pt x="0" y="94786"/>
                </a:cubicBezTo>
                <a:cubicBezTo>
                  <a:pt x="0" y="76216"/>
                  <a:pt x="4781" y="61805"/>
                  <a:pt x="14343" y="51550"/>
                </a:cubicBezTo>
                <a:cubicBezTo>
                  <a:pt x="23904" y="41295"/>
                  <a:pt x="36307" y="36168"/>
                  <a:pt x="51550" y="36168"/>
                </a:cubicBezTo>
                <a:cubicBezTo>
                  <a:pt x="66308" y="36168"/>
                  <a:pt x="78364" y="41184"/>
                  <a:pt x="87718" y="51215"/>
                </a:cubicBezTo>
                <a:cubicBezTo>
                  <a:pt x="97072" y="61245"/>
                  <a:pt x="101749" y="75356"/>
                  <a:pt x="101749" y="93548"/>
                </a:cubicBezTo>
                <a:cubicBezTo>
                  <a:pt x="101749" y="94655"/>
                  <a:pt x="101714" y="96314"/>
                  <a:pt x="101645" y="98527"/>
                </a:cubicBezTo>
                <a:lnTo>
                  <a:pt x="19331" y="98527"/>
                </a:lnTo>
                <a:cubicBezTo>
                  <a:pt x="20024" y="110618"/>
                  <a:pt x="23454" y="119876"/>
                  <a:pt x="29620" y="126303"/>
                </a:cubicBezTo>
                <a:cubicBezTo>
                  <a:pt x="35787" y="132729"/>
                  <a:pt x="43478" y="135942"/>
                  <a:pt x="52693" y="135942"/>
                </a:cubicBezTo>
                <a:cubicBezTo>
                  <a:pt x="59553" y="135942"/>
                  <a:pt x="65408" y="134158"/>
                  <a:pt x="70258" y="130590"/>
                </a:cubicBezTo>
                <a:cubicBezTo>
                  <a:pt x="75108" y="127019"/>
                  <a:pt x="78953" y="121321"/>
                  <a:pt x="81794" y="113493"/>
                </a:cubicBezTo>
                <a:moveTo>
                  <a:pt x="20371" y="82937"/>
                </a:moveTo>
                <a:lnTo>
                  <a:pt x="82002" y="82937"/>
                </a:lnTo>
                <a:cubicBezTo>
                  <a:pt x="81171" y="73804"/>
                  <a:pt x="78815" y="66955"/>
                  <a:pt x="74935" y="62388"/>
                </a:cubicBezTo>
                <a:cubicBezTo>
                  <a:pt x="68976" y="55301"/>
                  <a:pt x="61250" y="51758"/>
                  <a:pt x="51758" y="51758"/>
                </a:cubicBezTo>
                <a:cubicBezTo>
                  <a:pt x="43166" y="51758"/>
                  <a:pt x="35943" y="54587"/>
                  <a:pt x="30088" y="60245"/>
                </a:cubicBezTo>
                <a:cubicBezTo>
                  <a:pt x="24233" y="65900"/>
                  <a:pt x="20994" y="73464"/>
                  <a:pt x="20371" y="82937"/>
                </a:cubicBezTo>
                <a:close/>
                <a:moveTo>
                  <a:pt x="117950" y="115988"/>
                </a:moveTo>
                <a:lnTo>
                  <a:pt x="136450" y="113077"/>
                </a:lnTo>
                <a:cubicBezTo>
                  <a:pt x="137489" y="120459"/>
                  <a:pt x="140382" y="126115"/>
                  <a:pt x="145128" y="130048"/>
                </a:cubicBezTo>
                <a:cubicBezTo>
                  <a:pt x="149875" y="133977"/>
                  <a:pt x="156509" y="135942"/>
                  <a:pt x="165031" y="135942"/>
                </a:cubicBezTo>
                <a:cubicBezTo>
                  <a:pt x="173623" y="135942"/>
                  <a:pt x="179997" y="134207"/>
                  <a:pt x="184155" y="130736"/>
                </a:cubicBezTo>
                <a:cubicBezTo>
                  <a:pt x="188312" y="127263"/>
                  <a:pt x="190391" y="123190"/>
                  <a:pt x="190391" y="118518"/>
                </a:cubicBezTo>
                <a:cubicBezTo>
                  <a:pt x="190391" y="114324"/>
                  <a:pt x="188554" y="111024"/>
                  <a:pt x="184882" y="108618"/>
                </a:cubicBezTo>
                <a:cubicBezTo>
                  <a:pt x="182319" y="106968"/>
                  <a:pt x="175944" y="104871"/>
                  <a:pt x="165759" y="102327"/>
                </a:cubicBezTo>
                <a:cubicBezTo>
                  <a:pt x="152040" y="98861"/>
                  <a:pt x="142530" y="95862"/>
                  <a:pt x="137230" y="93330"/>
                </a:cubicBezTo>
                <a:cubicBezTo>
                  <a:pt x="131929" y="90799"/>
                  <a:pt x="127910" y="87297"/>
                  <a:pt x="125174" y="82824"/>
                </a:cubicBezTo>
                <a:cubicBezTo>
                  <a:pt x="122437" y="78350"/>
                  <a:pt x="121068" y="73409"/>
                  <a:pt x="121068" y="68000"/>
                </a:cubicBezTo>
                <a:cubicBezTo>
                  <a:pt x="121068" y="63077"/>
                  <a:pt x="122194" y="58517"/>
                  <a:pt x="124446" y="54320"/>
                </a:cubicBezTo>
                <a:cubicBezTo>
                  <a:pt x="126698" y="50124"/>
                  <a:pt x="129764" y="46639"/>
                  <a:pt x="133644" y="43866"/>
                </a:cubicBezTo>
                <a:cubicBezTo>
                  <a:pt x="136554" y="41716"/>
                  <a:pt x="140521" y="39896"/>
                  <a:pt x="145544" y="38406"/>
                </a:cubicBezTo>
                <a:cubicBezTo>
                  <a:pt x="150567" y="36914"/>
                  <a:pt x="155955" y="36168"/>
                  <a:pt x="161705" y="36168"/>
                </a:cubicBezTo>
                <a:cubicBezTo>
                  <a:pt x="170366" y="36168"/>
                  <a:pt x="177971" y="37424"/>
                  <a:pt x="184518" y="39936"/>
                </a:cubicBezTo>
                <a:cubicBezTo>
                  <a:pt x="191066" y="42445"/>
                  <a:pt x="195899" y="45846"/>
                  <a:pt x="199017" y="50137"/>
                </a:cubicBezTo>
                <a:cubicBezTo>
                  <a:pt x="202135" y="54427"/>
                  <a:pt x="204283" y="60163"/>
                  <a:pt x="205461" y="67348"/>
                </a:cubicBezTo>
                <a:lnTo>
                  <a:pt x="187169" y="69842"/>
                </a:lnTo>
                <a:cubicBezTo>
                  <a:pt x="186337" y="64160"/>
                  <a:pt x="183929" y="59726"/>
                  <a:pt x="179945" y="56539"/>
                </a:cubicBezTo>
                <a:cubicBezTo>
                  <a:pt x="175961" y="53352"/>
                  <a:pt x="170332" y="51758"/>
                  <a:pt x="163057" y="51758"/>
                </a:cubicBezTo>
                <a:cubicBezTo>
                  <a:pt x="154465" y="51758"/>
                  <a:pt x="148333" y="53172"/>
                  <a:pt x="144661" y="56000"/>
                </a:cubicBezTo>
                <a:cubicBezTo>
                  <a:pt x="140988" y="58825"/>
                  <a:pt x="139152" y="62135"/>
                  <a:pt x="139152" y="65928"/>
                </a:cubicBezTo>
                <a:cubicBezTo>
                  <a:pt x="139152" y="68340"/>
                  <a:pt x="139914" y="70512"/>
                  <a:pt x="141439" y="72444"/>
                </a:cubicBezTo>
                <a:cubicBezTo>
                  <a:pt x="142963" y="74442"/>
                  <a:pt x="145354" y="76096"/>
                  <a:pt x="148610" y="77406"/>
                </a:cubicBezTo>
                <a:cubicBezTo>
                  <a:pt x="150481" y="78097"/>
                  <a:pt x="155989" y="79683"/>
                  <a:pt x="165135" y="82164"/>
                </a:cubicBezTo>
                <a:cubicBezTo>
                  <a:pt x="178369" y="85696"/>
                  <a:pt x="187602" y="88586"/>
                  <a:pt x="192833" y="90836"/>
                </a:cubicBezTo>
                <a:cubicBezTo>
                  <a:pt x="198064" y="93086"/>
                  <a:pt x="202169" y="96358"/>
                  <a:pt x="205149" y="100651"/>
                </a:cubicBezTo>
                <a:cubicBezTo>
                  <a:pt x="208128" y="104943"/>
                  <a:pt x="209618" y="110272"/>
                  <a:pt x="209618" y="116640"/>
                </a:cubicBezTo>
                <a:cubicBezTo>
                  <a:pt x="209618" y="122872"/>
                  <a:pt x="207799" y="128740"/>
                  <a:pt x="204161" y="134244"/>
                </a:cubicBezTo>
                <a:cubicBezTo>
                  <a:pt x="200524" y="139746"/>
                  <a:pt x="195275" y="144003"/>
                  <a:pt x="188416" y="147014"/>
                </a:cubicBezTo>
                <a:cubicBezTo>
                  <a:pt x="181556" y="150026"/>
                  <a:pt x="173796" y="151532"/>
                  <a:pt x="165135" y="151532"/>
                </a:cubicBezTo>
                <a:cubicBezTo>
                  <a:pt x="150793" y="151532"/>
                  <a:pt x="139863" y="148544"/>
                  <a:pt x="132345" y="142568"/>
                </a:cubicBezTo>
                <a:cubicBezTo>
                  <a:pt x="124827" y="136592"/>
                  <a:pt x="120029" y="127732"/>
                  <a:pt x="117950" y="115988"/>
                </a:cubicBezTo>
                <a:close/>
                <a:moveTo>
                  <a:pt x="272704" y="132513"/>
                </a:moveTo>
                <a:lnTo>
                  <a:pt x="275406" y="149038"/>
                </a:lnTo>
                <a:cubicBezTo>
                  <a:pt x="270140" y="150008"/>
                  <a:pt x="265429" y="150493"/>
                  <a:pt x="261271" y="150493"/>
                </a:cubicBezTo>
                <a:cubicBezTo>
                  <a:pt x="254481" y="150493"/>
                  <a:pt x="249215" y="149419"/>
                  <a:pt x="245474" y="147271"/>
                </a:cubicBezTo>
                <a:cubicBezTo>
                  <a:pt x="241732" y="145123"/>
                  <a:pt x="239099" y="142300"/>
                  <a:pt x="237575" y="138801"/>
                </a:cubicBezTo>
                <a:cubicBezTo>
                  <a:pt x="236051" y="135302"/>
                  <a:pt x="235288" y="127940"/>
                  <a:pt x="235288" y="116715"/>
                </a:cubicBezTo>
                <a:lnTo>
                  <a:pt x="235288" y="53213"/>
                </a:lnTo>
                <a:lnTo>
                  <a:pt x="221569" y="53213"/>
                </a:lnTo>
                <a:lnTo>
                  <a:pt x="221569" y="38663"/>
                </a:lnTo>
                <a:lnTo>
                  <a:pt x="235288" y="38663"/>
                </a:lnTo>
                <a:lnTo>
                  <a:pt x="235288" y="11254"/>
                </a:lnTo>
                <a:lnTo>
                  <a:pt x="253892" y="0"/>
                </a:lnTo>
                <a:lnTo>
                  <a:pt x="253892" y="38663"/>
                </a:lnTo>
                <a:lnTo>
                  <a:pt x="272704" y="38663"/>
                </a:lnTo>
                <a:lnTo>
                  <a:pt x="272704" y="53213"/>
                </a:lnTo>
                <a:lnTo>
                  <a:pt x="253892" y="53213"/>
                </a:lnTo>
                <a:lnTo>
                  <a:pt x="253892" y="117754"/>
                </a:lnTo>
                <a:cubicBezTo>
                  <a:pt x="253892" y="123090"/>
                  <a:pt x="254221" y="126519"/>
                  <a:pt x="254879" y="128044"/>
                </a:cubicBezTo>
                <a:cubicBezTo>
                  <a:pt x="255538" y="129568"/>
                  <a:pt x="256612" y="130780"/>
                  <a:pt x="258101" y="131681"/>
                </a:cubicBezTo>
                <a:cubicBezTo>
                  <a:pt x="259591" y="132582"/>
                  <a:pt x="261722" y="133032"/>
                  <a:pt x="264493" y="133032"/>
                </a:cubicBezTo>
                <a:cubicBezTo>
                  <a:pt x="266572" y="133032"/>
                  <a:pt x="269309" y="132859"/>
                  <a:pt x="272704" y="1325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68EB0-A26F-41CA-BA29-DB6B2925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9742" y="2778653"/>
            <a:ext cx="1494219" cy="568314"/>
          </a:xfrm>
          <a:custGeom xmlns:a="http://schemas.openxmlformats.org/drawingml/2006/main">
            <a:pathLst>
              <a:path w="1494219" h="568314">
                <a:moveTo>
                  <a:pt x="0" y="94719"/>
                </a:moveTo>
                <a:cubicBezTo>
                  <a:pt x="0" y="42411"/>
                  <a:pt x="42411" y="0"/>
                  <a:pt x="94719" y="0"/>
                </a:cubicBezTo>
                <a:lnTo>
                  <a:pt x="1399500" y="0"/>
                </a:lnTo>
                <a:cubicBezTo>
                  <a:pt x="1451809" y="0"/>
                  <a:pt x="1494219" y="42411"/>
                  <a:pt x="1494219" y="94719"/>
                </a:cubicBezTo>
                <a:lnTo>
                  <a:pt x="1494219" y="473595"/>
                </a:lnTo>
                <a:cubicBezTo>
                  <a:pt x="1494219" y="525903"/>
                  <a:pt x="1451809" y="568314"/>
                  <a:pt x="1399500" y="568314"/>
                </a:cubicBezTo>
                <a:lnTo>
                  <a:pt x="94719" y="568314"/>
                </a:lnTo>
                <a:cubicBezTo>
                  <a:pt x="42411" y="568314"/>
                  <a:pt x="0" y="525903"/>
                  <a:pt x="0" y="473595"/>
                </a:cubicBezTo>
                <a:lnTo>
                  <a:pt x="0" y="94719"/>
                </a:lnTo>
                <a:close/>
              </a:path>
            </a:pathLst>
          </a:custGeom>
          <a:solidFill xmlns:a="http://schemas.openxmlformats.org/drawingml/2006/main">
            <a:srgbClr val="D7EE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Functionally">
            <a:extLst xmlns:a="http://schemas.openxmlformats.org/drawingml/2006/main">
              <a:ext uri="{FF2B5EF4-FFF2-40B4-BE49-F238E27FC236}">
                <a16:creationId xmlns:a16="http://schemas.microsoft.com/office/drawing/2014/main" id="{6627B12F-3FE4-48B7-A4F9-02E989F5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7451" y="2865778"/>
            <a:ext cx="1117292" cy="197262"/>
          </a:xfrm>
          <a:custGeom xmlns:a="http://schemas.openxmlformats.org/drawingml/2006/main">
            <a:pathLst>
              <a:path w="1117292" h="197262">
                <a:moveTo>
                  <a:pt x="0" y="152364"/>
                </a:moveTo>
                <a:lnTo>
                  <a:pt x="0" y="0"/>
                </a:lnTo>
                <a:lnTo>
                  <a:pt x="102788" y="0"/>
                </a:lnTo>
                <a:lnTo>
                  <a:pt x="102788" y="17980"/>
                </a:lnTo>
                <a:lnTo>
                  <a:pt x="20163" y="17980"/>
                </a:lnTo>
                <a:lnTo>
                  <a:pt x="20163" y="65061"/>
                </a:lnTo>
                <a:lnTo>
                  <a:pt x="91668" y="65061"/>
                </a:lnTo>
                <a:lnTo>
                  <a:pt x="91668" y="83041"/>
                </a:lnTo>
                <a:lnTo>
                  <a:pt x="20163" y="83041"/>
                </a:lnTo>
                <a:lnTo>
                  <a:pt x="20163" y="152364"/>
                </a:lnTo>
                <a:lnTo>
                  <a:pt x="0" y="152364"/>
                </a:lnTo>
                <a:close/>
                <a:moveTo>
                  <a:pt x="198746" y="152364"/>
                </a:moveTo>
                <a:lnTo>
                  <a:pt x="198746" y="136150"/>
                </a:lnTo>
                <a:cubicBezTo>
                  <a:pt x="190155" y="148622"/>
                  <a:pt x="178480" y="154858"/>
                  <a:pt x="163721" y="154858"/>
                </a:cubicBezTo>
                <a:cubicBezTo>
                  <a:pt x="157208" y="154858"/>
                  <a:pt x="151128" y="153611"/>
                  <a:pt x="145481" y="151116"/>
                </a:cubicBezTo>
                <a:cubicBezTo>
                  <a:pt x="139834" y="148622"/>
                  <a:pt x="135642" y="145487"/>
                  <a:pt x="132906" y="141711"/>
                </a:cubicBezTo>
                <a:cubicBezTo>
                  <a:pt x="130169" y="137934"/>
                  <a:pt x="128246" y="133309"/>
                  <a:pt x="127137" y="127836"/>
                </a:cubicBezTo>
                <a:cubicBezTo>
                  <a:pt x="126375" y="124164"/>
                  <a:pt x="125994" y="118343"/>
                  <a:pt x="125994" y="110375"/>
                </a:cubicBezTo>
                <a:lnTo>
                  <a:pt x="125994" y="41988"/>
                </a:lnTo>
                <a:lnTo>
                  <a:pt x="144702" y="41988"/>
                </a:lnTo>
                <a:lnTo>
                  <a:pt x="144702" y="103204"/>
                </a:lnTo>
                <a:cubicBezTo>
                  <a:pt x="144702" y="112974"/>
                  <a:pt x="145083" y="119556"/>
                  <a:pt x="145845" y="122951"/>
                </a:cubicBezTo>
                <a:cubicBezTo>
                  <a:pt x="147023" y="127870"/>
                  <a:pt x="149517" y="131733"/>
                  <a:pt x="153328" y="134539"/>
                </a:cubicBezTo>
                <a:cubicBezTo>
                  <a:pt x="157139" y="137345"/>
                  <a:pt x="161851" y="138749"/>
                  <a:pt x="167463" y="138749"/>
                </a:cubicBezTo>
                <a:cubicBezTo>
                  <a:pt x="173075" y="138749"/>
                  <a:pt x="178341" y="137311"/>
                  <a:pt x="183260" y="134435"/>
                </a:cubicBezTo>
                <a:cubicBezTo>
                  <a:pt x="188180" y="131560"/>
                  <a:pt x="191662" y="127645"/>
                  <a:pt x="193706" y="122691"/>
                </a:cubicBezTo>
                <a:cubicBezTo>
                  <a:pt x="195750" y="117737"/>
                  <a:pt x="196772" y="110548"/>
                  <a:pt x="196772" y="101125"/>
                </a:cubicBezTo>
                <a:lnTo>
                  <a:pt x="196772" y="41988"/>
                </a:lnTo>
                <a:lnTo>
                  <a:pt x="215479" y="41988"/>
                </a:lnTo>
                <a:lnTo>
                  <a:pt x="215479" y="152364"/>
                </a:lnTo>
                <a:lnTo>
                  <a:pt x="198746" y="152364"/>
                </a:lnTo>
                <a:close/>
                <a:moveTo>
                  <a:pt x="245607" y="152364"/>
                </a:moveTo>
                <a:lnTo>
                  <a:pt x="245607" y="41988"/>
                </a:lnTo>
                <a:lnTo>
                  <a:pt x="262443" y="41988"/>
                </a:lnTo>
                <a:lnTo>
                  <a:pt x="262443" y="57578"/>
                </a:lnTo>
                <a:cubicBezTo>
                  <a:pt x="270550" y="45522"/>
                  <a:pt x="282260" y="39494"/>
                  <a:pt x="297572" y="39494"/>
                </a:cubicBezTo>
                <a:cubicBezTo>
                  <a:pt x="304224" y="39494"/>
                  <a:pt x="310339" y="40689"/>
                  <a:pt x="315916" y="43080"/>
                </a:cubicBezTo>
                <a:cubicBezTo>
                  <a:pt x="321494" y="45470"/>
                  <a:pt x="325668" y="48605"/>
                  <a:pt x="328440" y="52485"/>
                </a:cubicBezTo>
                <a:cubicBezTo>
                  <a:pt x="331211" y="56366"/>
                  <a:pt x="333152" y="60973"/>
                  <a:pt x="334260" y="66308"/>
                </a:cubicBezTo>
                <a:cubicBezTo>
                  <a:pt x="334953" y="69773"/>
                  <a:pt x="335299" y="75835"/>
                  <a:pt x="335299" y="84496"/>
                </a:cubicBezTo>
                <a:lnTo>
                  <a:pt x="335299" y="152364"/>
                </a:lnTo>
                <a:lnTo>
                  <a:pt x="316592" y="152364"/>
                </a:lnTo>
                <a:lnTo>
                  <a:pt x="316592" y="85152"/>
                </a:lnTo>
                <a:cubicBezTo>
                  <a:pt x="316592" y="77522"/>
                  <a:pt x="315864" y="71817"/>
                  <a:pt x="314409" y="68036"/>
                </a:cubicBezTo>
                <a:cubicBezTo>
                  <a:pt x="312954" y="64256"/>
                  <a:pt x="310373" y="61238"/>
                  <a:pt x="306666" y="58984"/>
                </a:cubicBezTo>
                <a:cubicBezTo>
                  <a:pt x="302959" y="56730"/>
                  <a:pt x="298612" y="55603"/>
                  <a:pt x="293623" y="55603"/>
                </a:cubicBezTo>
                <a:cubicBezTo>
                  <a:pt x="285655" y="55603"/>
                  <a:pt x="278778" y="58136"/>
                  <a:pt x="272992" y="63200"/>
                </a:cubicBezTo>
                <a:cubicBezTo>
                  <a:pt x="267207" y="68262"/>
                  <a:pt x="264314" y="77869"/>
                  <a:pt x="264314" y="92018"/>
                </a:cubicBezTo>
                <a:lnTo>
                  <a:pt x="264314" y="152364"/>
                </a:lnTo>
                <a:lnTo>
                  <a:pt x="245607" y="152364"/>
                </a:lnTo>
                <a:close/>
                <a:moveTo>
                  <a:pt x="436828" y="111830"/>
                </a:moveTo>
                <a:lnTo>
                  <a:pt x="455224" y="114221"/>
                </a:lnTo>
                <a:cubicBezTo>
                  <a:pt x="453214" y="126933"/>
                  <a:pt x="448070" y="136884"/>
                  <a:pt x="439790" y="144075"/>
                </a:cubicBezTo>
                <a:cubicBezTo>
                  <a:pt x="431510" y="151264"/>
                  <a:pt x="421342" y="154858"/>
                  <a:pt x="409286" y="154858"/>
                </a:cubicBezTo>
                <a:cubicBezTo>
                  <a:pt x="394181" y="154858"/>
                  <a:pt x="382038" y="149921"/>
                  <a:pt x="372858" y="140048"/>
                </a:cubicBezTo>
                <a:cubicBezTo>
                  <a:pt x="363677" y="130174"/>
                  <a:pt x="359087" y="116022"/>
                  <a:pt x="359087" y="97592"/>
                </a:cubicBezTo>
                <a:cubicBezTo>
                  <a:pt x="359087" y="85674"/>
                  <a:pt x="361062" y="75246"/>
                  <a:pt x="365011" y="66308"/>
                </a:cubicBezTo>
                <a:cubicBezTo>
                  <a:pt x="368960" y="57370"/>
                  <a:pt x="374971" y="50667"/>
                  <a:pt x="383043" y="46198"/>
                </a:cubicBezTo>
                <a:cubicBezTo>
                  <a:pt x="391115" y="41728"/>
                  <a:pt x="399897" y="39494"/>
                  <a:pt x="409390" y="39494"/>
                </a:cubicBezTo>
                <a:cubicBezTo>
                  <a:pt x="421377" y="39494"/>
                  <a:pt x="431181" y="42535"/>
                  <a:pt x="438802" y="48617"/>
                </a:cubicBezTo>
                <a:cubicBezTo>
                  <a:pt x="446424" y="54697"/>
                  <a:pt x="451309" y="63331"/>
                  <a:pt x="453457" y="74519"/>
                </a:cubicBezTo>
                <a:lnTo>
                  <a:pt x="435269" y="77325"/>
                </a:lnTo>
                <a:cubicBezTo>
                  <a:pt x="433537" y="69946"/>
                  <a:pt x="430471" y="64394"/>
                  <a:pt x="426071" y="60670"/>
                </a:cubicBezTo>
                <a:cubicBezTo>
                  <a:pt x="421671" y="56946"/>
                  <a:pt x="416353" y="55084"/>
                  <a:pt x="410117" y="55084"/>
                </a:cubicBezTo>
                <a:cubicBezTo>
                  <a:pt x="400694" y="55084"/>
                  <a:pt x="393038" y="58445"/>
                  <a:pt x="387148" y="65168"/>
                </a:cubicBezTo>
                <a:cubicBezTo>
                  <a:pt x="381259" y="71889"/>
                  <a:pt x="378314" y="82524"/>
                  <a:pt x="378314" y="97072"/>
                </a:cubicBezTo>
                <a:cubicBezTo>
                  <a:pt x="378314" y="111828"/>
                  <a:pt x="381155" y="122550"/>
                  <a:pt x="386837" y="129239"/>
                </a:cubicBezTo>
                <a:cubicBezTo>
                  <a:pt x="392518" y="135925"/>
                  <a:pt x="399932" y="139268"/>
                  <a:pt x="409078" y="139268"/>
                </a:cubicBezTo>
                <a:cubicBezTo>
                  <a:pt x="416422" y="139268"/>
                  <a:pt x="422554" y="137025"/>
                  <a:pt x="427474" y="132539"/>
                </a:cubicBezTo>
                <a:cubicBezTo>
                  <a:pt x="432393" y="128052"/>
                  <a:pt x="435511" y="121150"/>
                  <a:pt x="436828" y="111830"/>
                </a:cubicBezTo>
                <a:close/>
                <a:moveTo>
                  <a:pt x="512074" y="135838"/>
                </a:moveTo>
                <a:lnTo>
                  <a:pt x="514777" y="152364"/>
                </a:lnTo>
                <a:cubicBezTo>
                  <a:pt x="509511" y="153334"/>
                  <a:pt x="504799" y="153819"/>
                  <a:pt x="500642" y="153819"/>
                </a:cubicBezTo>
                <a:cubicBezTo>
                  <a:pt x="493852" y="153819"/>
                  <a:pt x="488586" y="152745"/>
                  <a:pt x="484844" y="150597"/>
                </a:cubicBezTo>
                <a:cubicBezTo>
                  <a:pt x="481103" y="148449"/>
                  <a:pt x="478470" y="145625"/>
                  <a:pt x="476946" y="142126"/>
                </a:cubicBezTo>
                <a:cubicBezTo>
                  <a:pt x="475421" y="138627"/>
                  <a:pt x="474659" y="131266"/>
                  <a:pt x="474659" y="120041"/>
                </a:cubicBezTo>
                <a:lnTo>
                  <a:pt x="474659" y="56539"/>
                </a:lnTo>
                <a:lnTo>
                  <a:pt x="460940" y="56539"/>
                </a:lnTo>
                <a:lnTo>
                  <a:pt x="460940" y="41988"/>
                </a:lnTo>
                <a:lnTo>
                  <a:pt x="474659" y="41988"/>
                </a:lnTo>
                <a:lnTo>
                  <a:pt x="474659" y="14580"/>
                </a:lnTo>
                <a:lnTo>
                  <a:pt x="493263" y="3326"/>
                </a:lnTo>
                <a:lnTo>
                  <a:pt x="493263" y="41988"/>
                </a:lnTo>
                <a:lnTo>
                  <a:pt x="512074" y="41988"/>
                </a:lnTo>
                <a:lnTo>
                  <a:pt x="512074" y="56539"/>
                </a:lnTo>
                <a:lnTo>
                  <a:pt x="493263" y="56539"/>
                </a:lnTo>
                <a:lnTo>
                  <a:pt x="493263" y="121080"/>
                </a:lnTo>
                <a:cubicBezTo>
                  <a:pt x="493263" y="126415"/>
                  <a:pt x="493592" y="129845"/>
                  <a:pt x="494250" y="131369"/>
                </a:cubicBezTo>
                <a:cubicBezTo>
                  <a:pt x="494908" y="132894"/>
                  <a:pt x="495982" y="134106"/>
                  <a:pt x="497472" y="135007"/>
                </a:cubicBezTo>
                <a:cubicBezTo>
                  <a:pt x="498962" y="135908"/>
                  <a:pt x="501092" y="136358"/>
                  <a:pt x="503864" y="136358"/>
                </a:cubicBezTo>
                <a:cubicBezTo>
                  <a:pt x="505942" y="136358"/>
                  <a:pt x="508679" y="136185"/>
                  <a:pt x="512074" y="135838"/>
                </a:cubicBezTo>
                <a:close/>
                <a:moveTo>
                  <a:pt x="530932" y="21618"/>
                </a:moveTo>
                <a:lnTo>
                  <a:pt x="530932" y="0"/>
                </a:lnTo>
                <a:lnTo>
                  <a:pt x="549640" y="0"/>
                </a:lnTo>
                <a:lnTo>
                  <a:pt x="549640" y="21618"/>
                </a:lnTo>
                <a:lnTo>
                  <a:pt x="530932" y="21618"/>
                </a:lnTo>
                <a:moveTo>
                  <a:pt x="530932" y="152364"/>
                </a:moveTo>
                <a:lnTo>
                  <a:pt x="530932" y="41988"/>
                </a:lnTo>
                <a:lnTo>
                  <a:pt x="549640" y="41988"/>
                </a:lnTo>
                <a:lnTo>
                  <a:pt x="549640" y="152364"/>
                </a:lnTo>
                <a:lnTo>
                  <a:pt x="530932" y="152364"/>
                </a:lnTo>
                <a:close/>
                <a:moveTo>
                  <a:pt x="570689" y="97176"/>
                </a:moveTo>
                <a:cubicBezTo>
                  <a:pt x="570689" y="76736"/>
                  <a:pt x="576371" y="61597"/>
                  <a:pt x="587734" y="51758"/>
                </a:cubicBezTo>
                <a:cubicBezTo>
                  <a:pt x="597226" y="43582"/>
                  <a:pt x="608797" y="39494"/>
                  <a:pt x="622447" y="39494"/>
                </a:cubicBezTo>
                <a:cubicBezTo>
                  <a:pt x="637621" y="39494"/>
                  <a:pt x="650024" y="44465"/>
                  <a:pt x="659655" y="54408"/>
                </a:cubicBezTo>
                <a:cubicBezTo>
                  <a:pt x="669286" y="64351"/>
                  <a:pt x="674101" y="78087"/>
                  <a:pt x="674101" y="95617"/>
                </a:cubicBezTo>
                <a:cubicBezTo>
                  <a:pt x="674101" y="109821"/>
                  <a:pt x="671970" y="120994"/>
                  <a:pt x="667709" y="129135"/>
                </a:cubicBezTo>
                <a:cubicBezTo>
                  <a:pt x="663448" y="137276"/>
                  <a:pt x="657247" y="143599"/>
                  <a:pt x="649106" y="148102"/>
                </a:cubicBezTo>
                <a:cubicBezTo>
                  <a:pt x="640964" y="152606"/>
                  <a:pt x="632078" y="154858"/>
                  <a:pt x="622447" y="154858"/>
                </a:cubicBezTo>
                <a:cubicBezTo>
                  <a:pt x="606996" y="154858"/>
                  <a:pt x="594507" y="149904"/>
                  <a:pt x="584980" y="139996"/>
                </a:cubicBezTo>
                <a:cubicBezTo>
                  <a:pt x="575453" y="130088"/>
                  <a:pt x="570689" y="115814"/>
                  <a:pt x="570689" y="97176"/>
                </a:cubicBezTo>
                <a:moveTo>
                  <a:pt x="589917" y="97124"/>
                </a:moveTo>
                <a:cubicBezTo>
                  <a:pt x="589917" y="111207"/>
                  <a:pt x="593000" y="121751"/>
                  <a:pt x="599166" y="128758"/>
                </a:cubicBezTo>
                <a:cubicBezTo>
                  <a:pt x="605333" y="135765"/>
                  <a:pt x="613093" y="139268"/>
                  <a:pt x="622447" y="139268"/>
                </a:cubicBezTo>
                <a:cubicBezTo>
                  <a:pt x="631732" y="139268"/>
                  <a:pt x="639457" y="135748"/>
                  <a:pt x="645624" y="128706"/>
                </a:cubicBezTo>
                <a:cubicBezTo>
                  <a:pt x="651790" y="121665"/>
                  <a:pt x="654874" y="110931"/>
                  <a:pt x="654874" y="96504"/>
                </a:cubicBezTo>
                <a:cubicBezTo>
                  <a:pt x="654874" y="82904"/>
                  <a:pt x="651773" y="72600"/>
                  <a:pt x="645572" y="65594"/>
                </a:cubicBezTo>
                <a:cubicBezTo>
                  <a:pt x="639371" y="58587"/>
                  <a:pt x="631662" y="55084"/>
                  <a:pt x="622447" y="55084"/>
                </a:cubicBezTo>
                <a:cubicBezTo>
                  <a:pt x="613093" y="55084"/>
                  <a:pt x="605333" y="58570"/>
                  <a:pt x="599166" y="65542"/>
                </a:cubicBezTo>
                <a:cubicBezTo>
                  <a:pt x="593000" y="72514"/>
                  <a:pt x="589917" y="83041"/>
                  <a:pt x="589917" y="97124"/>
                </a:cubicBezTo>
                <a:close/>
                <a:moveTo>
                  <a:pt x="696850" y="152364"/>
                </a:moveTo>
                <a:lnTo>
                  <a:pt x="696850" y="41988"/>
                </a:lnTo>
                <a:lnTo>
                  <a:pt x="713687" y="41988"/>
                </a:lnTo>
                <a:lnTo>
                  <a:pt x="713687" y="57578"/>
                </a:lnTo>
                <a:cubicBezTo>
                  <a:pt x="721794" y="45522"/>
                  <a:pt x="733504" y="39494"/>
                  <a:pt x="748816" y="39494"/>
                </a:cubicBezTo>
                <a:cubicBezTo>
                  <a:pt x="755468" y="39494"/>
                  <a:pt x="761582" y="40689"/>
                  <a:pt x="767160" y="43080"/>
                </a:cubicBezTo>
                <a:cubicBezTo>
                  <a:pt x="772738" y="45470"/>
                  <a:pt x="776912" y="48605"/>
                  <a:pt x="779684" y="52485"/>
                </a:cubicBezTo>
                <a:cubicBezTo>
                  <a:pt x="782455" y="56366"/>
                  <a:pt x="784395" y="60973"/>
                  <a:pt x="785504" y="66308"/>
                </a:cubicBezTo>
                <a:cubicBezTo>
                  <a:pt x="786197" y="69773"/>
                  <a:pt x="786543" y="75835"/>
                  <a:pt x="786543" y="84496"/>
                </a:cubicBezTo>
                <a:lnTo>
                  <a:pt x="786543" y="152364"/>
                </a:lnTo>
                <a:lnTo>
                  <a:pt x="767836" y="152364"/>
                </a:lnTo>
                <a:lnTo>
                  <a:pt x="767836" y="85152"/>
                </a:lnTo>
                <a:cubicBezTo>
                  <a:pt x="767836" y="77522"/>
                  <a:pt x="767108" y="71817"/>
                  <a:pt x="765653" y="68036"/>
                </a:cubicBezTo>
                <a:cubicBezTo>
                  <a:pt x="764198" y="64256"/>
                  <a:pt x="761617" y="61238"/>
                  <a:pt x="757910" y="58984"/>
                </a:cubicBezTo>
                <a:cubicBezTo>
                  <a:pt x="754203" y="56730"/>
                  <a:pt x="749855" y="55603"/>
                  <a:pt x="744867" y="55603"/>
                </a:cubicBezTo>
                <a:cubicBezTo>
                  <a:pt x="736899" y="55603"/>
                  <a:pt x="730022" y="58136"/>
                  <a:pt x="724236" y="63200"/>
                </a:cubicBezTo>
                <a:cubicBezTo>
                  <a:pt x="718451" y="68262"/>
                  <a:pt x="715558" y="77869"/>
                  <a:pt x="715558" y="92018"/>
                </a:cubicBezTo>
                <a:lnTo>
                  <a:pt x="715558" y="152364"/>
                </a:lnTo>
                <a:lnTo>
                  <a:pt x="696850" y="152364"/>
                </a:lnTo>
                <a:close/>
                <a:moveTo>
                  <a:pt x="888071" y="138736"/>
                </a:moveTo>
                <a:cubicBezTo>
                  <a:pt x="881142" y="144629"/>
                  <a:pt x="874473" y="148790"/>
                  <a:pt x="868064" y="151217"/>
                </a:cubicBezTo>
                <a:cubicBezTo>
                  <a:pt x="861655" y="153644"/>
                  <a:pt x="854778" y="154858"/>
                  <a:pt x="847433" y="154858"/>
                </a:cubicBezTo>
                <a:cubicBezTo>
                  <a:pt x="835308" y="154858"/>
                  <a:pt x="825989" y="151894"/>
                  <a:pt x="819476" y="145965"/>
                </a:cubicBezTo>
                <a:cubicBezTo>
                  <a:pt x="812963" y="140037"/>
                  <a:pt x="809706" y="132462"/>
                  <a:pt x="809706" y="123240"/>
                </a:cubicBezTo>
                <a:cubicBezTo>
                  <a:pt x="809706" y="117833"/>
                  <a:pt x="810936" y="112895"/>
                  <a:pt x="813396" y="108423"/>
                </a:cubicBezTo>
                <a:cubicBezTo>
                  <a:pt x="815856" y="103950"/>
                  <a:pt x="819077" y="100361"/>
                  <a:pt x="823061" y="97657"/>
                </a:cubicBezTo>
                <a:cubicBezTo>
                  <a:pt x="827046" y="94952"/>
                  <a:pt x="831532" y="92907"/>
                  <a:pt x="836521" y="91521"/>
                </a:cubicBezTo>
                <a:cubicBezTo>
                  <a:pt x="840193" y="90549"/>
                  <a:pt x="845736" y="89613"/>
                  <a:pt x="853150" y="88712"/>
                </a:cubicBezTo>
                <a:cubicBezTo>
                  <a:pt x="868254" y="86924"/>
                  <a:pt x="879375" y="84791"/>
                  <a:pt x="886512" y="82314"/>
                </a:cubicBezTo>
                <a:cubicBezTo>
                  <a:pt x="886581" y="79761"/>
                  <a:pt x="886616" y="78139"/>
                  <a:pt x="886616" y="77448"/>
                </a:cubicBezTo>
                <a:cubicBezTo>
                  <a:pt x="886616" y="69855"/>
                  <a:pt x="884849" y="64506"/>
                  <a:pt x="881315" y="61401"/>
                </a:cubicBezTo>
                <a:cubicBezTo>
                  <a:pt x="876534" y="57189"/>
                  <a:pt x="869432" y="55084"/>
                  <a:pt x="860009" y="55084"/>
                </a:cubicBezTo>
                <a:cubicBezTo>
                  <a:pt x="851210" y="55084"/>
                  <a:pt x="844714" y="56625"/>
                  <a:pt x="840522" y="59709"/>
                </a:cubicBezTo>
                <a:cubicBezTo>
                  <a:pt x="836330" y="62792"/>
                  <a:pt x="833229" y="68248"/>
                  <a:pt x="831220" y="76078"/>
                </a:cubicBezTo>
                <a:lnTo>
                  <a:pt x="812928" y="73584"/>
                </a:lnTo>
                <a:cubicBezTo>
                  <a:pt x="814591" y="65730"/>
                  <a:pt x="817328" y="59388"/>
                  <a:pt x="821139" y="54558"/>
                </a:cubicBezTo>
                <a:cubicBezTo>
                  <a:pt x="824950" y="49727"/>
                  <a:pt x="830458" y="46009"/>
                  <a:pt x="837664" y="43404"/>
                </a:cubicBezTo>
                <a:cubicBezTo>
                  <a:pt x="844870" y="40797"/>
                  <a:pt x="853219" y="39494"/>
                  <a:pt x="862711" y="39494"/>
                </a:cubicBezTo>
                <a:cubicBezTo>
                  <a:pt x="872134" y="39494"/>
                  <a:pt x="879791" y="40603"/>
                  <a:pt x="885680" y="42820"/>
                </a:cubicBezTo>
                <a:cubicBezTo>
                  <a:pt x="891570" y="45037"/>
                  <a:pt x="895900" y="47826"/>
                  <a:pt x="898672" y="51186"/>
                </a:cubicBezTo>
                <a:cubicBezTo>
                  <a:pt x="901443" y="54547"/>
                  <a:pt x="903383" y="58791"/>
                  <a:pt x="904492" y="63918"/>
                </a:cubicBezTo>
                <a:cubicBezTo>
                  <a:pt x="905115" y="67105"/>
                  <a:pt x="905427" y="72856"/>
                  <a:pt x="905427" y="81171"/>
                </a:cubicBezTo>
                <a:lnTo>
                  <a:pt x="905427" y="106114"/>
                </a:lnTo>
                <a:cubicBezTo>
                  <a:pt x="905427" y="123505"/>
                  <a:pt x="905826" y="134505"/>
                  <a:pt x="906622" y="139112"/>
                </a:cubicBezTo>
                <a:cubicBezTo>
                  <a:pt x="907419" y="143720"/>
                  <a:pt x="908996" y="148137"/>
                  <a:pt x="911351" y="152364"/>
                </a:cubicBezTo>
                <a:lnTo>
                  <a:pt x="891812" y="152364"/>
                </a:lnTo>
                <a:cubicBezTo>
                  <a:pt x="889872" y="148479"/>
                  <a:pt x="888625" y="143936"/>
                  <a:pt x="888071" y="138736"/>
                </a:cubicBezTo>
                <a:moveTo>
                  <a:pt x="886512" y="96864"/>
                </a:moveTo>
                <a:cubicBezTo>
                  <a:pt x="879721" y="99659"/>
                  <a:pt x="869536" y="102035"/>
                  <a:pt x="855956" y="103990"/>
                </a:cubicBezTo>
                <a:cubicBezTo>
                  <a:pt x="848265" y="105103"/>
                  <a:pt x="842826" y="106355"/>
                  <a:pt x="839639" y="107748"/>
                </a:cubicBezTo>
                <a:cubicBezTo>
                  <a:pt x="836451" y="109138"/>
                  <a:pt x="833992" y="111173"/>
                  <a:pt x="832259" y="113854"/>
                </a:cubicBezTo>
                <a:cubicBezTo>
                  <a:pt x="830527" y="116532"/>
                  <a:pt x="829661" y="119506"/>
                  <a:pt x="829661" y="122776"/>
                </a:cubicBezTo>
                <a:cubicBezTo>
                  <a:pt x="829661" y="127784"/>
                  <a:pt x="831549" y="131958"/>
                  <a:pt x="835325" y="135299"/>
                </a:cubicBezTo>
                <a:cubicBezTo>
                  <a:pt x="839102" y="138638"/>
                  <a:pt x="844627" y="140308"/>
                  <a:pt x="851902" y="140308"/>
                </a:cubicBezTo>
                <a:cubicBezTo>
                  <a:pt x="859108" y="140308"/>
                  <a:pt x="865518" y="138724"/>
                  <a:pt x="871130" y="135556"/>
                </a:cubicBezTo>
                <a:cubicBezTo>
                  <a:pt x="876742" y="132388"/>
                  <a:pt x="880865" y="128054"/>
                  <a:pt x="883498" y="122555"/>
                </a:cubicBezTo>
                <a:cubicBezTo>
                  <a:pt x="885507" y="118307"/>
                  <a:pt x="886512" y="112040"/>
                  <a:pt x="886512" y="103756"/>
                </a:cubicBezTo>
                <a:lnTo>
                  <a:pt x="886512" y="96864"/>
                </a:lnTo>
                <a:close/>
                <a:moveTo>
                  <a:pt x="932698" y="152364"/>
                </a:moveTo>
                <a:lnTo>
                  <a:pt x="932698" y="0"/>
                </a:lnTo>
                <a:lnTo>
                  <a:pt x="951406" y="0"/>
                </a:lnTo>
                <a:lnTo>
                  <a:pt x="951406" y="152364"/>
                </a:lnTo>
                <a:lnTo>
                  <a:pt x="932698" y="152364"/>
                </a:lnTo>
                <a:close/>
                <a:moveTo>
                  <a:pt x="979524" y="152364"/>
                </a:moveTo>
                <a:lnTo>
                  <a:pt x="979524" y="0"/>
                </a:lnTo>
                <a:lnTo>
                  <a:pt x="998232" y="0"/>
                </a:lnTo>
                <a:lnTo>
                  <a:pt x="998232" y="152364"/>
                </a:lnTo>
                <a:lnTo>
                  <a:pt x="979524" y="152364"/>
                </a:lnTo>
                <a:close/>
                <a:moveTo>
                  <a:pt x="1025936" y="194976"/>
                </a:moveTo>
                <a:lnTo>
                  <a:pt x="1023858" y="177411"/>
                </a:lnTo>
                <a:cubicBezTo>
                  <a:pt x="1027945" y="178520"/>
                  <a:pt x="1031514" y="179074"/>
                  <a:pt x="1034562" y="179074"/>
                </a:cubicBezTo>
                <a:cubicBezTo>
                  <a:pt x="1038720" y="179074"/>
                  <a:pt x="1042046" y="178372"/>
                  <a:pt x="1044540" y="176969"/>
                </a:cubicBezTo>
                <a:cubicBezTo>
                  <a:pt x="1047034" y="175568"/>
                  <a:pt x="1049078" y="173606"/>
                  <a:pt x="1050672" y="171081"/>
                </a:cubicBezTo>
                <a:cubicBezTo>
                  <a:pt x="1051850" y="169189"/>
                  <a:pt x="1053755" y="164492"/>
                  <a:pt x="1056388" y="156992"/>
                </a:cubicBezTo>
                <a:cubicBezTo>
                  <a:pt x="1056735" y="155939"/>
                  <a:pt x="1057289" y="154397"/>
                  <a:pt x="1058051" y="152364"/>
                </a:cubicBezTo>
                <a:lnTo>
                  <a:pt x="1016167" y="41988"/>
                </a:lnTo>
                <a:lnTo>
                  <a:pt x="1036329" y="41988"/>
                </a:lnTo>
                <a:lnTo>
                  <a:pt x="1059298" y="105757"/>
                </a:lnTo>
                <a:cubicBezTo>
                  <a:pt x="1062278" y="113846"/>
                  <a:pt x="1064945" y="122349"/>
                  <a:pt x="1067301" y="131266"/>
                </a:cubicBezTo>
                <a:cubicBezTo>
                  <a:pt x="1069449" y="122693"/>
                  <a:pt x="1072012" y="114329"/>
                  <a:pt x="1074992" y="106173"/>
                </a:cubicBezTo>
                <a:lnTo>
                  <a:pt x="1098584" y="41988"/>
                </a:lnTo>
                <a:lnTo>
                  <a:pt x="1117292" y="41988"/>
                </a:lnTo>
                <a:lnTo>
                  <a:pt x="1075304" y="154309"/>
                </a:lnTo>
                <a:cubicBezTo>
                  <a:pt x="1070800" y="166443"/>
                  <a:pt x="1067301" y="174798"/>
                  <a:pt x="1064807" y="179373"/>
                </a:cubicBezTo>
                <a:cubicBezTo>
                  <a:pt x="1061481" y="185544"/>
                  <a:pt x="1057670" y="190068"/>
                  <a:pt x="1053374" y="192946"/>
                </a:cubicBezTo>
                <a:cubicBezTo>
                  <a:pt x="1049078" y="195823"/>
                  <a:pt x="1043951" y="197262"/>
                  <a:pt x="1037992" y="197262"/>
                </a:cubicBezTo>
                <a:cubicBezTo>
                  <a:pt x="1034389" y="197262"/>
                  <a:pt x="1030371" y="196500"/>
                  <a:pt x="1025936" y="1949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correctcode">
            <a:extLst xmlns:a="http://schemas.openxmlformats.org/drawingml/2006/main">
              <a:ext uri="{FF2B5EF4-FFF2-40B4-BE49-F238E27FC236}">
                <a16:creationId xmlns:a16="http://schemas.microsoft.com/office/drawing/2014/main" id="{BFF9A189-7BC3-4B14-AE3B-F6674D6A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9148" y="3121200"/>
            <a:ext cx="1154844" cy="154858"/>
          </a:xfrm>
          <a:custGeom xmlns:a="http://schemas.openxmlformats.org/drawingml/2006/main">
            <a:pathLst>
              <a:path w="1154844" h="154858">
                <a:moveTo>
                  <a:pt x="77741" y="111830"/>
                </a:moveTo>
                <a:lnTo>
                  <a:pt x="96137" y="114221"/>
                </a:lnTo>
                <a:cubicBezTo>
                  <a:pt x="94127" y="126933"/>
                  <a:pt x="88983" y="136884"/>
                  <a:pt x="80703" y="144075"/>
                </a:cubicBezTo>
                <a:cubicBezTo>
                  <a:pt x="72423" y="151264"/>
                  <a:pt x="62255" y="154858"/>
                  <a:pt x="50199" y="154858"/>
                </a:cubicBezTo>
                <a:cubicBezTo>
                  <a:pt x="35094" y="154858"/>
                  <a:pt x="22952" y="149921"/>
                  <a:pt x="13771" y="140048"/>
                </a:cubicBezTo>
                <a:cubicBezTo>
                  <a:pt x="4590" y="130174"/>
                  <a:pt x="0" y="116022"/>
                  <a:pt x="0" y="97592"/>
                </a:cubicBezTo>
                <a:cubicBezTo>
                  <a:pt x="0" y="85674"/>
                  <a:pt x="1975" y="75246"/>
                  <a:pt x="5924" y="66308"/>
                </a:cubicBezTo>
                <a:cubicBezTo>
                  <a:pt x="9873" y="57370"/>
                  <a:pt x="15884" y="50667"/>
                  <a:pt x="23956" y="46198"/>
                </a:cubicBezTo>
                <a:cubicBezTo>
                  <a:pt x="32028" y="41728"/>
                  <a:pt x="40810" y="39494"/>
                  <a:pt x="50303" y="39494"/>
                </a:cubicBezTo>
                <a:cubicBezTo>
                  <a:pt x="62290" y="39494"/>
                  <a:pt x="72094" y="42535"/>
                  <a:pt x="79715" y="48617"/>
                </a:cubicBezTo>
                <a:cubicBezTo>
                  <a:pt x="87337" y="54697"/>
                  <a:pt x="92222" y="63331"/>
                  <a:pt x="94370" y="74519"/>
                </a:cubicBezTo>
                <a:lnTo>
                  <a:pt x="76182" y="77325"/>
                </a:lnTo>
                <a:cubicBezTo>
                  <a:pt x="74450" y="69946"/>
                  <a:pt x="71384" y="64394"/>
                  <a:pt x="66984" y="60670"/>
                </a:cubicBezTo>
                <a:cubicBezTo>
                  <a:pt x="62584" y="56946"/>
                  <a:pt x="57266" y="55084"/>
                  <a:pt x="51030" y="55084"/>
                </a:cubicBezTo>
                <a:cubicBezTo>
                  <a:pt x="41607" y="55084"/>
                  <a:pt x="33951" y="58445"/>
                  <a:pt x="28062" y="65168"/>
                </a:cubicBezTo>
                <a:cubicBezTo>
                  <a:pt x="22172" y="71889"/>
                  <a:pt x="19227" y="82524"/>
                  <a:pt x="19227" y="97072"/>
                </a:cubicBezTo>
                <a:cubicBezTo>
                  <a:pt x="19227" y="111828"/>
                  <a:pt x="22068" y="122550"/>
                  <a:pt x="27750" y="129239"/>
                </a:cubicBezTo>
                <a:cubicBezTo>
                  <a:pt x="33431" y="135925"/>
                  <a:pt x="40845" y="139268"/>
                  <a:pt x="49991" y="139268"/>
                </a:cubicBezTo>
                <a:cubicBezTo>
                  <a:pt x="57336" y="139268"/>
                  <a:pt x="63468" y="137025"/>
                  <a:pt x="68387" y="132539"/>
                </a:cubicBezTo>
                <a:cubicBezTo>
                  <a:pt x="73306" y="128052"/>
                  <a:pt x="76424" y="121150"/>
                  <a:pt x="77741" y="111830"/>
                </a:cubicBezTo>
                <a:close/>
                <a:moveTo>
                  <a:pt x="105179" y="97176"/>
                </a:moveTo>
                <a:cubicBezTo>
                  <a:pt x="105179" y="76736"/>
                  <a:pt x="110861" y="61597"/>
                  <a:pt x="122224" y="51758"/>
                </a:cubicBezTo>
                <a:cubicBezTo>
                  <a:pt x="131716" y="43582"/>
                  <a:pt x="143287" y="39494"/>
                  <a:pt x="156937" y="39494"/>
                </a:cubicBezTo>
                <a:cubicBezTo>
                  <a:pt x="172111" y="39494"/>
                  <a:pt x="184513" y="44465"/>
                  <a:pt x="194144" y="54408"/>
                </a:cubicBezTo>
                <a:cubicBezTo>
                  <a:pt x="203775" y="64351"/>
                  <a:pt x="208591" y="78087"/>
                  <a:pt x="208591" y="95617"/>
                </a:cubicBezTo>
                <a:cubicBezTo>
                  <a:pt x="208591" y="109821"/>
                  <a:pt x="206460" y="120994"/>
                  <a:pt x="202199" y="129135"/>
                </a:cubicBezTo>
                <a:cubicBezTo>
                  <a:pt x="197938" y="137276"/>
                  <a:pt x="191737" y="143599"/>
                  <a:pt x="183595" y="148102"/>
                </a:cubicBezTo>
                <a:cubicBezTo>
                  <a:pt x="175454" y="152606"/>
                  <a:pt x="166568" y="154858"/>
                  <a:pt x="156937" y="154858"/>
                </a:cubicBezTo>
                <a:cubicBezTo>
                  <a:pt x="141486" y="154858"/>
                  <a:pt x="128997" y="149904"/>
                  <a:pt x="119470" y="139996"/>
                </a:cubicBezTo>
                <a:cubicBezTo>
                  <a:pt x="109943" y="130088"/>
                  <a:pt x="105179" y="115814"/>
                  <a:pt x="105179" y="97176"/>
                </a:cubicBezTo>
                <a:moveTo>
                  <a:pt x="124406" y="97124"/>
                </a:moveTo>
                <a:cubicBezTo>
                  <a:pt x="124406" y="111207"/>
                  <a:pt x="127490" y="121751"/>
                  <a:pt x="133656" y="128758"/>
                </a:cubicBezTo>
                <a:cubicBezTo>
                  <a:pt x="139823" y="135765"/>
                  <a:pt x="147583" y="139268"/>
                  <a:pt x="156937" y="139268"/>
                </a:cubicBezTo>
                <a:cubicBezTo>
                  <a:pt x="166221" y="139268"/>
                  <a:pt x="173947" y="135748"/>
                  <a:pt x="180114" y="128706"/>
                </a:cubicBezTo>
                <a:cubicBezTo>
                  <a:pt x="186280" y="121665"/>
                  <a:pt x="189364" y="110931"/>
                  <a:pt x="189364" y="96504"/>
                </a:cubicBezTo>
                <a:cubicBezTo>
                  <a:pt x="189364" y="82904"/>
                  <a:pt x="186263" y="72600"/>
                  <a:pt x="180062" y="65594"/>
                </a:cubicBezTo>
                <a:cubicBezTo>
                  <a:pt x="173860" y="58587"/>
                  <a:pt x="166152" y="55084"/>
                  <a:pt x="156937" y="55084"/>
                </a:cubicBezTo>
                <a:cubicBezTo>
                  <a:pt x="147583" y="55084"/>
                  <a:pt x="139823" y="58570"/>
                  <a:pt x="133656" y="65542"/>
                </a:cubicBezTo>
                <a:cubicBezTo>
                  <a:pt x="127490" y="72514"/>
                  <a:pt x="124406" y="83041"/>
                  <a:pt x="124406" y="97124"/>
                </a:cubicBezTo>
                <a:close/>
                <a:moveTo>
                  <a:pt x="231131" y="152364"/>
                </a:moveTo>
                <a:lnTo>
                  <a:pt x="231131" y="41988"/>
                </a:lnTo>
                <a:lnTo>
                  <a:pt x="247968" y="41988"/>
                </a:lnTo>
                <a:lnTo>
                  <a:pt x="247968" y="58617"/>
                </a:lnTo>
                <a:cubicBezTo>
                  <a:pt x="252264" y="50831"/>
                  <a:pt x="256231" y="45697"/>
                  <a:pt x="259868" y="43216"/>
                </a:cubicBezTo>
                <a:cubicBezTo>
                  <a:pt x="263506" y="40735"/>
                  <a:pt x="267507" y="39494"/>
                  <a:pt x="271872" y="39494"/>
                </a:cubicBezTo>
                <a:cubicBezTo>
                  <a:pt x="278177" y="39494"/>
                  <a:pt x="284587" y="41495"/>
                  <a:pt x="291100" y="45496"/>
                </a:cubicBezTo>
                <a:lnTo>
                  <a:pt x="284656" y="62775"/>
                </a:lnTo>
                <a:cubicBezTo>
                  <a:pt x="280083" y="60072"/>
                  <a:pt x="275510" y="58721"/>
                  <a:pt x="270937" y="58721"/>
                </a:cubicBezTo>
                <a:cubicBezTo>
                  <a:pt x="266849" y="58721"/>
                  <a:pt x="263177" y="59953"/>
                  <a:pt x="259920" y="62417"/>
                </a:cubicBezTo>
                <a:cubicBezTo>
                  <a:pt x="256664" y="64879"/>
                  <a:pt x="254343" y="68295"/>
                  <a:pt x="252957" y="72664"/>
                </a:cubicBezTo>
                <a:cubicBezTo>
                  <a:pt x="250878" y="79322"/>
                  <a:pt x="249839" y="86605"/>
                  <a:pt x="249839" y="94513"/>
                </a:cubicBezTo>
                <a:lnTo>
                  <a:pt x="249839" y="152364"/>
                </a:lnTo>
                <a:lnTo>
                  <a:pt x="231131" y="152364"/>
                </a:lnTo>
                <a:close/>
                <a:moveTo>
                  <a:pt x="301372" y="152364"/>
                </a:moveTo>
                <a:lnTo>
                  <a:pt x="301372" y="41988"/>
                </a:lnTo>
                <a:lnTo>
                  <a:pt x="318209" y="41988"/>
                </a:lnTo>
                <a:lnTo>
                  <a:pt x="318209" y="58617"/>
                </a:lnTo>
                <a:cubicBezTo>
                  <a:pt x="322505" y="50831"/>
                  <a:pt x="326472" y="45697"/>
                  <a:pt x="330109" y="43216"/>
                </a:cubicBezTo>
                <a:cubicBezTo>
                  <a:pt x="333747" y="40735"/>
                  <a:pt x="337748" y="39494"/>
                  <a:pt x="342113" y="39494"/>
                </a:cubicBezTo>
                <a:cubicBezTo>
                  <a:pt x="348419" y="39494"/>
                  <a:pt x="354828" y="41495"/>
                  <a:pt x="361341" y="45496"/>
                </a:cubicBezTo>
                <a:lnTo>
                  <a:pt x="354897" y="62775"/>
                </a:lnTo>
                <a:cubicBezTo>
                  <a:pt x="350324" y="60072"/>
                  <a:pt x="345751" y="58721"/>
                  <a:pt x="341178" y="58721"/>
                </a:cubicBezTo>
                <a:cubicBezTo>
                  <a:pt x="337090" y="58721"/>
                  <a:pt x="333418" y="59953"/>
                  <a:pt x="330161" y="62417"/>
                </a:cubicBezTo>
                <a:cubicBezTo>
                  <a:pt x="326905" y="64879"/>
                  <a:pt x="324584" y="68295"/>
                  <a:pt x="323198" y="72664"/>
                </a:cubicBezTo>
                <a:cubicBezTo>
                  <a:pt x="321119" y="79322"/>
                  <a:pt x="320080" y="86605"/>
                  <a:pt x="320080" y="94513"/>
                </a:cubicBezTo>
                <a:lnTo>
                  <a:pt x="320080" y="152364"/>
                </a:lnTo>
                <a:lnTo>
                  <a:pt x="301372" y="152364"/>
                </a:lnTo>
                <a:close/>
                <a:moveTo>
                  <a:pt x="447380" y="116819"/>
                </a:moveTo>
                <a:lnTo>
                  <a:pt x="466711" y="119209"/>
                </a:lnTo>
                <a:cubicBezTo>
                  <a:pt x="463663" y="130503"/>
                  <a:pt x="458016" y="139268"/>
                  <a:pt x="449771" y="145504"/>
                </a:cubicBezTo>
                <a:cubicBezTo>
                  <a:pt x="441525" y="151740"/>
                  <a:pt x="430994" y="154858"/>
                  <a:pt x="418175" y="154858"/>
                </a:cubicBezTo>
                <a:cubicBezTo>
                  <a:pt x="402031" y="154858"/>
                  <a:pt x="389231" y="149887"/>
                  <a:pt x="379773" y="139944"/>
                </a:cubicBezTo>
                <a:cubicBezTo>
                  <a:pt x="370315" y="130001"/>
                  <a:pt x="365586" y="116057"/>
                  <a:pt x="365586" y="98111"/>
                </a:cubicBezTo>
                <a:cubicBezTo>
                  <a:pt x="365586" y="79542"/>
                  <a:pt x="370367" y="65130"/>
                  <a:pt x="379929" y="54876"/>
                </a:cubicBezTo>
                <a:cubicBezTo>
                  <a:pt x="389490" y="44621"/>
                  <a:pt x="401893" y="39494"/>
                  <a:pt x="417136" y="39494"/>
                </a:cubicBezTo>
                <a:cubicBezTo>
                  <a:pt x="431894" y="39494"/>
                  <a:pt x="443950" y="44510"/>
                  <a:pt x="453304" y="54541"/>
                </a:cubicBezTo>
                <a:cubicBezTo>
                  <a:pt x="462658" y="64571"/>
                  <a:pt x="467335" y="78682"/>
                  <a:pt x="467335" y="96874"/>
                </a:cubicBezTo>
                <a:cubicBezTo>
                  <a:pt x="467335" y="97980"/>
                  <a:pt x="467300" y="99640"/>
                  <a:pt x="467231" y="101853"/>
                </a:cubicBezTo>
                <a:lnTo>
                  <a:pt x="384917" y="101853"/>
                </a:lnTo>
                <a:cubicBezTo>
                  <a:pt x="385610" y="113944"/>
                  <a:pt x="389040" y="123202"/>
                  <a:pt x="395207" y="129629"/>
                </a:cubicBezTo>
                <a:cubicBezTo>
                  <a:pt x="401373" y="136055"/>
                  <a:pt x="409064" y="139268"/>
                  <a:pt x="418279" y="139268"/>
                </a:cubicBezTo>
                <a:cubicBezTo>
                  <a:pt x="425139" y="139268"/>
                  <a:pt x="430994" y="137484"/>
                  <a:pt x="435844" y="133916"/>
                </a:cubicBezTo>
                <a:cubicBezTo>
                  <a:pt x="440694" y="130345"/>
                  <a:pt x="444539" y="124646"/>
                  <a:pt x="447380" y="116819"/>
                </a:cubicBezTo>
                <a:moveTo>
                  <a:pt x="385957" y="86263"/>
                </a:moveTo>
                <a:lnTo>
                  <a:pt x="447588" y="86263"/>
                </a:lnTo>
                <a:cubicBezTo>
                  <a:pt x="446757" y="77130"/>
                  <a:pt x="444401" y="70280"/>
                  <a:pt x="440521" y="65714"/>
                </a:cubicBezTo>
                <a:cubicBezTo>
                  <a:pt x="434562" y="58627"/>
                  <a:pt x="426836" y="55084"/>
                  <a:pt x="417344" y="55084"/>
                </a:cubicBezTo>
                <a:cubicBezTo>
                  <a:pt x="408752" y="55084"/>
                  <a:pt x="401529" y="57913"/>
                  <a:pt x="395674" y="63570"/>
                </a:cubicBezTo>
                <a:cubicBezTo>
                  <a:pt x="389819" y="69226"/>
                  <a:pt x="386580" y="76790"/>
                  <a:pt x="385957" y="86263"/>
                </a:cubicBezTo>
                <a:close/>
                <a:moveTo>
                  <a:pt x="563042" y="111830"/>
                </a:moveTo>
                <a:lnTo>
                  <a:pt x="581438" y="114221"/>
                </a:lnTo>
                <a:cubicBezTo>
                  <a:pt x="579429" y="126933"/>
                  <a:pt x="574284" y="136884"/>
                  <a:pt x="566004" y="144075"/>
                </a:cubicBezTo>
                <a:cubicBezTo>
                  <a:pt x="557724" y="151264"/>
                  <a:pt x="547556" y="154858"/>
                  <a:pt x="535500" y="154858"/>
                </a:cubicBezTo>
                <a:cubicBezTo>
                  <a:pt x="520396" y="154858"/>
                  <a:pt x="508253" y="149921"/>
                  <a:pt x="499072" y="140048"/>
                </a:cubicBezTo>
                <a:cubicBezTo>
                  <a:pt x="489892" y="130174"/>
                  <a:pt x="485302" y="116022"/>
                  <a:pt x="485302" y="97592"/>
                </a:cubicBezTo>
                <a:cubicBezTo>
                  <a:pt x="485302" y="85674"/>
                  <a:pt x="487276" y="75246"/>
                  <a:pt x="491226" y="66308"/>
                </a:cubicBezTo>
                <a:cubicBezTo>
                  <a:pt x="495175" y="57370"/>
                  <a:pt x="501186" y="50667"/>
                  <a:pt x="509258" y="46198"/>
                </a:cubicBezTo>
                <a:cubicBezTo>
                  <a:pt x="517330" y="41728"/>
                  <a:pt x="526112" y="39494"/>
                  <a:pt x="535604" y="39494"/>
                </a:cubicBezTo>
                <a:cubicBezTo>
                  <a:pt x="547591" y="39494"/>
                  <a:pt x="557395" y="42535"/>
                  <a:pt x="565017" y="48617"/>
                </a:cubicBezTo>
                <a:cubicBezTo>
                  <a:pt x="572639" y="54697"/>
                  <a:pt x="577523" y="63331"/>
                  <a:pt x="579671" y="74519"/>
                </a:cubicBezTo>
                <a:lnTo>
                  <a:pt x="561483" y="77325"/>
                </a:lnTo>
                <a:cubicBezTo>
                  <a:pt x="559751" y="69946"/>
                  <a:pt x="556685" y="64394"/>
                  <a:pt x="552285" y="60670"/>
                </a:cubicBezTo>
                <a:cubicBezTo>
                  <a:pt x="547886" y="56946"/>
                  <a:pt x="542568" y="55084"/>
                  <a:pt x="536332" y="55084"/>
                </a:cubicBezTo>
                <a:cubicBezTo>
                  <a:pt x="526909" y="55084"/>
                  <a:pt x="519252" y="58445"/>
                  <a:pt x="513363" y="65168"/>
                </a:cubicBezTo>
                <a:cubicBezTo>
                  <a:pt x="507474" y="71889"/>
                  <a:pt x="504529" y="82524"/>
                  <a:pt x="504529" y="97072"/>
                </a:cubicBezTo>
                <a:cubicBezTo>
                  <a:pt x="504529" y="111828"/>
                  <a:pt x="507370" y="122550"/>
                  <a:pt x="513051" y="129239"/>
                </a:cubicBezTo>
                <a:cubicBezTo>
                  <a:pt x="518733" y="135925"/>
                  <a:pt x="526147" y="139268"/>
                  <a:pt x="535293" y="139268"/>
                </a:cubicBezTo>
                <a:cubicBezTo>
                  <a:pt x="542637" y="139268"/>
                  <a:pt x="548769" y="137025"/>
                  <a:pt x="553688" y="132539"/>
                </a:cubicBezTo>
                <a:cubicBezTo>
                  <a:pt x="558608" y="128052"/>
                  <a:pt x="561726" y="121150"/>
                  <a:pt x="563042" y="111830"/>
                </a:cubicBezTo>
                <a:close/>
                <a:moveTo>
                  <a:pt x="638290" y="135838"/>
                </a:moveTo>
                <a:lnTo>
                  <a:pt x="640992" y="152364"/>
                </a:lnTo>
                <a:cubicBezTo>
                  <a:pt x="635726" y="153334"/>
                  <a:pt x="631015" y="153819"/>
                  <a:pt x="626858" y="153819"/>
                </a:cubicBezTo>
                <a:cubicBezTo>
                  <a:pt x="620067" y="153819"/>
                  <a:pt x="614802" y="152745"/>
                  <a:pt x="611060" y="150597"/>
                </a:cubicBezTo>
                <a:cubicBezTo>
                  <a:pt x="607319" y="148449"/>
                  <a:pt x="604686" y="145625"/>
                  <a:pt x="603161" y="142126"/>
                </a:cubicBezTo>
                <a:cubicBezTo>
                  <a:pt x="601637" y="138627"/>
                  <a:pt x="600875" y="131266"/>
                  <a:pt x="600875" y="120041"/>
                </a:cubicBezTo>
                <a:lnTo>
                  <a:pt x="600875" y="56539"/>
                </a:lnTo>
                <a:lnTo>
                  <a:pt x="587156" y="56539"/>
                </a:lnTo>
                <a:lnTo>
                  <a:pt x="587156" y="41988"/>
                </a:lnTo>
                <a:lnTo>
                  <a:pt x="600875" y="41988"/>
                </a:lnTo>
                <a:lnTo>
                  <a:pt x="600875" y="14580"/>
                </a:lnTo>
                <a:lnTo>
                  <a:pt x="619479" y="3326"/>
                </a:lnTo>
                <a:lnTo>
                  <a:pt x="619479" y="41988"/>
                </a:lnTo>
                <a:lnTo>
                  <a:pt x="638290" y="41988"/>
                </a:lnTo>
                <a:lnTo>
                  <a:pt x="638290" y="56539"/>
                </a:lnTo>
                <a:lnTo>
                  <a:pt x="619479" y="56539"/>
                </a:lnTo>
                <a:lnTo>
                  <a:pt x="619479" y="121080"/>
                </a:lnTo>
                <a:cubicBezTo>
                  <a:pt x="619479" y="126415"/>
                  <a:pt x="619808" y="129845"/>
                  <a:pt x="620466" y="131369"/>
                </a:cubicBezTo>
                <a:cubicBezTo>
                  <a:pt x="621124" y="132894"/>
                  <a:pt x="622198" y="134106"/>
                  <a:pt x="623688" y="135007"/>
                </a:cubicBezTo>
                <a:cubicBezTo>
                  <a:pt x="625177" y="135908"/>
                  <a:pt x="627308" y="136358"/>
                  <a:pt x="630080" y="136358"/>
                </a:cubicBezTo>
                <a:cubicBezTo>
                  <a:pt x="632158" y="136358"/>
                  <a:pt x="634895" y="136185"/>
                  <a:pt x="638290" y="135838"/>
                </a:cubicBezTo>
                <a:close/>
                <a:moveTo>
                  <a:pt x="786537" y="111830"/>
                </a:moveTo>
                <a:lnTo>
                  <a:pt x="804933" y="114221"/>
                </a:lnTo>
                <a:cubicBezTo>
                  <a:pt x="802924" y="126933"/>
                  <a:pt x="797779" y="136884"/>
                  <a:pt x="789499" y="144075"/>
                </a:cubicBezTo>
                <a:cubicBezTo>
                  <a:pt x="781220" y="151264"/>
                  <a:pt x="771052" y="154858"/>
                  <a:pt x="758996" y="154858"/>
                </a:cubicBezTo>
                <a:cubicBezTo>
                  <a:pt x="743891" y="154858"/>
                  <a:pt x="731748" y="149921"/>
                  <a:pt x="722568" y="140048"/>
                </a:cubicBezTo>
                <a:cubicBezTo>
                  <a:pt x="713387" y="130174"/>
                  <a:pt x="708797" y="116022"/>
                  <a:pt x="708797" y="97592"/>
                </a:cubicBezTo>
                <a:cubicBezTo>
                  <a:pt x="708797" y="85674"/>
                  <a:pt x="710771" y="75246"/>
                  <a:pt x="714721" y="66308"/>
                </a:cubicBezTo>
                <a:cubicBezTo>
                  <a:pt x="718670" y="57370"/>
                  <a:pt x="724681" y="50667"/>
                  <a:pt x="732753" y="46198"/>
                </a:cubicBezTo>
                <a:cubicBezTo>
                  <a:pt x="740825" y="41728"/>
                  <a:pt x="749607" y="39494"/>
                  <a:pt x="759099" y="39494"/>
                </a:cubicBezTo>
                <a:cubicBezTo>
                  <a:pt x="771086" y="39494"/>
                  <a:pt x="780890" y="42535"/>
                  <a:pt x="788512" y="48617"/>
                </a:cubicBezTo>
                <a:cubicBezTo>
                  <a:pt x="796134" y="54697"/>
                  <a:pt x="801018" y="63331"/>
                  <a:pt x="803166" y="74519"/>
                </a:cubicBezTo>
                <a:lnTo>
                  <a:pt x="784978" y="77325"/>
                </a:lnTo>
                <a:cubicBezTo>
                  <a:pt x="783246" y="69946"/>
                  <a:pt x="780180" y="64394"/>
                  <a:pt x="775780" y="60670"/>
                </a:cubicBezTo>
                <a:cubicBezTo>
                  <a:pt x="771381" y="56946"/>
                  <a:pt x="766063" y="55084"/>
                  <a:pt x="759827" y="55084"/>
                </a:cubicBezTo>
                <a:cubicBezTo>
                  <a:pt x="750404" y="55084"/>
                  <a:pt x="742748" y="58445"/>
                  <a:pt x="736858" y="65168"/>
                </a:cubicBezTo>
                <a:cubicBezTo>
                  <a:pt x="730969" y="71889"/>
                  <a:pt x="728024" y="82524"/>
                  <a:pt x="728024" y="97072"/>
                </a:cubicBezTo>
                <a:cubicBezTo>
                  <a:pt x="728024" y="111828"/>
                  <a:pt x="730865" y="122550"/>
                  <a:pt x="736546" y="129239"/>
                </a:cubicBezTo>
                <a:cubicBezTo>
                  <a:pt x="742228" y="135925"/>
                  <a:pt x="749642" y="139268"/>
                  <a:pt x="758788" y="139268"/>
                </a:cubicBezTo>
                <a:cubicBezTo>
                  <a:pt x="766132" y="139268"/>
                  <a:pt x="772264" y="137025"/>
                  <a:pt x="777184" y="132539"/>
                </a:cubicBezTo>
                <a:cubicBezTo>
                  <a:pt x="782103" y="128052"/>
                  <a:pt x="785221" y="121150"/>
                  <a:pt x="786537" y="111830"/>
                </a:cubicBezTo>
                <a:close/>
                <a:moveTo>
                  <a:pt x="813975" y="97176"/>
                </a:moveTo>
                <a:cubicBezTo>
                  <a:pt x="813975" y="76736"/>
                  <a:pt x="819656" y="61597"/>
                  <a:pt x="831019" y="51758"/>
                </a:cubicBezTo>
                <a:cubicBezTo>
                  <a:pt x="840512" y="43582"/>
                  <a:pt x="852083" y="39494"/>
                  <a:pt x="865733" y="39494"/>
                </a:cubicBezTo>
                <a:cubicBezTo>
                  <a:pt x="880907" y="39494"/>
                  <a:pt x="893309" y="44465"/>
                  <a:pt x="902940" y="54408"/>
                </a:cubicBezTo>
                <a:cubicBezTo>
                  <a:pt x="912571" y="64351"/>
                  <a:pt x="917387" y="78087"/>
                  <a:pt x="917387" y="95617"/>
                </a:cubicBezTo>
                <a:cubicBezTo>
                  <a:pt x="917387" y="109821"/>
                  <a:pt x="915256" y="120994"/>
                  <a:pt x="910995" y="129135"/>
                </a:cubicBezTo>
                <a:cubicBezTo>
                  <a:pt x="906734" y="137276"/>
                  <a:pt x="900532" y="143599"/>
                  <a:pt x="892391" y="148102"/>
                </a:cubicBezTo>
                <a:cubicBezTo>
                  <a:pt x="884250" y="152606"/>
                  <a:pt x="875364" y="154858"/>
                  <a:pt x="865733" y="154858"/>
                </a:cubicBezTo>
                <a:cubicBezTo>
                  <a:pt x="850281" y="154858"/>
                  <a:pt x="837792" y="149904"/>
                  <a:pt x="828265" y="139996"/>
                </a:cubicBezTo>
                <a:cubicBezTo>
                  <a:pt x="818738" y="130088"/>
                  <a:pt x="813975" y="115814"/>
                  <a:pt x="813975" y="97176"/>
                </a:cubicBezTo>
                <a:moveTo>
                  <a:pt x="833202" y="97124"/>
                </a:moveTo>
                <a:cubicBezTo>
                  <a:pt x="833202" y="111207"/>
                  <a:pt x="836285" y="121751"/>
                  <a:pt x="842452" y="128758"/>
                </a:cubicBezTo>
                <a:cubicBezTo>
                  <a:pt x="848619" y="135765"/>
                  <a:pt x="856379" y="139268"/>
                  <a:pt x="865733" y="139268"/>
                </a:cubicBezTo>
                <a:cubicBezTo>
                  <a:pt x="875017" y="139268"/>
                  <a:pt x="882743" y="135748"/>
                  <a:pt x="888909" y="128706"/>
                </a:cubicBezTo>
                <a:cubicBezTo>
                  <a:pt x="895076" y="121665"/>
                  <a:pt x="898159" y="110931"/>
                  <a:pt x="898159" y="96504"/>
                </a:cubicBezTo>
                <a:cubicBezTo>
                  <a:pt x="898159" y="82904"/>
                  <a:pt x="895059" y="72600"/>
                  <a:pt x="888857" y="65594"/>
                </a:cubicBezTo>
                <a:cubicBezTo>
                  <a:pt x="882656" y="58587"/>
                  <a:pt x="874948" y="55084"/>
                  <a:pt x="865733" y="55084"/>
                </a:cubicBezTo>
                <a:cubicBezTo>
                  <a:pt x="856379" y="55084"/>
                  <a:pt x="848619" y="58570"/>
                  <a:pt x="842452" y="65542"/>
                </a:cubicBezTo>
                <a:cubicBezTo>
                  <a:pt x="836285" y="72514"/>
                  <a:pt x="833202" y="83041"/>
                  <a:pt x="833202" y="97124"/>
                </a:cubicBezTo>
                <a:close/>
                <a:moveTo>
                  <a:pt x="1011743" y="152364"/>
                </a:moveTo>
                <a:lnTo>
                  <a:pt x="1011743" y="138437"/>
                </a:lnTo>
                <a:cubicBezTo>
                  <a:pt x="1004745" y="149384"/>
                  <a:pt x="994455" y="154858"/>
                  <a:pt x="980875" y="154858"/>
                </a:cubicBezTo>
                <a:cubicBezTo>
                  <a:pt x="972075" y="154858"/>
                  <a:pt x="963986" y="152433"/>
                  <a:pt x="956607" y="147583"/>
                </a:cubicBezTo>
                <a:cubicBezTo>
                  <a:pt x="949228" y="142733"/>
                  <a:pt x="943512" y="135960"/>
                  <a:pt x="939458" y="127264"/>
                </a:cubicBezTo>
                <a:cubicBezTo>
                  <a:pt x="935405" y="118569"/>
                  <a:pt x="933378" y="108574"/>
                  <a:pt x="933378" y="97280"/>
                </a:cubicBezTo>
                <a:cubicBezTo>
                  <a:pt x="933378" y="86263"/>
                  <a:pt x="935214" y="76268"/>
                  <a:pt x="938887" y="67296"/>
                </a:cubicBezTo>
                <a:cubicBezTo>
                  <a:pt x="942559" y="58323"/>
                  <a:pt x="948067" y="51446"/>
                  <a:pt x="955412" y="46665"/>
                </a:cubicBezTo>
                <a:cubicBezTo>
                  <a:pt x="962756" y="41884"/>
                  <a:pt x="970967" y="39494"/>
                  <a:pt x="980044" y="39494"/>
                </a:cubicBezTo>
                <a:cubicBezTo>
                  <a:pt x="986695" y="39494"/>
                  <a:pt x="992619" y="40897"/>
                  <a:pt x="997816" y="43703"/>
                </a:cubicBezTo>
                <a:cubicBezTo>
                  <a:pt x="1003012" y="46509"/>
                  <a:pt x="1007239" y="50164"/>
                  <a:pt x="1010496" y="54668"/>
                </a:cubicBezTo>
                <a:lnTo>
                  <a:pt x="1010496" y="0"/>
                </a:lnTo>
                <a:lnTo>
                  <a:pt x="1029099" y="0"/>
                </a:lnTo>
                <a:lnTo>
                  <a:pt x="1029099" y="152364"/>
                </a:lnTo>
                <a:lnTo>
                  <a:pt x="1011743" y="152364"/>
                </a:lnTo>
                <a:moveTo>
                  <a:pt x="952606" y="97228"/>
                </a:moveTo>
                <a:cubicBezTo>
                  <a:pt x="952606" y="111311"/>
                  <a:pt x="955585" y="121838"/>
                  <a:pt x="961544" y="128810"/>
                </a:cubicBezTo>
                <a:cubicBezTo>
                  <a:pt x="967503" y="135782"/>
                  <a:pt x="974535" y="139268"/>
                  <a:pt x="982642" y="139268"/>
                </a:cubicBezTo>
                <a:cubicBezTo>
                  <a:pt x="990818" y="139268"/>
                  <a:pt x="997764" y="135938"/>
                  <a:pt x="1003480" y="129278"/>
                </a:cubicBezTo>
                <a:cubicBezTo>
                  <a:pt x="1009196" y="122615"/>
                  <a:pt x="1012054" y="112450"/>
                  <a:pt x="1012054" y="98780"/>
                </a:cubicBezTo>
                <a:cubicBezTo>
                  <a:pt x="1012054" y="83732"/>
                  <a:pt x="1009144" y="72687"/>
                  <a:pt x="1003324" y="65646"/>
                </a:cubicBezTo>
                <a:cubicBezTo>
                  <a:pt x="997504" y="58604"/>
                  <a:pt x="990333" y="55084"/>
                  <a:pt x="981810" y="55084"/>
                </a:cubicBezTo>
                <a:cubicBezTo>
                  <a:pt x="973496" y="55084"/>
                  <a:pt x="966550" y="58467"/>
                  <a:pt x="960972" y="65233"/>
                </a:cubicBezTo>
                <a:cubicBezTo>
                  <a:pt x="955394" y="71997"/>
                  <a:pt x="952606" y="82662"/>
                  <a:pt x="952606" y="97228"/>
                </a:cubicBezTo>
                <a:close/>
                <a:moveTo>
                  <a:pt x="1134890" y="116819"/>
                </a:moveTo>
                <a:lnTo>
                  <a:pt x="1154221" y="119209"/>
                </a:lnTo>
                <a:cubicBezTo>
                  <a:pt x="1151172" y="130503"/>
                  <a:pt x="1145525" y="139268"/>
                  <a:pt x="1137280" y="145504"/>
                </a:cubicBezTo>
                <a:cubicBezTo>
                  <a:pt x="1129035" y="151740"/>
                  <a:pt x="1118503" y="154858"/>
                  <a:pt x="1105685" y="154858"/>
                </a:cubicBezTo>
                <a:cubicBezTo>
                  <a:pt x="1089541" y="154858"/>
                  <a:pt x="1076740" y="149887"/>
                  <a:pt x="1067282" y="139944"/>
                </a:cubicBezTo>
                <a:cubicBezTo>
                  <a:pt x="1057824" y="130001"/>
                  <a:pt x="1053095" y="116057"/>
                  <a:pt x="1053095" y="98111"/>
                </a:cubicBezTo>
                <a:cubicBezTo>
                  <a:pt x="1053095" y="79542"/>
                  <a:pt x="1057876" y="65130"/>
                  <a:pt x="1067438" y="54876"/>
                </a:cubicBezTo>
                <a:cubicBezTo>
                  <a:pt x="1077000" y="44621"/>
                  <a:pt x="1089402" y="39494"/>
                  <a:pt x="1104645" y="39494"/>
                </a:cubicBezTo>
                <a:cubicBezTo>
                  <a:pt x="1119404" y="39494"/>
                  <a:pt x="1131460" y="44510"/>
                  <a:pt x="1140814" y="54541"/>
                </a:cubicBezTo>
                <a:cubicBezTo>
                  <a:pt x="1150167" y="64571"/>
                  <a:pt x="1154844" y="78682"/>
                  <a:pt x="1154844" y="96874"/>
                </a:cubicBezTo>
                <a:cubicBezTo>
                  <a:pt x="1154844" y="97980"/>
                  <a:pt x="1154810" y="99640"/>
                  <a:pt x="1154740" y="101853"/>
                </a:cubicBezTo>
                <a:lnTo>
                  <a:pt x="1072427" y="101853"/>
                </a:lnTo>
                <a:cubicBezTo>
                  <a:pt x="1073120" y="113944"/>
                  <a:pt x="1076549" y="123202"/>
                  <a:pt x="1082716" y="129629"/>
                </a:cubicBezTo>
                <a:cubicBezTo>
                  <a:pt x="1088883" y="136055"/>
                  <a:pt x="1096573" y="139268"/>
                  <a:pt x="1105789" y="139268"/>
                </a:cubicBezTo>
                <a:cubicBezTo>
                  <a:pt x="1112648" y="139268"/>
                  <a:pt x="1118503" y="137484"/>
                  <a:pt x="1123353" y="133916"/>
                </a:cubicBezTo>
                <a:cubicBezTo>
                  <a:pt x="1128203" y="130345"/>
                  <a:pt x="1132049" y="124646"/>
                  <a:pt x="1134890" y="116819"/>
                </a:cubicBezTo>
                <a:moveTo>
                  <a:pt x="1073466" y="86263"/>
                </a:moveTo>
                <a:lnTo>
                  <a:pt x="1135097" y="86263"/>
                </a:lnTo>
                <a:cubicBezTo>
                  <a:pt x="1134266" y="77130"/>
                  <a:pt x="1131910" y="70280"/>
                  <a:pt x="1128030" y="65714"/>
                </a:cubicBezTo>
                <a:cubicBezTo>
                  <a:pt x="1122071" y="58627"/>
                  <a:pt x="1114346" y="55084"/>
                  <a:pt x="1104853" y="55084"/>
                </a:cubicBezTo>
                <a:cubicBezTo>
                  <a:pt x="1096262" y="55084"/>
                  <a:pt x="1089038" y="57913"/>
                  <a:pt x="1083184" y="63570"/>
                </a:cubicBezTo>
                <a:cubicBezTo>
                  <a:pt x="1077329" y="69226"/>
                  <a:pt x="1074090" y="76790"/>
                  <a:pt x="1073466" y="862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491B0C-B2CA-45D2-8369-523A532B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196" y="1865518"/>
            <a:ext cx="203930" cy="10"/>
          </a:xfrm>
          <a:custGeom xmlns:a="http://schemas.openxmlformats.org/drawingml/2006/main">
            <a:pathLst>
              <a:path w="203930" h="1" fill="none">
                <a:moveTo>
                  <a:pt x="0" y="0"/>
                </a:moveTo>
                <a:lnTo>
                  <a:pt x="2039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9819" cap="flat">
            <a:solidFill>
              <a:srgbClr val="000000"/>
            </a:solidFill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48C94E-E3A5-4127-A40A-F0B16873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197" y="1745777"/>
            <a:ext cx="239476" cy="239458"/>
          </a:xfrm>
          <a:custGeom xmlns:a="http://schemas.openxmlformats.org/drawingml/2006/main">
            <a:pathLst>
              <a:path w="239476" h="239458">
                <a:moveTo>
                  <a:pt x="18" y="0"/>
                </a:moveTo>
                <a:lnTo>
                  <a:pt x="239476" y="119747"/>
                </a:lnTo>
                <a:lnTo>
                  <a:pt x="0" y="239458"/>
                </a:lnTo>
                <a:lnTo>
                  <a:pt x="1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548149-7E5D-4A5F-8F46-E27ACAAE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014" y="69049"/>
            <a:ext cx="5608644" cy="3480126"/>
          </a:xfrm>
          <a:custGeom xmlns:a="http://schemas.openxmlformats.org/drawingml/2006/main">
            <a:pathLst>
              <a:path w="5608644" h="3480126" fill="none">
                <a:moveTo>
                  <a:pt x="0" y="0"/>
                </a:moveTo>
                <a:lnTo>
                  <a:pt x="5608644" y="0"/>
                </a:lnTo>
                <a:lnTo>
                  <a:pt x="5608644" y="3480126"/>
                </a:lnTo>
                <a:lnTo>
                  <a:pt x="0" y="348012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738" cap="flat">
            <a:solidFill>
              <a:srgbClr val="000000"/>
            </a:solidFill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314A2D-27E6-44BB-A0D4-23ACC822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616" y="1933634"/>
            <a:ext cx="1685786" cy="600242"/>
          </a:xfrm>
          <a:custGeom xmlns:a="http://schemas.openxmlformats.org/drawingml/2006/main">
            <a:pathLst>
              <a:path w="1685786" h="600242">
                <a:moveTo>
                  <a:pt x="0" y="100040"/>
                </a:moveTo>
                <a:cubicBezTo>
                  <a:pt x="0" y="44788"/>
                  <a:pt x="44788" y="0"/>
                  <a:pt x="100040" y="0"/>
                </a:cubicBezTo>
                <a:lnTo>
                  <a:pt x="1585746" y="0"/>
                </a:lnTo>
                <a:cubicBezTo>
                  <a:pt x="1640998" y="0"/>
                  <a:pt x="1685786" y="44788"/>
                  <a:pt x="1685786" y="100040"/>
                </a:cubicBezTo>
                <a:lnTo>
                  <a:pt x="1685786" y="500202"/>
                </a:lnTo>
                <a:cubicBezTo>
                  <a:pt x="1685786" y="555454"/>
                  <a:pt x="1640998" y="600242"/>
                  <a:pt x="1585746" y="600242"/>
                </a:cubicBezTo>
                <a:lnTo>
                  <a:pt x="100040" y="600242"/>
                </a:lnTo>
                <a:cubicBezTo>
                  <a:pt x="44788" y="600242"/>
                  <a:pt x="0" y="555454"/>
                  <a:pt x="0" y="500202"/>
                </a:cubicBezTo>
                <a:lnTo>
                  <a:pt x="0" y="100040"/>
                </a:lnTo>
                <a:close/>
              </a:path>
            </a:pathLst>
          </a:custGeom>
          <a:solidFill xmlns:a="http://schemas.openxmlformats.org/drawingml/2006/main">
            <a:srgbClr val="E2EFF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ef1ed5ce14884"/>
          <a:stretch xmlns:a="http://schemas.openxmlformats.org/drawingml/2006/main"/>
        </p:blipFill>
        <p:spPr>
          <a:xfrm xmlns:a="http://schemas.openxmlformats.org/drawingml/2006/main">
            <a:off x="6784472" y="2052835"/>
            <a:ext cx="361830" cy="336289"/>
          </a:xfrm>
          <a:prstGeom xmlns:a="http://schemas.openxmlformats.org/drawingml/2006/main" prst="rect">
            <a:avLst/>
          </a:prstGeom>
        </p:spPr>
      </p:pic>
      <p:sp>
        <p:nvSpPr>
          <p:cNvPr id="39" name="Text Symbol">
            <a:extLst xmlns:a="http://schemas.openxmlformats.org/drawingml/2006/main">
              <a:ext uri="{FF2B5EF4-FFF2-40B4-BE49-F238E27FC236}">
                <a16:creationId xmlns:a16="http://schemas.microsoft.com/office/drawing/2014/main" id="{1CEE90E0-2CBB-4008-8655-15251E83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53" y="2040991"/>
            <a:ext cx="686859" cy="199964"/>
          </a:xfrm>
          <a:custGeom xmlns:a="http://schemas.openxmlformats.org/drawingml/2006/main">
            <a:pathLst>
              <a:path w="686859" h="199964">
                <a:moveTo>
                  <a:pt x="0" y="106010"/>
                </a:moveTo>
                <a:lnTo>
                  <a:pt x="19019" y="104347"/>
                </a:lnTo>
                <a:cubicBezTo>
                  <a:pt x="19920" y="111969"/>
                  <a:pt x="22016" y="118222"/>
                  <a:pt x="25307" y="123107"/>
                </a:cubicBezTo>
                <a:cubicBezTo>
                  <a:pt x="28598" y="127992"/>
                  <a:pt x="33708" y="131941"/>
                  <a:pt x="40637" y="134955"/>
                </a:cubicBezTo>
                <a:cubicBezTo>
                  <a:pt x="47566" y="137969"/>
                  <a:pt x="55361" y="139476"/>
                  <a:pt x="64022" y="139476"/>
                </a:cubicBezTo>
                <a:cubicBezTo>
                  <a:pt x="71713" y="139476"/>
                  <a:pt x="78503" y="138333"/>
                  <a:pt x="84392" y="136046"/>
                </a:cubicBezTo>
                <a:cubicBezTo>
                  <a:pt x="90282" y="133760"/>
                  <a:pt x="94664" y="130625"/>
                  <a:pt x="97540" y="126641"/>
                </a:cubicBezTo>
                <a:cubicBezTo>
                  <a:pt x="100415" y="122657"/>
                  <a:pt x="101853" y="118309"/>
                  <a:pt x="101853" y="113597"/>
                </a:cubicBezTo>
                <a:cubicBezTo>
                  <a:pt x="101853" y="108816"/>
                  <a:pt x="100467" y="104642"/>
                  <a:pt x="97696" y="101073"/>
                </a:cubicBezTo>
                <a:cubicBezTo>
                  <a:pt x="94924" y="97505"/>
                  <a:pt x="90351" y="94508"/>
                  <a:pt x="83977" y="92083"/>
                </a:cubicBezTo>
                <a:cubicBezTo>
                  <a:pt x="79889" y="90490"/>
                  <a:pt x="70847" y="88013"/>
                  <a:pt x="56851" y="84652"/>
                </a:cubicBezTo>
                <a:cubicBezTo>
                  <a:pt x="42854" y="81292"/>
                  <a:pt x="33050" y="78122"/>
                  <a:pt x="27438" y="75142"/>
                </a:cubicBezTo>
                <a:cubicBezTo>
                  <a:pt x="20163" y="71332"/>
                  <a:pt x="14741" y="66603"/>
                  <a:pt x="11173" y="60956"/>
                </a:cubicBezTo>
                <a:cubicBezTo>
                  <a:pt x="7604" y="55309"/>
                  <a:pt x="5820" y="48986"/>
                  <a:pt x="5820" y="41988"/>
                </a:cubicBezTo>
                <a:cubicBezTo>
                  <a:pt x="5820" y="34297"/>
                  <a:pt x="8003" y="27109"/>
                  <a:pt x="12368" y="20423"/>
                </a:cubicBezTo>
                <a:cubicBezTo>
                  <a:pt x="16733" y="13736"/>
                  <a:pt x="23107" y="8661"/>
                  <a:pt x="31491" y="5197"/>
                </a:cubicBezTo>
                <a:cubicBezTo>
                  <a:pt x="39875" y="1732"/>
                  <a:pt x="49194" y="0"/>
                  <a:pt x="59449" y="0"/>
                </a:cubicBezTo>
                <a:cubicBezTo>
                  <a:pt x="70743" y="0"/>
                  <a:pt x="80703" y="1819"/>
                  <a:pt x="89329" y="5456"/>
                </a:cubicBezTo>
                <a:cubicBezTo>
                  <a:pt x="97955" y="9094"/>
                  <a:pt x="104590" y="14446"/>
                  <a:pt x="109232" y="21514"/>
                </a:cubicBezTo>
                <a:cubicBezTo>
                  <a:pt x="113874" y="28581"/>
                  <a:pt x="116369" y="36584"/>
                  <a:pt x="116715" y="45522"/>
                </a:cubicBezTo>
                <a:lnTo>
                  <a:pt x="97384" y="46977"/>
                </a:lnTo>
                <a:cubicBezTo>
                  <a:pt x="96345" y="37311"/>
                  <a:pt x="92828" y="30010"/>
                  <a:pt x="86835" y="25073"/>
                </a:cubicBezTo>
                <a:cubicBezTo>
                  <a:pt x="80841" y="20137"/>
                  <a:pt x="71990" y="17668"/>
                  <a:pt x="60280" y="17668"/>
                </a:cubicBezTo>
                <a:cubicBezTo>
                  <a:pt x="48086" y="17668"/>
                  <a:pt x="39200" y="19905"/>
                  <a:pt x="33622" y="24378"/>
                </a:cubicBezTo>
                <a:cubicBezTo>
                  <a:pt x="28044" y="28850"/>
                  <a:pt x="25255" y="34240"/>
                  <a:pt x="25255" y="40550"/>
                </a:cubicBezTo>
                <a:cubicBezTo>
                  <a:pt x="25255" y="46028"/>
                  <a:pt x="27230" y="50535"/>
                  <a:pt x="31179" y="54070"/>
                </a:cubicBezTo>
                <a:cubicBezTo>
                  <a:pt x="35060" y="57608"/>
                  <a:pt x="45193" y="61232"/>
                  <a:pt x="61579" y="64941"/>
                </a:cubicBezTo>
                <a:cubicBezTo>
                  <a:pt x="77966" y="68650"/>
                  <a:pt x="89208" y="71891"/>
                  <a:pt x="95305" y="74665"/>
                </a:cubicBezTo>
                <a:cubicBezTo>
                  <a:pt x="104174" y="78755"/>
                  <a:pt x="110722" y="83939"/>
                  <a:pt x="114948" y="90216"/>
                </a:cubicBezTo>
                <a:cubicBezTo>
                  <a:pt x="119175" y="96491"/>
                  <a:pt x="121288" y="103719"/>
                  <a:pt x="121288" y="111902"/>
                </a:cubicBezTo>
                <a:cubicBezTo>
                  <a:pt x="121288" y="120013"/>
                  <a:pt x="118967" y="127657"/>
                  <a:pt x="114325" y="134835"/>
                </a:cubicBezTo>
                <a:cubicBezTo>
                  <a:pt x="109682" y="142011"/>
                  <a:pt x="103013" y="147592"/>
                  <a:pt x="94318" y="151581"/>
                </a:cubicBezTo>
                <a:cubicBezTo>
                  <a:pt x="85622" y="155567"/>
                  <a:pt x="75835" y="157560"/>
                  <a:pt x="64957" y="157560"/>
                </a:cubicBezTo>
                <a:cubicBezTo>
                  <a:pt x="51169" y="157560"/>
                  <a:pt x="39615" y="155551"/>
                  <a:pt x="30296" y="151532"/>
                </a:cubicBezTo>
                <a:cubicBezTo>
                  <a:pt x="20977" y="147513"/>
                  <a:pt x="13667" y="141468"/>
                  <a:pt x="8366" y="133396"/>
                </a:cubicBezTo>
                <a:cubicBezTo>
                  <a:pt x="3066" y="125324"/>
                  <a:pt x="277" y="116195"/>
                  <a:pt x="0" y="106010"/>
                </a:cubicBezTo>
                <a:close/>
                <a:moveTo>
                  <a:pt x="146248" y="197678"/>
                </a:moveTo>
                <a:lnTo>
                  <a:pt x="144170" y="180113"/>
                </a:lnTo>
                <a:cubicBezTo>
                  <a:pt x="148258" y="181222"/>
                  <a:pt x="151826" y="181776"/>
                  <a:pt x="154875" y="181776"/>
                </a:cubicBezTo>
                <a:cubicBezTo>
                  <a:pt x="159032" y="181776"/>
                  <a:pt x="162358" y="181075"/>
                  <a:pt x="164852" y="179672"/>
                </a:cubicBezTo>
                <a:cubicBezTo>
                  <a:pt x="167346" y="178271"/>
                  <a:pt x="169390" y="176308"/>
                  <a:pt x="170984" y="173783"/>
                </a:cubicBezTo>
                <a:cubicBezTo>
                  <a:pt x="172162" y="171891"/>
                  <a:pt x="174067" y="167194"/>
                  <a:pt x="176700" y="159694"/>
                </a:cubicBezTo>
                <a:cubicBezTo>
                  <a:pt x="177047" y="158642"/>
                  <a:pt x="177601" y="157099"/>
                  <a:pt x="178363" y="155066"/>
                </a:cubicBezTo>
                <a:lnTo>
                  <a:pt x="136479" y="44691"/>
                </a:lnTo>
                <a:lnTo>
                  <a:pt x="156641" y="44691"/>
                </a:lnTo>
                <a:lnTo>
                  <a:pt x="179610" y="108459"/>
                </a:lnTo>
                <a:cubicBezTo>
                  <a:pt x="182590" y="116548"/>
                  <a:pt x="185257" y="125051"/>
                  <a:pt x="187613" y="133968"/>
                </a:cubicBezTo>
                <a:cubicBezTo>
                  <a:pt x="189761" y="125396"/>
                  <a:pt x="192325" y="117031"/>
                  <a:pt x="195304" y="108875"/>
                </a:cubicBezTo>
                <a:lnTo>
                  <a:pt x="218896" y="44691"/>
                </a:lnTo>
                <a:lnTo>
                  <a:pt x="237604" y="44691"/>
                </a:lnTo>
                <a:lnTo>
                  <a:pt x="195616" y="157011"/>
                </a:lnTo>
                <a:cubicBezTo>
                  <a:pt x="191112" y="169145"/>
                  <a:pt x="187613" y="177500"/>
                  <a:pt x="185119" y="182075"/>
                </a:cubicBezTo>
                <a:cubicBezTo>
                  <a:pt x="181793" y="188246"/>
                  <a:pt x="177982" y="192770"/>
                  <a:pt x="173686" y="195648"/>
                </a:cubicBezTo>
                <a:cubicBezTo>
                  <a:pt x="169390" y="198525"/>
                  <a:pt x="164263" y="199964"/>
                  <a:pt x="158304" y="199964"/>
                </a:cubicBezTo>
                <a:cubicBezTo>
                  <a:pt x="154701" y="199964"/>
                  <a:pt x="150683" y="199202"/>
                  <a:pt x="146248" y="197678"/>
                </a:cubicBezTo>
                <a:close/>
                <a:moveTo>
                  <a:pt x="251378" y="155066"/>
                </a:moveTo>
                <a:lnTo>
                  <a:pt x="251378" y="44691"/>
                </a:lnTo>
                <a:lnTo>
                  <a:pt x="268111" y="44691"/>
                </a:lnTo>
                <a:lnTo>
                  <a:pt x="268111" y="60072"/>
                </a:lnTo>
                <a:cubicBezTo>
                  <a:pt x="271575" y="54698"/>
                  <a:pt x="276183" y="50375"/>
                  <a:pt x="281933" y="47104"/>
                </a:cubicBezTo>
                <a:cubicBezTo>
                  <a:pt x="287684" y="43832"/>
                  <a:pt x="294232" y="42196"/>
                  <a:pt x="301577" y="42196"/>
                </a:cubicBezTo>
                <a:cubicBezTo>
                  <a:pt x="309753" y="42196"/>
                  <a:pt x="316456" y="43885"/>
                  <a:pt x="321687" y="47263"/>
                </a:cubicBezTo>
                <a:cubicBezTo>
                  <a:pt x="326919" y="50638"/>
                  <a:pt x="330608" y="55359"/>
                  <a:pt x="332756" y="61424"/>
                </a:cubicBezTo>
                <a:cubicBezTo>
                  <a:pt x="341486" y="48605"/>
                  <a:pt x="352849" y="42196"/>
                  <a:pt x="366846" y="42196"/>
                </a:cubicBezTo>
                <a:cubicBezTo>
                  <a:pt x="377793" y="42196"/>
                  <a:pt x="386211" y="45228"/>
                  <a:pt x="392101" y="51290"/>
                </a:cubicBezTo>
                <a:cubicBezTo>
                  <a:pt x="397990" y="57353"/>
                  <a:pt x="400935" y="66689"/>
                  <a:pt x="400935" y="79300"/>
                </a:cubicBezTo>
                <a:lnTo>
                  <a:pt x="400935" y="155066"/>
                </a:lnTo>
                <a:lnTo>
                  <a:pt x="382331" y="155066"/>
                </a:lnTo>
                <a:lnTo>
                  <a:pt x="382331" y="85461"/>
                </a:lnTo>
                <a:cubicBezTo>
                  <a:pt x="382331" y="77969"/>
                  <a:pt x="381725" y="72577"/>
                  <a:pt x="380513" y="69283"/>
                </a:cubicBezTo>
                <a:cubicBezTo>
                  <a:pt x="379300" y="65988"/>
                  <a:pt x="377100" y="63334"/>
                  <a:pt x="373913" y="61323"/>
                </a:cubicBezTo>
                <a:cubicBezTo>
                  <a:pt x="370726" y="59311"/>
                  <a:pt x="366984" y="58306"/>
                  <a:pt x="362688" y="58306"/>
                </a:cubicBezTo>
                <a:cubicBezTo>
                  <a:pt x="354928" y="58306"/>
                  <a:pt x="348484" y="60890"/>
                  <a:pt x="343357" y="66058"/>
                </a:cubicBezTo>
                <a:cubicBezTo>
                  <a:pt x="338230" y="71224"/>
                  <a:pt x="335666" y="79496"/>
                  <a:pt x="335666" y="90872"/>
                </a:cubicBezTo>
                <a:lnTo>
                  <a:pt x="335666" y="155066"/>
                </a:lnTo>
                <a:lnTo>
                  <a:pt x="316958" y="155066"/>
                </a:lnTo>
                <a:lnTo>
                  <a:pt x="316958" y="83275"/>
                </a:lnTo>
                <a:cubicBezTo>
                  <a:pt x="316958" y="74952"/>
                  <a:pt x="315434" y="68710"/>
                  <a:pt x="312385" y="64548"/>
                </a:cubicBezTo>
                <a:cubicBezTo>
                  <a:pt x="309337" y="60386"/>
                  <a:pt x="304348" y="58306"/>
                  <a:pt x="297419" y="58306"/>
                </a:cubicBezTo>
                <a:cubicBezTo>
                  <a:pt x="292153" y="58306"/>
                  <a:pt x="287286" y="59693"/>
                  <a:pt x="282817" y="62469"/>
                </a:cubicBezTo>
                <a:cubicBezTo>
                  <a:pt x="278348" y="65243"/>
                  <a:pt x="275109" y="69301"/>
                  <a:pt x="273099" y="74642"/>
                </a:cubicBezTo>
                <a:cubicBezTo>
                  <a:pt x="271090" y="79982"/>
                  <a:pt x="270085" y="87680"/>
                  <a:pt x="270085" y="97738"/>
                </a:cubicBezTo>
                <a:lnTo>
                  <a:pt x="270085" y="155066"/>
                </a:lnTo>
                <a:lnTo>
                  <a:pt x="251378" y="155066"/>
                </a:lnTo>
                <a:close/>
                <a:moveTo>
                  <a:pt x="447426" y="155066"/>
                </a:moveTo>
                <a:lnTo>
                  <a:pt x="430070" y="155066"/>
                </a:lnTo>
                <a:lnTo>
                  <a:pt x="430070" y="2702"/>
                </a:lnTo>
                <a:lnTo>
                  <a:pt x="448777" y="2702"/>
                </a:lnTo>
                <a:lnTo>
                  <a:pt x="448777" y="57260"/>
                </a:lnTo>
                <a:cubicBezTo>
                  <a:pt x="456676" y="47217"/>
                  <a:pt x="466758" y="42196"/>
                  <a:pt x="479022" y="42196"/>
                </a:cubicBezTo>
                <a:cubicBezTo>
                  <a:pt x="485812" y="42196"/>
                  <a:pt x="492238" y="43565"/>
                  <a:pt x="498301" y="46301"/>
                </a:cubicBezTo>
                <a:cubicBezTo>
                  <a:pt x="504363" y="49038"/>
                  <a:pt x="509352" y="52884"/>
                  <a:pt x="513267" y="57838"/>
                </a:cubicBezTo>
                <a:cubicBezTo>
                  <a:pt x="517182" y="62792"/>
                  <a:pt x="520248" y="68768"/>
                  <a:pt x="522465" y="75766"/>
                </a:cubicBezTo>
                <a:cubicBezTo>
                  <a:pt x="524682" y="82764"/>
                  <a:pt x="525791" y="90247"/>
                  <a:pt x="525791" y="98215"/>
                </a:cubicBezTo>
                <a:cubicBezTo>
                  <a:pt x="525791" y="117131"/>
                  <a:pt x="521114" y="131751"/>
                  <a:pt x="511760" y="142074"/>
                </a:cubicBezTo>
                <a:cubicBezTo>
                  <a:pt x="502406" y="152398"/>
                  <a:pt x="491181" y="157560"/>
                  <a:pt x="478086" y="157560"/>
                </a:cubicBezTo>
                <a:cubicBezTo>
                  <a:pt x="465060" y="157560"/>
                  <a:pt x="454840" y="152052"/>
                  <a:pt x="447426" y="141035"/>
                </a:cubicBezTo>
                <a:lnTo>
                  <a:pt x="447426" y="155066"/>
                </a:lnTo>
                <a:moveTo>
                  <a:pt x="447218" y="99050"/>
                </a:moveTo>
                <a:cubicBezTo>
                  <a:pt x="447218" y="112219"/>
                  <a:pt x="449020" y="121734"/>
                  <a:pt x="452623" y="127595"/>
                </a:cubicBezTo>
                <a:cubicBezTo>
                  <a:pt x="458512" y="137179"/>
                  <a:pt x="466480" y="141970"/>
                  <a:pt x="476527" y="141970"/>
                </a:cubicBezTo>
                <a:cubicBezTo>
                  <a:pt x="484703" y="141970"/>
                  <a:pt x="491770" y="138437"/>
                  <a:pt x="497729" y="131369"/>
                </a:cubicBezTo>
                <a:cubicBezTo>
                  <a:pt x="503688" y="124302"/>
                  <a:pt x="506667" y="113770"/>
                  <a:pt x="506667" y="99774"/>
                </a:cubicBezTo>
                <a:cubicBezTo>
                  <a:pt x="506667" y="85434"/>
                  <a:pt x="503809" y="74851"/>
                  <a:pt x="498093" y="68026"/>
                </a:cubicBezTo>
                <a:cubicBezTo>
                  <a:pt x="492377" y="61199"/>
                  <a:pt x="485465" y="57786"/>
                  <a:pt x="477359" y="57786"/>
                </a:cubicBezTo>
                <a:cubicBezTo>
                  <a:pt x="469183" y="57786"/>
                  <a:pt x="462115" y="61320"/>
                  <a:pt x="456157" y="68387"/>
                </a:cubicBezTo>
                <a:cubicBezTo>
                  <a:pt x="450198" y="75454"/>
                  <a:pt x="447218" y="85675"/>
                  <a:pt x="447218" y="99050"/>
                </a:cubicBezTo>
                <a:close/>
                <a:moveTo>
                  <a:pt x="542407" y="99878"/>
                </a:moveTo>
                <a:cubicBezTo>
                  <a:pt x="542407" y="79438"/>
                  <a:pt x="548088" y="64299"/>
                  <a:pt x="559451" y="54460"/>
                </a:cubicBezTo>
                <a:cubicBezTo>
                  <a:pt x="568944" y="46284"/>
                  <a:pt x="580515" y="42196"/>
                  <a:pt x="594165" y="42196"/>
                </a:cubicBezTo>
                <a:cubicBezTo>
                  <a:pt x="609339" y="42196"/>
                  <a:pt x="621741" y="47168"/>
                  <a:pt x="631372" y="57110"/>
                </a:cubicBezTo>
                <a:cubicBezTo>
                  <a:pt x="641003" y="67053"/>
                  <a:pt x="645818" y="80789"/>
                  <a:pt x="645818" y="98319"/>
                </a:cubicBezTo>
                <a:cubicBezTo>
                  <a:pt x="645818" y="112523"/>
                  <a:pt x="643688" y="123696"/>
                  <a:pt x="639427" y="131837"/>
                </a:cubicBezTo>
                <a:cubicBezTo>
                  <a:pt x="635165" y="139978"/>
                  <a:pt x="628964" y="146301"/>
                  <a:pt x="620823" y="150805"/>
                </a:cubicBezTo>
                <a:cubicBezTo>
                  <a:pt x="612682" y="155308"/>
                  <a:pt x="603795" y="157560"/>
                  <a:pt x="594165" y="157560"/>
                </a:cubicBezTo>
                <a:cubicBezTo>
                  <a:pt x="578713" y="157560"/>
                  <a:pt x="566224" y="152606"/>
                  <a:pt x="556697" y="142698"/>
                </a:cubicBezTo>
                <a:cubicBezTo>
                  <a:pt x="547170" y="132790"/>
                  <a:pt x="542407" y="118517"/>
                  <a:pt x="542407" y="99878"/>
                </a:cubicBezTo>
                <a:moveTo>
                  <a:pt x="561634" y="99826"/>
                </a:moveTo>
                <a:cubicBezTo>
                  <a:pt x="561634" y="113909"/>
                  <a:pt x="564717" y="124454"/>
                  <a:pt x="570884" y="131460"/>
                </a:cubicBezTo>
                <a:cubicBezTo>
                  <a:pt x="577050" y="138467"/>
                  <a:pt x="584811" y="141970"/>
                  <a:pt x="594165" y="141970"/>
                </a:cubicBezTo>
                <a:cubicBezTo>
                  <a:pt x="603449" y="141970"/>
                  <a:pt x="611175" y="138450"/>
                  <a:pt x="617341" y="131408"/>
                </a:cubicBezTo>
                <a:cubicBezTo>
                  <a:pt x="623508" y="124367"/>
                  <a:pt x="626591" y="113633"/>
                  <a:pt x="626591" y="99206"/>
                </a:cubicBezTo>
                <a:cubicBezTo>
                  <a:pt x="626591" y="85606"/>
                  <a:pt x="623491" y="75303"/>
                  <a:pt x="617289" y="68296"/>
                </a:cubicBezTo>
                <a:cubicBezTo>
                  <a:pt x="611088" y="61289"/>
                  <a:pt x="603380" y="57786"/>
                  <a:pt x="594165" y="57786"/>
                </a:cubicBezTo>
                <a:cubicBezTo>
                  <a:pt x="584811" y="57786"/>
                  <a:pt x="577050" y="61272"/>
                  <a:pt x="570884" y="68244"/>
                </a:cubicBezTo>
                <a:cubicBezTo>
                  <a:pt x="564717" y="75216"/>
                  <a:pt x="561634" y="85743"/>
                  <a:pt x="561634" y="99826"/>
                </a:cubicBezTo>
                <a:close/>
                <a:moveTo>
                  <a:pt x="668151" y="155066"/>
                </a:moveTo>
                <a:lnTo>
                  <a:pt x="668151" y="2702"/>
                </a:lnTo>
                <a:lnTo>
                  <a:pt x="686859" y="2702"/>
                </a:lnTo>
                <a:lnTo>
                  <a:pt x="686859" y="155066"/>
                </a:lnTo>
                <a:lnTo>
                  <a:pt x="668151" y="1550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Obfuscation">
            <a:extLst xmlns:a="http://schemas.openxmlformats.org/drawingml/2006/main">
              <a:ext uri="{FF2B5EF4-FFF2-40B4-BE49-F238E27FC236}">
                <a16:creationId xmlns:a16="http://schemas.microsoft.com/office/drawing/2014/main" id="{76DB42D1-E42F-460C-A168-39C25279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8329" y="2296413"/>
            <a:ext cx="1115123" cy="157560"/>
          </a:xfrm>
          <a:custGeom xmlns:a="http://schemas.openxmlformats.org/drawingml/2006/main">
            <a:pathLst>
              <a:path w="1115123" h="157560">
                <a:moveTo>
                  <a:pt x="0" y="80807"/>
                </a:moveTo>
                <a:cubicBezTo>
                  <a:pt x="0" y="55532"/>
                  <a:pt x="6790" y="35746"/>
                  <a:pt x="20371" y="21449"/>
                </a:cubicBezTo>
                <a:cubicBezTo>
                  <a:pt x="33951" y="7150"/>
                  <a:pt x="51481" y="0"/>
                  <a:pt x="72960" y="0"/>
                </a:cubicBezTo>
                <a:cubicBezTo>
                  <a:pt x="87025" y="0"/>
                  <a:pt x="99705" y="3358"/>
                  <a:pt x="110999" y="10075"/>
                </a:cubicBezTo>
                <a:cubicBezTo>
                  <a:pt x="122293" y="16791"/>
                  <a:pt x="130902" y="26157"/>
                  <a:pt x="136826" y="38172"/>
                </a:cubicBezTo>
                <a:cubicBezTo>
                  <a:pt x="142750" y="50185"/>
                  <a:pt x="145712" y="63807"/>
                  <a:pt x="145712" y="79040"/>
                </a:cubicBezTo>
                <a:cubicBezTo>
                  <a:pt x="145712" y="94480"/>
                  <a:pt x="142594" y="108294"/>
                  <a:pt x="136358" y="120483"/>
                </a:cubicBezTo>
                <a:cubicBezTo>
                  <a:pt x="130122" y="132669"/>
                  <a:pt x="121288" y="141895"/>
                  <a:pt x="109856" y="148161"/>
                </a:cubicBezTo>
                <a:cubicBezTo>
                  <a:pt x="98423" y="154427"/>
                  <a:pt x="86090" y="157560"/>
                  <a:pt x="72856" y="157560"/>
                </a:cubicBezTo>
                <a:cubicBezTo>
                  <a:pt x="58513" y="157560"/>
                  <a:pt x="45695" y="154098"/>
                  <a:pt x="34401" y="147174"/>
                </a:cubicBezTo>
                <a:cubicBezTo>
                  <a:pt x="23107" y="140249"/>
                  <a:pt x="14550" y="130798"/>
                  <a:pt x="8730" y="118820"/>
                </a:cubicBezTo>
                <a:cubicBezTo>
                  <a:pt x="2910" y="106842"/>
                  <a:pt x="0" y="94171"/>
                  <a:pt x="0" y="80807"/>
                </a:cubicBezTo>
                <a:moveTo>
                  <a:pt x="20786" y="81070"/>
                </a:moveTo>
                <a:cubicBezTo>
                  <a:pt x="20786" y="99464"/>
                  <a:pt x="25723" y="113952"/>
                  <a:pt x="35597" y="124536"/>
                </a:cubicBezTo>
                <a:cubicBezTo>
                  <a:pt x="45470" y="135120"/>
                  <a:pt x="57855" y="140411"/>
                  <a:pt x="72752" y="140411"/>
                </a:cubicBezTo>
                <a:cubicBezTo>
                  <a:pt x="87926" y="140411"/>
                  <a:pt x="100415" y="135068"/>
                  <a:pt x="110219" y="124380"/>
                </a:cubicBezTo>
                <a:cubicBezTo>
                  <a:pt x="120024" y="113690"/>
                  <a:pt x="124926" y="98525"/>
                  <a:pt x="124926" y="78884"/>
                </a:cubicBezTo>
                <a:cubicBezTo>
                  <a:pt x="124926" y="66460"/>
                  <a:pt x="122830" y="55615"/>
                  <a:pt x="118638" y="46350"/>
                </a:cubicBezTo>
                <a:cubicBezTo>
                  <a:pt x="114446" y="37085"/>
                  <a:pt x="108314" y="29902"/>
                  <a:pt x="100242" y="24801"/>
                </a:cubicBezTo>
                <a:cubicBezTo>
                  <a:pt x="92170" y="19699"/>
                  <a:pt x="83111" y="17149"/>
                  <a:pt x="73064" y="17149"/>
                </a:cubicBezTo>
                <a:cubicBezTo>
                  <a:pt x="58791" y="17149"/>
                  <a:pt x="46509" y="22059"/>
                  <a:pt x="36220" y="31881"/>
                </a:cubicBezTo>
                <a:cubicBezTo>
                  <a:pt x="25931" y="41700"/>
                  <a:pt x="20786" y="58097"/>
                  <a:pt x="20786" y="81070"/>
                </a:cubicBezTo>
                <a:close/>
                <a:moveTo>
                  <a:pt x="187019" y="155066"/>
                </a:moveTo>
                <a:lnTo>
                  <a:pt x="169663" y="155066"/>
                </a:lnTo>
                <a:lnTo>
                  <a:pt x="169663" y="2702"/>
                </a:lnTo>
                <a:lnTo>
                  <a:pt x="188370" y="2702"/>
                </a:lnTo>
                <a:lnTo>
                  <a:pt x="188370" y="57260"/>
                </a:lnTo>
                <a:cubicBezTo>
                  <a:pt x="196269" y="47217"/>
                  <a:pt x="206350" y="42196"/>
                  <a:pt x="218614" y="42196"/>
                </a:cubicBezTo>
                <a:cubicBezTo>
                  <a:pt x="225405" y="42196"/>
                  <a:pt x="231831" y="43565"/>
                  <a:pt x="237894" y="46301"/>
                </a:cubicBezTo>
                <a:cubicBezTo>
                  <a:pt x="243956" y="49038"/>
                  <a:pt x="248945" y="52884"/>
                  <a:pt x="252860" y="57838"/>
                </a:cubicBezTo>
                <a:cubicBezTo>
                  <a:pt x="256775" y="62792"/>
                  <a:pt x="259841" y="68768"/>
                  <a:pt x="262058" y="75766"/>
                </a:cubicBezTo>
                <a:cubicBezTo>
                  <a:pt x="264275" y="82764"/>
                  <a:pt x="265384" y="90247"/>
                  <a:pt x="265384" y="98215"/>
                </a:cubicBezTo>
                <a:cubicBezTo>
                  <a:pt x="265384" y="117131"/>
                  <a:pt x="260707" y="131751"/>
                  <a:pt x="251353" y="142074"/>
                </a:cubicBezTo>
                <a:cubicBezTo>
                  <a:pt x="241999" y="152398"/>
                  <a:pt x="230774" y="157560"/>
                  <a:pt x="217679" y="157560"/>
                </a:cubicBezTo>
                <a:cubicBezTo>
                  <a:pt x="204653" y="157560"/>
                  <a:pt x="194433" y="152052"/>
                  <a:pt x="187019" y="141035"/>
                </a:cubicBezTo>
                <a:lnTo>
                  <a:pt x="187019" y="155066"/>
                </a:lnTo>
                <a:moveTo>
                  <a:pt x="186811" y="99050"/>
                </a:moveTo>
                <a:cubicBezTo>
                  <a:pt x="186811" y="112219"/>
                  <a:pt x="188613" y="121734"/>
                  <a:pt x="192216" y="127595"/>
                </a:cubicBezTo>
                <a:cubicBezTo>
                  <a:pt x="198105" y="137179"/>
                  <a:pt x="206073" y="141970"/>
                  <a:pt x="216120" y="141970"/>
                </a:cubicBezTo>
                <a:cubicBezTo>
                  <a:pt x="224296" y="141970"/>
                  <a:pt x="231363" y="138437"/>
                  <a:pt x="237322" y="131369"/>
                </a:cubicBezTo>
                <a:cubicBezTo>
                  <a:pt x="243281" y="124302"/>
                  <a:pt x="246260" y="113770"/>
                  <a:pt x="246260" y="99774"/>
                </a:cubicBezTo>
                <a:cubicBezTo>
                  <a:pt x="246260" y="85434"/>
                  <a:pt x="243402" y="74851"/>
                  <a:pt x="237686" y="68026"/>
                </a:cubicBezTo>
                <a:cubicBezTo>
                  <a:pt x="231970" y="61199"/>
                  <a:pt x="225058" y="57786"/>
                  <a:pt x="216951" y="57786"/>
                </a:cubicBezTo>
                <a:cubicBezTo>
                  <a:pt x="208776" y="57786"/>
                  <a:pt x="201708" y="61320"/>
                  <a:pt x="195749" y="68387"/>
                </a:cubicBezTo>
                <a:cubicBezTo>
                  <a:pt x="189791" y="75454"/>
                  <a:pt x="186811" y="85675"/>
                  <a:pt x="186811" y="99050"/>
                </a:cubicBezTo>
                <a:close/>
                <a:moveTo>
                  <a:pt x="293432" y="155066"/>
                </a:moveTo>
                <a:lnTo>
                  <a:pt x="293432" y="59241"/>
                </a:lnTo>
                <a:lnTo>
                  <a:pt x="276907" y="59241"/>
                </a:lnTo>
                <a:lnTo>
                  <a:pt x="276907" y="44691"/>
                </a:lnTo>
                <a:lnTo>
                  <a:pt x="293432" y="44691"/>
                </a:lnTo>
                <a:lnTo>
                  <a:pt x="293432" y="32972"/>
                </a:lnTo>
                <a:cubicBezTo>
                  <a:pt x="293432" y="25576"/>
                  <a:pt x="294090" y="20080"/>
                  <a:pt x="295407" y="16486"/>
                </a:cubicBezTo>
                <a:cubicBezTo>
                  <a:pt x="297208" y="11649"/>
                  <a:pt x="300378" y="7727"/>
                  <a:pt x="304917" y="4719"/>
                </a:cubicBezTo>
                <a:cubicBezTo>
                  <a:pt x="309455" y="1712"/>
                  <a:pt x="315812" y="208"/>
                  <a:pt x="323988" y="208"/>
                </a:cubicBezTo>
                <a:cubicBezTo>
                  <a:pt x="329254" y="208"/>
                  <a:pt x="335074" y="831"/>
                  <a:pt x="341449" y="2079"/>
                </a:cubicBezTo>
                <a:lnTo>
                  <a:pt x="338642" y="18396"/>
                </a:lnTo>
                <a:cubicBezTo>
                  <a:pt x="334762" y="17703"/>
                  <a:pt x="331090" y="17357"/>
                  <a:pt x="327626" y="17357"/>
                </a:cubicBezTo>
                <a:cubicBezTo>
                  <a:pt x="321944" y="17357"/>
                  <a:pt x="317925" y="18565"/>
                  <a:pt x="315570" y="20981"/>
                </a:cubicBezTo>
                <a:cubicBezTo>
                  <a:pt x="313214" y="23398"/>
                  <a:pt x="312036" y="27919"/>
                  <a:pt x="312036" y="34544"/>
                </a:cubicBezTo>
                <a:lnTo>
                  <a:pt x="312036" y="44691"/>
                </a:lnTo>
                <a:lnTo>
                  <a:pt x="333550" y="44691"/>
                </a:lnTo>
                <a:lnTo>
                  <a:pt x="333550" y="59241"/>
                </a:lnTo>
                <a:lnTo>
                  <a:pt x="312036" y="59241"/>
                </a:lnTo>
                <a:lnTo>
                  <a:pt x="312036" y="155066"/>
                </a:lnTo>
                <a:lnTo>
                  <a:pt x="293432" y="155066"/>
                </a:lnTo>
                <a:close/>
                <a:moveTo>
                  <a:pt x="423027" y="155066"/>
                </a:moveTo>
                <a:lnTo>
                  <a:pt x="423027" y="138853"/>
                </a:lnTo>
                <a:cubicBezTo>
                  <a:pt x="414435" y="151324"/>
                  <a:pt x="402760" y="157560"/>
                  <a:pt x="388002" y="157560"/>
                </a:cubicBezTo>
                <a:cubicBezTo>
                  <a:pt x="381489" y="157560"/>
                  <a:pt x="375409" y="156313"/>
                  <a:pt x="369762" y="153819"/>
                </a:cubicBezTo>
                <a:cubicBezTo>
                  <a:pt x="364115" y="151324"/>
                  <a:pt x="359923" y="148189"/>
                  <a:pt x="357186" y="144413"/>
                </a:cubicBezTo>
                <a:cubicBezTo>
                  <a:pt x="354449" y="140637"/>
                  <a:pt x="352527" y="136012"/>
                  <a:pt x="351418" y="130538"/>
                </a:cubicBezTo>
                <a:cubicBezTo>
                  <a:pt x="350656" y="126866"/>
                  <a:pt x="350275" y="121046"/>
                  <a:pt x="350275" y="113077"/>
                </a:cubicBezTo>
                <a:lnTo>
                  <a:pt x="350275" y="44691"/>
                </a:lnTo>
                <a:lnTo>
                  <a:pt x="368983" y="44691"/>
                </a:lnTo>
                <a:lnTo>
                  <a:pt x="368983" y="105906"/>
                </a:lnTo>
                <a:cubicBezTo>
                  <a:pt x="368983" y="115676"/>
                  <a:pt x="369364" y="122258"/>
                  <a:pt x="370126" y="125653"/>
                </a:cubicBezTo>
                <a:cubicBezTo>
                  <a:pt x="371304" y="130573"/>
                  <a:pt x="373798" y="134435"/>
                  <a:pt x="377609" y="137242"/>
                </a:cubicBezTo>
                <a:cubicBezTo>
                  <a:pt x="381420" y="140048"/>
                  <a:pt x="386131" y="141451"/>
                  <a:pt x="391744" y="141451"/>
                </a:cubicBezTo>
                <a:cubicBezTo>
                  <a:pt x="397356" y="141451"/>
                  <a:pt x="402622" y="140013"/>
                  <a:pt x="407541" y="137138"/>
                </a:cubicBezTo>
                <a:cubicBezTo>
                  <a:pt x="412461" y="134262"/>
                  <a:pt x="415942" y="130347"/>
                  <a:pt x="417986" y="125393"/>
                </a:cubicBezTo>
                <a:cubicBezTo>
                  <a:pt x="420030" y="120439"/>
                  <a:pt x="421052" y="113251"/>
                  <a:pt x="421052" y="103828"/>
                </a:cubicBezTo>
                <a:lnTo>
                  <a:pt x="421052" y="44691"/>
                </a:lnTo>
                <a:lnTo>
                  <a:pt x="439760" y="44691"/>
                </a:lnTo>
                <a:lnTo>
                  <a:pt x="439760" y="155066"/>
                </a:lnTo>
                <a:lnTo>
                  <a:pt x="423027" y="155066"/>
                </a:lnTo>
                <a:close/>
                <a:moveTo>
                  <a:pt x="462405" y="122016"/>
                </a:moveTo>
                <a:lnTo>
                  <a:pt x="480905" y="119106"/>
                </a:lnTo>
                <a:cubicBezTo>
                  <a:pt x="481944" y="126487"/>
                  <a:pt x="484837" y="132144"/>
                  <a:pt x="489583" y="136076"/>
                </a:cubicBezTo>
                <a:cubicBezTo>
                  <a:pt x="494329" y="140005"/>
                  <a:pt x="500964" y="141970"/>
                  <a:pt x="509486" y="141970"/>
                </a:cubicBezTo>
                <a:cubicBezTo>
                  <a:pt x="518078" y="141970"/>
                  <a:pt x="524452" y="140235"/>
                  <a:pt x="528609" y="136764"/>
                </a:cubicBezTo>
                <a:cubicBezTo>
                  <a:pt x="532767" y="133291"/>
                  <a:pt x="534845" y="129218"/>
                  <a:pt x="534845" y="124546"/>
                </a:cubicBezTo>
                <a:cubicBezTo>
                  <a:pt x="534845" y="120352"/>
                  <a:pt x="533009" y="117052"/>
                  <a:pt x="529337" y="114646"/>
                </a:cubicBezTo>
                <a:cubicBezTo>
                  <a:pt x="526773" y="112996"/>
                  <a:pt x="520399" y="110899"/>
                  <a:pt x="510214" y="108355"/>
                </a:cubicBezTo>
                <a:cubicBezTo>
                  <a:pt x="496495" y="104889"/>
                  <a:pt x="486985" y="101890"/>
                  <a:pt x="481684" y="99359"/>
                </a:cubicBezTo>
                <a:cubicBezTo>
                  <a:pt x="476384" y="96827"/>
                  <a:pt x="472365" y="93325"/>
                  <a:pt x="469628" y="88852"/>
                </a:cubicBezTo>
                <a:cubicBezTo>
                  <a:pt x="466891" y="84378"/>
                  <a:pt x="465523" y="79437"/>
                  <a:pt x="465523" y="74028"/>
                </a:cubicBezTo>
                <a:cubicBezTo>
                  <a:pt x="465523" y="69105"/>
                  <a:pt x="466649" y="64545"/>
                  <a:pt x="468901" y="60348"/>
                </a:cubicBezTo>
                <a:cubicBezTo>
                  <a:pt x="471153" y="56152"/>
                  <a:pt x="474219" y="52667"/>
                  <a:pt x="478099" y="49894"/>
                </a:cubicBezTo>
                <a:cubicBezTo>
                  <a:pt x="481009" y="47744"/>
                  <a:pt x="484975" y="45924"/>
                  <a:pt x="489999" y="44434"/>
                </a:cubicBezTo>
                <a:cubicBezTo>
                  <a:pt x="495022" y="42942"/>
                  <a:pt x="500409" y="42196"/>
                  <a:pt x="506160" y="42196"/>
                </a:cubicBezTo>
                <a:cubicBezTo>
                  <a:pt x="514821" y="42196"/>
                  <a:pt x="522425" y="43452"/>
                  <a:pt x="528973" y="45964"/>
                </a:cubicBezTo>
                <a:cubicBezTo>
                  <a:pt x="535521" y="48473"/>
                  <a:pt x="540354" y="51874"/>
                  <a:pt x="543472" y="56165"/>
                </a:cubicBezTo>
                <a:cubicBezTo>
                  <a:pt x="546590" y="60455"/>
                  <a:pt x="548737" y="66191"/>
                  <a:pt x="549915" y="73376"/>
                </a:cubicBezTo>
                <a:lnTo>
                  <a:pt x="531623" y="75870"/>
                </a:lnTo>
                <a:cubicBezTo>
                  <a:pt x="530792" y="70188"/>
                  <a:pt x="528384" y="65754"/>
                  <a:pt x="524400" y="62567"/>
                </a:cubicBezTo>
                <a:cubicBezTo>
                  <a:pt x="520416" y="59380"/>
                  <a:pt x="514786" y="57786"/>
                  <a:pt x="507511" y="57786"/>
                </a:cubicBezTo>
                <a:cubicBezTo>
                  <a:pt x="498920" y="57786"/>
                  <a:pt x="492788" y="59200"/>
                  <a:pt x="489115" y="62028"/>
                </a:cubicBezTo>
                <a:cubicBezTo>
                  <a:pt x="485443" y="64853"/>
                  <a:pt x="483607" y="68163"/>
                  <a:pt x="483607" y="71956"/>
                </a:cubicBezTo>
                <a:cubicBezTo>
                  <a:pt x="483607" y="74368"/>
                  <a:pt x="484369" y="76540"/>
                  <a:pt x="485894" y="78472"/>
                </a:cubicBezTo>
                <a:cubicBezTo>
                  <a:pt x="487418" y="80470"/>
                  <a:pt x="489808" y="82124"/>
                  <a:pt x="493065" y="83434"/>
                </a:cubicBezTo>
                <a:cubicBezTo>
                  <a:pt x="494936" y="84125"/>
                  <a:pt x="500444" y="85711"/>
                  <a:pt x="509590" y="88192"/>
                </a:cubicBezTo>
                <a:cubicBezTo>
                  <a:pt x="522824" y="91724"/>
                  <a:pt x="532056" y="94614"/>
                  <a:pt x="537288" y="96864"/>
                </a:cubicBezTo>
                <a:cubicBezTo>
                  <a:pt x="542519" y="99114"/>
                  <a:pt x="546624" y="102386"/>
                  <a:pt x="549604" y="106679"/>
                </a:cubicBezTo>
                <a:cubicBezTo>
                  <a:pt x="552583" y="110971"/>
                  <a:pt x="554073" y="116300"/>
                  <a:pt x="554073" y="122668"/>
                </a:cubicBezTo>
                <a:cubicBezTo>
                  <a:pt x="554073" y="128900"/>
                  <a:pt x="552254" y="134768"/>
                  <a:pt x="548616" y="140272"/>
                </a:cubicBezTo>
                <a:cubicBezTo>
                  <a:pt x="544979" y="145774"/>
                  <a:pt x="539730" y="150031"/>
                  <a:pt x="532871" y="153042"/>
                </a:cubicBezTo>
                <a:cubicBezTo>
                  <a:pt x="526011" y="156054"/>
                  <a:pt x="518251" y="157560"/>
                  <a:pt x="509590" y="157560"/>
                </a:cubicBezTo>
                <a:cubicBezTo>
                  <a:pt x="495247" y="157560"/>
                  <a:pt x="484317" y="154572"/>
                  <a:pt x="476800" y="148596"/>
                </a:cubicBezTo>
                <a:cubicBezTo>
                  <a:pt x="469282" y="142620"/>
                  <a:pt x="464484" y="133760"/>
                  <a:pt x="462405" y="122016"/>
                </a:cubicBezTo>
                <a:close/>
                <a:moveTo>
                  <a:pt x="648338" y="114533"/>
                </a:moveTo>
                <a:lnTo>
                  <a:pt x="666734" y="116923"/>
                </a:lnTo>
                <a:cubicBezTo>
                  <a:pt x="664724" y="129635"/>
                  <a:pt x="659580" y="139587"/>
                  <a:pt x="651300" y="146777"/>
                </a:cubicBezTo>
                <a:cubicBezTo>
                  <a:pt x="643020" y="153966"/>
                  <a:pt x="632852" y="157560"/>
                  <a:pt x="620796" y="157560"/>
                </a:cubicBezTo>
                <a:cubicBezTo>
                  <a:pt x="605691" y="157560"/>
                  <a:pt x="593549" y="152623"/>
                  <a:pt x="584368" y="142750"/>
                </a:cubicBezTo>
                <a:cubicBezTo>
                  <a:pt x="575187" y="132876"/>
                  <a:pt x="570597" y="118724"/>
                  <a:pt x="570597" y="100294"/>
                </a:cubicBezTo>
                <a:cubicBezTo>
                  <a:pt x="570597" y="88376"/>
                  <a:pt x="572572" y="77949"/>
                  <a:pt x="576521" y="69011"/>
                </a:cubicBezTo>
                <a:cubicBezTo>
                  <a:pt x="580471" y="60072"/>
                  <a:pt x="586481" y="53369"/>
                  <a:pt x="594553" y="48900"/>
                </a:cubicBezTo>
                <a:cubicBezTo>
                  <a:pt x="602625" y="44431"/>
                  <a:pt x="611408" y="42196"/>
                  <a:pt x="620900" y="42196"/>
                </a:cubicBezTo>
                <a:cubicBezTo>
                  <a:pt x="632887" y="42196"/>
                  <a:pt x="642691" y="45237"/>
                  <a:pt x="650313" y="51319"/>
                </a:cubicBezTo>
                <a:cubicBezTo>
                  <a:pt x="657934" y="57399"/>
                  <a:pt x="662819" y="66033"/>
                  <a:pt x="664967" y="77221"/>
                </a:cubicBezTo>
                <a:lnTo>
                  <a:pt x="646779" y="80027"/>
                </a:lnTo>
                <a:cubicBezTo>
                  <a:pt x="645047" y="72648"/>
                  <a:pt x="641981" y="67096"/>
                  <a:pt x="637581" y="63372"/>
                </a:cubicBezTo>
                <a:cubicBezTo>
                  <a:pt x="633181" y="59648"/>
                  <a:pt x="627863" y="57786"/>
                  <a:pt x="621628" y="57786"/>
                </a:cubicBezTo>
                <a:cubicBezTo>
                  <a:pt x="612204" y="57786"/>
                  <a:pt x="604548" y="61147"/>
                  <a:pt x="598659" y="67871"/>
                </a:cubicBezTo>
                <a:cubicBezTo>
                  <a:pt x="592769" y="74591"/>
                  <a:pt x="589824" y="85226"/>
                  <a:pt x="589824" y="99774"/>
                </a:cubicBezTo>
                <a:cubicBezTo>
                  <a:pt x="589824" y="114530"/>
                  <a:pt x="592665" y="125253"/>
                  <a:pt x="598347" y="131941"/>
                </a:cubicBezTo>
                <a:cubicBezTo>
                  <a:pt x="604028" y="138627"/>
                  <a:pt x="611442" y="141970"/>
                  <a:pt x="620588" y="141970"/>
                </a:cubicBezTo>
                <a:cubicBezTo>
                  <a:pt x="627933" y="141970"/>
                  <a:pt x="634065" y="139727"/>
                  <a:pt x="638984" y="135241"/>
                </a:cubicBezTo>
                <a:cubicBezTo>
                  <a:pt x="643904" y="130755"/>
                  <a:pt x="647021" y="123852"/>
                  <a:pt x="648338" y="114533"/>
                </a:cubicBezTo>
                <a:close/>
                <a:moveTo>
                  <a:pt x="754764" y="141438"/>
                </a:moveTo>
                <a:cubicBezTo>
                  <a:pt x="747835" y="147332"/>
                  <a:pt x="741166" y="151492"/>
                  <a:pt x="734757" y="153919"/>
                </a:cubicBezTo>
                <a:cubicBezTo>
                  <a:pt x="728348" y="156347"/>
                  <a:pt x="721471" y="157560"/>
                  <a:pt x="714127" y="157560"/>
                </a:cubicBezTo>
                <a:cubicBezTo>
                  <a:pt x="702001" y="157560"/>
                  <a:pt x="692682" y="154596"/>
                  <a:pt x="686169" y="148668"/>
                </a:cubicBezTo>
                <a:cubicBezTo>
                  <a:pt x="679656" y="142739"/>
                  <a:pt x="676399" y="135164"/>
                  <a:pt x="676399" y="125942"/>
                </a:cubicBezTo>
                <a:cubicBezTo>
                  <a:pt x="676399" y="120536"/>
                  <a:pt x="677629" y="115597"/>
                  <a:pt x="680089" y="111126"/>
                </a:cubicBezTo>
                <a:cubicBezTo>
                  <a:pt x="682549" y="106652"/>
                  <a:pt x="685771" y="103063"/>
                  <a:pt x="689755" y="100359"/>
                </a:cubicBezTo>
                <a:cubicBezTo>
                  <a:pt x="693739" y="97654"/>
                  <a:pt x="698225" y="95609"/>
                  <a:pt x="703214" y="94224"/>
                </a:cubicBezTo>
                <a:cubicBezTo>
                  <a:pt x="706886" y="93251"/>
                  <a:pt x="712429" y="92315"/>
                  <a:pt x="719843" y="91414"/>
                </a:cubicBezTo>
                <a:cubicBezTo>
                  <a:pt x="734948" y="89626"/>
                  <a:pt x="746068" y="87493"/>
                  <a:pt x="753205" y="85016"/>
                </a:cubicBezTo>
                <a:cubicBezTo>
                  <a:pt x="753274" y="82463"/>
                  <a:pt x="753309" y="80841"/>
                  <a:pt x="753309" y="80151"/>
                </a:cubicBezTo>
                <a:cubicBezTo>
                  <a:pt x="753309" y="72557"/>
                  <a:pt x="751542" y="67208"/>
                  <a:pt x="748008" y="64103"/>
                </a:cubicBezTo>
                <a:cubicBezTo>
                  <a:pt x="743227" y="59892"/>
                  <a:pt x="736125" y="57786"/>
                  <a:pt x="726702" y="57786"/>
                </a:cubicBezTo>
                <a:cubicBezTo>
                  <a:pt x="717903" y="57786"/>
                  <a:pt x="711407" y="59328"/>
                  <a:pt x="707215" y="62411"/>
                </a:cubicBezTo>
                <a:cubicBezTo>
                  <a:pt x="703023" y="65494"/>
                  <a:pt x="699923" y="70951"/>
                  <a:pt x="697913" y="78780"/>
                </a:cubicBezTo>
                <a:lnTo>
                  <a:pt x="679621" y="76286"/>
                </a:lnTo>
                <a:cubicBezTo>
                  <a:pt x="681284" y="68432"/>
                  <a:pt x="684021" y="62090"/>
                  <a:pt x="687832" y="57260"/>
                </a:cubicBezTo>
                <a:cubicBezTo>
                  <a:pt x="691643" y="52429"/>
                  <a:pt x="697151" y="48711"/>
                  <a:pt x="704357" y="46107"/>
                </a:cubicBezTo>
                <a:cubicBezTo>
                  <a:pt x="711563" y="43500"/>
                  <a:pt x="719912" y="42196"/>
                  <a:pt x="729405" y="42196"/>
                </a:cubicBezTo>
                <a:cubicBezTo>
                  <a:pt x="738828" y="42196"/>
                  <a:pt x="746484" y="43305"/>
                  <a:pt x="752373" y="45522"/>
                </a:cubicBezTo>
                <a:cubicBezTo>
                  <a:pt x="758263" y="47739"/>
                  <a:pt x="762593" y="50528"/>
                  <a:pt x="765365" y="53888"/>
                </a:cubicBezTo>
                <a:cubicBezTo>
                  <a:pt x="768136" y="57249"/>
                  <a:pt x="770076" y="61493"/>
                  <a:pt x="771185" y="66620"/>
                </a:cubicBezTo>
                <a:cubicBezTo>
                  <a:pt x="771809" y="69807"/>
                  <a:pt x="772120" y="75558"/>
                  <a:pt x="772120" y="83873"/>
                </a:cubicBezTo>
                <a:lnTo>
                  <a:pt x="772120" y="108816"/>
                </a:lnTo>
                <a:cubicBezTo>
                  <a:pt x="772120" y="126208"/>
                  <a:pt x="772519" y="137207"/>
                  <a:pt x="773316" y="141815"/>
                </a:cubicBezTo>
                <a:cubicBezTo>
                  <a:pt x="774112" y="146422"/>
                  <a:pt x="775689" y="150839"/>
                  <a:pt x="778044" y="155066"/>
                </a:cubicBezTo>
                <a:lnTo>
                  <a:pt x="758505" y="155066"/>
                </a:lnTo>
                <a:cubicBezTo>
                  <a:pt x="756565" y="151181"/>
                  <a:pt x="755318" y="146639"/>
                  <a:pt x="754764" y="141438"/>
                </a:cubicBezTo>
                <a:moveTo>
                  <a:pt x="753205" y="99566"/>
                </a:moveTo>
                <a:cubicBezTo>
                  <a:pt x="746415" y="102362"/>
                  <a:pt x="736229" y="104737"/>
                  <a:pt x="722649" y="106692"/>
                </a:cubicBezTo>
                <a:cubicBezTo>
                  <a:pt x="714958" y="107805"/>
                  <a:pt x="709519" y="109058"/>
                  <a:pt x="706332" y="110450"/>
                </a:cubicBezTo>
                <a:cubicBezTo>
                  <a:pt x="703144" y="111840"/>
                  <a:pt x="700685" y="113875"/>
                  <a:pt x="698953" y="116556"/>
                </a:cubicBezTo>
                <a:cubicBezTo>
                  <a:pt x="697220" y="119234"/>
                  <a:pt x="696354" y="122208"/>
                  <a:pt x="696354" y="125478"/>
                </a:cubicBezTo>
                <a:cubicBezTo>
                  <a:pt x="696354" y="130486"/>
                  <a:pt x="698242" y="134661"/>
                  <a:pt x="702019" y="138002"/>
                </a:cubicBezTo>
                <a:cubicBezTo>
                  <a:pt x="705795" y="141340"/>
                  <a:pt x="711320" y="143010"/>
                  <a:pt x="718596" y="143010"/>
                </a:cubicBezTo>
                <a:cubicBezTo>
                  <a:pt x="725802" y="143010"/>
                  <a:pt x="732211" y="141426"/>
                  <a:pt x="737823" y="138258"/>
                </a:cubicBezTo>
                <a:cubicBezTo>
                  <a:pt x="743435" y="135090"/>
                  <a:pt x="747558" y="130757"/>
                  <a:pt x="750191" y="125257"/>
                </a:cubicBezTo>
                <a:cubicBezTo>
                  <a:pt x="752200" y="121009"/>
                  <a:pt x="753205" y="114743"/>
                  <a:pt x="753205" y="106458"/>
                </a:cubicBezTo>
                <a:lnTo>
                  <a:pt x="753205" y="99566"/>
                </a:lnTo>
                <a:close/>
                <a:moveTo>
                  <a:pt x="842782" y="138541"/>
                </a:moveTo>
                <a:lnTo>
                  <a:pt x="845484" y="155066"/>
                </a:lnTo>
                <a:cubicBezTo>
                  <a:pt x="840218" y="156036"/>
                  <a:pt x="835506" y="156521"/>
                  <a:pt x="831349" y="156521"/>
                </a:cubicBezTo>
                <a:cubicBezTo>
                  <a:pt x="824559" y="156521"/>
                  <a:pt x="819293" y="155447"/>
                  <a:pt x="815551" y="153299"/>
                </a:cubicBezTo>
                <a:cubicBezTo>
                  <a:pt x="811810" y="151151"/>
                  <a:pt x="809177" y="148328"/>
                  <a:pt x="807653" y="144829"/>
                </a:cubicBezTo>
                <a:cubicBezTo>
                  <a:pt x="806128" y="141330"/>
                  <a:pt x="805366" y="133968"/>
                  <a:pt x="805366" y="122743"/>
                </a:cubicBezTo>
                <a:lnTo>
                  <a:pt x="805366" y="59241"/>
                </a:lnTo>
                <a:lnTo>
                  <a:pt x="791647" y="59241"/>
                </a:lnTo>
                <a:lnTo>
                  <a:pt x="791647" y="44691"/>
                </a:lnTo>
                <a:lnTo>
                  <a:pt x="805366" y="44691"/>
                </a:lnTo>
                <a:lnTo>
                  <a:pt x="805366" y="17282"/>
                </a:lnTo>
                <a:lnTo>
                  <a:pt x="823970" y="6028"/>
                </a:lnTo>
                <a:lnTo>
                  <a:pt x="823970" y="44691"/>
                </a:lnTo>
                <a:lnTo>
                  <a:pt x="842782" y="44691"/>
                </a:lnTo>
                <a:lnTo>
                  <a:pt x="842782" y="59241"/>
                </a:lnTo>
                <a:lnTo>
                  <a:pt x="823970" y="59241"/>
                </a:lnTo>
                <a:lnTo>
                  <a:pt x="823970" y="123782"/>
                </a:lnTo>
                <a:cubicBezTo>
                  <a:pt x="823970" y="129118"/>
                  <a:pt x="824299" y="132547"/>
                  <a:pt x="824957" y="134072"/>
                </a:cubicBezTo>
                <a:cubicBezTo>
                  <a:pt x="825616" y="135596"/>
                  <a:pt x="826689" y="136809"/>
                  <a:pt x="828179" y="137709"/>
                </a:cubicBezTo>
                <a:cubicBezTo>
                  <a:pt x="829669" y="138610"/>
                  <a:pt x="831799" y="139060"/>
                  <a:pt x="834571" y="139060"/>
                </a:cubicBezTo>
                <a:cubicBezTo>
                  <a:pt x="836650" y="139060"/>
                  <a:pt x="839386" y="138887"/>
                  <a:pt x="842782" y="138541"/>
                </a:cubicBezTo>
                <a:close/>
                <a:moveTo>
                  <a:pt x="861639" y="24320"/>
                </a:moveTo>
                <a:lnTo>
                  <a:pt x="861639" y="2702"/>
                </a:lnTo>
                <a:lnTo>
                  <a:pt x="880347" y="2702"/>
                </a:lnTo>
                <a:lnTo>
                  <a:pt x="880347" y="24320"/>
                </a:lnTo>
                <a:lnTo>
                  <a:pt x="861639" y="24320"/>
                </a:lnTo>
                <a:moveTo>
                  <a:pt x="861639" y="155066"/>
                </a:moveTo>
                <a:lnTo>
                  <a:pt x="861639" y="44691"/>
                </a:lnTo>
                <a:lnTo>
                  <a:pt x="880347" y="44691"/>
                </a:lnTo>
                <a:lnTo>
                  <a:pt x="880347" y="155066"/>
                </a:lnTo>
                <a:lnTo>
                  <a:pt x="861639" y="155066"/>
                </a:lnTo>
                <a:close/>
                <a:moveTo>
                  <a:pt x="901398" y="99878"/>
                </a:moveTo>
                <a:cubicBezTo>
                  <a:pt x="901398" y="79438"/>
                  <a:pt x="907080" y="64299"/>
                  <a:pt x="918443" y="54460"/>
                </a:cubicBezTo>
                <a:cubicBezTo>
                  <a:pt x="927936" y="46284"/>
                  <a:pt x="939507" y="42196"/>
                  <a:pt x="953156" y="42196"/>
                </a:cubicBezTo>
                <a:cubicBezTo>
                  <a:pt x="968330" y="42196"/>
                  <a:pt x="980733" y="47168"/>
                  <a:pt x="990364" y="57110"/>
                </a:cubicBezTo>
                <a:cubicBezTo>
                  <a:pt x="999995" y="67053"/>
                  <a:pt x="1004810" y="80789"/>
                  <a:pt x="1004810" y="98319"/>
                </a:cubicBezTo>
                <a:cubicBezTo>
                  <a:pt x="1004810" y="112523"/>
                  <a:pt x="1002680" y="123696"/>
                  <a:pt x="998418" y="131837"/>
                </a:cubicBezTo>
                <a:cubicBezTo>
                  <a:pt x="994157" y="139978"/>
                  <a:pt x="987956" y="146301"/>
                  <a:pt x="979815" y="150805"/>
                </a:cubicBezTo>
                <a:cubicBezTo>
                  <a:pt x="971673" y="155308"/>
                  <a:pt x="962787" y="157560"/>
                  <a:pt x="953156" y="157560"/>
                </a:cubicBezTo>
                <a:cubicBezTo>
                  <a:pt x="937705" y="157560"/>
                  <a:pt x="925216" y="152606"/>
                  <a:pt x="915689" y="142698"/>
                </a:cubicBezTo>
                <a:cubicBezTo>
                  <a:pt x="906162" y="132790"/>
                  <a:pt x="901398" y="118517"/>
                  <a:pt x="901398" y="99878"/>
                </a:cubicBezTo>
                <a:moveTo>
                  <a:pt x="920626" y="99826"/>
                </a:moveTo>
                <a:cubicBezTo>
                  <a:pt x="920626" y="113909"/>
                  <a:pt x="923709" y="124454"/>
                  <a:pt x="929876" y="131460"/>
                </a:cubicBezTo>
                <a:cubicBezTo>
                  <a:pt x="936042" y="138467"/>
                  <a:pt x="943802" y="141970"/>
                  <a:pt x="953156" y="141970"/>
                </a:cubicBezTo>
                <a:cubicBezTo>
                  <a:pt x="962441" y="141970"/>
                  <a:pt x="970166" y="138450"/>
                  <a:pt x="976333" y="131408"/>
                </a:cubicBezTo>
                <a:cubicBezTo>
                  <a:pt x="982500" y="124367"/>
                  <a:pt x="985583" y="113633"/>
                  <a:pt x="985583" y="99206"/>
                </a:cubicBezTo>
                <a:cubicBezTo>
                  <a:pt x="985583" y="85606"/>
                  <a:pt x="982482" y="75303"/>
                  <a:pt x="976281" y="68296"/>
                </a:cubicBezTo>
                <a:cubicBezTo>
                  <a:pt x="970080" y="61289"/>
                  <a:pt x="962371" y="57786"/>
                  <a:pt x="953156" y="57786"/>
                </a:cubicBezTo>
                <a:cubicBezTo>
                  <a:pt x="943802" y="57786"/>
                  <a:pt x="936042" y="61272"/>
                  <a:pt x="929876" y="68244"/>
                </a:cubicBezTo>
                <a:cubicBezTo>
                  <a:pt x="923709" y="75216"/>
                  <a:pt x="920626" y="85743"/>
                  <a:pt x="920626" y="99826"/>
                </a:cubicBezTo>
                <a:close/>
                <a:moveTo>
                  <a:pt x="1025430" y="155066"/>
                </a:moveTo>
                <a:lnTo>
                  <a:pt x="1025430" y="44691"/>
                </a:lnTo>
                <a:lnTo>
                  <a:pt x="1042267" y="44691"/>
                </a:lnTo>
                <a:lnTo>
                  <a:pt x="1042267" y="60280"/>
                </a:lnTo>
                <a:cubicBezTo>
                  <a:pt x="1050373" y="48224"/>
                  <a:pt x="1062083" y="42196"/>
                  <a:pt x="1077396" y="42196"/>
                </a:cubicBezTo>
                <a:cubicBezTo>
                  <a:pt x="1084047" y="42196"/>
                  <a:pt x="1090162" y="43391"/>
                  <a:pt x="1095739" y="45782"/>
                </a:cubicBezTo>
                <a:cubicBezTo>
                  <a:pt x="1101317" y="48172"/>
                  <a:pt x="1105492" y="51308"/>
                  <a:pt x="1108263" y="55188"/>
                </a:cubicBezTo>
                <a:cubicBezTo>
                  <a:pt x="1111035" y="59068"/>
                  <a:pt x="1112975" y="63675"/>
                  <a:pt x="1114083" y="69011"/>
                </a:cubicBezTo>
                <a:cubicBezTo>
                  <a:pt x="1114776" y="72475"/>
                  <a:pt x="1115123" y="78538"/>
                  <a:pt x="1115123" y="87199"/>
                </a:cubicBezTo>
                <a:lnTo>
                  <a:pt x="1115123" y="155066"/>
                </a:lnTo>
                <a:lnTo>
                  <a:pt x="1096415" y="155066"/>
                </a:lnTo>
                <a:lnTo>
                  <a:pt x="1096415" y="87855"/>
                </a:lnTo>
                <a:cubicBezTo>
                  <a:pt x="1096415" y="80224"/>
                  <a:pt x="1095688" y="74519"/>
                  <a:pt x="1094232" y="70738"/>
                </a:cubicBezTo>
                <a:cubicBezTo>
                  <a:pt x="1092777" y="66958"/>
                  <a:pt x="1090196" y="63941"/>
                  <a:pt x="1086490" y="61687"/>
                </a:cubicBezTo>
                <a:cubicBezTo>
                  <a:pt x="1082783" y="59433"/>
                  <a:pt x="1078435" y="58306"/>
                  <a:pt x="1073446" y="58306"/>
                </a:cubicBezTo>
                <a:cubicBezTo>
                  <a:pt x="1065478" y="58306"/>
                  <a:pt x="1058601" y="60838"/>
                  <a:pt x="1052816" y="65902"/>
                </a:cubicBezTo>
                <a:cubicBezTo>
                  <a:pt x="1047030" y="70965"/>
                  <a:pt x="1044137" y="80571"/>
                  <a:pt x="1044137" y="94721"/>
                </a:cubicBezTo>
                <a:lnTo>
                  <a:pt x="1044137" y="155066"/>
                </a:lnTo>
                <a:lnTo>
                  <a:pt x="1025430" y="1550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F7D506-53B1-4716-9A97-5AF21E0A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486" y="1816561"/>
            <a:ext cx="2924051" cy="10"/>
          </a:xfrm>
          <a:custGeom xmlns:a="http://schemas.openxmlformats.org/drawingml/2006/main">
            <a:pathLst>
              <a:path w="2924051" h="1" fill="none">
                <a:moveTo>
                  <a:pt x="0" y="0"/>
                </a:moveTo>
                <a:lnTo>
                  <a:pt x="2924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738" cap="flat">
            <a:solidFill>
              <a:srgbClr val="2E75B6"/>
            </a:solidFill>
            <a:custDash>
              <a:ds d="400000" sp="300000"/>
            </a:custDash>
            <a:miter/>
          </a:ln>
        </p:spPr>
      </p:sp>
      <p:sp>
        <p:nvSpPr>
          <p:cNvPr id="42" name="Text Code">
            <a:extLst xmlns:a="http://schemas.openxmlformats.org/drawingml/2006/main">
              <a:ext uri="{FF2B5EF4-FFF2-40B4-BE49-F238E27FC236}">
                <a16:creationId xmlns:a16="http://schemas.microsoft.com/office/drawing/2014/main" id="{20356E04-B4ED-408D-931B-D25291DA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47" y="686301"/>
            <a:ext cx="427976" cy="130947"/>
          </a:xfrm>
          <a:custGeom xmlns:a="http://schemas.openxmlformats.org/drawingml/2006/main">
            <a:pathLst>
              <a:path w="427976" h="130947">
                <a:moveTo>
                  <a:pt x="85401" y="82123"/>
                </a:moveTo>
                <a:lnTo>
                  <a:pt x="110158" y="89886"/>
                </a:lnTo>
                <a:cubicBezTo>
                  <a:pt x="106362" y="103776"/>
                  <a:pt x="100051" y="114093"/>
                  <a:pt x="91223" y="120836"/>
                </a:cubicBezTo>
                <a:cubicBezTo>
                  <a:pt x="82396" y="127577"/>
                  <a:pt x="71196" y="130947"/>
                  <a:pt x="57624" y="130947"/>
                </a:cubicBezTo>
                <a:cubicBezTo>
                  <a:pt x="40831" y="130947"/>
                  <a:pt x="27029" y="125204"/>
                  <a:pt x="16217" y="113716"/>
                </a:cubicBezTo>
                <a:cubicBezTo>
                  <a:pt x="5406" y="102227"/>
                  <a:pt x="0" y="86521"/>
                  <a:pt x="0" y="66598"/>
                </a:cubicBezTo>
                <a:cubicBezTo>
                  <a:pt x="0" y="45521"/>
                  <a:pt x="5435" y="29152"/>
                  <a:pt x="16304" y="17493"/>
                </a:cubicBezTo>
                <a:cubicBezTo>
                  <a:pt x="27173" y="5831"/>
                  <a:pt x="41464" y="0"/>
                  <a:pt x="59177" y="0"/>
                </a:cubicBezTo>
                <a:cubicBezTo>
                  <a:pt x="74646" y="0"/>
                  <a:pt x="87212" y="4583"/>
                  <a:pt x="96874" y="13748"/>
                </a:cubicBezTo>
                <a:cubicBezTo>
                  <a:pt x="102624" y="19167"/>
                  <a:pt x="106938" y="26948"/>
                  <a:pt x="109813" y="37093"/>
                </a:cubicBezTo>
                <a:lnTo>
                  <a:pt x="84538" y="43132"/>
                </a:lnTo>
                <a:cubicBezTo>
                  <a:pt x="83043" y="36576"/>
                  <a:pt x="79923" y="31400"/>
                  <a:pt x="75178" y="27604"/>
                </a:cubicBezTo>
                <a:cubicBezTo>
                  <a:pt x="70434" y="23809"/>
                  <a:pt x="64669" y="21911"/>
                  <a:pt x="57883" y="21911"/>
                </a:cubicBezTo>
                <a:cubicBezTo>
                  <a:pt x="48509" y="21911"/>
                  <a:pt x="40903" y="25275"/>
                  <a:pt x="35066" y="32004"/>
                </a:cubicBezTo>
                <a:cubicBezTo>
                  <a:pt x="29229" y="38732"/>
                  <a:pt x="26310" y="49630"/>
                  <a:pt x="26310" y="64697"/>
                </a:cubicBezTo>
                <a:cubicBezTo>
                  <a:pt x="26310" y="80685"/>
                  <a:pt x="29186" y="92072"/>
                  <a:pt x="34937" y="98858"/>
                </a:cubicBezTo>
                <a:cubicBezTo>
                  <a:pt x="40687" y="105644"/>
                  <a:pt x="48164" y="109037"/>
                  <a:pt x="57365" y="109037"/>
                </a:cubicBezTo>
                <a:cubicBezTo>
                  <a:pt x="64151" y="109037"/>
                  <a:pt x="69988" y="106874"/>
                  <a:pt x="74876" y="102548"/>
                </a:cubicBezTo>
                <a:cubicBezTo>
                  <a:pt x="79765" y="98220"/>
                  <a:pt x="83273" y="91412"/>
                  <a:pt x="85401" y="82123"/>
                </a:cubicBezTo>
                <a:close/>
                <a:moveTo>
                  <a:pt x="126419" y="81605"/>
                </a:moveTo>
                <a:cubicBezTo>
                  <a:pt x="126419" y="73554"/>
                  <a:pt x="128403" y="65761"/>
                  <a:pt x="132371" y="58228"/>
                </a:cubicBezTo>
                <a:cubicBezTo>
                  <a:pt x="136339" y="50694"/>
                  <a:pt x="141960" y="44943"/>
                  <a:pt x="149235" y="40975"/>
                </a:cubicBezTo>
                <a:cubicBezTo>
                  <a:pt x="156510" y="37007"/>
                  <a:pt x="164633" y="35023"/>
                  <a:pt x="173605" y="35023"/>
                </a:cubicBezTo>
                <a:cubicBezTo>
                  <a:pt x="187464" y="35023"/>
                  <a:pt x="198822" y="39523"/>
                  <a:pt x="207678" y="48523"/>
                </a:cubicBezTo>
                <a:cubicBezTo>
                  <a:pt x="216535" y="57523"/>
                  <a:pt x="220963" y="68896"/>
                  <a:pt x="220963" y="82640"/>
                </a:cubicBezTo>
                <a:cubicBezTo>
                  <a:pt x="220963" y="96500"/>
                  <a:pt x="216492" y="107987"/>
                  <a:pt x="207549" y="117102"/>
                </a:cubicBezTo>
                <a:cubicBezTo>
                  <a:pt x="198606" y="126217"/>
                  <a:pt x="187349" y="130775"/>
                  <a:pt x="173777" y="130775"/>
                </a:cubicBezTo>
                <a:cubicBezTo>
                  <a:pt x="165381" y="130775"/>
                  <a:pt x="157373" y="128877"/>
                  <a:pt x="149753" y="125082"/>
                </a:cubicBezTo>
                <a:cubicBezTo>
                  <a:pt x="142133" y="121286"/>
                  <a:pt x="136339" y="115722"/>
                  <a:pt x="132371" y="108390"/>
                </a:cubicBezTo>
                <a:cubicBezTo>
                  <a:pt x="128403" y="101057"/>
                  <a:pt x="126419" y="92129"/>
                  <a:pt x="126419" y="81605"/>
                </a:cubicBezTo>
                <a:moveTo>
                  <a:pt x="151262" y="82899"/>
                </a:moveTo>
                <a:cubicBezTo>
                  <a:pt x="151262" y="91957"/>
                  <a:pt x="153419" y="98894"/>
                  <a:pt x="157732" y="103710"/>
                </a:cubicBezTo>
                <a:cubicBezTo>
                  <a:pt x="162045" y="108526"/>
                  <a:pt x="167365" y="110934"/>
                  <a:pt x="173691" y="110934"/>
                </a:cubicBezTo>
                <a:cubicBezTo>
                  <a:pt x="180017" y="110934"/>
                  <a:pt x="185322" y="108526"/>
                  <a:pt x="189606" y="103710"/>
                </a:cubicBezTo>
                <a:cubicBezTo>
                  <a:pt x="193891" y="98894"/>
                  <a:pt x="196033" y="91899"/>
                  <a:pt x="196033" y="82726"/>
                </a:cubicBezTo>
                <a:cubicBezTo>
                  <a:pt x="196033" y="73784"/>
                  <a:pt x="193891" y="66904"/>
                  <a:pt x="189606" y="62088"/>
                </a:cubicBezTo>
                <a:cubicBezTo>
                  <a:pt x="185322" y="57272"/>
                  <a:pt x="180017" y="54863"/>
                  <a:pt x="173691" y="54863"/>
                </a:cubicBezTo>
                <a:cubicBezTo>
                  <a:pt x="167365" y="54863"/>
                  <a:pt x="162045" y="57272"/>
                  <a:pt x="157732" y="62088"/>
                </a:cubicBezTo>
                <a:cubicBezTo>
                  <a:pt x="153419" y="66904"/>
                  <a:pt x="151262" y="73841"/>
                  <a:pt x="151262" y="82899"/>
                </a:cubicBezTo>
                <a:close/>
                <a:moveTo>
                  <a:pt x="324590" y="128705"/>
                </a:moveTo>
                <a:lnTo>
                  <a:pt x="302075" y="128705"/>
                </a:lnTo>
                <a:lnTo>
                  <a:pt x="302075" y="115248"/>
                </a:lnTo>
                <a:cubicBezTo>
                  <a:pt x="298337" y="120481"/>
                  <a:pt x="293923" y="124377"/>
                  <a:pt x="288834" y="126936"/>
                </a:cubicBezTo>
                <a:cubicBezTo>
                  <a:pt x="283744" y="129495"/>
                  <a:pt x="278612" y="130775"/>
                  <a:pt x="273436" y="130775"/>
                </a:cubicBezTo>
                <a:cubicBezTo>
                  <a:pt x="262912" y="130775"/>
                  <a:pt x="253897" y="126534"/>
                  <a:pt x="246392" y="118051"/>
                </a:cubicBezTo>
                <a:cubicBezTo>
                  <a:pt x="238887" y="109569"/>
                  <a:pt x="235135" y="97736"/>
                  <a:pt x="235135" y="82554"/>
                </a:cubicBezTo>
                <a:cubicBezTo>
                  <a:pt x="235135" y="67026"/>
                  <a:pt x="238787" y="55223"/>
                  <a:pt x="246090" y="47143"/>
                </a:cubicBezTo>
                <a:cubicBezTo>
                  <a:pt x="253394" y="39063"/>
                  <a:pt x="262624" y="35023"/>
                  <a:pt x="273781" y="35023"/>
                </a:cubicBezTo>
                <a:cubicBezTo>
                  <a:pt x="284017" y="35023"/>
                  <a:pt x="292874" y="39278"/>
                  <a:pt x="300350" y="47790"/>
                </a:cubicBezTo>
                <a:lnTo>
                  <a:pt x="300350" y="2243"/>
                </a:lnTo>
                <a:lnTo>
                  <a:pt x="324590" y="2243"/>
                </a:lnTo>
                <a:lnTo>
                  <a:pt x="324590" y="128705"/>
                </a:lnTo>
                <a:moveTo>
                  <a:pt x="259892" y="80961"/>
                </a:moveTo>
                <a:cubicBezTo>
                  <a:pt x="259892" y="90723"/>
                  <a:pt x="261244" y="97786"/>
                  <a:pt x="263947" y="102149"/>
                </a:cubicBezTo>
                <a:cubicBezTo>
                  <a:pt x="267857" y="108466"/>
                  <a:pt x="273321" y="111625"/>
                  <a:pt x="280337" y="111625"/>
                </a:cubicBezTo>
                <a:cubicBezTo>
                  <a:pt x="285915" y="111625"/>
                  <a:pt x="290660" y="109256"/>
                  <a:pt x="294570" y="104519"/>
                </a:cubicBezTo>
                <a:cubicBezTo>
                  <a:pt x="298481" y="99781"/>
                  <a:pt x="300436" y="92704"/>
                  <a:pt x="300436" y="83287"/>
                </a:cubicBezTo>
                <a:cubicBezTo>
                  <a:pt x="300436" y="72777"/>
                  <a:pt x="298538" y="65211"/>
                  <a:pt x="294743" y="60589"/>
                </a:cubicBezTo>
                <a:cubicBezTo>
                  <a:pt x="290947" y="55967"/>
                  <a:pt x="286088" y="53656"/>
                  <a:pt x="280164" y="53656"/>
                </a:cubicBezTo>
                <a:cubicBezTo>
                  <a:pt x="274413" y="53656"/>
                  <a:pt x="269597" y="55938"/>
                  <a:pt x="265715" y="60503"/>
                </a:cubicBezTo>
                <a:cubicBezTo>
                  <a:pt x="261833" y="65068"/>
                  <a:pt x="259892" y="71887"/>
                  <a:pt x="259892" y="80961"/>
                </a:cubicBezTo>
                <a:close/>
                <a:moveTo>
                  <a:pt x="402183" y="99548"/>
                </a:moveTo>
                <a:lnTo>
                  <a:pt x="426337" y="103688"/>
                </a:lnTo>
                <a:cubicBezTo>
                  <a:pt x="423231" y="112516"/>
                  <a:pt x="418329" y="119237"/>
                  <a:pt x="411629" y="123852"/>
                </a:cubicBezTo>
                <a:cubicBezTo>
                  <a:pt x="404929" y="128467"/>
                  <a:pt x="396547" y="130775"/>
                  <a:pt x="386483" y="130775"/>
                </a:cubicBezTo>
                <a:cubicBezTo>
                  <a:pt x="370553" y="130775"/>
                  <a:pt x="358764" y="125570"/>
                  <a:pt x="351115" y="115161"/>
                </a:cubicBezTo>
                <a:cubicBezTo>
                  <a:pt x="345077" y="106823"/>
                  <a:pt x="342058" y="96298"/>
                  <a:pt x="342058" y="83589"/>
                </a:cubicBezTo>
                <a:cubicBezTo>
                  <a:pt x="342058" y="68407"/>
                  <a:pt x="346026" y="56517"/>
                  <a:pt x="353962" y="47919"/>
                </a:cubicBezTo>
                <a:cubicBezTo>
                  <a:pt x="361898" y="39322"/>
                  <a:pt x="371933" y="35023"/>
                  <a:pt x="384068" y="35023"/>
                </a:cubicBezTo>
                <a:cubicBezTo>
                  <a:pt x="397697" y="35023"/>
                  <a:pt x="408451" y="39523"/>
                  <a:pt x="416330" y="48523"/>
                </a:cubicBezTo>
                <a:cubicBezTo>
                  <a:pt x="424209" y="57523"/>
                  <a:pt x="427976" y="71311"/>
                  <a:pt x="427631" y="89886"/>
                </a:cubicBezTo>
                <a:lnTo>
                  <a:pt x="366901" y="89886"/>
                </a:lnTo>
                <a:cubicBezTo>
                  <a:pt x="367074" y="97075"/>
                  <a:pt x="369029" y="102668"/>
                  <a:pt x="372767" y="106664"/>
                </a:cubicBezTo>
                <a:cubicBezTo>
                  <a:pt x="376505" y="110661"/>
                  <a:pt x="381163" y="112660"/>
                  <a:pt x="386742" y="112660"/>
                </a:cubicBezTo>
                <a:cubicBezTo>
                  <a:pt x="390537" y="112660"/>
                  <a:pt x="393729" y="111625"/>
                  <a:pt x="396317" y="109554"/>
                </a:cubicBezTo>
                <a:cubicBezTo>
                  <a:pt x="398905" y="107484"/>
                  <a:pt x="400860" y="104148"/>
                  <a:pt x="402183" y="99548"/>
                </a:cubicBezTo>
                <a:moveTo>
                  <a:pt x="403563" y="75049"/>
                </a:moveTo>
                <a:cubicBezTo>
                  <a:pt x="403391" y="68062"/>
                  <a:pt x="401579" y="62749"/>
                  <a:pt x="398129" y="59112"/>
                </a:cubicBezTo>
                <a:cubicBezTo>
                  <a:pt x="394678" y="55474"/>
                  <a:pt x="390480" y="53656"/>
                  <a:pt x="385534" y="53656"/>
                </a:cubicBezTo>
                <a:cubicBezTo>
                  <a:pt x="380243" y="53656"/>
                  <a:pt x="375873" y="55574"/>
                  <a:pt x="372422" y="59411"/>
                </a:cubicBezTo>
                <a:cubicBezTo>
                  <a:pt x="368972" y="63250"/>
                  <a:pt x="367275" y="68462"/>
                  <a:pt x="367333" y="75049"/>
                </a:cubicBezTo>
                <a:lnTo>
                  <a:pt x="403563" y="750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Generation">
            <a:extLst xmlns:a="http://schemas.openxmlformats.org/drawingml/2006/main">
              <a:ext uri="{FF2B5EF4-FFF2-40B4-BE49-F238E27FC236}">
                <a16:creationId xmlns:a16="http://schemas.microsoft.com/office/drawing/2014/main" id="{26CCEE0E-A9A5-4BB0-A203-36947054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854" y="899184"/>
            <a:ext cx="913299" cy="130947"/>
          </a:xfrm>
          <a:custGeom xmlns:a="http://schemas.openxmlformats.org/drawingml/2006/main">
            <a:pathLst>
              <a:path w="913299" h="130947">
                <a:moveTo>
                  <a:pt x="63231" y="82295"/>
                </a:moveTo>
                <a:lnTo>
                  <a:pt x="63231" y="60902"/>
                </a:lnTo>
                <a:lnTo>
                  <a:pt x="118267" y="60902"/>
                </a:lnTo>
                <a:lnTo>
                  <a:pt x="118267" y="111288"/>
                </a:lnTo>
                <a:cubicBezTo>
                  <a:pt x="112918" y="116483"/>
                  <a:pt x="105169" y="121059"/>
                  <a:pt x="95019" y="125014"/>
                </a:cubicBezTo>
                <a:cubicBezTo>
                  <a:pt x="84869" y="128970"/>
                  <a:pt x="74589" y="130947"/>
                  <a:pt x="64180" y="130947"/>
                </a:cubicBezTo>
                <a:cubicBezTo>
                  <a:pt x="50953" y="130947"/>
                  <a:pt x="39422" y="128169"/>
                  <a:pt x="29588" y="122612"/>
                </a:cubicBezTo>
                <a:cubicBezTo>
                  <a:pt x="19754" y="117056"/>
                  <a:pt x="12364" y="109109"/>
                  <a:pt x="7419" y="98774"/>
                </a:cubicBezTo>
                <a:cubicBezTo>
                  <a:pt x="2473" y="88437"/>
                  <a:pt x="0" y="77193"/>
                  <a:pt x="0" y="65042"/>
                </a:cubicBezTo>
                <a:cubicBezTo>
                  <a:pt x="0" y="51855"/>
                  <a:pt x="2760" y="40137"/>
                  <a:pt x="8281" y="29887"/>
                </a:cubicBezTo>
                <a:cubicBezTo>
                  <a:pt x="13802" y="19637"/>
                  <a:pt x="21882" y="11776"/>
                  <a:pt x="32521" y="6305"/>
                </a:cubicBezTo>
                <a:cubicBezTo>
                  <a:pt x="40630" y="2102"/>
                  <a:pt x="50723" y="0"/>
                  <a:pt x="62800" y="0"/>
                </a:cubicBezTo>
                <a:cubicBezTo>
                  <a:pt x="78499" y="0"/>
                  <a:pt x="90763" y="3300"/>
                  <a:pt x="99591" y="9901"/>
                </a:cubicBezTo>
                <a:cubicBezTo>
                  <a:pt x="108418" y="16501"/>
                  <a:pt x="114097" y="25622"/>
                  <a:pt x="116628" y="37266"/>
                </a:cubicBezTo>
                <a:lnTo>
                  <a:pt x="91266" y="42096"/>
                </a:lnTo>
                <a:cubicBezTo>
                  <a:pt x="89484" y="35859"/>
                  <a:pt x="86134" y="30935"/>
                  <a:pt x="81217" y="27327"/>
                </a:cubicBezTo>
                <a:cubicBezTo>
                  <a:pt x="76300" y="23716"/>
                  <a:pt x="70161" y="21911"/>
                  <a:pt x="62800" y="21911"/>
                </a:cubicBezTo>
                <a:cubicBezTo>
                  <a:pt x="51643" y="21911"/>
                  <a:pt x="42772" y="25448"/>
                  <a:pt x="36187" y="32521"/>
                </a:cubicBezTo>
                <a:cubicBezTo>
                  <a:pt x="29603" y="39595"/>
                  <a:pt x="26310" y="50090"/>
                  <a:pt x="26310" y="64007"/>
                </a:cubicBezTo>
                <a:cubicBezTo>
                  <a:pt x="26310" y="79017"/>
                  <a:pt x="29646" y="90274"/>
                  <a:pt x="36317" y="97779"/>
                </a:cubicBezTo>
                <a:cubicBezTo>
                  <a:pt x="42988" y="105284"/>
                  <a:pt x="51729" y="109037"/>
                  <a:pt x="62541" y="109037"/>
                </a:cubicBezTo>
                <a:cubicBezTo>
                  <a:pt x="67889" y="109037"/>
                  <a:pt x="73252" y="107991"/>
                  <a:pt x="78629" y="105899"/>
                </a:cubicBezTo>
                <a:cubicBezTo>
                  <a:pt x="84006" y="103807"/>
                  <a:pt x="88621" y="101270"/>
                  <a:pt x="92474" y="98289"/>
                </a:cubicBezTo>
                <a:lnTo>
                  <a:pt x="92474" y="82295"/>
                </a:lnTo>
                <a:lnTo>
                  <a:pt x="63231" y="82295"/>
                </a:lnTo>
                <a:close/>
                <a:moveTo>
                  <a:pt x="195627" y="99548"/>
                </a:moveTo>
                <a:lnTo>
                  <a:pt x="219780" y="103688"/>
                </a:lnTo>
                <a:cubicBezTo>
                  <a:pt x="216675" y="112516"/>
                  <a:pt x="211772" y="119237"/>
                  <a:pt x="205072" y="123852"/>
                </a:cubicBezTo>
                <a:cubicBezTo>
                  <a:pt x="198373" y="128467"/>
                  <a:pt x="189991" y="130775"/>
                  <a:pt x="179927" y="130775"/>
                </a:cubicBezTo>
                <a:cubicBezTo>
                  <a:pt x="163997" y="130775"/>
                  <a:pt x="152207" y="125570"/>
                  <a:pt x="144559" y="115161"/>
                </a:cubicBezTo>
                <a:cubicBezTo>
                  <a:pt x="138520" y="106823"/>
                  <a:pt x="135501" y="96298"/>
                  <a:pt x="135501" y="83589"/>
                </a:cubicBezTo>
                <a:cubicBezTo>
                  <a:pt x="135501" y="68407"/>
                  <a:pt x="139469" y="56517"/>
                  <a:pt x="147405" y="47919"/>
                </a:cubicBezTo>
                <a:cubicBezTo>
                  <a:pt x="155342" y="39322"/>
                  <a:pt x="165377" y="35023"/>
                  <a:pt x="177511" y="35023"/>
                </a:cubicBezTo>
                <a:cubicBezTo>
                  <a:pt x="191141" y="35023"/>
                  <a:pt x="201895" y="39523"/>
                  <a:pt x="209774" y="48523"/>
                </a:cubicBezTo>
                <a:cubicBezTo>
                  <a:pt x="217652" y="57523"/>
                  <a:pt x="221419" y="71311"/>
                  <a:pt x="221074" y="89886"/>
                </a:cubicBezTo>
                <a:lnTo>
                  <a:pt x="160345" y="89886"/>
                </a:lnTo>
                <a:cubicBezTo>
                  <a:pt x="160517" y="97075"/>
                  <a:pt x="162473" y="102668"/>
                  <a:pt x="166211" y="106664"/>
                </a:cubicBezTo>
                <a:cubicBezTo>
                  <a:pt x="169949" y="110661"/>
                  <a:pt x="174607" y="112660"/>
                  <a:pt x="180185" y="112660"/>
                </a:cubicBezTo>
                <a:cubicBezTo>
                  <a:pt x="183981" y="112660"/>
                  <a:pt x="187173" y="111625"/>
                  <a:pt x="189761" y="109554"/>
                </a:cubicBezTo>
                <a:cubicBezTo>
                  <a:pt x="192349" y="107484"/>
                  <a:pt x="194304" y="104148"/>
                  <a:pt x="195627" y="99548"/>
                </a:cubicBezTo>
                <a:moveTo>
                  <a:pt x="197007" y="75049"/>
                </a:moveTo>
                <a:cubicBezTo>
                  <a:pt x="196834" y="68062"/>
                  <a:pt x="195023" y="62749"/>
                  <a:pt x="191572" y="59112"/>
                </a:cubicBezTo>
                <a:cubicBezTo>
                  <a:pt x="188122" y="55474"/>
                  <a:pt x="183924" y="53656"/>
                  <a:pt x="178978" y="53656"/>
                </a:cubicBezTo>
                <a:cubicBezTo>
                  <a:pt x="173687" y="53656"/>
                  <a:pt x="169316" y="55574"/>
                  <a:pt x="165866" y="59411"/>
                </a:cubicBezTo>
                <a:cubicBezTo>
                  <a:pt x="162415" y="63250"/>
                  <a:pt x="160719" y="68462"/>
                  <a:pt x="160776" y="75049"/>
                </a:cubicBezTo>
                <a:lnTo>
                  <a:pt x="197007" y="75049"/>
                </a:lnTo>
                <a:close/>
                <a:moveTo>
                  <a:pt x="323779" y="128705"/>
                </a:moveTo>
                <a:lnTo>
                  <a:pt x="299539" y="128705"/>
                </a:lnTo>
                <a:lnTo>
                  <a:pt x="299539" y="82004"/>
                </a:lnTo>
                <a:cubicBezTo>
                  <a:pt x="299539" y="72123"/>
                  <a:pt x="299021" y="65733"/>
                  <a:pt x="297986" y="62832"/>
                </a:cubicBezTo>
                <a:cubicBezTo>
                  <a:pt x="296951" y="59931"/>
                  <a:pt x="295269" y="57677"/>
                  <a:pt x="292940" y="56068"/>
                </a:cubicBezTo>
                <a:cubicBezTo>
                  <a:pt x="290610" y="54460"/>
                  <a:pt x="287807" y="53656"/>
                  <a:pt x="284529" y="53656"/>
                </a:cubicBezTo>
                <a:cubicBezTo>
                  <a:pt x="280331" y="53656"/>
                  <a:pt x="276564" y="54805"/>
                  <a:pt x="273228" y="57104"/>
                </a:cubicBezTo>
                <a:cubicBezTo>
                  <a:pt x="269893" y="59400"/>
                  <a:pt x="267607" y="62445"/>
                  <a:pt x="266370" y="66237"/>
                </a:cubicBezTo>
                <a:cubicBezTo>
                  <a:pt x="265134" y="70027"/>
                  <a:pt x="264516" y="77035"/>
                  <a:pt x="264516" y="87261"/>
                </a:cubicBezTo>
                <a:lnTo>
                  <a:pt x="264516" y="128705"/>
                </a:lnTo>
                <a:lnTo>
                  <a:pt x="240276" y="128705"/>
                </a:lnTo>
                <a:lnTo>
                  <a:pt x="240276" y="37093"/>
                </a:lnTo>
                <a:lnTo>
                  <a:pt x="262791" y="37093"/>
                </a:lnTo>
                <a:lnTo>
                  <a:pt x="262791" y="50550"/>
                </a:lnTo>
                <a:cubicBezTo>
                  <a:pt x="270784" y="40199"/>
                  <a:pt x="280848" y="35023"/>
                  <a:pt x="292983" y="35023"/>
                </a:cubicBezTo>
                <a:cubicBezTo>
                  <a:pt x="298331" y="35023"/>
                  <a:pt x="303219" y="35986"/>
                  <a:pt x="307647" y="37913"/>
                </a:cubicBezTo>
                <a:cubicBezTo>
                  <a:pt x="312076" y="39839"/>
                  <a:pt x="315425" y="42298"/>
                  <a:pt x="317697" y="45288"/>
                </a:cubicBezTo>
                <a:cubicBezTo>
                  <a:pt x="319969" y="48279"/>
                  <a:pt x="321550" y="51672"/>
                  <a:pt x="322442" y="55467"/>
                </a:cubicBezTo>
                <a:cubicBezTo>
                  <a:pt x="323333" y="59263"/>
                  <a:pt x="323779" y="64697"/>
                  <a:pt x="323779" y="71771"/>
                </a:cubicBezTo>
                <a:lnTo>
                  <a:pt x="323779" y="128705"/>
                </a:lnTo>
                <a:close/>
                <a:moveTo>
                  <a:pt x="402044" y="99548"/>
                </a:moveTo>
                <a:lnTo>
                  <a:pt x="426198" y="103688"/>
                </a:lnTo>
                <a:cubicBezTo>
                  <a:pt x="423093" y="112516"/>
                  <a:pt x="418190" y="119237"/>
                  <a:pt x="411490" y="123852"/>
                </a:cubicBezTo>
                <a:cubicBezTo>
                  <a:pt x="404790" y="128467"/>
                  <a:pt x="396409" y="130775"/>
                  <a:pt x="386345" y="130775"/>
                </a:cubicBezTo>
                <a:cubicBezTo>
                  <a:pt x="370415" y="130775"/>
                  <a:pt x="358625" y="125570"/>
                  <a:pt x="350977" y="115161"/>
                </a:cubicBezTo>
                <a:cubicBezTo>
                  <a:pt x="344938" y="106823"/>
                  <a:pt x="341919" y="96298"/>
                  <a:pt x="341919" y="83589"/>
                </a:cubicBezTo>
                <a:cubicBezTo>
                  <a:pt x="341919" y="68407"/>
                  <a:pt x="345887" y="56517"/>
                  <a:pt x="353823" y="47919"/>
                </a:cubicBezTo>
                <a:cubicBezTo>
                  <a:pt x="361760" y="39322"/>
                  <a:pt x="371795" y="35023"/>
                  <a:pt x="383929" y="35023"/>
                </a:cubicBezTo>
                <a:cubicBezTo>
                  <a:pt x="397559" y="35023"/>
                  <a:pt x="408313" y="39523"/>
                  <a:pt x="416192" y="48523"/>
                </a:cubicBezTo>
                <a:cubicBezTo>
                  <a:pt x="424070" y="57523"/>
                  <a:pt x="427837" y="71311"/>
                  <a:pt x="427492" y="89886"/>
                </a:cubicBezTo>
                <a:lnTo>
                  <a:pt x="366763" y="89886"/>
                </a:lnTo>
                <a:cubicBezTo>
                  <a:pt x="366935" y="97075"/>
                  <a:pt x="368891" y="102668"/>
                  <a:pt x="372629" y="106664"/>
                </a:cubicBezTo>
                <a:cubicBezTo>
                  <a:pt x="376367" y="110661"/>
                  <a:pt x="381025" y="112660"/>
                  <a:pt x="386603" y="112660"/>
                </a:cubicBezTo>
                <a:cubicBezTo>
                  <a:pt x="390399" y="112660"/>
                  <a:pt x="393591" y="111625"/>
                  <a:pt x="396179" y="109554"/>
                </a:cubicBezTo>
                <a:cubicBezTo>
                  <a:pt x="398766" y="107484"/>
                  <a:pt x="400722" y="104148"/>
                  <a:pt x="402044" y="99548"/>
                </a:cubicBezTo>
                <a:moveTo>
                  <a:pt x="403425" y="75049"/>
                </a:moveTo>
                <a:cubicBezTo>
                  <a:pt x="403252" y="68062"/>
                  <a:pt x="401441" y="62749"/>
                  <a:pt x="397990" y="59112"/>
                </a:cubicBezTo>
                <a:cubicBezTo>
                  <a:pt x="394540" y="55474"/>
                  <a:pt x="390341" y="53656"/>
                  <a:pt x="385396" y="53656"/>
                </a:cubicBezTo>
                <a:cubicBezTo>
                  <a:pt x="380105" y="53656"/>
                  <a:pt x="375734" y="55574"/>
                  <a:pt x="372284" y="59411"/>
                </a:cubicBezTo>
                <a:cubicBezTo>
                  <a:pt x="368833" y="63250"/>
                  <a:pt x="367137" y="68462"/>
                  <a:pt x="367194" y="75049"/>
                </a:cubicBezTo>
                <a:lnTo>
                  <a:pt x="403425" y="75049"/>
                </a:lnTo>
                <a:close/>
                <a:moveTo>
                  <a:pt x="470071" y="128705"/>
                </a:moveTo>
                <a:lnTo>
                  <a:pt x="445831" y="128705"/>
                </a:lnTo>
                <a:lnTo>
                  <a:pt x="445831" y="37093"/>
                </a:lnTo>
                <a:lnTo>
                  <a:pt x="468345" y="37093"/>
                </a:lnTo>
                <a:lnTo>
                  <a:pt x="468345" y="50119"/>
                </a:lnTo>
                <a:cubicBezTo>
                  <a:pt x="472199" y="43965"/>
                  <a:pt x="475663" y="39911"/>
                  <a:pt x="478740" y="37956"/>
                </a:cubicBezTo>
                <a:cubicBezTo>
                  <a:pt x="481817" y="36000"/>
                  <a:pt x="485311" y="35023"/>
                  <a:pt x="489221" y="35023"/>
                </a:cubicBezTo>
                <a:cubicBezTo>
                  <a:pt x="494742" y="35023"/>
                  <a:pt x="500062" y="36547"/>
                  <a:pt x="505180" y="39595"/>
                </a:cubicBezTo>
                <a:lnTo>
                  <a:pt x="497675" y="60729"/>
                </a:lnTo>
                <a:cubicBezTo>
                  <a:pt x="493592" y="58084"/>
                  <a:pt x="489796" y="56761"/>
                  <a:pt x="486288" y="56761"/>
                </a:cubicBezTo>
                <a:cubicBezTo>
                  <a:pt x="482895" y="56761"/>
                  <a:pt x="480020" y="57696"/>
                  <a:pt x="477662" y="59565"/>
                </a:cubicBezTo>
                <a:cubicBezTo>
                  <a:pt x="475304" y="61434"/>
                  <a:pt x="473449" y="64812"/>
                  <a:pt x="472098" y="69701"/>
                </a:cubicBezTo>
                <a:cubicBezTo>
                  <a:pt x="470746" y="74589"/>
                  <a:pt x="470071" y="84825"/>
                  <a:pt x="470071" y="100410"/>
                </a:cubicBezTo>
                <a:lnTo>
                  <a:pt x="470071" y="128705"/>
                </a:lnTo>
                <a:close/>
                <a:moveTo>
                  <a:pt x="533104" y="65387"/>
                </a:moveTo>
                <a:lnTo>
                  <a:pt x="511107" y="61419"/>
                </a:lnTo>
                <a:cubicBezTo>
                  <a:pt x="513580" y="52446"/>
                  <a:pt x="517836" y="45804"/>
                  <a:pt x="523874" y="41493"/>
                </a:cubicBezTo>
                <a:cubicBezTo>
                  <a:pt x="529913" y="37179"/>
                  <a:pt x="538884" y="35023"/>
                  <a:pt x="550788" y="35023"/>
                </a:cubicBezTo>
                <a:cubicBezTo>
                  <a:pt x="561600" y="35023"/>
                  <a:pt x="569651" y="36302"/>
                  <a:pt x="574942" y="38862"/>
                </a:cubicBezTo>
                <a:cubicBezTo>
                  <a:pt x="580233" y="41421"/>
                  <a:pt x="583956" y="44670"/>
                  <a:pt x="586113" y="48609"/>
                </a:cubicBezTo>
                <a:cubicBezTo>
                  <a:pt x="588270" y="52549"/>
                  <a:pt x="589348" y="59780"/>
                  <a:pt x="589348" y="70304"/>
                </a:cubicBezTo>
                <a:lnTo>
                  <a:pt x="589089" y="98599"/>
                </a:lnTo>
                <a:cubicBezTo>
                  <a:pt x="589089" y="106650"/>
                  <a:pt x="589477" y="112588"/>
                  <a:pt x="590254" y="116412"/>
                </a:cubicBezTo>
                <a:cubicBezTo>
                  <a:pt x="591030" y="120236"/>
                  <a:pt x="592482" y="124334"/>
                  <a:pt x="594610" y="128705"/>
                </a:cubicBezTo>
                <a:lnTo>
                  <a:pt x="570629" y="128705"/>
                </a:lnTo>
                <a:cubicBezTo>
                  <a:pt x="569996" y="127094"/>
                  <a:pt x="569220" y="124708"/>
                  <a:pt x="568300" y="121545"/>
                </a:cubicBezTo>
                <a:cubicBezTo>
                  <a:pt x="567897" y="120107"/>
                  <a:pt x="567610" y="119158"/>
                  <a:pt x="567437" y="118698"/>
                </a:cubicBezTo>
                <a:cubicBezTo>
                  <a:pt x="563296" y="122724"/>
                  <a:pt x="558868" y="125743"/>
                  <a:pt x="554152" y="127756"/>
                </a:cubicBezTo>
                <a:cubicBezTo>
                  <a:pt x="549437" y="129769"/>
                  <a:pt x="544405" y="130775"/>
                  <a:pt x="539056" y="130775"/>
                </a:cubicBezTo>
                <a:cubicBezTo>
                  <a:pt x="529625" y="130775"/>
                  <a:pt x="522192" y="128227"/>
                  <a:pt x="516757" y="123130"/>
                </a:cubicBezTo>
                <a:cubicBezTo>
                  <a:pt x="511323" y="118033"/>
                  <a:pt x="508606" y="111590"/>
                  <a:pt x="508606" y="103802"/>
                </a:cubicBezTo>
                <a:cubicBezTo>
                  <a:pt x="508606" y="98647"/>
                  <a:pt x="509842" y="94052"/>
                  <a:pt x="512315" y="90016"/>
                </a:cubicBezTo>
                <a:cubicBezTo>
                  <a:pt x="514788" y="85977"/>
                  <a:pt x="518253" y="82885"/>
                  <a:pt x="522710" y="80737"/>
                </a:cubicBezTo>
                <a:cubicBezTo>
                  <a:pt x="527167" y="78589"/>
                  <a:pt x="533593" y="76714"/>
                  <a:pt x="541989" y="75111"/>
                </a:cubicBezTo>
                <a:cubicBezTo>
                  <a:pt x="553319" y="72992"/>
                  <a:pt x="561169" y="71016"/>
                  <a:pt x="565539" y="69183"/>
                </a:cubicBezTo>
                <a:lnTo>
                  <a:pt x="565539" y="66741"/>
                </a:lnTo>
                <a:cubicBezTo>
                  <a:pt x="565539" y="62030"/>
                  <a:pt x="564389" y="58672"/>
                  <a:pt x="562089" y="56667"/>
                </a:cubicBezTo>
                <a:cubicBezTo>
                  <a:pt x="559788" y="54659"/>
                  <a:pt x="555446" y="53656"/>
                  <a:pt x="549063" y="53656"/>
                </a:cubicBezTo>
                <a:cubicBezTo>
                  <a:pt x="544750" y="53656"/>
                  <a:pt x="541386" y="54524"/>
                  <a:pt x="538970" y="56260"/>
                </a:cubicBezTo>
                <a:cubicBezTo>
                  <a:pt x="536555" y="57994"/>
                  <a:pt x="534600" y="61037"/>
                  <a:pt x="533104" y="65387"/>
                </a:cubicBezTo>
                <a:moveTo>
                  <a:pt x="565539" y="85055"/>
                </a:moveTo>
                <a:cubicBezTo>
                  <a:pt x="562434" y="86078"/>
                  <a:pt x="557517" y="87300"/>
                  <a:pt x="550788" y="88722"/>
                </a:cubicBezTo>
                <a:cubicBezTo>
                  <a:pt x="544060" y="90141"/>
                  <a:pt x="539660" y="91533"/>
                  <a:pt x="537590" y="92897"/>
                </a:cubicBezTo>
                <a:cubicBezTo>
                  <a:pt x="534427" y="95113"/>
                  <a:pt x="532845" y="97926"/>
                  <a:pt x="532845" y="101335"/>
                </a:cubicBezTo>
                <a:cubicBezTo>
                  <a:pt x="532845" y="104688"/>
                  <a:pt x="534111" y="107587"/>
                  <a:pt x="536641" y="110031"/>
                </a:cubicBezTo>
                <a:cubicBezTo>
                  <a:pt x="539171" y="112474"/>
                  <a:pt x="542392" y="113695"/>
                  <a:pt x="546303" y="113695"/>
                </a:cubicBezTo>
                <a:cubicBezTo>
                  <a:pt x="550673" y="113695"/>
                  <a:pt x="554843" y="112274"/>
                  <a:pt x="558811" y="109433"/>
                </a:cubicBezTo>
                <a:cubicBezTo>
                  <a:pt x="561744" y="107275"/>
                  <a:pt x="563670" y="104632"/>
                  <a:pt x="564590" y="101505"/>
                </a:cubicBezTo>
                <a:cubicBezTo>
                  <a:pt x="565223" y="99460"/>
                  <a:pt x="565539" y="95568"/>
                  <a:pt x="565539" y="89830"/>
                </a:cubicBezTo>
                <a:lnTo>
                  <a:pt x="565539" y="85055"/>
                </a:lnTo>
                <a:close/>
                <a:moveTo>
                  <a:pt x="654873" y="37093"/>
                </a:moveTo>
                <a:lnTo>
                  <a:pt x="654873" y="56416"/>
                </a:lnTo>
                <a:lnTo>
                  <a:pt x="638310" y="56416"/>
                </a:lnTo>
                <a:lnTo>
                  <a:pt x="638310" y="93277"/>
                </a:lnTo>
                <a:cubicBezTo>
                  <a:pt x="638310" y="100743"/>
                  <a:pt x="638468" y="105093"/>
                  <a:pt x="638784" y="106327"/>
                </a:cubicBezTo>
                <a:cubicBezTo>
                  <a:pt x="639101" y="107560"/>
                  <a:pt x="639820" y="108579"/>
                  <a:pt x="640941" y="109384"/>
                </a:cubicBezTo>
                <a:cubicBezTo>
                  <a:pt x="642062" y="110188"/>
                  <a:pt x="643428" y="110589"/>
                  <a:pt x="645039" y="110589"/>
                </a:cubicBezTo>
                <a:cubicBezTo>
                  <a:pt x="647281" y="110589"/>
                  <a:pt x="650531" y="109813"/>
                  <a:pt x="654786" y="108260"/>
                </a:cubicBezTo>
                <a:lnTo>
                  <a:pt x="656857" y="127136"/>
                </a:lnTo>
                <a:cubicBezTo>
                  <a:pt x="651221" y="129562"/>
                  <a:pt x="644837" y="130775"/>
                  <a:pt x="637706" y="130775"/>
                </a:cubicBezTo>
                <a:cubicBezTo>
                  <a:pt x="633336" y="130775"/>
                  <a:pt x="629396" y="130042"/>
                  <a:pt x="625888" y="128575"/>
                </a:cubicBezTo>
                <a:cubicBezTo>
                  <a:pt x="622380" y="127109"/>
                  <a:pt x="619807" y="125211"/>
                  <a:pt x="618168" y="122882"/>
                </a:cubicBezTo>
                <a:cubicBezTo>
                  <a:pt x="616529" y="120553"/>
                  <a:pt x="615393" y="117404"/>
                  <a:pt x="614760" y="113436"/>
                </a:cubicBezTo>
                <a:cubicBezTo>
                  <a:pt x="614243" y="110618"/>
                  <a:pt x="613984" y="104925"/>
                  <a:pt x="613984" y="96356"/>
                </a:cubicBezTo>
                <a:lnTo>
                  <a:pt x="613984" y="56416"/>
                </a:lnTo>
                <a:lnTo>
                  <a:pt x="602856" y="56416"/>
                </a:lnTo>
                <a:lnTo>
                  <a:pt x="602856" y="37093"/>
                </a:lnTo>
                <a:lnTo>
                  <a:pt x="613984" y="37093"/>
                </a:lnTo>
                <a:lnTo>
                  <a:pt x="613984" y="18805"/>
                </a:lnTo>
                <a:lnTo>
                  <a:pt x="638310" y="4486"/>
                </a:lnTo>
                <a:lnTo>
                  <a:pt x="638310" y="37093"/>
                </a:lnTo>
                <a:lnTo>
                  <a:pt x="654873" y="37093"/>
                </a:lnTo>
                <a:close/>
                <a:moveTo>
                  <a:pt x="672452" y="24671"/>
                </a:moveTo>
                <a:lnTo>
                  <a:pt x="672452" y="2243"/>
                </a:lnTo>
                <a:lnTo>
                  <a:pt x="696692" y="2243"/>
                </a:lnTo>
                <a:lnTo>
                  <a:pt x="696692" y="24671"/>
                </a:lnTo>
                <a:lnTo>
                  <a:pt x="672452" y="24671"/>
                </a:lnTo>
                <a:moveTo>
                  <a:pt x="672452" y="128705"/>
                </a:moveTo>
                <a:lnTo>
                  <a:pt x="672452" y="37093"/>
                </a:lnTo>
                <a:lnTo>
                  <a:pt x="696692" y="37093"/>
                </a:lnTo>
                <a:lnTo>
                  <a:pt x="696692" y="128705"/>
                </a:lnTo>
                <a:lnTo>
                  <a:pt x="672452" y="128705"/>
                </a:lnTo>
                <a:close/>
                <a:moveTo>
                  <a:pt x="715800" y="81605"/>
                </a:moveTo>
                <a:cubicBezTo>
                  <a:pt x="715800" y="73554"/>
                  <a:pt x="717784" y="65761"/>
                  <a:pt x="721752" y="58228"/>
                </a:cubicBezTo>
                <a:cubicBezTo>
                  <a:pt x="725720" y="50694"/>
                  <a:pt x="731341" y="44943"/>
                  <a:pt x="738616" y="40975"/>
                </a:cubicBezTo>
                <a:cubicBezTo>
                  <a:pt x="745891" y="37007"/>
                  <a:pt x="754014" y="35023"/>
                  <a:pt x="762986" y="35023"/>
                </a:cubicBezTo>
                <a:cubicBezTo>
                  <a:pt x="776845" y="35023"/>
                  <a:pt x="788203" y="39523"/>
                  <a:pt x="797060" y="48523"/>
                </a:cubicBezTo>
                <a:cubicBezTo>
                  <a:pt x="805916" y="57523"/>
                  <a:pt x="810344" y="68896"/>
                  <a:pt x="810344" y="82640"/>
                </a:cubicBezTo>
                <a:cubicBezTo>
                  <a:pt x="810344" y="96500"/>
                  <a:pt x="805873" y="107987"/>
                  <a:pt x="796930" y="117102"/>
                </a:cubicBezTo>
                <a:cubicBezTo>
                  <a:pt x="787988" y="126217"/>
                  <a:pt x="776730" y="130775"/>
                  <a:pt x="763158" y="130775"/>
                </a:cubicBezTo>
                <a:cubicBezTo>
                  <a:pt x="754762" y="130775"/>
                  <a:pt x="746754" y="128877"/>
                  <a:pt x="739134" y="125082"/>
                </a:cubicBezTo>
                <a:cubicBezTo>
                  <a:pt x="731514" y="121286"/>
                  <a:pt x="725720" y="115722"/>
                  <a:pt x="721752" y="108390"/>
                </a:cubicBezTo>
                <a:cubicBezTo>
                  <a:pt x="717784" y="101057"/>
                  <a:pt x="715800" y="92129"/>
                  <a:pt x="715800" y="81605"/>
                </a:cubicBezTo>
                <a:moveTo>
                  <a:pt x="740644" y="82899"/>
                </a:moveTo>
                <a:cubicBezTo>
                  <a:pt x="740644" y="91957"/>
                  <a:pt x="742800" y="98894"/>
                  <a:pt x="747113" y="103710"/>
                </a:cubicBezTo>
                <a:cubicBezTo>
                  <a:pt x="751426" y="108526"/>
                  <a:pt x="756746" y="110934"/>
                  <a:pt x="763072" y="110934"/>
                </a:cubicBezTo>
                <a:cubicBezTo>
                  <a:pt x="769398" y="110934"/>
                  <a:pt x="774703" y="108526"/>
                  <a:pt x="778987" y="103710"/>
                </a:cubicBezTo>
                <a:cubicBezTo>
                  <a:pt x="783272" y="98894"/>
                  <a:pt x="785414" y="91899"/>
                  <a:pt x="785414" y="82726"/>
                </a:cubicBezTo>
                <a:cubicBezTo>
                  <a:pt x="785414" y="73784"/>
                  <a:pt x="783272" y="66904"/>
                  <a:pt x="778987" y="62088"/>
                </a:cubicBezTo>
                <a:cubicBezTo>
                  <a:pt x="774703" y="57272"/>
                  <a:pt x="769398" y="54863"/>
                  <a:pt x="763072" y="54863"/>
                </a:cubicBezTo>
                <a:cubicBezTo>
                  <a:pt x="756746" y="54863"/>
                  <a:pt x="751426" y="57272"/>
                  <a:pt x="747113" y="62088"/>
                </a:cubicBezTo>
                <a:cubicBezTo>
                  <a:pt x="742800" y="66904"/>
                  <a:pt x="740644" y="73841"/>
                  <a:pt x="740644" y="82899"/>
                </a:cubicBezTo>
                <a:close/>
                <a:moveTo>
                  <a:pt x="913299" y="128705"/>
                </a:moveTo>
                <a:lnTo>
                  <a:pt x="889059" y="128705"/>
                </a:lnTo>
                <a:lnTo>
                  <a:pt x="889059" y="82004"/>
                </a:lnTo>
                <a:cubicBezTo>
                  <a:pt x="889059" y="72123"/>
                  <a:pt x="888541" y="65733"/>
                  <a:pt x="887506" y="62832"/>
                </a:cubicBezTo>
                <a:cubicBezTo>
                  <a:pt x="886471" y="59931"/>
                  <a:pt x="884789" y="57677"/>
                  <a:pt x="882460" y="56068"/>
                </a:cubicBezTo>
                <a:cubicBezTo>
                  <a:pt x="880131" y="54460"/>
                  <a:pt x="877327" y="53656"/>
                  <a:pt x="874049" y="53656"/>
                </a:cubicBezTo>
                <a:cubicBezTo>
                  <a:pt x="869851" y="53656"/>
                  <a:pt x="866084" y="54805"/>
                  <a:pt x="862749" y="57104"/>
                </a:cubicBezTo>
                <a:cubicBezTo>
                  <a:pt x="859413" y="59400"/>
                  <a:pt x="857127" y="62445"/>
                  <a:pt x="855891" y="66237"/>
                </a:cubicBezTo>
                <a:cubicBezTo>
                  <a:pt x="854654" y="70027"/>
                  <a:pt x="854036" y="77035"/>
                  <a:pt x="854036" y="87261"/>
                </a:cubicBezTo>
                <a:lnTo>
                  <a:pt x="854036" y="128705"/>
                </a:lnTo>
                <a:lnTo>
                  <a:pt x="829796" y="128705"/>
                </a:lnTo>
                <a:lnTo>
                  <a:pt x="829796" y="37093"/>
                </a:lnTo>
                <a:lnTo>
                  <a:pt x="852311" y="37093"/>
                </a:lnTo>
                <a:lnTo>
                  <a:pt x="852311" y="50550"/>
                </a:lnTo>
                <a:cubicBezTo>
                  <a:pt x="860305" y="40199"/>
                  <a:pt x="870369" y="35023"/>
                  <a:pt x="882503" y="35023"/>
                </a:cubicBezTo>
                <a:cubicBezTo>
                  <a:pt x="887851" y="35023"/>
                  <a:pt x="892740" y="35986"/>
                  <a:pt x="897168" y="37913"/>
                </a:cubicBezTo>
                <a:cubicBezTo>
                  <a:pt x="901596" y="39839"/>
                  <a:pt x="904946" y="42298"/>
                  <a:pt x="907217" y="45288"/>
                </a:cubicBezTo>
                <a:cubicBezTo>
                  <a:pt x="909489" y="48279"/>
                  <a:pt x="911070" y="51672"/>
                  <a:pt x="911962" y="55467"/>
                </a:cubicBezTo>
                <a:cubicBezTo>
                  <a:pt x="912853" y="59263"/>
                  <a:pt x="913299" y="64697"/>
                  <a:pt x="913299" y="71771"/>
                </a:cubicBezTo>
                <a:lnTo>
                  <a:pt x="913299" y="1287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Code">
            <a:extLst xmlns:a="http://schemas.openxmlformats.org/drawingml/2006/main">
              <a:ext uri="{FF2B5EF4-FFF2-40B4-BE49-F238E27FC236}">
                <a16:creationId xmlns:a16="http://schemas.microsoft.com/office/drawing/2014/main" id="{A2E5E164-D69B-40BA-BFF9-40610976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811" y="2356510"/>
            <a:ext cx="427976" cy="130947"/>
          </a:xfrm>
          <a:custGeom xmlns:a="http://schemas.openxmlformats.org/drawingml/2006/main">
            <a:pathLst>
              <a:path w="427976" h="130947">
                <a:moveTo>
                  <a:pt x="85401" y="82123"/>
                </a:moveTo>
                <a:lnTo>
                  <a:pt x="110158" y="89886"/>
                </a:lnTo>
                <a:cubicBezTo>
                  <a:pt x="106362" y="103776"/>
                  <a:pt x="100051" y="114093"/>
                  <a:pt x="91223" y="120836"/>
                </a:cubicBezTo>
                <a:cubicBezTo>
                  <a:pt x="82396" y="127577"/>
                  <a:pt x="71196" y="130947"/>
                  <a:pt x="57624" y="130947"/>
                </a:cubicBezTo>
                <a:cubicBezTo>
                  <a:pt x="40831" y="130947"/>
                  <a:pt x="27029" y="125204"/>
                  <a:pt x="16217" y="113716"/>
                </a:cubicBezTo>
                <a:cubicBezTo>
                  <a:pt x="5406" y="102227"/>
                  <a:pt x="0" y="86521"/>
                  <a:pt x="0" y="66598"/>
                </a:cubicBezTo>
                <a:cubicBezTo>
                  <a:pt x="0" y="45521"/>
                  <a:pt x="5435" y="29152"/>
                  <a:pt x="16304" y="17493"/>
                </a:cubicBezTo>
                <a:cubicBezTo>
                  <a:pt x="27173" y="5831"/>
                  <a:pt x="41464" y="0"/>
                  <a:pt x="59177" y="0"/>
                </a:cubicBezTo>
                <a:cubicBezTo>
                  <a:pt x="74646" y="0"/>
                  <a:pt x="87212" y="4583"/>
                  <a:pt x="96874" y="13748"/>
                </a:cubicBezTo>
                <a:cubicBezTo>
                  <a:pt x="102624" y="19167"/>
                  <a:pt x="106938" y="26948"/>
                  <a:pt x="109813" y="37093"/>
                </a:cubicBezTo>
                <a:lnTo>
                  <a:pt x="84538" y="43132"/>
                </a:lnTo>
                <a:cubicBezTo>
                  <a:pt x="83043" y="36576"/>
                  <a:pt x="79923" y="31400"/>
                  <a:pt x="75178" y="27604"/>
                </a:cubicBezTo>
                <a:cubicBezTo>
                  <a:pt x="70434" y="23809"/>
                  <a:pt x="64669" y="21911"/>
                  <a:pt x="57883" y="21911"/>
                </a:cubicBezTo>
                <a:cubicBezTo>
                  <a:pt x="48509" y="21911"/>
                  <a:pt x="40903" y="25275"/>
                  <a:pt x="35066" y="32004"/>
                </a:cubicBezTo>
                <a:cubicBezTo>
                  <a:pt x="29229" y="38732"/>
                  <a:pt x="26310" y="49630"/>
                  <a:pt x="26310" y="64697"/>
                </a:cubicBezTo>
                <a:cubicBezTo>
                  <a:pt x="26310" y="80685"/>
                  <a:pt x="29186" y="92072"/>
                  <a:pt x="34937" y="98858"/>
                </a:cubicBezTo>
                <a:cubicBezTo>
                  <a:pt x="40687" y="105644"/>
                  <a:pt x="48164" y="109037"/>
                  <a:pt x="57365" y="109037"/>
                </a:cubicBezTo>
                <a:cubicBezTo>
                  <a:pt x="64151" y="109037"/>
                  <a:pt x="69988" y="106874"/>
                  <a:pt x="74876" y="102548"/>
                </a:cubicBezTo>
                <a:cubicBezTo>
                  <a:pt x="79765" y="98220"/>
                  <a:pt x="83273" y="91412"/>
                  <a:pt x="85401" y="82123"/>
                </a:cubicBezTo>
                <a:close/>
                <a:moveTo>
                  <a:pt x="126419" y="81605"/>
                </a:moveTo>
                <a:cubicBezTo>
                  <a:pt x="126419" y="73554"/>
                  <a:pt x="128403" y="65761"/>
                  <a:pt x="132371" y="58228"/>
                </a:cubicBezTo>
                <a:cubicBezTo>
                  <a:pt x="136339" y="50694"/>
                  <a:pt x="141960" y="44943"/>
                  <a:pt x="149235" y="40975"/>
                </a:cubicBezTo>
                <a:cubicBezTo>
                  <a:pt x="156510" y="37007"/>
                  <a:pt x="164633" y="35023"/>
                  <a:pt x="173605" y="35023"/>
                </a:cubicBezTo>
                <a:cubicBezTo>
                  <a:pt x="187464" y="35023"/>
                  <a:pt x="198822" y="39523"/>
                  <a:pt x="207678" y="48523"/>
                </a:cubicBezTo>
                <a:cubicBezTo>
                  <a:pt x="216535" y="57523"/>
                  <a:pt x="220963" y="68896"/>
                  <a:pt x="220963" y="82640"/>
                </a:cubicBezTo>
                <a:cubicBezTo>
                  <a:pt x="220963" y="96500"/>
                  <a:pt x="216492" y="107987"/>
                  <a:pt x="207549" y="117102"/>
                </a:cubicBezTo>
                <a:cubicBezTo>
                  <a:pt x="198606" y="126217"/>
                  <a:pt x="187349" y="130775"/>
                  <a:pt x="173777" y="130775"/>
                </a:cubicBezTo>
                <a:cubicBezTo>
                  <a:pt x="165381" y="130775"/>
                  <a:pt x="157373" y="128877"/>
                  <a:pt x="149753" y="125082"/>
                </a:cubicBezTo>
                <a:cubicBezTo>
                  <a:pt x="142133" y="121286"/>
                  <a:pt x="136339" y="115722"/>
                  <a:pt x="132371" y="108390"/>
                </a:cubicBezTo>
                <a:cubicBezTo>
                  <a:pt x="128403" y="101057"/>
                  <a:pt x="126419" y="92129"/>
                  <a:pt x="126419" y="81605"/>
                </a:cubicBezTo>
                <a:moveTo>
                  <a:pt x="151262" y="82899"/>
                </a:moveTo>
                <a:cubicBezTo>
                  <a:pt x="151262" y="91957"/>
                  <a:pt x="153419" y="98894"/>
                  <a:pt x="157732" y="103710"/>
                </a:cubicBezTo>
                <a:cubicBezTo>
                  <a:pt x="162045" y="108526"/>
                  <a:pt x="167365" y="110934"/>
                  <a:pt x="173691" y="110934"/>
                </a:cubicBezTo>
                <a:cubicBezTo>
                  <a:pt x="180017" y="110934"/>
                  <a:pt x="185322" y="108526"/>
                  <a:pt x="189606" y="103710"/>
                </a:cubicBezTo>
                <a:cubicBezTo>
                  <a:pt x="193891" y="98894"/>
                  <a:pt x="196033" y="91899"/>
                  <a:pt x="196033" y="82726"/>
                </a:cubicBezTo>
                <a:cubicBezTo>
                  <a:pt x="196033" y="73784"/>
                  <a:pt x="193891" y="66904"/>
                  <a:pt x="189606" y="62088"/>
                </a:cubicBezTo>
                <a:cubicBezTo>
                  <a:pt x="185322" y="57272"/>
                  <a:pt x="180017" y="54863"/>
                  <a:pt x="173691" y="54863"/>
                </a:cubicBezTo>
                <a:cubicBezTo>
                  <a:pt x="167365" y="54863"/>
                  <a:pt x="162045" y="57272"/>
                  <a:pt x="157732" y="62088"/>
                </a:cubicBezTo>
                <a:cubicBezTo>
                  <a:pt x="153419" y="66904"/>
                  <a:pt x="151262" y="73841"/>
                  <a:pt x="151262" y="82899"/>
                </a:cubicBezTo>
                <a:close/>
                <a:moveTo>
                  <a:pt x="324590" y="128705"/>
                </a:moveTo>
                <a:lnTo>
                  <a:pt x="302075" y="128705"/>
                </a:lnTo>
                <a:lnTo>
                  <a:pt x="302075" y="115248"/>
                </a:lnTo>
                <a:cubicBezTo>
                  <a:pt x="298337" y="120481"/>
                  <a:pt x="293924" y="124377"/>
                  <a:pt x="288834" y="126936"/>
                </a:cubicBezTo>
                <a:cubicBezTo>
                  <a:pt x="283745" y="129495"/>
                  <a:pt x="278612" y="130775"/>
                  <a:pt x="273436" y="130775"/>
                </a:cubicBezTo>
                <a:cubicBezTo>
                  <a:pt x="262912" y="130775"/>
                  <a:pt x="253897" y="126534"/>
                  <a:pt x="246393" y="118051"/>
                </a:cubicBezTo>
                <a:cubicBezTo>
                  <a:pt x="238888" y="109569"/>
                  <a:pt x="235135" y="97736"/>
                  <a:pt x="235135" y="82554"/>
                </a:cubicBezTo>
                <a:cubicBezTo>
                  <a:pt x="235135" y="67026"/>
                  <a:pt x="238787" y="55223"/>
                  <a:pt x="246091" y="47143"/>
                </a:cubicBezTo>
                <a:cubicBezTo>
                  <a:pt x="253394" y="39063"/>
                  <a:pt x="262624" y="35023"/>
                  <a:pt x="273781" y="35023"/>
                </a:cubicBezTo>
                <a:cubicBezTo>
                  <a:pt x="284018" y="35023"/>
                  <a:pt x="292874" y="39278"/>
                  <a:pt x="300350" y="47790"/>
                </a:cubicBezTo>
                <a:lnTo>
                  <a:pt x="300350" y="2243"/>
                </a:lnTo>
                <a:lnTo>
                  <a:pt x="324590" y="2243"/>
                </a:lnTo>
                <a:lnTo>
                  <a:pt x="324590" y="128705"/>
                </a:lnTo>
                <a:moveTo>
                  <a:pt x="259893" y="80961"/>
                </a:moveTo>
                <a:cubicBezTo>
                  <a:pt x="259893" y="90723"/>
                  <a:pt x="261244" y="97786"/>
                  <a:pt x="263947" y="102149"/>
                </a:cubicBezTo>
                <a:cubicBezTo>
                  <a:pt x="267858" y="108466"/>
                  <a:pt x="273321" y="111625"/>
                  <a:pt x="280337" y="111625"/>
                </a:cubicBezTo>
                <a:cubicBezTo>
                  <a:pt x="285916" y="111625"/>
                  <a:pt x="290660" y="109256"/>
                  <a:pt x="294571" y="104519"/>
                </a:cubicBezTo>
                <a:cubicBezTo>
                  <a:pt x="298481" y="99781"/>
                  <a:pt x="300436" y="92704"/>
                  <a:pt x="300436" y="83287"/>
                </a:cubicBezTo>
                <a:cubicBezTo>
                  <a:pt x="300436" y="72777"/>
                  <a:pt x="298539" y="65211"/>
                  <a:pt x="294743" y="60589"/>
                </a:cubicBezTo>
                <a:cubicBezTo>
                  <a:pt x="290948" y="55967"/>
                  <a:pt x="286088" y="53656"/>
                  <a:pt x="280165" y="53656"/>
                </a:cubicBezTo>
                <a:cubicBezTo>
                  <a:pt x="274414" y="53656"/>
                  <a:pt x="269597" y="55938"/>
                  <a:pt x="265716" y="60503"/>
                </a:cubicBezTo>
                <a:cubicBezTo>
                  <a:pt x="261834" y="65068"/>
                  <a:pt x="259893" y="71887"/>
                  <a:pt x="259893" y="80961"/>
                </a:cubicBezTo>
                <a:close/>
                <a:moveTo>
                  <a:pt x="402183" y="99548"/>
                </a:moveTo>
                <a:lnTo>
                  <a:pt x="426337" y="103688"/>
                </a:lnTo>
                <a:cubicBezTo>
                  <a:pt x="423231" y="112516"/>
                  <a:pt x="418329" y="119237"/>
                  <a:pt x="411629" y="123852"/>
                </a:cubicBezTo>
                <a:cubicBezTo>
                  <a:pt x="404929" y="128467"/>
                  <a:pt x="396547" y="130775"/>
                  <a:pt x="386483" y="130775"/>
                </a:cubicBezTo>
                <a:cubicBezTo>
                  <a:pt x="370553" y="130775"/>
                  <a:pt x="358764" y="125570"/>
                  <a:pt x="351115" y="115161"/>
                </a:cubicBezTo>
                <a:cubicBezTo>
                  <a:pt x="345077" y="106823"/>
                  <a:pt x="342058" y="96298"/>
                  <a:pt x="342058" y="83589"/>
                </a:cubicBezTo>
                <a:cubicBezTo>
                  <a:pt x="342058" y="68407"/>
                  <a:pt x="346026" y="56517"/>
                  <a:pt x="353962" y="47919"/>
                </a:cubicBezTo>
                <a:cubicBezTo>
                  <a:pt x="361898" y="39322"/>
                  <a:pt x="371933" y="35023"/>
                  <a:pt x="384068" y="35023"/>
                </a:cubicBezTo>
                <a:cubicBezTo>
                  <a:pt x="397697" y="35023"/>
                  <a:pt x="408451" y="39523"/>
                  <a:pt x="416330" y="48523"/>
                </a:cubicBezTo>
                <a:cubicBezTo>
                  <a:pt x="424209" y="57523"/>
                  <a:pt x="427976" y="71311"/>
                  <a:pt x="427631" y="89886"/>
                </a:cubicBezTo>
                <a:lnTo>
                  <a:pt x="366901" y="89886"/>
                </a:lnTo>
                <a:cubicBezTo>
                  <a:pt x="367074" y="97075"/>
                  <a:pt x="369029" y="102668"/>
                  <a:pt x="372767" y="106664"/>
                </a:cubicBezTo>
                <a:cubicBezTo>
                  <a:pt x="376505" y="110661"/>
                  <a:pt x="381163" y="112660"/>
                  <a:pt x="386742" y="112660"/>
                </a:cubicBezTo>
                <a:cubicBezTo>
                  <a:pt x="390537" y="112660"/>
                  <a:pt x="393729" y="111625"/>
                  <a:pt x="396317" y="109554"/>
                </a:cubicBezTo>
                <a:cubicBezTo>
                  <a:pt x="398905" y="107484"/>
                  <a:pt x="400860" y="104148"/>
                  <a:pt x="402183" y="99548"/>
                </a:cubicBezTo>
                <a:moveTo>
                  <a:pt x="403563" y="75049"/>
                </a:moveTo>
                <a:cubicBezTo>
                  <a:pt x="403391" y="68062"/>
                  <a:pt x="401579" y="62749"/>
                  <a:pt x="398129" y="59112"/>
                </a:cubicBezTo>
                <a:cubicBezTo>
                  <a:pt x="394678" y="55474"/>
                  <a:pt x="390480" y="53656"/>
                  <a:pt x="385534" y="53656"/>
                </a:cubicBezTo>
                <a:cubicBezTo>
                  <a:pt x="380243" y="53656"/>
                  <a:pt x="375873" y="55574"/>
                  <a:pt x="372422" y="59411"/>
                </a:cubicBezTo>
                <a:cubicBezTo>
                  <a:pt x="368972" y="63250"/>
                  <a:pt x="367275" y="68462"/>
                  <a:pt x="367333" y="75049"/>
                </a:cubicBezTo>
                <a:lnTo>
                  <a:pt x="403563" y="750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Completion">
            <a:extLst xmlns:a="http://schemas.openxmlformats.org/drawingml/2006/main">
              <a:ext uri="{FF2B5EF4-FFF2-40B4-BE49-F238E27FC236}">
                <a16:creationId xmlns:a16="http://schemas.microsoft.com/office/drawing/2014/main" id="{7751EE27-0447-46EC-BFCC-4E2FDB77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751" y="2569393"/>
            <a:ext cx="953876" cy="163555"/>
          </a:xfrm>
          <a:custGeom xmlns:a="http://schemas.openxmlformats.org/drawingml/2006/main">
            <a:pathLst>
              <a:path w="953876" h="163555">
                <a:moveTo>
                  <a:pt x="85401" y="82123"/>
                </a:moveTo>
                <a:lnTo>
                  <a:pt x="110158" y="89886"/>
                </a:lnTo>
                <a:cubicBezTo>
                  <a:pt x="106362" y="103776"/>
                  <a:pt x="100051" y="114093"/>
                  <a:pt x="91223" y="120836"/>
                </a:cubicBezTo>
                <a:cubicBezTo>
                  <a:pt x="82396" y="127577"/>
                  <a:pt x="71196" y="130947"/>
                  <a:pt x="57624" y="130947"/>
                </a:cubicBezTo>
                <a:cubicBezTo>
                  <a:pt x="40831" y="130947"/>
                  <a:pt x="27029" y="125204"/>
                  <a:pt x="16217" y="113716"/>
                </a:cubicBezTo>
                <a:cubicBezTo>
                  <a:pt x="5406" y="102227"/>
                  <a:pt x="0" y="86521"/>
                  <a:pt x="0" y="66598"/>
                </a:cubicBezTo>
                <a:cubicBezTo>
                  <a:pt x="0" y="45521"/>
                  <a:pt x="5435" y="29152"/>
                  <a:pt x="16304" y="17493"/>
                </a:cubicBezTo>
                <a:cubicBezTo>
                  <a:pt x="27173" y="5831"/>
                  <a:pt x="41464" y="0"/>
                  <a:pt x="59177" y="0"/>
                </a:cubicBezTo>
                <a:cubicBezTo>
                  <a:pt x="74646" y="0"/>
                  <a:pt x="87212" y="4583"/>
                  <a:pt x="96874" y="13748"/>
                </a:cubicBezTo>
                <a:cubicBezTo>
                  <a:pt x="102624" y="19167"/>
                  <a:pt x="106938" y="26948"/>
                  <a:pt x="109813" y="37093"/>
                </a:cubicBezTo>
                <a:lnTo>
                  <a:pt x="84538" y="43132"/>
                </a:lnTo>
                <a:cubicBezTo>
                  <a:pt x="83043" y="36576"/>
                  <a:pt x="79923" y="31400"/>
                  <a:pt x="75178" y="27604"/>
                </a:cubicBezTo>
                <a:cubicBezTo>
                  <a:pt x="70434" y="23809"/>
                  <a:pt x="64669" y="21911"/>
                  <a:pt x="57883" y="21911"/>
                </a:cubicBezTo>
                <a:cubicBezTo>
                  <a:pt x="48509" y="21911"/>
                  <a:pt x="40903" y="25275"/>
                  <a:pt x="35066" y="32004"/>
                </a:cubicBezTo>
                <a:cubicBezTo>
                  <a:pt x="29229" y="38732"/>
                  <a:pt x="26310" y="49630"/>
                  <a:pt x="26310" y="64697"/>
                </a:cubicBezTo>
                <a:cubicBezTo>
                  <a:pt x="26310" y="80685"/>
                  <a:pt x="29186" y="92072"/>
                  <a:pt x="34937" y="98858"/>
                </a:cubicBezTo>
                <a:cubicBezTo>
                  <a:pt x="40687" y="105644"/>
                  <a:pt x="48164" y="109037"/>
                  <a:pt x="57365" y="109037"/>
                </a:cubicBezTo>
                <a:cubicBezTo>
                  <a:pt x="64151" y="109037"/>
                  <a:pt x="69988" y="106874"/>
                  <a:pt x="74876" y="102548"/>
                </a:cubicBezTo>
                <a:cubicBezTo>
                  <a:pt x="79765" y="98220"/>
                  <a:pt x="83273" y="91412"/>
                  <a:pt x="85401" y="82123"/>
                </a:cubicBezTo>
                <a:close/>
                <a:moveTo>
                  <a:pt x="126418" y="81605"/>
                </a:moveTo>
                <a:cubicBezTo>
                  <a:pt x="126418" y="73554"/>
                  <a:pt x="128402" y="65761"/>
                  <a:pt x="132370" y="58228"/>
                </a:cubicBezTo>
                <a:cubicBezTo>
                  <a:pt x="136339" y="50694"/>
                  <a:pt x="141960" y="44943"/>
                  <a:pt x="149235" y="40975"/>
                </a:cubicBezTo>
                <a:cubicBezTo>
                  <a:pt x="156510" y="37007"/>
                  <a:pt x="164633" y="35023"/>
                  <a:pt x="173604" y="35023"/>
                </a:cubicBezTo>
                <a:cubicBezTo>
                  <a:pt x="187464" y="35023"/>
                  <a:pt x="198822" y="39523"/>
                  <a:pt x="207678" y="48523"/>
                </a:cubicBezTo>
                <a:cubicBezTo>
                  <a:pt x="216535" y="57523"/>
                  <a:pt x="220963" y="68896"/>
                  <a:pt x="220963" y="82640"/>
                </a:cubicBezTo>
                <a:cubicBezTo>
                  <a:pt x="220963" y="96500"/>
                  <a:pt x="216491" y="107987"/>
                  <a:pt x="207549" y="117102"/>
                </a:cubicBezTo>
                <a:cubicBezTo>
                  <a:pt x="198606" y="126217"/>
                  <a:pt x="187349" y="130775"/>
                  <a:pt x="173777" y="130775"/>
                </a:cubicBezTo>
                <a:cubicBezTo>
                  <a:pt x="165380" y="130775"/>
                  <a:pt x="157372" y="128877"/>
                  <a:pt x="149752" y="125082"/>
                </a:cubicBezTo>
                <a:cubicBezTo>
                  <a:pt x="142133" y="121286"/>
                  <a:pt x="136339" y="115722"/>
                  <a:pt x="132370" y="108390"/>
                </a:cubicBezTo>
                <a:cubicBezTo>
                  <a:pt x="128402" y="101057"/>
                  <a:pt x="126418" y="92129"/>
                  <a:pt x="126418" y="81605"/>
                </a:cubicBezTo>
                <a:moveTo>
                  <a:pt x="151262" y="82899"/>
                </a:moveTo>
                <a:cubicBezTo>
                  <a:pt x="151262" y="91957"/>
                  <a:pt x="153419" y="98894"/>
                  <a:pt x="157732" y="103710"/>
                </a:cubicBezTo>
                <a:cubicBezTo>
                  <a:pt x="162045" y="108526"/>
                  <a:pt x="167365" y="110934"/>
                  <a:pt x="173691" y="110934"/>
                </a:cubicBezTo>
                <a:cubicBezTo>
                  <a:pt x="180016" y="110934"/>
                  <a:pt x="185322" y="108526"/>
                  <a:pt x="189606" y="103710"/>
                </a:cubicBezTo>
                <a:cubicBezTo>
                  <a:pt x="193890" y="98894"/>
                  <a:pt x="196033" y="91899"/>
                  <a:pt x="196033" y="82726"/>
                </a:cubicBezTo>
                <a:cubicBezTo>
                  <a:pt x="196033" y="73784"/>
                  <a:pt x="193890" y="66904"/>
                  <a:pt x="189606" y="62088"/>
                </a:cubicBezTo>
                <a:cubicBezTo>
                  <a:pt x="185322" y="57272"/>
                  <a:pt x="180016" y="54863"/>
                  <a:pt x="173691" y="54863"/>
                </a:cubicBezTo>
                <a:cubicBezTo>
                  <a:pt x="167365" y="54863"/>
                  <a:pt x="162045" y="57272"/>
                  <a:pt x="157732" y="62088"/>
                </a:cubicBezTo>
                <a:cubicBezTo>
                  <a:pt x="153419" y="66904"/>
                  <a:pt x="151262" y="73841"/>
                  <a:pt x="151262" y="82899"/>
                </a:cubicBezTo>
                <a:close/>
                <a:moveTo>
                  <a:pt x="238758" y="37093"/>
                </a:moveTo>
                <a:lnTo>
                  <a:pt x="261100" y="37093"/>
                </a:lnTo>
                <a:lnTo>
                  <a:pt x="261100" y="49601"/>
                </a:lnTo>
                <a:cubicBezTo>
                  <a:pt x="269094" y="39882"/>
                  <a:pt x="278611" y="35023"/>
                  <a:pt x="289653" y="35023"/>
                </a:cubicBezTo>
                <a:cubicBezTo>
                  <a:pt x="295519" y="35023"/>
                  <a:pt x="300608" y="36236"/>
                  <a:pt x="304922" y="38662"/>
                </a:cubicBezTo>
                <a:cubicBezTo>
                  <a:pt x="309235" y="41088"/>
                  <a:pt x="312772" y="44757"/>
                  <a:pt x="315532" y="49669"/>
                </a:cubicBezTo>
                <a:cubicBezTo>
                  <a:pt x="319558" y="44757"/>
                  <a:pt x="323899" y="41088"/>
                  <a:pt x="328558" y="38662"/>
                </a:cubicBezTo>
                <a:cubicBezTo>
                  <a:pt x="333216" y="36236"/>
                  <a:pt x="338190" y="35023"/>
                  <a:pt x="343481" y="35023"/>
                </a:cubicBezTo>
                <a:cubicBezTo>
                  <a:pt x="350210" y="35023"/>
                  <a:pt x="355903" y="36389"/>
                  <a:pt x="360561" y="39120"/>
                </a:cubicBezTo>
                <a:cubicBezTo>
                  <a:pt x="365220" y="41852"/>
                  <a:pt x="368699" y="45863"/>
                  <a:pt x="370999" y="51154"/>
                </a:cubicBezTo>
                <a:cubicBezTo>
                  <a:pt x="372667" y="55065"/>
                  <a:pt x="373501" y="61391"/>
                  <a:pt x="373501" y="70132"/>
                </a:cubicBezTo>
                <a:lnTo>
                  <a:pt x="373501" y="128705"/>
                </a:lnTo>
                <a:lnTo>
                  <a:pt x="349261" y="128705"/>
                </a:lnTo>
                <a:lnTo>
                  <a:pt x="349261" y="76402"/>
                </a:lnTo>
                <a:cubicBezTo>
                  <a:pt x="349261" y="67327"/>
                  <a:pt x="348427" y="61468"/>
                  <a:pt x="346759" y="58826"/>
                </a:cubicBezTo>
                <a:cubicBezTo>
                  <a:pt x="344516" y="55379"/>
                  <a:pt x="341066" y="53656"/>
                  <a:pt x="336408" y="53656"/>
                </a:cubicBezTo>
                <a:cubicBezTo>
                  <a:pt x="333015" y="53656"/>
                  <a:pt x="329823" y="54690"/>
                  <a:pt x="326832" y="56758"/>
                </a:cubicBezTo>
                <a:cubicBezTo>
                  <a:pt x="323842" y="58825"/>
                  <a:pt x="321685" y="61855"/>
                  <a:pt x="320363" y="65848"/>
                </a:cubicBezTo>
                <a:cubicBezTo>
                  <a:pt x="319040" y="69840"/>
                  <a:pt x="318379" y="76144"/>
                  <a:pt x="318379" y="84762"/>
                </a:cubicBezTo>
                <a:lnTo>
                  <a:pt x="318379" y="128705"/>
                </a:lnTo>
                <a:lnTo>
                  <a:pt x="294139" y="128705"/>
                </a:lnTo>
                <a:lnTo>
                  <a:pt x="294139" y="78556"/>
                </a:lnTo>
                <a:cubicBezTo>
                  <a:pt x="294139" y="69653"/>
                  <a:pt x="293707" y="63909"/>
                  <a:pt x="292845" y="61325"/>
                </a:cubicBezTo>
                <a:cubicBezTo>
                  <a:pt x="291982" y="58739"/>
                  <a:pt x="290645" y="56814"/>
                  <a:pt x="288833" y="55551"/>
                </a:cubicBezTo>
                <a:cubicBezTo>
                  <a:pt x="287022" y="54287"/>
                  <a:pt x="284563" y="53656"/>
                  <a:pt x="281458" y="53656"/>
                </a:cubicBezTo>
                <a:cubicBezTo>
                  <a:pt x="277720" y="53656"/>
                  <a:pt x="274356" y="54661"/>
                  <a:pt x="271365" y="56672"/>
                </a:cubicBezTo>
                <a:cubicBezTo>
                  <a:pt x="268375" y="58681"/>
                  <a:pt x="266233" y="61582"/>
                  <a:pt x="264939" y="65374"/>
                </a:cubicBezTo>
                <a:cubicBezTo>
                  <a:pt x="263645" y="69166"/>
                  <a:pt x="262998" y="75456"/>
                  <a:pt x="262998" y="84244"/>
                </a:cubicBezTo>
                <a:lnTo>
                  <a:pt x="262998" y="128705"/>
                </a:lnTo>
                <a:lnTo>
                  <a:pt x="238758" y="128705"/>
                </a:lnTo>
                <a:lnTo>
                  <a:pt x="238758" y="37093"/>
                </a:lnTo>
                <a:close/>
                <a:moveTo>
                  <a:pt x="397396" y="37093"/>
                </a:moveTo>
                <a:lnTo>
                  <a:pt x="419997" y="37093"/>
                </a:lnTo>
                <a:lnTo>
                  <a:pt x="419997" y="50550"/>
                </a:lnTo>
                <a:cubicBezTo>
                  <a:pt x="422930" y="45950"/>
                  <a:pt x="426898" y="42211"/>
                  <a:pt x="431901" y="39336"/>
                </a:cubicBezTo>
                <a:cubicBezTo>
                  <a:pt x="436904" y="36461"/>
                  <a:pt x="442454" y="35023"/>
                  <a:pt x="448550" y="35023"/>
                </a:cubicBezTo>
                <a:cubicBezTo>
                  <a:pt x="459189" y="35023"/>
                  <a:pt x="468218" y="39192"/>
                  <a:pt x="475636" y="47531"/>
                </a:cubicBezTo>
                <a:cubicBezTo>
                  <a:pt x="483055" y="55870"/>
                  <a:pt x="486764" y="67487"/>
                  <a:pt x="486764" y="82381"/>
                </a:cubicBezTo>
                <a:cubicBezTo>
                  <a:pt x="486764" y="97679"/>
                  <a:pt x="483026" y="109569"/>
                  <a:pt x="475550" y="118051"/>
                </a:cubicBezTo>
                <a:cubicBezTo>
                  <a:pt x="468074" y="126534"/>
                  <a:pt x="459016" y="130775"/>
                  <a:pt x="448377" y="130775"/>
                </a:cubicBezTo>
                <a:cubicBezTo>
                  <a:pt x="443316" y="130775"/>
                  <a:pt x="438730" y="129769"/>
                  <a:pt x="434618" y="127756"/>
                </a:cubicBezTo>
                <a:cubicBezTo>
                  <a:pt x="430506" y="125743"/>
                  <a:pt x="426179" y="122292"/>
                  <a:pt x="421636" y="117404"/>
                </a:cubicBezTo>
                <a:lnTo>
                  <a:pt x="421636" y="163555"/>
                </a:lnTo>
                <a:lnTo>
                  <a:pt x="397396" y="163555"/>
                </a:lnTo>
                <a:lnTo>
                  <a:pt x="397396" y="37093"/>
                </a:lnTo>
                <a:moveTo>
                  <a:pt x="421377" y="81306"/>
                </a:moveTo>
                <a:cubicBezTo>
                  <a:pt x="421377" y="91584"/>
                  <a:pt x="423418" y="99177"/>
                  <a:pt x="427502" y="104087"/>
                </a:cubicBezTo>
                <a:cubicBezTo>
                  <a:pt x="431585" y="108997"/>
                  <a:pt x="436559" y="111452"/>
                  <a:pt x="442425" y="111452"/>
                </a:cubicBezTo>
                <a:cubicBezTo>
                  <a:pt x="448061" y="111452"/>
                  <a:pt x="452748" y="109198"/>
                  <a:pt x="456486" y="104691"/>
                </a:cubicBezTo>
                <a:cubicBezTo>
                  <a:pt x="460224" y="100184"/>
                  <a:pt x="462093" y="92790"/>
                  <a:pt x="462093" y="82511"/>
                </a:cubicBezTo>
                <a:cubicBezTo>
                  <a:pt x="462093" y="72921"/>
                  <a:pt x="460167" y="65801"/>
                  <a:pt x="456313" y="61150"/>
                </a:cubicBezTo>
                <a:cubicBezTo>
                  <a:pt x="452460" y="56499"/>
                  <a:pt x="447687" y="54173"/>
                  <a:pt x="441994" y="54173"/>
                </a:cubicBezTo>
                <a:cubicBezTo>
                  <a:pt x="436070" y="54173"/>
                  <a:pt x="431153" y="56456"/>
                  <a:pt x="427243" y="61020"/>
                </a:cubicBezTo>
                <a:cubicBezTo>
                  <a:pt x="423332" y="65585"/>
                  <a:pt x="421377" y="72347"/>
                  <a:pt x="421377" y="81306"/>
                </a:cubicBezTo>
                <a:close/>
                <a:moveTo>
                  <a:pt x="506648" y="128705"/>
                </a:moveTo>
                <a:lnTo>
                  <a:pt x="506648" y="2243"/>
                </a:lnTo>
                <a:lnTo>
                  <a:pt x="530888" y="2243"/>
                </a:lnTo>
                <a:lnTo>
                  <a:pt x="530888" y="128705"/>
                </a:lnTo>
                <a:lnTo>
                  <a:pt x="506648" y="128705"/>
                </a:lnTo>
                <a:close/>
                <a:moveTo>
                  <a:pt x="608654" y="99548"/>
                </a:moveTo>
                <a:lnTo>
                  <a:pt x="632807" y="103688"/>
                </a:lnTo>
                <a:cubicBezTo>
                  <a:pt x="629702" y="112516"/>
                  <a:pt x="624799" y="119237"/>
                  <a:pt x="618099" y="123852"/>
                </a:cubicBezTo>
                <a:cubicBezTo>
                  <a:pt x="611400" y="128467"/>
                  <a:pt x="603018" y="130775"/>
                  <a:pt x="592954" y="130775"/>
                </a:cubicBezTo>
                <a:cubicBezTo>
                  <a:pt x="577024" y="130775"/>
                  <a:pt x="565234" y="125570"/>
                  <a:pt x="557586" y="115161"/>
                </a:cubicBezTo>
                <a:cubicBezTo>
                  <a:pt x="551547" y="106823"/>
                  <a:pt x="548528" y="96298"/>
                  <a:pt x="548528" y="83589"/>
                </a:cubicBezTo>
                <a:cubicBezTo>
                  <a:pt x="548528" y="68407"/>
                  <a:pt x="552496" y="56517"/>
                  <a:pt x="560433" y="47919"/>
                </a:cubicBezTo>
                <a:cubicBezTo>
                  <a:pt x="568369" y="39322"/>
                  <a:pt x="578404" y="35023"/>
                  <a:pt x="590538" y="35023"/>
                </a:cubicBezTo>
                <a:cubicBezTo>
                  <a:pt x="604168" y="35023"/>
                  <a:pt x="614922" y="39523"/>
                  <a:pt x="622801" y="48523"/>
                </a:cubicBezTo>
                <a:cubicBezTo>
                  <a:pt x="630679" y="57523"/>
                  <a:pt x="634446" y="71311"/>
                  <a:pt x="634101" y="89886"/>
                </a:cubicBezTo>
                <a:lnTo>
                  <a:pt x="573372" y="89886"/>
                </a:lnTo>
                <a:cubicBezTo>
                  <a:pt x="573545" y="97075"/>
                  <a:pt x="575500" y="102668"/>
                  <a:pt x="579238" y="106664"/>
                </a:cubicBezTo>
                <a:cubicBezTo>
                  <a:pt x="582976" y="110661"/>
                  <a:pt x="587634" y="112660"/>
                  <a:pt x="593213" y="112660"/>
                </a:cubicBezTo>
                <a:cubicBezTo>
                  <a:pt x="597008" y="112660"/>
                  <a:pt x="600200" y="111625"/>
                  <a:pt x="602788" y="109554"/>
                </a:cubicBezTo>
                <a:cubicBezTo>
                  <a:pt x="605376" y="107484"/>
                  <a:pt x="607331" y="104148"/>
                  <a:pt x="608654" y="99548"/>
                </a:cubicBezTo>
                <a:moveTo>
                  <a:pt x="610034" y="75049"/>
                </a:moveTo>
                <a:cubicBezTo>
                  <a:pt x="609861" y="68062"/>
                  <a:pt x="608050" y="62749"/>
                  <a:pt x="604599" y="59112"/>
                </a:cubicBezTo>
                <a:cubicBezTo>
                  <a:pt x="601149" y="55474"/>
                  <a:pt x="596951" y="53656"/>
                  <a:pt x="592005" y="53656"/>
                </a:cubicBezTo>
                <a:cubicBezTo>
                  <a:pt x="586714" y="53656"/>
                  <a:pt x="582343" y="55574"/>
                  <a:pt x="578893" y="59411"/>
                </a:cubicBezTo>
                <a:cubicBezTo>
                  <a:pt x="575442" y="63250"/>
                  <a:pt x="573746" y="68462"/>
                  <a:pt x="573803" y="75049"/>
                </a:cubicBezTo>
                <a:lnTo>
                  <a:pt x="610034" y="75049"/>
                </a:lnTo>
                <a:close/>
                <a:moveTo>
                  <a:pt x="695521" y="37093"/>
                </a:moveTo>
                <a:lnTo>
                  <a:pt x="695521" y="56416"/>
                </a:lnTo>
                <a:lnTo>
                  <a:pt x="678958" y="56416"/>
                </a:lnTo>
                <a:lnTo>
                  <a:pt x="678958" y="93277"/>
                </a:lnTo>
                <a:cubicBezTo>
                  <a:pt x="678958" y="100743"/>
                  <a:pt x="679116" y="105093"/>
                  <a:pt x="679433" y="106327"/>
                </a:cubicBezTo>
                <a:cubicBezTo>
                  <a:pt x="679749" y="107560"/>
                  <a:pt x="680468" y="108579"/>
                  <a:pt x="681589" y="109384"/>
                </a:cubicBezTo>
                <a:cubicBezTo>
                  <a:pt x="682711" y="110188"/>
                  <a:pt x="684076" y="110589"/>
                  <a:pt x="685687" y="110589"/>
                </a:cubicBezTo>
                <a:cubicBezTo>
                  <a:pt x="687930" y="110589"/>
                  <a:pt x="691179" y="109813"/>
                  <a:pt x="695434" y="108260"/>
                </a:cubicBezTo>
                <a:lnTo>
                  <a:pt x="697505" y="127136"/>
                </a:lnTo>
                <a:cubicBezTo>
                  <a:pt x="691869" y="129562"/>
                  <a:pt x="685485" y="130775"/>
                  <a:pt x="678354" y="130775"/>
                </a:cubicBezTo>
                <a:cubicBezTo>
                  <a:pt x="673984" y="130775"/>
                  <a:pt x="670044" y="130042"/>
                  <a:pt x="666536" y="128575"/>
                </a:cubicBezTo>
                <a:cubicBezTo>
                  <a:pt x="663028" y="127109"/>
                  <a:pt x="660455" y="125211"/>
                  <a:pt x="658816" y="122882"/>
                </a:cubicBezTo>
                <a:cubicBezTo>
                  <a:pt x="657177" y="120553"/>
                  <a:pt x="656041" y="117404"/>
                  <a:pt x="655408" y="113436"/>
                </a:cubicBezTo>
                <a:cubicBezTo>
                  <a:pt x="654891" y="110618"/>
                  <a:pt x="654632" y="104925"/>
                  <a:pt x="654632" y="96356"/>
                </a:cubicBezTo>
                <a:lnTo>
                  <a:pt x="654632" y="56416"/>
                </a:lnTo>
                <a:lnTo>
                  <a:pt x="643504" y="56416"/>
                </a:lnTo>
                <a:lnTo>
                  <a:pt x="643504" y="37093"/>
                </a:lnTo>
                <a:lnTo>
                  <a:pt x="654632" y="37093"/>
                </a:lnTo>
                <a:lnTo>
                  <a:pt x="654632" y="18805"/>
                </a:lnTo>
                <a:lnTo>
                  <a:pt x="678958" y="4486"/>
                </a:lnTo>
                <a:lnTo>
                  <a:pt x="678958" y="37093"/>
                </a:lnTo>
                <a:lnTo>
                  <a:pt x="695521" y="37093"/>
                </a:lnTo>
                <a:close/>
                <a:moveTo>
                  <a:pt x="713047" y="24671"/>
                </a:moveTo>
                <a:lnTo>
                  <a:pt x="713047" y="2243"/>
                </a:lnTo>
                <a:lnTo>
                  <a:pt x="737287" y="2243"/>
                </a:lnTo>
                <a:lnTo>
                  <a:pt x="737287" y="24671"/>
                </a:lnTo>
                <a:lnTo>
                  <a:pt x="713047" y="24671"/>
                </a:lnTo>
                <a:moveTo>
                  <a:pt x="713047" y="128705"/>
                </a:moveTo>
                <a:lnTo>
                  <a:pt x="713047" y="37093"/>
                </a:lnTo>
                <a:lnTo>
                  <a:pt x="737287" y="37093"/>
                </a:lnTo>
                <a:lnTo>
                  <a:pt x="737287" y="128705"/>
                </a:lnTo>
                <a:lnTo>
                  <a:pt x="713047" y="128705"/>
                </a:lnTo>
                <a:close/>
                <a:moveTo>
                  <a:pt x="756395" y="81605"/>
                </a:moveTo>
                <a:cubicBezTo>
                  <a:pt x="756395" y="73554"/>
                  <a:pt x="758379" y="65761"/>
                  <a:pt x="762347" y="58228"/>
                </a:cubicBezTo>
                <a:cubicBezTo>
                  <a:pt x="766315" y="50694"/>
                  <a:pt x="771936" y="44943"/>
                  <a:pt x="779211" y="40975"/>
                </a:cubicBezTo>
                <a:cubicBezTo>
                  <a:pt x="786486" y="37007"/>
                  <a:pt x="794609" y="35023"/>
                  <a:pt x="803581" y="35023"/>
                </a:cubicBezTo>
                <a:cubicBezTo>
                  <a:pt x="817440" y="35023"/>
                  <a:pt x="828798" y="39523"/>
                  <a:pt x="837655" y="48523"/>
                </a:cubicBezTo>
                <a:cubicBezTo>
                  <a:pt x="846511" y="57523"/>
                  <a:pt x="850939" y="68896"/>
                  <a:pt x="850939" y="82640"/>
                </a:cubicBezTo>
                <a:cubicBezTo>
                  <a:pt x="850939" y="96500"/>
                  <a:pt x="846468" y="107987"/>
                  <a:pt x="837525" y="117102"/>
                </a:cubicBezTo>
                <a:cubicBezTo>
                  <a:pt x="828583" y="126217"/>
                  <a:pt x="817325" y="130775"/>
                  <a:pt x="803753" y="130775"/>
                </a:cubicBezTo>
                <a:cubicBezTo>
                  <a:pt x="795357" y="130775"/>
                  <a:pt x="787349" y="128877"/>
                  <a:pt x="779729" y="125082"/>
                </a:cubicBezTo>
                <a:cubicBezTo>
                  <a:pt x="772109" y="121286"/>
                  <a:pt x="766315" y="115722"/>
                  <a:pt x="762347" y="108390"/>
                </a:cubicBezTo>
                <a:cubicBezTo>
                  <a:pt x="758379" y="101057"/>
                  <a:pt x="756395" y="92129"/>
                  <a:pt x="756395" y="81605"/>
                </a:cubicBezTo>
                <a:moveTo>
                  <a:pt x="781239" y="82899"/>
                </a:moveTo>
                <a:cubicBezTo>
                  <a:pt x="781239" y="91957"/>
                  <a:pt x="783395" y="98894"/>
                  <a:pt x="787708" y="103710"/>
                </a:cubicBezTo>
                <a:cubicBezTo>
                  <a:pt x="792021" y="108526"/>
                  <a:pt x="797341" y="110934"/>
                  <a:pt x="803667" y="110934"/>
                </a:cubicBezTo>
                <a:cubicBezTo>
                  <a:pt x="809993" y="110934"/>
                  <a:pt x="815298" y="108526"/>
                  <a:pt x="819583" y="103710"/>
                </a:cubicBezTo>
                <a:cubicBezTo>
                  <a:pt x="823867" y="98894"/>
                  <a:pt x="826009" y="91899"/>
                  <a:pt x="826009" y="82726"/>
                </a:cubicBezTo>
                <a:cubicBezTo>
                  <a:pt x="826009" y="73784"/>
                  <a:pt x="823867" y="66904"/>
                  <a:pt x="819583" y="62088"/>
                </a:cubicBezTo>
                <a:cubicBezTo>
                  <a:pt x="815298" y="57272"/>
                  <a:pt x="809993" y="54863"/>
                  <a:pt x="803667" y="54863"/>
                </a:cubicBezTo>
                <a:cubicBezTo>
                  <a:pt x="797341" y="54863"/>
                  <a:pt x="792021" y="57272"/>
                  <a:pt x="787708" y="62088"/>
                </a:cubicBezTo>
                <a:cubicBezTo>
                  <a:pt x="783395" y="66904"/>
                  <a:pt x="781239" y="73841"/>
                  <a:pt x="781239" y="82899"/>
                </a:cubicBezTo>
                <a:close/>
                <a:moveTo>
                  <a:pt x="953876" y="128705"/>
                </a:moveTo>
                <a:lnTo>
                  <a:pt x="929636" y="128705"/>
                </a:lnTo>
                <a:lnTo>
                  <a:pt x="929636" y="82004"/>
                </a:lnTo>
                <a:cubicBezTo>
                  <a:pt x="929636" y="72123"/>
                  <a:pt x="929118" y="65733"/>
                  <a:pt x="928083" y="62832"/>
                </a:cubicBezTo>
                <a:cubicBezTo>
                  <a:pt x="927048" y="59931"/>
                  <a:pt x="925366" y="57677"/>
                  <a:pt x="923037" y="56068"/>
                </a:cubicBezTo>
                <a:cubicBezTo>
                  <a:pt x="920707" y="54460"/>
                  <a:pt x="917904" y="53656"/>
                  <a:pt x="914626" y="53656"/>
                </a:cubicBezTo>
                <a:cubicBezTo>
                  <a:pt x="910428" y="53656"/>
                  <a:pt x="906661" y="54805"/>
                  <a:pt x="903325" y="57104"/>
                </a:cubicBezTo>
                <a:cubicBezTo>
                  <a:pt x="899990" y="59400"/>
                  <a:pt x="897704" y="62445"/>
                  <a:pt x="896468" y="66237"/>
                </a:cubicBezTo>
                <a:cubicBezTo>
                  <a:pt x="895231" y="70027"/>
                  <a:pt x="894613" y="77035"/>
                  <a:pt x="894613" y="87261"/>
                </a:cubicBezTo>
                <a:lnTo>
                  <a:pt x="894613" y="128705"/>
                </a:lnTo>
                <a:lnTo>
                  <a:pt x="870373" y="128705"/>
                </a:lnTo>
                <a:lnTo>
                  <a:pt x="870373" y="37093"/>
                </a:lnTo>
                <a:lnTo>
                  <a:pt x="892888" y="37093"/>
                </a:lnTo>
                <a:lnTo>
                  <a:pt x="892888" y="50550"/>
                </a:lnTo>
                <a:cubicBezTo>
                  <a:pt x="900881" y="40199"/>
                  <a:pt x="910945" y="35023"/>
                  <a:pt x="923080" y="35023"/>
                </a:cubicBezTo>
                <a:cubicBezTo>
                  <a:pt x="928428" y="35023"/>
                  <a:pt x="933316" y="35986"/>
                  <a:pt x="937744" y="37913"/>
                </a:cubicBezTo>
                <a:cubicBezTo>
                  <a:pt x="942173" y="39839"/>
                  <a:pt x="945522" y="42298"/>
                  <a:pt x="947794" y="45288"/>
                </a:cubicBezTo>
                <a:cubicBezTo>
                  <a:pt x="950066" y="48279"/>
                  <a:pt x="951647" y="51672"/>
                  <a:pt x="952539" y="55467"/>
                </a:cubicBezTo>
                <a:cubicBezTo>
                  <a:pt x="953430" y="59263"/>
                  <a:pt x="953876" y="64697"/>
                  <a:pt x="953876" y="71771"/>
                </a:cubicBezTo>
                <a:lnTo>
                  <a:pt x="953876" y="1287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F7DA2F-964C-48D9-AA73-5CC84369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7489" y="86076"/>
            <a:ext cx="10" cy="3480960"/>
          </a:xfrm>
          <a:custGeom xmlns:a="http://schemas.openxmlformats.org/drawingml/2006/main">
            <a:pathLst>
              <a:path w="1" h="3480960" fill="none">
                <a:moveTo>
                  <a:pt x="0" y="0"/>
                </a:moveTo>
                <a:lnTo>
                  <a:pt x="0" y="3480960"/>
                </a:lnTo>
              </a:path>
            </a:pathLst>
          </a:custGeom>
          <a:noFill xmlns:a="http://schemas.openxmlformats.org/drawingml/2006/main"/>
          <a:ln xmlns:a="http://schemas.openxmlformats.org/drawingml/2006/main" w="17738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1B488B-8B07-4A7B-8800-D37270CA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1948" y="350015"/>
            <a:ext cx="891849" cy="429961"/>
          </a:xfrm>
          <a:custGeom xmlns:a="http://schemas.openxmlformats.org/drawingml/2006/main">
            <a:pathLst>
              <a:path w="891849" h="429961">
                <a:moveTo>
                  <a:pt x="0" y="71660"/>
                </a:moveTo>
                <a:cubicBezTo>
                  <a:pt x="0" y="32087"/>
                  <a:pt x="32087" y="0"/>
                  <a:pt x="71660" y="0"/>
                </a:cubicBezTo>
                <a:lnTo>
                  <a:pt x="820189" y="0"/>
                </a:lnTo>
                <a:cubicBezTo>
                  <a:pt x="859761" y="0"/>
                  <a:pt x="891849" y="32087"/>
                  <a:pt x="891849" y="71660"/>
                </a:cubicBezTo>
                <a:lnTo>
                  <a:pt x="891849" y="358300"/>
                </a:lnTo>
                <a:cubicBezTo>
                  <a:pt x="891849" y="397873"/>
                  <a:pt x="859761" y="429961"/>
                  <a:pt x="820189" y="429961"/>
                </a:cubicBezTo>
                <a:lnTo>
                  <a:pt x="71660" y="429961"/>
                </a:lnTo>
                <a:cubicBezTo>
                  <a:pt x="32087" y="429961"/>
                  <a:pt x="0" y="397873"/>
                  <a:pt x="0" y="358300"/>
                </a:cubicBezTo>
                <a:lnTo>
                  <a:pt x="0" y="71660"/>
                </a:lnTo>
                <a:close/>
              </a:path>
            </a:pathLst>
          </a:custGeom>
          <a:solidFill xmlns:a="http://schemas.openxmlformats.org/drawingml/2006/main">
            <a:srgbClr val="D7EE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Code">
            <a:extLst xmlns:a="http://schemas.openxmlformats.org/drawingml/2006/main">
              <a:ext uri="{FF2B5EF4-FFF2-40B4-BE49-F238E27FC236}">
                <a16:creationId xmlns:a16="http://schemas.microsoft.com/office/drawing/2014/main" id="{F7A57FA3-2E43-4577-ACE8-3D6349DC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2953" y="486747"/>
            <a:ext cx="490588" cy="157560"/>
          </a:xfrm>
          <a:custGeom xmlns:a="http://schemas.openxmlformats.org/drawingml/2006/main">
            <a:pathLst>
              <a:path w="490588" h="157560">
                <a:moveTo>
                  <a:pt x="114533" y="101437"/>
                </a:moveTo>
                <a:lnTo>
                  <a:pt x="134695" y="106530"/>
                </a:lnTo>
                <a:cubicBezTo>
                  <a:pt x="130469" y="123124"/>
                  <a:pt x="122864" y="135778"/>
                  <a:pt x="111882" y="144491"/>
                </a:cubicBezTo>
                <a:cubicBezTo>
                  <a:pt x="100900" y="153204"/>
                  <a:pt x="87476" y="157560"/>
                  <a:pt x="71609" y="157560"/>
                </a:cubicBezTo>
                <a:cubicBezTo>
                  <a:pt x="55188" y="157560"/>
                  <a:pt x="41832" y="154217"/>
                  <a:pt x="31543" y="147531"/>
                </a:cubicBezTo>
                <a:cubicBezTo>
                  <a:pt x="21254" y="140845"/>
                  <a:pt x="13424" y="131162"/>
                  <a:pt x="8055" y="118482"/>
                </a:cubicBezTo>
                <a:cubicBezTo>
                  <a:pt x="2685" y="105802"/>
                  <a:pt x="0" y="92187"/>
                  <a:pt x="0" y="77637"/>
                </a:cubicBezTo>
                <a:cubicBezTo>
                  <a:pt x="0" y="61770"/>
                  <a:pt x="3031" y="47930"/>
                  <a:pt x="9094" y="36116"/>
                </a:cubicBezTo>
                <a:cubicBezTo>
                  <a:pt x="15157" y="24303"/>
                  <a:pt x="23783" y="15330"/>
                  <a:pt x="34973" y="9198"/>
                </a:cubicBezTo>
                <a:cubicBezTo>
                  <a:pt x="46163" y="3066"/>
                  <a:pt x="58479" y="0"/>
                  <a:pt x="71921" y="0"/>
                </a:cubicBezTo>
                <a:cubicBezTo>
                  <a:pt x="87164" y="0"/>
                  <a:pt x="99982" y="3880"/>
                  <a:pt x="110375" y="11640"/>
                </a:cubicBezTo>
                <a:cubicBezTo>
                  <a:pt x="120768" y="19401"/>
                  <a:pt x="128009" y="30313"/>
                  <a:pt x="132097" y="44379"/>
                </a:cubicBezTo>
                <a:lnTo>
                  <a:pt x="112246" y="49056"/>
                </a:lnTo>
                <a:cubicBezTo>
                  <a:pt x="108712" y="37933"/>
                  <a:pt x="103585" y="29835"/>
                  <a:pt x="96864" y="24762"/>
                </a:cubicBezTo>
                <a:cubicBezTo>
                  <a:pt x="90143" y="19686"/>
                  <a:pt x="81690" y="17149"/>
                  <a:pt x="71505" y="17149"/>
                </a:cubicBezTo>
                <a:cubicBezTo>
                  <a:pt x="59795" y="17149"/>
                  <a:pt x="50008" y="19960"/>
                  <a:pt x="42144" y="25583"/>
                </a:cubicBezTo>
                <a:cubicBezTo>
                  <a:pt x="34280" y="31204"/>
                  <a:pt x="28754" y="38752"/>
                  <a:pt x="25567" y="48227"/>
                </a:cubicBezTo>
                <a:cubicBezTo>
                  <a:pt x="22380" y="57700"/>
                  <a:pt x="20786" y="67468"/>
                  <a:pt x="20786" y="77530"/>
                </a:cubicBezTo>
                <a:cubicBezTo>
                  <a:pt x="20786" y="90508"/>
                  <a:pt x="22674" y="101839"/>
                  <a:pt x="26451" y="111522"/>
                </a:cubicBezTo>
                <a:cubicBezTo>
                  <a:pt x="30227" y="121205"/>
                  <a:pt x="36099" y="128441"/>
                  <a:pt x="44067" y="133230"/>
                </a:cubicBezTo>
                <a:cubicBezTo>
                  <a:pt x="52035" y="138018"/>
                  <a:pt x="60661" y="140411"/>
                  <a:pt x="69946" y="140411"/>
                </a:cubicBezTo>
                <a:cubicBezTo>
                  <a:pt x="81240" y="140411"/>
                  <a:pt x="90802" y="137138"/>
                  <a:pt x="98631" y="130590"/>
                </a:cubicBezTo>
                <a:cubicBezTo>
                  <a:pt x="106461" y="124042"/>
                  <a:pt x="111761" y="114325"/>
                  <a:pt x="114533" y="101437"/>
                </a:cubicBezTo>
                <a:close/>
                <a:moveTo>
                  <a:pt x="149719" y="99878"/>
                </a:moveTo>
                <a:cubicBezTo>
                  <a:pt x="149719" y="79438"/>
                  <a:pt x="155401" y="64299"/>
                  <a:pt x="166764" y="54460"/>
                </a:cubicBezTo>
                <a:cubicBezTo>
                  <a:pt x="176256" y="46284"/>
                  <a:pt x="187827" y="42196"/>
                  <a:pt x="201477" y="42196"/>
                </a:cubicBezTo>
                <a:cubicBezTo>
                  <a:pt x="216651" y="42196"/>
                  <a:pt x="229053" y="47168"/>
                  <a:pt x="238684" y="57110"/>
                </a:cubicBezTo>
                <a:cubicBezTo>
                  <a:pt x="248315" y="67053"/>
                  <a:pt x="253131" y="80789"/>
                  <a:pt x="253131" y="98319"/>
                </a:cubicBezTo>
                <a:cubicBezTo>
                  <a:pt x="253131" y="112523"/>
                  <a:pt x="251000" y="123696"/>
                  <a:pt x="246739" y="131837"/>
                </a:cubicBezTo>
                <a:cubicBezTo>
                  <a:pt x="242478" y="139978"/>
                  <a:pt x="236277" y="146301"/>
                  <a:pt x="228135" y="150805"/>
                </a:cubicBezTo>
                <a:cubicBezTo>
                  <a:pt x="219994" y="155308"/>
                  <a:pt x="211108" y="157560"/>
                  <a:pt x="201477" y="157560"/>
                </a:cubicBezTo>
                <a:cubicBezTo>
                  <a:pt x="186026" y="157560"/>
                  <a:pt x="173537" y="152606"/>
                  <a:pt x="164009" y="142698"/>
                </a:cubicBezTo>
                <a:cubicBezTo>
                  <a:pt x="154482" y="132790"/>
                  <a:pt x="149719" y="118517"/>
                  <a:pt x="149719" y="99878"/>
                </a:cubicBezTo>
                <a:moveTo>
                  <a:pt x="168946" y="99826"/>
                </a:moveTo>
                <a:cubicBezTo>
                  <a:pt x="168946" y="113909"/>
                  <a:pt x="172030" y="124454"/>
                  <a:pt x="178196" y="131460"/>
                </a:cubicBezTo>
                <a:cubicBezTo>
                  <a:pt x="184363" y="138467"/>
                  <a:pt x="192123" y="141970"/>
                  <a:pt x="201477" y="141970"/>
                </a:cubicBezTo>
                <a:cubicBezTo>
                  <a:pt x="210761" y="141970"/>
                  <a:pt x="218487" y="138450"/>
                  <a:pt x="224654" y="131408"/>
                </a:cubicBezTo>
                <a:cubicBezTo>
                  <a:pt x="230820" y="124367"/>
                  <a:pt x="233903" y="113633"/>
                  <a:pt x="233903" y="99206"/>
                </a:cubicBezTo>
                <a:cubicBezTo>
                  <a:pt x="233903" y="85606"/>
                  <a:pt x="230803" y="75303"/>
                  <a:pt x="224602" y="68296"/>
                </a:cubicBezTo>
                <a:cubicBezTo>
                  <a:pt x="218400" y="61289"/>
                  <a:pt x="210692" y="57786"/>
                  <a:pt x="201477" y="57786"/>
                </a:cubicBezTo>
                <a:cubicBezTo>
                  <a:pt x="192123" y="57786"/>
                  <a:pt x="184363" y="61272"/>
                  <a:pt x="178196" y="68244"/>
                </a:cubicBezTo>
                <a:cubicBezTo>
                  <a:pt x="172030" y="75216"/>
                  <a:pt x="168946" y="85743"/>
                  <a:pt x="168946" y="99826"/>
                </a:cubicBezTo>
                <a:close/>
                <a:moveTo>
                  <a:pt x="347488" y="155066"/>
                </a:moveTo>
                <a:lnTo>
                  <a:pt x="347488" y="141139"/>
                </a:lnTo>
                <a:cubicBezTo>
                  <a:pt x="340490" y="152086"/>
                  <a:pt x="330200" y="157560"/>
                  <a:pt x="316620" y="157560"/>
                </a:cubicBezTo>
                <a:cubicBezTo>
                  <a:pt x="307821" y="157560"/>
                  <a:pt x="299731" y="155135"/>
                  <a:pt x="292352" y="150285"/>
                </a:cubicBezTo>
                <a:cubicBezTo>
                  <a:pt x="284973" y="145435"/>
                  <a:pt x="279257" y="138662"/>
                  <a:pt x="275203" y="129966"/>
                </a:cubicBezTo>
                <a:cubicBezTo>
                  <a:pt x="271150" y="121271"/>
                  <a:pt x="269123" y="111276"/>
                  <a:pt x="269123" y="99982"/>
                </a:cubicBezTo>
                <a:cubicBezTo>
                  <a:pt x="269123" y="88965"/>
                  <a:pt x="270960" y="78971"/>
                  <a:pt x="274632" y="69998"/>
                </a:cubicBezTo>
                <a:cubicBezTo>
                  <a:pt x="278304" y="61025"/>
                  <a:pt x="283812" y="54148"/>
                  <a:pt x="291157" y="49367"/>
                </a:cubicBezTo>
                <a:cubicBezTo>
                  <a:pt x="298501" y="44587"/>
                  <a:pt x="306712" y="42196"/>
                  <a:pt x="315789" y="42196"/>
                </a:cubicBezTo>
                <a:cubicBezTo>
                  <a:pt x="322440" y="42196"/>
                  <a:pt x="328364" y="43599"/>
                  <a:pt x="333561" y="46405"/>
                </a:cubicBezTo>
                <a:cubicBezTo>
                  <a:pt x="338758" y="49212"/>
                  <a:pt x="342984" y="52866"/>
                  <a:pt x="346241" y="57370"/>
                </a:cubicBezTo>
                <a:lnTo>
                  <a:pt x="346241" y="2702"/>
                </a:lnTo>
                <a:lnTo>
                  <a:pt x="364844" y="2702"/>
                </a:lnTo>
                <a:lnTo>
                  <a:pt x="364844" y="155066"/>
                </a:lnTo>
                <a:lnTo>
                  <a:pt x="347488" y="155066"/>
                </a:lnTo>
                <a:moveTo>
                  <a:pt x="288351" y="99930"/>
                </a:moveTo>
                <a:cubicBezTo>
                  <a:pt x="288351" y="114013"/>
                  <a:pt x="291330" y="124540"/>
                  <a:pt x="297289" y="131512"/>
                </a:cubicBezTo>
                <a:cubicBezTo>
                  <a:pt x="303248" y="138484"/>
                  <a:pt x="310280" y="141970"/>
                  <a:pt x="318387" y="141970"/>
                </a:cubicBezTo>
                <a:cubicBezTo>
                  <a:pt x="326563" y="141970"/>
                  <a:pt x="333509" y="138640"/>
                  <a:pt x="339225" y="131980"/>
                </a:cubicBezTo>
                <a:cubicBezTo>
                  <a:pt x="344941" y="125318"/>
                  <a:pt x="347800" y="115152"/>
                  <a:pt x="347800" y="101483"/>
                </a:cubicBezTo>
                <a:cubicBezTo>
                  <a:pt x="347800" y="86434"/>
                  <a:pt x="344889" y="75389"/>
                  <a:pt x="339069" y="68348"/>
                </a:cubicBezTo>
                <a:cubicBezTo>
                  <a:pt x="333249" y="61307"/>
                  <a:pt x="326078" y="57786"/>
                  <a:pt x="317555" y="57786"/>
                </a:cubicBezTo>
                <a:cubicBezTo>
                  <a:pt x="309241" y="57786"/>
                  <a:pt x="302295" y="61169"/>
                  <a:pt x="296717" y="67935"/>
                </a:cubicBezTo>
                <a:cubicBezTo>
                  <a:pt x="291140" y="74700"/>
                  <a:pt x="288351" y="85365"/>
                  <a:pt x="288351" y="99930"/>
                </a:cubicBezTo>
                <a:close/>
                <a:moveTo>
                  <a:pt x="470633" y="119521"/>
                </a:moveTo>
                <a:lnTo>
                  <a:pt x="489965" y="121912"/>
                </a:lnTo>
                <a:cubicBezTo>
                  <a:pt x="486916" y="133206"/>
                  <a:pt x="481269" y="141970"/>
                  <a:pt x="473024" y="148206"/>
                </a:cubicBezTo>
                <a:cubicBezTo>
                  <a:pt x="464779" y="154442"/>
                  <a:pt x="454247" y="157560"/>
                  <a:pt x="441429" y="157560"/>
                </a:cubicBezTo>
                <a:cubicBezTo>
                  <a:pt x="425285" y="157560"/>
                  <a:pt x="412484" y="152589"/>
                  <a:pt x="403026" y="142646"/>
                </a:cubicBezTo>
                <a:cubicBezTo>
                  <a:pt x="393568" y="132703"/>
                  <a:pt x="388839" y="118759"/>
                  <a:pt x="388839" y="100814"/>
                </a:cubicBezTo>
                <a:cubicBezTo>
                  <a:pt x="388839" y="82244"/>
                  <a:pt x="393620" y="67833"/>
                  <a:pt x="403182" y="57578"/>
                </a:cubicBezTo>
                <a:cubicBezTo>
                  <a:pt x="412744" y="47323"/>
                  <a:pt x="425146" y="42196"/>
                  <a:pt x="440389" y="42196"/>
                </a:cubicBezTo>
                <a:cubicBezTo>
                  <a:pt x="455148" y="42196"/>
                  <a:pt x="467204" y="47212"/>
                  <a:pt x="476558" y="57244"/>
                </a:cubicBezTo>
                <a:cubicBezTo>
                  <a:pt x="485911" y="67273"/>
                  <a:pt x="490588" y="81384"/>
                  <a:pt x="490588" y="99576"/>
                </a:cubicBezTo>
                <a:cubicBezTo>
                  <a:pt x="490588" y="100683"/>
                  <a:pt x="490554" y="102342"/>
                  <a:pt x="490484" y="104555"/>
                </a:cubicBezTo>
                <a:lnTo>
                  <a:pt x="408171" y="104555"/>
                </a:lnTo>
                <a:cubicBezTo>
                  <a:pt x="408864" y="116646"/>
                  <a:pt x="412293" y="125904"/>
                  <a:pt x="418460" y="132331"/>
                </a:cubicBezTo>
                <a:cubicBezTo>
                  <a:pt x="424626" y="138757"/>
                  <a:pt x="432317" y="141970"/>
                  <a:pt x="441533" y="141970"/>
                </a:cubicBezTo>
                <a:cubicBezTo>
                  <a:pt x="448392" y="141970"/>
                  <a:pt x="454247" y="140186"/>
                  <a:pt x="459097" y="136618"/>
                </a:cubicBezTo>
                <a:cubicBezTo>
                  <a:pt x="463947" y="133047"/>
                  <a:pt x="467793" y="127349"/>
                  <a:pt x="470633" y="119521"/>
                </a:cubicBezTo>
                <a:moveTo>
                  <a:pt x="409210" y="88965"/>
                </a:moveTo>
                <a:lnTo>
                  <a:pt x="470841" y="88965"/>
                </a:lnTo>
                <a:cubicBezTo>
                  <a:pt x="470010" y="79832"/>
                  <a:pt x="467654" y="72983"/>
                  <a:pt x="463774" y="68416"/>
                </a:cubicBezTo>
                <a:cubicBezTo>
                  <a:pt x="457815" y="61329"/>
                  <a:pt x="450090" y="57786"/>
                  <a:pt x="440597" y="57786"/>
                </a:cubicBezTo>
                <a:cubicBezTo>
                  <a:pt x="432006" y="57786"/>
                  <a:pt x="424782" y="60615"/>
                  <a:pt x="418928" y="66273"/>
                </a:cubicBezTo>
                <a:cubicBezTo>
                  <a:pt x="413073" y="71928"/>
                  <a:pt x="409834" y="79492"/>
                  <a:pt x="409210" y="889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D0ED46-FF9B-48AD-B89C-C5B69AC4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304" y="1511120"/>
            <a:ext cx="1738" cy="294463"/>
          </a:xfrm>
          <a:custGeom xmlns:a="http://schemas.openxmlformats.org/drawingml/2006/main">
            <a:pathLst>
              <a:path w="1738" h="294463" fill="none">
                <a:moveTo>
                  <a:pt x="0" y="0"/>
                </a:moveTo>
                <a:lnTo>
                  <a:pt x="1738" y="294463"/>
                </a:lnTo>
              </a:path>
            </a:pathLst>
          </a:custGeom>
          <a:noFill xmlns:a="http://schemas.openxmlformats.org/drawingml/2006/main"/>
          <a:ln xmlns:a="http://schemas.openxmlformats.org/drawingml/2006/main" w="39910" cap="flat">
            <a:solidFill>
              <a:srgbClr val="548235"/>
            </a:solidFill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C1855D-BE99-4489-AA4B-8D452D7A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053" y="1785280"/>
            <a:ext cx="119729" cy="120084"/>
          </a:xfrm>
          <a:custGeom xmlns:a="http://schemas.openxmlformats.org/drawingml/2006/main">
            <a:pathLst>
              <a:path w="119729" h="120084">
                <a:moveTo>
                  <a:pt x="119729" y="0"/>
                </a:moveTo>
                <a:lnTo>
                  <a:pt x="60556" y="120084"/>
                </a:lnTo>
                <a:lnTo>
                  <a:pt x="0" y="692"/>
                </a:lnTo>
                <a:lnTo>
                  <a:pt x="119729" y="0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95860C-89AD-4C37-BCEE-1D067DD6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6432" y="2324213"/>
            <a:ext cx="2129" cy="325805"/>
          </a:xfrm>
          <a:custGeom xmlns:a="http://schemas.openxmlformats.org/drawingml/2006/main">
            <a:pathLst>
              <a:path w="2129" h="325805" fill="none">
                <a:moveTo>
                  <a:pt x="0" y="0"/>
                </a:moveTo>
                <a:lnTo>
                  <a:pt x="2129" y="325805"/>
                </a:lnTo>
              </a:path>
            </a:pathLst>
          </a:custGeom>
          <a:noFill xmlns:a="http://schemas.openxmlformats.org/drawingml/2006/main"/>
          <a:ln xmlns:a="http://schemas.openxmlformats.org/drawingml/2006/main" w="39910" cap="flat">
            <a:solidFill>
              <a:srgbClr val="548235"/>
            </a:solidFill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E13EC-E439-4E65-A57F-319CD895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8574" y="2629682"/>
            <a:ext cx="119729" cy="120119"/>
          </a:xfrm>
          <a:custGeom xmlns:a="http://schemas.openxmlformats.org/drawingml/2006/main">
            <a:pathLst>
              <a:path w="119729" h="120119">
                <a:moveTo>
                  <a:pt x="119729" y="0"/>
                </a:moveTo>
                <a:lnTo>
                  <a:pt x="60645" y="120119"/>
                </a:lnTo>
                <a:lnTo>
                  <a:pt x="0" y="780"/>
                </a:lnTo>
                <a:lnTo>
                  <a:pt x="119729" y="0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Pass">
            <a:extLst xmlns:a="http://schemas.openxmlformats.org/drawingml/2006/main">
              <a:ext uri="{FF2B5EF4-FFF2-40B4-BE49-F238E27FC236}">
                <a16:creationId xmlns:a16="http://schemas.microsoft.com/office/drawing/2014/main" id="{72F8D91D-AF8F-4DCF-8E6E-8DBA89B5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1250" y="1599333"/>
            <a:ext cx="450029" cy="154858"/>
          </a:xfrm>
          <a:custGeom xmlns:a="http://schemas.openxmlformats.org/drawingml/2006/main">
            <a:pathLst>
              <a:path w="450029" h="154858">
                <a:moveTo>
                  <a:pt x="0" y="152364"/>
                </a:moveTo>
                <a:lnTo>
                  <a:pt x="0" y="0"/>
                </a:lnTo>
                <a:lnTo>
                  <a:pt x="57474" y="0"/>
                </a:lnTo>
                <a:cubicBezTo>
                  <a:pt x="67590" y="0"/>
                  <a:pt x="75316" y="484"/>
                  <a:pt x="80651" y="1452"/>
                </a:cubicBezTo>
                <a:cubicBezTo>
                  <a:pt x="88134" y="2699"/>
                  <a:pt x="94404" y="5070"/>
                  <a:pt x="99462" y="8565"/>
                </a:cubicBezTo>
                <a:cubicBezTo>
                  <a:pt x="104520" y="12059"/>
                  <a:pt x="108591" y="16956"/>
                  <a:pt x="111674" y="23255"/>
                </a:cubicBezTo>
                <a:cubicBezTo>
                  <a:pt x="114758" y="29551"/>
                  <a:pt x="116299" y="36471"/>
                  <a:pt x="116299" y="44015"/>
                </a:cubicBezTo>
                <a:cubicBezTo>
                  <a:pt x="116299" y="56959"/>
                  <a:pt x="112177" y="67912"/>
                  <a:pt x="103932" y="76874"/>
                </a:cubicBezTo>
                <a:cubicBezTo>
                  <a:pt x="95686" y="85836"/>
                  <a:pt x="80789" y="90316"/>
                  <a:pt x="59241" y="90316"/>
                </a:cubicBezTo>
                <a:lnTo>
                  <a:pt x="20163" y="90316"/>
                </a:lnTo>
                <a:lnTo>
                  <a:pt x="20163" y="152364"/>
                </a:lnTo>
                <a:lnTo>
                  <a:pt x="0" y="152364"/>
                </a:lnTo>
                <a:moveTo>
                  <a:pt x="20163" y="72336"/>
                </a:moveTo>
                <a:lnTo>
                  <a:pt x="59553" y="72336"/>
                </a:lnTo>
                <a:cubicBezTo>
                  <a:pt x="72579" y="72336"/>
                  <a:pt x="81829" y="69917"/>
                  <a:pt x="87302" y="65077"/>
                </a:cubicBezTo>
                <a:cubicBezTo>
                  <a:pt x="92776" y="60236"/>
                  <a:pt x="95513" y="53423"/>
                  <a:pt x="95513" y="44639"/>
                </a:cubicBezTo>
                <a:cubicBezTo>
                  <a:pt x="95513" y="38277"/>
                  <a:pt x="93902" y="32832"/>
                  <a:pt x="90680" y="28302"/>
                </a:cubicBezTo>
                <a:cubicBezTo>
                  <a:pt x="87458" y="23772"/>
                  <a:pt x="83215" y="20781"/>
                  <a:pt x="77949" y="19328"/>
                </a:cubicBezTo>
                <a:cubicBezTo>
                  <a:pt x="74554" y="18429"/>
                  <a:pt x="68283" y="17980"/>
                  <a:pt x="59137" y="17980"/>
                </a:cubicBezTo>
                <a:lnTo>
                  <a:pt x="20163" y="17980"/>
                </a:lnTo>
                <a:lnTo>
                  <a:pt x="20163" y="72336"/>
                </a:lnTo>
                <a:close/>
                <a:moveTo>
                  <a:pt x="212246" y="138736"/>
                </a:moveTo>
                <a:cubicBezTo>
                  <a:pt x="205317" y="144629"/>
                  <a:pt x="198648" y="148790"/>
                  <a:pt x="192239" y="151217"/>
                </a:cubicBezTo>
                <a:cubicBezTo>
                  <a:pt x="185830" y="153644"/>
                  <a:pt x="178953" y="154858"/>
                  <a:pt x="171609" y="154858"/>
                </a:cubicBezTo>
                <a:cubicBezTo>
                  <a:pt x="159483" y="154858"/>
                  <a:pt x="150164" y="151894"/>
                  <a:pt x="143651" y="145965"/>
                </a:cubicBezTo>
                <a:cubicBezTo>
                  <a:pt x="137138" y="140037"/>
                  <a:pt x="133882" y="132462"/>
                  <a:pt x="133882" y="123240"/>
                </a:cubicBezTo>
                <a:cubicBezTo>
                  <a:pt x="133882" y="117833"/>
                  <a:pt x="135111" y="112895"/>
                  <a:pt x="137571" y="108423"/>
                </a:cubicBezTo>
                <a:cubicBezTo>
                  <a:pt x="140031" y="103950"/>
                  <a:pt x="143253" y="100361"/>
                  <a:pt x="147237" y="97657"/>
                </a:cubicBezTo>
                <a:cubicBezTo>
                  <a:pt x="151221" y="94952"/>
                  <a:pt x="155707" y="92907"/>
                  <a:pt x="160696" y="91521"/>
                </a:cubicBezTo>
                <a:cubicBezTo>
                  <a:pt x="164368" y="90549"/>
                  <a:pt x="169911" y="89613"/>
                  <a:pt x="177325" y="88712"/>
                </a:cubicBezTo>
                <a:cubicBezTo>
                  <a:pt x="192430" y="86924"/>
                  <a:pt x="203550" y="84791"/>
                  <a:pt x="210687" y="82314"/>
                </a:cubicBezTo>
                <a:cubicBezTo>
                  <a:pt x="210756" y="79761"/>
                  <a:pt x="210791" y="78139"/>
                  <a:pt x="210791" y="77448"/>
                </a:cubicBezTo>
                <a:cubicBezTo>
                  <a:pt x="210791" y="69855"/>
                  <a:pt x="209024" y="64506"/>
                  <a:pt x="205490" y="61401"/>
                </a:cubicBezTo>
                <a:cubicBezTo>
                  <a:pt x="200710" y="57189"/>
                  <a:pt x="193608" y="55084"/>
                  <a:pt x="184184" y="55084"/>
                </a:cubicBezTo>
                <a:cubicBezTo>
                  <a:pt x="175385" y="55084"/>
                  <a:pt x="168889" y="56625"/>
                  <a:pt x="164697" y="59709"/>
                </a:cubicBezTo>
                <a:cubicBezTo>
                  <a:pt x="160505" y="62792"/>
                  <a:pt x="157405" y="68248"/>
                  <a:pt x="155395" y="76078"/>
                </a:cubicBezTo>
                <a:lnTo>
                  <a:pt x="137103" y="73584"/>
                </a:lnTo>
                <a:cubicBezTo>
                  <a:pt x="138766" y="65730"/>
                  <a:pt x="141503" y="59388"/>
                  <a:pt x="145314" y="54558"/>
                </a:cubicBezTo>
                <a:cubicBezTo>
                  <a:pt x="149125" y="49727"/>
                  <a:pt x="154633" y="46009"/>
                  <a:pt x="161839" y="43404"/>
                </a:cubicBezTo>
                <a:cubicBezTo>
                  <a:pt x="169045" y="40797"/>
                  <a:pt x="177394" y="39494"/>
                  <a:pt x="186887" y="39494"/>
                </a:cubicBezTo>
                <a:cubicBezTo>
                  <a:pt x="196310" y="39494"/>
                  <a:pt x="203966" y="40603"/>
                  <a:pt x="209856" y="42820"/>
                </a:cubicBezTo>
                <a:cubicBezTo>
                  <a:pt x="215745" y="45037"/>
                  <a:pt x="220075" y="47826"/>
                  <a:pt x="222847" y="51186"/>
                </a:cubicBezTo>
                <a:cubicBezTo>
                  <a:pt x="225618" y="54547"/>
                  <a:pt x="227559" y="58791"/>
                  <a:pt x="228667" y="63918"/>
                </a:cubicBezTo>
                <a:cubicBezTo>
                  <a:pt x="229291" y="67105"/>
                  <a:pt x="229603" y="72856"/>
                  <a:pt x="229603" y="81171"/>
                </a:cubicBezTo>
                <a:lnTo>
                  <a:pt x="229603" y="106114"/>
                </a:lnTo>
                <a:cubicBezTo>
                  <a:pt x="229603" y="123505"/>
                  <a:pt x="230001" y="134505"/>
                  <a:pt x="230798" y="139112"/>
                </a:cubicBezTo>
                <a:cubicBezTo>
                  <a:pt x="231595" y="143720"/>
                  <a:pt x="233171" y="148137"/>
                  <a:pt x="235527" y="152364"/>
                </a:cubicBezTo>
                <a:lnTo>
                  <a:pt x="215987" y="152364"/>
                </a:lnTo>
                <a:cubicBezTo>
                  <a:pt x="214047" y="148479"/>
                  <a:pt x="212800" y="143936"/>
                  <a:pt x="212246" y="138736"/>
                </a:cubicBezTo>
                <a:moveTo>
                  <a:pt x="210687" y="96864"/>
                </a:moveTo>
                <a:cubicBezTo>
                  <a:pt x="203897" y="99659"/>
                  <a:pt x="193711" y="102035"/>
                  <a:pt x="180131" y="103990"/>
                </a:cubicBezTo>
                <a:cubicBezTo>
                  <a:pt x="172440" y="105103"/>
                  <a:pt x="167001" y="106355"/>
                  <a:pt x="163814" y="107748"/>
                </a:cubicBezTo>
                <a:cubicBezTo>
                  <a:pt x="160627" y="109138"/>
                  <a:pt x="158167" y="111173"/>
                  <a:pt x="156435" y="113854"/>
                </a:cubicBezTo>
                <a:cubicBezTo>
                  <a:pt x="154703" y="116532"/>
                  <a:pt x="153836" y="119506"/>
                  <a:pt x="153836" y="122776"/>
                </a:cubicBezTo>
                <a:cubicBezTo>
                  <a:pt x="153836" y="127784"/>
                  <a:pt x="155725" y="131958"/>
                  <a:pt x="159501" y="135299"/>
                </a:cubicBezTo>
                <a:cubicBezTo>
                  <a:pt x="163277" y="138638"/>
                  <a:pt x="168803" y="140308"/>
                  <a:pt x="176078" y="140308"/>
                </a:cubicBezTo>
                <a:cubicBezTo>
                  <a:pt x="183284" y="140308"/>
                  <a:pt x="189693" y="138724"/>
                  <a:pt x="195305" y="135556"/>
                </a:cubicBezTo>
                <a:cubicBezTo>
                  <a:pt x="200917" y="132388"/>
                  <a:pt x="205040" y="128054"/>
                  <a:pt x="207673" y="122555"/>
                </a:cubicBezTo>
                <a:cubicBezTo>
                  <a:pt x="209682" y="118307"/>
                  <a:pt x="210687" y="112040"/>
                  <a:pt x="210687" y="103756"/>
                </a:cubicBezTo>
                <a:lnTo>
                  <a:pt x="210687" y="96864"/>
                </a:lnTo>
                <a:close/>
                <a:moveTo>
                  <a:pt x="251936" y="119313"/>
                </a:moveTo>
                <a:lnTo>
                  <a:pt x="270435" y="116403"/>
                </a:lnTo>
                <a:cubicBezTo>
                  <a:pt x="271475" y="123785"/>
                  <a:pt x="274367" y="129441"/>
                  <a:pt x="279114" y="133373"/>
                </a:cubicBezTo>
                <a:cubicBezTo>
                  <a:pt x="283860" y="137303"/>
                  <a:pt x="290494" y="139268"/>
                  <a:pt x="299016" y="139268"/>
                </a:cubicBezTo>
                <a:cubicBezTo>
                  <a:pt x="307608" y="139268"/>
                  <a:pt x="313983" y="137533"/>
                  <a:pt x="318140" y="134062"/>
                </a:cubicBezTo>
                <a:cubicBezTo>
                  <a:pt x="322297" y="130589"/>
                  <a:pt x="324376" y="126516"/>
                  <a:pt x="324376" y="121843"/>
                </a:cubicBezTo>
                <a:cubicBezTo>
                  <a:pt x="324376" y="117649"/>
                  <a:pt x="322540" y="114350"/>
                  <a:pt x="318867" y="111944"/>
                </a:cubicBezTo>
                <a:cubicBezTo>
                  <a:pt x="316304" y="110294"/>
                  <a:pt x="309929" y="108197"/>
                  <a:pt x="299744" y="105653"/>
                </a:cubicBezTo>
                <a:cubicBezTo>
                  <a:pt x="286025" y="102186"/>
                  <a:pt x="276515" y="99187"/>
                  <a:pt x="271215" y="96656"/>
                </a:cubicBezTo>
                <a:cubicBezTo>
                  <a:pt x="265914" y="94125"/>
                  <a:pt x="261896" y="90623"/>
                  <a:pt x="259159" y="86149"/>
                </a:cubicBezTo>
                <a:cubicBezTo>
                  <a:pt x="256422" y="81676"/>
                  <a:pt x="255053" y="76735"/>
                  <a:pt x="255053" y="71326"/>
                </a:cubicBezTo>
                <a:cubicBezTo>
                  <a:pt x="255053" y="66402"/>
                  <a:pt x="256179" y="61842"/>
                  <a:pt x="258431" y="57646"/>
                </a:cubicBezTo>
                <a:cubicBezTo>
                  <a:pt x="260683" y="53450"/>
                  <a:pt x="263749" y="49965"/>
                  <a:pt x="267629" y="47191"/>
                </a:cubicBezTo>
                <a:cubicBezTo>
                  <a:pt x="270539" y="45041"/>
                  <a:pt x="274506" y="43221"/>
                  <a:pt x="279529" y="41732"/>
                </a:cubicBezTo>
                <a:cubicBezTo>
                  <a:pt x="284553" y="40240"/>
                  <a:pt x="289940" y="39494"/>
                  <a:pt x="295691" y="39494"/>
                </a:cubicBezTo>
                <a:cubicBezTo>
                  <a:pt x="304352" y="39494"/>
                  <a:pt x="311956" y="40750"/>
                  <a:pt x="318504" y="43261"/>
                </a:cubicBezTo>
                <a:cubicBezTo>
                  <a:pt x="325051" y="45771"/>
                  <a:pt x="329884" y="49172"/>
                  <a:pt x="333002" y="53463"/>
                </a:cubicBezTo>
                <a:cubicBezTo>
                  <a:pt x="336120" y="57752"/>
                  <a:pt x="338268" y="63489"/>
                  <a:pt x="339446" y="70673"/>
                </a:cubicBezTo>
                <a:lnTo>
                  <a:pt x="321154" y="73168"/>
                </a:lnTo>
                <a:cubicBezTo>
                  <a:pt x="320322" y="67486"/>
                  <a:pt x="317915" y="63052"/>
                  <a:pt x="313931" y="59865"/>
                </a:cubicBezTo>
                <a:cubicBezTo>
                  <a:pt x="309947" y="56677"/>
                  <a:pt x="304317" y="55084"/>
                  <a:pt x="297042" y="55084"/>
                </a:cubicBezTo>
                <a:cubicBezTo>
                  <a:pt x="288450" y="55084"/>
                  <a:pt x="282318" y="56498"/>
                  <a:pt x="278646" y="59325"/>
                </a:cubicBezTo>
                <a:cubicBezTo>
                  <a:pt x="274974" y="62151"/>
                  <a:pt x="273138" y="65461"/>
                  <a:pt x="273138" y="69254"/>
                </a:cubicBezTo>
                <a:cubicBezTo>
                  <a:pt x="273138" y="71666"/>
                  <a:pt x="273900" y="73838"/>
                  <a:pt x="275424" y="75769"/>
                </a:cubicBezTo>
                <a:cubicBezTo>
                  <a:pt x="276948" y="77768"/>
                  <a:pt x="279339" y="79422"/>
                  <a:pt x="282595" y="80732"/>
                </a:cubicBezTo>
                <a:cubicBezTo>
                  <a:pt x="284466" y="81423"/>
                  <a:pt x="289974" y="83009"/>
                  <a:pt x="299120" y="85490"/>
                </a:cubicBezTo>
                <a:cubicBezTo>
                  <a:pt x="312354" y="89022"/>
                  <a:pt x="321587" y="91912"/>
                  <a:pt x="326818" y="94162"/>
                </a:cubicBezTo>
                <a:cubicBezTo>
                  <a:pt x="332049" y="96412"/>
                  <a:pt x="336155" y="99683"/>
                  <a:pt x="339134" y="103977"/>
                </a:cubicBezTo>
                <a:cubicBezTo>
                  <a:pt x="342113" y="108268"/>
                  <a:pt x="343603" y="113598"/>
                  <a:pt x="343603" y="119966"/>
                </a:cubicBezTo>
                <a:cubicBezTo>
                  <a:pt x="343603" y="126198"/>
                  <a:pt x="341784" y="132066"/>
                  <a:pt x="338147" y="137570"/>
                </a:cubicBezTo>
                <a:cubicBezTo>
                  <a:pt x="334509" y="143071"/>
                  <a:pt x="329261" y="147328"/>
                  <a:pt x="322401" y="150340"/>
                </a:cubicBezTo>
                <a:cubicBezTo>
                  <a:pt x="315542" y="153352"/>
                  <a:pt x="307781" y="154858"/>
                  <a:pt x="299120" y="154858"/>
                </a:cubicBezTo>
                <a:cubicBezTo>
                  <a:pt x="284778" y="154858"/>
                  <a:pt x="273848" y="151870"/>
                  <a:pt x="266330" y="145894"/>
                </a:cubicBezTo>
                <a:cubicBezTo>
                  <a:pt x="258812" y="139918"/>
                  <a:pt x="254014" y="131058"/>
                  <a:pt x="251936" y="119313"/>
                </a:cubicBezTo>
                <a:close/>
                <a:moveTo>
                  <a:pt x="358361" y="119313"/>
                </a:moveTo>
                <a:lnTo>
                  <a:pt x="376861" y="116403"/>
                </a:lnTo>
                <a:cubicBezTo>
                  <a:pt x="377900" y="123785"/>
                  <a:pt x="380793" y="129441"/>
                  <a:pt x="385539" y="133373"/>
                </a:cubicBezTo>
                <a:cubicBezTo>
                  <a:pt x="390285" y="137303"/>
                  <a:pt x="396920" y="139268"/>
                  <a:pt x="405442" y="139268"/>
                </a:cubicBezTo>
                <a:cubicBezTo>
                  <a:pt x="414034" y="139268"/>
                  <a:pt x="420408" y="137533"/>
                  <a:pt x="424565" y="134062"/>
                </a:cubicBezTo>
                <a:cubicBezTo>
                  <a:pt x="428723" y="130589"/>
                  <a:pt x="430801" y="126516"/>
                  <a:pt x="430801" y="121843"/>
                </a:cubicBezTo>
                <a:cubicBezTo>
                  <a:pt x="430801" y="117649"/>
                  <a:pt x="428965" y="114350"/>
                  <a:pt x="425293" y="111944"/>
                </a:cubicBezTo>
                <a:cubicBezTo>
                  <a:pt x="422729" y="110294"/>
                  <a:pt x="416355" y="108197"/>
                  <a:pt x="406170" y="105653"/>
                </a:cubicBezTo>
                <a:cubicBezTo>
                  <a:pt x="392451" y="102186"/>
                  <a:pt x="382941" y="99187"/>
                  <a:pt x="377640" y="96656"/>
                </a:cubicBezTo>
                <a:cubicBezTo>
                  <a:pt x="372340" y="94125"/>
                  <a:pt x="368321" y="90623"/>
                  <a:pt x="365584" y="86149"/>
                </a:cubicBezTo>
                <a:cubicBezTo>
                  <a:pt x="362847" y="81676"/>
                  <a:pt x="361479" y="76735"/>
                  <a:pt x="361479" y="71326"/>
                </a:cubicBezTo>
                <a:cubicBezTo>
                  <a:pt x="361479" y="66402"/>
                  <a:pt x="362605" y="61842"/>
                  <a:pt x="364857" y="57646"/>
                </a:cubicBezTo>
                <a:cubicBezTo>
                  <a:pt x="367109" y="53450"/>
                  <a:pt x="370175" y="49965"/>
                  <a:pt x="374055" y="47191"/>
                </a:cubicBezTo>
                <a:cubicBezTo>
                  <a:pt x="376965" y="45041"/>
                  <a:pt x="380932" y="43221"/>
                  <a:pt x="385955" y="41732"/>
                </a:cubicBezTo>
                <a:cubicBezTo>
                  <a:pt x="390978" y="40240"/>
                  <a:pt x="396365" y="39494"/>
                  <a:pt x="402116" y="39494"/>
                </a:cubicBezTo>
                <a:cubicBezTo>
                  <a:pt x="410777" y="39494"/>
                  <a:pt x="418382" y="40750"/>
                  <a:pt x="424929" y="43261"/>
                </a:cubicBezTo>
                <a:cubicBezTo>
                  <a:pt x="431477" y="45771"/>
                  <a:pt x="436310" y="49172"/>
                  <a:pt x="439428" y="53463"/>
                </a:cubicBezTo>
                <a:cubicBezTo>
                  <a:pt x="442546" y="57752"/>
                  <a:pt x="444694" y="63489"/>
                  <a:pt x="445871" y="70673"/>
                </a:cubicBezTo>
                <a:lnTo>
                  <a:pt x="427579" y="73168"/>
                </a:lnTo>
                <a:cubicBezTo>
                  <a:pt x="426748" y="67486"/>
                  <a:pt x="424340" y="63052"/>
                  <a:pt x="420356" y="59865"/>
                </a:cubicBezTo>
                <a:cubicBezTo>
                  <a:pt x="416372" y="56677"/>
                  <a:pt x="410743" y="55084"/>
                  <a:pt x="403467" y="55084"/>
                </a:cubicBezTo>
                <a:cubicBezTo>
                  <a:pt x="394876" y="55084"/>
                  <a:pt x="388744" y="56498"/>
                  <a:pt x="385072" y="59325"/>
                </a:cubicBezTo>
                <a:cubicBezTo>
                  <a:pt x="381399" y="62151"/>
                  <a:pt x="379563" y="65461"/>
                  <a:pt x="379563" y="69254"/>
                </a:cubicBezTo>
                <a:cubicBezTo>
                  <a:pt x="379563" y="71666"/>
                  <a:pt x="380325" y="73838"/>
                  <a:pt x="381850" y="75769"/>
                </a:cubicBezTo>
                <a:cubicBezTo>
                  <a:pt x="383374" y="77768"/>
                  <a:pt x="385764" y="79422"/>
                  <a:pt x="389021" y="80732"/>
                </a:cubicBezTo>
                <a:cubicBezTo>
                  <a:pt x="390892" y="81423"/>
                  <a:pt x="396400" y="83009"/>
                  <a:pt x="405546" y="85490"/>
                </a:cubicBezTo>
                <a:cubicBezTo>
                  <a:pt x="418780" y="89022"/>
                  <a:pt x="428013" y="91912"/>
                  <a:pt x="433244" y="94162"/>
                </a:cubicBezTo>
                <a:cubicBezTo>
                  <a:pt x="438475" y="96412"/>
                  <a:pt x="442580" y="99683"/>
                  <a:pt x="445560" y="103977"/>
                </a:cubicBezTo>
                <a:cubicBezTo>
                  <a:pt x="448539" y="108268"/>
                  <a:pt x="450029" y="113598"/>
                  <a:pt x="450029" y="119966"/>
                </a:cubicBezTo>
                <a:cubicBezTo>
                  <a:pt x="450029" y="126198"/>
                  <a:pt x="448210" y="132066"/>
                  <a:pt x="444572" y="137570"/>
                </a:cubicBezTo>
                <a:cubicBezTo>
                  <a:pt x="440935" y="143071"/>
                  <a:pt x="435686" y="147328"/>
                  <a:pt x="428827" y="150340"/>
                </a:cubicBezTo>
                <a:cubicBezTo>
                  <a:pt x="421967" y="153352"/>
                  <a:pt x="414207" y="154858"/>
                  <a:pt x="405546" y="154858"/>
                </a:cubicBezTo>
                <a:cubicBezTo>
                  <a:pt x="391203" y="154858"/>
                  <a:pt x="380273" y="151870"/>
                  <a:pt x="372756" y="145894"/>
                </a:cubicBezTo>
                <a:cubicBezTo>
                  <a:pt x="365238" y="139918"/>
                  <a:pt x="360440" y="131058"/>
                  <a:pt x="358361" y="1193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Pass">
            <a:extLst xmlns:a="http://schemas.openxmlformats.org/drawingml/2006/main">
              <a:ext uri="{FF2B5EF4-FFF2-40B4-BE49-F238E27FC236}">
                <a16:creationId xmlns:a16="http://schemas.microsoft.com/office/drawing/2014/main" id="{A0DFFBDA-2FA8-4942-BBC2-9036C358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2310" y="2450953"/>
            <a:ext cx="450029" cy="154858"/>
          </a:xfrm>
          <a:custGeom xmlns:a="http://schemas.openxmlformats.org/drawingml/2006/main">
            <a:pathLst>
              <a:path w="450029" h="154858">
                <a:moveTo>
                  <a:pt x="0" y="152364"/>
                </a:moveTo>
                <a:lnTo>
                  <a:pt x="0" y="0"/>
                </a:lnTo>
                <a:lnTo>
                  <a:pt x="57474" y="0"/>
                </a:lnTo>
                <a:cubicBezTo>
                  <a:pt x="67590" y="0"/>
                  <a:pt x="75316" y="484"/>
                  <a:pt x="80651" y="1452"/>
                </a:cubicBezTo>
                <a:cubicBezTo>
                  <a:pt x="88134" y="2699"/>
                  <a:pt x="94404" y="5070"/>
                  <a:pt x="99462" y="8565"/>
                </a:cubicBezTo>
                <a:cubicBezTo>
                  <a:pt x="104520" y="12059"/>
                  <a:pt x="108591" y="16956"/>
                  <a:pt x="111674" y="23255"/>
                </a:cubicBezTo>
                <a:cubicBezTo>
                  <a:pt x="114758" y="29551"/>
                  <a:pt x="116299" y="36471"/>
                  <a:pt x="116299" y="44015"/>
                </a:cubicBezTo>
                <a:cubicBezTo>
                  <a:pt x="116299" y="56959"/>
                  <a:pt x="112177" y="67912"/>
                  <a:pt x="103932" y="76874"/>
                </a:cubicBezTo>
                <a:cubicBezTo>
                  <a:pt x="95686" y="85836"/>
                  <a:pt x="80789" y="90316"/>
                  <a:pt x="59241" y="90316"/>
                </a:cubicBezTo>
                <a:lnTo>
                  <a:pt x="20163" y="90316"/>
                </a:lnTo>
                <a:lnTo>
                  <a:pt x="20163" y="152364"/>
                </a:lnTo>
                <a:lnTo>
                  <a:pt x="0" y="152364"/>
                </a:lnTo>
                <a:moveTo>
                  <a:pt x="20163" y="72336"/>
                </a:moveTo>
                <a:lnTo>
                  <a:pt x="59553" y="72336"/>
                </a:lnTo>
                <a:cubicBezTo>
                  <a:pt x="72579" y="72336"/>
                  <a:pt x="81829" y="69917"/>
                  <a:pt x="87302" y="65077"/>
                </a:cubicBezTo>
                <a:cubicBezTo>
                  <a:pt x="92776" y="60236"/>
                  <a:pt x="95513" y="53423"/>
                  <a:pt x="95513" y="44639"/>
                </a:cubicBezTo>
                <a:cubicBezTo>
                  <a:pt x="95513" y="38277"/>
                  <a:pt x="93902" y="32832"/>
                  <a:pt x="90680" y="28302"/>
                </a:cubicBezTo>
                <a:cubicBezTo>
                  <a:pt x="87458" y="23772"/>
                  <a:pt x="83215" y="20781"/>
                  <a:pt x="77949" y="19328"/>
                </a:cubicBezTo>
                <a:cubicBezTo>
                  <a:pt x="74554" y="18429"/>
                  <a:pt x="68283" y="17980"/>
                  <a:pt x="59137" y="17980"/>
                </a:cubicBezTo>
                <a:lnTo>
                  <a:pt x="20163" y="17980"/>
                </a:lnTo>
                <a:lnTo>
                  <a:pt x="20163" y="72336"/>
                </a:lnTo>
                <a:close/>
                <a:moveTo>
                  <a:pt x="212246" y="138736"/>
                </a:moveTo>
                <a:cubicBezTo>
                  <a:pt x="205317" y="144629"/>
                  <a:pt x="198649" y="148790"/>
                  <a:pt x="192239" y="151217"/>
                </a:cubicBezTo>
                <a:cubicBezTo>
                  <a:pt x="185830" y="153644"/>
                  <a:pt x="178953" y="154858"/>
                  <a:pt x="171609" y="154858"/>
                </a:cubicBezTo>
                <a:cubicBezTo>
                  <a:pt x="159484" y="154858"/>
                  <a:pt x="150164" y="151894"/>
                  <a:pt x="143651" y="145965"/>
                </a:cubicBezTo>
                <a:cubicBezTo>
                  <a:pt x="137138" y="140037"/>
                  <a:pt x="133882" y="132462"/>
                  <a:pt x="133882" y="123240"/>
                </a:cubicBezTo>
                <a:cubicBezTo>
                  <a:pt x="133882" y="117833"/>
                  <a:pt x="135112" y="112895"/>
                  <a:pt x="137571" y="108423"/>
                </a:cubicBezTo>
                <a:cubicBezTo>
                  <a:pt x="140031" y="103950"/>
                  <a:pt x="143253" y="100361"/>
                  <a:pt x="147237" y="97657"/>
                </a:cubicBezTo>
                <a:cubicBezTo>
                  <a:pt x="151221" y="94952"/>
                  <a:pt x="155707" y="92907"/>
                  <a:pt x="160696" y="91521"/>
                </a:cubicBezTo>
                <a:cubicBezTo>
                  <a:pt x="164368" y="90549"/>
                  <a:pt x="169911" y="89613"/>
                  <a:pt x="177325" y="88712"/>
                </a:cubicBezTo>
                <a:cubicBezTo>
                  <a:pt x="192430" y="86924"/>
                  <a:pt x="203551" y="84791"/>
                  <a:pt x="210687" y="82314"/>
                </a:cubicBezTo>
                <a:cubicBezTo>
                  <a:pt x="210757" y="79761"/>
                  <a:pt x="210791" y="78139"/>
                  <a:pt x="210791" y="77448"/>
                </a:cubicBezTo>
                <a:cubicBezTo>
                  <a:pt x="210791" y="69855"/>
                  <a:pt x="209024" y="64506"/>
                  <a:pt x="205491" y="61401"/>
                </a:cubicBezTo>
                <a:cubicBezTo>
                  <a:pt x="200710" y="57189"/>
                  <a:pt x="193608" y="55084"/>
                  <a:pt x="184185" y="55084"/>
                </a:cubicBezTo>
                <a:cubicBezTo>
                  <a:pt x="175385" y="55084"/>
                  <a:pt x="168889" y="56625"/>
                  <a:pt x="164698" y="59709"/>
                </a:cubicBezTo>
                <a:cubicBezTo>
                  <a:pt x="160506" y="62792"/>
                  <a:pt x="157405" y="68248"/>
                  <a:pt x="155396" y="76078"/>
                </a:cubicBezTo>
                <a:lnTo>
                  <a:pt x="137104" y="73584"/>
                </a:lnTo>
                <a:cubicBezTo>
                  <a:pt x="138767" y="65730"/>
                  <a:pt x="141504" y="59388"/>
                  <a:pt x="145314" y="54558"/>
                </a:cubicBezTo>
                <a:cubicBezTo>
                  <a:pt x="149125" y="49727"/>
                  <a:pt x="154634" y="46009"/>
                  <a:pt x="161839" y="43404"/>
                </a:cubicBezTo>
                <a:cubicBezTo>
                  <a:pt x="169045" y="40797"/>
                  <a:pt x="177395" y="39494"/>
                  <a:pt x="186887" y="39494"/>
                </a:cubicBezTo>
                <a:cubicBezTo>
                  <a:pt x="196310" y="39494"/>
                  <a:pt x="203966" y="40603"/>
                  <a:pt x="209856" y="42820"/>
                </a:cubicBezTo>
                <a:cubicBezTo>
                  <a:pt x="215745" y="45037"/>
                  <a:pt x="220076" y="47826"/>
                  <a:pt x="222847" y="51186"/>
                </a:cubicBezTo>
                <a:cubicBezTo>
                  <a:pt x="225619" y="54547"/>
                  <a:pt x="227559" y="58791"/>
                  <a:pt x="228667" y="63918"/>
                </a:cubicBezTo>
                <a:cubicBezTo>
                  <a:pt x="229291" y="67105"/>
                  <a:pt x="229603" y="72856"/>
                  <a:pt x="229603" y="81171"/>
                </a:cubicBezTo>
                <a:lnTo>
                  <a:pt x="229603" y="106114"/>
                </a:lnTo>
                <a:cubicBezTo>
                  <a:pt x="229603" y="123505"/>
                  <a:pt x="230001" y="134505"/>
                  <a:pt x="230798" y="139112"/>
                </a:cubicBezTo>
                <a:cubicBezTo>
                  <a:pt x="231595" y="143720"/>
                  <a:pt x="233171" y="148137"/>
                  <a:pt x="235527" y="152364"/>
                </a:cubicBezTo>
                <a:lnTo>
                  <a:pt x="215988" y="152364"/>
                </a:lnTo>
                <a:cubicBezTo>
                  <a:pt x="214048" y="148479"/>
                  <a:pt x="212801" y="143936"/>
                  <a:pt x="212246" y="138736"/>
                </a:cubicBezTo>
                <a:moveTo>
                  <a:pt x="210687" y="96864"/>
                </a:moveTo>
                <a:cubicBezTo>
                  <a:pt x="203897" y="99659"/>
                  <a:pt x="193712" y="102035"/>
                  <a:pt x="180131" y="103990"/>
                </a:cubicBezTo>
                <a:cubicBezTo>
                  <a:pt x="172440" y="105103"/>
                  <a:pt x="167001" y="106355"/>
                  <a:pt x="163814" y="107748"/>
                </a:cubicBezTo>
                <a:cubicBezTo>
                  <a:pt x="160627" y="109138"/>
                  <a:pt x="158167" y="111173"/>
                  <a:pt x="156435" y="113854"/>
                </a:cubicBezTo>
                <a:cubicBezTo>
                  <a:pt x="154703" y="116532"/>
                  <a:pt x="153837" y="119506"/>
                  <a:pt x="153837" y="122776"/>
                </a:cubicBezTo>
                <a:cubicBezTo>
                  <a:pt x="153837" y="127784"/>
                  <a:pt x="155725" y="131958"/>
                  <a:pt x="159501" y="135299"/>
                </a:cubicBezTo>
                <a:cubicBezTo>
                  <a:pt x="163277" y="138638"/>
                  <a:pt x="168803" y="140308"/>
                  <a:pt x="176078" y="140308"/>
                </a:cubicBezTo>
                <a:cubicBezTo>
                  <a:pt x="183284" y="140308"/>
                  <a:pt x="189693" y="138724"/>
                  <a:pt x="195305" y="135556"/>
                </a:cubicBezTo>
                <a:cubicBezTo>
                  <a:pt x="200918" y="132388"/>
                  <a:pt x="205040" y="128054"/>
                  <a:pt x="207673" y="122555"/>
                </a:cubicBezTo>
                <a:cubicBezTo>
                  <a:pt x="209683" y="118307"/>
                  <a:pt x="210687" y="112040"/>
                  <a:pt x="210687" y="103756"/>
                </a:cubicBezTo>
                <a:lnTo>
                  <a:pt x="210687" y="96864"/>
                </a:lnTo>
                <a:close/>
                <a:moveTo>
                  <a:pt x="251936" y="119313"/>
                </a:moveTo>
                <a:lnTo>
                  <a:pt x="270436" y="116403"/>
                </a:lnTo>
                <a:cubicBezTo>
                  <a:pt x="271475" y="123785"/>
                  <a:pt x="274368" y="129441"/>
                  <a:pt x="279114" y="133373"/>
                </a:cubicBezTo>
                <a:cubicBezTo>
                  <a:pt x="283860" y="137303"/>
                  <a:pt x="290495" y="139268"/>
                  <a:pt x="299017" y="139268"/>
                </a:cubicBezTo>
                <a:cubicBezTo>
                  <a:pt x="307609" y="139268"/>
                  <a:pt x="313983" y="137533"/>
                  <a:pt x="318140" y="134062"/>
                </a:cubicBezTo>
                <a:cubicBezTo>
                  <a:pt x="322298" y="130589"/>
                  <a:pt x="324376" y="126516"/>
                  <a:pt x="324376" y="121843"/>
                </a:cubicBezTo>
                <a:cubicBezTo>
                  <a:pt x="324376" y="117649"/>
                  <a:pt x="322540" y="114350"/>
                  <a:pt x="318868" y="111944"/>
                </a:cubicBezTo>
                <a:cubicBezTo>
                  <a:pt x="316304" y="110294"/>
                  <a:pt x="309930" y="108197"/>
                  <a:pt x="299745" y="105653"/>
                </a:cubicBezTo>
                <a:cubicBezTo>
                  <a:pt x="286026" y="102186"/>
                  <a:pt x="276516" y="99187"/>
                  <a:pt x="271215" y="96656"/>
                </a:cubicBezTo>
                <a:cubicBezTo>
                  <a:pt x="265915" y="94125"/>
                  <a:pt x="261896" y="90623"/>
                  <a:pt x="259159" y="86149"/>
                </a:cubicBezTo>
                <a:cubicBezTo>
                  <a:pt x="256422" y="81676"/>
                  <a:pt x="255054" y="76735"/>
                  <a:pt x="255054" y="71326"/>
                </a:cubicBezTo>
                <a:cubicBezTo>
                  <a:pt x="255054" y="66402"/>
                  <a:pt x="256180" y="61842"/>
                  <a:pt x="258432" y="57646"/>
                </a:cubicBezTo>
                <a:cubicBezTo>
                  <a:pt x="260684" y="53450"/>
                  <a:pt x="263750" y="49965"/>
                  <a:pt x="267630" y="47191"/>
                </a:cubicBezTo>
                <a:cubicBezTo>
                  <a:pt x="270540" y="45041"/>
                  <a:pt x="274507" y="43221"/>
                  <a:pt x="279530" y="41732"/>
                </a:cubicBezTo>
                <a:cubicBezTo>
                  <a:pt x="284553" y="40240"/>
                  <a:pt x="289940" y="39494"/>
                  <a:pt x="295691" y="39494"/>
                </a:cubicBezTo>
                <a:cubicBezTo>
                  <a:pt x="304352" y="39494"/>
                  <a:pt x="311957" y="40750"/>
                  <a:pt x="318504" y="43261"/>
                </a:cubicBezTo>
                <a:cubicBezTo>
                  <a:pt x="325052" y="45771"/>
                  <a:pt x="329885" y="49172"/>
                  <a:pt x="333003" y="53463"/>
                </a:cubicBezTo>
                <a:cubicBezTo>
                  <a:pt x="336121" y="57752"/>
                  <a:pt x="338269" y="63489"/>
                  <a:pt x="339446" y="70673"/>
                </a:cubicBezTo>
                <a:lnTo>
                  <a:pt x="321154" y="73168"/>
                </a:lnTo>
                <a:cubicBezTo>
                  <a:pt x="320323" y="67486"/>
                  <a:pt x="317915" y="63052"/>
                  <a:pt x="313931" y="59865"/>
                </a:cubicBezTo>
                <a:cubicBezTo>
                  <a:pt x="309947" y="56677"/>
                  <a:pt x="304318" y="55084"/>
                  <a:pt x="297042" y="55084"/>
                </a:cubicBezTo>
                <a:cubicBezTo>
                  <a:pt x="288451" y="55084"/>
                  <a:pt x="282319" y="56498"/>
                  <a:pt x="278646" y="59325"/>
                </a:cubicBezTo>
                <a:cubicBezTo>
                  <a:pt x="274974" y="62151"/>
                  <a:pt x="273138" y="65461"/>
                  <a:pt x="273138" y="69254"/>
                </a:cubicBezTo>
                <a:cubicBezTo>
                  <a:pt x="273138" y="71666"/>
                  <a:pt x="273900" y="73838"/>
                  <a:pt x="275425" y="75769"/>
                </a:cubicBezTo>
                <a:cubicBezTo>
                  <a:pt x="276949" y="77768"/>
                  <a:pt x="279339" y="79422"/>
                  <a:pt x="282596" y="80732"/>
                </a:cubicBezTo>
                <a:cubicBezTo>
                  <a:pt x="284467" y="81423"/>
                  <a:pt x="289975" y="83009"/>
                  <a:pt x="299121" y="85490"/>
                </a:cubicBezTo>
                <a:cubicBezTo>
                  <a:pt x="312355" y="89022"/>
                  <a:pt x="321588" y="91912"/>
                  <a:pt x="326819" y="94162"/>
                </a:cubicBezTo>
                <a:cubicBezTo>
                  <a:pt x="332050" y="96412"/>
                  <a:pt x="336155" y="99683"/>
                  <a:pt x="339135" y="103977"/>
                </a:cubicBezTo>
                <a:cubicBezTo>
                  <a:pt x="342114" y="108268"/>
                  <a:pt x="343604" y="113598"/>
                  <a:pt x="343604" y="119966"/>
                </a:cubicBezTo>
                <a:cubicBezTo>
                  <a:pt x="343604" y="126198"/>
                  <a:pt x="341785" y="132066"/>
                  <a:pt x="338147" y="137570"/>
                </a:cubicBezTo>
                <a:cubicBezTo>
                  <a:pt x="334510" y="143071"/>
                  <a:pt x="329261" y="147328"/>
                  <a:pt x="322402" y="150340"/>
                </a:cubicBezTo>
                <a:cubicBezTo>
                  <a:pt x="315542" y="153352"/>
                  <a:pt x="307782" y="154858"/>
                  <a:pt x="299121" y="154858"/>
                </a:cubicBezTo>
                <a:cubicBezTo>
                  <a:pt x="284778" y="154858"/>
                  <a:pt x="273848" y="151870"/>
                  <a:pt x="266331" y="145894"/>
                </a:cubicBezTo>
                <a:cubicBezTo>
                  <a:pt x="258813" y="139918"/>
                  <a:pt x="254015" y="131058"/>
                  <a:pt x="251936" y="119313"/>
                </a:cubicBezTo>
                <a:close/>
                <a:moveTo>
                  <a:pt x="358361" y="119313"/>
                </a:moveTo>
                <a:lnTo>
                  <a:pt x="376861" y="116403"/>
                </a:lnTo>
                <a:cubicBezTo>
                  <a:pt x="377900" y="123785"/>
                  <a:pt x="380793" y="129441"/>
                  <a:pt x="385539" y="133373"/>
                </a:cubicBezTo>
                <a:cubicBezTo>
                  <a:pt x="390285" y="137303"/>
                  <a:pt x="396920" y="139268"/>
                  <a:pt x="405442" y="139268"/>
                </a:cubicBezTo>
                <a:cubicBezTo>
                  <a:pt x="414034" y="139268"/>
                  <a:pt x="420408" y="137533"/>
                  <a:pt x="424565" y="134062"/>
                </a:cubicBezTo>
                <a:cubicBezTo>
                  <a:pt x="428723" y="130589"/>
                  <a:pt x="430801" y="126516"/>
                  <a:pt x="430801" y="121843"/>
                </a:cubicBezTo>
                <a:cubicBezTo>
                  <a:pt x="430801" y="117649"/>
                  <a:pt x="428965" y="114350"/>
                  <a:pt x="425293" y="111944"/>
                </a:cubicBezTo>
                <a:cubicBezTo>
                  <a:pt x="422729" y="110294"/>
                  <a:pt x="416355" y="108197"/>
                  <a:pt x="406170" y="105653"/>
                </a:cubicBezTo>
                <a:cubicBezTo>
                  <a:pt x="392451" y="102186"/>
                  <a:pt x="382941" y="99187"/>
                  <a:pt x="377640" y="96656"/>
                </a:cubicBezTo>
                <a:cubicBezTo>
                  <a:pt x="372340" y="94125"/>
                  <a:pt x="368321" y="90623"/>
                  <a:pt x="365584" y="86149"/>
                </a:cubicBezTo>
                <a:cubicBezTo>
                  <a:pt x="362847" y="81676"/>
                  <a:pt x="361479" y="76735"/>
                  <a:pt x="361479" y="71326"/>
                </a:cubicBezTo>
                <a:cubicBezTo>
                  <a:pt x="361479" y="66402"/>
                  <a:pt x="362605" y="61842"/>
                  <a:pt x="364857" y="57646"/>
                </a:cubicBezTo>
                <a:cubicBezTo>
                  <a:pt x="367109" y="53450"/>
                  <a:pt x="370175" y="49965"/>
                  <a:pt x="374055" y="47191"/>
                </a:cubicBezTo>
                <a:cubicBezTo>
                  <a:pt x="376965" y="45041"/>
                  <a:pt x="380932" y="43221"/>
                  <a:pt x="385955" y="41732"/>
                </a:cubicBezTo>
                <a:cubicBezTo>
                  <a:pt x="390978" y="40240"/>
                  <a:pt x="396365" y="39494"/>
                  <a:pt x="402116" y="39494"/>
                </a:cubicBezTo>
                <a:cubicBezTo>
                  <a:pt x="410777" y="39494"/>
                  <a:pt x="418382" y="40750"/>
                  <a:pt x="424929" y="43261"/>
                </a:cubicBezTo>
                <a:cubicBezTo>
                  <a:pt x="431477" y="45771"/>
                  <a:pt x="436310" y="49172"/>
                  <a:pt x="439428" y="53463"/>
                </a:cubicBezTo>
                <a:cubicBezTo>
                  <a:pt x="442546" y="57752"/>
                  <a:pt x="444694" y="63489"/>
                  <a:pt x="445871" y="70673"/>
                </a:cubicBezTo>
                <a:lnTo>
                  <a:pt x="427579" y="73168"/>
                </a:lnTo>
                <a:cubicBezTo>
                  <a:pt x="426748" y="67486"/>
                  <a:pt x="424340" y="63052"/>
                  <a:pt x="420356" y="59865"/>
                </a:cubicBezTo>
                <a:cubicBezTo>
                  <a:pt x="416372" y="56677"/>
                  <a:pt x="410743" y="55084"/>
                  <a:pt x="403467" y="55084"/>
                </a:cubicBezTo>
                <a:cubicBezTo>
                  <a:pt x="394876" y="55084"/>
                  <a:pt x="388744" y="56498"/>
                  <a:pt x="385072" y="59325"/>
                </a:cubicBezTo>
                <a:cubicBezTo>
                  <a:pt x="381399" y="62151"/>
                  <a:pt x="379563" y="65461"/>
                  <a:pt x="379563" y="69254"/>
                </a:cubicBezTo>
                <a:cubicBezTo>
                  <a:pt x="379563" y="71666"/>
                  <a:pt x="380325" y="73838"/>
                  <a:pt x="381850" y="75769"/>
                </a:cubicBezTo>
                <a:cubicBezTo>
                  <a:pt x="383374" y="77768"/>
                  <a:pt x="385764" y="79422"/>
                  <a:pt x="389021" y="80732"/>
                </a:cubicBezTo>
                <a:cubicBezTo>
                  <a:pt x="390892" y="81423"/>
                  <a:pt x="396400" y="83009"/>
                  <a:pt x="405546" y="85490"/>
                </a:cubicBezTo>
                <a:cubicBezTo>
                  <a:pt x="418780" y="89022"/>
                  <a:pt x="428013" y="91912"/>
                  <a:pt x="433244" y="94162"/>
                </a:cubicBezTo>
                <a:cubicBezTo>
                  <a:pt x="438475" y="96412"/>
                  <a:pt x="442580" y="99683"/>
                  <a:pt x="445560" y="103977"/>
                </a:cubicBezTo>
                <a:cubicBezTo>
                  <a:pt x="448539" y="108268"/>
                  <a:pt x="450029" y="113598"/>
                  <a:pt x="450029" y="119966"/>
                </a:cubicBezTo>
                <a:cubicBezTo>
                  <a:pt x="450029" y="126198"/>
                  <a:pt x="448210" y="132066"/>
                  <a:pt x="444572" y="137570"/>
                </a:cubicBezTo>
                <a:cubicBezTo>
                  <a:pt x="440935" y="143071"/>
                  <a:pt x="435686" y="147328"/>
                  <a:pt x="428827" y="150340"/>
                </a:cubicBezTo>
                <a:cubicBezTo>
                  <a:pt x="421967" y="153352"/>
                  <a:pt x="414207" y="154858"/>
                  <a:pt x="405546" y="154858"/>
                </a:cubicBezTo>
                <a:cubicBezTo>
                  <a:pt x="391203" y="154858"/>
                  <a:pt x="380273" y="151870"/>
                  <a:pt x="372756" y="145894"/>
                </a:cubicBezTo>
                <a:cubicBezTo>
                  <a:pt x="365238" y="139918"/>
                  <a:pt x="360440" y="131058"/>
                  <a:pt x="358361" y="1193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Fail">
            <a:extLst xmlns:a="http://schemas.openxmlformats.org/drawingml/2006/main">
              <a:ext uri="{FF2B5EF4-FFF2-40B4-BE49-F238E27FC236}">
                <a16:creationId xmlns:a16="http://schemas.microsoft.com/office/drawing/2014/main" id="{F2FF344C-EF7B-4DFE-90A7-E67CC4F6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0966" y="1853266"/>
            <a:ext cx="310727" cy="154858"/>
          </a:xfrm>
          <a:custGeom xmlns:a="http://schemas.openxmlformats.org/drawingml/2006/main">
            <a:pathLst>
              <a:path w="310727" h="154858">
                <a:moveTo>
                  <a:pt x="0" y="152364"/>
                </a:moveTo>
                <a:lnTo>
                  <a:pt x="0" y="0"/>
                </a:lnTo>
                <a:lnTo>
                  <a:pt x="102788" y="0"/>
                </a:lnTo>
                <a:lnTo>
                  <a:pt x="102788" y="17980"/>
                </a:lnTo>
                <a:lnTo>
                  <a:pt x="20163" y="17980"/>
                </a:lnTo>
                <a:lnTo>
                  <a:pt x="20163" y="65061"/>
                </a:lnTo>
                <a:lnTo>
                  <a:pt x="91668" y="65061"/>
                </a:lnTo>
                <a:lnTo>
                  <a:pt x="91668" y="83041"/>
                </a:lnTo>
                <a:lnTo>
                  <a:pt x="20163" y="83041"/>
                </a:lnTo>
                <a:lnTo>
                  <a:pt x="20163" y="152364"/>
                </a:lnTo>
                <a:lnTo>
                  <a:pt x="0" y="152364"/>
                </a:lnTo>
                <a:close/>
                <a:moveTo>
                  <a:pt x="198434" y="138736"/>
                </a:moveTo>
                <a:cubicBezTo>
                  <a:pt x="191505" y="144629"/>
                  <a:pt x="184836" y="148790"/>
                  <a:pt x="178427" y="151217"/>
                </a:cubicBezTo>
                <a:cubicBezTo>
                  <a:pt x="172018" y="153644"/>
                  <a:pt x="165141" y="154858"/>
                  <a:pt x="157797" y="154858"/>
                </a:cubicBezTo>
                <a:cubicBezTo>
                  <a:pt x="145671" y="154858"/>
                  <a:pt x="136352" y="151894"/>
                  <a:pt x="129839" y="145965"/>
                </a:cubicBezTo>
                <a:cubicBezTo>
                  <a:pt x="123326" y="140037"/>
                  <a:pt x="120070" y="132462"/>
                  <a:pt x="120070" y="123240"/>
                </a:cubicBezTo>
                <a:cubicBezTo>
                  <a:pt x="120070" y="117833"/>
                  <a:pt x="121299" y="112895"/>
                  <a:pt x="123759" y="108423"/>
                </a:cubicBezTo>
                <a:cubicBezTo>
                  <a:pt x="126219" y="103950"/>
                  <a:pt x="129441" y="100361"/>
                  <a:pt x="133425" y="97657"/>
                </a:cubicBezTo>
                <a:cubicBezTo>
                  <a:pt x="137409" y="94952"/>
                  <a:pt x="141895" y="92907"/>
                  <a:pt x="146884" y="91521"/>
                </a:cubicBezTo>
                <a:cubicBezTo>
                  <a:pt x="150556" y="90549"/>
                  <a:pt x="156099" y="89613"/>
                  <a:pt x="163513" y="88712"/>
                </a:cubicBezTo>
                <a:cubicBezTo>
                  <a:pt x="178618" y="86924"/>
                  <a:pt x="189738" y="84791"/>
                  <a:pt x="196875" y="82314"/>
                </a:cubicBezTo>
                <a:cubicBezTo>
                  <a:pt x="196944" y="79761"/>
                  <a:pt x="196979" y="78139"/>
                  <a:pt x="196979" y="77448"/>
                </a:cubicBezTo>
                <a:cubicBezTo>
                  <a:pt x="196979" y="69855"/>
                  <a:pt x="195212" y="64506"/>
                  <a:pt x="191678" y="61401"/>
                </a:cubicBezTo>
                <a:cubicBezTo>
                  <a:pt x="186897" y="57189"/>
                  <a:pt x="179796" y="55084"/>
                  <a:pt x="170372" y="55084"/>
                </a:cubicBezTo>
                <a:cubicBezTo>
                  <a:pt x="161573" y="55084"/>
                  <a:pt x="155077" y="56625"/>
                  <a:pt x="150885" y="59709"/>
                </a:cubicBezTo>
                <a:cubicBezTo>
                  <a:pt x="146693" y="62792"/>
                  <a:pt x="143593" y="68248"/>
                  <a:pt x="141583" y="76078"/>
                </a:cubicBezTo>
                <a:lnTo>
                  <a:pt x="123291" y="73584"/>
                </a:lnTo>
                <a:cubicBezTo>
                  <a:pt x="124954" y="65730"/>
                  <a:pt x="127691" y="59388"/>
                  <a:pt x="131502" y="54558"/>
                </a:cubicBezTo>
                <a:cubicBezTo>
                  <a:pt x="135313" y="49727"/>
                  <a:pt x="140821" y="46009"/>
                  <a:pt x="148027" y="43404"/>
                </a:cubicBezTo>
                <a:cubicBezTo>
                  <a:pt x="155233" y="40797"/>
                  <a:pt x="163582" y="39494"/>
                  <a:pt x="173075" y="39494"/>
                </a:cubicBezTo>
                <a:cubicBezTo>
                  <a:pt x="182498" y="39494"/>
                  <a:pt x="190154" y="40603"/>
                  <a:pt x="196043" y="42820"/>
                </a:cubicBezTo>
                <a:cubicBezTo>
                  <a:pt x="201933" y="45037"/>
                  <a:pt x="206263" y="47826"/>
                  <a:pt x="209035" y="51186"/>
                </a:cubicBezTo>
                <a:cubicBezTo>
                  <a:pt x="211806" y="54547"/>
                  <a:pt x="213746" y="58791"/>
                  <a:pt x="214855" y="63918"/>
                </a:cubicBezTo>
                <a:cubicBezTo>
                  <a:pt x="215479" y="67105"/>
                  <a:pt x="215790" y="72856"/>
                  <a:pt x="215790" y="81171"/>
                </a:cubicBezTo>
                <a:lnTo>
                  <a:pt x="215790" y="106114"/>
                </a:lnTo>
                <a:cubicBezTo>
                  <a:pt x="215790" y="123505"/>
                  <a:pt x="216189" y="134505"/>
                  <a:pt x="216986" y="139112"/>
                </a:cubicBezTo>
                <a:cubicBezTo>
                  <a:pt x="217782" y="143720"/>
                  <a:pt x="219359" y="148137"/>
                  <a:pt x="221715" y="152364"/>
                </a:cubicBezTo>
                <a:lnTo>
                  <a:pt x="202175" y="152364"/>
                </a:lnTo>
                <a:cubicBezTo>
                  <a:pt x="200235" y="148479"/>
                  <a:pt x="198988" y="143936"/>
                  <a:pt x="198434" y="138736"/>
                </a:cubicBezTo>
                <a:moveTo>
                  <a:pt x="196875" y="96864"/>
                </a:moveTo>
                <a:cubicBezTo>
                  <a:pt x="190085" y="99659"/>
                  <a:pt x="179899" y="102035"/>
                  <a:pt x="166319" y="103990"/>
                </a:cubicBezTo>
                <a:cubicBezTo>
                  <a:pt x="158628" y="105103"/>
                  <a:pt x="153189" y="106355"/>
                  <a:pt x="150002" y="107748"/>
                </a:cubicBezTo>
                <a:cubicBezTo>
                  <a:pt x="146815" y="109138"/>
                  <a:pt x="144355" y="111173"/>
                  <a:pt x="142623" y="113854"/>
                </a:cubicBezTo>
                <a:cubicBezTo>
                  <a:pt x="140890" y="116532"/>
                  <a:pt x="140024" y="119506"/>
                  <a:pt x="140024" y="122776"/>
                </a:cubicBezTo>
                <a:cubicBezTo>
                  <a:pt x="140024" y="127784"/>
                  <a:pt x="141912" y="131958"/>
                  <a:pt x="145689" y="135299"/>
                </a:cubicBezTo>
                <a:cubicBezTo>
                  <a:pt x="149465" y="138638"/>
                  <a:pt x="154991" y="140308"/>
                  <a:pt x="162266" y="140308"/>
                </a:cubicBezTo>
                <a:cubicBezTo>
                  <a:pt x="169472" y="140308"/>
                  <a:pt x="175881" y="138724"/>
                  <a:pt x="181493" y="135556"/>
                </a:cubicBezTo>
                <a:cubicBezTo>
                  <a:pt x="187105" y="132388"/>
                  <a:pt x="191228" y="128054"/>
                  <a:pt x="193861" y="122555"/>
                </a:cubicBezTo>
                <a:cubicBezTo>
                  <a:pt x="195870" y="118307"/>
                  <a:pt x="196875" y="112040"/>
                  <a:pt x="196875" y="103756"/>
                </a:cubicBezTo>
                <a:lnTo>
                  <a:pt x="196875" y="96864"/>
                </a:lnTo>
                <a:close/>
                <a:moveTo>
                  <a:pt x="245711" y="21618"/>
                </a:moveTo>
                <a:lnTo>
                  <a:pt x="245711" y="0"/>
                </a:lnTo>
                <a:lnTo>
                  <a:pt x="264419" y="0"/>
                </a:lnTo>
                <a:lnTo>
                  <a:pt x="264419" y="21618"/>
                </a:lnTo>
                <a:lnTo>
                  <a:pt x="245711" y="21618"/>
                </a:lnTo>
                <a:moveTo>
                  <a:pt x="245711" y="152364"/>
                </a:moveTo>
                <a:lnTo>
                  <a:pt x="245711" y="41988"/>
                </a:lnTo>
                <a:lnTo>
                  <a:pt x="264419" y="41988"/>
                </a:lnTo>
                <a:lnTo>
                  <a:pt x="264419" y="152364"/>
                </a:lnTo>
                <a:lnTo>
                  <a:pt x="245711" y="152364"/>
                </a:lnTo>
                <a:close/>
                <a:moveTo>
                  <a:pt x="292020" y="152364"/>
                </a:moveTo>
                <a:lnTo>
                  <a:pt x="292020" y="0"/>
                </a:lnTo>
                <a:lnTo>
                  <a:pt x="310727" y="0"/>
                </a:lnTo>
                <a:lnTo>
                  <a:pt x="310727" y="152364"/>
                </a:lnTo>
                <a:lnTo>
                  <a:pt x="292020" y="1523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43AA53-B895-4019-8042-61B14CB9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862" y="566058"/>
            <a:ext cx="1226877" cy="3725"/>
          </a:xfrm>
          <a:custGeom xmlns:a="http://schemas.openxmlformats.org/drawingml/2006/main">
            <a:pathLst>
              <a:path w="1226877" h="3725" fill="none">
                <a:moveTo>
                  <a:pt x="0" y="0"/>
                </a:moveTo>
                <a:lnTo>
                  <a:pt x="1226877" y="3725"/>
                </a:lnTo>
              </a:path>
            </a:pathLst>
          </a:custGeom>
          <a:noFill xmlns:a="http://schemas.openxmlformats.org/drawingml/2006/main"/>
          <a:ln xmlns:a="http://schemas.openxmlformats.org/drawingml/2006/main" w="39910" cap="flat">
            <a:solidFill>
              <a:srgbClr val="000000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E00B9A-5E70-4296-AACD-9F944226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1589" y="509854"/>
            <a:ext cx="119924" cy="119729"/>
          </a:xfrm>
          <a:custGeom xmlns:a="http://schemas.openxmlformats.org/drawingml/2006/main">
            <a:pathLst>
              <a:path w="119924" h="119729">
                <a:moveTo>
                  <a:pt x="372" y="0"/>
                </a:moveTo>
                <a:lnTo>
                  <a:pt x="119924" y="60237"/>
                </a:lnTo>
                <a:lnTo>
                  <a:pt x="0" y="119729"/>
                </a:lnTo>
                <a:lnTo>
                  <a:pt x="37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7B21B4-48CC-4331-AD0B-DD0C5D0A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5787" y="721439"/>
            <a:ext cx="10" cy="267732"/>
          </a:xfrm>
          <a:custGeom xmlns:a="http://schemas.openxmlformats.org/drawingml/2006/main">
            <a:pathLst>
              <a:path w="1" h="267732" fill="none">
                <a:moveTo>
                  <a:pt x="0" y="0"/>
                </a:moveTo>
                <a:lnTo>
                  <a:pt x="0" y="267732"/>
                </a:lnTo>
              </a:path>
            </a:pathLst>
          </a:custGeom>
          <a:noFill xmlns:a="http://schemas.openxmlformats.org/drawingml/2006/main"/>
          <a:ln xmlns:a="http://schemas.openxmlformats.org/drawingml/2006/main" w="39910" cap="flat">
            <a:solidFill>
              <a:srgbClr val="548235"/>
            </a:solidFill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920FA6-0DF6-422A-B2A7-B2A7C092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5929" y="969223"/>
            <a:ext cx="119729" cy="119729"/>
          </a:xfrm>
          <a:custGeom xmlns:a="http://schemas.openxmlformats.org/drawingml/2006/main">
            <a:pathLst>
              <a:path w="119729" h="119729">
                <a:moveTo>
                  <a:pt x="119729" y="0"/>
                </a:moveTo>
                <a:lnTo>
                  <a:pt x="59865" y="119729"/>
                </a:lnTo>
                <a:lnTo>
                  <a:pt x="0" y="0"/>
                </a:lnTo>
                <a:lnTo>
                  <a:pt x="119729" y="0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57F205-D62B-4107-BA57-281E3764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054" y="513068"/>
            <a:ext cx="662885" cy="161367"/>
          </a:xfrm>
          <a:custGeom xmlns:a="http://schemas.openxmlformats.org/drawingml/2006/main">
            <a:pathLst>
              <a:path w="662885" h="161367">
                <a:moveTo>
                  <a:pt x="102313" y="183"/>
                </a:moveTo>
                <a:cubicBezTo>
                  <a:pt x="96736" y="0"/>
                  <a:pt x="92070" y="4347"/>
                  <a:pt x="91886" y="9893"/>
                </a:cubicBezTo>
                <a:cubicBezTo>
                  <a:pt x="91879" y="10114"/>
                  <a:pt x="91879" y="10335"/>
                  <a:pt x="91886" y="10556"/>
                </a:cubicBezTo>
                <a:lnTo>
                  <a:pt x="91886" y="60433"/>
                </a:lnTo>
                <a:cubicBezTo>
                  <a:pt x="67695" y="41106"/>
                  <a:pt x="32336" y="44947"/>
                  <a:pt x="12909" y="69012"/>
                </a:cubicBezTo>
                <a:cubicBezTo>
                  <a:pt x="4894" y="78940"/>
                  <a:pt x="527" y="91292"/>
                  <a:pt x="530" y="104024"/>
                </a:cubicBezTo>
                <a:cubicBezTo>
                  <a:pt x="0" y="134876"/>
                  <a:pt x="24711" y="160313"/>
                  <a:pt x="55725" y="160840"/>
                </a:cubicBezTo>
                <a:cubicBezTo>
                  <a:pt x="86736" y="161367"/>
                  <a:pt x="112307" y="136785"/>
                  <a:pt x="112837" y="105934"/>
                </a:cubicBezTo>
                <a:cubicBezTo>
                  <a:pt x="112849" y="105297"/>
                  <a:pt x="112849" y="104661"/>
                  <a:pt x="112837" y="104025"/>
                </a:cubicBezTo>
                <a:lnTo>
                  <a:pt x="112837" y="10605"/>
                </a:lnTo>
                <a:cubicBezTo>
                  <a:pt x="112921" y="7805"/>
                  <a:pt x="111808" y="5101"/>
                  <a:pt x="109776" y="3163"/>
                </a:cubicBezTo>
                <a:cubicBezTo>
                  <a:pt x="107787" y="1227"/>
                  <a:pt x="105097" y="170"/>
                  <a:pt x="102313" y="232"/>
                </a:cubicBezTo>
                <a:moveTo>
                  <a:pt x="89121" y="117475"/>
                </a:moveTo>
                <a:cubicBezTo>
                  <a:pt x="85533" y="125867"/>
                  <a:pt x="78840" y="132566"/>
                  <a:pt x="70426" y="136185"/>
                </a:cubicBezTo>
                <a:cubicBezTo>
                  <a:pt x="61610" y="139898"/>
                  <a:pt x="51660" y="139898"/>
                  <a:pt x="42844" y="136185"/>
                </a:cubicBezTo>
                <a:cubicBezTo>
                  <a:pt x="34446" y="132599"/>
                  <a:pt x="27781" y="125908"/>
                  <a:pt x="24249" y="117524"/>
                </a:cubicBezTo>
                <a:cubicBezTo>
                  <a:pt x="20559" y="108854"/>
                  <a:pt x="20559" y="99066"/>
                  <a:pt x="24249" y="90395"/>
                </a:cubicBezTo>
                <a:cubicBezTo>
                  <a:pt x="27788" y="82039"/>
                  <a:pt x="34456" y="75381"/>
                  <a:pt x="42844" y="71832"/>
                </a:cubicBezTo>
                <a:cubicBezTo>
                  <a:pt x="51660" y="68119"/>
                  <a:pt x="61610" y="68119"/>
                  <a:pt x="70426" y="71832"/>
                </a:cubicBezTo>
                <a:cubicBezTo>
                  <a:pt x="78840" y="75451"/>
                  <a:pt x="85533" y="82150"/>
                  <a:pt x="89121" y="90542"/>
                </a:cubicBezTo>
                <a:cubicBezTo>
                  <a:pt x="92808" y="99179"/>
                  <a:pt x="92808" y="108936"/>
                  <a:pt x="89121" y="117573"/>
                </a:cubicBezTo>
                <a:moveTo>
                  <a:pt x="219564" y="64471"/>
                </a:moveTo>
                <a:cubicBezTo>
                  <a:pt x="197621" y="42662"/>
                  <a:pt x="162062" y="42678"/>
                  <a:pt x="140138" y="64506"/>
                </a:cubicBezTo>
                <a:cubicBezTo>
                  <a:pt x="129621" y="74977"/>
                  <a:pt x="123713" y="89173"/>
                  <a:pt x="123707" y="103975"/>
                </a:cubicBezTo>
                <a:cubicBezTo>
                  <a:pt x="123177" y="134827"/>
                  <a:pt x="147888" y="160264"/>
                  <a:pt x="178902" y="160792"/>
                </a:cubicBezTo>
                <a:cubicBezTo>
                  <a:pt x="209913" y="161319"/>
                  <a:pt x="235484" y="136736"/>
                  <a:pt x="236014" y="105885"/>
                </a:cubicBezTo>
                <a:cubicBezTo>
                  <a:pt x="236023" y="105249"/>
                  <a:pt x="236023" y="104612"/>
                  <a:pt x="236014" y="103976"/>
                </a:cubicBezTo>
                <a:cubicBezTo>
                  <a:pt x="236017" y="96628"/>
                  <a:pt x="234605" y="89348"/>
                  <a:pt x="231856" y="82529"/>
                </a:cubicBezTo>
                <a:cubicBezTo>
                  <a:pt x="229022" y="75748"/>
                  <a:pt x="224842" y="69606"/>
                  <a:pt x="219564" y="64471"/>
                </a:cubicBezTo>
                <a:moveTo>
                  <a:pt x="212310" y="117426"/>
                </a:moveTo>
                <a:cubicBezTo>
                  <a:pt x="210518" y="121567"/>
                  <a:pt x="207965" y="125338"/>
                  <a:pt x="204782" y="128548"/>
                </a:cubicBezTo>
                <a:cubicBezTo>
                  <a:pt x="201571" y="131758"/>
                  <a:pt x="197777" y="134333"/>
                  <a:pt x="193600" y="136136"/>
                </a:cubicBezTo>
                <a:cubicBezTo>
                  <a:pt x="184794" y="139850"/>
                  <a:pt x="174846" y="139850"/>
                  <a:pt x="166037" y="136136"/>
                </a:cubicBezTo>
                <a:cubicBezTo>
                  <a:pt x="157630" y="132559"/>
                  <a:pt x="150955" y="125865"/>
                  <a:pt x="147427" y="117475"/>
                </a:cubicBezTo>
                <a:cubicBezTo>
                  <a:pt x="143736" y="108805"/>
                  <a:pt x="143736" y="99017"/>
                  <a:pt x="147427" y="90346"/>
                </a:cubicBezTo>
                <a:cubicBezTo>
                  <a:pt x="150974" y="82003"/>
                  <a:pt x="157648" y="75362"/>
                  <a:pt x="166037" y="71832"/>
                </a:cubicBezTo>
                <a:cubicBezTo>
                  <a:pt x="174846" y="68118"/>
                  <a:pt x="184794" y="68118"/>
                  <a:pt x="193600" y="71832"/>
                </a:cubicBezTo>
                <a:cubicBezTo>
                  <a:pt x="197777" y="73635"/>
                  <a:pt x="201571" y="76210"/>
                  <a:pt x="204782" y="79420"/>
                </a:cubicBezTo>
                <a:cubicBezTo>
                  <a:pt x="207965" y="82629"/>
                  <a:pt x="210518" y="86401"/>
                  <a:pt x="212310" y="90542"/>
                </a:cubicBezTo>
                <a:cubicBezTo>
                  <a:pt x="215979" y="99183"/>
                  <a:pt x="215979" y="108932"/>
                  <a:pt x="212310" y="117573"/>
                </a:cubicBezTo>
                <a:moveTo>
                  <a:pt x="451738" y="58479"/>
                </a:moveTo>
                <a:cubicBezTo>
                  <a:pt x="451744" y="57105"/>
                  <a:pt x="451460" y="55746"/>
                  <a:pt x="450902" y="54489"/>
                </a:cubicBezTo>
                <a:cubicBezTo>
                  <a:pt x="450335" y="53283"/>
                  <a:pt x="449568" y="52181"/>
                  <a:pt x="448630" y="51232"/>
                </a:cubicBezTo>
                <a:cubicBezTo>
                  <a:pt x="447701" y="50271"/>
                  <a:pt x="446588" y="49506"/>
                  <a:pt x="445353" y="48985"/>
                </a:cubicBezTo>
                <a:cubicBezTo>
                  <a:pt x="444050" y="48450"/>
                  <a:pt x="442654" y="48179"/>
                  <a:pt x="441245" y="48187"/>
                </a:cubicBezTo>
                <a:cubicBezTo>
                  <a:pt x="439256" y="48173"/>
                  <a:pt x="437301" y="48739"/>
                  <a:pt x="435631" y="49815"/>
                </a:cubicBezTo>
                <a:lnTo>
                  <a:pt x="375672" y="88620"/>
                </a:lnTo>
                <a:lnTo>
                  <a:pt x="375672" y="10702"/>
                </a:lnTo>
                <a:cubicBezTo>
                  <a:pt x="375725" y="7913"/>
                  <a:pt x="374619" y="5226"/>
                  <a:pt x="372611" y="3277"/>
                </a:cubicBezTo>
                <a:cubicBezTo>
                  <a:pt x="370682" y="1260"/>
                  <a:pt x="367994" y="139"/>
                  <a:pt x="365195" y="183"/>
                </a:cubicBezTo>
                <a:cubicBezTo>
                  <a:pt x="359419" y="147"/>
                  <a:pt x="354708" y="4776"/>
                  <a:pt x="354671" y="10523"/>
                </a:cubicBezTo>
                <a:lnTo>
                  <a:pt x="354671" y="149309"/>
                </a:lnTo>
                <a:cubicBezTo>
                  <a:pt x="354637" y="152081"/>
                  <a:pt x="355743" y="154745"/>
                  <a:pt x="357732" y="156686"/>
                </a:cubicBezTo>
                <a:cubicBezTo>
                  <a:pt x="359677" y="158710"/>
                  <a:pt x="362383" y="159832"/>
                  <a:pt x="365195" y="159780"/>
                </a:cubicBezTo>
                <a:cubicBezTo>
                  <a:pt x="367985" y="159825"/>
                  <a:pt x="370663" y="158702"/>
                  <a:pt x="372580" y="156686"/>
                </a:cubicBezTo>
                <a:cubicBezTo>
                  <a:pt x="374569" y="154745"/>
                  <a:pt x="375672" y="152081"/>
                  <a:pt x="375641" y="149309"/>
                </a:cubicBezTo>
                <a:lnTo>
                  <a:pt x="375641" y="113355"/>
                </a:lnTo>
                <a:lnTo>
                  <a:pt x="387867" y="105376"/>
                </a:lnTo>
                <a:lnTo>
                  <a:pt x="434209" y="157142"/>
                </a:lnTo>
                <a:cubicBezTo>
                  <a:pt x="436086" y="158938"/>
                  <a:pt x="438611" y="159906"/>
                  <a:pt x="441214" y="159829"/>
                </a:cubicBezTo>
                <a:cubicBezTo>
                  <a:pt x="442623" y="159845"/>
                  <a:pt x="444022" y="159573"/>
                  <a:pt x="445322" y="159031"/>
                </a:cubicBezTo>
                <a:cubicBezTo>
                  <a:pt x="446557" y="158522"/>
                  <a:pt x="447673" y="157762"/>
                  <a:pt x="448595" y="156800"/>
                </a:cubicBezTo>
                <a:cubicBezTo>
                  <a:pt x="449549" y="155826"/>
                  <a:pt x="450319" y="154690"/>
                  <a:pt x="450871" y="153446"/>
                </a:cubicBezTo>
                <a:cubicBezTo>
                  <a:pt x="451429" y="152189"/>
                  <a:pt x="451713" y="150830"/>
                  <a:pt x="451706" y="149456"/>
                </a:cubicBezTo>
                <a:cubicBezTo>
                  <a:pt x="451713" y="146750"/>
                  <a:pt x="450675" y="144145"/>
                  <a:pt x="448807" y="142177"/>
                </a:cubicBezTo>
                <a:lnTo>
                  <a:pt x="405726" y="93895"/>
                </a:lnTo>
                <a:lnTo>
                  <a:pt x="447729" y="66767"/>
                </a:lnTo>
                <a:cubicBezTo>
                  <a:pt x="450441" y="64902"/>
                  <a:pt x="451965" y="61751"/>
                  <a:pt x="451738" y="58479"/>
                </a:cubicBezTo>
                <a:moveTo>
                  <a:pt x="277770" y="79192"/>
                </a:moveTo>
                <a:cubicBezTo>
                  <a:pt x="281006" y="76008"/>
                  <a:pt x="284825" y="73466"/>
                  <a:pt x="289014" y="71701"/>
                </a:cubicBezTo>
                <a:cubicBezTo>
                  <a:pt x="293357" y="69864"/>
                  <a:pt x="298030" y="68933"/>
                  <a:pt x="302749" y="68966"/>
                </a:cubicBezTo>
                <a:cubicBezTo>
                  <a:pt x="306926" y="68928"/>
                  <a:pt x="311072" y="69668"/>
                  <a:pt x="314975" y="71148"/>
                </a:cubicBezTo>
                <a:cubicBezTo>
                  <a:pt x="318888" y="72713"/>
                  <a:pt x="322510" y="74914"/>
                  <a:pt x="325699" y="77661"/>
                </a:cubicBezTo>
                <a:cubicBezTo>
                  <a:pt x="327635" y="79196"/>
                  <a:pt x="330048" y="80014"/>
                  <a:pt x="332523" y="79974"/>
                </a:cubicBezTo>
                <a:cubicBezTo>
                  <a:pt x="335344" y="80091"/>
                  <a:pt x="338087" y="79029"/>
                  <a:pt x="340085" y="77043"/>
                </a:cubicBezTo>
                <a:cubicBezTo>
                  <a:pt x="342052" y="75048"/>
                  <a:pt x="343121" y="72345"/>
                  <a:pt x="343050" y="69552"/>
                </a:cubicBezTo>
                <a:cubicBezTo>
                  <a:pt x="343084" y="66520"/>
                  <a:pt x="341756" y="63630"/>
                  <a:pt x="339431" y="61670"/>
                </a:cubicBezTo>
                <a:cubicBezTo>
                  <a:pt x="329384" y="52724"/>
                  <a:pt x="316313" y="47880"/>
                  <a:pt x="302830" y="48106"/>
                </a:cubicBezTo>
                <a:cubicBezTo>
                  <a:pt x="271813" y="48106"/>
                  <a:pt x="246669" y="73120"/>
                  <a:pt x="246669" y="103976"/>
                </a:cubicBezTo>
                <a:cubicBezTo>
                  <a:pt x="246591" y="134787"/>
                  <a:pt x="271636" y="159826"/>
                  <a:pt x="302609" y="159904"/>
                </a:cubicBezTo>
                <a:cubicBezTo>
                  <a:pt x="316129" y="159937"/>
                  <a:pt x="329206" y="155111"/>
                  <a:pt x="339431" y="146313"/>
                </a:cubicBezTo>
                <a:cubicBezTo>
                  <a:pt x="341541" y="144317"/>
                  <a:pt x="342726" y="141540"/>
                  <a:pt x="342704" y="138644"/>
                </a:cubicBezTo>
                <a:cubicBezTo>
                  <a:pt x="342888" y="133098"/>
                  <a:pt x="338517" y="128454"/>
                  <a:pt x="332943" y="128271"/>
                </a:cubicBezTo>
                <a:cubicBezTo>
                  <a:pt x="332722" y="128264"/>
                  <a:pt x="332501" y="128264"/>
                  <a:pt x="332276" y="128271"/>
                </a:cubicBezTo>
                <a:cubicBezTo>
                  <a:pt x="329892" y="128281"/>
                  <a:pt x="327569" y="129045"/>
                  <a:pt x="325649" y="130453"/>
                </a:cubicBezTo>
                <a:cubicBezTo>
                  <a:pt x="322513" y="133200"/>
                  <a:pt x="318919" y="135377"/>
                  <a:pt x="315025" y="136885"/>
                </a:cubicBezTo>
                <a:cubicBezTo>
                  <a:pt x="311116" y="138346"/>
                  <a:pt x="306970" y="139075"/>
                  <a:pt x="302796" y="139034"/>
                </a:cubicBezTo>
                <a:cubicBezTo>
                  <a:pt x="298080" y="139067"/>
                  <a:pt x="293407" y="138136"/>
                  <a:pt x="289064" y="136299"/>
                </a:cubicBezTo>
                <a:cubicBezTo>
                  <a:pt x="284875" y="134528"/>
                  <a:pt x="281059" y="131987"/>
                  <a:pt x="277820" y="128809"/>
                </a:cubicBezTo>
                <a:cubicBezTo>
                  <a:pt x="264060" y="115202"/>
                  <a:pt x="263992" y="93077"/>
                  <a:pt x="277671" y="79389"/>
                </a:cubicBezTo>
                <a:lnTo>
                  <a:pt x="277820" y="79241"/>
                </a:lnTo>
                <a:moveTo>
                  <a:pt x="660033" y="55092"/>
                </a:moveTo>
                <a:cubicBezTo>
                  <a:pt x="658003" y="53198"/>
                  <a:pt x="655591" y="51755"/>
                  <a:pt x="652960" y="50858"/>
                </a:cubicBezTo>
                <a:cubicBezTo>
                  <a:pt x="649951" y="49783"/>
                  <a:pt x="646825" y="49061"/>
                  <a:pt x="643645" y="48708"/>
                </a:cubicBezTo>
                <a:cubicBezTo>
                  <a:pt x="640503" y="48324"/>
                  <a:pt x="637336" y="48128"/>
                  <a:pt x="634168" y="48122"/>
                </a:cubicBezTo>
                <a:cubicBezTo>
                  <a:pt x="627741" y="48102"/>
                  <a:pt x="621359" y="49205"/>
                  <a:pt x="615312" y="51379"/>
                </a:cubicBezTo>
                <a:cubicBezTo>
                  <a:pt x="609389" y="53528"/>
                  <a:pt x="603859" y="56631"/>
                  <a:pt x="598943" y="60563"/>
                </a:cubicBezTo>
                <a:lnTo>
                  <a:pt x="598943" y="58479"/>
                </a:lnTo>
                <a:cubicBezTo>
                  <a:pt x="598715" y="52719"/>
                  <a:pt x="593834" y="48234"/>
                  <a:pt x="588045" y="48462"/>
                </a:cubicBezTo>
                <a:cubicBezTo>
                  <a:pt x="582577" y="48677"/>
                  <a:pt x="578191" y="53038"/>
                  <a:pt x="577976" y="58479"/>
                </a:cubicBezTo>
                <a:lnTo>
                  <a:pt x="577976" y="149457"/>
                </a:lnTo>
                <a:cubicBezTo>
                  <a:pt x="578203" y="155217"/>
                  <a:pt x="583082" y="159701"/>
                  <a:pt x="588874" y="159474"/>
                </a:cubicBezTo>
                <a:cubicBezTo>
                  <a:pt x="594342" y="159260"/>
                  <a:pt x="598728" y="154898"/>
                  <a:pt x="598943" y="149457"/>
                </a:cubicBezTo>
                <a:lnTo>
                  <a:pt x="598943" y="103976"/>
                </a:lnTo>
                <a:cubicBezTo>
                  <a:pt x="598912" y="99277"/>
                  <a:pt x="599847" y="94622"/>
                  <a:pt x="601692" y="90297"/>
                </a:cubicBezTo>
                <a:cubicBezTo>
                  <a:pt x="603457" y="86150"/>
                  <a:pt x="606010" y="82380"/>
                  <a:pt x="609205" y="79192"/>
                </a:cubicBezTo>
                <a:cubicBezTo>
                  <a:pt x="612425" y="76015"/>
                  <a:pt x="616219" y="73473"/>
                  <a:pt x="620387" y="71701"/>
                </a:cubicBezTo>
                <a:cubicBezTo>
                  <a:pt x="624732" y="69864"/>
                  <a:pt x="629415" y="68933"/>
                  <a:pt x="634137" y="68966"/>
                </a:cubicBezTo>
                <a:cubicBezTo>
                  <a:pt x="638832" y="68920"/>
                  <a:pt x="643492" y="69765"/>
                  <a:pt x="647869" y="71457"/>
                </a:cubicBezTo>
                <a:cubicBezTo>
                  <a:pt x="649253" y="72119"/>
                  <a:pt x="650756" y="72491"/>
                  <a:pt x="652289" y="72548"/>
                </a:cubicBezTo>
                <a:cubicBezTo>
                  <a:pt x="653698" y="72561"/>
                  <a:pt x="655098" y="72289"/>
                  <a:pt x="656398" y="71750"/>
                </a:cubicBezTo>
                <a:cubicBezTo>
                  <a:pt x="657632" y="71231"/>
                  <a:pt x="658745" y="70467"/>
                  <a:pt x="659671" y="69504"/>
                </a:cubicBezTo>
                <a:cubicBezTo>
                  <a:pt x="660606" y="68555"/>
                  <a:pt x="661370" y="67453"/>
                  <a:pt x="661931" y="66247"/>
                </a:cubicBezTo>
                <a:cubicBezTo>
                  <a:pt x="662498" y="64959"/>
                  <a:pt x="662788" y="63566"/>
                  <a:pt x="662782" y="62160"/>
                </a:cubicBezTo>
                <a:cubicBezTo>
                  <a:pt x="662885" y="59539"/>
                  <a:pt x="661859" y="56999"/>
                  <a:pt x="659967" y="55173"/>
                </a:cubicBezTo>
                <a:moveTo>
                  <a:pt x="562589" y="82612"/>
                </a:moveTo>
                <a:cubicBezTo>
                  <a:pt x="553667" y="61871"/>
                  <a:pt x="533227" y="48374"/>
                  <a:pt x="510552" y="48253"/>
                </a:cubicBezTo>
                <a:cubicBezTo>
                  <a:pt x="479544" y="48244"/>
                  <a:pt x="454400" y="73243"/>
                  <a:pt x="454390" y="104090"/>
                </a:cubicBezTo>
                <a:lnTo>
                  <a:pt x="454390" y="104106"/>
                </a:lnTo>
                <a:cubicBezTo>
                  <a:pt x="454384" y="134971"/>
                  <a:pt x="479532" y="159997"/>
                  <a:pt x="510558" y="160003"/>
                </a:cubicBezTo>
                <a:cubicBezTo>
                  <a:pt x="524028" y="160005"/>
                  <a:pt x="537049" y="155193"/>
                  <a:pt x="547249" y="146444"/>
                </a:cubicBezTo>
                <a:cubicBezTo>
                  <a:pt x="547398" y="146298"/>
                  <a:pt x="547626" y="146102"/>
                  <a:pt x="547660" y="146053"/>
                </a:cubicBezTo>
                <a:cubicBezTo>
                  <a:pt x="548574" y="145317"/>
                  <a:pt x="549375" y="144450"/>
                  <a:pt x="550032" y="143480"/>
                </a:cubicBezTo>
                <a:cubicBezTo>
                  <a:pt x="553405" y="138651"/>
                  <a:pt x="552202" y="132018"/>
                  <a:pt x="547348" y="128662"/>
                </a:cubicBezTo>
                <a:cubicBezTo>
                  <a:pt x="543280" y="126033"/>
                  <a:pt x="537934" y="126511"/>
                  <a:pt x="534402" y="129819"/>
                </a:cubicBezTo>
                <a:cubicBezTo>
                  <a:pt x="534056" y="130128"/>
                  <a:pt x="533074" y="131040"/>
                  <a:pt x="532912" y="131170"/>
                </a:cubicBezTo>
                <a:lnTo>
                  <a:pt x="532766" y="131300"/>
                </a:lnTo>
                <a:cubicBezTo>
                  <a:pt x="529776" y="133829"/>
                  <a:pt x="526363" y="135813"/>
                  <a:pt x="522681" y="137162"/>
                </a:cubicBezTo>
                <a:cubicBezTo>
                  <a:pt x="518788" y="138528"/>
                  <a:pt x="514682" y="139201"/>
                  <a:pt x="510552" y="139149"/>
                </a:cubicBezTo>
                <a:cubicBezTo>
                  <a:pt x="506746" y="139168"/>
                  <a:pt x="502964" y="138563"/>
                  <a:pt x="499354" y="137358"/>
                </a:cubicBezTo>
                <a:cubicBezTo>
                  <a:pt x="495841" y="136190"/>
                  <a:pt x="492531" y="134493"/>
                  <a:pt x="489535" y="132326"/>
                </a:cubicBezTo>
                <a:cubicBezTo>
                  <a:pt x="486549" y="130153"/>
                  <a:pt x="483924" y="127527"/>
                  <a:pt x="481760" y="124542"/>
                </a:cubicBezTo>
                <a:cubicBezTo>
                  <a:pt x="479547" y="121496"/>
                  <a:pt x="477854" y="118107"/>
                  <a:pt x="476751" y="114512"/>
                </a:cubicBezTo>
                <a:lnTo>
                  <a:pt x="556155" y="114512"/>
                </a:lnTo>
                <a:cubicBezTo>
                  <a:pt x="558942" y="114575"/>
                  <a:pt x="561635" y="113511"/>
                  <a:pt x="563621" y="111565"/>
                </a:cubicBezTo>
                <a:cubicBezTo>
                  <a:pt x="565663" y="109640"/>
                  <a:pt x="566775" y="106936"/>
                  <a:pt x="566682" y="104139"/>
                </a:cubicBezTo>
                <a:cubicBezTo>
                  <a:pt x="566744" y="96775"/>
                  <a:pt x="565348" y="89471"/>
                  <a:pt x="562573" y="82645"/>
                </a:cubicBezTo>
                <a:moveTo>
                  <a:pt x="476732" y="93766"/>
                </a:moveTo>
                <a:cubicBezTo>
                  <a:pt x="477783" y="90168"/>
                  <a:pt x="479444" y="86776"/>
                  <a:pt x="481642" y="83735"/>
                </a:cubicBezTo>
                <a:cubicBezTo>
                  <a:pt x="483821" y="80746"/>
                  <a:pt x="486461" y="78119"/>
                  <a:pt x="489466" y="75951"/>
                </a:cubicBezTo>
                <a:cubicBezTo>
                  <a:pt x="492506" y="73787"/>
                  <a:pt x="495857" y="72091"/>
                  <a:pt x="499404" y="70920"/>
                </a:cubicBezTo>
                <a:cubicBezTo>
                  <a:pt x="502992" y="69731"/>
                  <a:pt x="506752" y="69126"/>
                  <a:pt x="510533" y="69128"/>
                </a:cubicBezTo>
                <a:cubicBezTo>
                  <a:pt x="514296" y="69124"/>
                  <a:pt x="518033" y="69729"/>
                  <a:pt x="521600" y="70920"/>
                </a:cubicBezTo>
                <a:cubicBezTo>
                  <a:pt x="528679" y="73260"/>
                  <a:pt x="534848" y="77740"/>
                  <a:pt x="539247" y="83735"/>
                </a:cubicBezTo>
                <a:cubicBezTo>
                  <a:pt x="541491" y="86771"/>
                  <a:pt x="543206" y="90163"/>
                  <a:pt x="544318" y="93766"/>
                </a:cubicBezTo>
                <a:lnTo>
                  <a:pt x="476732" y="93766"/>
                </a:lnTo>
                <a:close/>
                <a:moveTo>
                  <a:pt x="624215" y="144734"/>
                </a:moveTo>
                <a:cubicBezTo>
                  <a:pt x="620203" y="144797"/>
                  <a:pt x="617001" y="148085"/>
                  <a:pt x="617064" y="152077"/>
                </a:cubicBezTo>
                <a:cubicBezTo>
                  <a:pt x="617126" y="156070"/>
                  <a:pt x="620434" y="159255"/>
                  <a:pt x="624446" y="159192"/>
                </a:cubicBezTo>
                <a:cubicBezTo>
                  <a:pt x="628433" y="159130"/>
                  <a:pt x="631625" y="155882"/>
                  <a:pt x="631600" y="151915"/>
                </a:cubicBezTo>
                <a:cubicBezTo>
                  <a:pt x="631553" y="147904"/>
                  <a:pt x="628249" y="144690"/>
                  <a:pt x="624218" y="144734"/>
                </a:cubicBezTo>
                <a:lnTo>
                  <a:pt x="624215" y="144734"/>
                </a:lnTo>
                <a:moveTo>
                  <a:pt x="624215" y="157647"/>
                </a:moveTo>
                <a:cubicBezTo>
                  <a:pt x="621038" y="157791"/>
                  <a:pt x="618342" y="155344"/>
                  <a:pt x="618198" y="152182"/>
                </a:cubicBezTo>
                <a:cubicBezTo>
                  <a:pt x="618055" y="149019"/>
                  <a:pt x="620515" y="146339"/>
                  <a:pt x="623691" y="146195"/>
                </a:cubicBezTo>
                <a:cubicBezTo>
                  <a:pt x="626871" y="146051"/>
                  <a:pt x="629564" y="148498"/>
                  <a:pt x="629711" y="151660"/>
                </a:cubicBezTo>
                <a:cubicBezTo>
                  <a:pt x="629714" y="151761"/>
                  <a:pt x="629717" y="151863"/>
                  <a:pt x="629717" y="151964"/>
                </a:cubicBezTo>
                <a:cubicBezTo>
                  <a:pt x="629826" y="154992"/>
                  <a:pt x="627444" y="157535"/>
                  <a:pt x="624399" y="157643"/>
                </a:cubicBezTo>
                <a:cubicBezTo>
                  <a:pt x="624340" y="157646"/>
                  <a:pt x="624277" y="157647"/>
                  <a:pt x="624215" y="15764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BCE8D3-527D-448D-9296-E7197223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675" y="486479"/>
            <a:ext cx="1023082" cy="219212"/>
          </a:xfrm>
          <a:custGeom xmlns:a="http://schemas.openxmlformats.org/drawingml/2006/main">
            <a:pathLst>
              <a:path w="1023082" h="219212">
                <a:moveTo>
                  <a:pt x="376504" y="50102"/>
                </a:moveTo>
                <a:lnTo>
                  <a:pt x="376240" y="49907"/>
                </a:lnTo>
                <a:lnTo>
                  <a:pt x="375884" y="49657"/>
                </a:lnTo>
                <a:lnTo>
                  <a:pt x="375437" y="49357"/>
                </a:lnTo>
                <a:lnTo>
                  <a:pt x="374896" y="49015"/>
                </a:lnTo>
                <a:lnTo>
                  <a:pt x="374261" y="48635"/>
                </a:lnTo>
                <a:lnTo>
                  <a:pt x="373531" y="48225"/>
                </a:lnTo>
                <a:lnTo>
                  <a:pt x="372705" y="47788"/>
                </a:lnTo>
                <a:lnTo>
                  <a:pt x="371782" y="47333"/>
                </a:lnTo>
                <a:lnTo>
                  <a:pt x="370762" y="46864"/>
                </a:lnTo>
                <a:lnTo>
                  <a:pt x="369643" y="46387"/>
                </a:lnTo>
                <a:lnTo>
                  <a:pt x="368425" y="45908"/>
                </a:lnTo>
                <a:lnTo>
                  <a:pt x="367107" y="45434"/>
                </a:lnTo>
                <a:lnTo>
                  <a:pt x="365687" y="44970"/>
                </a:lnTo>
                <a:lnTo>
                  <a:pt x="364165" y="44522"/>
                </a:lnTo>
                <a:lnTo>
                  <a:pt x="362540" y="44096"/>
                </a:lnTo>
                <a:lnTo>
                  <a:pt x="360811" y="43698"/>
                </a:lnTo>
                <a:lnTo>
                  <a:pt x="358978" y="43334"/>
                </a:lnTo>
                <a:lnTo>
                  <a:pt x="357038" y="43010"/>
                </a:lnTo>
                <a:lnTo>
                  <a:pt x="354992" y="42731"/>
                </a:lnTo>
                <a:lnTo>
                  <a:pt x="352839" y="42504"/>
                </a:lnTo>
                <a:lnTo>
                  <a:pt x="350577" y="42335"/>
                </a:lnTo>
                <a:lnTo>
                  <a:pt x="348205" y="42228"/>
                </a:lnTo>
                <a:lnTo>
                  <a:pt x="345723" y="42192"/>
                </a:lnTo>
                <a:lnTo>
                  <a:pt x="345054" y="42197"/>
                </a:lnTo>
                <a:lnTo>
                  <a:pt x="344384" y="42207"/>
                </a:lnTo>
                <a:lnTo>
                  <a:pt x="343715" y="42221"/>
                </a:lnTo>
                <a:lnTo>
                  <a:pt x="343045" y="42240"/>
                </a:lnTo>
                <a:lnTo>
                  <a:pt x="342376" y="42263"/>
                </a:lnTo>
                <a:lnTo>
                  <a:pt x="341707" y="42291"/>
                </a:lnTo>
                <a:lnTo>
                  <a:pt x="341038" y="42323"/>
                </a:lnTo>
                <a:lnTo>
                  <a:pt x="340370" y="42360"/>
                </a:lnTo>
                <a:lnTo>
                  <a:pt x="339702" y="42401"/>
                </a:lnTo>
                <a:lnTo>
                  <a:pt x="339034" y="42447"/>
                </a:lnTo>
                <a:lnTo>
                  <a:pt x="338367" y="42497"/>
                </a:lnTo>
                <a:lnTo>
                  <a:pt x="337700" y="42552"/>
                </a:lnTo>
                <a:lnTo>
                  <a:pt x="337033" y="42611"/>
                </a:lnTo>
                <a:lnTo>
                  <a:pt x="336367" y="42675"/>
                </a:lnTo>
                <a:lnTo>
                  <a:pt x="335701" y="42743"/>
                </a:lnTo>
                <a:lnTo>
                  <a:pt x="335035" y="42816"/>
                </a:lnTo>
                <a:lnTo>
                  <a:pt x="334370" y="42893"/>
                </a:lnTo>
                <a:lnTo>
                  <a:pt x="333706" y="42975"/>
                </a:lnTo>
                <a:lnTo>
                  <a:pt x="333042" y="43061"/>
                </a:lnTo>
                <a:lnTo>
                  <a:pt x="332379" y="43152"/>
                </a:lnTo>
                <a:lnTo>
                  <a:pt x="331716" y="43247"/>
                </a:lnTo>
                <a:lnTo>
                  <a:pt x="331054" y="43347"/>
                </a:lnTo>
                <a:lnTo>
                  <a:pt x="330393" y="43451"/>
                </a:lnTo>
                <a:lnTo>
                  <a:pt x="329732" y="43559"/>
                </a:lnTo>
                <a:lnTo>
                  <a:pt x="329148" y="40282"/>
                </a:lnTo>
                <a:lnTo>
                  <a:pt x="328390" y="37148"/>
                </a:lnTo>
                <a:lnTo>
                  <a:pt x="327476" y="34155"/>
                </a:lnTo>
                <a:lnTo>
                  <a:pt x="326422" y="31304"/>
                </a:lnTo>
                <a:lnTo>
                  <a:pt x="325246" y="28594"/>
                </a:lnTo>
                <a:lnTo>
                  <a:pt x="323965" y="26024"/>
                </a:lnTo>
                <a:lnTo>
                  <a:pt x="322597" y="23593"/>
                </a:lnTo>
                <a:lnTo>
                  <a:pt x="321157" y="21302"/>
                </a:lnTo>
                <a:lnTo>
                  <a:pt x="319664" y="19149"/>
                </a:lnTo>
                <a:lnTo>
                  <a:pt x="318135" y="17135"/>
                </a:lnTo>
                <a:lnTo>
                  <a:pt x="316587" y="15258"/>
                </a:lnTo>
                <a:lnTo>
                  <a:pt x="315037" y="13518"/>
                </a:lnTo>
                <a:lnTo>
                  <a:pt x="313502" y="11914"/>
                </a:lnTo>
                <a:lnTo>
                  <a:pt x="312000" y="10447"/>
                </a:lnTo>
                <a:lnTo>
                  <a:pt x="310547" y="9115"/>
                </a:lnTo>
                <a:lnTo>
                  <a:pt x="309161" y="7917"/>
                </a:lnTo>
                <a:lnTo>
                  <a:pt x="307859" y="6854"/>
                </a:lnTo>
                <a:lnTo>
                  <a:pt x="306659" y="5925"/>
                </a:lnTo>
                <a:lnTo>
                  <a:pt x="305576" y="5129"/>
                </a:lnTo>
                <a:lnTo>
                  <a:pt x="304630" y="4465"/>
                </a:lnTo>
                <a:lnTo>
                  <a:pt x="303836" y="3934"/>
                </a:lnTo>
                <a:lnTo>
                  <a:pt x="303212" y="3534"/>
                </a:lnTo>
                <a:lnTo>
                  <a:pt x="302775" y="3265"/>
                </a:lnTo>
                <a:lnTo>
                  <a:pt x="302542" y="3127"/>
                </a:lnTo>
                <a:lnTo>
                  <a:pt x="297091" y="0"/>
                </a:lnTo>
                <a:lnTo>
                  <a:pt x="293507" y="5146"/>
                </a:lnTo>
                <a:lnTo>
                  <a:pt x="292952" y="6014"/>
                </a:lnTo>
                <a:lnTo>
                  <a:pt x="292410" y="6889"/>
                </a:lnTo>
                <a:lnTo>
                  <a:pt x="291880" y="7771"/>
                </a:lnTo>
                <a:lnTo>
                  <a:pt x="291364" y="8660"/>
                </a:lnTo>
                <a:lnTo>
                  <a:pt x="290860" y="9555"/>
                </a:lnTo>
                <a:lnTo>
                  <a:pt x="290369" y="10458"/>
                </a:lnTo>
                <a:lnTo>
                  <a:pt x="289891" y="11367"/>
                </a:lnTo>
                <a:lnTo>
                  <a:pt x="289427" y="12282"/>
                </a:lnTo>
                <a:lnTo>
                  <a:pt x="288975" y="13204"/>
                </a:lnTo>
                <a:lnTo>
                  <a:pt x="288537" y="14132"/>
                </a:lnTo>
                <a:lnTo>
                  <a:pt x="288112" y="15066"/>
                </a:lnTo>
                <a:lnTo>
                  <a:pt x="287700" y="16005"/>
                </a:lnTo>
                <a:lnTo>
                  <a:pt x="287301" y="16950"/>
                </a:lnTo>
                <a:lnTo>
                  <a:pt x="286916" y="17901"/>
                </a:lnTo>
                <a:lnTo>
                  <a:pt x="286544" y="18857"/>
                </a:lnTo>
                <a:lnTo>
                  <a:pt x="286186" y="19819"/>
                </a:lnTo>
                <a:lnTo>
                  <a:pt x="285842" y="20785"/>
                </a:lnTo>
                <a:lnTo>
                  <a:pt x="285511" y="21757"/>
                </a:lnTo>
                <a:lnTo>
                  <a:pt x="285194" y="22733"/>
                </a:lnTo>
                <a:lnTo>
                  <a:pt x="284891" y="23714"/>
                </a:lnTo>
                <a:lnTo>
                  <a:pt x="284601" y="24700"/>
                </a:lnTo>
                <a:lnTo>
                  <a:pt x="284326" y="25690"/>
                </a:lnTo>
                <a:lnTo>
                  <a:pt x="284064" y="26684"/>
                </a:lnTo>
                <a:lnTo>
                  <a:pt x="283817" y="27683"/>
                </a:lnTo>
                <a:lnTo>
                  <a:pt x="283393" y="29589"/>
                </a:lnTo>
                <a:lnTo>
                  <a:pt x="283030" y="31485"/>
                </a:lnTo>
                <a:lnTo>
                  <a:pt x="282727" y="33371"/>
                </a:lnTo>
                <a:lnTo>
                  <a:pt x="282485" y="35245"/>
                </a:lnTo>
                <a:lnTo>
                  <a:pt x="282304" y="37108"/>
                </a:lnTo>
                <a:lnTo>
                  <a:pt x="282183" y="38959"/>
                </a:lnTo>
                <a:lnTo>
                  <a:pt x="282122" y="40796"/>
                </a:lnTo>
                <a:lnTo>
                  <a:pt x="282121" y="42621"/>
                </a:lnTo>
                <a:lnTo>
                  <a:pt x="282181" y="44432"/>
                </a:lnTo>
                <a:lnTo>
                  <a:pt x="282300" y="46229"/>
                </a:lnTo>
                <a:lnTo>
                  <a:pt x="282479" y="48011"/>
                </a:lnTo>
                <a:lnTo>
                  <a:pt x="282718" y="49778"/>
                </a:lnTo>
                <a:lnTo>
                  <a:pt x="283016" y="51529"/>
                </a:lnTo>
                <a:lnTo>
                  <a:pt x="283374" y="53264"/>
                </a:lnTo>
                <a:lnTo>
                  <a:pt x="283791" y="54983"/>
                </a:lnTo>
                <a:lnTo>
                  <a:pt x="284267" y="56684"/>
                </a:lnTo>
                <a:lnTo>
                  <a:pt x="284803" y="58367"/>
                </a:lnTo>
                <a:lnTo>
                  <a:pt x="285398" y="60032"/>
                </a:lnTo>
                <a:lnTo>
                  <a:pt x="286051" y="61679"/>
                </a:lnTo>
                <a:lnTo>
                  <a:pt x="286764" y="63306"/>
                </a:lnTo>
                <a:lnTo>
                  <a:pt x="287535" y="64914"/>
                </a:lnTo>
                <a:lnTo>
                  <a:pt x="288365" y="66501"/>
                </a:lnTo>
                <a:lnTo>
                  <a:pt x="289253" y="68068"/>
                </a:lnTo>
                <a:lnTo>
                  <a:pt x="290200" y="69614"/>
                </a:lnTo>
                <a:lnTo>
                  <a:pt x="288993" y="70247"/>
                </a:lnTo>
                <a:lnTo>
                  <a:pt x="287735" y="70840"/>
                </a:lnTo>
                <a:lnTo>
                  <a:pt x="286432" y="71394"/>
                </a:lnTo>
                <a:lnTo>
                  <a:pt x="285094" y="71912"/>
                </a:lnTo>
                <a:lnTo>
                  <a:pt x="283726" y="72392"/>
                </a:lnTo>
                <a:lnTo>
                  <a:pt x="282338" y="72838"/>
                </a:lnTo>
                <a:lnTo>
                  <a:pt x="280937" y="73250"/>
                </a:lnTo>
                <a:lnTo>
                  <a:pt x="279531" y="73630"/>
                </a:lnTo>
                <a:lnTo>
                  <a:pt x="278127" y="73978"/>
                </a:lnTo>
                <a:lnTo>
                  <a:pt x="276733" y="74295"/>
                </a:lnTo>
                <a:lnTo>
                  <a:pt x="275356" y="74584"/>
                </a:lnTo>
                <a:lnTo>
                  <a:pt x="274005" y="74845"/>
                </a:lnTo>
                <a:lnTo>
                  <a:pt x="272688" y="75079"/>
                </a:lnTo>
                <a:lnTo>
                  <a:pt x="271411" y="75288"/>
                </a:lnTo>
                <a:lnTo>
                  <a:pt x="270183" y="75472"/>
                </a:lnTo>
                <a:lnTo>
                  <a:pt x="269011" y="75634"/>
                </a:lnTo>
                <a:lnTo>
                  <a:pt x="267903" y="75773"/>
                </a:lnTo>
                <a:lnTo>
                  <a:pt x="266866" y="75893"/>
                </a:lnTo>
                <a:lnTo>
                  <a:pt x="265910" y="75992"/>
                </a:lnTo>
                <a:lnTo>
                  <a:pt x="265040" y="76074"/>
                </a:lnTo>
                <a:lnTo>
                  <a:pt x="264265" y="76138"/>
                </a:lnTo>
                <a:lnTo>
                  <a:pt x="263593" y="76187"/>
                </a:lnTo>
                <a:lnTo>
                  <a:pt x="263030" y="76221"/>
                </a:lnTo>
                <a:lnTo>
                  <a:pt x="262586" y="76241"/>
                </a:lnTo>
                <a:lnTo>
                  <a:pt x="12176" y="76241"/>
                </a:lnTo>
                <a:lnTo>
                  <a:pt x="11365" y="76269"/>
                </a:lnTo>
                <a:lnTo>
                  <a:pt x="10569" y="76350"/>
                </a:lnTo>
                <a:lnTo>
                  <a:pt x="9789" y="76483"/>
                </a:lnTo>
                <a:lnTo>
                  <a:pt x="9027" y="76664"/>
                </a:lnTo>
                <a:lnTo>
                  <a:pt x="8285" y="76894"/>
                </a:lnTo>
                <a:lnTo>
                  <a:pt x="7565" y="77169"/>
                </a:lnTo>
                <a:lnTo>
                  <a:pt x="6868" y="77489"/>
                </a:lnTo>
                <a:lnTo>
                  <a:pt x="6196" y="77852"/>
                </a:lnTo>
                <a:lnTo>
                  <a:pt x="5551" y="78255"/>
                </a:lnTo>
                <a:lnTo>
                  <a:pt x="4935" y="78697"/>
                </a:lnTo>
                <a:lnTo>
                  <a:pt x="4349" y="79176"/>
                </a:lnTo>
                <a:lnTo>
                  <a:pt x="3795" y="79691"/>
                </a:lnTo>
                <a:lnTo>
                  <a:pt x="3275" y="80240"/>
                </a:lnTo>
                <a:lnTo>
                  <a:pt x="2790" y="80821"/>
                </a:lnTo>
                <a:lnTo>
                  <a:pt x="2343" y="81432"/>
                </a:lnTo>
                <a:lnTo>
                  <a:pt x="1936" y="82072"/>
                </a:lnTo>
                <a:lnTo>
                  <a:pt x="1569" y="82739"/>
                </a:lnTo>
                <a:lnTo>
                  <a:pt x="1244" y="83431"/>
                </a:lnTo>
                <a:lnTo>
                  <a:pt x="964" y="84147"/>
                </a:lnTo>
                <a:lnTo>
                  <a:pt x="731" y="84884"/>
                </a:lnTo>
                <a:lnTo>
                  <a:pt x="545" y="85641"/>
                </a:lnTo>
                <a:lnTo>
                  <a:pt x="409" y="86416"/>
                </a:lnTo>
                <a:lnTo>
                  <a:pt x="324" y="87208"/>
                </a:lnTo>
                <a:lnTo>
                  <a:pt x="292" y="88014"/>
                </a:lnTo>
                <a:lnTo>
                  <a:pt x="276" y="90742"/>
                </a:lnTo>
                <a:lnTo>
                  <a:pt x="302" y="93467"/>
                </a:lnTo>
                <a:lnTo>
                  <a:pt x="370" y="96190"/>
                </a:lnTo>
                <a:lnTo>
                  <a:pt x="479" y="98910"/>
                </a:lnTo>
                <a:lnTo>
                  <a:pt x="630" y="101627"/>
                </a:lnTo>
                <a:lnTo>
                  <a:pt x="822" y="104341"/>
                </a:lnTo>
                <a:lnTo>
                  <a:pt x="1055" y="107050"/>
                </a:lnTo>
                <a:lnTo>
                  <a:pt x="1329" y="109755"/>
                </a:lnTo>
                <a:lnTo>
                  <a:pt x="1645" y="112454"/>
                </a:lnTo>
                <a:lnTo>
                  <a:pt x="2002" y="115148"/>
                </a:lnTo>
                <a:lnTo>
                  <a:pt x="2399" y="117836"/>
                </a:lnTo>
                <a:lnTo>
                  <a:pt x="2838" y="120518"/>
                </a:lnTo>
                <a:lnTo>
                  <a:pt x="3317" y="123193"/>
                </a:lnTo>
                <a:lnTo>
                  <a:pt x="3837" y="125860"/>
                </a:lnTo>
                <a:lnTo>
                  <a:pt x="4398" y="128520"/>
                </a:lnTo>
                <a:lnTo>
                  <a:pt x="4999" y="131171"/>
                </a:lnTo>
                <a:lnTo>
                  <a:pt x="5640" y="133813"/>
                </a:lnTo>
                <a:lnTo>
                  <a:pt x="6322" y="136446"/>
                </a:lnTo>
                <a:lnTo>
                  <a:pt x="7045" y="139070"/>
                </a:lnTo>
                <a:lnTo>
                  <a:pt x="7808" y="141683"/>
                </a:lnTo>
                <a:lnTo>
                  <a:pt x="8610" y="144286"/>
                </a:lnTo>
                <a:lnTo>
                  <a:pt x="9453" y="146878"/>
                </a:lnTo>
                <a:lnTo>
                  <a:pt x="10336" y="149458"/>
                </a:lnTo>
                <a:lnTo>
                  <a:pt x="11259" y="152026"/>
                </a:lnTo>
                <a:lnTo>
                  <a:pt x="12359" y="154808"/>
                </a:lnTo>
                <a:lnTo>
                  <a:pt x="13503" y="157528"/>
                </a:lnTo>
                <a:lnTo>
                  <a:pt x="14690" y="160186"/>
                </a:lnTo>
                <a:lnTo>
                  <a:pt x="15921" y="162782"/>
                </a:lnTo>
                <a:lnTo>
                  <a:pt x="17195" y="165315"/>
                </a:lnTo>
                <a:lnTo>
                  <a:pt x="18512" y="167785"/>
                </a:lnTo>
                <a:lnTo>
                  <a:pt x="19872" y="170192"/>
                </a:lnTo>
                <a:lnTo>
                  <a:pt x="21275" y="172536"/>
                </a:lnTo>
                <a:lnTo>
                  <a:pt x="22720" y="174816"/>
                </a:lnTo>
                <a:lnTo>
                  <a:pt x="24208" y="177032"/>
                </a:lnTo>
                <a:lnTo>
                  <a:pt x="25738" y="179185"/>
                </a:lnTo>
                <a:lnTo>
                  <a:pt x="27311" y="181274"/>
                </a:lnTo>
                <a:lnTo>
                  <a:pt x="28925" y="183298"/>
                </a:lnTo>
                <a:lnTo>
                  <a:pt x="30581" y="185257"/>
                </a:lnTo>
                <a:lnTo>
                  <a:pt x="32279" y="187152"/>
                </a:lnTo>
                <a:lnTo>
                  <a:pt x="34019" y="188982"/>
                </a:lnTo>
                <a:lnTo>
                  <a:pt x="35800" y="190746"/>
                </a:lnTo>
                <a:lnTo>
                  <a:pt x="37622" y="192445"/>
                </a:lnTo>
                <a:lnTo>
                  <a:pt x="39486" y="194078"/>
                </a:lnTo>
                <a:lnTo>
                  <a:pt x="41390" y="195646"/>
                </a:lnTo>
                <a:lnTo>
                  <a:pt x="43336" y="197147"/>
                </a:lnTo>
                <a:lnTo>
                  <a:pt x="45322" y="198582"/>
                </a:lnTo>
                <a:lnTo>
                  <a:pt x="47348" y="199950"/>
                </a:lnTo>
                <a:lnTo>
                  <a:pt x="49415" y="201252"/>
                </a:lnTo>
                <a:lnTo>
                  <a:pt x="51814" y="202651"/>
                </a:lnTo>
                <a:lnTo>
                  <a:pt x="54332" y="203999"/>
                </a:lnTo>
                <a:lnTo>
                  <a:pt x="56964" y="205294"/>
                </a:lnTo>
                <a:lnTo>
                  <a:pt x="59709" y="206536"/>
                </a:lnTo>
                <a:lnTo>
                  <a:pt x="62561" y="207725"/>
                </a:lnTo>
                <a:lnTo>
                  <a:pt x="65519" y="208859"/>
                </a:lnTo>
                <a:lnTo>
                  <a:pt x="68579" y="209938"/>
                </a:lnTo>
                <a:lnTo>
                  <a:pt x="71738" y="210962"/>
                </a:lnTo>
                <a:lnTo>
                  <a:pt x="74992" y="211928"/>
                </a:lnTo>
                <a:lnTo>
                  <a:pt x="78337" y="212838"/>
                </a:lnTo>
                <a:lnTo>
                  <a:pt x="81772" y="213689"/>
                </a:lnTo>
                <a:lnTo>
                  <a:pt x="85291" y="214482"/>
                </a:lnTo>
                <a:lnTo>
                  <a:pt x="88893" y="215216"/>
                </a:lnTo>
                <a:lnTo>
                  <a:pt x="92574" y="215889"/>
                </a:lnTo>
                <a:lnTo>
                  <a:pt x="96329" y="216502"/>
                </a:lnTo>
                <a:lnTo>
                  <a:pt x="100157" y="217053"/>
                </a:lnTo>
                <a:lnTo>
                  <a:pt x="104054" y="217542"/>
                </a:lnTo>
                <a:lnTo>
                  <a:pt x="108016" y="217968"/>
                </a:lnTo>
                <a:lnTo>
                  <a:pt x="112040" y="218331"/>
                </a:lnTo>
                <a:lnTo>
                  <a:pt x="116123" y="218629"/>
                </a:lnTo>
                <a:lnTo>
                  <a:pt x="120262" y="218862"/>
                </a:lnTo>
                <a:lnTo>
                  <a:pt x="124453" y="219029"/>
                </a:lnTo>
                <a:lnTo>
                  <a:pt x="128693" y="219130"/>
                </a:lnTo>
                <a:lnTo>
                  <a:pt x="132978" y="219164"/>
                </a:lnTo>
                <a:lnTo>
                  <a:pt x="134923" y="219162"/>
                </a:lnTo>
                <a:lnTo>
                  <a:pt x="136869" y="219146"/>
                </a:lnTo>
                <a:lnTo>
                  <a:pt x="138813" y="219114"/>
                </a:lnTo>
                <a:lnTo>
                  <a:pt x="140757" y="219067"/>
                </a:lnTo>
                <a:lnTo>
                  <a:pt x="142701" y="219006"/>
                </a:lnTo>
                <a:lnTo>
                  <a:pt x="144644" y="218929"/>
                </a:lnTo>
                <a:lnTo>
                  <a:pt x="146585" y="218837"/>
                </a:lnTo>
                <a:lnTo>
                  <a:pt x="148526" y="218730"/>
                </a:lnTo>
                <a:lnTo>
                  <a:pt x="150466" y="218608"/>
                </a:lnTo>
                <a:lnTo>
                  <a:pt x="152405" y="218471"/>
                </a:lnTo>
                <a:lnTo>
                  <a:pt x="154343" y="218319"/>
                </a:lnTo>
                <a:lnTo>
                  <a:pt x="156279" y="218152"/>
                </a:lnTo>
                <a:lnTo>
                  <a:pt x="158214" y="217970"/>
                </a:lnTo>
                <a:lnTo>
                  <a:pt x="160148" y="217773"/>
                </a:lnTo>
                <a:lnTo>
                  <a:pt x="162080" y="217561"/>
                </a:lnTo>
                <a:lnTo>
                  <a:pt x="164010" y="217334"/>
                </a:lnTo>
                <a:lnTo>
                  <a:pt x="165939" y="217092"/>
                </a:lnTo>
                <a:lnTo>
                  <a:pt x="167866" y="216835"/>
                </a:lnTo>
                <a:lnTo>
                  <a:pt x="169791" y="216563"/>
                </a:lnTo>
                <a:lnTo>
                  <a:pt x="171714" y="216276"/>
                </a:lnTo>
                <a:lnTo>
                  <a:pt x="173635" y="215974"/>
                </a:lnTo>
                <a:lnTo>
                  <a:pt x="175553" y="215657"/>
                </a:lnTo>
                <a:lnTo>
                  <a:pt x="177470" y="215326"/>
                </a:lnTo>
                <a:lnTo>
                  <a:pt x="179384" y="214979"/>
                </a:lnTo>
                <a:lnTo>
                  <a:pt x="182039" y="214475"/>
                </a:lnTo>
                <a:lnTo>
                  <a:pt x="184685" y="213935"/>
                </a:lnTo>
                <a:lnTo>
                  <a:pt x="187322" y="213358"/>
                </a:lnTo>
                <a:lnTo>
                  <a:pt x="189950" y="212745"/>
                </a:lnTo>
                <a:lnTo>
                  <a:pt x="192568" y="212096"/>
                </a:lnTo>
                <a:lnTo>
                  <a:pt x="195175" y="211411"/>
                </a:lnTo>
                <a:lnTo>
                  <a:pt x="197772" y="210690"/>
                </a:lnTo>
                <a:lnTo>
                  <a:pt x="200358" y="209934"/>
                </a:lnTo>
                <a:lnTo>
                  <a:pt x="202933" y="209142"/>
                </a:lnTo>
                <a:lnTo>
                  <a:pt x="205496" y="208315"/>
                </a:lnTo>
                <a:lnTo>
                  <a:pt x="208047" y="207453"/>
                </a:lnTo>
                <a:lnTo>
                  <a:pt x="210586" y="206555"/>
                </a:lnTo>
                <a:lnTo>
                  <a:pt x="213112" y="205622"/>
                </a:lnTo>
                <a:lnTo>
                  <a:pt x="215625" y="204655"/>
                </a:lnTo>
                <a:lnTo>
                  <a:pt x="218124" y="203653"/>
                </a:lnTo>
                <a:lnTo>
                  <a:pt x="220609" y="202616"/>
                </a:lnTo>
                <a:lnTo>
                  <a:pt x="223080" y="201545"/>
                </a:lnTo>
                <a:lnTo>
                  <a:pt x="225537" y="200440"/>
                </a:lnTo>
                <a:lnTo>
                  <a:pt x="227978" y="199300"/>
                </a:lnTo>
                <a:lnTo>
                  <a:pt x="230405" y="198126"/>
                </a:lnTo>
                <a:lnTo>
                  <a:pt x="232815" y="196918"/>
                </a:lnTo>
                <a:lnTo>
                  <a:pt x="235209" y="195677"/>
                </a:lnTo>
                <a:lnTo>
                  <a:pt x="237587" y="194402"/>
                </a:lnTo>
                <a:lnTo>
                  <a:pt x="239948" y="193093"/>
                </a:lnTo>
                <a:lnTo>
                  <a:pt x="241879" y="191964"/>
                </a:lnTo>
                <a:lnTo>
                  <a:pt x="243793" y="190809"/>
                </a:lnTo>
                <a:lnTo>
                  <a:pt x="245690" y="189630"/>
                </a:lnTo>
                <a:lnTo>
                  <a:pt x="247571" y="188426"/>
                </a:lnTo>
                <a:lnTo>
                  <a:pt x="249434" y="187197"/>
                </a:lnTo>
                <a:lnTo>
                  <a:pt x="251280" y="185944"/>
                </a:lnTo>
                <a:lnTo>
                  <a:pt x="253109" y="184667"/>
                </a:lnTo>
                <a:lnTo>
                  <a:pt x="254919" y="183365"/>
                </a:lnTo>
                <a:lnTo>
                  <a:pt x="256712" y="182040"/>
                </a:lnTo>
                <a:lnTo>
                  <a:pt x="258486" y="180691"/>
                </a:lnTo>
                <a:lnTo>
                  <a:pt x="260242" y="179319"/>
                </a:lnTo>
                <a:lnTo>
                  <a:pt x="261980" y="177924"/>
                </a:lnTo>
                <a:lnTo>
                  <a:pt x="263698" y="176505"/>
                </a:lnTo>
                <a:lnTo>
                  <a:pt x="265397" y="175064"/>
                </a:lnTo>
                <a:lnTo>
                  <a:pt x="267076" y="173600"/>
                </a:lnTo>
                <a:lnTo>
                  <a:pt x="268736" y="172113"/>
                </a:lnTo>
                <a:lnTo>
                  <a:pt x="270376" y="170604"/>
                </a:lnTo>
                <a:lnTo>
                  <a:pt x="271996" y="169073"/>
                </a:lnTo>
                <a:lnTo>
                  <a:pt x="273596" y="167521"/>
                </a:lnTo>
                <a:lnTo>
                  <a:pt x="275175" y="165946"/>
                </a:lnTo>
                <a:lnTo>
                  <a:pt x="276733" y="164350"/>
                </a:lnTo>
                <a:lnTo>
                  <a:pt x="278270" y="162733"/>
                </a:lnTo>
                <a:lnTo>
                  <a:pt x="279786" y="161094"/>
                </a:lnTo>
                <a:lnTo>
                  <a:pt x="281280" y="159435"/>
                </a:lnTo>
                <a:lnTo>
                  <a:pt x="283718" y="156629"/>
                </a:lnTo>
                <a:lnTo>
                  <a:pt x="286075" y="153800"/>
                </a:lnTo>
                <a:lnTo>
                  <a:pt x="288353" y="150948"/>
                </a:lnTo>
                <a:lnTo>
                  <a:pt x="290554" y="148077"/>
                </a:lnTo>
                <a:lnTo>
                  <a:pt x="292680" y="145189"/>
                </a:lnTo>
                <a:lnTo>
                  <a:pt x="294733" y="142285"/>
                </a:lnTo>
                <a:lnTo>
                  <a:pt x="296716" y="139369"/>
                </a:lnTo>
                <a:lnTo>
                  <a:pt x="298631" y="136443"/>
                </a:lnTo>
                <a:lnTo>
                  <a:pt x="300479" y="133509"/>
                </a:lnTo>
                <a:lnTo>
                  <a:pt x="302263" y="130569"/>
                </a:lnTo>
                <a:lnTo>
                  <a:pt x="303985" y="127625"/>
                </a:lnTo>
                <a:lnTo>
                  <a:pt x="305647" y="124681"/>
                </a:lnTo>
                <a:lnTo>
                  <a:pt x="307252" y="121738"/>
                </a:lnTo>
                <a:lnTo>
                  <a:pt x="308802" y="118798"/>
                </a:lnTo>
                <a:lnTo>
                  <a:pt x="310298" y="115864"/>
                </a:lnTo>
                <a:lnTo>
                  <a:pt x="311743" y="112938"/>
                </a:lnTo>
                <a:lnTo>
                  <a:pt x="313140" y="110022"/>
                </a:lnTo>
                <a:lnTo>
                  <a:pt x="314489" y="107119"/>
                </a:lnTo>
                <a:lnTo>
                  <a:pt x="315794" y="104232"/>
                </a:lnTo>
                <a:lnTo>
                  <a:pt x="317057" y="101361"/>
                </a:lnTo>
                <a:lnTo>
                  <a:pt x="318279" y="98510"/>
                </a:lnTo>
                <a:lnTo>
                  <a:pt x="319464" y="95681"/>
                </a:lnTo>
                <a:lnTo>
                  <a:pt x="320612" y="92877"/>
                </a:lnTo>
                <a:lnTo>
                  <a:pt x="321727" y="90098"/>
                </a:lnTo>
                <a:lnTo>
                  <a:pt x="325230" y="90098"/>
                </a:lnTo>
                <a:lnTo>
                  <a:pt x="327902" y="90054"/>
                </a:lnTo>
                <a:lnTo>
                  <a:pt x="330488" y="89924"/>
                </a:lnTo>
                <a:lnTo>
                  <a:pt x="332988" y="89713"/>
                </a:lnTo>
                <a:lnTo>
                  <a:pt x="335405" y="89424"/>
                </a:lnTo>
                <a:lnTo>
                  <a:pt x="337739" y="89063"/>
                </a:lnTo>
                <a:lnTo>
                  <a:pt x="339990" y="88634"/>
                </a:lnTo>
                <a:lnTo>
                  <a:pt x="342161" y="88141"/>
                </a:lnTo>
                <a:lnTo>
                  <a:pt x="344252" y="87588"/>
                </a:lnTo>
                <a:lnTo>
                  <a:pt x="346264" y="86980"/>
                </a:lnTo>
                <a:lnTo>
                  <a:pt x="348198" y="86322"/>
                </a:lnTo>
                <a:lnTo>
                  <a:pt x="350055" y="85616"/>
                </a:lnTo>
                <a:lnTo>
                  <a:pt x="351836" y="84869"/>
                </a:lnTo>
                <a:lnTo>
                  <a:pt x="353543" y="84084"/>
                </a:lnTo>
                <a:lnTo>
                  <a:pt x="355176" y="83266"/>
                </a:lnTo>
                <a:lnTo>
                  <a:pt x="356736" y="82418"/>
                </a:lnTo>
                <a:lnTo>
                  <a:pt x="358224" y="81546"/>
                </a:lnTo>
                <a:lnTo>
                  <a:pt x="359642" y="80654"/>
                </a:lnTo>
                <a:lnTo>
                  <a:pt x="360990" y="79746"/>
                </a:lnTo>
                <a:lnTo>
                  <a:pt x="362270" y="78826"/>
                </a:lnTo>
                <a:lnTo>
                  <a:pt x="363482" y="77899"/>
                </a:lnTo>
                <a:lnTo>
                  <a:pt x="364628" y="76969"/>
                </a:lnTo>
                <a:lnTo>
                  <a:pt x="365708" y="76040"/>
                </a:lnTo>
                <a:lnTo>
                  <a:pt x="366723" y="75118"/>
                </a:lnTo>
                <a:lnTo>
                  <a:pt x="367676" y="74205"/>
                </a:lnTo>
                <a:lnTo>
                  <a:pt x="368282" y="73623"/>
                </a:lnTo>
                <a:lnTo>
                  <a:pt x="368877" y="73029"/>
                </a:lnTo>
                <a:lnTo>
                  <a:pt x="369460" y="72426"/>
                </a:lnTo>
                <a:lnTo>
                  <a:pt x="370032" y="71813"/>
                </a:lnTo>
                <a:lnTo>
                  <a:pt x="370592" y="71189"/>
                </a:lnTo>
                <a:lnTo>
                  <a:pt x="371141" y="70556"/>
                </a:lnTo>
                <a:lnTo>
                  <a:pt x="371678" y="69914"/>
                </a:lnTo>
                <a:lnTo>
                  <a:pt x="372202" y="69262"/>
                </a:lnTo>
                <a:lnTo>
                  <a:pt x="372715" y="68602"/>
                </a:lnTo>
                <a:lnTo>
                  <a:pt x="373215" y="67932"/>
                </a:lnTo>
                <a:lnTo>
                  <a:pt x="373703" y="67253"/>
                </a:lnTo>
                <a:lnTo>
                  <a:pt x="374179" y="66566"/>
                </a:lnTo>
                <a:lnTo>
                  <a:pt x="374642" y="65871"/>
                </a:lnTo>
                <a:lnTo>
                  <a:pt x="375092" y="65167"/>
                </a:lnTo>
                <a:lnTo>
                  <a:pt x="375529" y="64455"/>
                </a:lnTo>
                <a:lnTo>
                  <a:pt x="375954" y="63735"/>
                </a:lnTo>
                <a:lnTo>
                  <a:pt x="376365" y="63007"/>
                </a:lnTo>
                <a:lnTo>
                  <a:pt x="376763" y="62272"/>
                </a:lnTo>
                <a:lnTo>
                  <a:pt x="377148" y="61529"/>
                </a:lnTo>
                <a:lnTo>
                  <a:pt x="377520" y="60779"/>
                </a:lnTo>
                <a:lnTo>
                  <a:pt x="377878" y="60022"/>
                </a:lnTo>
                <a:lnTo>
                  <a:pt x="378222" y="59258"/>
                </a:lnTo>
                <a:lnTo>
                  <a:pt x="378553" y="58487"/>
                </a:lnTo>
                <a:lnTo>
                  <a:pt x="378870" y="57710"/>
                </a:lnTo>
                <a:lnTo>
                  <a:pt x="380425" y="53183"/>
                </a:lnTo>
                <a:lnTo>
                  <a:pt x="376678" y="50236"/>
                </a:lnTo>
                <a:lnTo>
                  <a:pt x="376504" y="50102"/>
                </a:lnTo>
                <a:close/>
                <a:moveTo>
                  <a:pt x="1021364" y="178611"/>
                </a:moveTo>
                <a:lnTo>
                  <a:pt x="1021461" y="178584"/>
                </a:lnTo>
                <a:lnTo>
                  <a:pt x="1021556" y="178552"/>
                </a:lnTo>
                <a:lnTo>
                  <a:pt x="1021649" y="178515"/>
                </a:lnTo>
                <a:lnTo>
                  <a:pt x="1021739" y="178474"/>
                </a:lnTo>
                <a:lnTo>
                  <a:pt x="1021825" y="178428"/>
                </a:lnTo>
                <a:lnTo>
                  <a:pt x="1021910" y="178377"/>
                </a:lnTo>
                <a:lnTo>
                  <a:pt x="1021991" y="178323"/>
                </a:lnTo>
                <a:lnTo>
                  <a:pt x="1022068" y="178264"/>
                </a:lnTo>
                <a:lnTo>
                  <a:pt x="1022143" y="178202"/>
                </a:lnTo>
                <a:lnTo>
                  <a:pt x="1022214" y="178135"/>
                </a:lnTo>
                <a:lnTo>
                  <a:pt x="1022281" y="178065"/>
                </a:lnTo>
                <a:lnTo>
                  <a:pt x="1022345" y="177992"/>
                </a:lnTo>
                <a:lnTo>
                  <a:pt x="1022404" y="177916"/>
                </a:lnTo>
                <a:lnTo>
                  <a:pt x="1022460" y="177836"/>
                </a:lnTo>
                <a:lnTo>
                  <a:pt x="1022511" y="177753"/>
                </a:lnTo>
                <a:lnTo>
                  <a:pt x="1022558" y="177668"/>
                </a:lnTo>
                <a:lnTo>
                  <a:pt x="1022601" y="177580"/>
                </a:lnTo>
                <a:lnTo>
                  <a:pt x="1022639" y="177490"/>
                </a:lnTo>
                <a:lnTo>
                  <a:pt x="1022672" y="177397"/>
                </a:lnTo>
                <a:lnTo>
                  <a:pt x="1022701" y="177302"/>
                </a:lnTo>
                <a:lnTo>
                  <a:pt x="1022724" y="177205"/>
                </a:lnTo>
                <a:lnTo>
                  <a:pt x="1022742" y="177106"/>
                </a:lnTo>
                <a:lnTo>
                  <a:pt x="1022755" y="177005"/>
                </a:lnTo>
                <a:lnTo>
                  <a:pt x="1022757" y="176928"/>
                </a:lnTo>
                <a:lnTo>
                  <a:pt x="1022757" y="176850"/>
                </a:lnTo>
                <a:lnTo>
                  <a:pt x="1022753" y="176774"/>
                </a:lnTo>
                <a:lnTo>
                  <a:pt x="1022746" y="176697"/>
                </a:lnTo>
                <a:lnTo>
                  <a:pt x="1022737" y="176621"/>
                </a:lnTo>
                <a:lnTo>
                  <a:pt x="1022725" y="176546"/>
                </a:lnTo>
                <a:lnTo>
                  <a:pt x="1022709" y="176471"/>
                </a:lnTo>
                <a:lnTo>
                  <a:pt x="1022691" y="176397"/>
                </a:lnTo>
                <a:lnTo>
                  <a:pt x="1022671" y="176324"/>
                </a:lnTo>
                <a:lnTo>
                  <a:pt x="1022647" y="176252"/>
                </a:lnTo>
                <a:lnTo>
                  <a:pt x="1022621" y="176180"/>
                </a:lnTo>
                <a:lnTo>
                  <a:pt x="1022592" y="176110"/>
                </a:lnTo>
                <a:lnTo>
                  <a:pt x="1022560" y="176041"/>
                </a:lnTo>
                <a:lnTo>
                  <a:pt x="1022526" y="175973"/>
                </a:lnTo>
                <a:lnTo>
                  <a:pt x="1022490" y="175907"/>
                </a:lnTo>
                <a:lnTo>
                  <a:pt x="1022450" y="175841"/>
                </a:lnTo>
                <a:lnTo>
                  <a:pt x="1022409" y="175778"/>
                </a:lnTo>
                <a:lnTo>
                  <a:pt x="1022365" y="175715"/>
                </a:lnTo>
                <a:lnTo>
                  <a:pt x="1022318" y="175654"/>
                </a:lnTo>
                <a:lnTo>
                  <a:pt x="1022269" y="175595"/>
                </a:lnTo>
                <a:lnTo>
                  <a:pt x="1022218" y="175538"/>
                </a:lnTo>
                <a:lnTo>
                  <a:pt x="1022164" y="175482"/>
                </a:lnTo>
                <a:lnTo>
                  <a:pt x="1022108" y="175429"/>
                </a:lnTo>
                <a:lnTo>
                  <a:pt x="1022050" y="175377"/>
                </a:lnTo>
                <a:lnTo>
                  <a:pt x="1021954" y="175328"/>
                </a:lnTo>
                <a:lnTo>
                  <a:pt x="1021857" y="175280"/>
                </a:lnTo>
                <a:lnTo>
                  <a:pt x="1021758" y="175236"/>
                </a:lnTo>
                <a:lnTo>
                  <a:pt x="1021659" y="175193"/>
                </a:lnTo>
                <a:lnTo>
                  <a:pt x="1021559" y="175153"/>
                </a:lnTo>
                <a:lnTo>
                  <a:pt x="1021458" y="175116"/>
                </a:lnTo>
                <a:lnTo>
                  <a:pt x="1021356" y="175080"/>
                </a:lnTo>
                <a:lnTo>
                  <a:pt x="1021253" y="175048"/>
                </a:lnTo>
                <a:lnTo>
                  <a:pt x="1021150" y="175017"/>
                </a:lnTo>
                <a:lnTo>
                  <a:pt x="1021046" y="174989"/>
                </a:lnTo>
                <a:lnTo>
                  <a:pt x="1020941" y="174964"/>
                </a:lnTo>
                <a:lnTo>
                  <a:pt x="1020836" y="174940"/>
                </a:lnTo>
                <a:lnTo>
                  <a:pt x="1020730" y="174920"/>
                </a:lnTo>
                <a:lnTo>
                  <a:pt x="1020624" y="174902"/>
                </a:lnTo>
                <a:lnTo>
                  <a:pt x="1020518" y="174886"/>
                </a:lnTo>
                <a:lnTo>
                  <a:pt x="1020411" y="174872"/>
                </a:lnTo>
                <a:lnTo>
                  <a:pt x="1020304" y="174862"/>
                </a:lnTo>
                <a:lnTo>
                  <a:pt x="1020196" y="174853"/>
                </a:lnTo>
                <a:lnTo>
                  <a:pt x="1020088" y="174848"/>
                </a:lnTo>
                <a:lnTo>
                  <a:pt x="1019980" y="174844"/>
                </a:lnTo>
                <a:lnTo>
                  <a:pt x="1019872" y="174843"/>
                </a:lnTo>
                <a:lnTo>
                  <a:pt x="1019764" y="174845"/>
                </a:lnTo>
                <a:lnTo>
                  <a:pt x="1019655" y="174849"/>
                </a:lnTo>
                <a:lnTo>
                  <a:pt x="1019547" y="174856"/>
                </a:lnTo>
                <a:lnTo>
                  <a:pt x="1019431" y="174855"/>
                </a:lnTo>
                <a:lnTo>
                  <a:pt x="1019315" y="174855"/>
                </a:lnTo>
                <a:lnTo>
                  <a:pt x="1019199" y="174856"/>
                </a:lnTo>
                <a:lnTo>
                  <a:pt x="1019083" y="174857"/>
                </a:lnTo>
                <a:lnTo>
                  <a:pt x="1018967" y="174860"/>
                </a:lnTo>
                <a:lnTo>
                  <a:pt x="1018851" y="174863"/>
                </a:lnTo>
                <a:lnTo>
                  <a:pt x="1018735" y="174868"/>
                </a:lnTo>
                <a:lnTo>
                  <a:pt x="1018620" y="174873"/>
                </a:lnTo>
                <a:lnTo>
                  <a:pt x="1018504" y="174879"/>
                </a:lnTo>
                <a:lnTo>
                  <a:pt x="1018388" y="174887"/>
                </a:lnTo>
                <a:lnTo>
                  <a:pt x="1018273" y="174895"/>
                </a:lnTo>
                <a:lnTo>
                  <a:pt x="1018157" y="174904"/>
                </a:lnTo>
                <a:lnTo>
                  <a:pt x="1018042" y="174914"/>
                </a:lnTo>
                <a:lnTo>
                  <a:pt x="1017926" y="174925"/>
                </a:lnTo>
                <a:lnTo>
                  <a:pt x="1017811" y="174936"/>
                </a:lnTo>
                <a:lnTo>
                  <a:pt x="1017696" y="174949"/>
                </a:lnTo>
                <a:lnTo>
                  <a:pt x="1017581" y="174963"/>
                </a:lnTo>
                <a:lnTo>
                  <a:pt x="1017466" y="174977"/>
                </a:lnTo>
                <a:lnTo>
                  <a:pt x="1017351" y="174993"/>
                </a:lnTo>
                <a:lnTo>
                  <a:pt x="1017237" y="175009"/>
                </a:lnTo>
                <a:lnTo>
                  <a:pt x="1017122" y="175027"/>
                </a:lnTo>
                <a:lnTo>
                  <a:pt x="1017008" y="175045"/>
                </a:lnTo>
                <a:lnTo>
                  <a:pt x="1016893" y="175064"/>
                </a:lnTo>
                <a:lnTo>
                  <a:pt x="1016779" y="175084"/>
                </a:lnTo>
                <a:lnTo>
                  <a:pt x="1016779" y="182249"/>
                </a:lnTo>
                <a:lnTo>
                  <a:pt x="1018416" y="182249"/>
                </a:lnTo>
                <a:lnTo>
                  <a:pt x="1018416" y="179367"/>
                </a:lnTo>
                <a:lnTo>
                  <a:pt x="1019204" y="179367"/>
                </a:lnTo>
                <a:lnTo>
                  <a:pt x="1019318" y="179369"/>
                </a:lnTo>
                <a:lnTo>
                  <a:pt x="1019427" y="179374"/>
                </a:lnTo>
                <a:lnTo>
                  <a:pt x="1019530" y="179383"/>
                </a:lnTo>
                <a:lnTo>
                  <a:pt x="1019629" y="179396"/>
                </a:lnTo>
                <a:lnTo>
                  <a:pt x="1019723" y="179412"/>
                </a:lnTo>
                <a:lnTo>
                  <a:pt x="1019812" y="179433"/>
                </a:lnTo>
                <a:lnTo>
                  <a:pt x="1019896" y="179457"/>
                </a:lnTo>
                <a:lnTo>
                  <a:pt x="1019976" y="179485"/>
                </a:lnTo>
                <a:lnTo>
                  <a:pt x="1020051" y="179517"/>
                </a:lnTo>
                <a:lnTo>
                  <a:pt x="1020122" y="179553"/>
                </a:lnTo>
                <a:lnTo>
                  <a:pt x="1020188" y="179593"/>
                </a:lnTo>
                <a:lnTo>
                  <a:pt x="1020250" y="179638"/>
                </a:lnTo>
                <a:lnTo>
                  <a:pt x="1020309" y="179686"/>
                </a:lnTo>
                <a:lnTo>
                  <a:pt x="1020363" y="179739"/>
                </a:lnTo>
                <a:lnTo>
                  <a:pt x="1020413" y="179796"/>
                </a:lnTo>
                <a:lnTo>
                  <a:pt x="1020460" y="179857"/>
                </a:lnTo>
                <a:lnTo>
                  <a:pt x="1020503" y="179922"/>
                </a:lnTo>
                <a:lnTo>
                  <a:pt x="1020543" y="179992"/>
                </a:lnTo>
                <a:lnTo>
                  <a:pt x="1020579" y="180067"/>
                </a:lnTo>
                <a:lnTo>
                  <a:pt x="1020611" y="180146"/>
                </a:lnTo>
                <a:lnTo>
                  <a:pt x="1020640" y="180229"/>
                </a:lnTo>
                <a:lnTo>
                  <a:pt x="1020667" y="180317"/>
                </a:lnTo>
                <a:lnTo>
                  <a:pt x="1020690" y="180410"/>
                </a:lnTo>
                <a:lnTo>
                  <a:pt x="1020710" y="180507"/>
                </a:lnTo>
                <a:lnTo>
                  <a:pt x="1020722" y="180583"/>
                </a:lnTo>
                <a:lnTo>
                  <a:pt x="1020736" y="180658"/>
                </a:lnTo>
                <a:lnTo>
                  <a:pt x="1020750" y="180733"/>
                </a:lnTo>
                <a:lnTo>
                  <a:pt x="1020766" y="180808"/>
                </a:lnTo>
                <a:lnTo>
                  <a:pt x="1020782" y="180883"/>
                </a:lnTo>
                <a:lnTo>
                  <a:pt x="1020799" y="180957"/>
                </a:lnTo>
                <a:lnTo>
                  <a:pt x="1020817" y="181031"/>
                </a:lnTo>
                <a:lnTo>
                  <a:pt x="1020836" y="181105"/>
                </a:lnTo>
                <a:lnTo>
                  <a:pt x="1020856" y="181179"/>
                </a:lnTo>
                <a:lnTo>
                  <a:pt x="1020877" y="181253"/>
                </a:lnTo>
                <a:lnTo>
                  <a:pt x="1020899" y="181326"/>
                </a:lnTo>
                <a:lnTo>
                  <a:pt x="1020922" y="181399"/>
                </a:lnTo>
                <a:lnTo>
                  <a:pt x="1020945" y="181471"/>
                </a:lnTo>
                <a:lnTo>
                  <a:pt x="1020970" y="181544"/>
                </a:lnTo>
                <a:lnTo>
                  <a:pt x="1020995" y="181616"/>
                </a:lnTo>
                <a:lnTo>
                  <a:pt x="1021022" y="181688"/>
                </a:lnTo>
                <a:lnTo>
                  <a:pt x="1021049" y="181759"/>
                </a:lnTo>
                <a:lnTo>
                  <a:pt x="1021077" y="181830"/>
                </a:lnTo>
                <a:lnTo>
                  <a:pt x="1021106" y="181901"/>
                </a:lnTo>
                <a:lnTo>
                  <a:pt x="1021136" y="181971"/>
                </a:lnTo>
                <a:lnTo>
                  <a:pt x="1021167" y="182041"/>
                </a:lnTo>
                <a:lnTo>
                  <a:pt x="1021199" y="182111"/>
                </a:lnTo>
                <a:lnTo>
                  <a:pt x="1021231" y="182180"/>
                </a:lnTo>
                <a:lnTo>
                  <a:pt x="1021265" y="182249"/>
                </a:lnTo>
                <a:lnTo>
                  <a:pt x="1023082" y="182249"/>
                </a:lnTo>
                <a:lnTo>
                  <a:pt x="1023048" y="182179"/>
                </a:lnTo>
                <a:lnTo>
                  <a:pt x="1023014" y="182108"/>
                </a:lnTo>
                <a:lnTo>
                  <a:pt x="1022981" y="182037"/>
                </a:lnTo>
                <a:lnTo>
                  <a:pt x="1022950" y="181965"/>
                </a:lnTo>
                <a:lnTo>
                  <a:pt x="1022919" y="181893"/>
                </a:lnTo>
                <a:lnTo>
                  <a:pt x="1022890" y="181820"/>
                </a:lnTo>
                <a:lnTo>
                  <a:pt x="1022862" y="181747"/>
                </a:lnTo>
                <a:lnTo>
                  <a:pt x="1022834" y="181674"/>
                </a:lnTo>
                <a:lnTo>
                  <a:pt x="1022808" y="181600"/>
                </a:lnTo>
                <a:lnTo>
                  <a:pt x="1022783" y="181526"/>
                </a:lnTo>
                <a:lnTo>
                  <a:pt x="1022758" y="181451"/>
                </a:lnTo>
                <a:lnTo>
                  <a:pt x="1022735" y="181377"/>
                </a:lnTo>
                <a:lnTo>
                  <a:pt x="1022713" y="181302"/>
                </a:lnTo>
                <a:lnTo>
                  <a:pt x="1022692" y="181226"/>
                </a:lnTo>
                <a:lnTo>
                  <a:pt x="1022672" y="181151"/>
                </a:lnTo>
                <a:lnTo>
                  <a:pt x="1022654" y="181075"/>
                </a:lnTo>
                <a:lnTo>
                  <a:pt x="1022636" y="180998"/>
                </a:lnTo>
                <a:lnTo>
                  <a:pt x="1022619" y="180922"/>
                </a:lnTo>
                <a:lnTo>
                  <a:pt x="1022604" y="180845"/>
                </a:lnTo>
                <a:lnTo>
                  <a:pt x="1022589" y="180768"/>
                </a:lnTo>
                <a:lnTo>
                  <a:pt x="1022576" y="180691"/>
                </a:lnTo>
                <a:lnTo>
                  <a:pt x="1022564" y="180613"/>
                </a:lnTo>
                <a:lnTo>
                  <a:pt x="1022553" y="180536"/>
                </a:lnTo>
                <a:lnTo>
                  <a:pt x="1022543" y="180458"/>
                </a:lnTo>
                <a:lnTo>
                  <a:pt x="1022531" y="180361"/>
                </a:lnTo>
                <a:lnTo>
                  <a:pt x="1022515" y="180265"/>
                </a:lnTo>
                <a:lnTo>
                  <a:pt x="1022495" y="180171"/>
                </a:lnTo>
                <a:lnTo>
                  <a:pt x="1022471" y="180078"/>
                </a:lnTo>
                <a:lnTo>
                  <a:pt x="1022442" y="179987"/>
                </a:lnTo>
                <a:lnTo>
                  <a:pt x="1022409" y="179898"/>
                </a:lnTo>
                <a:lnTo>
                  <a:pt x="1022373" y="179810"/>
                </a:lnTo>
                <a:lnTo>
                  <a:pt x="1022332" y="179724"/>
                </a:lnTo>
                <a:lnTo>
                  <a:pt x="1022288" y="179641"/>
                </a:lnTo>
                <a:lnTo>
                  <a:pt x="1022240" y="179559"/>
                </a:lnTo>
                <a:lnTo>
                  <a:pt x="1022188" y="179480"/>
                </a:lnTo>
                <a:lnTo>
                  <a:pt x="1022133" y="179403"/>
                </a:lnTo>
                <a:lnTo>
                  <a:pt x="1022075" y="179329"/>
                </a:lnTo>
                <a:lnTo>
                  <a:pt x="1022013" y="179258"/>
                </a:lnTo>
                <a:lnTo>
                  <a:pt x="1021948" y="179189"/>
                </a:lnTo>
                <a:lnTo>
                  <a:pt x="1021880" y="179123"/>
                </a:lnTo>
                <a:lnTo>
                  <a:pt x="1021808" y="179060"/>
                </a:lnTo>
                <a:lnTo>
                  <a:pt x="1021734" y="179001"/>
                </a:lnTo>
                <a:lnTo>
                  <a:pt x="1021657" y="178944"/>
                </a:lnTo>
                <a:lnTo>
                  <a:pt x="1021577" y="178891"/>
                </a:lnTo>
                <a:lnTo>
                  <a:pt x="1021494" y="178842"/>
                </a:lnTo>
                <a:lnTo>
                  <a:pt x="1021409" y="178796"/>
                </a:lnTo>
                <a:lnTo>
                  <a:pt x="1021321" y="178754"/>
                </a:lnTo>
                <a:lnTo>
                  <a:pt x="1021265" y="178730"/>
                </a:lnTo>
                <a:lnTo>
                  <a:pt x="1021265" y="178633"/>
                </a:lnTo>
                <a:lnTo>
                  <a:pt x="1021364" y="178611"/>
                </a:lnTo>
                <a:close/>
                <a:moveTo>
                  <a:pt x="1018450" y="176126"/>
                </a:moveTo>
                <a:lnTo>
                  <a:pt x="1018488" y="176122"/>
                </a:lnTo>
                <a:lnTo>
                  <a:pt x="1018527" y="176118"/>
                </a:lnTo>
                <a:lnTo>
                  <a:pt x="1018566" y="176114"/>
                </a:lnTo>
                <a:lnTo>
                  <a:pt x="1018605" y="176111"/>
                </a:lnTo>
                <a:lnTo>
                  <a:pt x="1018643" y="176108"/>
                </a:lnTo>
                <a:lnTo>
                  <a:pt x="1018682" y="176105"/>
                </a:lnTo>
                <a:lnTo>
                  <a:pt x="1018721" y="176103"/>
                </a:lnTo>
                <a:lnTo>
                  <a:pt x="1018760" y="176101"/>
                </a:lnTo>
                <a:lnTo>
                  <a:pt x="1018799" y="176100"/>
                </a:lnTo>
                <a:lnTo>
                  <a:pt x="1018838" y="176099"/>
                </a:lnTo>
                <a:lnTo>
                  <a:pt x="1018877" y="176099"/>
                </a:lnTo>
                <a:lnTo>
                  <a:pt x="1018916" y="176098"/>
                </a:lnTo>
                <a:lnTo>
                  <a:pt x="1018955" y="176099"/>
                </a:lnTo>
                <a:lnTo>
                  <a:pt x="1018994" y="176099"/>
                </a:lnTo>
                <a:lnTo>
                  <a:pt x="1019033" y="176100"/>
                </a:lnTo>
                <a:lnTo>
                  <a:pt x="1019072" y="176101"/>
                </a:lnTo>
                <a:lnTo>
                  <a:pt x="1019111" y="176103"/>
                </a:lnTo>
                <a:lnTo>
                  <a:pt x="1019149" y="176105"/>
                </a:lnTo>
                <a:lnTo>
                  <a:pt x="1019188" y="176108"/>
                </a:lnTo>
                <a:lnTo>
                  <a:pt x="1019227" y="176111"/>
                </a:lnTo>
                <a:lnTo>
                  <a:pt x="1019266" y="176114"/>
                </a:lnTo>
                <a:lnTo>
                  <a:pt x="1019305" y="176118"/>
                </a:lnTo>
                <a:lnTo>
                  <a:pt x="1019343" y="176122"/>
                </a:lnTo>
                <a:lnTo>
                  <a:pt x="1019382" y="176126"/>
                </a:lnTo>
                <a:lnTo>
                  <a:pt x="1019510" y="176128"/>
                </a:lnTo>
                <a:lnTo>
                  <a:pt x="1019632" y="176135"/>
                </a:lnTo>
                <a:lnTo>
                  <a:pt x="1019749" y="176146"/>
                </a:lnTo>
                <a:lnTo>
                  <a:pt x="1019860" y="176161"/>
                </a:lnTo>
                <a:lnTo>
                  <a:pt x="1019965" y="176181"/>
                </a:lnTo>
                <a:lnTo>
                  <a:pt x="1020064" y="176205"/>
                </a:lnTo>
                <a:lnTo>
                  <a:pt x="1020158" y="176232"/>
                </a:lnTo>
                <a:lnTo>
                  <a:pt x="1020247" y="176264"/>
                </a:lnTo>
                <a:lnTo>
                  <a:pt x="1020329" y="176299"/>
                </a:lnTo>
                <a:lnTo>
                  <a:pt x="1020407" y="176338"/>
                </a:lnTo>
                <a:lnTo>
                  <a:pt x="1020478" y="176381"/>
                </a:lnTo>
                <a:lnTo>
                  <a:pt x="1020545" y="176427"/>
                </a:lnTo>
                <a:lnTo>
                  <a:pt x="1020605" y="176477"/>
                </a:lnTo>
                <a:lnTo>
                  <a:pt x="1020661" y="176530"/>
                </a:lnTo>
                <a:lnTo>
                  <a:pt x="1020711" y="176586"/>
                </a:lnTo>
                <a:lnTo>
                  <a:pt x="1020755" y="176645"/>
                </a:lnTo>
                <a:lnTo>
                  <a:pt x="1020795" y="176707"/>
                </a:lnTo>
                <a:lnTo>
                  <a:pt x="1020829" y="176772"/>
                </a:lnTo>
                <a:lnTo>
                  <a:pt x="1020857" y="176840"/>
                </a:lnTo>
                <a:lnTo>
                  <a:pt x="1020881" y="176910"/>
                </a:lnTo>
                <a:lnTo>
                  <a:pt x="1020899" y="176983"/>
                </a:lnTo>
                <a:lnTo>
                  <a:pt x="1020912" y="177059"/>
                </a:lnTo>
                <a:lnTo>
                  <a:pt x="1020919" y="177137"/>
                </a:lnTo>
                <a:lnTo>
                  <a:pt x="1020922" y="177217"/>
                </a:lnTo>
                <a:lnTo>
                  <a:pt x="1020918" y="177297"/>
                </a:lnTo>
                <a:lnTo>
                  <a:pt x="1020907" y="177375"/>
                </a:lnTo>
                <a:lnTo>
                  <a:pt x="1020888" y="177450"/>
                </a:lnTo>
                <a:lnTo>
                  <a:pt x="1020862" y="177522"/>
                </a:lnTo>
                <a:lnTo>
                  <a:pt x="1020829" y="177591"/>
                </a:lnTo>
                <a:lnTo>
                  <a:pt x="1020790" y="177657"/>
                </a:lnTo>
                <a:lnTo>
                  <a:pt x="1020745" y="177721"/>
                </a:lnTo>
                <a:lnTo>
                  <a:pt x="1020694" y="177781"/>
                </a:lnTo>
                <a:lnTo>
                  <a:pt x="1020637" y="177838"/>
                </a:lnTo>
                <a:lnTo>
                  <a:pt x="1020574" y="177892"/>
                </a:lnTo>
                <a:lnTo>
                  <a:pt x="1020507" y="177943"/>
                </a:lnTo>
                <a:lnTo>
                  <a:pt x="1020434" y="177991"/>
                </a:lnTo>
                <a:lnTo>
                  <a:pt x="1020357" y="178035"/>
                </a:lnTo>
                <a:lnTo>
                  <a:pt x="1020276" y="178075"/>
                </a:lnTo>
                <a:lnTo>
                  <a:pt x="1020191" y="178112"/>
                </a:lnTo>
                <a:lnTo>
                  <a:pt x="1020102" y="178146"/>
                </a:lnTo>
                <a:lnTo>
                  <a:pt x="1020009" y="178176"/>
                </a:lnTo>
                <a:lnTo>
                  <a:pt x="1019913" y="178202"/>
                </a:lnTo>
                <a:lnTo>
                  <a:pt x="1019814" y="178224"/>
                </a:lnTo>
                <a:lnTo>
                  <a:pt x="1019713" y="178242"/>
                </a:lnTo>
                <a:lnTo>
                  <a:pt x="1019609" y="178257"/>
                </a:lnTo>
                <a:lnTo>
                  <a:pt x="1019503" y="178267"/>
                </a:lnTo>
                <a:lnTo>
                  <a:pt x="1019395" y="178273"/>
                </a:lnTo>
                <a:lnTo>
                  <a:pt x="1019285" y="178276"/>
                </a:lnTo>
                <a:lnTo>
                  <a:pt x="1019251" y="178194"/>
                </a:lnTo>
                <a:lnTo>
                  <a:pt x="1018450" y="178194"/>
                </a:lnTo>
                <a:lnTo>
                  <a:pt x="1018450" y="1761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8D5A7F-4EF7-4151-85AE-BEE489AA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9132" y="434274"/>
            <a:ext cx="225808" cy="121152"/>
          </a:xfrm>
          <a:custGeom xmlns:a="http://schemas.openxmlformats.org/drawingml/2006/main">
            <a:pathLst>
              <a:path w="225808" h="121152">
                <a:moveTo>
                  <a:pt x="2930" y="121152"/>
                </a:moveTo>
                <a:lnTo>
                  <a:pt x="36486" y="121152"/>
                </a:lnTo>
                <a:cubicBezTo>
                  <a:pt x="38104" y="121152"/>
                  <a:pt x="39416" y="119847"/>
                  <a:pt x="39416" y="118237"/>
                </a:cubicBezTo>
                <a:lnTo>
                  <a:pt x="39416" y="88503"/>
                </a:lnTo>
                <a:cubicBezTo>
                  <a:pt x="39425" y="86893"/>
                  <a:pt x="38121" y="85581"/>
                  <a:pt x="36503" y="85572"/>
                </a:cubicBezTo>
                <a:lnTo>
                  <a:pt x="2930" y="85572"/>
                </a:lnTo>
                <a:cubicBezTo>
                  <a:pt x="1312" y="85572"/>
                  <a:pt x="0" y="86877"/>
                  <a:pt x="0" y="88486"/>
                </a:cubicBezTo>
                <a:lnTo>
                  <a:pt x="0" y="118237"/>
                </a:lnTo>
                <a:cubicBezTo>
                  <a:pt x="0" y="119846"/>
                  <a:pt x="1311" y="121152"/>
                  <a:pt x="2930" y="121152"/>
                </a:cubicBezTo>
                <a:lnTo>
                  <a:pt x="2930" y="121152"/>
                </a:lnTo>
                <a:moveTo>
                  <a:pt x="49172" y="121152"/>
                </a:moveTo>
                <a:lnTo>
                  <a:pt x="82728" y="121152"/>
                </a:lnTo>
                <a:cubicBezTo>
                  <a:pt x="84346" y="121152"/>
                  <a:pt x="85658" y="119847"/>
                  <a:pt x="85658" y="118237"/>
                </a:cubicBezTo>
                <a:lnTo>
                  <a:pt x="85658" y="88503"/>
                </a:lnTo>
                <a:cubicBezTo>
                  <a:pt x="85667" y="86893"/>
                  <a:pt x="84363" y="85581"/>
                  <a:pt x="82745" y="85572"/>
                </a:cubicBezTo>
                <a:lnTo>
                  <a:pt x="82744" y="85572"/>
                </a:lnTo>
                <a:lnTo>
                  <a:pt x="49172" y="85572"/>
                </a:lnTo>
                <a:cubicBezTo>
                  <a:pt x="47545" y="85571"/>
                  <a:pt x="46226" y="86883"/>
                  <a:pt x="46225" y="88502"/>
                </a:cubicBezTo>
                <a:lnTo>
                  <a:pt x="46225" y="88503"/>
                </a:lnTo>
                <a:lnTo>
                  <a:pt x="46225" y="118237"/>
                </a:lnTo>
                <a:cubicBezTo>
                  <a:pt x="46235" y="119849"/>
                  <a:pt x="47551" y="121152"/>
                  <a:pt x="49172" y="121152"/>
                </a:cubicBezTo>
                <a:moveTo>
                  <a:pt x="96118" y="121152"/>
                </a:moveTo>
                <a:lnTo>
                  <a:pt x="129674" y="121152"/>
                </a:lnTo>
                <a:cubicBezTo>
                  <a:pt x="131292" y="121152"/>
                  <a:pt x="132604" y="119847"/>
                  <a:pt x="132604" y="118237"/>
                </a:cubicBezTo>
                <a:lnTo>
                  <a:pt x="132604" y="88503"/>
                </a:lnTo>
                <a:cubicBezTo>
                  <a:pt x="132613" y="86893"/>
                  <a:pt x="131308" y="85581"/>
                  <a:pt x="129690" y="85572"/>
                </a:cubicBezTo>
                <a:lnTo>
                  <a:pt x="129690" y="85572"/>
                </a:lnTo>
                <a:lnTo>
                  <a:pt x="96117" y="85572"/>
                </a:lnTo>
                <a:cubicBezTo>
                  <a:pt x="94499" y="85572"/>
                  <a:pt x="93187" y="86877"/>
                  <a:pt x="93187" y="88486"/>
                </a:cubicBezTo>
                <a:lnTo>
                  <a:pt x="93187" y="118237"/>
                </a:lnTo>
                <a:cubicBezTo>
                  <a:pt x="93188" y="119846"/>
                  <a:pt x="94499" y="121151"/>
                  <a:pt x="96118" y="121152"/>
                </a:cubicBezTo>
                <a:moveTo>
                  <a:pt x="142507" y="121152"/>
                </a:moveTo>
                <a:lnTo>
                  <a:pt x="176063" y="121152"/>
                </a:lnTo>
                <a:cubicBezTo>
                  <a:pt x="177684" y="121152"/>
                  <a:pt x="179000" y="119850"/>
                  <a:pt x="179010" y="118237"/>
                </a:cubicBezTo>
                <a:lnTo>
                  <a:pt x="179010" y="88503"/>
                </a:lnTo>
                <a:cubicBezTo>
                  <a:pt x="179010" y="86884"/>
                  <a:pt x="177691" y="85572"/>
                  <a:pt x="176064" y="85572"/>
                </a:cubicBezTo>
                <a:lnTo>
                  <a:pt x="176063" y="85572"/>
                </a:lnTo>
                <a:lnTo>
                  <a:pt x="142507" y="85572"/>
                </a:lnTo>
                <a:cubicBezTo>
                  <a:pt x="140889" y="85572"/>
                  <a:pt x="139577" y="86877"/>
                  <a:pt x="139577" y="88486"/>
                </a:cubicBezTo>
                <a:lnTo>
                  <a:pt x="139577" y="118237"/>
                </a:lnTo>
                <a:cubicBezTo>
                  <a:pt x="139577" y="119846"/>
                  <a:pt x="140889" y="121152"/>
                  <a:pt x="142507" y="121152"/>
                </a:cubicBezTo>
                <a:moveTo>
                  <a:pt x="49172" y="78374"/>
                </a:moveTo>
                <a:lnTo>
                  <a:pt x="82728" y="78374"/>
                </a:lnTo>
                <a:cubicBezTo>
                  <a:pt x="84349" y="78365"/>
                  <a:pt x="85658" y="77055"/>
                  <a:pt x="85658" y="75443"/>
                </a:cubicBezTo>
                <a:lnTo>
                  <a:pt x="85658" y="45709"/>
                </a:lnTo>
                <a:cubicBezTo>
                  <a:pt x="85658" y="44099"/>
                  <a:pt x="84346" y="42794"/>
                  <a:pt x="82728" y="42794"/>
                </a:cubicBezTo>
                <a:lnTo>
                  <a:pt x="49172" y="42794"/>
                </a:lnTo>
                <a:cubicBezTo>
                  <a:pt x="47551" y="42794"/>
                  <a:pt x="46235" y="44097"/>
                  <a:pt x="46226" y="45709"/>
                </a:cubicBezTo>
                <a:lnTo>
                  <a:pt x="46226" y="75443"/>
                </a:lnTo>
                <a:cubicBezTo>
                  <a:pt x="46235" y="77058"/>
                  <a:pt x="47549" y="78366"/>
                  <a:pt x="49172" y="78374"/>
                </a:cubicBezTo>
                <a:moveTo>
                  <a:pt x="96118" y="78374"/>
                </a:moveTo>
                <a:lnTo>
                  <a:pt x="129674" y="78374"/>
                </a:lnTo>
                <a:cubicBezTo>
                  <a:pt x="131294" y="78365"/>
                  <a:pt x="132603" y="77055"/>
                  <a:pt x="132604" y="75443"/>
                </a:cubicBezTo>
                <a:lnTo>
                  <a:pt x="132604" y="45709"/>
                </a:lnTo>
                <a:cubicBezTo>
                  <a:pt x="132604" y="44099"/>
                  <a:pt x="131292" y="42794"/>
                  <a:pt x="129674" y="42794"/>
                </a:cubicBezTo>
                <a:lnTo>
                  <a:pt x="96118" y="42794"/>
                </a:lnTo>
                <a:cubicBezTo>
                  <a:pt x="94499" y="42794"/>
                  <a:pt x="93188" y="44099"/>
                  <a:pt x="93188" y="45709"/>
                </a:cubicBezTo>
                <a:lnTo>
                  <a:pt x="93188" y="75443"/>
                </a:lnTo>
                <a:cubicBezTo>
                  <a:pt x="93188" y="77055"/>
                  <a:pt x="94497" y="78365"/>
                  <a:pt x="96118" y="78374"/>
                </a:cubicBezTo>
                <a:moveTo>
                  <a:pt x="142507" y="78374"/>
                </a:moveTo>
                <a:lnTo>
                  <a:pt x="176063" y="78374"/>
                </a:lnTo>
                <a:cubicBezTo>
                  <a:pt x="177687" y="78366"/>
                  <a:pt x="179001" y="77058"/>
                  <a:pt x="179010" y="75443"/>
                </a:cubicBezTo>
                <a:lnTo>
                  <a:pt x="179010" y="45709"/>
                </a:lnTo>
                <a:cubicBezTo>
                  <a:pt x="179000" y="44097"/>
                  <a:pt x="177684" y="42794"/>
                  <a:pt x="176063" y="42794"/>
                </a:cubicBezTo>
                <a:lnTo>
                  <a:pt x="142507" y="42794"/>
                </a:lnTo>
                <a:cubicBezTo>
                  <a:pt x="140889" y="42794"/>
                  <a:pt x="139577" y="44099"/>
                  <a:pt x="139577" y="45709"/>
                </a:cubicBezTo>
                <a:lnTo>
                  <a:pt x="139577" y="75443"/>
                </a:lnTo>
                <a:cubicBezTo>
                  <a:pt x="139578" y="77055"/>
                  <a:pt x="140886" y="78365"/>
                  <a:pt x="142507" y="78374"/>
                </a:cubicBezTo>
                <a:moveTo>
                  <a:pt x="142507" y="35581"/>
                </a:moveTo>
                <a:lnTo>
                  <a:pt x="176063" y="35581"/>
                </a:lnTo>
                <a:cubicBezTo>
                  <a:pt x="177684" y="35581"/>
                  <a:pt x="179000" y="34278"/>
                  <a:pt x="179010" y="32666"/>
                </a:cubicBezTo>
                <a:lnTo>
                  <a:pt x="179010" y="2915"/>
                </a:lnTo>
                <a:cubicBezTo>
                  <a:pt x="179000" y="1302"/>
                  <a:pt x="177684" y="0"/>
                  <a:pt x="176063" y="0"/>
                </a:cubicBezTo>
                <a:lnTo>
                  <a:pt x="142507" y="0"/>
                </a:lnTo>
                <a:cubicBezTo>
                  <a:pt x="140889" y="0"/>
                  <a:pt x="139578" y="1305"/>
                  <a:pt x="139577" y="2914"/>
                </a:cubicBezTo>
                <a:lnTo>
                  <a:pt x="139577" y="2915"/>
                </a:lnTo>
                <a:lnTo>
                  <a:pt x="139577" y="32666"/>
                </a:lnTo>
                <a:cubicBezTo>
                  <a:pt x="139577" y="34275"/>
                  <a:pt x="140889" y="35581"/>
                  <a:pt x="142507" y="35581"/>
                </a:cubicBezTo>
                <a:moveTo>
                  <a:pt x="189306" y="121152"/>
                </a:moveTo>
                <a:lnTo>
                  <a:pt x="222862" y="121152"/>
                </a:lnTo>
                <a:cubicBezTo>
                  <a:pt x="224483" y="121152"/>
                  <a:pt x="225799" y="119850"/>
                  <a:pt x="225808" y="118237"/>
                </a:cubicBezTo>
                <a:lnTo>
                  <a:pt x="225808" y="88503"/>
                </a:lnTo>
                <a:cubicBezTo>
                  <a:pt x="225808" y="86884"/>
                  <a:pt x="224490" y="85572"/>
                  <a:pt x="222863" y="85572"/>
                </a:cubicBezTo>
                <a:lnTo>
                  <a:pt x="222862" y="85572"/>
                </a:lnTo>
                <a:lnTo>
                  <a:pt x="189306" y="85572"/>
                </a:lnTo>
                <a:cubicBezTo>
                  <a:pt x="187687" y="85572"/>
                  <a:pt x="186376" y="86877"/>
                  <a:pt x="186376" y="88486"/>
                </a:cubicBezTo>
                <a:lnTo>
                  <a:pt x="186376" y="118237"/>
                </a:lnTo>
                <a:cubicBezTo>
                  <a:pt x="186376" y="119846"/>
                  <a:pt x="187687" y="121152"/>
                  <a:pt x="189306" y="1211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SourceCode">
            <a:extLst xmlns:a="http://schemas.openxmlformats.org/drawingml/2006/main">
              <a:ext uri="{FF2B5EF4-FFF2-40B4-BE49-F238E27FC236}">
                <a16:creationId xmlns:a16="http://schemas.microsoft.com/office/drawing/2014/main" id="{77D61C46-0441-4576-9126-A0B51A6C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6959" y="140730"/>
            <a:ext cx="1012922" cy="130775"/>
          </a:xfrm>
          <a:custGeom xmlns:a="http://schemas.openxmlformats.org/drawingml/2006/main">
            <a:pathLst>
              <a:path w="1012922" h="130775">
                <a:moveTo>
                  <a:pt x="0" y="87988"/>
                </a:moveTo>
                <a:lnTo>
                  <a:pt x="15786" y="86608"/>
                </a:lnTo>
                <a:cubicBezTo>
                  <a:pt x="16534" y="92934"/>
                  <a:pt x="18273" y="98124"/>
                  <a:pt x="21005" y="102179"/>
                </a:cubicBezTo>
                <a:cubicBezTo>
                  <a:pt x="23737" y="106233"/>
                  <a:pt x="27978" y="109511"/>
                  <a:pt x="33729" y="112013"/>
                </a:cubicBezTo>
                <a:cubicBezTo>
                  <a:pt x="39480" y="114514"/>
                  <a:pt x="45950" y="115765"/>
                  <a:pt x="53138" y="115765"/>
                </a:cubicBezTo>
                <a:cubicBezTo>
                  <a:pt x="59522" y="115765"/>
                  <a:pt x="65157" y="114816"/>
                  <a:pt x="70046" y="112918"/>
                </a:cubicBezTo>
                <a:cubicBezTo>
                  <a:pt x="74934" y="111021"/>
                  <a:pt x="78571" y="108418"/>
                  <a:pt x="80958" y="105112"/>
                </a:cubicBezTo>
                <a:cubicBezTo>
                  <a:pt x="83345" y="101805"/>
                  <a:pt x="84538" y="98196"/>
                  <a:pt x="84538" y="94286"/>
                </a:cubicBezTo>
                <a:cubicBezTo>
                  <a:pt x="84538" y="90318"/>
                  <a:pt x="83388" y="86853"/>
                  <a:pt x="81087" y="83891"/>
                </a:cubicBezTo>
                <a:cubicBezTo>
                  <a:pt x="78787" y="80929"/>
                  <a:pt x="74991" y="78442"/>
                  <a:pt x="69701" y="76429"/>
                </a:cubicBezTo>
                <a:cubicBezTo>
                  <a:pt x="66308" y="75106"/>
                  <a:pt x="58803" y="73051"/>
                  <a:pt x="47186" y="70261"/>
                </a:cubicBezTo>
                <a:cubicBezTo>
                  <a:pt x="35569" y="67472"/>
                  <a:pt x="27432" y="64841"/>
                  <a:pt x="22773" y="62368"/>
                </a:cubicBezTo>
                <a:cubicBezTo>
                  <a:pt x="16735" y="59205"/>
                  <a:pt x="12235" y="55280"/>
                  <a:pt x="9273" y="50593"/>
                </a:cubicBezTo>
                <a:cubicBezTo>
                  <a:pt x="6312" y="45906"/>
                  <a:pt x="4831" y="40659"/>
                  <a:pt x="4831" y="34850"/>
                </a:cubicBezTo>
                <a:cubicBezTo>
                  <a:pt x="4831" y="28467"/>
                  <a:pt x="6642" y="22500"/>
                  <a:pt x="10265" y="16951"/>
                </a:cubicBezTo>
                <a:cubicBezTo>
                  <a:pt x="13888" y="11401"/>
                  <a:pt x="19179" y="7189"/>
                  <a:pt x="26138" y="4313"/>
                </a:cubicBezTo>
                <a:cubicBezTo>
                  <a:pt x="33096" y="1438"/>
                  <a:pt x="40831" y="0"/>
                  <a:pt x="49343" y="0"/>
                </a:cubicBezTo>
                <a:cubicBezTo>
                  <a:pt x="58716" y="0"/>
                  <a:pt x="66983" y="1510"/>
                  <a:pt x="74143" y="4529"/>
                </a:cubicBezTo>
                <a:cubicBezTo>
                  <a:pt x="81303" y="7548"/>
                  <a:pt x="86809" y="11991"/>
                  <a:pt x="90663" y="17856"/>
                </a:cubicBezTo>
                <a:cubicBezTo>
                  <a:pt x="94516" y="23722"/>
                  <a:pt x="96586" y="30365"/>
                  <a:pt x="96874" y="37783"/>
                </a:cubicBezTo>
                <a:lnTo>
                  <a:pt x="80829" y="38991"/>
                </a:lnTo>
                <a:cubicBezTo>
                  <a:pt x="79966" y="30968"/>
                  <a:pt x="77047" y="24908"/>
                  <a:pt x="72073" y="20811"/>
                </a:cubicBezTo>
                <a:cubicBezTo>
                  <a:pt x="67098" y="16713"/>
                  <a:pt x="59752" y="14665"/>
                  <a:pt x="50033" y="14665"/>
                </a:cubicBezTo>
                <a:cubicBezTo>
                  <a:pt x="39911" y="14665"/>
                  <a:pt x="32536" y="16521"/>
                  <a:pt x="27906" y="20234"/>
                </a:cubicBezTo>
                <a:cubicBezTo>
                  <a:pt x="23277" y="23945"/>
                  <a:pt x="20962" y="28419"/>
                  <a:pt x="20962" y="33656"/>
                </a:cubicBezTo>
                <a:cubicBezTo>
                  <a:pt x="20962" y="38203"/>
                  <a:pt x="22601" y="41944"/>
                  <a:pt x="25879" y="44878"/>
                </a:cubicBezTo>
                <a:cubicBezTo>
                  <a:pt x="29099" y="47815"/>
                  <a:pt x="37510" y="50822"/>
                  <a:pt x="51111" y="53901"/>
                </a:cubicBezTo>
                <a:cubicBezTo>
                  <a:pt x="64712" y="56980"/>
                  <a:pt x="74043" y="59670"/>
                  <a:pt x="79103" y="61972"/>
                </a:cubicBezTo>
                <a:cubicBezTo>
                  <a:pt x="86464" y="65367"/>
                  <a:pt x="91899" y="69669"/>
                  <a:pt x="95407" y="74879"/>
                </a:cubicBezTo>
                <a:cubicBezTo>
                  <a:pt x="98915" y="80087"/>
                  <a:pt x="100669" y="86087"/>
                  <a:pt x="100669" y="92878"/>
                </a:cubicBezTo>
                <a:cubicBezTo>
                  <a:pt x="100669" y="99611"/>
                  <a:pt x="98743" y="105955"/>
                  <a:pt x="94889" y="111913"/>
                </a:cubicBezTo>
                <a:cubicBezTo>
                  <a:pt x="91036" y="117869"/>
                  <a:pt x="85501" y="122502"/>
                  <a:pt x="78284" y="125812"/>
                </a:cubicBezTo>
                <a:cubicBezTo>
                  <a:pt x="71066" y="129121"/>
                  <a:pt x="62943" y="130775"/>
                  <a:pt x="53914" y="130775"/>
                </a:cubicBezTo>
                <a:cubicBezTo>
                  <a:pt x="42470" y="130775"/>
                  <a:pt x="32881" y="129107"/>
                  <a:pt x="25146" y="125772"/>
                </a:cubicBezTo>
                <a:cubicBezTo>
                  <a:pt x="17411" y="122436"/>
                  <a:pt x="11344" y="117419"/>
                  <a:pt x="6944" y="110719"/>
                </a:cubicBezTo>
                <a:cubicBezTo>
                  <a:pt x="2545" y="104019"/>
                  <a:pt x="230" y="96442"/>
                  <a:pt x="0" y="87988"/>
                </a:cubicBezTo>
                <a:close/>
                <a:moveTo>
                  <a:pt x="114989" y="82899"/>
                </a:moveTo>
                <a:cubicBezTo>
                  <a:pt x="114989" y="65934"/>
                  <a:pt x="119704" y="53368"/>
                  <a:pt x="129136" y="45202"/>
                </a:cubicBezTo>
                <a:cubicBezTo>
                  <a:pt x="137014" y="38416"/>
                  <a:pt x="146618" y="35023"/>
                  <a:pt x="157948" y="35023"/>
                </a:cubicBezTo>
                <a:cubicBezTo>
                  <a:pt x="170542" y="35023"/>
                  <a:pt x="180836" y="39149"/>
                  <a:pt x="188830" y="47402"/>
                </a:cubicBezTo>
                <a:cubicBezTo>
                  <a:pt x="196824" y="55654"/>
                  <a:pt x="200820" y="67055"/>
                  <a:pt x="200820" y="81605"/>
                </a:cubicBezTo>
                <a:cubicBezTo>
                  <a:pt x="200820" y="93394"/>
                  <a:pt x="199052" y="102668"/>
                  <a:pt x="195515" y="109425"/>
                </a:cubicBezTo>
                <a:cubicBezTo>
                  <a:pt x="191978" y="116182"/>
                  <a:pt x="186831" y="121430"/>
                  <a:pt x="180074" y="125168"/>
                </a:cubicBezTo>
                <a:cubicBezTo>
                  <a:pt x="173317" y="128906"/>
                  <a:pt x="165941" y="130775"/>
                  <a:pt x="157948" y="130775"/>
                </a:cubicBezTo>
                <a:cubicBezTo>
                  <a:pt x="145123" y="130775"/>
                  <a:pt x="134757" y="126663"/>
                  <a:pt x="126850" y="118439"/>
                </a:cubicBezTo>
                <a:cubicBezTo>
                  <a:pt x="118942" y="110216"/>
                  <a:pt x="114989" y="98369"/>
                  <a:pt x="114989" y="82899"/>
                </a:cubicBezTo>
                <a:moveTo>
                  <a:pt x="130947" y="82856"/>
                </a:moveTo>
                <a:cubicBezTo>
                  <a:pt x="130947" y="94544"/>
                  <a:pt x="133506" y="103297"/>
                  <a:pt x="138625" y="109112"/>
                </a:cubicBezTo>
                <a:cubicBezTo>
                  <a:pt x="143743" y="114928"/>
                  <a:pt x="150184" y="117835"/>
                  <a:pt x="157948" y="117835"/>
                </a:cubicBezTo>
                <a:cubicBezTo>
                  <a:pt x="165654" y="117835"/>
                  <a:pt x="172066" y="114913"/>
                  <a:pt x="177184" y="109069"/>
                </a:cubicBezTo>
                <a:cubicBezTo>
                  <a:pt x="182303" y="103225"/>
                  <a:pt x="184862" y="94315"/>
                  <a:pt x="184862" y="82341"/>
                </a:cubicBezTo>
                <a:cubicBezTo>
                  <a:pt x="184862" y="71053"/>
                  <a:pt x="182288" y="62501"/>
                  <a:pt x="177141" y="56686"/>
                </a:cubicBezTo>
                <a:cubicBezTo>
                  <a:pt x="171994" y="50870"/>
                  <a:pt x="165596" y="47962"/>
                  <a:pt x="157948" y="47962"/>
                </a:cubicBezTo>
                <a:cubicBezTo>
                  <a:pt x="150184" y="47962"/>
                  <a:pt x="143743" y="50856"/>
                  <a:pt x="138625" y="56643"/>
                </a:cubicBezTo>
                <a:cubicBezTo>
                  <a:pt x="133506" y="62429"/>
                  <a:pt x="130947" y="71167"/>
                  <a:pt x="130947" y="82856"/>
                </a:cubicBezTo>
                <a:close/>
                <a:moveTo>
                  <a:pt x="278681" y="128705"/>
                </a:moveTo>
                <a:lnTo>
                  <a:pt x="278681" y="115248"/>
                </a:lnTo>
                <a:cubicBezTo>
                  <a:pt x="271550" y="125599"/>
                  <a:pt x="261859" y="130775"/>
                  <a:pt x="249610" y="130775"/>
                </a:cubicBezTo>
                <a:cubicBezTo>
                  <a:pt x="244204" y="130775"/>
                  <a:pt x="239158" y="129740"/>
                  <a:pt x="234471" y="127669"/>
                </a:cubicBezTo>
                <a:cubicBezTo>
                  <a:pt x="229784" y="125599"/>
                  <a:pt x="226305" y="122997"/>
                  <a:pt x="224033" y="119863"/>
                </a:cubicBezTo>
                <a:cubicBezTo>
                  <a:pt x="221761" y="116728"/>
                  <a:pt x="220166" y="112890"/>
                  <a:pt x="219245" y="108347"/>
                </a:cubicBezTo>
                <a:cubicBezTo>
                  <a:pt x="218613" y="105299"/>
                  <a:pt x="218297" y="100468"/>
                  <a:pt x="218297" y="93854"/>
                </a:cubicBezTo>
                <a:lnTo>
                  <a:pt x="218297" y="37093"/>
                </a:lnTo>
                <a:lnTo>
                  <a:pt x="233824" y="37093"/>
                </a:lnTo>
                <a:lnTo>
                  <a:pt x="233824" y="87902"/>
                </a:lnTo>
                <a:cubicBezTo>
                  <a:pt x="233824" y="96011"/>
                  <a:pt x="234140" y="101474"/>
                  <a:pt x="234773" y="104292"/>
                </a:cubicBezTo>
                <a:cubicBezTo>
                  <a:pt x="235750" y="108375"/>
                  <a:pt x="237821" y="111581"/>
                  <a:pt x="240984" y="113910"/>
                </a:cubicBezTo>
                <a:cubicBezTo>
                  <a:pt x="244147" y="116240"/>
                  <a:pt x="248057" y="117404"/>
                  <a:pt x="252716" y="117404"/>
                </a:cubicBezTo>
                <a:cubicBezTo>
                  <a:pt x="257374" y="117404"/>
                  <a:pt x="261744" y="116211"/>
                  <a:pt x="265828" y="113824"/>
                </a:cubicBezTo>
                <a:cubicBezTo>
                  <a:pt x="269911" y="111438"/>
                  <a:pt x="272800" y="108188"/>
                  <a:pt x="274497" y="104076"/>
                </a:cubicBezTo>
                <a:cubicBezTo>
                  <a:pt x="276194" y="99965"/>
                  <a:pt x="277042" y="93998"/>
                  <a:pt x="277042" y="86177"/>
                </a:cubicBezTo>
                <a:lnTo>
                  <a:pt x="277042" y="37093"/>
                </a:lnTo>
                <a:lnTo>
                  <a:pt x="292569" y="37093"/>
                </a:lnTo>
                <a:lnTo>
                  <a:pt x="292569" y="128705"/>
                </a:lnTo>
                <a:lnTo>
                  <a:pt x="278681" y="128705"/>
                </a:lnTo>
                <a:close/>
                <a:moveTo>
                  <a:pt x="316342" y="128705"/>
                </a:moveTo>
                <a:lnTo>
                  <a:pt x="316342" y="37093"/>
                </a:lnTo>
                <a:lnTo>
                  <a:pt x="330317" y="37093"/>
                </a:lnTo>
                <a:lnTo>
                  <a:pt x="330317" y="50895"/>
                </a:lnTo>
                <a:cubicBezTo>
                  <a:pt x="333883" y="44433"/>
                  <a:pt x="337175" y="40172"/>
                  <a:pt x="340194" y="38112"/>
                </a:cubicBezTo>
                <a:cubicBezTo>
                  <a:pt x="343213" y="36053"/>
                  <a:pt x="346535" y="35023"/>
                  <a:pt x="350158" y="35023"/>
                </a:cubicBezTo>
                <a:cubicBezTo>
                  <a:pt x="355391" y="35023"/>
                  <a:pt x="360710" y="36683"/>
                  <a:pt x="366116" y="40005"/>
                </a:cubicBezTo>
                <a:lnTo>
                  <a:pt x="360768" y="54346"/>
                </a:lnTo>
                <a:cubicBezTo>
                  <a:pt x="356972" y="52103"/>
                  <a:pt x="353177" y="50982"/>
                  <a:pt x="349381" y="50982"/>
                </a:cubicBezTo>
                <a:cubicBezTo>
                  <a:pt x="345988" y="50982"/>
                  <a:pt x="342940" y="52004"/>
                  <a:pt x="340237" y="54049"/>
                </a:cubicBezTo>
                <a:cubicBezTo>
                  <a:pt x="337534" y="56093"/>
                  <a:pt x="335608" y="58928"/>
                  <a:pt x="334458" y="62554"/>
                </a:cubicBezTo>
                <a:cubicBezTo>
                  <a:pt x="332732" y="68081"/>
                  <a:pt x="331870" y="74125"/>
                  <a:pt x="331870" y="80688"/>
                </a:cubicBezTo>
                <a:lnTo>
                  <a:pt x="331870" y="128705"/>
                </a:lnTo>
                <a:lnTo>
                  <a:pt x="316342" y="128705"/>
                </a:lnTo>
                <a:close/>
                <a:moveTo>
                  <a:pt x="435885" y="95062"/>
                </a:moveTo>
                <a:lnTo>
                  <a:pt x="451153" y="97046"/>
                </a:lnTo>
                <a:cubicBezTo>
                  <a:pt x="449485" y="107597"/>
                  <a:pt x="445215" y="115857"/>
                  <a:pt x="438343" y="121825"/>
                </a:cubicBezTo>
                <a:cubicBezTo>
                  <a:pt x="431471" y="127792"/>
                  <a:pt x="423031" y="130775"/>
                  <a:pt x="413025" y="130775"/>
                </a:cubicBezTo>
                <a:cubicBezTo>
                  <a:pt x="400488" y="130775"/>
                  <a:pt x="390409" y="126677"/>
                  <a:pt x="382790" y="118482"/>
                </a:cubicBezTo>
                <a:cubicBezTo>
                  <a:pt x="375170" y="110287"/>
                  <a:pt x="371360" y="98541"/>
                  <a:pt x="371360" y="83244"/>
                </a:cubicBezTo>
                <a:cubicBezTo>
                  <a:pt x="371360" y="73352"/>
                  <a:pt x="372999" y="64697"/>
                  <a:pt x="376277" y="57279"/>
                </a:cubicBezTo>
                <a:cubicBezTo>
                  <a:pt x="379555" y="49860"/>
                  <a:pt x="384544" y="44296"/>
                  <a:pt x="391243" y="40587"/>
                </a:cubicBezTo>
                <a:cubicBezTo>
                  <a:pt x="397943" y="36877"/>
                  <a:pt x="405232" y="35023"/>
                  <a:pt x="413111" y="35023"/>
                </a:cubicBezTo>
                <a:cubicBezTo>
                  <a:pt x="423060" y="35023"/>
                  <a:pt x="431198" y="37547"/>
                  <a:pt x="437524" y="42595"/>
                </a:cubicBezTo>
                <a:cubicBezTo>
                  <a:pt x="443849" y="47642"/>
                  <a:pt x="447904" y="54808"/>
                  <a:pt x="449687" y="64094"/>
                </a:cubicBezTo>
                <a:lnTo>
                  <a:pt x="434591" y="66423"/>
                </a:lnTo>
                <a:cubicBezTo>
                  <a:pt x="433153" y="60298"/>
                  <a:pt x="430608" y="55690"/>
                  <a:pt x="426956" y="52599"/>
                </a:cubicBezTo>
                <a:cubicBezTo>
                  <a:pt x="423304" y="49508"/>
                  <a:pt x="418891" y="47962"/>
                  <a:pt x="413715" y="47962"/>
                </a:cubicBezTo>
                <a:cubicBezTo>
                  <a:pt x="405894" y="47962"/>
                  <a:pt x="399539" y="50752"/>
                  <a:pt x="394651" y="56333"/>
                </a:cubicBezTo>
                <a:cubicBezTo>
                  <a:pt x="389762" y="61911"/>
                  <a:pt x="387318" y="70738"/>
                  <a:pt x="387318" y="82813"/>
                </a:cubicBezTo>
                <a:cubicBezTo>
                  <a:pt x="387318" y="95060"/>
                  <a:pt x="389676" y="103960"/>
                  <a:pt x="394392" y="109511"/>
                </a:cubicBezTo>
                <a:cubicBezTo>
                  <a:pt x="399108" y="115061"/>
                  <a:pt x="405261" y="117835"/>
                  <a:pt x="412852" y="117835"/>
                </a:cubicBezTo>
                <a:cubicBezTo>
                  <a:pt x="418948" y="117835"/>
                  <a:pt x="424038" y="115974"/>
                  <a:pt x="428121" y="112250"/>
                </a:cubicBezTo>
                <a:cubicBezTo>
                  <a:pt x="432204" y="108526"/>
                  <a:pt x="434792" y="102797"/>
                  <a:pt x="435885" y="95062"/>
                </a:cubicBezTo>
                <a:close/>
                <a:moveTo>
                  <a:pt x="528210" y="99203"/>
                </a:moveTo>
                <a:lnTo>
                  <a:pt x="544255" y="101187"/>
                </a:lnTo>
                <a:cubicBezTo>
                  <a:pt x="541725" y="110561"/>
                  <a:pt x="537038" y="117835"/>
                  <a:pt x="530194" y="123011"/>
                </a:cubicBezTo>
                <a:cubicBezTo>
                  <a:pt x="523351" y="128187"/>
                  <a:pt x="514610" y="130775"/>
                  <a:pt x="503970" y="130775"/>
                </a:cubicBezTo>
                <a:cubicBezTo>
                  <a:pt x="490571" y="130775"/>
                  <a:pt x="479946" y="126649"/>
                  <a:pt x="472096" y="118396"/>
                </a:cubicBezTo>
                <a:cubicBezTo>
                  <a:pt x="464246" y="110144"/>
                  <a:pt x="460321" y="98570"/>
                  <a:pt x="460321" y="83675"/>
                </a:cubicBezTo>
                <a:cubicBezTo>
                  <a:pt x="460321" y="68263"/>
                  <a:pt x="464289" y="56301"/>
                  <a:pt x="472226" y="47790"/>
                </a:cubicBezTo>
                <a:cubicBezTo>
                  <a:pt x="480162" y="39278"/>
                  <a:pt x="490456" y="35023"/>
                  <a:pt x="503108" y="35023"/>
                </a:cubicBezTo>
                <a:cubicBezTo>
                  <a:pt x="515357" y="35023"/>
                  <a:pt x="525364" y="39186"/>
                  <a:pt x="533127" y="47512"/>
                </a:cubicBezTo>
                <a:cubicBezTo>
                  <a:pt x="540891" y="55837"/>
                  <a:pt x="544773" y="67549"/>
                  <a:pt x="544773" y="82648"/>
                </a:cubicBezTo>
                <a:cubicBezTo>
                  <a:pt x="544773" y="83567"/>
                  <a:pt x="544744" y="84944"/>
                  <a:pt x="544687" y="86781"/>
                </a:cubicBezTo>
                <a:lnTo>
                  <a:pt x="476366" y="86781"/>
                </a:lnTo>
                <a:cubicBezTo>
                  <a:pt x="476941" y="96816"/>
                  <a:pt x="479788" y="104501"/>
                  <a:pt x="484906" y="109835"/>
                </a:cubicBezTo>
                <a:cubicBezTo>
                  <a:pt x="490025" y="115169"/>
                  <a:pt x="496408" y="117835"/>
                  <a:pt x="504057" y="117835"/>
                </a:cubicBezTo>
                <a:cubicBezTo>
                  <a:pt x="509750" y="117835"/>
                  <a:pt x="514610" y="116355"/>
                  <a:pt x="518635" y="113393"/>
                </a:cubicBezTo>
                <a:cubicBezTo>
                  <a:pt x="522661" y="110429"/>
                  <a:pt x="525852" y="105699"/>
                  <a:pt x="528210" y="99203"/>
                </a:cubicBezTo>
                <a:moveTo>
                  <a:pt x="477229" y="73841"/>
                </a:moveTo>
                <a:lnTo>
                  <a:pt x="528383" y="73841"/>
                </a:lnTo>
                <a:cubicBezTo>
                  <a:pt x="527693" y="66261"/>
                  <a:pt x="525737" y="60576"/>
                  <a:pt x="522517" y="56785"/>
                </a:cubicBezTo>
                <a:cubicBezTo>
                  <a:pt x="517571" y="50903"/>
                  <a:pt x="511159" y="47962"/>
                  <a:pt x="503280" y="47962"/>
                </a:cubicBezTo>
                <a:cubicBezTo>
                  <a:pt x="496149" y="47962"/>
                  <a:pt x="490154" y="50310"/>
                  <a:pt x="485294" y="55006"/>
                </a:cubicBezTo>
                <a:cubicBezTo>
                  <a:pt x="480435" y="59700"/>
                  <a:pt x="477746" y="65979"/>
                  <a:pt x="477229" y="73841"/>
                </a:cubicBezTo>
                <a:close/>
                <a:moveTo>
                  <a:pt x="702403" y="84193"/>
                </a:moveTo>
                <a:lnTo>
                  <a:pt x="719138" y="88420"/>
                </a:lnTo>
                <a:cubicBezTo>
                  <a:pt x="715630" y="102193"/>
                  <a:pt x="709318" y="112696"/>
                  <a:pt x="700203" y="119927"/>
                </a:cubicBezTo>
                <a:cubicBezTo>
                  <a:pt x="691088" y="127159"/>
                  <a:pt x="679946" y="130775"/>
                  <a:pt x="666776" y="130775"/>
                </a:cubicBezTo>
                <a:cubicBezTo>
                  <a:pt x="653147" y="130775"/>
                  <a:pt x="642062" y="128000"/>
                  <a:pt x="633522" y="122451"/>
                </a:cubicBezTo>
                <a:cubicBezTo>
                  <a:pt x="624982" y="116901"/>
                  <a:pt x="618483" y="108864"/>
                  <a:pt x="614026" y="98340"/>
                </a:cubicBezTo>
                <a:cubicBezTo>
                  <a:pt x="609569" y="87816"/>
                  <a:pt x="607341" y="76515"/>
                  <a:pt x="607341" y="64439"/>
                </a:cubicBezTo>
                <a:cubicBezTo>
                  <a:pt x="607341" y="51269"/>
                  <a:pt x="609857" y="39782"/>
                  <a:pt x="614889" y="29976"/>
                </a:cubicBezTo>
                <a:cubicBezTo>
                  <a:pt x="619921" y="20171"/>
                  <a:pt x="627081" y="12724"/>
                  <a:pt x="636369" y="7634"/>
                </a:cubicBezTo>
                <a:cubicBezTo>
                  <a:pt x="645656" y="2545"/>
                  <a:pt x="655878" y="0"/>
                  <a:pt x="667035" y="0"/>
                </a:cubicBezTo>
                <a:cubicBezTo>
                  <a:pt x="679687" y="0"/>
                  <a:pt x="690326" y="3220"/>
                  <a:pt x="698952" y="9661"/>
                </a:cubicBezTo>
                <a:cubicBezTo>
                  <a:pt x="707579" y="16102"/>
                  <a:pt x="713588" y="25160"/>
                  <a:pt x="716981" y="36834"/>
                </a:cubicBezTo>
                <a:lnTo>
                  <a:pt x="700505" y="40716"/>
                </a:lnTo>
                <a:cubicBezTo>
                  <a:pt x="697572" y="31484"/>
                  <a:pt x="693317" y="24763"/>
                  <a:pt x="687738" y="20552"/>
                </a:cubicBezTo>
                <a:cubicBezTo>
                  <a:pt x="682160" y="16340"/>
                  <a:pt x="675144" y="14233"/>
                  <a:pt x="666690" y="14233"/>
                </a:cubicBezTo>
                <a:cubicBezTo>
                  <a:pt x="656971" y="14233"/>
                  <a:pt x="648848" y="16567"/>
                  <a:pt x="642321" y="21234"/>
                </a:cubicBezTo>
                <a:cubicBezTo>
                  <a:pt x="635793" y="25900"/>
                  <a:pt x="631207" y="32164"/>
                  <a:pt x="628562" y="40029"/>
                </a:cubicBezTo>
                <a:cubicBezTo>
                  <a:pt x="625916" y="47891"/>
                  <a:pt x="624594" y="55998"/>
                  <a:pt x="624594" y="64350"/>
                </a:cubicBezTo>
                <a:cubicBezTo>
                  <a:pt x="624594" y="75122"/>
                  <a:pt x="626161" y="84526"/>
                  <a:pt x="629295" y="92563"/>
                </a:cubicBezTo>
                <a:cubicBezTo>
                  <a:pt x="632429" y="100600"/>
                  <a:pt x="637303" y="106606"/>
                  <a:pt x="643917" y="110581"/>
                </a:cubicBezTo>
                <a:cubicBezTo>
                  <a:pt x="650530" y="114555"/>
                  <a:pt x="657690" y="116542"/>
                  <a:pt x="665396" y="116542"/>
                </a:cubicBezTo>
                <a:cubicBezTo>
                  <a:pt x="674770" y="116542"/>
                  <a:pt x="682706" y="113824"/>
                  <a:pt x="689205" y="108390"/>
                </a:cubicBezTo>
                <a:cubicBezTo>
                  <a:pt x="695703" y="102955"/>
                  <a:pt x="700103" y="94889"/>
                  <a:pt x="702403" y="84193"/>
                </a:cubicBezTo>
                <a:close/>
                <a:moveTo>
                  <a:pt x="732120" y="82899"/>
                </a:moveTo>
                <a:cubicBezTo>
                  <a:pt x="732120" y="65934"/>
                  <a:pt x="736836" y="53368"/>
                  <a:pt x="746267" y="45202"/>
                </a:cubicBezTo>
                <a:cubicBezTo>
                  <a:pt x="754146" y="38416"/>
                  <a:pt x="763750" y="35023"/>
                  <a:pt x="775079" y="35023"/>
                </a:cubicBezTo>
                <a:cubicBezTo>
                  <a:pt x="787673" y="35023"/>
                  <a:pt x="797968" y="39149"/>
                  <a:pt x="805961" y="47402"/>
                </a:cubicBezTo>
                <a:cubicBezTo>
                  <a:pt x="813955" y="55654"/>
                  <a:pt x="817952" y="67055"/>
                  <a:pt x="817952" y="81605"/>
                </a:cubicBezTo>
                <a:cubicBezTo>
                  <a:pt x="817952" y="93394"/>
                  <a:pt x="816183" y="102668"/>
                  <a:pt x="812647" y="109425"/>
                </a:cubicBezTo>
                <a:cubicBezTo>
                  <a:pt x="809110" y="116182"/>
                  <a:pt x="803963" y="121430"/>
                  <a:pt x="797206" y="125168"/>
                </a:cubicBezTo>
                <a:cubicBezTo>
                  <a:pt x="790448" y="128906"/>
                  <a:pt x="783073" y="130775"/>
                  <a:pt x="775079" y="130775"/>
                </a:cubicBezTo>
                <a:cubicBezTo>
                  <a:pt x="762255" y="130775"/>
                  <a:pt x="751889" y="126663"/>
                  <a:pt x="743981" y="118439"/>
                </a:cubicBezTo>
                <a:cubicBezTo>
                  <a:pt x="736074" y="110216"/>
                  <a:pt x="732120" y="98369"/>
                  <a:pt x="732120" y="82899"/>
                </a:cubicBezTo>
                <a:moveTo>
                  <a:pt x="748079" y="82856"/>
                </a:moveTo>
                <a:cubicBezTo>
                  <a:pt x="748079" y="94544"/>
                  <a:pt x="750638" y="103297"/>
                  <a:pt x="755756" y="109112"/>
                </a:cubicBezTo>
                <a:cubicBezTo>
                  <a:pt x="760874" y="114928"/>
                  <a:pt x="767315" y="117835"/>
                  <a:pt x="775079" y="117835"/>
                </a:cubicBezTo>
                <a:cubicBezTo>
                  <a:pt x="782785" y="117835"/>
                  <a:pt x="789197" y="114913"/>
                  <a:pt x="794316" y="109069"/>
                </a:cubicBezTo>
                <a:cubicBezTo>
                  <a:pt x="799434" y="103225"/>
                  <a:pt x="801993" y="94315"/>
                  <a:pt x="801993" y="82341"/>
                </a:cubicBezTo>
                <a:cubicBezTo>
                  <a:pt x="801993" y="71053"/>
                  <a:pt x="799420" y="62501"/>
                  <a:pt x="794273" y="56686"/>
                </a:cubicBezTo>
                <a:cubicBezTo>
                  <a:pt x="789126" y="50870"/>
                  <a:pt x="782728" y="47962"/>
                  <a:pt x="775079" y="47962"/>
                </a:cubicBezTo>
                <a:cubicBezTo>
                  <a:pt x="767315" y="47962"/>
                  <a:pt x="760874" y="50856"/>
                  <a:pt x="755756" y="56643"/>
                </a:cubicBezTo>
                <a:cubicBezTo>
                  <a:pt x="750638" y="62429"/>
                  <a:pt x="748079" y="71167"/>
                  <a:pt x="748079" y="82856"/>
                </a:cubicBezTo>
                <a:close/>
                <a:moveTo>
                  <a:pt x="895208" y="128705"/>
                </a:moveTo>
                <a:lnTo>
                  <a:pt x="895208" y="117145"/>
                </a:lnTo>
                <a:cubicBezTo>
                  <a:pt x="889400" y="126232"/>
                  <a:pt x="880860" y="130775"/>
                  <a:pt x="869588" y="130775"/>
                </a:cubicBezTo>
                <a:cubicBezTo>
                  <a:pt x="862285" y="130775"/>
                  <a:pt x="855570" y="128762"/>
                  <a:pt x="849446" y="124737"/>
                </a:cubicBezTo>
                <a:cubicBezTo>
                  <a:pt x="843321" y="120711"/>
                  <a:pt x="838577" y="115089"/>
                  <a:pt x="835212" y="107872"/>
                </a:cubicBezTo>
                <a:cubicBezTo>
                  <a:pt x="831848" y="100655"/>
                  <a:pt x="830166" y="92359"/>
                  <a:pt x="830166" y="82985"/>
                </a:cubicBezTo>
                <a:cubicBezTo>
                  <a:pt x="830166" y="73841"/>
                  <a:pt x="831690" y="65546"/>
                  <a:pt x="834738" y="58098"/>
                </a:cubicBezTo>
                <a:cubicBezTo>
                  <a:pt x="837786" y="50651"/>
                  <a:pt x="842358" y="44943"/>
                  <a:pt x="848454" y="40975"/>
                </a:cubicBezTo>
                <a:cubicBezTo>
                  <a:pt x="854550" y="37007"/>
                  <a:pt x="861364" y="35023"/>
                  <a:pt x="868898" y="35023"/>
                </a:cubicBezTo>
                <a:cubicBezTo>
                  <a:pt x="874419" y="35023"/>
                  <a:pt x="879336" y="36187"/>
                  <a:pt x="883649" y="38516"/>
                </a:cubicBezTo>
                <a:cubicBezTo>
                  <a:pt x="887962" y="40846"/>
                  <a:pt x="891470" y="43879"/>
                  <a:pt x="894173" y="47617"/>
                </a:cubicBezTo>
                <a:lnTo>
                  <a:pt x="894173" y="2243"/>
                </a:lnTo>
                <a:lnTo>
                  <a:pt x="909614" y="2243"/>
                </a:lnTo>
                <a:lnTo>
                  <a:pt x="909614" y="128705"/>
                </a:lnTo>
                <a:lnTo>
                  <a:pt x="895208" y="128705"/>
                </a:lnTo>
                <a:moveTo>
                  <a:pt x="846125" y="82942"/>
                </a:moveTo>
                <a:cubicBezTo>
                  <a:pt x="846125" y="94631"/>
                  <a:pt x="848597" y="103368"/>
                  <a:pt x="853543" y="109155"/>
                </a:cubicBezTo>
                <a:cubicBezTo>
                  <a:pt x="858489" y="114942"/>
                  <a:pt x="864326" y="117835"/>
                  <a:pt x="871055" y="117835"/>
                </a:cubicBezTo>
                <a:cubicBezTo>
                  <a:pt x="877841" y="117835"/>
                  <a:pt x="883606" y="115071"/>
                  <a:pt x="888350" y="109543"/>
                </a:cubicBezTo>
                <a:cubicBezTo>
                  <a:pt x="893095" y="104014"/>
                  <a:pt x="895467" y="95576"/>
                  <a:pt x="895467" y="84231"/>
                </a:cubicBezTo>
                <a:cubicBezTo>
                  <a:pt x="895467" y="71740"/>
                  <a:pt x="893052" y="62573"/>
                  <a:pt x="888221" y="56729"/>
                </a:cubicBezTo>
                <a:cubicBezTo>
                  <a:pt x="883390" y="50884"/>
                  <a:pt x="877438" y="47962"/>
                  <a:pt x="870365" y="47962"/>
                </a:cubicBezTo>
                <a:cubicBezTo>
                  <a:pt x="863463" y="47962"/>
                  <a:pt x="857698" y="50770"/>
                  <a:pt x="853069" y="56386"/>
                </a:cubicBezTo>
                <a:cubicBezTo>
                  <a:pt x="848439" y="62001"/>
                  <a:pt x="846125" y="70853"/>
                  <a:pt x="846125" y="82942"/>
                </a:cubicBezTo>
                <a:close/>
                <a:moveTo>
                  <a:pt x="996360" y="99203"/>
                </a:moveTo>
                <a:lnTo>
                  <a:pt x="1012405" y="101187"/>
                </a:lnTo>
                <a:cubicBezTo>
                  <a:pt x="1009874" y="110561"/>
                  <a:pt x="1005187" y="117835"/>
                  <a:pt x="998344" y="123011"/>
                </a:cubicBezTo>
                <a:cubicBezTo>
                  <a:pt x="991500" y="128187"/>
                  <a:pt x="982759" y="130775"/>
                  <a:pt x="972120" y="130775"/>
                </a:cubicBezTo>
                <a:cubicBezTo>
                  <a:pt x="958720" y="130775"/>
                  <a:pt x="948095" y="126649"/>
                  <a:pt x="940246" y="118396"/>
                </a:cubicBezTo>
                <a:cubicBezTo>
                  <a:pt x="932396" y="110144"/>
                  <a:pt x="928471" y="98570"/>
                  <a:pt x="928471" y="83675"/>
                </a:cubicBezTo>
                <a:cubicBezTo>
                  <a:pt x="928471" y="68263"/>
                  <a:pt x="932439" y="56301"/>
                  <a:pt x="940375" y="47790"/>
                </a:cubicBezTo>
                <a:cubicBezTo>
                  <a:pt x="948311" y="39278"/>
                  <a:pt x="958605" y="35023"/>
                  <a:pt x="971257" y="35023"/>
                </a:cubicBezTo>
                <a:cubicBezTo>
                  <a:pt x="983507" y="35023"/>
                  <a:pt x="993513" y="39186"/>
                  <a:pt x="1001277" y="47512"/>
                </a:cubicBezTo>
                <a:cubicBezTo>
                  <a:pt x="1009040" y="55837"/>
                  <a:pt x="1012922" y="67549"/>
                  <a:pt x="1012922" y="82648"/>
                </a:cubicBezTo>
                <a:cubicBezTo>
                  <a:pt x="1012922" y="83567"/>
                  <a:pt x="1012893" y="84944"/>
                  <a:pt x="1012836" y="86781"/>
                </a:cubicBezTo>
                <a:lnTo>
                  <a:pt x="944516" y="86781"/>
                </a:lnTo>
                <a:cubicBezTo>
                  <a:pt x="945091" y="96816"/>
                  <a:pt x="947937" y="104501"/>
                  <a:pt x="953056" y="109835"/>
                </a:cubicBezTo>
                <a:cubicBezTo>
                  <a:pt x="958174" y="115169"/>
                  <a:pt x="964557" y="117835"/>
                  <a:pt x="972206" y="117835"/>
                </a:cubicBezTo>
                <a:cubicBezTo>
                  <a:pt x="977899" y="117835"/>
                  <a:pt x="982759" y="116355"/>
                  <a:pt x="986785" y="113393"/>
                </a:cubicBezTo>
                <a:cubicBezTo>
                  <a:pt x="990810" y="110429"/>
                  <a:pt x="994002" y="105699"/>
                  <a:pt x="996360" y="99203"/>
                </a:cubicBezTo>
                <a:moveTo>
                  <a:pt x="945378" y="73841"/>
                </a:moveTo>
                <a:lnTo>
                  <a:pt x="996532" y="73841"/>
                </a:lnTo>
                <a:cubicBezTo>
                  <a:pt x="995842" y="66261"/>
                  <a:pt x="993887" y="60576"/>
                  <a:pt x="990666" y="56785"/>
                </a:cubicBezTo>
                <a:cubicBezTo>
                  <a:pt x="985721" y="50903"/>
                  <a:pt x="979308" y="47962"/>
                  <a:pt x="971430" y="47962"/>
                </a:cubicBezTo>
                <a:cubicBezTo>
                  <a:pt x="964299" y="47962"/>
                  <a:pt x="958303" y="50310"/>
                  <a:pt x="953444" y="55006"/>
                </a:cubicBezTo>
                <a:cubicBezTo>
                  <a:pt x="948584" y="59700"/>
                  <a:pt x="945896" y="65979"/>
                  <a:pt x="945378" y="738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Replacement">
            <a:extLst xmlns:a="http://schemas.openxmlformats.org/drawingml/2006/main">
              <a:ext uri="{FF2B5EF4-FFF2-40B4-BE49-F238E27FC236}">
                <a16:creationId xmlns:a16="http://schemas.microsoft.com/office/drawing/2014/main" id="{3DB6397A-5DB3-421E-AF72-1FDC8273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2911" y="355856"/>
            <a:ext cx="1027703" cy="161657"/>
          </a:xfrm>
          <a:custGeom xmlns:a="http://schemas.openxmlformats.org/drawingml/2006/main">
            <a:pathLst>
              <a:path w="1027703" h="161657">
                <a:moveTo>
                  <a:pt x="0" y="126462"/>
                </a:moveTo>
                <a:lnTo>
                  <a:pt x="0" y="0"/>
                </a:lnTo>
                <a:lnTo>
                  <a:pt x="56071" y="0"/>
                </a:lnTo>
                <a:cubicBezTo>
                  <a:pt x="67343" y="0"/>
                  <a:pt x="75912" y="1135"/>
                  <a:pt x="81777" y="3405"/>
                </a:cubicBezTo>
                <a:cubicBezTo>
                  <a:pt x="87643" y="5673"/>
                  <a:pt x="92330" y="9679"/>
                  <a:pt x="95838" y="15422"/>
                </a:cubicBezTo>
                <a:cubicBezTo>
                  <a:pt x="99346" y="21166"/>
                  <a:pt x="101100" y="27513"/>
                  <a:pt x="101100" y="34462"/>
                </a:cubicBezTo>
                <a:cubicBezTo>
                  <a:pt x="101100" y="43423"/>
                  <a:pt x="98196" y="50976"/>
                  <a:pt x="92388" y="57122"/>
                </a:cubicBezTo>
                <a:cubicBezTo>
                  <a:pt x="86579" y="63267"/>
                  <a:pt x="77608" y="67172"/>
                  <a:pt x="65474" y="68838"/>
                </a:cubicBezTo>
                <a:cubicBezTo>
                  <a:pt x="69902" y="70969"/>
                  <a:pt x="73266" y="73072"/>
                  <a:pt x="75567" y="75146"/>
                </a:cubicBezTo>
                <a:cubicBezTo>
                  <a:pt x="80455" y="79637"/>
                  <a:pt x="85084" y="85252"/>
                  <a:pt x="89455" y="91992"/>
                </a:cubicBezTo>
                <a:lnTo>
                  <a:pt x="111452" y="126462"/>
                </a:lnTo>
                <a:lnTo>
                  <a:pt x="90404" y="126462"/>
                </a:lnTo>
                <a:lnTo>
                  <a:pt x="73669" y="100111"/>
                </a:lnTo>
                <a:cubicBezTo>
                  <a:pt x="68780" y="92509"/>
                  <a:pt x="64755" y="86693"/>
                  <a:pt x="61592" y="82662"/>
                </a:cubicBezTo>
                <a:cubicBezTo>
                  <a:pt x="58429" y="78629"/>
                  <a:pt x="55597" y="75806"/>
                  <a:pt x="53095" y="74194"/>
                </a:cubicBezTo>
                <a:cubicBezTo>
                  <a:pt x="50593" y="72581"/>
                  <a:pt x="48049" y="71456"/>
                  <a:pt x="45461" y="70822"/>
                </a:cubicBezTo>
                <a:cubicBezTo>
                  <a:pt x="43563" y="70419"/>
                  <a:pt x="40457" y="70218"/>
                  <a:pt x="36144" y="70218"/>
                </a:cubicBezTo>
                <a:lnTo>
                  <a:pt x="16735" y="70218"/>
                </a:lnTo>
                <a:lnTo>
                  <a:pt x="16735" y="126462"/>
                </a:lnTo>
                <a:lnTo>
                  <a:pt x="0" y="126462"/>
                </a:lnTo>
                <a:moveTo>
                  <a:pt x="16735" y="55726"/>
                </a:moveTo>
                <a:lnTo>
                  <a:pt x="52707" y="55726"/>
                </a:lnTo>
                <a:cubicBezTo>
                  <a:pt x="60355" y="55726"/>
                  <a:pt x="66336" y="54937"/>
                  <a:pt x="70650" y="53359"/>
                </a:cubicBezTo>
                <a:cubicBezTo>
                  <a:pt x="74963" y="51781"/>
                  <a:pt x="78241" y="49256"/>
                  <a:pt x="80484" y="45784"/>
                </a:cubicBezTo>
                <a:cubicBezTo>
                  <a:pt x="82726" y="42312"/>
                  <a:pt x="83848" y="38538"/>
                  <a:pt x="83848" y="34462"/>
                </a:cubicBezTo>
                <a:cubicBezTo>
                  <a:pt x="83848" y="28494"/>
                  <a:pt x="81677" y="23588"/>
                  <a:pt x="77335" y="19743"/>
                </a:cubicBezTo>
                <a:cubicBezTo>
                  <a:pt x="72993" y="15898"/>
                  <a:pt x="66135" y="13975"/>
                  <a:pt x="56761" y="13975"/>
                </a:cubicBezTo>
                <a:lnTo>
                  <a:pt x="16735" y="13975"/>
                </a:lnTo>
                <a:lnTo>
                  <a:pt x="16735" y="55726"/>
                </a:lnTo>
                <a:close/>
                <a:moveTo>
                  <a:pt x="188182" y="96960"/>
                </a:moveTo>
                <a:lnTo>
                  <a:pt x="204227" y="98944"/>
                </a:lnTo>
                <a:cubicBezTo>
                  <a:pt x="201697" y="108318"/>
                  <a:pt x="197010" y="115593"/>
                  <a:pt x="190166" y="120768"/>
                </a:cubicBezTo>
                <a:cubicBezTo>
                  <a:pt x="183323" y="125944"/>
                  <a:pt x="174582" y="128532"/>
                  <a:pt x="163942" y="128532"/>
                </a:cubicBezTo>
                <a:cubicBezTo>
                  <a:pt x="150543" y="128532"/>
                  <a:pt x="139918" y="124406"/>
                  <a:pt x="132068" y="116153"/>
                </a:cubicBezTo>
                <a:cubicBezTo>
                  <a:pt x="124218" y="107901"/>
                  <a:pt x="120293" y="96327"/>
                  <a:pt x="120293" y="81432"/>
                </a:cubicBezTo>
                <a:cubicBezTo>
                  <a:pt x="120293" y="66020"/>
                  <a:pt x="124261" y="54058"/>
                  <a:pt x="132198" y="45547"/>
                </a:cubicBezTo>
                <a:cubicBezTo>
                  <a:pt x="140134" y="37036"/>
                  <a:pt x="150428" y="32780"/>
                  <a:pt x="163080" y="32780"/>
                </a:cubicBezTo>
                <a:cubicBezTo>
                  <a:pt x="175329" y="32780"/>
                  <a:pt x="185336" y="36943"/>
                  <a:pt x="193099" y="45269"/>
                </a:cubicBezTo>
                <a:cubicBezTo>
                  <a:pt x="200863" y="53594"/>
                  <a:pt x="204745" y="65306"/>
                  <a:pt x="204745" y="80405"/>
                </a:cubicBezTo>
                <a:cubicBezTo>
                  <a:pt x="204745" y="81324"/>
                  <a:pt x="204716" y="82701"/>
                  <a:pt x="204659" y="84538"/>
                </a:cubicBezTo>
                <a:lnTo>
                  <a:pt x="136338" y="84538"/>
                </a:lnTo>
                <a:cubicBezTo>
                  <a:pt x="136913" y="94573"/>
                  <a:pt x="139760" y="102258"/>
                  <a:pt x="144878" y="107592"/>
                </a:cubicBezTo>
                <a:cubicBezTo>
                  <a:pt x="149997" y="112926"/>
                  <a:pt x="156380" y="115593"/>
                  <a:pt x="164029" y="115593"/>
                </a:cubicBezTo>
                <a:cubicBezTo>
                  <a:pt x="169722" y="115593"/>
                  <a:pt x="174582" y="114112"/>
                  <a:pt x="178607" y="111150"/>
                </a:cubicBezTo>
                <a:cubicBezTo>
                  <a:pt x="182633" y="108187"/>
                  <a:pt x="185825" y="103456"/>
                  <a:pt x="188182" y="96960"/>
                </a:cubicBezTo>
                <a:moveTo>
                  <a:pt x="137201" y="71598"/>
                </a:moveTo>
                <a:lnTo>
                  <a:pt x="188355" y="71598"/>
                </a:lnTo>
                <a:cubicBezTo>
                  <a:pt x="187665" y="64018"/>
                  <a:pt x="185710" y="58333"/>
                  <a:pt x="182489" y="54543"/>
                </a:cubicBezTo>
                <a:cubicBezTo>
                  <a:pt x="177543" y="48661"/>
                  <a:pt x="171131" y="45719"/>
                  <a:pt x="163252" y="45719"/>
                </a:cubicBezTo>
                <a:cubicBezTo>
                  <a:pt x="156121" y="45719"/>
                  <a:pt x="150126" y="48067"/>
                  <a:pt x="145267" y="52763"/>
                </a:cubicBezTo>
                <a:cubicBezTo>
                  <a:pt x="140407" y="57458"/>
                  <a:pt x="137718" y="63736"/>
                  <a:pt x="137201" y="71598"/>
                </a:cubicBezTo>
                <a:close/>
                <a:moveTo>
                  <a:pt x="223342" y="161657"/>
                </a:moveTo>
                <a:lnTo>
                  <a:pt x="223342" y="34850"/>
                </a:lnTo>
                <a:lnTo>
                  <a:pt x="237490" y="34850"/>
                </a:lnTo>
                <a:lnTo>
                  <a:pt x="237490" y="46668"/>
                </a:lnTo>
                <a:cubicBezTo>
                  <a:pt x="240825" y="42039"/>
                  <a:pt x="244592" y="38567"/>
                  <a:pt x="248790" y="36252"/>
                </a:cubicBezTo>
                <a:cubicBezTo>
                  <a:pt x="252988" y="33937"/>
                  <a:pt x="258078" y="32780"/>
                  <a:pt x="264059" y="32780"/>
                </a:cubicBezTo>
                <a:cubicBezTo>
                  <a:pt x="271880" y="32780"/>
                  <a:pt x="278781" y="34793"/>
                  <a:pt x="284762" y="38818"/>
                </a:cubicBezTo>
                <a:cubicBezTo>
                  <a:pt x="290743" y="42844"/>
                  <a:pt x="295257" y="48523"/>
                  <a:pt x="298305" y="55855"/>
                </a:cubicBezTo>
                <a:cubicBezTo>
                  <a:pt x="301353" y="63188"/>
                  <a:pt x="302877" y="71225"/>
                  <a:pt x="302877" y="79966"/>
                </a:cubicBezTo>
                <a:cubicBezTo>
                  <a:pt x="302877" y="89340"/>
                  <a:pt x="301195" y="97779"/>
                  <a:pt x="297831" y="105284"/>
                </a:cubicBezTo>
                <a:cubicBezTo>
                  <a:pt x="294466" y="112789"/>
                  <a:pt x="289578" y="118540"/>
                  <a:pt x="283166" y="122537"/>
                </a:cubicBezTo>
                <a:cubicBezTo>
                  <a:pt x="276754" y="126534"/>
                  <a:pt x="270011" y="128532"/>
                  <a:pt x="262937" y="128532"/>
                </a:cubicBezTo>
                <a:cubicBezTo>
                  <a:pt x="257761" y="128532"/>
                  <a:pt x="253118" y="127425"/>
                  <a:pt x="249006" y="125211"/>
                </a:cubicBezTo>
                <a:cubicBezTo>
                  <a:pt x="244894" y="122995"/>
                  <a:pt x="241515" y="120197"/>
                  <a:pt x="238870" y="116816"/>
                </a:cubicBezTo>
                <a:lnTo>
                  <a:pt x="238870" y="161657"/>
                </a:lnTo>
                <a:lnTo>
                  <a:pt x="223342" y="161657"/>
                </a:lnTo>
                <a:moveTo>
                  <a:pt x="237403" y="81044"/>
                </a:moveTo>
                <a:cubicBezTo>
                  <a:pt x="237403" y="92819"/>
                  <a:pt x="239790" y="101521"/>
                  <a:pt x="244563" y="107150"/>
                </a:cubicBezTo>
                <a:cubicBezTo>
                  <a:pt x="249336" y="112778"/>
                  <a:pt x="255116" y="115593"/>
                  <a:pt x="261902" y="115593"/>
                </a:cubicBezTo>
                <a:cubicBezTo>
                  <a:pt x="268803" y="115593"/>
                  <a:pt x="274712" y="112678"/>
                  <a:pt x="279629" y="106848"/>
                </a:cubicBezTo>
                <a:cubicBezTo>
                  <a:pt x="284546" y="101018"/>
                  <a:pt x="287005" y="91985"/>
                  <a:pt x="287005" y="79750"/>
                </a:cubicBezTo>
                <a:cubicBezTo>
                  <a:pt x="287005" y="68090"/>
                  <a:pt x="284604" y="59360"/>
                  <a:pt x="279802" y="53559"/>
                </a:cubicBezTo>
                <a:cubicBezTo>
                  <a:pt x="275000" y="47757"/>
                  <a:pt x="269263" y="44857"/>
                  <a:pt x="262592" y="44857"/>
                </a:cubicBezTo>
                <a:cubicBezTo>
                  <a:pt x="255979" y="44857"/>
                  <a:pt x="250127" y="47944"/>
                  <a:pt x="245038" y="54119"/>
                </a:cubicBezTo>
                <a:cubicBezTo>
                  <a:pt x="239948" y="60294"/>
                  <a:pt x="237403" y="69269"/>
                  <a:pt x="237403" y="81044"/>
                </a:cubicBezTo>
                <a:close/>
                <a:moveTo>
                  <a:pt x="320871" y="126462"/>
                </a:moveTo>
                <a:lnTo>
                  <a:pt x="320871" y="0"/>
                </a:lnTo>
                <a:lnTo>
                  <a:pt x="336398" y="0"/>
                </a:lnTo>
                <a:lnTo>
                  <a:pt x="336398" y="126462"/>
                </a:lnTo>
                <a:lnTo>
                  <a:pt x="320871" y="126462"/>
                </a:lnTo>
                <a:close/>
                <a:moveTo>
                  <a:pt x="419315" y="115151"/>
                </a:moveTo>
                <a:cubicBezTo>
                  <a:pt x="413564" y="120042"/>
                  <a:pt x="408029" y="123496"/>
                  <a:pt x="402710" y="125510"/>
                </a:cubicBezTo>
                <a:cubicBezTo>
                  <a:pt x="397390" y="127525"/>
                  <a:pt x="391682" y="128532"/>
                  <a:pt x="385586" y="128532"/>
                </a:cubicBezTo>
                <a:cubicBezTo>
                  <a:pt x="375522" y="128532"/>
                  <a:pt x="367787" y="126072"/>
                  <a:pt x="362382" y="121151"/>
                </a:cubicBezTo>
                <a:cubicBezTo>
                  <a:pt x="356976" y="116231"/>
                  <a:pt x="354273" y="109943"/>
                  <a:pt x="354273" y="102289"/>
                </a:cubicBezTo>
                <a:cubicBezTo>
                  <a:pt x="354273" y="97802"/>
                  <a:pt x="355294" y="93702"/>
                  <a:pt x="357335" y="89991"/>
                </a:cubicBezTo>
                <a:cubicBezTo>
                  <a:pt x="359377" y="86278"/>
                  <a:pt x="362051" y="83300"/>
                  <a:pt x="365358" y="81055"/>
                </a:cubicBezTo>
                <a:cubicBezTo>
                  <a:pt x="368664" y="78810"/>
                  <a:pt x="372388" y="77113"/>
                  <a:pt x="376529" y="75963"/>
                </a:cubicBezTo>
                <a:cubicBezTo>
                  <a:pt x="379577" y="75156"/>
                  <a:pt x="384177" y="74379"/>
                  <a:pt x="390331" y="73631"/>
                </a:cubicBezTo>
                <a:cubicBezTo>
                  <a:pt x="402868" y="72147"/>
                  <a:pt x="412098" y="70376"/>
                  <a:pt x="418021" y="68320"/>
                </a:cubicBezTo>
                <a:cubicBezTo>
                  <a:pt x="418079" y="66202"/>
                  <a:pt x="418108" y="64856"/>
                  <a:pt x="418108" y="64282"/>
                </a:cubicBezTo>
                <a:cubicBezTo>
                  <a:pt x="418108" y="57980"/>
                  <a:pt x="416641" y="53540"/>
                  <a:pt x="413708" y="50963"/>
                </a:cubicBezTo>
                <a:cubicBezTo>
                  <a:pt x="409740" y="47467"/>
                  <a:pt x="403845" y="45719"/>
                  <a:pt x="396024" y="45719"/>
                </a:cubicBezTo>
                <a:cubicBezTo>
                  <a:pt x="388721" y="45719"/>
                  <a:pt x="383329" y="46999"/>
                  <a:pt x="379850" y="49558"/>
                </a:cubicBezTo>
                <a:cubicBezTo>
                  <a:pt x="376371" y="52117"/>
                  <a:pt x="373797" y="56646"/>
                  <a:pt x="372129" y="63145"/>
                </a:cubicBezTo>
                <a:lnTo>
                  <a:pt x="356947" y="61074"/>
                </a:lnTo>
                <a:cubicBezTo>
                  <a:pt x="358327" y="54556"/>
                  <a:pt x="360599" y="49292"/>
                  <a:pt x="363762" y="45283"/>
                </a:cubicBezTo>
                <a:cubicBezTo>
                  <a:pt x="366925" y="41273"/>
                  <a:pt x="371497" y="38188"/>
                  <a:pt x="377478" y="36026"/>
                </a:cubicBezTo>
                <a:cubicBezTo>
                  <a:pt x="383459" y="33862"/>
                  <a:pt x="390388" y="32780"/>
                  <a:pt x="398267" y="32780"/>
                </a:cubicBezTo>
                <a:cubicBezTo>
                  <a:pt x="406088" y="32780"/>
                  <a:pt x="412443" y="33700"/>
                  <a:pt x="417331" y="35540"/>
                </a:cubicBezTo>
                <a:cubicBezTo>
                  <a:pt x="422220" y="37381"/>
                  <a:pt x="425814" y="39695"/>
                  <a:pt x="428114" y="42485"/>
                </a:cubicBezTo>
                <a:cubicBezTo>
                  <a:pt x="430415" y="45274"/>
                  <a:pt x="432025" y="48796"/>
                  <a:pt x="432945" y="53052"/>
                </a:cubicBezTo>
                <a:cubicBezTo>
                  <a:pt x="433462" y="55697"/>
                  <a:pt x="433721" y="60470"/>
                  <a:pt x="433721" y="67372"/>
                </a:cubicBezTo>
                <a:lnTo>
                  <a:pt x="433721" y="88075"/>
                </a:lnTo>
                <a:cubicBezTo>
                  <a:pt x="433721" y="102509"/>
                  <a:pt x="434052" y="111639"/>
                  <a:pt x="434713" y="115463"/>
                </a:cubicBezTo>
                <a:cubicBezTo>
                  <a:pt x="435375" y="119288"/>
                  <a:pt x="436683" y="122954"/>
                  <a:pt x="438638" y="126462"/>
                </a:cubicBezTo>
                <a:lnTo>
                  <a:pt x="422421" y="126462"/>
                </a:lnTo>
                <a:cubicBezTo>
                  <a:pt x="420811" y="123238"/>
                  <a:pt x="419775" y="119467"/>
                  <a:pt x="419315" y="115151"/>
                </a:cubicBezTo>
                <a:moveTo>
                  <a:pt x="418021" y="80397"/>
                </a:moveTo>
                <a:cubicBezTo>
                  <a:pt x="412386" y="82717"/>
                  <a:pt x="403932" y="84689"/>
                  <a:pt x="392660" y="86312"/>
                </a:cubicBezTo>
                <a:cubicBezTo>
                  <a:pt x="386277" y="87235"/>
                  <a:pt x="381762" y="88275"/>
                  <a:pt x="379117" y="89431"/>
                </a:cubicBezTo>
                <a:cubicBezTo>
                  <a:pt x="376471" y="90584"/>
                  <a:pt x="374430" y="92274"/>
                  <a:pt x="372992" y="94499"/>
                </a:cubicBezTo>
                <a:cubicBezTo>
                  <a:pt x="371554" y="96722"/>
                  <a:pt x="370835" y="99190"/>
                  <a:pt x="370835" y="101904"/>
                </a:cubicBezTo>
                <a:cubicBezTo>
                  <a:pt x="370835" y="106061"/>
                  <a:pt x="372403" y="109525"/>
                  <a:pt x="375537" y="112298"/>
                </a:cubicBezTo>
                <a:cubicBezTo>
                  <a:pt x="378671" y="115070"/>
                  <a:pt x="383257" y="116455"/>
                  <a:pt x="389296" y="116455"/>
                </a:cubicBezTo>
                <a:cubicBezTo>
                  <a:pt x="395277" y="116455"/>
                  <a:pt x="400596" y="115141"/>
                  <a:pt x="405254" y="112511"/>
                </a:cubicBezTo>
                <a:cubicBezTo>
                  <a:pt x="409913" y="109882"/>
                  <a:pt x="413334" y="106285"/>
                  <a:pt x="415520" y="101720"/>
                </a:cubicBezTo>
                <a:cubicBezTo>
                  <a:pt x="417187" y="98194"/>
                  <a:pt x="418021" y="92993"/>
                  <a:pt x="418021" y="86118"/>
                </a:cubicBezTo>
                <a:lnTo>
                  <a:pt x="418021" y="80397"/>
                </a:lnTo>
                <a:close/>
                <a:moveTo>
                  <a:pt x="517189" y="92819"/>
                </a:moveTo>
                <a:lnTo>
                  <a:pt x="532457" y="94803"/>
                </a:lnTo>
                <a:cubicBezTo>
                  <a:pt x="530790" y="105354"/>
                  <a:pt x="526519" y="113614"/>
                  <a:pt x="519647" y="119582"/>
                </a:cubicBezTo>
                <a:cubicBezTo>
                  <a:pt x="512775" y="125549"/>
                  <a:pt x="504335" y="128532"/>
                  <a:pt x="494329" y="128532"/>
                </a:cubicBezTo>
                <a:cubicBezTo>
                  <a:pt x="481792" y="128532"/>
                  <a:pt x="471714" y="124435"/>
                  <a:pt x="464094" y="116240"/>
                </a:cubicBezTo>
                <a:cubicBezTo>
                  <a:pt x="456474" y="108045"/>
                  <a:pt x="452664" y="96298"/>
                  <a:pt x="452664" y="81001"/>
                </a:cubicBezTo>
                <a:cubicBezTo>
                  <a:pt x="452664" y="71110"/>
                  <a:pt x="454303" y="62455"/>
                  <a:pt x="457581" y="55036"/>
                </a:cubicBezTo>
                <a:cubicBezTo>
                  <a:pt x="460859" y="47617"/>
                  <a:pt x="465848" y="42053"/>
                  <a:pt x="472548" y="38344"/>
                </a:cubicBezTo>
                <a:cubicBezTo>
                  <a:pt x="479247" y="34635"/>
                  <a:pt x="486537" y="32780"/>
                  <a:pt x="494415" y="32780"/>
                </a:cubicBezTo>
                <a:cubicBezTo>
                  <a:pt x="504364" y="32780"/>
                  <a:pt x="512502" y="35304"/>
                  <a:pt x="518828" y="40352"/>
                </a:cubicBezTo>
                <a:cubicBezTo>
                  <a:pt x="525154" y="45399"/>
                  <a:pt x="529208" y="52565"/>
                  <a:pt x="530991" y="61851"/>
                </a:cubicBezTo>
                <a:lnTo>
                  <a:pt x="515895" y="64180"/>
                </a:lnTo>
                <a:cubicBezTo>
                  <a:pt x="514457" y="58055"/>
                  <a:pt x="511912" y="53447"/>
                  <a:pt x="508260" y="50356"/>
                </a:cubicBezTo>
                <a:cubicBezTo>
                  <a:pt x="504609" y="47265"/>
                  <a:pt x="500195" y="45719"/>
                  <a:pt x="495019" y="45719"/>
                </a:cubicBezTo>
                <a:cubicBezTo>
                  <a:pt x="487198" y="45719"/>
                  <a:pt x="480843" y="48510"/>
                  <a:pt x="475955" y="54090"/>
                </a:cubicBezTo>
                <a:cubicBezTo>
                  <a:pt x="471067" y="59668"/>
                  <a:pt x="468623" y="68495"/>
                  <a:pt x="468623" y="80570"/>
                </a:cubicBezTo>
                <a:cubicBezTo>
                  <a:pt x="468623" y="92817"/>
                  <a:pt x="470980" y="101717"/>
                  <a:pt x="475696" y="107268"/>
                </a:cubicBezTo>
                <a:cubicBezTo>
                  <a:pt x="480412" y="112818"/>
                  <a:pt x="486565" y="115593"/>
                  <a:pt x="494156" y="115593"/>
                </a:cubicBezTo>
                <a:cubicBezTo>
                  <a:pt x="500252" y="115593"/>
                  <a:pt x="505342" y="113731"/>
                  <a:pt x="509425" y="110007"/>
                </a:cubicBezTo>
                <a:cubicBezTo>
                  <a:pt x="513508" y="106283"/>
                  <a:pt x="516096" y="100554"/>
                  <a:pt x="517189" y="92819"/>
                </a:cubicBezTo>
                <a:close/>
                <a:moveTo>
                  <a:pt x="609515" y="96960"/>
                </a:moveTo>
                <a:lnTo>
                  <a:pt x="625559" y="98944"/>
                </a:lnTo>
                <a:cubicBezTo>
                  <a:pt x="623029" y="108318"/>
                  <a:pt x="618342" y="115593"/>
                  <a:pt x="611499" y="120768"/>
                </a:cubicBezTo>
                <a:cubicBezTo>
                  <a:pt x="604655" y="125944"/>
                  <a:pt x="595914" y="128532"/>
                  <a:pt x="585275" y="128532"/>
                </a:cubicBezTo>
                <a:cubicBezTo>
                  <a:pt x="571875" y="128532"/>
                  <a:pt x="561250" y="124406"/>
                  <a:pt x="553400" y="116153"/>
                </a:cubicBezTo>
                <a:cubicBezTo>
                  <a:pt x="545550" y="107901"/>
                  <a:pt x="541625" y="96327"/>
                  <a:pt x="541625" y="81432"/>
                </a:cubicBezTo>
                <a:cubicBezTo>
                  <a:pt x="541625" y="66020"/>
                  <a:pt x="545594" y="54058"/>
                  <a:pt x="553530" y="45547"/>
                </a:cubicBezTo>
                <a:cubicBezTo>
                  <a:pt x="561466" y="37036"/>
                  <a:pt x="571760" y="32780"/>
                  <a:pt x="584412" y="32780"/>
                </a:cubicBezTo>
                <a:cubicBezTo>
                  <a:pt x="596661" y="32780"/>
                  <a:pt x="606668" y="36943"/>
                  <a:pt x="614432" y="45269"/>
                </a:cubicBezTo>
                <a:cubicBezTo>
                  <a:pt x="622195" y="53594"/>
                  <a:pt x="626077" y="65306"/>
                  <a:pt x="626077" y="80405"/>
                </a:cubicBezTo>
                <a:cubicBezTo>
                  <a:pt x="626077" y="81324"/>
                  <a:pt x="626048" y="82701"/>
                  <a:pt x="625991" y="84538"/>
                </a:cubicBezTo>
                <a:lnTo>
                  <a:pt x="557670" y="84538"/>
                </a:lnTo>
                <a:cubicBezTo>
                  <a:pt x="558245" y="94573"/>
                  <a:pt x="561092" y="102258"/>
                  <a:pt x="566210" y="107592"/>
                </a:cubicBezTo>
                <a:cubicBezTo>
                  <a:pt x="571329" y="112926"/>
                  <a:pt x="577712" y="115593"/>
                  <a:pt x="585361" y="115593"/>
                </a:cubicBezTo>
                <a:cubicBezTo>
                  <a:pt x="591054" y="115593"/>
                  <a:pt x="595914" y="114112"/>
                  <a:pt x="599939" y="111150"/>
                </a:cubicBezTo>
                <a:cubicBezTo>
                  <a:pt x="603965" y="108187"/>
                  <a:pt x="607157" y="103456"/>
                  <a:pt x="609515" y="96960"/>
                </a:cubicBezTo>
                <a:moveTo>
                  <a:pt x="558533" y="71598"/>
                </a:moveTo>
                <a:lnTo>
                  <a:pt x="609687" y="71598"/>
                </a:lnTo>
                <a:cubicBezTo>
                  <a:pt x="608997" y="64018"/>
                  <a:pt x="607042" y="58333"/>
                  <a:pt x="603821" y="54543"/>
                </a:cubicBezTo>
                <a:cubicBezTo>
                  <a:pt x="598875" y="48661"/>
                  <a:pt x="592463" y="45719"/>
                  <a:pt x="584584" y="45719"/>
                </a:cubicBezTo>
                <a:cubicBezTo>
                  <a:pt x="577453" y="45719"/>
                  <a:pt x="571458" y="48067"/>
                  <a:pt x="566599" y="52763"/>
                </a:cubicBezTo>
                <a:cubicBezTo>
                  <a:pt x="561739" y="57458"/>
                  <a:pt x="559051" y="63736"/>
                  <a:pt x="558533" y="71598"/>
                </a:cubicBezTo>
                <a:close/>
                <a:moveTo>
                  <a:pt x="644675" y="126462"/>
                </a:moveTo>
                <a:lnTo>
                  <a:pt x="644675" y="34850"/>
                </a:lnTo>
                <a:lnTo>
                  <a:pt x="658563" y="34850"/>
                </a:lnTo>
                <a:lnTo>
                  <a:pt x="658563" y="47617"/>
                </a:lnTo>
                <a:cubicBezTo>
                  <a:pt x="661438" y="43157"/>
                  <a:pt x="665263" y="39569"/>
                  <a:pt x="670036" y="36853"/>
                </a:cubicBezTo>
                <a:cubicBezTo>
                  <a:pt x="674809" y="34138"/>
                  <a:pt x="680244" y="32780"/>
                  <a:pt x="686340" y="32780"/>
                </a:cubicBezTo>
                <a:cubicBezTo>
                  <a:pt x="693126" y="32780"/>
                  <a:pt x="698690" y="34182"/>
                  <a:pt x="703032" y="36985"/>
                </a:cubicBezTo>
                <a:cubicBezTo>
                  <a:pt x="707374" y="39787"/>
                  <a:pt x="710436" y="43705"/>
                  <a:pt x="712219" y="48739"/>
                </a:cubicBezTo>
                <a:cubicBezTo>
                  <a:pt x="719465" y="38100"/>
                  <a:pt x="728896" y="32780"/>
                  <a:pt x="740513" y="32780"/>
                </a:cubicBezTo>
                <a:cubicBezTo>
                  <a:pt x="749599" y="32780"/>
                  <a:pt x="756587" y="35296"/>
                  <a:pt x="761475" y="40328"/>
                </a:cubicBezTo>
                <a:cubicBezTo>
                  <a:pt x="766363" y="45360"/>
                  <a:pt x="768807" y="53109"/>
                  <a:pt x="768807" y="63576"/>
                </a:cubicBezTo>
                <a:lnTo>
                  <a:pt x="768807" y="126462"/>
                </a:lnTo>
                <a:lnTo>
                  <a:pt x="753366" y="126462"/>
                </a:lnTo>
                <a:lnTo>
                  <a:pt x="753366" y="68690"/>
                </a:lnTo>
                <a:cubicBezTo>
                  <a:pt x="753366" y="62472"/>
                  <a:pt x="752863" y="57996"/>
                  <a:pt x="751857" y="55262"/>
                </a:cubicBezTo>
                <a:cubicBezTo>
                  <a:pt x="750850" y="52527"/>
                  <a:pt x="749024" y="50325"/>
                  <a:pt x="746379" y="48655"/>
                </a:cubicBezTo>
                <a:cubicBezTo>
                  <a:pt x="743733" y="46986"/>
                  <a:pt x="740628" y="46151"/>
                  <a:pt x="737062" y="46151"/>
                </a:cubicBezTo>
                <a:cubicBezTo>
                  <a:pt x="730621" y="46151"/>
                  <a:pt x="725273" y="48296"/>
                  <a:pt x="721017" y="52585"/>
                </a:cubicBezTo>
                <a:cubicBezTo>
                  <a:pt x="716762" y="56873"/>
                  <a:pt x="714634" y="63739"/>
                  <a:pt x="714634" y="73181"/>
                </a:cubicBezTo>
                <a:lnTo>
                  <a:pt x="714634" y="126462"/>
                </a:lnTo>
                <a:lnTo>
                  <a:pt x="699107" y="126462"/>
                </a:lnTo>
                <a:lnTo>
                  <a:pt x="699107" y="66876"/>
                </a:lnTo>
                <a:cubicBezTo>
                  <a:pt x="699107" y="59967"/>
                  <a:pt x="697841" y="54786"/>
                  <a:pt x="695311" y="51332"/>
                </a:cubicBezTo>
                <a:cubicBezTo>
                  <a:pt x="692781" y="47878"/>
                  <a:pt x="688640" y="46151"/>
                  <a:pt x="682889" y="46151"/>
                </a:cubicBezTo>
                <a:cubicBezTo>
                  <a:pt x="678518" y="46151"/>
                  <a:pt x="674479" y="47303"/>
                  <a:pt x="670769" y="49607"/>
                </a:cubicBezTo>
                <a:cubicBezTo>
                  <a:pt x="667060" y="51909"/>
                  <a:pt x="664371" y="55277"/>
                  <a:pt x="662704" y="59710"/>
                </a:cubicBezTo>
                <a:cubicBezTo>
                  <a:pt x="661036" y="64142"/>
                  <a:pt x="660202" y="70532"/>
                  <a:pt x="660202" y="78880"/>
                </a:cubicBezTo>
                <a:lnTo>
                  <a:pt x="660202" y="126462"/>
                </a:lnTo>
                <a:lnTo>
                  <a:pt x="644675" y="126462"/>
                </a:lnTo>
                <a:close/>
                <a:moveTo>
                  <a:pt x="858525" y="96960"/>
                </a:moveTo>
                <a:lnTo>
                  <a:pt x="874570" y="98944"/>
                </a:lnTo>
                <a:cubicBezTo>
                  <a:pt x="872040" y="108318"/>
                  <a:pt x="867353" y="115593"/>
                  <a:pt x="860509" y="120768"/>
                </a:cubicBezTo>
                <a:cubicBezTo>
                  <a:pt x="853666" y="125944"/>
                  <a:pt x="844925" y="128532"/>
                  <a:pt x="834285" y="128532"/>
                </a:cubicBezTo>
                <a:cubicBezTo>
                  <a:pt x="820886" y="128532"/>
                  <a:pt x="810261" y="124406"/>
                  <a:pt x="802411" y="116153"/>
                </a:cubicBezTo>
                <a:cubicBezTo>
                  <a:pt x="794561" y="107901"/>
                  <a:pt x="790636" y="96327"/>
                  <a:pt x="790636" y="81432"/>
                </a:cubicBezTo>
                <a:cubicBezTo>
                  <a:pt x="790636" y="66020"/>
                  <a:pt x="794604" y="54058"/>
                  <a:pt x="802541" y="45547"/>
                </a:cubicBezTo>
                <a:cubicBezTo>
                  <a:pt x="810477" y="37036"/>
                  <a:pt x="820771" y="32780"/>
                  <a:pt x="833423" y="32780"/>
                </a:cubicBezTo>
                <a:cubicBezTo>
                  <a:pt x="845672" y="32780"/>
                  <a:pt x="855679" y="36943"/>
                  <a:pt x="863442" y="45269"/>
                </a:cubicBezTo>
                <a:cubicBezTo>
                  <a:pt x="871206" y="53594"/>
                  <a:pt x="875088" y="65306"/>
                  <a:pt x="875088" y="80405"/>
                </a:cubicBezTo>
                <a:cubicBezTo>
                  <a:pt x="875088" y="81324"/>
                  <a:pt x="875059" y="82701"/>
                  <a:pt x="875002" y="84538"/>
                </a:cubicBezTo>
                <a:lnTo>
                  <a:pt x="806681" y="84538"/>
                </a:lnTo>
                <a:cubicBezTo>
                  <a:pt x="807256" y="94573"/>
                  <a:pt x="810103" y="102258"/>
                  <a:pt x="815221" y="107592"/>
                </a:cubicBezTo>
                <a:cubicBezTo>
                  <a:pt x="820340" y="112926"/>
                  <a:pt x="826723" y="115593"/>
                  <a:pt x="834372" y="115593"/>
                </a:cubicBezTo>
                <a:cubicBezTo>
                  <a:pt x="840065" y="115593"/>
                  <a:pt x="844925" y="114112"/>
                  <a:pt x="848950" y="111150"/>
                </a:cubicBezTo>
                <a:cubicBezTo>
                  <a:pt x="852976" y="108187"/>
                  <a:pt x="856168" y="103456"/>
                  <a:pt x="858525" y="96960"/>
                </a:cubicBezTo>
                <a:moveTo>
                  <a:pt x="807544" y="71598"/>
                </a:moveTo>
                <a:lnTo>
                  <a:pt x="858698" y="71598"/>
                </a:lnTo>
                <a:cubicBezTo>
                  <a:pt x="858008" y="64018"/>
                  <a:pt x="856052" y="58333"/>
                  <a:pt x="852832" y="54543"/>
                </a:cubicBezTo>
                <a:cubicBezTo>
                  <a:pt x="847886" y="48661"/>
                  <a:pt x="841474" y="45719"/>
                  <a:pt x="833595" y="45719"/>
                </a:cubicBezTo>
                <a:cubicBezTo>
                  <a:pt x="826464" y="45719"/>
                  <a:pt x="820469" y="48067"/>
                  <a:pt x="815609" y="52763"/>
                </a:cubicBezTo>
                <a:cubicBezTo>
                  <a:pt x="810750" y="57458"/>
                  <a:pt x="808061" y="63736"/>
                  <a:pt x="807544" y="71598"/>
                </a:cubicBezTo>
                <a:close/>
                <a:moveTo>
                  <a:pt x="893685" y="126462"/>
                </a:moveTo>
                <a:lnTo>
                  <a:pt x="893685" y="34850"/>
                </a:lnTo>
                <a:lnTo>
                  <a:pt x="907660" y="34850"/>
                </a:lnTo>
                <a:lnTo>
                  <a:pt x="907660" y="47790"/>
                </a:lnTo>
                <a:cubicBezTo>
                  <a:pt x="914389" y="37783"/>
                  <a:pt x="924108" y="32780"/>
                  <a:pt x="936817" y="32780"/>
                </a:cubicBezTo>
                <a:cubicBezTo>
                  <a:pt x="942338" y="32780"/>
                  <a:pt x="947413" y="33772"/>
                  <a:pt x="952042" y="35756"/>
                </a:cubicBezTo>
                <a:cubicBezTo>
                  <a:pt x="956672" y="37740"/>
                  <a:pt x="960137" y="40342"/>
                  <a:pt x="962437" y="43563"/>
                </a:cubicBezTo>
                <a:cubicBezTo>
                  <a:pt x="964738" y="46783"/>
                  <a:pt x="966348" y="50608"/>
                  <a:pt x="967268" y="55036"/>
                </a:cubicBezTo>
                <a:cubicBezTo>
                  <a:pt x="967843" y="57911"/>
                  <a:pt x="968131" y="62943"/>
                  <a:pt x="968131" y="70132"/>
                </a:cubicBezTo>
                <a:lnTo>
                  <a:pt x="968131" y="126462"/>
                </a:lnTo>
                <a:lnTo>
                  <a:pt x="952603" y="126462"/>
                </a:lnTo>
                <a:lnTo>
                  <a:pt x="952603" y="70676"/>
                </a:lnTo>
                <a:cubicBezTo>
                  <a:pt x="952603" y="64343"/>
                  <a:pt x="951999" y="59608"/>
                  <a:pt x="950792" y="56470"/>
                </a:cubicBezTo>
                <a:cubicBezTo>
                  <a:pt x="949584" y="53332"/>
                  <a:pt x="947442" y="50828"/>
                  <a:pt x="944365" y="48957"/>
                </a:cubicBezTo>
                <a:cubicBezTo>
                  <a:pt x="941288" y="47086"/>
                  <a:pt x="937680" y="46151"/>
                  <a:pt x="933539" y="46151"/>
                </a:cubicBezTo>
                <a:cubicBezTo>
                  <a:pt x="926925" y="46151"/>
                  <a:pt x="921218" y="48253"/>
                  <a:pt x="916416" y="52456"/>
                </a:cubicBezTo>
                <a:cubicBezTo>
                  <a:pt x="911614" y="56658"/>
                  <a:pt x="909213" y="64631"/>
                  <a:pt x="909213" y="76375"/>
                </a:cubicBezTo>
                <a:lnTo>
                  <a:pt x="909213" y="126462"/>
                </a:lnTo>
                <a:lnTo>
                  <a:pt x="893685" y="126462"/>
                </a:lnTo>
                <a:close/>
                <a:moveTo>
                  <a:pt x="1025460" y="112746"/>
                </a:moveTo>
                <a:lnTo>
                  <a:pt x="1027703" y="126462"/>
                </a:lnTo>
                <a:cubicBezTo>
                  <a:pt x="1023332" y="127267"/>
                  <a:pt x="1019422" y="127669"/>
                  <a:pt x="1015971" y="127669"/>
                </a:cubicBezTo>
                <a:cubicBezTo>
                  <a:pt x="1010335" y="127669"/>
                  <a:pt x="1005964" y="126778"/>
                  <a:pt x="1002859" y="124995"/>
                </a:cubicBezTo>
                <a:cubicBezTo>
                  <a:pt x="999754" y="123213"/>
                  <a:pt x="997568" y="120869"/>
                  <a:pt x="996303" y="117965"/>
                </a:cubicBezTo>
                <a:cubicBezTo>
                  <a:pt x="995038" y="115061"/>
                  <a:pt x="994405" y="108950"/>
                  <a:pt x="994405" y="99634"/>
                </a:cubicBezTo>
                <a:lnTo>
                  <a:pt x="994405" y="46927"/>
                </a:lnTo>
                <a:lnTo>
                  <a:pt x="983018" y="46927"/>
                </a:lnTo>
                <a:lnTo>
                  <a:pt x="983018" y="34850"/>
                </a:lnTo>
                <a:lnTo>
                  <a:pt x="994405" y="34850"/>
                </a:lnTo>
                <a:lnTo>
                  <a:pt x="994405" y="12101"/>
                </a:lnTo>
                <a:lnTo>
                  <a:pt x="1009846" y="2760"/>
                </a:lnTo>
                <a:lnTo>
                  <a:pt x="1009846" y="34850"/>
                </a:lnTo>
                <a:lnTo>
                  <a:pt x="1025460" y="34850"/>
                </a:lnTo>
                <a:lnTo>
                  <a:pt x="1025460" y="46927"/>
                </a:lnTo>
                <a:lnTo>
                  <a:pt x="1009846" y="46927"/>
                </a:lnTo>
                <a:lnTo>
                  <a:pt x="1009846" y="100497"/>
                </a:lnTo>
                <a:cubicBezTo>
                  <a:pt x="1009846" y="104925"/>
                  <a:pt x="1010119" y="107771"/>
                  <a:pt x="1010666" y="109037"/>
                </a:cubicBezTo>
                <a:cubicBezTo>
                  <a:pt x="1011212" y="110302"/>
                  <a:pt x="1012104" y="111308"/>
                  <a:pt x="1013340" y="112056"/>
                </a:cubicBezTo>
                <a:cubicBezTo>
                  <a:pt x="1014576" y="112803"/>
                  <a:pt x="1016345" y="113177"/>
                  <a:pt x="1018645" y="113177"/>
                </a:cubicBezTo>
                <a:cubicBezTo>
                  <a:pt x="1020370" y="113177"/>
                  <a:pt x="1022642" y="113033"/>
                  <a:pt x="1025460" y="1127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CF74A3-D77D-4E6C-906F-8E0390A7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418" y="3585360"/>
            <a:ext cx="2547835" cy="546213"/>
          </a:xfrm>
          <a:custGeom xmlns:a="http://schemas.openxmlformats.org/drawingml/2006/main">
            <a:pathLst>
              <a:path w="2547835" h="546213">
                <a:moveTo>
                  <a:pt x="2547835" y="0"/>
                </a:moveTo>
                <a:lnTo>
                  <a:pt x="2547835" y="546213"/>
                </a:lnTo>
                <a:lnTo>
                  <a:pt x="0" y="546213"/>
                </a:lnTo>
                <a:lnTo>
                  <a:pt x="0" y="0"/>
                </a:lnTo>
                <a:lnTo>
                  <a:pt x="254783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SystematicTesting">
            <a:extLst xmlns:a="http://schemas.openxmlformats.org/drawingml/2006/main">
              <a:ext uri="{FF2B5EF4-FFF2-40B4-BE49-F238E27FC236}">
                <a16:creationId xmlns:a16="http://schemas.microsoft.com/office/drawing/2014/main" id="{152739A1-BE2C-4342-978B-B6A5FC47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474" y="3701570"/>
            <a:ext cx="1900921" cy="199964"/>
          </a:xfrm>
          <a:custGeom xmlns:a="http://schemas.openxmlformats.org/drawingml/2006/main">
            <a:pathLst>
              <a:path w="1900921" h="199964">
                <a:moveTo>
                  <a:pt x="0" y="105594"/>
                </a:moveTo>
                <a:lnTo>
                  <a:pt x="29932" y="102684"/>
                </a:lnTo>
                <a:cubicBezTo>
                  <a:pt x="31734" y="112768"/>
                  <a:pt x="35389" y="120174"/>
                  <a:pt x="40897" y="124903"/>
                </a:cubicBezTo>
                <a:cubicBezTo>
                  <a:pt x="46405" y="129630"/>
                  <a:pt x="53837" y="131993"/>
                  <a:pt x="63190" y="131993"/>
                </a:cubicBezTo>
                <a:cubicBezTo>
                  <a:pt x="73098" y="131993"/>
                  <a:pt x="80564" y="129891"/>
                  <a:pt x="85588" y="125686"/>
                </a:cubicBezTo>
                <a:cubicBezTo>
                  <a:pt x="90611" y="121481"/>
                  <a:pt x="93123" y="116562"/>
                  <a:pt x="93123" y="110931"/>
                </a:cubicBezTo>
                <a:cubicBezTo>
                  <a:pt x="93123" y="107317"/>
                  <a:pt x="92066" y="104242"/>
                  <a:pt x="89953" y="101707"/>
                </a:cubicBezTo>
                <a:cubicBezTo>
                  <a:pt x="87839" y="99169"/>
                  <a:pt x="84150" y="96962"/>
                  <a:pt x="78884" y="95084"/>
                </a:cubicBezTo>
                <a:cubicBezTo>
                  <a:pt x="75281" y="93835"/>
                  <a:pt x="67070" y="91613"/>
                  <a:pt x="54252" y="88420"/>
                </a:cubicBezTo>
                <a:cubicBezTo>
                  <a:pt x="37762" y="84323"/>
                  <a:pt x="26191" y="79289"/>
                  <a:pt x="19539" y="73317"/>
                </a:cubicBezTo>
                <a:cubicBezTo>
                  <a:pt x="10185" y="64916"/>
                  <a:pt x="5508" y="54676"/>
                  <a:pt x="5508" y="42596"/>
                </a:cubicBezTo>
                <a:cubicBezTo>
                  <a:pt x="5508" y="34820"/>
                  <a:pt x="7708" y="27548"/>
                  <a:pt x="12108" y="20780"/>
                </a:cubicBezTo>
                <a:cubicBezTo>
                  <a:pt x="16508" y="14009"/>
                  <a:pt x="22848" y="8854"/>
                  <a:pt x="31127" y="5313"/>
                </a:cubicBezTo>
                <a:cubicBezTo>
                  <a:pt x="39407" y="1771"/>
                  <a:pt x="49402" y="0"/>
                  <a:pt x="61112" y="0"/>
                </a:cubicBezTo>
                <a:cubicBezTo>
                  <a:pt x="80235" y="0"/>
                  <a:pt x="94630" y="4211"/>
                  <a:pt x="104295" y="12634"/>
                </a:cubicBezTo>
                <a:cubicBezTo>
                  <a:pt x="113961" y="21055"/>
                  <a:pt x="119036" y="32295"/>
                  <a:pt x="119521" y="46353"/>
                </a:cubicBezTo>
                <a:lnTo>
                  <a:pt x="88758" y="47601"/>
                </a:lnTo>
                <a:cubicBezTo>
                  <a:pt x="87441" y="39771"/>
                  <a:pt x="84618" y="34141"/>
                  <a:pt x="80287" y="30712"/>
                </a:cubicBezTo>
                <a:cubicBezTo>
                  <a:pt x="75957" y="27282"/>
                  <a:pt x="69461" y="25567"/>
                  <a:pt x="60800" y="25567"/>
                </a:cubicBezTo>
                <a:cubicBezTo>
                  <a:pt x="51862" y="25567"/>
                  <a:pt x="44864" y="27404"/>
                  <a:pt x="39806" y="31079"/>
                </a:cubicBezTo>
                <a:cubicBezTo>
                  <a:pt x="36549" y="33435"/>
                  <a:pt x="34921" y="36588"/>
                  <a:pt x="34921" y="40540"/>
                </a:cubicBezTo>
                <a:cubicBezTo>
                  <a:pt x="34921" y="44145"/>
                  <a:pt x="36445" y="47229"/>
                  <a:pt x="39494" y="49793"/>
                </a:cubicBezTo>
                <a:cubicBezTo>
                  <a:pt x="43374" y="53052"/>
                  <a:pt x="52797" y="56451"/>
                  <a:pt x="67763" y="59991"/>
                </a:cubicBezTo>
                <a:cubicBezTo>
                  <a:pt x="82729" y="63531"/>
                  <a:pt x="93798" y="67194"/>
                  <a:pt x="100969" y="70979"/>
                </a:cubicBezTo>
                <a:cubicBezTo>
                  <a:pt x="108141" y="74761"/>
                  <a:pt x="113753" y="79933"/>
                  <a:pt x="117806" y="86494"/>
                </a:cubicBezTo>
                <a:cubicBezTo>
                  <a:pt x="121860" y="93052"/>
                  <a:pt x="123886" y="101157"/>
                  <a:pt x="123886" y="110807"/>
                </a:cubicBezTo>
                <a:cubicBezTo>
                  <a:pt x="123886" y="119553"/>
                  <a:pt x="121461" y="127744"/>
                  <a:pt x="116611" y="135381"/>
                </a:cubicBezTo>
                <a:cubicBezTo>
                  <a:pt x="111761" y="143017"/>
                  <a:pt x="104902" y="148692"/>
                  <a:pt x="96033" y="152406"/>
                </a:cubicBezTo>
                <a:cubicBezTo>
                  <a:pt x="87164" y="156119"/>
                  <a:pt x="76113" y="157976"/>
                  <a:pt x="62879" y="157976"/>
                </a:cubicBezTo>
                <a:cubicBezTo>
                  <a:pt x="43617" y="157976"/>
                  <a:pt x="28824" y="153516"/>
                  <a:pt x="18500" y="144595"/>
                </a:cubicBezTo>
                <a:cubicBezTo>
                  <a:pt x="8176" y="135674"/>
                  <a:pt x="2009" y="122674"/>
                  <a:pt x="0" y="105594"/>
                </a:cubicBezTo>
                <a:close/>
                <a:moveTo>
                  <a:pt x="136375" y="44691"/>
                </a:moveTo>
                <a:lnTo>
                  <a:pt x="167450" y="44691"/>
                </a:lnTo>
                <a:lnTo>
                  <a:pt x="193849" y="123130"/>
                </a:lnTo>
                <a:lnTo>
                  <a:pt x="219624" y="44691"/>
                </a:lnTo>
                <a:lnTo>
                  <a:pt x="249868" y="44691"/>
                </a:lnTo>
                <a:lnTo>
                  <a:pt x="210894" y="150944"/>
                </a:lnTo>
                <a:lnTo>
                  <a:pt x="203930" y="170240"/>
                </a:lnTo>
                <a:cubicBezTo>
                  <a:pt x="201367" y="176684"/>
                  <a:pt x="198924" y="181603"/>
                  <a:pt x="196603" y="184998"/>
                </a:cubicBezTo>
                <a:cubicBezTo>
                  <a:pt x="194282" y="188393"/>
                  <a:pt x="191614" y="191147"/>
                  <a:pt x="188600" y="193261"/>
                </a:cubicBezTo>
                <a:cubicBezTo>
                  <a:pt x="185586" y="195374"/>
                  <a:pt x="181879" y="197020"/>
                  <a:pt x="177480" y="198197"/>
                </a:cubicBezTo>
                <a:cubicBezTo>
                  <a:pt x="173080" y="199375"/>
                  <a:pt x="168109" y="199964"/>
                  <a:pt x="162566" y="199964"/>
                </a:cubicBezTo>
                <a:cubicBezTo>
                  <a:pt x="156953" y="199964"/>
                  <a:pt x="151445" y="199375"/>
                  <a:pt x="146040" y="198197"/>
                </a:cubicBezTo>
                <a:lnTo>
                  <a:pt x="143442" y="175332"/>
                </a:lnTo>
                <a:cubicBezTo>
                  <a:pt x="148015" y="176233"/>
                  <a:pt x="152138" y="176684"/>
                  <a:pt x="155810" y="176684"/>
                </a:cubicBezTo>
                <a:cubicBezTo>
                  <a:pt x="162600" y="176684"/>
                  <a:pt x="167624" y="174692"/>
                  <a:pt x="170880" y="170708"/>
                </a:cubicBezTo>
                <a:cubicBezTo>
                  <a:pt x="174137" y="166723"/>
                  <a:pt x="176631" y="161648"/>
                  <a:pt x="178363" y="155482"/>
                </a:cubicBezTo>
                <a:lnTo>
                  <a:pt x="136375" y="44691"/>
                </a:lnTo>
                <a:close/>
                <a:moveTo>
                  <a:pt x="252720" y="123678"/>
                </a:moveTo>
                <a:lnTo>
                  <a:pt x="282029" y="119106"/>
                </a:lnTo>
                <a:cubicBezTo>
                  <a:pt x="283276" y="124752"/>
                  <a:pt x="285805" y="129040"/>
                  <a:pt x="289616" y="131967"/>
                </a:cubicBezTo>
                <a:cubicBezTo>
                  <a:pt x="293427" y="134894"/>
                  <a:pt x="298762" y="136358"/>
                  <a:pt x="305621" y="136358"/>
                </a:cubicBezTo>
                <a:cubicBezTo>
                  <a:pt x="313173" y="136358"/>
                  <a:pt x="318855" y="134975"/>
                  <a:pt x="322666" y="132207"/>
                </a:cubicBezTo>
                <a:cubicBezTo>
                  <a:pt x="325230" y="130269"/>
                  <a:pt x="326511" y="127674"/>
                  <a:pt x="326511" y="124422"/>
                </a:cubicBezTo>
                <a:cubicBezTo>
                  <a:pt x="326511" y="122207"/>
                  <a:pt x="325818" y="120373"/>
                  <a:pt x="324433" y="118920"/>
                </a:cubicBezTo>
                <a:cubicBezTo>
                  <a:pt x="322978" y="117537"/>
                  <a:pt x="319721" y="116257"/>
                  <a:pt x="314663" y="115081"/>
                </a:cubicBezTo>
                <a:cubicBezTo>
                  <a:pt x="291105" y="109894"/>
                  <a:pt x="276174" y="105154"/>
                  <a:pt x="269869" y="100862"/>
                </a:cubicBezTo>
                <a:cubicBezTo>
                  <a:pt x="261138" y="94908"/>
                  <a:pt x="256773" y="86636"/>
                  <a:pt x="256773" y="76045"/>
                </a:cubicBezTo>
                <a:cubicBezTo>
                  <a:pt x="256773" y="66492"/>
                  <a:pt x="260549" y="58463"/>
                  <a:pt x="268102" y="51956"/>
                </a:cubicBezTo>
                <a:cubicBezTo>
                  <a:pt x="275654" y="45449"/>
                  <a:pt x="287364" y="42196"/>
                  <a:pt x="303231" y="42196"/>
                </a:cubicBezTo>
                <a:cubicBezTo>
                  <a:pt x="318335" y="42196"/>
                  <a:pt x="329560" y="44647"/>
                  <a:pt x="336905" y="49549"/>
                </a:cubicBezTo>
                <a:cubicBezTo>
                  <a:pt x="344249" y="54451"/>
                  <a:pt x="349307" y="61701"/>
                  <a:pt x="352079" y="71297"/>
                </a:cubicBezTo>
                <a:lnTo>
                  <a:pt x="324537" y="76494"/>
                </a:lnTo>
                <a:cubicBezTo>
                  <a:pt x="323359" y="72198"/>
                  <a:pt x="321124" y="68907"/>
                  <a:pt x="317833" y="66620"/>
                </a:cubicBezTo>
                <a:cubicBezTo>
                  <a:pt x="314542" y="64334"/>
                  <a:pt x="309848" y="63190"/>
                  <a:pt x="303750" y="63190"/>
                </a:cubicBezTo>
                <a:cubicBezTo>
                  <a:pt x="296059" y="63190"/>
                  <a:pt x="290551" y="64263"/>
                  <a:pt x="287225" y="66409"/>
                </a:cubicBezTo>
                <a:cubicBezTo>
                  <a:pt x="285008" y="67929"/>
                  <a:pt x="283899" y="69900"/>
                  <a:pt x="283899" y="72323"/>
                </a:cubicBezTo>
                <a:cubicBezTo>
                  <a:pt x="283899" y="74398"/>
                  <a:pt x="284869" y="76161"/>
                  <a:pt x="286810" y="77614"/>
                </a:cubicBezTo>
                <a:cubicBezTo>
                  <a:pt x="289442" y="79552"/>
                  <a:pt x="298536" y="82286"/>
                  <a:pt x="314092" y="85815"/>
                </a:cubicBezTo>
                <a:cubicBezTo>
                  <a:pt x="329647" y="89344"/>
                  <a:pt x="340507" y="93674"/>
                  <a:pt x="346674" y="98803"/>
                </a:cubicBezTo>
                <a:cubicBezTo>
                  <a:pt x="352771" y="104004"/>
                  <a:pt x="355820" y="111249"/>
                  <a:pt x="355820" y="120538"/>
                </a:cubicBezTo>
                <a:cubicBezTo>
                  <a:pt x="355820" y="130660"/>
                  <a:pt x="351594" y="139361"/>
                  <a:pt x="343140" y="146641"/>
                </a:cubicBezTo>
                <a:cubicBezTo>
                  <a:pt x="334687" y="153920"/>
                  <a:pt x="322181" y="157560"/>
                  <a:pt x="305621" y="157560"/>
                </a:cubicBezTo>
                <a:cubicBezTo>
                  <a:pt x="290586" y="157560"/>
                  <a:pt x="278686" y="154521"/>
                  <a:pt x="269921" y="148443"/>
                </a:cubicBezTo>
                <a:cubicBezTo>
                  <a:pt x="261156" y="142363"/>
                  <a:pt x="255422" y="134108"/>
                  <a:pt x="252720" y="123678"/>
                </a:cubicBezTo>
                <a:close/>
                <a:moveTo>
                  <a:pt x="432820" y="44691"/>
                </a:moveTo>
                <a:lnTo>
                  <a:pt x="432820" y="67971"/>
                </a:lnTo>
                <a:lnTo>
                  <a:pt x="412866" y="67971"/>
                </a:lnTo>
                <a:lnTo>
                  <a:pt x="412866" y="112382"/>
                </a:lnTo>
                <a:cubicBezTo>
                  <a:pt x="412866" y="121377"/>
                  <a:pt x="413056" y="126618"/>
                  <a:pt x="413437" y="128105"/>
                </a:cubicBezTo>
                <a:cubicBezTo>
                  <a:pt x="413818" y="129591"/>
                  <a:pt x="414684" y="130818"/>
                  <a:pt x="416036" y="131788"/>
                </a:cubicBezTo>
                <a:cubicBezTo>
                  <a:pt x="417387" y="132756"/>
                  <a:pt x="419032" y="133240"/>
                  <a:pt x="420972" y="133240"/>
                </a:cubicBezTo>
                <a:cubicBezTo>
                  <a:pt x="423674" y="133240"/>
                  <a:pt x="427589" y="132305"/>
                  <a:pt x="432717" y="130434"/>
                </a:cubicBezTo>
                <a:lnTo>
                  <a:pt x="435211" y="153176"/>
                </a:lnTo>
                <a:cubicBezTo>
                  <a:pt x="428421" y="156099"/>
                  <a:pt x="420730" y="157560"/>
                  <a:pt x="412138" y="157560"/>
                </a:cubicBezTo>
                <a:cubicBezTo>
                  <a:pt x="406872" y="157560"/>
                  <a:pt x="402126" y="156677"/>
                  <a:pt x="397899" y="154910"/>
                </a:cubicBezTo>
                <a:cubicBezTo>
                  <a:pt x="393673" y="153143"/>
                  <a:pt x="390572" y="150857"/>
                  <a:pt x="388598" y="148050"/>
                </a:cubicBezTo>
                <a:cubicBezTo>
                  <a:pt x="386623" y="145244"/>
                  <a:pt x="385254" y="141451"/>
                  <a:pt x="384492" y="136670"/>
                </a:cubicBezTo>
                <a:cubicBezTo>
                  <a:pt x="383869" y="133275"/>
                  <a:pt x="383557" y="126415"/>
                  <a:pt x="383557" y="116091"/>
                </a:cubicBezTo>
                <a:lnTo>
                  <a:pt x="383557" y="67971"/>
                </a:lnTo>
                <a:lnTo>
                  <a:pt x="370150" y="67971"/>
                </a:lnTo>
                <a:lnTo>
                  <a:pt x="370150" y="44691"/>
                </a:lnTo>
                <a:lnTo>
                  <a:pt x="383557" y="44691"/>
                </a:lnTo>
                <a:lnTo>
                  <a:pt x="383557" y="22657"/>
                </a:lnTo>
                <a:lnTo>
                  <a:pt x="412866" y="5404"/>
                </a:lnTo>
                <a:lnTo>
                  <a:pt x="412866" y="44691"/>
                </a:lnTo>
                <a:lnTo>
                  <a:pt x="432820" y="44691"/>
                </a:lnTo>
                <a:close/>
                <a:moveTo>
                  <a:pt x="516365" y="119937"/>
                </a:moveTo>
                <a:lnTo>
                  <a:pt x="545466" y="124926"/>
                </a:lnTo>
                <a:cubicBezTo>
                  <a:pt x="541724" y="135561"/>
                  <a:pt x="535817" y="143659"/>
                  <a:pt x="527745" y="149220"/>
                </a:cubicBezTo>
                <a:cubicBezTo>
                  <a:pt x="519673" y="154780"/>
                  <a:pt x="509575" y="157560"/>
                  <a:pt x="497449" y="157560"/>
                </a:cubicBezTo>
                <a:cubicBezTo>
                  <a:pt x="478257" y="157560"/>
                  <a:pt x="464053" y="151290"/>
                  <a:pt x="454837" y="138749"/>
                </a:cubicBezTo>
                <a:cubicBezTo>
                  <a:pt x="447562" y="128702"/>
                  <a:pt x="443925" y="116022"/>
                  <a:pt x="443925" y="100710"/>
                </a:cubicBezTo>
                <a:cubicBezTo>
                  <a:pt x="443925" y="82418"/>
                  <a:pt x="448705" y="68092"/>
                  <a:pt x="458267" y="57734"/>
                </a:cubicBezTo>
                <a:cubicBezTo>
                  <a:pt x="467829" y="47375"/>
                  <a:pt x="479919" y="42196"/>
                  <a:pt x="494539" y="42196"/>
                </a:cubicBezTo>
                <a:cubicBezTo>
                  <a:pt x="510960" y="42196"/>
                  <a:pt x="523917" y="47618"/>
                  <a:pt x="533410" y="58461"/>
                </a:cubicBezTo>
                <a:cubicBezTo>
                  <a:pt x="542902" y="69305"/>
                  <a:pt x="547440" y="85917"/>
                  <a:pt x="547025" y="108297"/>
                </a:cubicBezTo>
                <a:lnTo>
                  <a:pt x="473857" y="108297"/>
                </a:lnTo>
                <a:cubicBezTo>
                  <a:pt x="474065" y="116958"/>
                  <a:pt x="476420" y="123696"/>
                  <a:pt x="480924" y="128511"/>
                </a:cubicBezTo>
                <a:cubicBezTo>
                  <a:pt x="485428" y="133327"/>
                  <a:pt x="491040" y="135735"/>
                  <a:pt x="497761" y="135735"/>
                </a:cubicBezTo>
                <a:cubicBezTo>
                  <a:pt x="502334" y="135735"/>
                  <a:pt x="506179" y="134487"/>
                  <a:pt x="509297" y="131993"/>
                </a:cubicBezTo>
                <a:cubicBezTo>
                  <a:pt x="512415" y="129499"/>
                  <a:pt x="514771" y="125480"/>
                  <a:pt x="516365" y="119937"/>
                </a:cubicBezTo>
                <a:moveTo>
                  <a:pt x="518028" y="90420"/>
                </a:moveTo>
                <a:cubicBezTo>
                  <a:pt x="517820" y="82002"/>
                  <a:pt x="515637" y="75602"/>
                  <a:pt x="511480" y="71219"/>
                </a:cubicBezTo>
                <a:cubicBezTo>
                  <a:pt x="507323" y="66837"/>
                  <a:pt x="502265" y="64645"/>
                  <a:pt x="496306" y="64645"/>
                </a:cubicBezTo>
                <a:cubicBezTo>
                  <a:pt x="489932" y="64645"/>
                  <a:pt x="484666" y="66957"/>
                  <a:pt x="480508" y="71580"/>
                </a:cubicBezTo>
                <a:cubicBezTo>
                  <a:pt x="476351" y="76205"/>
                  <a:pt x="474307" y="82485"/>
                  <a:pt x="474376" y="90420"/>
                </a:cubicBezTo>
                <a:lnTo>
                  <a:pt x="518028" y="90420"/>
                </a:lnTo>
                <a:close/>
                <a:moveTo>
                  <a:pt x="569461" y="44691"/>
                </a:moveTo>
                <a:lnTo>
                  <a:pt x="596379" y="44691"/>
                </a:lnTo>
                <a:lnTo>
                  <a:pt x="596379" y="59761"/>
                </a:lnTo>
                <a:cubicBezTo>
                  <a:pt x="606010" y="48051"/>
                  <a:pt x="617477" y="42196"/>
                  <a:pt x="630780" y="42196"/>
                </a:cubicBezTo>
                <a:cubicBezTo>
                  <a:pt x="637848" y="42196"/>
                  <a:pt x="643980" y="43658"/>
                  <a:pt x="649176" y="46581"/>
                </a:cubicBezTo>
                <a:cubicBezTo>
                  <a:pt x="654373" y="49504"/>
                  <a:pt x="658634" y="53924"/>
                  <a:pt x="661960" y="59842"/>
                </a:cubicBezTo>
                <a:cubicBezTo>
                  <a:pt x="666810" y="53924"/>
                  <a:pt x="672041" y="49504"/>
                  <a:pt x="677653" y="46581"/>
                </a:cubicBezTo>
                <a:cubicBezTo>
                  <a:pt x="683266" y="43658"/>
                  <a:pt x="689259" y="42196"/>
                  <a:pt x="695634" y="42196"/>
                </a:cubicBezTo>
                <a:cubicBezTo>
                  <a:pt x="703740" y="42196"/>
                  <a:pt x="710600" y="43842"/>
                  <a:pt x="716212" y="47133"/>
                </a:cubicBezTo>
                <a:cubicBezTo>
                  <a:pt x="721824" y="50424"/>
                  <a:pt x="726016" y="55257"/>
                  <a:pt x="728788" y="61631"/>
                </a:cubicBezTo>
                <a:cubicBezTo>
                  <a:pt x="730797" y="66343"/>
                  <a:pt x="731802" y="73965"/>
                  <a:pt x="731802" y="84496"/>
                </a:cubicBezTo>
                <a:lnTo>
                  <a:pt x="731802" y="155066"/>
                </a:lnTo>
                <a:lnTo>
                  <a:pt x="702597" y="155066"/>
                </a:lnTo>
                <a:lnTo>
                  <a:pt x="702597" y="92051"/>
                </a:lnTo>
                <a:cubicBezTo>
                  <a:pt x="702597" y="81116"/>
                  <a:pt x="701592" y="74058"/>
                  <a:pt x="699583" y="70875"/>
                </a:cubicBezTo>
                <a:cubicBezTo>
                  <a:pt x="696881" y="66722"/>
                  <a:pt x="692723" y="64645"/>
                  <a:pt x="687111" y="64645"/>
                </a:cubicBezTo>
                <a:cubicBezTo>
                  <a:pt x="683023" y="64645"/>
                  <a:pt x="679178" y="65891"/>
                  <a:pt x="675575" y="68384"/>
                </a:cubicBezTo>
                <a:cubicBezTo>
                  <a:pt x="671972" y="70874"/>
                  <a:pt x="669373" y="74524"/>
                  <a:pt x="667780" y="79335"/>
                </a:cubicBezTo>
                <a:cubicBezTo>
                  <a:pt x="666186" y="84144"/>
                  <a:pt x="665389" y="91740"/>
                  <a:pt x="665389" y="102122"/>
                </a:cubicBezTo>
                <a:lnTo>
                  <a:pt x="665389" y="155066"/>
                </a:lnTo>
                <a:lnTo>
                  <a:pt x="636185" y="155066"/>
                </a:lnTo>
                <a:lnTo>
                  <a:pt x="636185" y="94646"/>
                </a:lnTo>
                <a:cubicBezTo>
                  <a:pt x="636185" y="83919"/>
                  <a:pt x="635665" y="76999"/>
                  <a:pt x="634626" y="73886"/>
                </a:cubicBezTo>
                <a:cubicBezTo>
                  <a:pt x="633586" y="70770"/>
                  <a:pt x="631975" y="68451"/>
                  <a:pt x="629793" y="66929"/>
                </a:cubicBezTo>
                <a:cubicBezTo>
                  <a:pt x="627610" y="65406"/>
                  <a:pt x="624648" y="64645"/>
                  <a:pt x="620907" y="64645"/>
                </a:cubicBezTo>
                <a:cubicBezTo>
                  <a:pt x="616403" y="64645"/>
                  <a:pt x="612350" y="65857"/>
                  <a:pt x="608747" y="68280"/>
                </a:cubicBezTo>
                <a:cubicBezTo>
                  <a:pt x="605144" y="70700"/>
                  <a:pt x="602563" y="74195"/>
                  <a:pt x="601004" y="78764"/>
                </a:cubicBezTo>
                <a:cubicBezTo>
                  <a:pt x="599445" y="83333"/>
                  <a:pt x="598665" y="90911"/>
                  <a:pt x="598665" y="101499"/>
                </a:cubicBezTo>
                <a:lnTo>
                  <a:pt x="598665" y="155066"/>
                </a:lnTo>
                <a:lnTo>
                  <a:pt x="569461" y="155066"/>
                </a:lnTo>
                <a:lnTo>
                  <a:pt x="569461" y="44691"/>
                </a:lnTo>
                <a:close/>
                <a:moveTo>
                  <a:pt x="782907" y="78780"/>
                </a:moveTo>
                <a:lnTo>
                  <a:pt x="756404" y="73999"/>
                </a:lnTo>
                <a:cubicBezTo>
                  <a:pt x="759383" y="63188"/>
                  <a:pt x="764511" y="55185"/>
                  <a:pt x="771786" y="49991"/>
                </a:cubicBezTo>
                <a:cubicBezTo>
                  <a:pt x="779061" y="44794"/>
                  <a:pt x="789870" y="42196"/>
                  <a:pt x="804212" y="42196"/>
                </a:cubicBezTo>
                <a:cubicBezTo>
                  <a:pt x="817239" y="42196"/>
                  <a:pt x="826939" y="43738"/>
                  <a:pt x="833313" y="46821"/>
                </a:cubicBezTo>
                <a:cubicBezTo>
                  <a:pt x="839688" y="49904"/>
                  <a:pt x="844174" y="53819"/>
                  <a:pt x="846772" y="58565"/>
                </a:cubicBezTo>
                <a:cubicBezTo>
                  <a:pt x="849371" y="63312"/>
                  <a:pt x="850670" y="72025"/>
                  <a:pt x="850670" y="84704"/>
                </a:cubicBezTo>
                <a:lnTo>
                  <a:pt x="850358" y="118794"/>
                </a:lnTo>
                <a:cubicBezTo>
                  <a:pt x="850358" y="128494"/>
                  <a:pt x="850826" y="135648"/>
                  <a:pt x="851761" y="140256"/>
                </a:cubicBezTo>
                <a:cubicBezTo>
                  <a:pt x="852697" y="144863"/>
                  <a:pt x="854446" y="149800"/>
                  <a:pt x="857010" y="155066"/>
                </a:cubicBezTo>
                <a:lnTo>
                  <a:pt x="828117" y="155066"/>
                </a:lnTo>
                <a:cubicBezTo>
                  <a:pt x="827355" y="153126"/>
                  <a:pt x="826419" y="150250"/>
                  <a:pt x="825311" y="146440"/>
                </a:cubicBezTo>
                <a:cubicBezTo>
                  <a:pt x="824826" y="144707"/>
                  <a:pt x="824479" y="143564"/>
                  <a:pt x="824271" y="143010"/>
                </a:cubicBezTo>
                <a:cubicBezTo>
                  <a:pt x="819283" y="147860"/>
                  <a:pt x="813947" y="151498"/>
                  <a:pt x="808266" y="153923"/>
                </a:cubicBezTo>
                <a:cubicBezTo>
                  <a:pt x="802584" y="156348"/>
                  <a:pt x="796522" y="157560"/>
                  <a:pt x="790078" y="157560"/>
                </a:cubicBezTo>
                <a:cubicBezTo>
                  <a:pt x="778715" y="157560"/>
                  <a:pt x="769759" y="154490"/>
                  <a:pt x="763211" y="148349"/>
                </a:cubicBezTo>
                <a:cubicBezTo>
                  <a:pt x="756664" y="142209"/>
                  <a:pt x="753390" y="134446"/>
                  <a:pt x="753390" y="125062"/>
                </a:cubicBezTo>
                <a:cubicBezTo>
                  <a:pt x="753390" y="118852"/>
                  <a:pt x="754880" y="113316"/>
                  <a:pt x="757859" y="108453"/>
                </a:cubicBezTo>
                <a:cubicBezTo>
                  <a:pt x="760838" y="103587"/>
                  <a:pt x="765013" y="99861"/>
                  <a:pt x="770383" y="97273"/>
                </a:cubicBezTo>
                <a:cubicBezTo>
                  <a:pt x="775753" y="94686"/>
                  <a:pt x="783495" y="92427"/>
                  <a:pt x="793611" y="90495"/>
                </a:cubicBezTo>
                <a:cubicBezTo>
                  <a:pt x="807261" y="87942"/>
                  <a:pt x="816719" y="85562"/>
                  <a:pt x="821985" y="83353"/>
                </a:cubicBezTo>
                <a:lnTo>
                  <a:pt x="821985" y="80411"/>
                </a:lnTo>
                <a:cubicBezTo>
                  <a:pt x="821985" y="74735"/>
                  <a:pt x="820599" y="70690"/>
                  <a:pt x="817827" y="68273"/>
                </a:cubicBezTo>
                <a:cubicBezTo>
                  <a:pt x="815056" y="65855"/>
                  <a:pt x="809825" y="64645"/>
                  <a:pt x="802134" y="64645"/>
                </a:cubicBezTo>
                <a:cubicBezTo>
                  <a:pt x="796937" y="64645"/>
                  <a:pt x="792884" y="65691"/>
                  <a:pt x="789974" y="67783"/>
                </a:cubicBezTo>
                <a:cubicBezTo>
                  <a:pt x="787064" y="69872"/>
                  <a:pt x="784708" y="73538"/>
                  <a:pt x="782907" y="78780"/>
                </a:cubicBezTo>
                <a:moveTo>
                  <a:pt x="821985" y="102476"/>
                </a:moveTo>
                <a:cubicBezTo>
                  <a:pt x="818243" y="103708"/>
                  <a:pt x="812319" y="105181"/>
                  <a:pt x="804212" y="106894"/>
                </a:cubicBezTo>
                <a:cubicBezTo>
                  <a:pt x="796106" y="108604"/>
                  <a:pt x="790805" y="110281"/>
                  <a:pt x="788311" y="111924"/>
                </a:cubicBezTo>
                <a:cubicBezTo>
                  <a:pt x="784500" y="114594"/>
                  <a:pt x="782595" y="117983"/>
                  <a:pt x="782595" y="122090"/>
                </a:cubicBezTo>
                <a:cubicBezTo>
                  <a:pt x="782595" y="126131"/>
                  <a:pt x="784119" y="129623"/>
                  <a:pt x="787168" y="132568"/>
                </a:cubicBezTo>
                <a:cubicBezTo>
                  <a:pt x="790216" y="135510"/>
                  <a:pt x="794096" y="136982"/>
                  <a:pt x="798808" y="136982"/>
                </a:cubicBezTo>
                <a:cubicBezTo>
                  <a:pt x="804074" y="136982"/>
                  <a:pt x="809097" y="135270"/>
                  <a:pt x="813878" y="131847"/>
                </a:cubicBezTo>
                <a:cubicBezTo>
                  <a:pt x="817412" y="129246"/>
                  <a:pt x="819733" y="126062"/>
                  <a:pt x="820842" y="122295"/>
                </a:cubicBezTo>
                <a:cubicBezTo>
                  <a:pt x="821604" y="119831"/>
                  <a:pt x="821985" y="115142"/>
                  <a:pt x="821985" y="108228"/>
                </a:cubicBezTo>
                <a:lnTo>
                  <a:pt x="821985" y="102476"/>
                </a:lnTo>
                <a:close/>
                <a:moveTo>
                  <a:pt x="930892" y="44691"/>
                </a:moveTo>
                <a:lnTo>
                  <a:pt x="930892" y="67971"/>
                </a:lnTo>
                <a:lnTo>
                  <a:pt x="910937" y="67971"/>
                </a:lnTo>
                <a:lnTo>
                  <a:pt x="910937" y="112382"/>
                </a:lnTo>
                <a:cubicBezTo>
                  <a:pt x="910937" y="121377"/>
                  <a:pt x="911128" y="126618"/>
                  <a:pt x="911509" y="128105"/>
                </a:cubicBezTo>
                <a:cubicBezTo>
                  <a:pt x="911890" y="129591"/>
                  <a:pt x="912756" y="130818"/>
                  <a:pt x="914107" y="131788"/>
                </a:cubicBezTo>
                <a:cubicBezTo>
                  <a:pt x="915458" y="132756"/>
                  <a:pt x="917104" y="133240"/>
                  <a:pt x="919044" y="133240"/>
                </a:cubicBezTo>
                <a:cubicBezTo>
                  <a:pt x="921746" y="133240"/>
                  <a:pt x="925661" y="132305"/>
                  <a:pt x="930788" y="130434"/>
                </a:cubicBezTo>
                <a:lnTo>
                  <a:pt x="933282" y="153176"/>
                </a:lnTo>
                <a:cubicBezTo>
                  <a:pt x="926492" y="156099"/>
                  <a:pt x="918801" y="157560"/>
                  <a:pt x="910209" y="157560"/>
                </a:cubicBezTo>
                <a:cubicBezTo>
                  <a:pt x="904944" y="157560"/>
                  <a:pt x="900197" y="156677"/>
                  <a:pt x="895971" y="154910"/>
                </a:cubicBezTo>
                <a:cubicBezTo>
                  <a:pt x="891744" y="153143"/>
                  <a:pt x="888644" y="150857"/>
                  <a:pt x="886669" y="148050"/>
                </a:cubicBezTo>
                <a:cubicBezTo>
                  <a:pt x="884694" y="145244"/>
                  <a:pt x="883326" y="141451"/>
                  <a:pt x="882564" y="136670"/>
                </a:cubicBezTo>
                <a:cubicBezTo>
                  <a:pt x="881940" y="133275"/>
                  <a:pt x="881628" y="126415"/>
                  <a:pt x="881628" y="116091"/>
                </a:cubicBezTo>
                <a:lnTo>
                  <a:pt x="881628" y="67971"/>
                </a:lnTo>
                <a:lnTo>
                  <a:pt x="868221" y="67971"/>
                </a:lnTo>
                <a:lnTo>
                  <a:pt x="868221" y="44691"/>
                </a:lnTo>
                <a:lnTo>
                  <a:pt x="881628" y="44691"/>
                </a:lnTo>
                <a:lnTo>
                  <a:pt x="881628" y="22657"/>
                </a:lnTo>
                <a:lnTo>
                  <a:pt x="910937" y="5404"/>
                </a:lnTo>
                <a:lnTo>
                  <a:pt x="910937" y="44691"/>
                </a:lnTo>
                <a:lnTo>
                  <a:pt x="930892" y="44691"/>
                </a:lnTo>
                <a:close/>
                <a:moveTo>
                  <a:pt x="950519" y="29724"/>
                </a:moveTo>
                <a:lnTo>
                  <a:pt x="950519" y="2702"/>
                </a:lnTo>
                <a:lnTo>
                  <a:pt x="979724" y="2702"/>
                </a:lnTo>
                <a:lnTo>
                  <a:pt x="979724" y="29724"/>
                </a:lnTo>
                <a:lnTo>
                  <a:pt x="950519" y="29724"/>
                </a:lnTo>
                <a:moveTo>
                  <a:pt x="950519" y="155066"/>
                </a:moveTo>
                <a:lnTo>
                  <a:pt x="950519" y="44691"/>
                </a:lnTo>
                <a:lnTo>
                  <a:pt x="979724" y="44691"/>
                </a:lnTo>
                <a:lnTo>
                  <a:pt x="979724" y="155066"/>
                </a:lnTo>
                <a:lnTo>
                  <a:pt x="950519" y="155066"/>
                </a:lnTo>
                <a:close/>
                <a:moveTo>
                  <a:pt x="1106357" y="77325"/>
                </a:moveTo>
                <a:lnTo>
                  <a:pt x="1077568" y="82522"/>
                </a:lnTo>
                <a:cubicBezTo>
                  <a:pt x="1076598" y="76805"/>
                  <a:pt x="1074399" y="72501"/>
                  <a:pt x="1070969" y="69608"/>
                </a:cubicBezTo>
                <a:cubicBezTo>
                  <a:pt x="1067539" y="66715"/>
                  <a:pt x="1063087" y="65269"/>
                  <a:pt x="1057614" y="65269"/>
                </a:cubicBezTo>
                <a:cubicBezTo>
                  <a:pt x="1050338" y="65269"/>
                  <a:pt x="1044536" y="67773"/>
                  <a:pt x="1040205" y="72781"/>
                </a:cubicBezTo>
                <a:cubicBezTo>
                  <a:pt x="1035875" y="77789"/>
                  <a:pt x="1033709" y="86165"/>
                  <a:pt x="1033709" y="97907"/>
                </a:cubicBezTo>
                <a:cubicBezTo>
                  <a:pt x="1033709" y="110963"/>
                  <a:pt x="1035909" y="120186"/>
                  <a:pt x="1040309" y="125575"/>
                </a:cubicBezTo>
                <a:cubicBezTo>
                  <a:pt x="1044709" y="130962"/>
                  <a:pt x="1050616" y="133656"/>
                  <a:pt x="1058029" y="133656"/>
                </a:cubicBezTo>
                <a:cubicBezTo>
                  <a:pt x="1063572" y="133656"/>
                  <a:pt x="1068111" y="132080"/>
                  <a:pt x="1071644" y="128927"/>
                </a:cubicBezTo>
                <a:cubicBezTo>
                  <a:pt x="1075178" y="125774"/>
                  <a:pt x="1077672" y="120353"/>
                  <a:pt x="1079127" y="112662"/>
                </a:cubicBezTo>
                <a:lnTo>
                  <a:pt x="1107812" y="117650"/>
                </a:lnTo>
                <a:cubicBezTo>
                  <a:pt x="1104833" y="130815"/>
                  <a:pt x="1099117" y="140758"/>
                  <a:pt x="1090664" y="147479"/>
                </a:cubicBezTo>
                <a:cubicBezTo>
                  <a:pt x="1082211" y="154200"/>
                  <a:pt x="1070882" y="157560"/>
                  <a:pt x="1056678" y="157560"/>
                </a:cubicBezTo>
                <a:cubicBezTo>
                  <a:pt x="1040534" y="157560"/>
                  <a:pt x="1027664" y="152468"/>
                  <a:pt x="1018068" y="142282"/>
                </a:cubicBezTo>
                <a:cubicBezTo>
                  <a:pt x="1008471" y="132097"/>
                  <a:pt x="1003673" y="117997"/>
                  <a:pt x="1003673" y="99982"/>
                </a:cubicBezTo>
                <a:cubicBezTo>
                  <a:pt x="1003673" y="81759"/>
                  <a:pt x="1008489" y="67573"/>
                  <a:pt x="1018120" y="57422"/>
                </a:cubicBezTo>
                <a:cubicBezTo>
                  <a:pt x="1027751" y="47272"/>
                  <a:pt x="1040777" y="42196"/>
                  <a:pt x="1057198" y="42196"/>
                </a:cubicBezTo>
                <a:cubicBezTo>
                  <a:pt x="1070640" y="42196"/>
                  <a:pt x="1081327" y="45089"/>
                  <a:pt x="1089261" y="50874"/>
                </a:cubicBezTo>
                <a:cubicBezTo>
                  <a:pt x="1097194" y="56660"/>
                  <a:pt x="1102893" y="65477"/>
                  <a:pt x="1106357" y="77325"/>
                </a:cubicBezTo>
                <a:close/>
                <a:moveTo>
                  <a:pt x="1221289" y="155066"/>
                </a:moveTo>
                <a:lnTo>
                  <a:pt x="1221289" y="28477"/>
                </a:lnTo>
                <a:lnTo>
                  <a:pt x="1176079" y="28477"/>
                </a:lnTo>
                <a:lnTo>
                  <a:pt x="1176079" y="2702"/>
                </a:lnTo>
                <a:lnTo>
                  <a:pt x="1297159" y="2702"/>
                </a:lnTo>
                <a:lnTo>
                  <a:pt x="1297159" y="28477"/>
                </a:lnTo>
                <a:lnTo>
                  <a:pt x="1252053" y="28477"/>
                </a:lnTo>
                <a:lnTo>
                  <a:pt x="1252053" y="155066"/>
                </a:lnTo>
                <a:lnTo>
                  <a:pt x="1221289" y="155066"/>
                </a:lnTo>
                <a:close/>
                <a:moveTo>
                  <a:pt x="1365641" y="119937"/>
                </a:moveTo>
                <a:lnTo>
                  <a:pt x="1394741" y="124926"/>
                </a:lnTo>
                <a:cubicBezTo>
                  <a:pt x="1391000" y="135561"/>
                  <a:pt x="1385093" y="143659"/>
                  <a:pt x="1377021" y="149220"/>
                </a:cubicBezTo>
                <a:cubicBezTo>
                  <a:pt x="1368949" y="154780"/>
                  <a:pt x="1358850" y="157560"/>
                  <a:pt x="1346725" y="157560"/>
                </a:cubicBezTo>
                <a:cubicBezTo>
                  <a:pt x="1327532" y="157560"/>
                  <a:pt x="1313328" y="151290"/>
                  <a:pt x="1304113" y="138749"/>
                </a:cubicBezTo>
                <a:cubicBezTo>
                  <a:pt x="1296838" y="128702"/>
                  <a:pt x="1293200" y="116022"/>
                  <a:pt x="1293200" y="100710"/>
                </a:cubicBezTo>
                <a:cubicBezTo>
                  <a:pt x="1293200" y="82418"/>
                  <a:pt x="1297981" y="68092"/>
                  <a:pt x="1307543" y="57734"/>
                </a:cubicBezTo>
                <a:cubicBezTo>
                  <a:pt x="1317105" y="47375"/>
                  <a:pt x="1329195" y="42196"/>
                  <a:pt x="1343815" y="42196"/>
                </a:cubicBezTo>
                <a:cubicBezTo>
                  <a:pt x="1360236" y="42196"/>
                  <a:pt x="1373193" y="47618"/>
                  <a:pt x="1382685" y="58461"/>
                </a:cubicBezTo>
                <a:cubicBezTo>
                  <a:pt x="1392178" y="69305"/>
                  <a:pt x="1396716" y="85917"/>
                  <a:pt x="1396300" y="108297"/>
                </a:cubicBezTo>
                <a:lnTo>
                  <a:pt x="1323133" y="108297"/>
                </a:lnTo>
                <a:cubicBezTo>
                  <a:pt x="1323341" y="116958"/>
                  <a:pt x="1325696" y="123696"/>
                  <a:pt x="1330200" y="128511"/>
                </a:cubicBezTo>
                <a:cubicBezTo>
                  <a:pt x="1334704" y="133327"/>
                  <a:pt x="1340316" y="135735"/>
                  <a:pt x="1347037" y="135735"/>
                </a:cubicBezTo>
                <a:cubicBezTo>
                  <a:pt x="1351610" y="135735"/>
                  <a:pt x="1355455" y="134487"/>
                  <a:pt x="1358573" y="131993"/>
                </a:cubicBezTo>
                <a:cubicBezTo>
                  <a:pt x="1361691" y="129499"/>
                  <a:pt x="1364047" y="125480"/>
                  <a:pt x="1365641" y="119937"/>
                </a:cubicBezTo>
                <a:moveTo>
                  <a:pt x="1367304" y="90420"/>
                </a:moveTo>
                <a:cubicBezTo>
                  <a:pt x="1367096" y="82002"/>
                  <a:pt x="1364913" y="75602"/>
                  <a:pt x="1360756" y="71219"/>
                </a:cubicBezTo>
                <a:cubicBezTo>
                  <a:pt x="1356599" y="66837"/>
                  <a:pt x="1351541" y="64645"/>
                  <a:pt x="1345582" y="64645"/>
                </a:cubicBezTo>
                <a:cubicBezTo>
                  <a:pt x="1339207" y="64645"/>
                  <a:pt x="1333942" y="66957"/>
                  <a:pt x="1329784" y="71580"/>
                </a:cubicBezTo>
                <a:cubicBezTo>
                  <a:pt x="1325627" y="76205"/>
                  <a:pt x="1323583" y="82485"/>
                  <a:pt x="1323652" y="90420"/>
                </a:cubicBezTo>
                <a:lnTo>
                  <a:pt x="1367304" y="90420"/>
                </a:lnTo>
                <a:close/>
                <a:moveTo>
                  <a:pt x="1410630" y="123678"/>
                </a:moveTo>
                <a:lnTo>
                  <a:pt x="1439939" y="119106"/>
                </a:lnTo>
                <a:cubicBezTo>
                  <a:pt x="1441186" y="124752"/>
                  <a:pt x="1443715" y="129040"/>
                  <a:pt x="1447526" y="131967"/>
                </a:cubicBezTo>
                <a:cubicBezTo>
                  <a:pt x="1451337" y="134894"/>
                  <a:pt x="1456672" y="136358"/>
                  <a:pt x="1463531" y="136358"/>
                </a:cubicBezTo>
                <a:cubicBezTo>
                  <a:pt x="1471084" y="136358"/>
                  <a:pt x="1476765" y="134975"/>
                  <a:pt x="1480576" y="132207"/>
                </a:cubicBezTo>
                <a:cubicBezTo>
                  <a:pt x="1483140" y="130269"/>
                  <a:pt x="1484422" y="127674"/>
                  <a:pt x="1484422" y="124422"/>
                </a:cubicBezTo>
                <a:cubicBezTo>
                  <a:pt x="1484422" y="122207"/>
                  <a:pt x="1483729" y="120373"/>
                  <a:pt x="1482343" y="118920"/>
                </a:cubicBezTo>
                <a:cubicBezTo>
                  <a:pt x="1480888" y="117537"/>
                  <a:pt x="1477631" y="116257"/>
                  <a:pt x="1472573" y="115081"/>
                </a:cubicBezTo>
                <a:cubicBezTo>
                  <a:pt x="1449016" y="109894"/>
                  <a:pt x="1434084" y="105154"/>
                  <a:pt x="1427779" y="100862"/>
                </a:cubicBezTo>
                <a:cubicBezTo>
                  <a:pt x="1419049" y="94908"/>
                  <a:pt x="1414683" y="86636"/>
                  <a:pt x="1414683" y="76045"/>
                </a:cubicBezTo>
                <a:cubicBezTo>
                  <a:pt x="1414683" y="66492"/>
                  <a:pt x="1418460" y="58463"/>
                  <a:pt x="1426012" y="51956"/>
                </a:cubicBezTo>
                <a:cubicBezTo>
                  <a:pt x="1433564" y="45449"/>
                  <a:pt x="1445274" y="42196"/>
                  <a:pt x="1461141" y="42196"/>
                </a:cubicBezTo>
                <a:cubicBezTo>
                  <a:pt x="1476246" y="42196"/>
                  <a:pt x="1487470" y="44647"/>
                  <a:pt x="1494815" y="49549"/>
                </a:cubicBezTo>
                <a:cubicBezTo>
                  <a:pt x="1502159" y="54451"/>
                  <a:pt x="1507217" y="61701"/>
                  <a:pt x="1509989" y="71297"/>
                </a:cubicBezTo>
                <a:lnTo>
                  <a:pt x="1482447" y="76494"/>
                </a:lnTo>
                <a:cubicBezTo>
                  <a:pt x="1481269" y="72198"/>
                  <a:pt x="1479034" y="68907"/>
                  <a:pt x="1475743" y="66620"/>
                </a:cubicBezTo>
                <a:cubicBezTo>
                  <a:pt x="1472452" y="64334"/>
                  <a:pt x="1467758" y="63190"/>
                  <a:pt x="1461661" y="63190"/>
                </a:cubicBezTo>
                <a:cubicBezTo>
                  <a:pt x="1453970" y="63190"/>
                  <a:pt x="1448461" y="64263"/>
                  <a:pt x="1445135" y="66409"/>
                </a:cubicBezTo>
                <a:cubicBezTo>
                  <a:pt x="1442918" y="67929"/>
                  <a:pt x="1441810" y="69900"/>
                  <a:pt x="1441810" y="72323"/>
                </a:cubicBezTo>
                <a:cubicBezTo>
                  <a:pt x="1441810" y="74398"/>
                  <a:pt x="1442780" y="76161"/>
                  <a:pt x="1444720" y="77614"/>
                </a:cubicBezTo>
                <a:cubicBezTo>
                  <a:pt x="1447353" y="79552"/>
                  <a:pt x="1456447" y="82286"/>
                  <a:pt x="1472002" y="85815"/>
                </a:cubicBezTo>
                <a:cubicBezTo>
                  <a:pt x="1487557" y="89344"/>
                  <a:pt x="1498418" y="93674"/>
                  <a:pt x="1504584" y="98803"/>
                </a:cubicBezTo>
                <a:cubicBezTo>
                  <a:pt x="1510682" y="104004"/>
                  <a:pt x="1513730" y="111249"/>
                  <a:pt x="1513730" y="120538"/>
                </a:cubicBezTo>
                <a:cubicBezTo>
                  <a:pt x="1513730" y="130660"/>
                  <a:pt x="1509504" y="139361"/>
                  <a:pt x="1501051" y="146641"/>
                </a:cubicBezTo>
                <a:cubicBezTo>
                  <a:pt x="1492597" y="153920"/>
                  <a:pt x="1480091" y="157560"/>
                  <a:pt x="1463531" y="157560"/>
                </a:cubicBezTo>
                <a:cubicBezTo>
                  <a:pt x="1448496" y="157560"/>
                  <a:pt x="1436596" y="154521"/>
                  <a:pt x="1427831" y="148443"/>
                </a:cubicBezTo>
                <a:cubicBezTo>
                  <a:pt x="1419066" y="142363"/>
                  <a:pt x="1413332" y="134108"/>
                  <a:pt x="1410630" y="123678"/>
                </a:cubicBezTo>
                <a:close/>
                <a:moveTo>
                  <a:pt x="1590731" y="44691"/>
                </a:moveTo>
                <a:lnTo>
                  <a:pt x="1590731" y="67971"/>
                </a:lnTo>
                <a:lnTo>
                  <a:pt x="1570776" y="67971"/>
                </a:lnTo>
                <a:lnTo>
                  <a:pt x="1570776" y="112382"/>
                </a:lnTo>
                <a:cubicBezTo>
                  <a:pt x="1570776" y="121377"/>
                  <a:pt x="1570966" y="126618"/>
                  <a:pt x="1571347" y="128105"/>
                </a:cubicBezTo>
                <a:cubicBezTo>
                  <a:pt x="1571728" y="129591"/>
                  <a:pt x="1572595" y="130818"/>
                  <a:pt x="1573946" y="131788"/>
                </a:cubicBezTo>
                <a:cubicBezTo>
                  <a:pt x="1575297" y="132756"/>
                  <a:pt x="1576942" y="133240"/>
                  <a:pt x="1578882" y="133240"/>
                </a:cubicBezTo>
                <a:cubicBezTo>
                  <a:pt x="1581585" y="133240"/>
                  <a:pt x="1585499" y="132305"/>
                  <a:pt x="1590627" y="130434"/>
                </a:cubicBezTo>
                <a:lnTo>
                  <a:pt x="1593121" y="153176"/>
                </a:lnTo>
                <a:cubicBezTo>
                  <a:pt x="1586331" y="156099"/>
                  <a:pt x="1578640" y="157560"/>
                  <a:pt x="1570048" y="157560"/>
                </a:cubicBezTo>
                <a:cubicBezTo>
                  <a:pt x="1564782" y="157560"/>
                  <a:pt x="1560036" y="156677"/>
                  <a:pt x="1555810" y="154910"/>
                </a:cubicBezTo>
                <a:cubicBezTo>
                  <a:pt x="1551583" y="153143"/>
                  <a:pt x="1548482" y="150857"/>
                  <a:pt x="1546508" y="148050"/>
                </a:cubicBezTo>
                <a:cubicBezTo>
                  <a:pt x="1544533" y="145244"/>
                  <a:pt x="1543165" y="141451"/>
                  <a:pt x="1542402" y="136670"/>
                </a:cubicBezTo>
                <a:cubicBezTo>
                  <a:pt x="1541779" y="133275"/>
                  <a:pt x="1541467" y="126415"/>
                  <a:pt x="1541467" y="116091"/>
                </a:cubicBezTo>
                <a:lnTo>
                  <a:pt x="1541467" y="67971"/>
                </a:lnTo>
                <a:lnTo>
                  <a:pt x="1528060" y="67971"/>
                </a:lnTo>
                <a:lnTo>
                  <a:pt x="1528060" y="44691"/>
                </a:lnTo>
                <a:lnTo>
                  <a:pt x="1541467" y="44691"/>
                </a:lnTo>
                <a:lnTo>
                  <a:pt x="1541467" y="22657"/>
                </a:lnTo>
                <a:lnTo>
                  <a:pt x="1570776" y="5404"/>
                </a:lnTo>
                <a:lnTo>
                  <a:pt x="1570776" y="44691"/>
                </a:lnTo>
                <a:lnTo>
                  <a:pt x="1590731" y="44691"/>
                </a:lnTo>
                <a:close/>
                <a:moveTo>
                  <a:pt x="1610358" y="29724"/>
                </a:moveTo>
                <a:lnTo>
                  <a:pt x="1610358" y="2702"/>
                </a:lnTo>
                <a:lnTo>
                  <a:pt x="1639562" y="2702"/>
                </a:lnTo>
                <a:lnTo>
                  <a:pt x="1639562" y="29724"/>
                </a:lnTo>
                <a:lnTo>
                  <a:pt x="1610358" y="29724"/>
                </a:lnTo>
                <a:moveTo>
                  <a:pt x="1610358" y="155066"/>
                </a:moveTo>
                <a:lnTo>
                  <a:pt x="1610358" y="44691"/>
                </a:lnTo>
                <a:lnTo>
                  <a:pt x="1639562" y="44691"/>
                </a:lnTo>
                <a:lnTo>
                  <a:pt x="1639562" y="155066"/>
                </a:lnTo>
                <a:lnTo>
                  <a:pt x="1610358" y="155066"/>
                </a:lnTo>
                <a:close/>
                <a:moveTo>
                  <a:pt x="1770353" y="155066"/>
                </a:moveTo>
                <a:lnTo>
                  <a:pt x="1741149" y="155066"/>
                </a:lnTo>
                <a:lnTo>
                  <a:pt x="1741149" y="98800"/>
                </a:lnTo>
                <a:cubicBezTo>
                  <a:pt x="1741149" y="86895"/>
                  <a:pt x="1740525" y="79196"/>
                  <a:pt x="1739278" y="75701"/>
                </a:cubicBezTo>
                <a:cubicBezTo>
                  <a:pt x="1738031" y="72206"/>
                  <a:pt x="1736004" y="69490"/>
                  <a:pt x="1733198" y="67552"/>
                </a:cubicBezTo>
                <a:cubicBezTo>
                  <a:pt x="1730392" y="65614"/>
                  <a:pt x="1727014" y="64645"/>
                  <a:pt x="1723065" y="64645"/>
                </a:cubicBezTo>
                <a:cubicBezTo>
                  <a:pt x="1718007" y="64645"/>
                  <a:pt x="1713468" y="66030"/>
                  <a:pt x="1709450" y="68799"/>
                </a:cubicBezTo>
                <a:cubicBezTo>
                  <a:pt x="1705431" y="71567"/>
                  <a:pt x="1702677" y="75235"/>
                  <a:pt x="1701187" y="79803"/>
                </a:cubicBezTo>
                <a:cubicBezTo>
                  <a:pt x="1699697" y="84370"/>
                  <a:pt x="1698953" y="92813"/>
                  <a:pt x="1698953" y="105133"/>
                </a:cubicBezTo>
                <a:lnTo>
                  <a:pt x="1698953" y="155066"/>
                </a:lnTo>
                <a:lnTo>
                  <a:pt x="1669748" y="155066"/>
                </a:lnTo>
                <a:lnTo>
                  <a:pt x="1669748" y="44691"/>
                </a:lnTo>
                <a:lnTo>
                  <a:pt x="1696874" y="44691"/>
                </a:lnTo>
                <a:lnTo>
                  <a:pt x="1696874" y="60904"/>
                </a:lnTo>
                <a:cubicBezTo>
                  <a:pt x="1706505" y="48432"/>
                  <a:pt x="1718630" y="42196"/>
                  <a:pt x="1733250" y="42196"/>
                </a:cubicBezTo>
                <a:cubicBezTo>
                  <a:pt x="1739694" y="42196"/>
                  <a:pt x="1745583" y="43357"/>
                  <a:pt x="1750918" y="45678"/>
                </a:cubicBezTo>
                <a:cubicBezTo>
                  <a:pt x="1756253" y="47999"/>
                  <a:pt x="1760289" y="50961"/>
                  <a:pt x="1763026" y="54564"/>
                </a:cubicBezTo>
                <a:cubicBezTo>
                  <a:pt x="1765763" y="58167"/>
                  <a:pt x="1767669" y="62255"/>
                  <a:pt x="1768743" y="66828"/>
                </a:cubicBezTo>
                <a:cubicBezTo>
                  <a:pt x="1769817" y="71401"/>
                  <a:pt x="1770353" y="77949"/>
                  <a:pt x="1770353" y="86471"/>
                </a:cubicBezTo>
                <a:lnTo>
                  <a:pt x="1770353" y="155066"/>
                </a:lnTo>
                <a:close/>
                <a:moveTo>
                  <a:pt x="1797093" y="162133"/>
                </a:moveTo>
                <a:lnTo>
                  <a:pt x="1830455" y="166290"/>
                </a:lnTo>
                <a:cubicBezTo>
                  <a:pt x="1831009" y="170207"/>
                  <a:pt x="1832291" y="172900"/>
                  <a:pt x="1834301" y="174368"/>
                </a:cubicBezTo>
                <a:cubicBezTo>
                  <a:pt x="1837072" y="176466"/>
                  <a:pt x="1841437" y="177515"/>
                  <a:pt x="1847396" y="177515"/>
                </a:cubicBezTo>
                <a:cubicBezTo>
                  <a:pt x="1855018" y="177515"/>
                  <a:pt x="1860734" y="176363"/>
                  <a:pt x="1864545" y="174059"/>
                </a:cubicBezTo>
                <a:cubicBezTo>
                  <a:pt x="1867108" y="172524"/>
                  <a:pt x="1869048" y="170047"/>
                  <a:pt x="1870365" y="166628"/>
                </a:cubicBezTo>
                <a:cubicBezTo>
                  <a:pt x="1871266" y="164186"/>
                  <a:pt x="1871716" y="159685"/>
                  <a:pt x="1871716" y="153127"/>
                </a:cubicBezTo>
                <a:lnTo>
                  <a:pt x="1871716" y="136901"/>
                </a:lnTo>
                <a:cubicBezTo>
                  <a:pt x="1862986" y="149011"/>
                  <a:pt x="1851969" y="155066"/>
                  <a:pt x="1838666" y="155066"/>
                </a:cubicBezTo>
                <a:cubicBezTo>
                  <a:pt x="1823838" y="155066"/>
                  <a:pt x="1812094" y="148795"/>
                  <a:pt x="1803433" y="136254"/>
                </a:cubicBezTo>
                <a:cubicBezTo>
                  <a:pt x="1796643" y="126346"/>
                  <a:pt x="1793248" y="114013"/>
                  <a:pt x="1793248" y="99255"/>
                </a:cubicBezTo>
                <a:cubicBezTo>
                  <a:pt x="1793248" y="80755"/>
                  <a:pt x="1797699" y="66620"/>
                  <a:pt x="1806603" y="56851"/>
                </a:cubicBezTo>
                <a:cubicBezTo>
                  <a:pt x="1815506" y="47081"/>
                  <a:pt x="1826575" y="42196"/>
                  <a:pt x="1839809" y="42196"/>
                </a:cubicBezTo>
                <a:cubicBezTo>
                  <a:pt x="1853459" y="42196"/>
                  <a:pt x="1864718" y="48218"/>
                  <a:pt x="1873587" y="60261"/>
                </a:cubicBezTo>
                <a:lnTo>
                  <a:pt x="1873587" y="44691"/>
                </a:lnTo>
                <a:lnTo>
                  <a:pt x="1900921" y="44691"/>
                </a:lnTo>
                <a:lnTo>
                  <a:pt x="1900921" y="143802"/>
                </a:lnTo>
                <a:cubicBezTo>
                  <a:pt x="1900921" y="156837"/>
                  <a:pt x="1899847" y="166578"/>
                  <a:pt x="1897699" y="173026"/>
                </a:cubicBezTo>
                <a:cubicBezTo>
                  <a:pt x="1895551" y="179475"/>
                  <a:pt x="1892537" y="184536"/>
                  <a:pt x="1888657" y="188210"/>
                </a:cubicBezTo>
                <a:cubicBezTo>
                  <a:pt x="1884777" y="191887"/>
                  <a:pt x="1879597" y="194764"/>
                  <a:pt x="1873119" y="196843"/>
                </a:cubicBezTo>
                <a:cubicBezTo>
                  <a:pt x="1866641" y="198924"/>
                  <a:pt x="1858447" y="199964"/>
                  <a:pt x="1848539" y="199964"/>
                </a:cubicBezTo>
                <a:cubicBezTo>
                  <a:pt x="1829831" y="199964"/>
                  <a:pt x="1816563" y="196733"/>
                  <a:pt x="1808733" y="190269"/>
                </a:cubicBezTo>
                <a:cubicBezTo>
                  <a:pt x="1800904" y="183808"/>
                  <a:pt x="1796989" y="175617"/>
                  <a:pt x="1796989" y="165696"/>
                </a:cubicBezTo>
                <a:cubicBezTo>
                  <a:pt x="1796989" y="164717"/>
                  <a:pt x="1797024" y="163530"/>
                  <a:pt x="1797093" y="162133"/>
                </a:cubicBezTo>
                <a:moveTo>
                  <a:pt x="1823180" y="97592"/>
                </a:moveTo>
                <a:cubicBezTo>
                  <a:pt x="1823180" y="109267"/>
                  <a:pt x="1825449" y="117815"/>
                  <a:pt x="1829987" y="123237"/>
                </a:cubicBezTo>
                <a:cubicBezTo>
                  <a:pt x="1834526" y="128659"/>
                  <a:pt x="1840121" y="131369"/>
                  <a:pt x="1846772" y="131369"/>
                </a:cubicBezTo>
                <a:cubicBezTo>
                  <a:pt x="1853909" y="131369"/>
                  <a:pt x="1859937" y="128589"/>
                  <a:pt x="1864856" y="123029"/>
                </a:cubicBezTo>
                <a:cubicBezTo>
                  <a:pt x="1869776" y="117469"/>
                  <a:pt x="1872236" y="109232"/>
                  <a:pt x="1872236" y="98319"/>
                </a:cubicBezTo>
                <a:cubicBezTo>
                  <a:pt x="1872236" y="86921"/>
                  <a:pt x="1869880" y="78460"/>
                  <a:pt x="1865168" y="72934"/>
                </a:cubicBezTo>
                <a:cubicBezTo>
                  <a:pt x="1860457" y="67408"/>
                  <a:pt x="1854498" y="64645"/>
                  <a:pt x="1847292" y="64645"/>
                </a:cubicBezTo>
                <a:cubicBezTo>
                  <a:pt x="1840294" y="64645"/>
                  <a:pt x="1834526" y="67356"/>
                  <a:pt x="1829987" y="72778"/>
                </a:cubicBezTo>
                <a:cubicBezTo>
                  <a:pt x="1825449" y="78200"/>
                  <a:pt x="1823180" y="86471"/>
                  <a:pt x="1823180" y="975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andCodeReview">
            <a:extLst xmlns:a="http://schemas.openxmlformats.org/drawingml/2006/main">
              <a:ext uri="{FF2B5EF4-FFF2-40B4-BE49-F238E27FC236}">
                <a16:creationId xmlns:a16="http://schemas.microsoft.com/office/drawing/2014/main" id="{951A2674-25AA-4D38-9A5C-1CD866E7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8126" y="3956992"/>
            <a:ext cx="1754278" cy="157768"/>
          </a:xfrm>
          <a:custGeom xmlns:a="http://schemas.openxmlformats.org/drawingml/2006/main">
            <a:pathLst>
              <a:path w="1754278" h="157768">
                <a:moveTo>
                  <a:pt x="29517" y="78780"/>
                </a:moveTo>
                <a:lnTo>
                  <a:pt x="3014" y="73999"/>
                </a:lnTo>
                <a:cubicBezTo>
                  <a:pt x="5993" y="63188"/>
                  <a:pt x="11121" y="55185"/>
                  <a:pt x="18396" y="49991"/>
                </a:cubicBezTo>
                <a:cubicBezTo>
                  <a:pt x="25671" y="44794"/>
                  <a:pt x="36480" y="42196"/>
                  <a:pt x="50823" y="42196"/>
                </a:cubicBezTo>
                <a:cubicBezTo>
                  <a:pt x="63849" y="42196"/>
                  <a:pt x="73549" y="43738"/>
                  <a:pt x="79923" y="46821"/>
                </a:cubicBezTo>
                <a:cubicBezTo>
                  <a:pt x="86298" y="49904"/>
                  <a:pt x="90784" y="53819"/>
                  <a:pt x="93382" y="58565"/>
                </a:cubicBezTo>
                <a:cubicBezTo>
                  <a:pt x="95981" y="63312"/>
                  <a:pt x="97280" y="72025"/>
                  <a:pt x="97280" y="84704"/>
                </a:cubicBezTo>
                <a:lnTo>
                  <a:pt x="96968" y="118794"/>
                </a:lnTo>
                <a:cubicBezTo>
                  <a:pt x="96968" y="128494"/>
                  <a:pt x="97436" y="135648"/>
                  <a:pt x="98371" y="140256"/>
                </a:cubicBezTo>
                <a:cubicBezTo>
                  <a:pt x="99307" y="144863"/>
                  <a:pt x="101056" y="149800"/>
                  <a:pt x="103620" y="155066"/>
                </a:cubicBezTo>
                <a:lnTo>
                  <a:pt x="74727" y="155066"/>
                </a:lnTo>
                <a:cubicBezTo>
                  <a:pt x="73965" y="153126"/>
                  <a:pt x="73029" y="150250"/>
                  <a:pt x="71921" y="146440"/>
                </a:cubicBezTo>
                <a:cubicBezTo>
                  <a:pt x="71436" y="144707"/>
                  <a:pt x="71089" y="143564"/>
                  <a:pt x="70881" y="143010"/>
                </a:cubicBezTo>
                <a:cubicBezTo>
                  <a:pt x="65893" y="147860"/>
                  <a:pt x="60557" y="151498"/>
                  <a:pt x="54876" y="153923"/>
                </a:cubicBezTo>
                <a:cubicBezTo>
                  <a:pt x="49194" y="156348"/>
                  <a:pt x="43132" y="157560"/>
                  <a:pt x="36688" y="157560"/>
                </a:cubicBezTo>
                <a:cubicBezTo>
                  <a:pt x="25325" y="157560"/>
                  <a:pt x="16369" y="154490"/>
                  <a:pt x="9822" y="148349"/>
                </a:cubicBezTo>
                <a:cubicBezTo>
                  <a:pt x="3274" y="142209"/>
                  <a:pt x="0" y="134446"/>
                  <a:pt x="0" y="125062"/>
                </a:cubicBezTo>
                <a:cubicBezTo>
                  <a:pt x="0" y="118852"/>
                  <a:pt x="1490" y="113316"/>
                  <a:pt x="4469" y="108453"/>
                </a:cubicBezTo>
                <a:cubicBezTo>
                  <a:pt x="7448" y="103587"/>
                  <a:pt x="11623" y="99861"/>
                  <a:pt x="16993" y="97273"/>
                </a:cubicBezTo>
                <a:cubicBezTo>
                  <a:pt x="22363" y="94686"/>
                  <a:pt x="30105" y="92427"/>
                  <a:pt x="40221" y="90495"/>
                </a:cubicBezTo>
                <a:cubicBezTo>
                  <a:pt x="53871" y="87942"/>
                  <a:pt x="63329" y="85562"/>
                  <a:pt x="68595" y="83353"/>
                </a:cubicBezTo>
                <a:lnTo>
                  <a:pt x="68595" y="80411"/>
                </a:lnTo>
                <a:cubicBezTo>
                  <a:pt x="68595" y="74735"/>
                  <a:pt x="67209" y="70690"/>
                  <a:pt x="64438" y="68273"/>
                </a:cubicBezTo>
                <a:cubicBezTo>
                  <a:pt x="61666" y="65855"/>
                  <a:pt x="56435" y="64645"/>
                  <a:pt x="48744" y="64645"/>
                </a:cubicBezTo>
                <a:cubicBezTo>
                  <a:pt x="43547" y="64645"/>
                  <a:pt x="39494" y="65691"/>
                  <a:pt x="36584" y="67783"/>
                </a:cubicBezTo>
                <a:cubicBezTo>
                  <a:pt x="33674" y="69872"/>
                  <a:pt x="31318" y="73538"/>
                  <a:pt x="29517" y="78780"/>
                </a:cubicBezTo>
                <a:moveTo>
                  <a:pt x="68595" y="102476"/>
                </a:moveTo>
                <a:cubicBezTo>
                  <a:pt x="64853" y="103708"/>
                  <a:pt x="58929" y="105181"/>
                  <a:pt x="50823" y="106894"/>
                </a:cubicBezTo>
                <a:cubicBezTo>
                  <a:pt x="42716" y="108604"/>
                  <a:pt x="37415" y="110281"/>
                  <a:pt x="34921" y="111924"/>
                </a:cubicBezTo>
                <a:cubicBezTo>
                  <a:pt x="31110" y="114594"/>
                  <a:pt x="29205" y="117983"/>
                  <a:pt x="29205" y="122090"/>
                </a:cubicBezTo>
                <a:cubicBezTo>
                  <a:pt x="29205" y="126131"/>
                  <a:pt x="30729" y="129623"/>
                  <a:pt x="33778" y="132568"/>
                </a:cubicBezTo>
                <a:cubicBezTo>
                  <a:pt x="36826" y="135510"/>
                  <a:pt x="40707" y="136982"/>
                  <a:pt x="45418" y="136982"/>
                </a:cubicBezTo>
                <a:cubicBezTo>
                  <a:pt x="50684" y="136982"/>
                  <a:pt x="55707" y="135270"/>
                  <a:pt x="60488" y="131847"/>
                </a:cubicBezTo>
                <a:cubicBezTo>
                  <a:pt x="64022" y="129246"/>
                  <a:pt x="66343" y="126062"/>
                  <a:pt x="67452" y="122295"/>
                </a:cubicBezTo>
                <a:cubicBezTo>
                  <a:pt x="68214" y="119831"/>
                  <a:pt x="68595" y="115142"/>
                  <a:pt x="68595" y="108228"/>
                </a:cubicBezTo>
                <a:lnTo>
                  <a:pt x="68595" y="102476"/>
                </a:lnTo>
                <a:close/>
                <a:moveTo>
                  <a:pt x="227285" y="155066"/>
                </a:moveTo>
                <a:lnTo>
                  <a:pt x="198081" y="155066"/>
                </a:lnTo>
                <a:lnTo>
                  <a:pt x="198081" y="98800"/>
                </a:lnTo>
                <a:cubicBezTo>
                  <a:pt x="198081" y="86895"/>
                  <a:pt x="197457" y="79196"/>
                  <a:pt x="196210" y="75701"/>
                </a:cubicBezTo>
                <a:cubicBezTo>
                  <a:pt x="194963" y="72206"/>
                  <a:pt x="192936" y="69490"/>
                  <a:pt x="190130" y="67552"/>
                </a:cubicBezTo>
                <a:cubicBezTo>
                  <a:pt x="187324" y="65614"/>
                  <a:pt x="183946" y="64645"/>
                  <a:pt x="179997" y="64645"/>
                </a:cubicBezTo>
                <a:cubicBezTo>
                  <a:pt x="174939" y="64645"/>
                  <a:pt x="170400" y="66030"/>
                  <a:pt x="166382" y="68799"/>
                </a:cubicBezTo>
                <a:cubicBezTo>
                  <a:pt x="162363" y="71567"/>
                  <a:pt x="159609" y="75235"/>
                  <a:pt x="158119" y="79803"/>
                </a:cubicBezTo>
                <a:cubicBezTo>
                  <a:pt x="156629" y="84370"/>
                  <a:pt x="155884" y="92813"/>
                  <a:pt x="155884" y="105133"/>
                </a:cubicBezTo>
                <a:lnTo>
                  <a:pt x="155884" y="155066"/>
                </a:lnTo>
                <a:lnTo>
                  <a:pt x="126680" y="155066"/>
                </a:lnTo>
                <a:lnTo>
                  <a:pt x="126680" y="44691"/>
                </a:lnTo>
                <a:lnTo>
                  <a:pt x="153806" y="44691"/>
                </a:lnTo>
                <a:lnTo>
                  <a:pt x="153806" y="60904"/>
                </a:lnTo>
                <a:cubicBezTo>
                  <a:pt x="163437" y="48432"/>
                  <a:pt x="175562" y="42196"/>
                  <a:pt x="190182" y="42196"/>
                </a:cubicBezTo>
                <a:cubicBezTo>
                  <a:pt x="196626" y="42196"/>
                  <a:pt x="202515" y="43357"/>
                  <a:pt x="207850" y="45678"/>
                </a:cubicBezTo>
                <a:cubicBezTo>
                  <a:pt x="213185" y="47999"/>
                  <a:pt x="217221" y="50961"/>
                  <a:pt x="219958" y="54564"/>
                </a:cubicBezTo>
                <a:cubicBezTo>
                  <a:pt x="222695" y="58167"/>
                  <a:pt x="224600" y="62255"/>
                  <a:pt x="225674" y="66828"/>
                </a:cubicBezTo>
                <a:cubicBezTo>
                  <a:pt x="226748" y="71401"/>
                  <a:pt x="227285" y="77949"/>
                  <a:pt x="227285" y="86471"/>
                </a:cubicBezTo>
                <a:lnTo>
                  <a:pt x="227285" y="155066"/>
                </a:lnTo>
                <a:close/>
                <a:moveTo>
                  <a:pt x="357956" y="155066"/>
                </a:moveTo>
                <a:lnTo>
                  <a:pt x="330830" y="155066"/>
                </a:lnTo>
                <a:lnTo>
                  <a:pt x="330830" y="138853"/>
                </a:lnTo>
                <a:cubicBezTo>
                  <a:pt x="326326" y="145158"/>
                  <a:pt x="321008" y="149852"/>
                  <a:pt x="314876" y="152935"/>
                </a:cubicBezTo>
                <a:cubicBezTo>
                  <a:pt x="308744" y="156019"/>
                  <a:pt x="302560" y="157560"/>
                  <a:pt x="296325" y="157560"/>
                </a:cubicBezTo>
                <a:cubicBezTo>
                  <a:pt x="283645" y="157560"/>
                  <a:pt x="272784" y="152450"/>
                  <a:pt x="263742" y="142230"/>
                </a:cubicBezTo>
                <a:cubicBezTo>
                  <a:pt x="254700" y="132010"/>
                  <a:pt x="250179" y="117754"/>
                  <a:pt x="250179" y="99462"/>
                </a:cubicBezTo>
                <a:cubicBezTo>
                  <a:pt x="250179" y="80755"/>
                  <a:pt x="254579" y="66533"/>
                  <a:pt x="263378" y="56799"/>
                </a:cubicBezTo>
                <a:cubicBezTo>
                  <a:pt x="272178" y="47064"/>
                  <a:pt x="283298" y="42196"/>
                  <a:pt x="296740" y="42196"/>
                </a:cubicBezTo>
                <a:cubicBezTo>
                  <a:pt x="309073" y="42196"/>
                  <a:pt x="319744" y="47323"/>
                  <a:pt x="328751" y="57578"/>
                </a:cubicBezTo>
                <a:lnTo>
                  <a:pt x="328751" y="2702"/>
                </a:lnTo>
                <a:lnTo>
                  <a:pt x="357956" y="2702"/>
                </a:lnTo>
                <a:lnTo>
                  <a:pt x="357956" y="155066"/>
                </a:lnTo>
                <a:moveTo>
                  <a:pt x="280007" y="97543"/>
                </a:moveTo>
                <a:cubicBezTo>
                  <a:pt x="280007" y="109305"/>
                  <a:pt x="281636" y="117814"/>
                  <a:pt x="284892" y="123071"/>
                </a:cubicBezTo>
                <a:cubicBezTo>
                  <a:pt x="289604" y="130682"/>
                  <a:pt x="296186" y="134487"/>
                  <a:pt x="304639" y="134487"/>
                </a:cubicBezTo>
                <a:cubicBezTo>
                  <a:pt x="311360" y="134487"/>
                  <a:pt x="317076" y="131634"/>
                  <a:pt x="321788" y="125926"/>
                </a:cubicBezTo>
                <a:cubicBezTo>
                  <a:pt x="326499" y="120218"/>
                  <a:pt x="328855" y="111692"/>
                  <a:pt x="328855" y="100346"/>
                </a:cubicBezTo>
                <a:cubicBezTo>
                  <a:pt x="328855" y="87684"/>
                  <a:pt x="326569" y="78568"/>
                  <a:pt x="321996" y="72999"/>
                </a:cubicBezTo>
                <a:cubicBezTo>
                  <a:pt x="317423" y="67430"/>
                  <a:pt x="311568" y="64645"/>
                  <a:pt x="304431" y="64645"/>
                </a:cubicBezTo>
                <a:cubicBezTo>
                  <a:pt x="297502" y="64645"/>
                  <a:pt x="291700" y="67395"/>
                  <a:pt x="287023" y="72895"/>
                </a:cubicBezTo>
                <a:cubicBezTo>
                  <a:pt x="282346" y="78395"/>
                  <a:pt x="280007" y="86611"/>
                  <a:pt x="280007" y="97543"/>
                </a:cubicBezTo>
                <a:close/>
                <a:moveTo>
                  <a:pt x="543860" y="98943"/>
                </a:moveTo>
                <a:lnTo>
                  <a:pt x="573689" y="108297"/>
                </a:lnTo>
                <a:cubicBezTo>
                  <a:pt x="569116" y="125032"/>
                  <a:pt x="561511" y="137461"/>
                  <a:pt x="550876" y="145585"/>
                </a:cubicBezTo>
                <a:cubicBezTo>
                  <a:pt x="540240" y="153707"/>
                  <a:pt x="526746" y="157768"/>
                  <a:pt x="510394" y="157768"/>
                </a:cubicBezTo>
                <a:cubicBezTo>
                  <a:pt x="490162" y="157768"/>
                  <a:pt x="473533" y="150848"/>
                  <a:pt x="460507" y="137008"/>
                </a:cubicBezTo>
                <a:cubicBezTo>
                  <a:pt x="447481" y="123165"/>
                  <a:pt x="440968" y="104242"/>
                  <a:pt x="440968" y="80238"/>
                </a:cubicBezTo>
                <a:cubicBezTo>
                  <a:pt x="440968" y="54844"/>
                  <a:pt x="447516" y="35123"/>
                  <a:pt x="460611" y="21075"/>
                </a:cubicBezTo>
                <a:cubicBezTo>
                  <a:pt x="473706" y="7025"/>
                  <a:pt x="490924" y="0"/>
                  <a:pt x="512265" y="0"/>
                </a:cubicBezTo>
                <a:cubicBezTo>
                  <a:pt x="530903" y="0"/>
                  <a:pt x="546043" y="5521"/>
                  <a:pt x="557683" y="16564"/>
                </a:cubicBezTo>
                <a:cubicBezTo>
                  <a:pt x="564612" y="23092"/>
                  <a:pt x="569808" y="32468"/>
                  <a:pt x="573273" y="44691"/>
                </a:cubicBezTo>
                <a:lnTo>
                  <a:pt x="542821" y="51966"/>
                </a:lnTo>
                <a:cubicBezTo>
                  <a:pt x="541019" y="44067"/>
                  <a:pt x="537261" y="37831"/>
                  <a:pt x="531544" y="33258"/>
                </a:cubicBezTo>
                <a:cubicBezTo>
                  <a:pt x="525828" y="28685"/>
                  <a:pt x="518882" y="26399"/>
                  <a:pt x="510706" y="26399"/>
                </a:cubicBezTo>
                <a:cubicBezTo>
                  <a:pt x="499412" y="26399"/>
                  <a:pt x="490249" y="30452"/>
                  <a:pt x="483216" y="38559"/>
                </a:cubicBezTo>
                <a:cubicBezTo>
                  <a:pt x="476183" y="46665"/>
                  <a:pt x="472667" y="59795"/>
                  <a:pt x="472667" y="77949"/>
                </a:cubicBezTo>
                <a:cubicBezTo>
                  <a:pt x="472667" y="97211"/>
                  <a:pt x="476132" y="110930"/>
                  <a:pt x="483060" y="119106"/>
                </a:cubicBezTo>
                <a:cubicBezTo>
                  <a:pt x="489989" y="127281"/>
                  <a:pt x="498996" y="131369"/>
                  <a:pt x="510082" y="131369"/>
                </a:cubicBezTo>
                <a:cubicBezTo>
                  <a:pt x="518258" y="131369"/>
                  <a:pt x="525291" y="128764"/>
                  <a:pt x="531181" y="123552"/>
                </a:cubicBezTo>
                <a:cubicBezTo>
                  <a:pt x="537070" y="118338"/>
                  <a:pt x="541297" y="110135"/>
                  <a:pt x="543860" y="98943"/>
                </a:cubicBezTo>
                <a:close/>
                <a:moveTo>
                  <a:pt x="592662" y="98319"/>
                </a:moveTo>
                <a:cubicBezTo>
                  <a:pt x="592662" y="88619"/>
                  <a:pt x="595052" y="79230"/>
                  <a:pt x="599833" y="70154"/>
                </a:cubicBezTo>
                <a:cubicBezTo>
                  <a:pt x="604614" y="61077"/>
                  <a:pt x="611387" y="54148"/>
                  <a:pt x="620152" y="49367"/>
                </a:cubicBezTo>
                <a:cubicBezTo>
                  <a:pt x="628916" y="44587"/>
                  <a:pt x="638703" y="42196"/>
                  <a:pt x="649512" y="42196"/>
                </a:cubicBezTo>
                <a:cubicBezTo>
                  <a:pt x="666211" y="42196"/>
                  <a:pt x="679895" y="47618"/>
                  <a:pt x="690565" y="58461"/>
                </a:cubicBezTo>
                <a:cubicBezTo>
                  <a:pt x="701235" y="69305"/>
                  <a:pt x="706571" y="83007"/>
                  <a:pt x="706571" y="99566"/>
                </a:cubicBezTo>
                <a:cubicBezTo>
                  <a:pt x="706571" y="116265"/>
                  <a:pt x="701183" y="130105"/>
                  <a:pt x="690409" y="141087"/>
                </a:cubicBezTo>
                <a:cubicBezTo>
                  <a:pt x="679635" y="152069"/>
                  <a:pt x="666072" y="157560"/>
                  <a:pt x="649720" y="157560"/>
                </a:cubicBezTo>
                <a:cubicBezTo>
                  <a:pt x="639604" y="157560"/>
                  <a:pt x="629956" y="155274"/>
                  <a:pt x="620775" y="150701"/>
                </a:cubicBezTo>
                <a:cubicBezTo>
                  <a:pt x="611594" y="146128"/>
                  <a:pt x="604614" y="139424"/>
                  <a:pt x="599833" y="130590"/>
                </a:cubicBezTo>
                <a:cubicBezTo>
                  <a:pt x="595052" y="121756"/>
                  <a:pt x="592662" y="110999"/>
                  <a:pt x="592662" y="98319"/>
                </a:cubicBezTo>
                <a:moveTo>
                  <a:pt x="622594" y="99878"/>
                </a:moveTo>
                <a:cubicBezTo>
                  <a:pt x="622594" y="110791"/>
                  <a:pt x="625192" y="119149"/>
                  <a:pt x="630389" y="124952"/>
                </a:cubicBezTo>
                <a:cubicBezTo>
                  <a:pt x="635585" y="130755"/>
                  <a:pt x="641994" y="133656"/>
                  <a:pt x="649616" y="133656"/>
                </a:cubicBezTo>
                <a:cubicBezTo>
                  <a:pt x="657238" y="133656"/>
                  <a:pt x="663630" y="130755"/>
                  <a:pt x="668791" y="124952"/>
                </a:cubicBezTo>
                <a:cubicBezTo>
                  <a:pt x="673953" y="119149"/>
                  <a:pt x="676534" y="110722"/>
                  <a:pt x="676534" y="99670"/>
                </a:cubicBezTo>
                <a:cubicBezTo>
                  <a:pt x="676534" y="88896"/>
                  <a:pt x="673953" y="80608"/>
                  <a:pt x="668791" y="74805"/>
                </a:cubicBezTo>
                <a:cubicBezTo>
                  <a:pt x="663630" y="69002"/>
                  <a:pt x="657238" y="66100"/>
                  <a:pt x="649616" y="66100"/>
                </a:cubicBezTo>
                <a:cubicBezTo>
                  <a:pt x="641994" y="66100"/>
                  <a:pt x="635585" y="69002"/>
                  <a:pt x="630389" y="74805"/>
                </a:cubicBezTo>
                <a:cubicBezTo>
                  <a:pt x="625192" y="80608"/>
                  <a:pt x="622594" y="88965"/>
                  <a:pt x="622594" y="99878"/>
                </a:cubicBezTo>
                <a:close/>
                <a:moveTo>
                  <a:pt x="830486" y="155066"/>
                </a:moveTo>
                <a:lnTo>
                  <a:pt x="803360" y="155066"/>
                </a:lnTo>
                <a:lnTo>
                  <a:pt x="803360" y="138853"/>
                </a:lnTo>
                <a:cubicBezTo>
                  <a:pt x="798856" y="145158"/>
                  <a:pt x="793538" y="149852"/>
                  <a:pt x="787407" y="152935"/>
                </a:cubicBezTo>
                <a:cubicBezTo>
                  <a:pt x="781275" y="156019"/>
                  <a:pt x="775091" y="157560"/>
                  <a:pt x="768855" y="157560"/>
                </a:cubicBezTo>
                <a:cubicBezTo>
                  <a:pt x="756175" y="157560"/>
                  <a:pt x="745314" y="152450"/>
                  <a:pt x="736272" y="142230"/>
                </a:cubicBezTo>
                <a:cubicBezTo>
                  <a:pt x="727230" y="132010"/>
                  <a:pt x="722709" y="117754"/>
                  <a:pt x="722709" y="99462"/>
                </a:cubicBezTo>
                <a:cubicBezTo>
                  <a:pt x="722709" y="80755"/>
                  <a:pt x="727109" y="66533"/>
                  <a:pt x="735908" y="56799"/>
                </a:cubicBezTo>
                <a:cubicBezTo>
                  <a:pt x="744708" y="47064"/>
                  <a:pt x="755829" y="42196"/>
                  <a:pt x="769270" y="42196"/>
                </a:cubicBezTo>
                <a:cubicBezTo>
                  <a:pt x="781604" y="42196"/>
                  <a:pt x="792274" y="47323"/>
                  <a:pt x="801281" y="57578"/>
                </a:cubicBezTo>
                <a:lnTo>
                  <a:pt x="801281" y="2702"/>
                </a:lnTo>
                <a:lnTo>
                  <a:pt x="830486" y="2702"/>
                </a:lnTo>
                <a:lnTo>
                  <a:pt x="830486" y="155066"/>
                </a:lnTo>
                <a:moveTo>
                  <a:pt x="752537" y="97543"/>
                </a:moveTo>
                <a:cubicBezTo>
                  <a:pt x="752537" y="109305"/>
                  <a:pt x="754166" y="117814"/>
                  <a:pt x="757422" y="123071"/>
                </a:cubicBezTo>
                <a:cubicBezTo>
                  <a:pt x="762134" y="130682"/>
                  <a:pt x="768716" y="134487"/>
                  <a:pt x="777169" y="134487"/>
                </a:cubicBezTo>
                <a:cubicBezTo>
                  <a:pt x="783890" y="134487"/>
                  <a:pt x="789606" y="131634"/>
                  <a:pt x="794318" y="125926"/>
                </a:cubicBezTo>
                <a:cubicBezTo>
                  <a:pt x="799030" y="120218"/>
                  <a:pt x="801385" y="111692"/>
                  <a:pt x="801385" y="100346"/>
                </a:cubicBezTo>
                <a:cubicBezTo>
                  <a:pt x="801385" y="87684"/>
                  <a:pt x="799099" y="78568"/>
                  <a:pt x="794526" y="72999"/>
                </a:cubicBezTo>
                <a:cubicBezTo>
                  <a:pt x="789953" y="67430"/>
                  <a:pt x="784098" y="64645"/>
                  <a:pt x="776961" y="64645"/>
                </a:cubicBezTo>
                <a:cubicBezTo>
                  <a:pt x="770033" y="64645"/>
                  <a:pt x="764230" y="67395"/>
                  <a:pt x="759553" y="72895"/>
                </a:cubicBezTo>
                <a:cubicBezTo>
                  <a:pt x="754876" y="78395"/>
                  <a:pt x="752537" y="86611"/>
                  <a:pt x="752537" y="97543"/>
                </a:cubicBezTo>
                <a:close/>
                <a:moveTo>
                  <a:pt x="923014" y="119937"/>
                </a:moveTo>
                <a:lnTo>
                  <a:pt x="952115" y="124926"/>
                </a:lnTo>
                <a:cubicBezTo>
                  <a:pt x="948373" y="135561"/>
                  <a:pt x="942467" y="143659"/>
                  <a:pt x="934395" y="149220"/>
                </a:cubicBezTo>
                <a:cubicBezTo>
                  <a:pt x="926323" y="154780"/>
                  <a:pt x="916224" y="157560"/>
                  <a:pt x="904099" y="157560"/>
                </a:cubicBezTo>
                <a:cubicBezTo>
                  <a:pt x="884906" y="157560"/>
                  <a:pt x="870702" y="151290"/>
                  <a:pt x="861487" y="138749"/>
                </a:cubicBezTo>
                <a:cubicBezTo>
                  <a:pt x="854211" y="128702"/>
                  <a:pt x="850574" y="116022"/>
                  <a:pt x="850574" y="100710"/>
                </a:cubicBezTo>
                <a:cubicBezTo>
                  <a:pt x="850574" y="82418"/>
                  <a:pt x="855355" y="68092"/>
                  <a:pt x="864916" y="57734"/>
                </a:cubicBezTo>
                <a:cubicBezTo>
                  <a:pt x="874478" y="47375"/>
                  <a:pt x="886569" y="42196"/>
                  <a:pt x="901188" y="42196"/>
                </a:cubicBezTo>
                <a:cubicBezTo>
                  <a:pt x="917610" y="42196"/>
                  <a:pt x="930566" y="47618"/>
                  <a:pt x="940059" y="58461"/>
                </a:cubicBezTo>
                <a:cubicBezTo>
                  <a:pt x="949551" y="69305"/>
                  <a:pt x="954090" y="85917"/>
                  <a:pt x="953674" y="108297"/>
                </a:cubicBezTo>
                <a:lnTo>
                  <a:pt x="880506" y="108297"/>
                </a:lnTo>
                <a:cubicBezTo>
                  <a:pt x="880714" y="116958"/>
                  <a:pt x="883070" y="123696"/>
                  <a:pt x="887573" y="128511"/>
                </a:cubicBezTo>
                <a:cubicBezTo>
                  <a:pt x="892077" y="133327"/>
                  <a:pt x="897689" y="135735"/>
                  <a:pt x="904410" y="135735"/>
                </a:cubicBezTo>
                <a:cubicBezTo>
                  <a:pt x="908983" y="135735"/>
                  <a:pt x="912829" y="134487"/>
                  <a:pt x="915947" y="131993"/>
                </a:cubicBezTo>
                <a:cubicBezTo>
                  <a:pt x="919065" y="129499"/>
                  <a:pt x="921420" y="125480"/>
                  <a:pt x="923014" y="119937"/>
                </a:cubicBezTo>
                <a:moveTo>
                  <a:pt x="924677" y="90420"/>
                </a:moveTo>
                <a:cubicBezTo>
                  <a:pt x="924469" y="82002"/>
                  <a:pt x="922287" y="75602"/>
                  <a:pt x="918129" y="71219"/>
                </a:cubicBezTo>
                <a:cubicBezTo>
                  <a:pt x="913972" y="66837"/>
                  <a:pt x="908914" y="64645"/>
                  <a:pt x="902955" y="64645"/>
                </a:cubicBezTo>
                <a:cubicBezTo>
                  <a:pt x="896581" y="64645"/>
                  <a:pt x="891315" y="66957"/>
                  <a:pt x="887158" y="71580"/>
                </a:cubicBezTo>
                <a:cubicBezTo>
                  <a:pt x="883000" y="76205"/>
                  <a:pt x="880956" y="82485"/>
                  <a:pt x="881026" y="90420"/>
                </a:cubicBezTo>
                <a:lnTo>
                  <a:pt x="924677" y="90420"/>
                </a:lnTo>
                <a:close/>
                <a:moveTo>
                  <a:pt x="1038203" y="155066"/>
                </a:moveTo>
                <a:lnTo>
                  <a:pt x="1038203" y="2702"/>
                </a:lnTo>
                <a:lnTo>
                  <a:pt x="1102953" y="2702"/>
                </a:lnTo>
                <a:cubicBezTo>
                  <a:pt x="1119235" y="2702"/>
                  <a:pt x="1131066" y="4071"/>
                  <a:pt x="1138445" y="6808"/>
                </a:cubicBezTo>
                <a:cubicBezTo>
                  <a:pt x="1145825" y="9544"/>
                  <a:pt x="1151731" y="14412"/>
                  <a:pt x="1156166" y="21410"/>
                </a:cubicBezTo>
                <a:cubicBezTo>
                  <a:pt x="1160600" y="28408"/>
                  <a:pt x="1162817" y="36411"/>
                  <a:pt x="1162817" y="45418"/>
                </a:cubicBezTo>
                <a:cubicBezTo>
                  <a:pt x="1162817" y="56851"/>
                  <a:pt x="1159457" y="66291"/>
                  <a:pt x="1152736" y="73739"/>
                </a:cubicBezTo>
                <a:cubicBezTo>
                  <a:pt x="1146015" y="81188"/>
                  <a:pt x="1135968" y="85882"/>
                  <a:pt x="1122596" y="87822"/>
                </a:cubicBezTo>
                <a:cubicBezTo>
                  <a:pt x="1129248" y="91702"/>
                  <a:pt x="1134739" y="95963"/>
                  <a:pt x="1139069" y="100606"/>
                </a:cubicBezTo>
                <a:cubicBezTo>
                  <a:pt x="1143400" y="105248"/>
                  <a:pt x="1149237" y="113493"/>
                  <a:pt x="1156581" y="125341"/>
                </a:cubicBezTo>
                <a:lnTo>
                  <a:pt x="1175185" y="155066"/>
                </a:lnTo>
                <a:lnTo>
                  <a:pt x="1138393" y="155066"/>
                </a:lnTo>
                <a:lnTo>
                  <a:pt x="1116152" y="121902"/>
                </a:lnTo>
                <a:cubicBezTo>
                  <a:pt x="1108253" y="110058"/>
                  <a:pt x="1102849" y="102596"/>
                  <a:pt x="1099939" y="99514"/>
                </a:cubicBezTo>
                <a:cubicBezTo>
                  <a:pt x="1097029" y="96431"/>
                  <a:pt x="1093945" y="94318"/>
                  <a:pt x="1090689" y="93175"/>
                </a:cubicBezTo>
                <a:cubicBezTo>
                  <a:pt x="1087432" y="92031"/>
                  <a:pt x="1082270" y="91460"/>
                  <a:pt x="1075203" y="91460"/>
                </a:cubicBezTo>
                <a:lnTo>
                  <a:pt x="1068967" y="91460"/>
                </a:lnTo>
                <a:lnTo>
                  <a:pt x="1068967" y="155066"/>
                </a:lnTo>
                <a:lnTo>
                  <a:pt x="1038203" y="155066"/>
                </a:lnTo>
                <a:moveTo>
                  <a:pt x="1068967" y="67140"/>
                </a:moveTo>
                <a:lnTo>
                  <a:pt x="1091728" y="67140"/>
                </a:lnTo>
                <a:cubicBezTo>
                  <a:pt x="1106486" y="67140"/>
                  <a:pt x="1115702" y="66516"/>
                  <a:pt x="1119374" y="65269"/>
                </a:cubicBezTo>
                <a:cubicBezTo>
                  <a:pt x="1123046" y="64022"/>
                  <a:pt x="1125922" y="61874"/>
                  <a:pt x="1128000" y="58825"/>
                </a:cubicBezTo>
                <a:cubicBezTo>
                  <a:pt x="1130079" y="55777"/>
                  <a:pt x="1131118" y="51966"/>
                  <a:pt x="1131118" y="47393"/>
                </a:cubicBezTo>
                <a:cubicBezTo>
                  <a:pt x="1131118" y="42265"/>
                  <a:pt x="1129750" y="38126"/>
                  <a:pt x="1127013" y="34973"/>
                </a:cubicBezTo>
                <a:cubicBezTo>
                  <a:pt x="1124276" y="31820"/>
                  <a:pt x="1120413" y="29828"/>
                  <a:pt x="1115425" y="28997"/>
                </a:cubicBezTo>
                <a:cubicBezTo>
                  <a:pt x="1112930" y="28650"/>
                  <a:pt x="1105447" y="28477"/>
                  <a:pt x="1092975" y="28477"/>
                </a:cubicBezTo>
                <a:lnTo>
                  <a:pt x="1068967" y="28477"/>
                </a:lnTo>
                <a:lnTo>
                  <a:pt x="1068967" y="67140"/>
                </a:lnTo>
                <a:close/>
                <a:moveTo>
                  <a:pt x="1255084" y="119937"/>
                </a:moveTo>
                <a:lnTo>
                  <a:pt x="1284185" y="124926"/>
                </a:lnTo>
                <a:cubicBezTo>
                  <a:pt x="1280443" y="135561"/>
                  <a:pt x="1274536" y="143659"/>
                  <a:pt x="1266464" y="149220"/>
                </a:cubicBezTo>
                <a:cubicBezTo>
                  <a:pt x="1258392" y="154780"/>
                  <a:pt x="1248294" y="157560"/>
                  <a:pt x="1236168" y="157560"/>
                </a:cubicBezTo>
                <a:cubicBezTo>
                  <a:pt x="1216976" y="157560"/>
                  <a:pt x="1202772" y="151290"/>
                  <a:pt x="1193556" y="138749"/>
                </a:cubicBezTo>
                <a:cubicBezTo>
                  <a:pt x="1186281" y="128702"/>
                  <a:pt x="1182644" y="116022"/>
                  <a:pt x="1182644" y="100710"/>
                </a:cubicBezTo>
                <a:cubicBezTo>
                  <a:pt x="1182644" y="82418"/>
                  <a:pt x="1187424" y="68092"/>
                  <a:pt x="1196986" y="57734"/>
                </a:cubicBezTo>
                <a:cubicBezTo>
                  <a:pt x="1206548" y="47375"/>
                  <a:pt x="1218639" y="42196"/>
                  <a:pt x="1233258" y="42196"/>
                </a:cubicBezTo>
                <a:cubicBezTo>
                  <a:pt x="1249679" y="42196"/>
                  <a:pt x="1262636" y="47618"/>
                  <a:pt x="1272129" y="58461"/>
                </a:cubicBezTo>
                <a:cubicBezTo>
                  <a:pt x="1281621" y="69305"/>
                  <a:pt x="1286159" y="85917"/>
                  <a:pt x="1285744" y="108297"/>
                </a:cubicBezTo>
                <a:lnTo>
                  <a:pt x="1212576" y="108297"/>
                </a:lnTo>
                <a:cubicBezTo>
                  <a:pt x="1212784" y="116958"/>
                  <a:pt x="1215140" y="123696"/>
                  <a:pt x="1219643" y="128511"/>
                </a:cubicBezTo>
                <a:cubicBezTo>
                  <a:pt x="1224147" y="133327"/>
                  <a:pt x="1229759" y="135735"/>
                  <a:pt x="1236480" y="135735"/>
                </a:cubicBezTo>
                <a:cubicBezTo>
                  <a:pt x="1241053" y="135735"/>
                  <a:pt x="1244899" y="134487"/>
                  <a:pt x="1248017" y="131993"/>
                </a:cubicBezTo>
                <a:cubicBezTo>
                  <a:pt x="1251134" y="129499"/>
                  <a:pt x="1253490" y="125480"/>
                  <a:pt x="1255084" y="119937"/>
                </a:cubicBezTo>
                <a:moveTo>
                  <a:pt x="1256747" y="90420"/>
                </a:moveTo>
                <a:cubicBezTo>
                  <a:pt x="1256539" y="82002"/>
                  <a:pt x="1254356" y="75602"/>
                  <a:pt x="1250199" y="71219"/>
                </a:cubicBezTo>
                <a:cubicBezTo>
                  <a:pt x="1246042" y="66837"/>
                  <a:pt x="1240984" y="64645"/>
                  <a:pt x="1235025" y="64645"/>
                </a:cubicBezTo>
                <a:cubicBezTo>
                  <a:pt x="1228651" y="64645"/>
                  <a:pt x="1223385" y="66957"/>
                  <a:pt x="1219228" y="71580"/>
                </a:cubicBezTo>
                <a:cubicBezTo>
                  <a:pt x="1215070" y="76205"/>
                  <a:pt x="1213026" y="82485"/>
                  <a:pt x="1213096" y="90420"/>
                </a:cubicBezTo>
                <a:lnTo>
                  <a:pt x="1256747" y="90420"/>
                </a:lnTo>
                <a:close/>
                <a:moveTo>
                  <a:pt x="1340710" y="155066"/>
                </a:moveTo>
                <a:lnTo>
                  <a:pt x="1296228" y="44691"/>
                </a:lnTo>
                <a:lnTo>
                  <a:pt x="1326887" y="44691"/>
                </a:lnTo>
                <a:lnTo>
                  <a:pt x="1347674" y="101021"/>
                </a:lnTo>
                <a:lnTo>
                  <a:pt x="1353702" y="119833"/>
                </a:lnTo>
                <a:cubicBezTo>
                  <a:pt x="1355295" y="115052"/>
                  <a:pt x="1356300" y="111900"/>
                  <a:pt x="1356716" y="110375"/>
                </a:cubicBezTo>
                <a:cubicBezTo>
                  <a:pt x="1357686" y="107257"/>
                  <a:pt x="1358725" y="104139"/>
                  <a:pt x="1359834" y="101021"/>
                </a:cubicBezTo>
                <a:lnTo>
                  <a:pt x="1380828" y="44691"/>
                </a:lnTo>
                <a:lnTo>
                  <a:pt x="1410864" y="44691"/>
                </a:lnTo>
                <a:lnTo>
                  <a:pt x="1367005" y="155066"/>
                </a:lnTo>
                <a:lnTo>
                  <a:pt x="1340710" y="155066"/>
                </a:lnTo>
                <a:close/>
                <a:moveTo>
                  <a:pt x="1425301" y="29724"/>
                </a:moveTo>
                <a:lnTo>
                  <a:pt x="1425301" y="2702"/>
                </a:lnTo>
                <a:lnTo>
                  <a:pt x="1454506" y="2702"/>
                </a:lnTo>
                <a:lnTo>
                  <a:pt x="1454506" y="29724"/>
                </a:lnTo>
                <a:lnTo>
                  <a:pt x="1425301" y="29724"/>
                </a:lnTo>
                <a:moveTo>
                  <a:pt x="1425301" y="155066"/>
                </a:moveTo>
                <a:lnTo>
                  <a:pt x="1425301" y="44691"/>
                </a:lnTo>
                <a:lnTo>
                  <a:pt x="1454506" y="44691"/>
                </a:lnTo>
                <a:lnTo>
                  <a:pt x="1454506" y="155066"/>
                </a:lnTo>
                <a:lnTo>
                  <a:pt x="1425301" y="155066"/>
                </a:lnTo>
                <a:close/>
                <a:moveTo>
                  <a:pt x="1548818" y="119937"/>
                </a:moveTo>
                <a:lnTo>
                  <a:pt x="1577919" y="124926"/>
                </a:lnTo>
                <a:cubicBezTo>
                  <a:pt x="1574177" y="135561"/>
                  <a:pt x="1568271" y="143659"/>
                  <a:pt x="1560199" y="149220"/>
                </a:cubicBezTo>
                <a:cubicBezTo>
                  <a:pt x="1552127" y="154780"/>
                  <a:pt x="1542028" y="157560"/>
                  <a:pt x="1529902" y="157560"/>
                </a:cubicBezTo>
                <a:cubicBezTo>
                  <a:pt x="1510710" y="157560"/>
                  <a:pt x="1496506" y="151290"/>
                  <a:pt x="1487291" y="138749"/>
                </a:cubicBezTo>
                <a:cubicBezTo>
                  <a:pt x="1480015" y="128702"/>
                  <a:pt x="1476378" y="116022"/>
                  <a:pt x="1476378" y="100710"/>
                </a:cubicBezTo>
                <a:cubicBezTo>
                  <a:pt x="1476378" y="82418"/>
                  <a:pt x="1481159" y="68092"/>
                  <a:pt x="1490720" y="57734"/>
                </a:cubicBezTo>
                <a:cubicBezTo>
                  <a:pt x="1500282" y="47375"/>
                  <a:pt x="1512373" y="42196"/>
                  <a:pt x="1526992" y="42196"/>
                </a:cubicBezTo>
                <a:cubicBezTo>
                  <a:pt x="1543414" y="42196"/>
                  <a:pt x="1556370" y="47618"/>
                  <a:pt x="1565863" y="58461"/>
                </a:cubicBezTo>
                <a:cubicBezTo>
                  <a:pt x="1575355" y="69305"/>
                  <a:pt x="1579894" y="85917"/>
                  <a:pt x="1579478" y="108297"/>
                </a:cubicBezTo>
                <a:lnTo>
                  <a:pt x="1506310" y="108297"/>
                </a:lnTo>
                <a:cubicBezTo>
                  <a:pt x="1506518" y="116958"/>
                  <a:pt x="1508874" y="123696"/>
                  <a:pt x="1513377" y="128511"/>
                </a:cubicBezTo>
                <a:cubicBezTo>
                  <a:pt x="1517881" y="133327"/>
                  <a:pt x="1523493" y="135735"/>
                  <a:pt x="1530214" y="135735"/>
                </a:cubicBezTo>
                <a:cubicBezTo>
                  <a:pt x="1534787" y="135735"/>
                  <a:pt x="1538633" y="134487"/>
                  <a:pt x="1541751" y="131993"/>
                </a:cubicBezTo>
                <a:cubicBezTo>
                  <a:pt x="1544869" y="129499"/>
                  <a:pt x="1547224" y="125480"/>
                  <a:pt x="1548818" y="119937"/>
                </a:cubicBezTo>
                <a:moveTo>
                  <a:pt x="1550481" y="90420"/>
                </a:moveTo>
                <a:cubicBezTo>
                  <a:pt x="1550273" y="82002"/>
                  <a:pt x="1548090" y="75602"/>
                  <a:pt x="1543933" y="71219"/>
                </a:cubicBezTo>
                <a:cubicBezTo>
                  <a:pt x="1539776" y="66837"/>
                  <a:pt x="1534718" y="64645"/>
                  <a:pt x="1528759" y="64645"/>
                </a:cubicBezTo>
                <a:cubicBezTo>
                  <a:pt x="1522385" y="64645"/>
                  <a:pt x="1517119" y="66957"/>
                  <a:pt x="1512962" y="71580"/>
                </a:cubicBezTo>
                <a:cubicBezTo>
                  <a:pt x="1508804" y="76205"/>
                  <a:pt x="1506760" y="82485"/>
                  <a:pt x="1506830" y="90420"/>
                </a:cubicBezTo>
                <a:lnTo>
                  <a:pt x="1550481" y="90420"/>
                </a:lnTo>
                <a:close/>
                <a:moveTo>
                  <a:pt x="1624675" y="155066"/>
                </a:moveTo>
                <a:lnTo>
                  <a:pt x="1589754" y="44691"/>
                </a:lnTo>
                <a:lnTo>
                  <a:pt x="1618127" y="44691"/>
                </a:lnTo>
                <a:lnTo>
                  <a:pt x="1638810" y="117027"/>
                </a:lnTo>
                <a:lnTo>
                  <a:pt x="1657829" y="44691"/>
                </a:lnTo>
                <a:lnTo>
                  <a:pt x="1685995" y="44691"/>
                </a:lnTo>
                <a:lnTo>
                  <a:pt x="1704391" y="117027"/>
                </a:lnTo>
                <a:lnTo>
                  <a:pt x="1725489" y="44691"/>
                </a:lnTo>
                <a:lnTo>
                  <a:pt x="1754278" y="44691"/>
                </a:lnTo>
                <a:lnTo>
                  <a:pt x="1718837" y="155066"/>
                </a:lnTo>
                <a:lnTo>
                  <a:pt x="1690776" y="155066"/>
                </a:lnTo>
                <a:lnTo>
                  <a:pt x="1671756" y="84081"/>
                </a:lnTo>
                <a:lnTo>
                  <a:pt x="1653048" y="155066"/>
                </a:lnTo>
                <a:lnTo>
                  <a:pt x="1624675" y="1550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D495DA-C3CE-4167-99AF-1D84C65E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0740" y="3071323"/>
            <a:ext cx="1100426" cy="10"/>
          </a:xfrm>
          <a:custGeom xmlns:a="http://schemas.openxmlformats.org/drawingml/2006/main">
            <a:pathLst>
              <a:path w="1100426" h="1" fill="none">
                <a:moveTo>
                  <a:pt x="110042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910" cap="flat">
            <a:solidFill>
              <a:srgbClr val="FF0000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703DAB-D7CA-4E0F-8DF6-7F24204D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0962" y="3011454"/>
            <a:ext cx="119729" cy="119729"/>
          </a:xfrm>
          <a:custGeom xmlns:a="http://schemas.openxmlformats.org/drawingml/2006/main">
            <a:pathLst>
              <a:path w="119729" h="119729">
                <a:moveTo>
                  <a:pt x="119729" y="0"/>
                </a:moveTo>
                <a:lnTo>
                  <a:pt x="119729" y="119729"/>
                </a:lnTo>
                <a:lnTo>
                  <a:pt x="0" y="59865"/>
                </a:lnTo>
                <a:lnTo>
                  <a:pt x="119729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Interactive">
            <a:extLst xmlns:a="http://schemas.openxmlformats.org/drawingml/2006/main">
              <a:ext uri="{FF2B5EF4-FFF2-40B4-BE49-F238E27FC236}">
                <a16:creationId xmlns:a16="http://schemas.microsoft.com/office/drawing/2014/main" id="{0A57B1E0-5B7E-4325-B345-2D062FD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367" y="150895"/>
            <a:ext cx="789522" cy="128532"/>
          </a:xfrm>
          <a:custGeom xmlns:a="http://schemas.openxmlformats.org/drawingml/2006/main">
            <a:pathLst>
              <a:path w="789522" h="128532">
                <a:moveTo>
                  <a:pt x="0" y="126462"/>
                </a:moveTo>
                <a:lnTo>
                  <a:pt x="0" y="0"/>
                </a:lnTo>
                <a:lnTo>
                  <a:pt x="16735" y="0"/>
                </a:lnTo>
                <a:lnTo>
                  <a:pt x="16735" y="126462"/>
                </a:lnTo>
                <a:lnTo>
                  <a:pt x="0" y="126462"/>
                </a:lnTo>
                <a:close/>
                <a:moveTo>
                  <a:pt x="44124" y="126462"/>
                </a:moveTo>
                <a:lnTo>
                  <a:pt x="44124" y="34850"/>
                </a:lnTo>
                <a:lnTo>
                  <a:pt x="58099" y="34850"/>
                </a:lnTo>
                <a:lnTo>
                  <a:pt x="58099" y="47790"/>
                </a:lnTo>
                <a:cubicBezTo>
                  <a:pt x="64827" y="37783"/>
                  <a:pt x="74546" y="32780"/>
                  <a:pt x="87256" y="32780"/>
                </a:cubicBezTo>
                <a:cubicBezTo>
                  <a:pt x="92776" y="32780"/>
                  <a:pt x="97852" y="33772"/>
                  <a:pt x="102481" y="35756"/>
                </a:cubicBezTo>
                <a:cubicBezTo>
                  <a:pt x="107110" y="37740"/>
                  <a:pt x="110575" y="40342"/>
                  <a:pt x="112876" y="43563"/>
                </a:cubicBezTo>
                <a:cubicBezTo>
                  <a:pt x="115176" y="46783"/>
                  <a:pt x="116786" y="50608"/>
                  <a:pt x="117706" y="55036"/>
                </a:cubicBezTo>
                <a:cubicBezTo>
                  <a:pt x="118282" y="57911"/>
                  <a:pt x="118569" y="62943"/>
                  <a:pt x="118569" y="70132"/>
                </a:cubicBezTo>
                <a:lnTo>
                  <a:pt x="118569" y="126462"/>
                </a:lnTo>
                <a:lnTo>
                  <a:pt x="103042" y="126462"/>
                </a:lnTo>
                <a:lnTo>
                  <a:pt x="103042" y="70676"/>
                </a:lnTo>
                <a:cubicBezTo>
                  <a:pt x="103042" y="64343"/>
                  <a:pt x="102438" y="59608"/>
                  <a:pt x="101230" y="56470"/>
                </a:cubicBezTo>
                <a:cubicBezTo>
                  <a:pt x="100022" y="53332"/>
                  <a:pt x="97880" y="50828"/>
                  <a:pt x="94804" y="48957"/>
                </a:cubicBezTo>
                <a:cubicBezTo>
                  <a:pt x="91727" y="47086"/>
                  <a:pt x="88118" y="46151"/>
                  <a:pt x="83978" y="46151"/>
                </a:cubicBezTo>
                <a:cubicBezTo>
                  <a:pt x="77364" y="46151"/>
                  <a:pt x="71656" y="48253"/>
                  <a:pt x="66854" y="52456"/>
                </a:cubicBezTo>
                <a:cubicBezTo>
                  <a:pt x="62052" y="56658"/>
                  <a:pt x="59651" y="64631"/>
                  <a:pt x="59651" y="76375"/>
                </a:cubicBezTo>
                <a:lnTo>
                  <a:pt x="59651" y="126462"/>
                </a:lnTo>
                <a:lnTo>
                  <a:pt x="44124" y="126462"/>
                </a:lnTo>
                <a:close/>
                <a:moveTo>
                  <a:pt x="175899" y="112746"/>
                </a:moveTo>
                <a:lnTo>
                  <a:pt x="178142" y="126462"/>
                </a:lnTo>
                <a:cubicBezTo>
                  <a:pt x="173771" y="127267"/>
                  <a:pt x="169860" y="127669"/>
                  <a:pt x="166410" y="127669"/>
                </a:cubicBezTo>
                <a:cubicBezTo>
                  <a:pt x="160774" y="127669"/>
                  <a:pt x="156403" y="126778"/>
                  <a:pt x="153298" y="124995"/>
                </a:cubicBezTo>
                <a:cubicBezTo>
                  <a:pt x="150192" y="123213"/>
                  <a:pt x="148007" y="120869"/>
                  <a:pt x="146742" y="117965"/>
                </a:cubicBezTo>
                <a:cubicBezTo>
                  <a:pt x="145477" y="115061"/>
                  <a:pt x="144844" y="108950"/>
                  <a:pt x="144844" y="99634"/>
                </a:cubicBezTo>
                <a:lnTo>
                  <a:pt x="144844" y="46927"/>
                </a:lnTo>
                <a:lnTo>
                  <a:pt x="133457" y="46927"/>
                </a:lnTo>
                <a:lnTo>
                  <a:pt x="133457" y="34850"/>
                </a:lnTo>
                <a:lnTo>
                  <a:pt x="144844" y="34850"/>
                </a:lnTo>
                <a:lnTo>
                  <a:pt x="144844" y="12101"/>
                </a:lnTo>
                <a:lnTo>
                  <a:pt x="160285" y="2760"/>
                </a:lnTo>
                <a:lnTo>
                  <a:pt x="160285" y="34850"/>
                </a:lnTo>
                <a:lnTo>
                  <a:pt x="175899" y="34850"/>
                </a:lnTo>
                <a:lnTo>
                  <a:pt x="175899" y="46927"/>
                </a:lnTo>
                <a:lnTo>
                  <a:pt x="160285" y="46927"/>
                </a:lnTo>
                <a:lnTo>
                  <a:pt x="160285" y="100497"/>
                </a:lnTo>
                <a:cubicBezTo>
                  <a:pt x="160285" y="104925"/>
                  <a:pt x="160558" y="107771"/>
                  <a:pt x="161105" y="109037"/>
                </a:cubicBezTo>
                <a:cubicBezTo>
                  <a:pt x="161651" y="110302"/>
                  <a:pt x="162542" y="111308"/>
                  <a:pt x="163779" y="112056"/>
                </a:cubicBezTo>
                <a:cubicBezTo>
                  <a:pt x="165015" y="112803"/>
                  <a:pt x="166784" y="113177"/>
                  <a:pt x="169084" y="113177"/>
                </a:cubicBezTo>
                <a:cubicBezTo>
                  <a:pt x="170809" y="113177"/>
                  <a:pt x="173081" y="113033"/>
                  <a:pt x="175899" y="112746"/>
                </a:cubicBezTo>
                <a:close/>
                <a:moveTo>
                  <a:pt x="253665" y="96960"/>
                </a:moveTo>
                <a:lnTo>
                  <a:pt x="269710" y="98944"/>
                </a:lnTo>
                <a:cubicBezTo>
                  <a:pt x="267180" y="108318"/>
                  <a:pt x="262493" y="115593"/>
                  <a:pt x="255649" y="120768"/>
                </a:cubicBezTo>
                <a:cubicBezTo>
                  <a:pt x="248806" y="125944"/>
                  <a:pt x="240065" y="128532"/>
                  <a:pt x="229425" y="128532"/>
                </a:cubicBezTo>
                <a:cubicBezTo>
                  <a:pt x="216026" y="128532"/>
                  <a:pt x="205401" y="124406"/>
                  <a:pt x="197551" y="116153"/>
                </a:cubicBezTo>
                <a:cubicBezTo>
                  <a:pt x="189701" y="107901"/>
                  <a:pt x="185776" y="96327"/>
                  <a:pt x="185776" y="81432"/>
                </a:cubicBezTo>
                <a:cubicBezTo>
                  <a:pt x="185776" y="66020"/>
                  <a:pt x="189744" y="54058"/>
                  <a:pt x="197681" y="45547"/>
                </a:cubicBezTo>
                <a:cubicBezTo>
                  <a:pt x="205617" y="37036"/>
                  <a:pt x="215911" y="32780"/>
                  <a:pt x="228563" y="32780"/>
                </a:cubicBezTo>
                <a:cubicBezTo>
                  <a:pt x="240812" y="32780"/>
                  <a:pt x="250819" y="36943"/>
                  <a:pt x="258582" y="45269"/>
                </a:cubicBezTo>
                <a:cubicBezTo>
                  <a:pt x="266346" y="53594"/>
                  <a:pt x="270228" y="65306"/>
                  <a:pt x="270228" y="80405"/>
                </a:cubicBezTo>
                <a:cubicBezTo>
                  <a:pt x="270228" y="81324"/>
                  <a:pt x="270199" y="82701"/>
                  <a:pt x="270142" y="84538"/>
                </a:cubicBezTo>
                <a:lnTo>
                  <a:pt x="201821" y="84538"/>
                </a:lnTo>
                <a:cubicBezTo>
                  <a:pt x="202396" y="94573"/>
                  <a:pt x="205243" y="102258"/>
                  <a:pt x="210361" y="107592"/>
                </a:cubicBezTo>
                <a:cubicBezTo>
                  <a:pt x="215480" y="112926"/>
                  <a:pt x="221863" y="115593"/>
                  <a:pt x="229512" y="115593"/>
                </a:cubicBezTo>
                <a:cubicBezTo>
                  <a:pt x="235205" y="115593"/>
                  <a:pt x="240065" y="114112"/>
                  <a:pt x="244090" y="111150"/>
                </a:cubicBezTo>
                <a:cubicBezTo>
                  <a:pt x="248116" y="108187"/>
                  <a:pt x="251307" y="103456"/>
                  <a:pt x="253665" y="96960"/>
                </a:cubicBezTo>
                <a:moveTo>
                  <a:pt x="202684" y="71598"/>
                </a:moveTo>
                <a:lnTo>
                  <a:pt x="253838" y="71598"/>
                </a:lnTo>
                <a:cubicBezTo>
                  <a:pt x="253148" y="64018"/>
                  <a:pt x="251192" y="58333"/>
                  <a:pt x="247972" y="54543"/>
                </a:cubicBezTo>
                <a:cubicBezTo>
                  <a:pt x="243026" y="48661"/>
                  <a:pt x="236614" y="45719"/>
                  <a:pt x="228735" y="45719"/>
                </a:cubicBezTo>
                <a:cubicBezTo>
                  <a:pt x="221604" y="45719"/>
                  <a:pt x="215609" y="48067"/>
                  <a:pt x="210749" y="52763"/>
                </a:cubicBezTo>
                <a:cubicBezTo>
                  <a:pt x="205890" y="57458"/>
                  <a:pt x="203201" y="63736"/>
                  <a:pt x="202684" y="71598"/>
                </a:cubicBezTo>
                <a:close/>
                <a:moveTo>
                  <a:pt x="288653" y="126462"/>
                </a:moveTo>
                <a:lnTo>
                  <a:pt x="288653" y="34850"/>
                </a:lnTo>
                <a:lnTo>
                  <a:pt x="302627" y="34850"/>
                </a:lnTo>
                <a:lnTo>
                  <a:pt x="302627" y="48652"/>
                </a:lnTo>
                <a:cubicBezTo>
                  <a:pt x="306193" y="42190"/>
                  <a:pt x="309485" y="37929"/>
                  <a:pt x="312505" y="35869"/>
                </a:cubicBezTo>
                <a:cubicBezTo>
                  <a:pt x="315524" y="33810"/>
                  <a:pt x="318845" y="32780"/>
                  <a:pt x="322468" y="32780"/>
                </a:cubicBezTo>
                <a:cubicBezTo>
                  <a:pt x="327701" y="32780"/>
                  <a:pt x="333021" y="34441"/>
                  <a:pt x="338427" y="37762"/>
                </a:cubicBezTo>
                <a:lnTo>
                  <a:pt x="333078" y="52103"/>
                </a:lnTo>
                <a:cubicBezTo>
                  <a:pt x="329283" y="49860"/>
                  <a:pt x="325487" y="48739"/>
                  <a:pt x="321692" y="48739"/>
                </a:cubicBezTo>
                <a:cubicBezTo>
                  <a:pt x="318299" y="48739"/>
                  <a:pt x="315251" y="49761"/>
                  <a:pt x="312548" y="51806"/>
                </a:cubicBezTo>
                <a:cubicBezTo>
                  <a:pt x="309845" y="53850"/>
                  <a:pt x="307918" y="56685"/>
                  <a:pt x="306768" y="60311"/>
                </a:cubicBezTo>
                <a:cubicBezTo>
                  <a:pt x="305043" y="65838"/>
                  <a:pt x="304180" y="71882"/>
                  <a:pt x="304180" y="78446"/>
                </a:cubicBezTo>
                <a:lnTo>
                  <a:pt x="304180" y="126462"/>
                </a:lnTo>
                <a:lnTo>
                  <a:pt x="288653" y="126462"/>
                </a:lnTo>
                <a:close/>
                <a:moveTo>
                  <a:pt x="408212" y="115151"/>
                </a:moveTo>
                <a:cubicBezTo>
                  <a:pt x="402461" y="120042"/>
                  <a:pt x="396926" y="123496"/>
                  <a:pt x="391606" y="125510"/>
                </a:cubicBezTo>
                <a:cubicBezTo>
                  <a:pt x="386287" y="127525"/>
                  <a:pt x="380579" y="128532"/>
                  <a:pt x="374483" y="128532"/>
                </a:cubicBezTo>
                <a:cubicBezTo>
                  <a:pt x="364419" y="128532"/>
                  <a:pt x="356684" y="126072"/>
                  <a:pt x="351278" y="121151"/>
                </a:cubicBezTo>
                <a:cubicBezTo>
                  <a:pt x="345873" y="116231"/>
                  <a:pt x="343170" y="109943"/>
                  <a:pt x="343170" y="102289"/>
                </a:cubicBezTo>
                <a:cubicBezTo>
                  <a:pt x="343170" y="97802"/>
                  <a:pt x="344190" y="93702"/>
                  <a:pt x="346232" y="89991"/>
                </a:cubicBezTo>
                <a:cubicBezTo>
                  <a:pt x="348274" y="86278"/>
                  <a:pt x="350948" y="83300"/>
                  <a:pt x="354254" y="81055"/>
                </a:cubicBezTo>
                <a:cubicBezTo>
                  <a:pt x="357561" y="78810"/>
                  <a:pt x="361285" y="77113"/>
                  <a:pt x="365426" y="75963"/>
                </a:cubicBezTo>
                <a:cubicBezTo>
                  <a:pt x="368474" y="75156"/>
                  <a:pt x="373074" y="74379"/>
                  <a:pt x="379228" y="73631"/>
                </a:cubicBezTo>
                <a:cubicBezTo>
                  <a:pt x="391765" y="72147"/>
                  <a:pt x="400995" y="70376"/>
                  <a:pt x="406918" y="68320"/>
                </a:cubicBezTo>
                <a:cubicBezTo>
                  <a:pt x="406976" y="66202"/>
                  <a:pt x="407004" y="64856"/>
                  <a:pt x="407004" y="64282"/>
                </a:cubicBezTo>
                <a:cubicBezTo>
                  <a:pt x="407004" y="57980"/>
                  <a:pt x="405538" y="53540"/>
                  <a:pt x="402605" y="50963"/>
                </a:cubicBezTo>
                <a:cubicBezTo>
                  <a:pt x="398637" y="47467"/>
                  <a:pt x="392742" y="45719"/>
                  <a:pt x="384921" y="45719"/>
                </a:cubicBezTo>
                <a:cubicBezTo>
                  <a:pt x="377617" y="45719"/>
                  <a:pt x="372226" y="46999"/>
                  <a:pt x="368747" y="49558"/>
                </a:cubicBezTo>
                <a:cubicBezTo>
                  <a:pt x="365267" y="52117"/>
                  <a:pt x="362694" y="56646"/>
                  <a:pt x="361026" y="63145"/>
                </a:cubicBezTo>
                <a:lnTo>
                  <a:pt x="345844" y="61074"/>
                </a:lnTo>
                <a:cubicBezTo>
                  <a:pt x="347224" y="54556"/>
                  <a:pt x="349496" y="49292"/>
                  <a:pt x="352659" y="45283"/>
                </a:cubicBezTo>
                <a:cubicBezTo>
                  <a:pt x="355822" y="41273"/>
                  <a:pt x="360394" y="38188"/>
                  <a:pt x="366374" y="36026"/>
                </a:cubicBezTo>
                <a:cubicBezTo>
                  <a:pt x="372355" y="33862"/>
                  <a:pt x="379285" y="32780"/>
                  <a:pt x="387164" y="32780"/>
                </a:cubicBezTo>
                <a:cubicBezTo>
                  <a:pt x="394985" y="32780"/>
                  <a:pt x="401340" y="33700"/>
                  <a:pt x="406228" y="35540"/>
                </a:cubicBezTo>
                <a:cubicBezTo>
                  <a:pt x="411116" y="37381"/>
                  <a:pt x="414711" y="39695"/>
                  <a:pt x="417011" y="42485"/>
                </a:cubicBezTo>
                <a:cubicBezTo>
                  <a:pt x="419311" y="45274"/>
                  <a:pt x="420922" y="48796"/>
                  <a:pt x="421842" y="53052"/>
                </a:cubicBezTo>
                <a:cubicBezTo>
                  <a:pt x="422359" y="55697"/>
                  <a:pt x="422618" y="60470"/>
                  <a:pt x="422618" y="67372"/>
                </a:cubicBezTo>
                <a:lnTo>
                  <a:pt x="422618" y="88075"/>
                </a:lnTo>
                <a:cubicBezTo>
                  <a:pt x="422618" y="102509"/>
                  <a:pt x="422949" y="111639"/>
                  <a:pt x="423610" y="115463"/>
                </a:cubicBezTo>
                <a:cubicBezTo>
                  <a:pt x="424271" y="119288"/>
                  <a:pt x="425580" y="122954"/>
                  <a:pt x="427535" y="126462"/>
                </a:cubicBezTo>
                <a:lnTo>
                  <a:pt x="411318" y="126462"/>
                </a:lnTo>
                <a:cubicBezTo>
                  <a:pt x="409707" y="123238"/>
                  <a:pt x="408672" y="119467"/>
                  <a:pt x="408212" y="115151"/>
                </a:cubicBezTo>
                <a:moveTo>
                  <a:pt x="406918" y="80397"/>
                </a:moveTo>
                <a:cubicBezTo>
                  <a:pt x="401282" y="82717"/>
                  <a:pt x="392828" y="84689"/>
                  <a:pt x="381557" y="86312"/>
                </a:cubicBezTo>
                <a:cubicBezTo>
                  <a:pt x="375173" y="87235"/>
                  <a:pt x="370659" y="88275"/>
                  <a:pt x="368013" y="89431"/>
                </a:cubicBezTo>
                <a:cubicBezTo>
                  <a:pt x="365368" y="90584"/>
                  <a:pt x="363326" y="92274"/>
                  <a:pt x="361889" y="94499"/>
                </a:cubicBezTo>
                <a:cubicBezTo>
                  <a:pt x="360451" y="96722"/>
                  <a:pt x="359732" y="99190"/>
                  <a:pt x="359732" y="101904"/>
                </a:cubicBezTo>
                <a:cubicBezTo>
                  <a:pt x="359732" y="106061"/>
                  <a:pt x="361299" y="109525"/>
                  <a:pt x="364434" y="112298"/>
                </a:cubicBezTo>
                <a:cubicBezTo>
                  <a:pt x="367568" y="115070"/>
                  <a:pt x="372154" y="116455"/>
                  <a:pt x="378192" y="116455"/>
                </a:cubicBezTo>
                <a:cubicBezTo>
                  <a:pt x="384173" y="116455"/>
                  <a:pt x="389493" y="115141"/>
                  <a:pt x="394151" y="112511"/>
                </a:cubicBezTo>
                <a:cubicBezTo>
                  <a:pt x="398809" y="109882"/>
                  <a:pt x="402231" y="106285"/>
                  <a:pt x="404416" y="101720"/>
                </a:cubicBezTo>
                <a:cubicBezTo>
                  <a:pt x="406084" y="98194"/>
                  <a:pt x="406918" y="92993"/>
                  <a:pt x="406918" y="86118"/>
                </a:cubicBezTo>
                <a:lnTo>
                  <a:pt x="406918" y="80397"/>
                </a:lnTo>
                <a:close/>
                <a:moveTo>
                  <a:pt x="506085" y="92819"/>
                </a:moveTo>
                <a:lnTo>
                  <a:pt x="521354" y="94803"/>
                </a:lnTo>
                <a:cubicBezTo>
                  <a:pt x="519686" y="105354"/>
                  <a:pt x="515416" y="113614"/>
                  <a:pt x="508544" y="119582"/>
                </a:cubicBezTo>
                <a:cubicBezTo>
                  <a:pt x="501672" y="125549"/>
                  <a:pt x="493232" y="128532"/>
                  <a:pt x="483226" y="128532"/>
                </a:cubicBezTo>
                <a:cubicBezTo>
                  <a:pt x="470689" y="128532"/>
                  <a:pt x="460610" y="124435"/>
                  <a:pt x="452990" y="116240"/>
                </a:cubicBezTo>
                <a:cubicBezTo>
                  <a:pt x="445371" y="108045"/>
                  <a:pt x="441561" y="96298"/>
                  <a:pt x="441561" y="81001"/>
                </a:cubicBezTo>
                <a:cubicBezTo>
                  <a:pt x="441561" y="71110"/>
                  <a:pt x="443200" y="62455"/>
                  <a:pt x="446478" y="55036"/>
                </a:cubicBezTo>
                <a:cubicBezTo>
                  <a:pt x="449756" y="47617"/>
                  <a:pt x="454744" y="42053"/>
                  <a:pt x="461444" y="38344"/>
                </a:cubicBezTo>
                <a:cubicBezTo>
                  <a:pt x="468144" y="34635"/>
                  <a:pt x="475433" y="32780"/>
                  <a:pt x="483312" y="32780"/>
                </a:cubicBezTo>
                <a:cubicBezTo>
                  <a:pt x="493261" y="32780"/>
                  <a:pt x="501398" y="35304"/>
                  <a:pt x="507724" y="40352"/>
                </a:cubicBezTo>
                <a:cubicBezTo>
                  <a:pt x="514050" y="45399"/>
                  <a:pt x="518105" y="52565"/>
                  <a:pt x="519888" y="61851"/>
                </a:cubicBezTo>
                <a:lnTo>
                  <a:pt x="504792" y="64180"/>
                </a:lnTo>
                <a:cubicBezTo>
                  <a:pt x="503354" y="58055"/>
                  <a:pt x="500809" y="53447"/>
                  <a:pt x="497157" y="50356"/>
                </a:cubicBezTo>
                <a:cubicBezTo>
                  <a:pt x="493505" y="47265"/>
                  <a:pt x="489092" y="45719"/>
                  <a:pt x="483916" y="45719"/>
                </a:cubicBezTo>
                <a:cubicBezTo>
                  <a:pt x="476095" y="45719"/>
                  <a:pt x="469740" y="48510"/>
                  <a:pt x="464852" y="54090"/>
                </a:cubicBezTo>
                <a:cubicBezTo>
                  <a:pt x="459963" y="59668"/>
                  <a:pt x="457519" y="68495"/>
                  <a:pt x="457519" y="80570"/>
                </a:cubicBezTo>
                <a:cubicBezTo>
                  <a:pt x="457519" y="92817"/>
                  <a:pt x="459877" y="101717"/>
                  <a:pt x="464593" y="107268"/>
                </a:cubicBezTo>
                <a:cubicBezTo>
                  <a:pt x="469309" y="112818"/>
                  <a:pt x="475462" y="115593"/>
                  <a:pt x="483053" y="115593"/>
                </a:cubicBezTo>
                <a:cubicBezTo>
                  <a:pt x="489149" y="115593"/>
                  <a:pt x="494239" y="113731"/>
                  <a:pt x="498322" y="110007"/>
                </a:cubicBezTo>
                <a:cubicBezTo>
                  <a:pt x="502405" y="106283"/>
                  <a:pt x="504993" y="100554"/>
                  <a:pt x="506085" y="92819"/>
                </a:cubicBezTo>
                <a:close/>
                <a:moveTo>
                  <a:pt x="569599" y="112746"/>
                </a:moveTo>
                <a:lnTo>
                  <a:pt x="571842" y="126462"/>
                </a:lnTo>
                <a:cubicBezTo>
                  <a:pt x="567472" y="127267"/>
                  <a:pt x="563561" y="127669"/>
                  <a:pt x="560110" y="127669"/>
                </a:cubicBezTo>
                <a:cubicBezTo>
                  <a:pt x="554475" y="127669"/>
                  <a:pt x="550104" y="126778"/>
                  <a:pt x="546998" y="124995"/>
                </a:cubicBezTo>
                <a:cubicBezTo>
                  <a:pt x="543893" y="123213"/>
                  <a:pt x="541708" y="120869"/>
                  <a:pt x="540442" y="117965"/>
                </a:cubicBezTo>
                <a:cubicBezTo>
                  <a:pt x="539177" y="115061"/>
                  <a:pt x="538545" y="108950"/>
                  <a:pt x="538545" y="99634"/>
                </a:cubicBezTo>
                <a:lnTo>
                  <a:pt x="538545" y="46927"/>
                </a:lnTo>
                <a:lnTo>
                  <a:pt x="527158" y="46927"/>
                </a:lnTo>
                <a:lnTo>
                  <a:pt x="527158" y="34850"/>
                </a:lnTo>
                <a:lnTo>
                  <a:pt x="538545" y="34850"/>
                </a:lnTo>
                <a:lnTo>
                  <a:pt x="538545" y="12101"/>
                </a:lnTo>
                <a:lnTo>
                  <a:pt x="553986" y="2760"/>
                </a:lnTo>
                <a:lnTo>
                  <a:pt x="553986" y="34850"/>
                </a:lnTo>
                <a:lnTo>
                  <a:pt x="569599" y="34850"/>
                </a:lnTo>
                <a:lnTo>
                  <a:pt x="569599" y="46927"/>
                </a:lnTo>
                <a:lnTo>
                  <a:pt x="553986" y="46927"/>
                </a:lnTo>
                <a:lnTo>
                  <a:pt x="553986" y="100497"/>
                </a:lnTo>
                <a:cubicBezTo>
                  <a:pt x="553986" y="104925"/>
                  <a:pt x="554259" y="107771"/>
                  <a:pt x="554805" y="109037"/>
                </a:cubicBezTo>
                <a:cubicBezTo>
                  <a:pt x="555352" y="110302"/>
                  <a:pt x="556243" y="111308"/>
                  <a:pt x="557479" y="112056"/>
                </a:cubicBezTo>
                <a:cubicBezTo>
                  <a:pt x="558716" y="112803"/>
                  <a:pt x="560484" y="113177"/>
                  <a:pt x="562785" y="113177"/>
                </a:cubicBezTo>
                <a:cubicBezTo>
                  <a:pt x="564510" y="113177"/>
                  <a:pt x="566781" y="113033"/>
                  <a:pt x="569599" y="112746"/>
                </a:cubicBezTo>
                <a:close/>
                <a:moveTo>
                  <a:pt x="584740" y="17943"/>
                </a:moveTo>
                <a:lnTo>
                  <a:pt x="584740" y="0"/>
                </a:lnTo>
                <a:lnTo>
                  <a:pt x="600267" y="0"/>
                </a:lnTo>
                <a:lnTo>
                  <a:pt x="600267" y="17943"/>
                </a:lnTo>
                <a:lnTo>
                  <a:pt x="584740" y="17943"/>
                </a:lnTo>
                <a:moveTo>
                  <a:pt x="584740" y="126462"/>
                </a:moveTo>
                <a:lnTo>
                  <a:pt x="584740" y="34850"/>
                </a:lnTo>
                <a:lnTo>
                  <a:pt x="600267" y="34850"/>
                </a:lnTo>
                <a:lnTo>
                  <a:pt x="600267" y="126462"/>
                </a:lnTo>
                <a:lnTo>
                  <a:pt x="584740" y="126462"/>
                </a:lnTo>
                <a:close/>
                <a:moveTo>
                  <a:pt x="648420" y="126462"/>
                </a:moveTo>
                <a:lnTo>
                  <a:pt x="613570" y="34850"/>
                </a:lnTo>
                <a:lnTo>
                  <a:pt x="629960" y="34850"/>
                </a:lnTo>
                <a:lnTo>
                  <a:pt x="649628" y="89714"/>
                </a:lnTo>
                <a:cubicBezTo>
                  <a:pt x="651756" y="95637"/>
                  <a:pt x="653711" y="101791"/>
                  <a:pt x="655494" y="108174"/>
                </a:cubicBezTo>
                <a:cubicBezTo>
                  <a:pt x="656874" y="103343"/>
                  <a:pt x="658801" y="97535"/>
                  <a:pt x="661273" y="90749"/>
                </a:cubicBezTo>
                <a:lnTo>
                  <a:pt x="681632" y="34850"/>
                </a:lnTo>
                <a:lnTo>
                  <a:pt x="697590" y="34850"/>
                </a:lnTo>
                <a:lnTo>
                  <a:pt x="662912" y="126462"/>
                </a:lnTo>
                <a:lnTo>
                  <a:pt x="648420" y="126462"/>
                </a:lnTo>
                <a:close/>
                <a:moveTo>
                  <a:pt x="772960" y="96960"/>
                </a:moveTo>
                <a:lnTo>
                  <a:pt x="789005" y="98944"/>
                </a:lnTo>
                <a:cubicBezTo>
                  <a:pt x="786474" y="108318"/>
                  <a:pt x="781787" y="115593"/>
                  <a:pt x="774944" y="120768"/>
                </a:cubicBezTo>
                <a:cubicBezTo>
                  <a:pt x="768100" y="125944"/>
                  <a:pt x="759359" y="128532"/>
                  <a:pt x="748720" y="128532"/>
                </a:cubicBezTo>
                <a:cubicBezTo>
                  <a:pt x="735320" y="128532"/>
                  <a:pt x="724695" y="124406"/>
                  <a:pt x="716845" y="116153"/>
                </a:cubicBezTo>
                <a:cubicBezTo>
                  <a:pt x="708996" y="107901"/>
                  <a:pt x="705071" y="96327"/>
                  <a:pt x="705071" y="81432"/>
                </a:cubicBezTo>
                <a:cubicBezTo>
                  <a:pt x="705071" y="66020"/>
                  <a:pt x="709039" y="54058"/>
                  <a:pt x="716975" y="45547"/>
                </a:cubicBezTo>
                <a:cubicBezTo>
                  <a:pt x="724911" y="37036"/>
                  <a:pt x="735205" y="32780"/>
                  <a:pt x="747857" y="32780"/>
                </a:cubicBezTo>
                <a:cubicBezTo>
                  <a:pt x="760106" y="32780"/>
                  <a:pt x="770113" y="36943"/>
                  <a:pt x="777877" y="45269"/>
                </a:cubicBezTo>
                <a:cubicBezTo>
                  <a:pt x="785640" y="53594"/>
                  <a:pt x="789522" y="65306"/>
                  <a:pt x="789522" y="80405"/>
                </a:cubicBezTo>
                <a:cubicBezTo>
                  <a:pt x="789522" y="81324"/>
                  <a:pt x="789493" y="82701"/>
                  <a:pt x="789436" y="84538"/>
                </a:cubicBezTo>
                <a:lnTo>
                  <a:pt x="721116" y="84538"/>
                </a:lnTo>
                <a:cubicBezTo>
                  <a:pt x="721691" y="94573"/>
                  <a:pt x="724537" y="102258"/>
                  <a:pt x="729656" y="107592"/>
                </a:cubicBezTo>
                <a:cubicBezTo>
                  <a:pt x="734774" y="112926"/>
                  <a:pt x="741157" y="115593"/>
                  <a:pt x="748806" y="115593"/>
                </a:cubicBezTo>
                <a:cubicBezTo>
                  <a:pt x="754499" y="115593"/>
                  <a:pt x="759359" y="114112"/>
                  <a:pt x="763384" y="111150"/>
                </a:cubicBezTo>
                <a:cubicBezTo>
                  <a:pt x="767410" y="108187"/>
                  <a:pt x="770602" y="103456"/>
                  <a:pt x="772960" y="96960"/>
                </a:cubicBezTo>
                <a:moveTo>
                  <a:pt x="721978" y="71598"/>
                </a:moveTo>
                <a:lnTo>
                  <a:pt x="773132" y="71598"/>
                </a:lnTo>
                <a:cubicBezTo>
                  <a:pt x="772442" y="64018"/>
                  <a:pt x="770487" y="58333"/>
                  <a:pt x="767266" y="54543"/>
                </a:cubicBezTo>
                <a:cubicBezTo>
                  <a:pt x="762321" y="48661"/>
                  <a:pt x="755908" y="45719"/>
                  <a:pt x="748030" y="45719"/>
                </a:cubicBezTo>
                <a:cubicBezTo>
                  <a:pt x="740899" y="45719"/>
                  <a:pt x="734903" y="48067"/>
                  <a:pt x="730044" y="52763"/>
                </a:cubicBezTo>
                <a:cubicBezTo>
                  <a:pt x="725184" y="57458"/>
                  <a:pt x="722496" y="63736"/>
                  <a:pt x="721978" y="715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Generation">
            <a:extLst xmlns:a="http://schemas.openxmlformats.org/drawingml/2006/main">
              <a:ext uri="{FF2B5EF4-FFF2-40B4-BE49-F238E27FC236}">
                <a16:creationId xmlns:a16="http://schemas.microsoft.com/office/drawing/2014/main" id="{4E3D2C6E-0D63-4763-915C-BD6BB283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9437" y="361535"/>
            <a:ext cx="851266" cy="130775"/>
          </a:xfrm>
          <a:custGeom xmlns:a="http://schemas.openxmlformats.org/drawingml/2006/main">
            <a:pathLst>
              <a:path w="851266" h="130775">
                <a:moveTo>
                  <a:pt x="63403" y="78845"/>
                </a:moveTo>
                <a:lnTo>
                  <a:pt x="63403" y="64180"/>
                </a:lnTo>
                <a:lnTo>
                  <a:pt x="116973" y="64094"/>
                </a:lnTo>
                <a:lnTo>
                  <a:pt x="116973" y="110934"/>
                </a:lnTo>
                <a:cubicBezTo>
                  <a:pt x="108749" y="117519"/>
                  <a:pt x="100267" y="122472"/>
                  <a:pt x="91525" y="125793"/>
                </a:cubicBezTo>
                <a:cubicBezTo>
                  <a:pt x="82784" y="129114"/>
                  <a:pt x="73813" y="130775"/>
                  <a:pt x="64611" y="130775"/>
                </a:cubicBezTo>
                <a:cubicBezTo>
                  <a:pt x="52189" y="130775"/>
                  <a:pt x="40903" y="128115"/>
                  <a:pt x="30753" y="122796"/>
                </a:cubicBezTo>
                <a:cubicBezTo>
                  <a:pt x="20603" y="117476"/>
                  <a:pt x="12939" y="109784"/>
                  <a:pt x="7764" y="99720"/>
                </a:cubicBezTo>
                <a:cubicBezTo>
                  <a:pt x="2588" y="89656"/>
                  <a:pt x="0" y="78413"/>
                  <a:pt x="0" y="65991"/>
                </a:cubicBezTo>
                <a:cubicBezTo>
                  <a:pt x="0" y="53684"/>
                  <a:pt x="2574" y="42197"/>
                  <a:pt x="7721" y="31529"/>
                </a:cubicBezTo>
                <a:cubicBezTo>
                  <a:pt x="12868" y="20861"/>
                  <a:pt x="20272" y="12939"/>
                  <a:pt x="29933" y="7764"/>
                </a:cubicBezTo>
                <a:cubicBezTo>
                  <a:pt x="39595" y="2588"/>
                  <a:pt x="50723" y="0"/>
                  <a:pt x="63317" y="0"/>
                </a:cubicBezTo>
                <a:cubicBezTo>
                  <a:pt x="72461" y="0"/>
                  <a:pt x="80728" y="1477"/>
                  <a:pt x="88118" y="4432"/>
                </a:cubicBezTo>
                <a:cubicBezTo>
                  <a:pt x="95508" y="7386"/>
                  <a:pt x="101302" y="11504"/>
                  <a:pt x="105500" y="16784"/>
                </a:cubicBezTo>
                <a:cubicBezTo>
                  <a:pt x="109698" y="22062"/>
                  <a:pt x="112890" y="28947"/>
                  <a:pt x="115075" y="37438"/>
                </a:cubicBezTo>
                <a:lnTo>
                  <a:pt x="99979" y="41579"/>
                </a:lnTo>
                <a:cubicBezTo>
                  <a:pt x="98081" y="35138"/>
                  <a:pt x="95723" y="30077"/>
                  <a:pt x="92905" y="26397"/>
                </a:cubicBezTo>
                <a:cubicBezTo>
                  <a:pt x="90088" y="22716"/>
                  <a:pt x="86062" y="19769"/>
                  <a:pt x="80829" y="17555"/>
                </a:cubicBezTo>
                <a:cubicBezTo>
                  <a:pt x="75595" y="15340"/>
                  <a:pt x="69787" y="14233"/>
                  <a:pt x="63403" y="14233"/>
                </a:cubicBezTo>
                <a:cubicBezTo>
                  <a:pt x="55755" y="14233"/>
                  <a:pt x="49141" y="15399"/>
                  <a:pt x="43563" y="17730"/>
                </a:cubicBezTo>
                <a:cubicBezTo>
                  <a:pt x="37985" y="20061"/>
                  <a:pt x="33484" y="23126"/>
                  <a:pt x="30063" y="26925"/>
                </a:cubicBezTo>
                <a:cubicBezTo>
                  <a:pt x="26641" y="30724"/>
                  <a:pt x="23981" y="34897"/>
                  <a:pt x="22083" y="39444"/>
                </a:cubicBezTo>
                <a:cubicBezTo>
                  <a:pt x="18863" y="47272"/>
                  <a:pt x="17253" y="55762"/>
                  <a:pt x="17253" y="64913"/>
                </a:cubicBezTo>
                <a:cubicBezTo>
                  <a:pt x="17253" y="76194"/>
                  <a:pt x="19194" y="85633"/>
                  <a:pt x="23075" y="93232"/>
                </a:cubicBezTo>
                <a:cubicBezTo>
                  <a:pt x="26957" y="100830"/>
                  <a:pt x="32607" y="106471"/>
                  <a:pt x="40026" y="110155"/>
                </a:cubicBezTo>
                <a:cubicBezTo>
                  <a:pt x="47445" y="113838"/>
                  <a:pt x="55323" y="115679"/>
                  <a:pt x="63662" y="115679"/>
                </a:cubicBezTo>
                <a:cubicBezTo>
                  <a:pt x="70908" y="115679"/>
                  <a:pt x="77982" y="114275"/>
                  <a:pt x="84883" y="111468"/>
                </a:cubicBezTo>
                <a:cubicBezTo>
                  <a:pt x="91784" y="108661"/>
                  <a:pt x="97017" y="105665"/>
                  <a:pt x="100583" y="102481"/>
                </a:cubicBezTo>
                <a:lnTo>
                  <a:pt x="100583" y="78845"/>
                </a:lnTo>
                <a:lnTo>
                  <a:pt x="63403" y="78845"/>
                </a:lnTo>
                <a:close/>
                <a:moveTo>
                  <a:pt x="203305" y="99203"/>
                </a:moveTo>
                <a:lnTo>
                  <a:pt x="219350" y="101187"/>
                </a:lnTo>
                <a:cubicBezTo>
                  <a:pt x="216819" y="110561"/>
                  <a:pt x="212132" y="117835"/>
                  <a:pt x="205289" y="123011"/>
                </a:cubicBezTo>
                <a:cubicBezTo>
                  <a:pt x="198445" y="128187"/>
                  <a:pt x="189704" y="130775"/>
                  <a:pt x="179065" y="130775"/>
                </a:cubicBezTo>
                <a:cubicBezTo>
                  <a:pt x="165665" y="130775"/>
                  <a:pt x="155040" y="126649"/>
                  <a:pt x="147190" y="118396"/>
                </a:cubicBezTo>
                <a:cubicBezTo>
                  <a:pt x="139340" y="110144"/>
                  <a:pt x="135415" y="98570"/>
                  <a:pt x="135415" y="83675"/>
                </a:cubicBezTo>
                <a:cubicBezTo>
                  <a:pt x="135415" y="68263"/>
                  <a:pt x="139384" y="56301"/>
                  <a:pt x="147320" y="47790"/>
                </a:cubicBezTo>
                <a:cubicBezTo>
                  <a:pt x="155256" y="39278"/>
                  <a:pt x="165550" y="35023"/>
                  <a:pt x="178202" y="35023"/>
                </a:cubicBezTo>
                <a:cubicBezTo>
                  <a:pt x="190451" y="35023"/>
                  <a:pt x="200458" y="39186"/>
                  <a:pt x="208222" y="47512"/>
                </a:cubicBezTo>
                <a:cubicBezTo>
                  <a:pt x="215985" y="55837"/>
                  <a:pt x="219867" y="67549"/>
                  <a:pt x="219867" y="82648"/>
                </a:cubicBezTo>
                <a:cubicBezTo>
                  <a:pt x="219867" y="83567"/>
                  <a:pt x="219838" y="84944"/>
                  <a:pt x="219781" y="86781"/>
                </a:cubicBezTo>
                <a:lnTo>
                  <a:pt x="151460" y="86781"/>
                </a:lnTo>
                <a:cubicBezTo>
                  <a:pt x="152036" y="96816"/>
                  <a:pt x="154882" y="104501"/>
                  <a:pt x="160000" y="109835"/>
                </a:cubicBezTo>
                <a:cubicBezTo>
                  <a:pt x="165119" y="115169"/>
                  <a:pt x="171502" y="117835"/>
                  <a:pt x="179151" y="117835"/>
                </a:cubicBezTo>
                <a:cubicBezTo>
                  <a:pt x="184844" y="117835"/>
                  <a:pt x="189704" y="116355"/>
                  <a:pt x="193729" y="113393"/>
                </a:cubicBezTo>
                <a:cubicBezTo>
                  <a:pt x="197755" y="110429"/>
                  <a:pt x="200947" y="105699"/>
                  <a:pt x="203305" y="99203"/>
                </a:cubicBezTo>
                <a:moveTo>
                  <a:pt x="152323" y="73841"/>
                </a:moveTo>
                <a:lnTo>
                  <a:pt x="203477" y="73841"/>
                </a:lnTo>
                <a:cubicBezTo>
                  <a:pt x="202787" y="66261"/>
                  <a:pt x="200832" y="60576"/>
                  <a:pt x="197611" y="56785"/>
                </a:cubicBezTo>
                <a:cubicBezTo>
                  <a:pt x="192665" y="50903"/>
                  <a:pt x="186253" y="47962"/>
                  <a:pt x="178375" y="47962"/>
                </a:cubicBezTo>
                <a:cubicBezTo>
                  <a:pt x="171243" y="47962"/>
                  <a:pt x="165248" y="50310"/>
                  <a:pt x="160389" y="55006"/>
                </a:cubicBezTo>
                <a:cubicBezTo>
                  <a:pt x="155529" y="59700"/>
                  <a:pt x="152841" y="65979"/>
                  <a:pt x="152323" y="73841"/>
                </a:cubicBezTo>
                <a:close/>
                <a:moveTo>
                  <a:pt x="238464" y="128705"/>
                </a:moveTo>
                <a:lnTo>
                  <a:pt x="238464" y="37093"/>
                </a:lnTo>
                <a:lnTo>
                  <a:pt x="252438" y="37093"/>
                </a:lnTo>
                <a:lnTo>
                  <a:pt x="252438" y="50033"/>
                </a:lnTo>
                <a:cubicBezTo>
                  <a:pt x="259167" y="40026"/>
                  <a:pt x="268886" y="35023"/>
                  <a:pt x="281595" y="35023"/>
                </a:cubicBezTo>
                <a:cubicBezTo>
                  <a:pt x="287116" y="35023"/>
                  <a:pt x="292191" y="36015"/>
                  <a:pt x="296821" y="37999"/>
                </a:cubicBezTo>
                <a:cubicBezTo>
                  <a:pt x="301450" y="39983"/>
                  <a:pt x="304915" y="42585"/>
                  <a:pt x="307216" y="45806"/>
                </a:cubicBezTo>
                <a:cubicBezTo>
                  <a:pt x="309516" y="49026"/>
                  <a:pt x="311126" y="52851"/>
                  <a:pt x="312046" y="57279"/>
                </a:cubicBezTo>
                <a:cubicBezTo>
                  <a:pt x="312621" y="60154"/>
                  <a:pt x="312909" y="65186"/>
                  <a:pt x="312909" y="72375"/>
                </a:cubicBezTo>
                <a:lnTo>
                  <a:pt x="312909" y="128705"/>
                </a:lnTo>
                <a:lnTo>
                  <a:pt x="297382" y="128705"/>
                </a:lnTo>
                <a:lnTo>
                  <a:pt x="297382" y="72919"/>
                </a:lnTo>
                <a:cubicBezTo>
                  <a:pt x="297382" y="66586"/>
                  <a:pt x="296778" y="61851"/>
                  <a:pt x="295570" y="58713"/>
                </a:cubicBezTo>
                <a:cubicBezTo>
                  <a:pt x="294362" y="55575"/>
                  <a:pt x="292220" y="53071"/>
                  <a:pt x="289143" y="51200"/>
                </a:cubicBezTo>
                <a:cubicBezTo>
                  <a:pt x="286067" y="49329"/>
                  <a:pt x="282458" y="48394"/>
                  <a:pt x="278317" y="48394"/>
                </a:cubicBezTo>
                <a:cubicBezTo>
                  <a:pt x="271704" y="48394"/>
                  <a:pt x="265996" y="50495"/>
                  <a:pt x="261194" y="54699"/>
                </a:cubicBezTo>
                <a:cubicBezTo>
                  <a:pt x="256392" y="58901"/>
                  <a:pt x="253991" y="66874"/>
                  <a:pt x="253991" y="78618"/>
                </a:cubicBezTo>
                <a:lnTo>
                  <a:pt x="253991" y="128705"/>
                </a:lnTo>
                <a:lnTo>
                  <a:pt x="238464" y="128705"/>
                </a:lnTo>
                <a:close/>
                <a:moveTo>
                  <a:pt x="399050" y="99203"/>
                </a:moveTo>
                <a:lnTo>
                  <a:pt x="415095" y="101187"/>
                </a:lnTo>
                <a:cubicBezTo>
                  <a:pt x="412565" y="110561"/>
                  <a:pt x="407878" y="117835"/>
                  <a:pt x="401035" y="123011"/>
                </a:cubicBezTo>
                <a:cubicBezTo>
                  <a:pt x="394191" y="128187"/>
                  <a:pt x="385450" y="130775"/>
                  <a:pt x="374811" y="130775"/>
                </a:cubicBezTo>
                <a:cubicBezTo>
                  <a:pt x="361411" y="130775"/>
                  <a:pt x="350786" y="126649"/>
                  <a:pt x="342936" y="118396"/>
                </a:cubicBezTo>
                <a:cubicBezTo>
                  <a:pt x="335086" y="110144"/>
                  <a:pt x="331161" y="98570"/>
                  <a:pt x="331161" y="83675"/>
                </a:cubicBezTo>
                <a:cubicBezTo>
                  <a:pt x="331161" y="68263"/>
                  <a:pt x="335129" y="56301"/>
                  <a:pt x="343066" y="47790"/>
                </a:cubicBezTo>
                <a:cubicBezTo>
                  <a:pt x="351002" y="39278"/>
                  <a:pt x="361296" y="35023"/>
                  <a:pt x="373948" y="35023"/>
                </a:cubicBezTo>
                <a:cubicBezTo>
                  <a:pt x="386197" y="35023"/>
                  <a:pt x="396204" y="39186"/>
                  <a:pt x="403967" y="47512"/>
                </a:cubicBezTo>
                <a:cubicBezTo>
                  <a:pt x="411731" y="55837"/>
                  <a:pt x="415613" y="67549"/>
                  <a:pt x="415613" y="82648"/>
                </a:cubicBezTo>
                <a:cubicBezTo>
                  <a:pt x="415613" y="83567"/>
                  <a:pt x="415584" y="84944"/>
                  <a:pt x="415527" y="86781"/>
                </a:cubicBezTo>
                <a:lnTo>
                  <a:pt x="347206" y="86781"/>
                </a:lnTo>
                <a:cubicBezTo>
                  <a:pt x="347781" y="96816"/>
                  <a:pt x="350628" y="104501"/>
                  <a:pt x="355746" y="109835"/>
                </a:cubicBezTo>
                <a:cubicBezTo>
                  <a:pt x="360865" y="115169"/>
                  <a:pt x="367248" y="117835"/>
                  <a:pt x="374897" y="117835"/>
                </a:cubicBezTo>
                <a:cubicBezTo>
                  <a:pt x="380590" y="117835"/>
                  <a:pt x="385450" y="116355"/>
                  <a:pt x="389475" y="113393"/>
                </a:cubicBezTo>
                <a:cubicBezTo>
                  <a:pt x="393501" y="110429"/>
                  <a:pt x="396693" y="105699"/>
                  <a:pt x="399050" y="99203"/>
                </a:cubicBezTo>
                <a:moveTo>
                  <a:pt x="348069" y="73841"/>
                </a:moveTo>
                <a:lnTo>
                  <a:pt x="399223" y="73841"/>
                </a:lnTo>
                <a:cubicBezTo>
                  <a:pt x="398533" y="66261"/>
                  <a:pt x="396578" y="60576"/>
                  <a:pt x="393357" y="56785"/>
                </a:cubicBezTo>
                <a:cubicBezTo>
                  <a:pt x="388411" y="50903"/>
                  <a:pt x="381999" y="47962"/>
                  <a:pt x="374120" y="47962"/>
                </a:cubicBezTo>
                <a:cubicBezTo>
                  <a:pt x="366989" y="47962"/>
                  <a:pt x="360994" y="50310"/>
                  <a:pt x="356135" y="55006"/>
                </a:cubicBezTo>
                <a:cubicBezTo>
                  <a:pt x="351275" y="59700"/>
                  <a:pt x="348587" y="65979"/>
                  <a:pt x="348069" y="73841"/>
                </a:cubicBezTo>
                <a:close/>
                <a:moveTo>
                  <a:pt x="434037" y="128705"/>
                </a:moveTo>
                <a:lnTo>
                  <a:pt x="434037" y="37093"/>
                </a:lnTo>
                <a:lnTo>
                  <a:pt x="448012" y="37093"/>
                </a:lnTo>
                <a:lnTo>
                  <a:pt x="448012" y="50895"/>
                </a:lnTo>
                <a:cubicBezTo>
                  <a:pt x="451578" y="44433"/>
                  <a:pt x="454870" y="40172"/>
                  <a:pt x="457889" y="38112"/>
                </a:cubicBezTo>
                <a:cubicBezTo>
                  <a:pt x="460908" y="36053"/>
                  <a:pt x="464230" y="35023"/>
                  <a:pt x="467853" y="35023"/>
                </a:cubicBezTo>
                <a:cubicBezTo>
                  <a:pt x="473086" y="35023"/>
                  <a:pt x="478405" y="36683"/>
                  <a:pt x="483811" y="40005"/>
                </a:cubicBezTo>
                <a:lnTo>
                  <a:pt x="478463" y="54346"/>
                </a:lnTo>
                <a:cubicBezTo>
                  <a:pt x="474667" y="52103"/>
                  <a:pt x="470872" y="50982"/>
                  <a:pt x="467076" y="50982"/>
                </a:cubicBezTo>
                <a:cubicBezTo>
                  <a:pt x="463683" y="50982"/>
                  <a:pt x="460635" y="52004"/>
                  <a:pt x="457932" y="54049"/>
                </a:cubicBezTo>
                <a:cubicBezTo>
                  <a:pt x="455229" y="56093"/>
                  <a:pt x="453303" y="58928"/>
                  <a:pt x="452153" y="62554"/>
                </a:cubicBezTo>
                <a:cubicBezTo>
                  <a:pt x="450427" y="68081"/>
                  <a:pt x="449565" y="74125"/>
                  <a:pt x="449565" y="80688"/>
                </a:cubicBezTo>
                <a:lnTo>
                  <a:pt x="449565" y="128705"/>
                </a:lnTo>
                <a:lnTo>
                  <a:pt x="434037" y="128705"/>
                </a:lnTo>
                <a:close/>
                <a:moveTo>
                  <a:pt x="553581" y="117393"/>
                </a:moveTo>
                <a:cubicBezTo>
                  <a:pt x="547830" y="122285"/>
                  <a:pt x="542295" y="125738"/>
                  <a:pt x="536975" y="127753"/>
                </a:cubicBezTo>
                <a:cubicBezTo>
                  <a:pt x="531655" y="129768"/>
                  <a:pt x="525948" y="130775"/>
                  <a:pt x="519852" y="130775"/>
                </a:cubicBezTo>
                <a:cubicBezTo>
                  <a:pt x="509788" y="130775"/>
                  <a:pt x="502053" y="128315"/>
                  <a:pt x="496647" y="123394"/>
                </a:cubicBezTo>
                <a:cubicBezTo>
                  <a:pt x="491241" y="118473"/>
                  <a:pt x="488538" y="112186"/>
                  <a:pt x="488538" y="104532"/>
                </a:cubicBezTo>
                <a:cubicBezTo>
                  <a:pt x="488538" y="100045"/>
                  <a:pt x="489559" y="95945"/>
                  <a:pt x="491601" y="92234"/>
                </a:cubicBezTo>
                <a:cubicBezTo>
                  <a:pt x="493642" y="88521"/>
                  <a:pt x="496316" y="85542"/>
                  <a:pt x="499623" y="83298"/>
                </a:cubicBezTo>
                <a:cubicBezTo>
                  <a:pt x="502930" y="81053"/>
                  <a:pt x="506653" y="79356"/>
                  <a:pt x="510794" y="78206"/>
                </a:cubicBezTo>
                <a:cubicBezTo>
                  <a:pt x="513842" y="77399"/>
                  <a:pt x="518443" y="76621"/>
                  <a:pt x="524596" y="75874"/>
                </a:cubicBezTo>
                <a:cubicBezTo>
                  <a:pt x="537133" y="74389"/>
                  <a:pt x="546363" y="72619"/>
                  <a:pt x="552287" y="70563"/>
                </a:cubicBezTo>
                <a:cubicBezTo>
                  <a:pt x="552344" y="68444"/>
                  <a:pt x="552373" y="67098"/>
                  <a:pt x="552373" y="66525"/>
                </a:cubicBezTo>
                <a:cubicBezTo>
                  <a:pt x="552373" y="60222"/>
                  <a:pt x="550906" y="55783"/>
                  <a:pt x="547974" y="53205"/>
                </a:cubicBezTo>
                <a:cubicBezTo>
                  <a:pt x="544005" y="49710"/>
                  <a:pt x="538111" y="47962"/>
                  <a:pt x="530290" y="47962"/>
                </a:cubicBezTo>
                <a:cubicBezTo>
                  <a:pt x="522986" y="47962"/>
                  <a:pt x="517595" y="49242"/>
                  <a:pt x="514115" y="51801"/>
                </a:cubicBezTo>
                <a:cubicBezTo>
                  <a:pt x="510636" y="54360"/>
                  <a:pt x="508062" y="58889"/>
                  <a:pt x="506395" y="65387"/>
                </a:cubicBezTo>
                <a:lnTo>
                  <a:pt x="491212" y="63317"/>
                </a:lnTo>
                <a:cubicBezTo>
                  <a:pt x="492593" y="56799"/>
                  <a:pt x="494864" y="51535"/>
                  <a:pt x="498027" y="47526"/>
                </a:cubicBezTo>
                <a:cubicBezTo>
                  <a:pt x="501190" y="43516"/>
                  <a:pt x="505762" y="40430"/>
                  <a:pt x="511743" y="38268"/>
                </a:cubicBezTo>
                <a:cubicBezTo>
                  <a:pt x="517724" y="36105"/>
                  <a:pt x="524654" y="35023"/>
                  <a:pt x="532532" y="35023"/>
                </a:cubicBezTo>
                <a:cubicBezTo>
                  <a:pt x="540354" y="35023"/>
                  <a:pt x="546708" y="35943"/>
                  <a:pt x="551597" y="37783"/>
                </a:cubicBezTo>
                <a:cubicBezTo>
                  <a:pt x="556485" y="39624"/>
                  <a:pt x="560079" y="41938"/>
                  <a:pt x="562379" y="44727"/>
                </a:cubicBezTo>
                <a:cubicBezTo>
                  <a:pt x="564680" y="47517"/>
                  <a:pt x="566290" y="51039"/>
                  <a:pt x="567210" y="55295"/>
                </a:cubicBezTo>
                <a:cubicBezTo>
                  <a:pt x="567728" y="57940"/>
                  <a:pt x="567987" y="62713"/>
                  <a:pt x="567987" y="69614"/>
                </a:cubicBezTo>
                <a:lnTo>
                  <a:pt x="567987" y="90318"/>
                </a:lnTo>
                <a:cubicBezTo>
                  <a:pt x="567987" y="104752"/>
                  <a:pt x="568317" y="113882"/>
                  <a:pt x="568979" y="117706"/>
                </a:cubicBezTo>
                <a:cubicBezTo>
                  <a:pt x="569640" y="121530"/>
                  <a:pt x="570948" y="125197"/>
                  <a:pt x="572904" y="128705"/>
                </a:cubicBezTo>
                <a:lnTo>
                  <a:pt x="556686" y="128705"/>
                </a:lnTo>
                <a:cubicBezTo>
                  <a:pt x="555076" y="125481"/>
                  <a:pt x="554041" y="121710"/>
                  <a:pt x="553581" y="117393"/>
                </a:cubicBezTo>
                <a:moveTo>
                  <a:pt x="552287" y="82640"/>
                </a:moveTo>
                <a:cubicBezTo>
                  <a:pt x="546651" y="84960"/>
                  <a:pt x="538197" y="86932"/>
                  <a:pt x="526925" y="88555"/>
                </a:cubicBezTo>
                <a:cubicBezTo>
                  <a:pt x="520542" y="89478"/>
                  <a:pt x="516027" y="90518"/>
                  <a:pt x="513382" y="91673"/>
                </a:cubicBezTo>
                <a:cubicBezTo>
                  <a:pt x="510737" y="92827"/>
                  <a:pt x="508695" y="94517"/>
                  <a:pt x="507257" y="96741"/>
                </a:cubicBezTo>
                <a:cubicBezTo>
                  <a:pt x="505820" y="98965"/>
                  <a:pt x="505101" y="101433"/>
                  <a:pt x="505101" y="104147"/>
                </a:cubicBezTo>
                <a:cubicBezTo>
                  <a:pt x="505101" y="108303"/>
                  <a:pt x="506668" y="111768"/>
                  <a:pt x="509802" y="114541"/>
                </a:cubicBezTo>
                <a:cubicBezTo>
                  <a:pt x="512936" y="117313"/>
                  <a:pt x="517523" y="118698"/>
                  <a:pt x="523561" y="118698"/>
                </a:cubicBezTo>
                <a:cubicBezTo>
                  <a:pt x="529542" y="118698"/>
                  <a:pt x="534862" y="117383"/>
                  <a:pt x="539520" y="114754"/>
                </a:cubicBezTo>
                <a:cubicBezTo>
                  <a:pt x="544178" y="112125"/>
                  <a:pt x="547600" y="108528"/>
                  <a:pt x="549785" y="103963"/>
                </a:cubicBezTo>
                <a:cubicBezTo>
                  <a:pt x="551453" y="100437"/>
                  <a:pt x="552287" y="95236"/>
                  <a:pt x="552287" y="88360"/>
                </a:cubicBezTo>
                <a:lnTo>
                  <a:pt x="552287" y="82640"/>
                </a:lnTo>
                <a:close/>
                <a:moveTo>
                  <a:pt x="625574" y="114989"/>
                </a:moveTo>
                <a:lnTo>
                  <a:pt x="627817" y="128705"/>
                </a:lnTo>
                <a:cubicBezTo>
                  <a:pt x="623446" y="129510"/>
                  <a:pt x="619536" y="129912"/>
                  <a:pt x="616085" y="129912"/>
                </a:cubicBezTo>
                <a:cubicBezTo>
                  <a:pt x="610449" y="129912"/>
                  <a:pt x="606078" y="129021"/>
                  <a:pt x="602973" y="127238"/>
                </a:cubicBezTo>
                <a:cubicBezTo>
                  <a:pt x="599868" y="125455"/>
                  <a:pt x="597682" y="123112"/>
                  <a:pt x="596417" y="120208"/>
                </a:cubicBezTo>
                <a:cubicBezTo>
                  <a:pt x="595152" y="117304"/>
                  <a:pt x="594519" y="111193"/>
                  <a:pt x="594519" y="101877"/>
                </a:cubicBezTo>
                <a:lnTo>
                  <a:pt x="594519" y="49170"/>
                </a:lnTo>
                <a:lnTo>
                  <a:pt x="583132" y="49170"/>
                </a:lnTo>
                <a:lnTo>
                  <a:pt x="583132" y="37093"/>
                </a:lnTo>
                <a:lnTo>
                  <a:pt x="594519" y="37093"/>
                </a:lnTo>
                <a:lnTo>
                  <a:pt x="594519" y="14344"/>
                </a:lnTo>
                <a:lnTo>
                  <a:pt x="609960" y="5003"/>
                </a:lnTo>
                <a:lnTo>
                  <a:pt x="609960" y="37093"/>
                </a:lnTo>
                <a:lnTo>
                  <a:pt x="625574" y="37093"/>
                </a:lnTo>
                <a:lnTo>
                  <a:pt x="625574" y="49170"/>
                </a:lnTo>
                <a:lnTo>
                  <a:pt x="609960" y="49170"/>
                </a:lnTo>
                <a:lnTo>
                  <a:pt x="609960" y="102739"/>
                </a:lnTo>
                <a:cubicBezTo>
                  <a:pt x="609960" y="107168"/>
                  <a:pt x="610233" y="110014"/>
                  <a:pt x="610780" y="111279"/>
                </a:cubicBezTo>
                <a:cubicBezTo>
                  <a:pt x="611326" y="112545"/>
                  <a:pt x="612218" y="113551"/>
                  <a:pt x="613454" y="114299"/>
                </a:cubicBezTo>
                <a:cubicBezTo>
                  <a:pt x="614690" y="115046"/>
                  <a:pt x="616459" y="115420"/>
                  <a:pt x="618759" y="115420"/>
                </a:cubicBezTo>
                <a:cubicBezTo>
                  <a:pt x="620484" y="115420"/>
                  <a:pt x="622756" y="115276"/>
                  <a:pt x="625574" y="114989"/>
                </a:cubicBezTo>
                <a:close/>
                <a:moveTo>
                  <a:pt x="640715" y="20186"/>
                </a:moveTo>
                <a:lnTo>
                  <a:pt x="640715" y="2243"/>
                </a:lnTo>
                <a:lnTo>
                  <a:pt x="656242" y="2243"/>
                </a:lnTo>
                <a:lnTo>
                  <a:pt x="656242" y="20186"/>
                </a:lnTo>
                <a:lnTo>
                  <a:pt x="640715" y="20186"/>
                </a:lnTo>
                <a:moveTo>
                  <a:pt x="640715" y="128705"/>
                </a:moveTo>
                <a:lnTo>
                  <a:pt x="640715" y="37093"/>
                </a:lnTo>
                <a:lnTo>
                  <a:pt x="656242" y="37093"/>
                </a:lnTo>
                <a:lnTo>
                  <a:pt x="656242" y="128705"/>
                </a:lnTo>
                <a:lnTo>
                  <a:pt x="640715" y="128705"/>
                </a:lnTo>
                <a:close/>
                <a:moveTo>
                  <a:pt x="673168" y="82899"/>
                </a:moveTo>
                <a:cubicBezTo>
                  <a:pt x="673168" y="65934"/>
                  <a:pt x="677884" y="53368"/>
                  <a:pt x="687315" y="45202"/>
                </a:cubicBezTo>
                <a:cubicBezTo>
                  <a:pt x="695194" y="38416"/>
                  <a:pt x="704798" y="35023"/>
                  <a:pt x="716127" y="35023"/>
                </a:cubicBezTo>
                <a:cubicBezTo>
                  <a:pt x="728721" y="35023"/>
                  <a:pt x="739015" y="39149"/>
                  <a:pt x="747009" y="47402"/>
                </a:cubicBezTo>
                <a:cubicBezTo>
                  <a:pt x="755003" y="55654"/>
                  <a:pt x="759000" y="67055"/>
                  <a:pt x="759000" y="81605"/>
                </a:cubicBezTo>
                <a:cubicBezTo>
                  <a:pt x="759000" y="93394"/>
                  <a:pt x="757231" y="102668"/>
                  <a:pt x="753694" y="109425"/>
                </a:cubicBezTo>
                <a:cubicBezTo>
                  <a:pt x="750158" y="116182"/>
                  <a:pt x="745011" y="121430"/>
                  <a:pt x="738253" y="125168"/>
                </a:cubicBezTo>
                <a:cubicBezTo>
                  <a:pt x="731496" y="128906"/>
                  <a:pt x="724121" y="130775"/>
                  <a:pt x="716127" y="130775"/>
                </a:cubicBezTo>
                <a:cubicBezTo>
                  <a:pt x="703302" y="130775"/>
                  <a:pt x="692936" y="126663"/>
                  <a:pt x="685029" y="118439"/>
                </a:cubicBezTo>
                <a:cubicBezTo>
                  <a:pt x="677122" y="110216"/>
                  <a:pt x="673168" y="98369"/>
                  <a:pt x="673168" y="82899"/>
                </a:cubicBezTo>
                <a:moveTo>
                  <a:pt x="689126" y="82856"/>
                </a:moveTo>
                <a:cubicBezTo>
                  <a:pt x="689126" y="94544"/>
                  <a:pt x="691686" y="103297"/>
                  <a:pt x="696804" y="109112"/>
                </a:cubicBezTo>
                <a:cubicBezTo>
                  <a:pt x="701922" y="114928"/>
                  <a:pt x="708363" y="117835"/>
                  <a:pt x="716127" y="117835"/>
                </a:cubicBezTo>
                <a:cubicBezTo>
                  <a:pt x="723833" y="117835"/>
                  <a:pt x="730245" y="114913"/>
                  <a:pt x="735364" y="109069"/>
                </a:cubicBezTo>
                <a:cubicBezTo>
                  <a:pt x="740482" y="103225"/>
                  <a:pt x="743041" y="94315"/>
                  <a:pt x="743041" y="82341"/>
                </a:cubicBezTo>
                <a:cubicBezTo>
                  <a:pt x="743041" y="71053"/>
                  <a:pt x="740467" y="62501"/>
                  <a:pt x="735320" y="56686"/>
                </a:cubicBezTo>
                <a:cubicBezTo>
                  <a:pt x="730173" y="50870"/>
                  <a:pt x="723776" y="47962"/>
                  <a:pt x="716127" y="47962"/>
                </a:cubicBezTo>
                <a:cubicBezTo>
                  <a:pt x="708363" y="47962"/>
                  <a:pt x="701922" y="50856"/>
                  <a:pt x="696804" y="56643"/>
                </a:cubicBezTo>
                <a:cubicBezTo>
                  <a:pt x="691686" y="62429"/>
                  <a:pt x="689126" y="71167"/>
                  <a:pt x="689126" y="82856"/>
                </a:cubicBezTo>
                <a:close/>
                <a:moveTo>
                  <a:pt x="776821" y="128705"/>
                </a:moveTo>
                <a:lnTo>
                  <a:pt x="776821" y="37093"/>
                </a:lnTo>
                <a:lnTo>
                  <a:pt x="790795" y="37093"/>
                </a:lnTo>
                <a:lnTo>
                  <a:pt x="790795" y="50033"/>
                </a:lnTo>
                <a:cubicBezTo>
                  <a:pt x="797524" y="40026"/>
                  <a:pt x="807243" y="35023"/>
                  <a:pt x="819952" y="35023"/>
                </a:cubicBezTo>
                <a:cubicBezTo>
                  <a:pt x="825473" y="35023"/>
                  <a:pt x="830548" y="36015"/>
                  <a:pt x="835178" y="37999"/>
                </a:cubicBezTo>
                <a:cubicBezTo>
                  <a:pt x="839807" y="39983"/>
                  <a:pt x="843272" y="42585"/>
                  <a:pt x="845573" y="45806"/>
                </a:cubicBezTo>
                <a:cubicBezTo>
                  <a:pt x="847873" y="49026"/>
                  <a:pt x="849483" y="52851"/>
                  <a:pt x="850403" y="57279"/>
                </a:cubicBezTo>
                <a:cubicBezTo>
                  <a:pt x="850978" y="60154"/>
                  <a:pt x="851266" y="65186"/>
                  <a:pt x="851266" y="72375"/>
                </a:cubicBezTo>
                <a:lnTo>
                  <a:pt x="851266" y="128705"/>
                </a:lnTo>
                <a:lnTo>
                  <a:pt x="835739" y="128705"/>
                </a:lnTo>
                <a:lnTo>
                  <a:pt x="835739" y="72919"/>
                </a:lnTo>
                <a:cubicBezTo>
                  <a:pt x="835739" y="66586"/>
                  <a:pt x="835135" y="61851"/>
                  <a:pt x="833927" y="58713"/>
                </a:cubicBezTo>
                <a:cubicBezTo>
                  <a:pt x="832719" y="55575"/>
                  <a:pt x="830577" y="53071"/>
                  <a:pt x="827500" y="51200"/>
                </a:cubicBezTo>
                <a:cubicBezTo>
                  <a:pt x="824424" y="49329"/>
                  <a:pt x="820815" y="48394"/>
                  <a:pt x="816674" y="48394"/>
                </a:cubicBezTo>
                <a:cubicBezTo>
                  <a:pt x="810061" y="48394"/>
                  <a:pt x="804353" y="50495"/>
                  <a:pt x="799551" y="54699"/>
                </a:cubicBezTo>
                <a:cubicBezTo>
                  <a:pt x="794749" y="58901"/>
                  <a:pt x="792348" y="66874"/>
                  <a:pt x="792348" y="78618"/>
                </a:cubicBezTo>
                <a:lnTo>
                  <a:pt x="792348" y="128705"/>
                </a:lnTo>
                <a:lnTo>
                  <a:pt x="776821" y="1287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5CF9DA-9F1A-4EC4-B057-89444691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58" y="1682465"/>
            <a:ext cx="342691" cy="240522"/>
          </a:xfrm>
          <a:custGeom xmlns:a="http://schemas.openxmlformats.org/drawingml/2006/main">
            <a:pathLst>
              <a:path w="342691" h="240522">
                <a:moveTo>
                  <a:pt x="342691" y="120261"/>
                </a:moveTo>
                <a:lnTo>
                  <a:pt x="171346" y="240522"/>
                </a:lnTo>
                <a:lnTo>
                  <a:pt x="0" y="120261"/>
                </a:lnTo>
                <a:lnTo>
                  <a:pt x="85673" y="120261"/>
                </a:lnTo>
                <a:lnTo>
                  <a:pt x="85673" y="0"/>
                </a:lnTo>
                <a:lnTo>
                  <a:pt x="257018" y="0"/>
                </a:lnTo>
                <a:lnTo>
                  <a:pt x="257018" y="120261"/>
                </a:lnTo>
                <a:lnTo>
                  <a:pt x="342691" y="120261"/>
                </a:lnTo>
                <a:close/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3C34D0-D43E-4A85-A384-96F0DCA1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12" y="1963435"/>
            <a:ext cx="2334984" cy="1398436"/>
          </a:xfrm>
          <a:custGeom xmlns:a="http://schemas.openxmlformats.org/drawingml/2006/main">
            <a:pathLst>
              <a:path w="2334984" h="1398436" fill="none">
                <a:moveTo>
                  <a:pt x="0" y="233073"/>
                </a:moveTo>
                <a:cubicBezTo>
                  <a:pt x="0" y="104351"/>
                  <a:pt x="104351" y="0"/>
                  <a:pt x="233073" y="0"/>
                </a:cubicBezTo>
                <a:lnTo>
                  <a:pt x="2101911" y="0"/>
                </a:lnTo>
                <a:cubicBezTo>
                  <a:pt x="2230633" y="0"/>
                  <a:pt x="2334984" y="104351"/>
                  <a:pt x="2334984" y="233073"/>
                </a:cubicBezTo>
                <a:lnTo>
                  <a:pt x="2334984" y="1165346"/>
                </a:lnTo>
                <a:cubicBezTo>
                  <a:pt x="2334984" y="1294085"/>
                  <a:pt x="2230633" y="1398436"/>
                  <a:pt x="2101911" y="1398436"/>
                </a:cubicBezTo>
                <a:lnTo>
                  <a:pt x="233073" y="1398436"/>
                </a:lnTo>
                <a:cubicBezTo>
                  <a:pt x="104351" y="1398436"/>
                  <a:pt x="0" y="1294085"/>
                  <a:pt x="0" y="1165346"/>
                </a:cubicBezTo>
                <a:lnTo>
                  <a:pt x="0" y="2330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738" cap="flat">
            <a:solidFill>
              <a:srgbClr val="FFC000"/>
            </a:solidFill>
            <a:custDash>
              <a:ds d="400000" sp="300000"/>
            </a:custDash>
            <a:miter/>
          </a:ln>
        </p:spPr>
      </p:sp>
      <p:sp>
        <p:nvSpPr>
          <p:cNvPr id="74" name="Text PRsExtractionand">
            <a:extLst xmlns:a="http://schemas.openxmlformats.org/drawingml/2006/main">
              <a:ext uri="{FF2B5EF4-FFF2-40B4-BE49-F238E27FC236}">
                <a16:creationId xmlns:a16="http://schemas.microsoft.com/office/drawing/2014/main" id="{2329E2A0-8BF4-4A06-AB91-9C8F0CE1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11" y="2055226"/>
            <a:ext cx="1597106" cy="128532"/>
          </a:xfrm>
          <a:custGeom xmlns:a="http://schemas.openxmlformats.org/drawingml/2006/main">
            <a:pathLst>
              <a:path w="1597106" h="128532">
                <a:moveTo>
                  <a:pt x="0" y="126462"/>
                </a:moveTo>
                <a:lnTo>
                  <a:pt x="0" y="0"/>
                </a:lnTo>
                <a:lnTo>
                  <a:pt x="40975" y="0"/>
                </a:lnTo>
                <a:cubicBezTo>
                  <a:pt x="56502" y="0"/>
                  <a:pt x="66624" y="632"/>
                  <a:pt x="71340" y="1895"/>
                </a:cubicBezTo>
                <a:cubicBezTo>
                  <a:pt x="78586" y="3791"/>
                  <a:pt x="84653" y="7913"/>
                  <a:pt x="89541" y="14260"/>
                </a:cubicBezTo>
                <a:cubicBezTo>
                  <a:pt x="94429" y="20608"/>
                  <a:pt x="96874" y="28808"/>
                  <a:pt x="96874" y="38862"/>
                </a:cubicBezTo>
                <a:cubicBezTo>
                  <a:pt x="96874" y="46616"/>
                  <a:pt x="95465" y="53136"/>
                  <a:pt x="92647" y="58422"/>
                </a:cubicBezTo>
                <a:cubicBezTo>
                  <a:pt x="89829" y="63707"/>
                  <a:pt x="86249" y="67858"/>
                  <a:pt x="81907" y="70873"/>
                </a:cubicBezTo>
                <a:cubicBezTo>
                  <a:pt x="77565" y="73889"/>
                  <a:pt x="73151" y="75886"/>
                  <a:pt x="68665" y="76863"/>
                </a:cubicBezTo>
                <a:cubicBezTo>
                  <a:pt x="62570" y="78069"/>
                  <a:pt x="53742" y="78672"/>
                  <a:pt x="42183" y="78672"/>
                </a:cubicBezTo>
                <a:lnTo>
                  <a:pt x="25534" y="78672"/>
                </a:lnTo>
                <a:lnTo>
                  <a:pt x="25534" y="126462"/>
                </a:lnTo>
                <a:lnTo>
                  <a:pt x="0" y="126462"/>
                </a:lnTo>
                <a:moveTo>
                  <a:pt x="25534" y="21393"/>
                </a:moveTo>
                <a:lnTo>
                  <a:pt x="25534" y="57279"/>
                </a:lnTo>
                <a:lnTo>
                  <a:pt x="39509" y="57279"/>
                </a:lnTo>
                <a:cubicBezTo>
                  <a:pt x="49573" y="57279"/>
                  <a:pt x="56301" y="56617"/>
                  <a:pt x="59694" y="55295"/>
                </a:cubicBezTo>
                <a:cubicBezTo>
                  <a:pt x="63087" y="53972"/>
                  <a:pt x="65747" y="51902"/>
                  <a:pt x="67673" y="49084"/>
                </a:cubicBezTo>
                <a:cubicBezTo>
                  <a:pt x="69600" y="46266"/>
                  <a:pt x="70563" y="42988"/>
                  <a:pt x="70563" y="39250"/>
                </a:cubicBezTo>
                <a:cubicBezTo>
                  <a:pt x="70563" y="34649"/>
                  <a:pt x="69212" y="30853"/>
                  <a:pt x="66509" y="27863"/>
                </a:cubicBezTo>
                <a:cubicBezTo>
                  <a:pt x="63806" y="24873"/>
                  <a:pt x="60384" y="23004"/>
                  <a:pt x="56244" y="22256"/>
                </a:cubicBezTo>
                <a:cubicBezTo>
                  <a:pt x="53196" y="21681"/>
                  <a:pt x="47071" y="21393"/>
                  <a:pt x="37870" y="21393"/>
                </a:cubicBezTo>
                <a:lnTo>
                  <a:pt x="25534" y="21393"/>
                </a:lnTo>
                <a:close/>
                <a:moveTo>
                  <a:pt x="117146" y="126462"/>
                </a:moveTo>
                <a:lnTo>
                  <a:pt x="117146" y="0"/>
                </a:lnTo>
                <a:lnTo>
                  <a:pt x="170888" y="0"/>
                </a:lnTo>
                <a:cubicBezTo>
                  <a:pt x="184402" y="0"/>
                  <a:pt x="194222" y="1136"/>
                  <a:pt x="200347" y="3407"/>
                </a:cubicBezTo>
                <a:cubicBezTo>
                  <a:pt x="206471" y="5679"/>
                  <a:pt x="211374" y="9719"/>
                  <a:pt x="215055" y="15527"/>
                </a:cubicBezTo>
                <a:cubicBezTo>
                  <a:pt x="218735" y="21336"/>
                  <a:pt x="220575" y="27978"/>
                  <a:pt x="220575" y="35454"/>
                </a:cubicBezTo>
                <a:cubicBezTo>
                  <a:pt x="220575" y="44943"/>
                  <a:pt x="217786" y="52779"/>
                  <a:pt x="212208" y="58961"/>
                </a:cubicBezTo>
                <a:cubicBezTo>
                  <a:pt x="206629" y="65143"/>
                  <a:pt x="198291" y="69039"/>
                  <a:pt x="187192" y="70650"/>
                </a:cubicBezTo>
                <a:cubicBezTo>
                  <a:pt x="192712" y="73870"/>
                  <a:pt x="197270" y="77407"/>
                  <a:pt x="200864" y="81260"/>
                </a:cubicBezTo>
                <a:cubicBezTo>
                  <a:pt x="204459" y="85113"/>
                  <a:pt x="209304" y="91957"/>
                  <a:pt x="215400" y="101791"/>
                </a:cubicBezTo>
                <a:lnTo>
                  <a:pt x="230841" y="126462"/>
                </a:lnTo>
                <a:lnTo>
                  <a:pt x="200304" y="126462"/>
                </a:lnTo>
                <a:lnTo>
                  <a:pt x="181843" y="98936"/>
                </a:lnTo>
                <a:cubicBezTo>
                  <a:pt x="175287" y="89105"/>
                  <a:pt x="170802" y="82911"/>
                  <a:pt x="168386" y="80354"/>
                </a:cubicBezTo>
                <a:cubicBezTo>
                  <a:pt x="165971" y="77795"/>
                  <a:pt x="163412" y="76041"/>
                  <a:pt x="160709" y="75092"/>
                </a:cubicBezTo>
                <a:cubicBezTo>
                  <a:pt x="158006" y="74143"/>
                  <a:pt x="153721" y="73669"/>
                  <a:pt x="147856" y="73669"/>
                </a:cubicBezTo>
                <a:lnTo>
                  <a:pt x="142680" y="73669"/>
                </a:lnTo>
                <a:lnTo>
                  <a:pt x="142680" y="126462"/>
                </a:lnTo>
                <a:lnTo>
                  <a:pt x="117146" y="126462"/>
                </a:lnTo>
                <a:moveTo>
                  <a:pt x="142680" y="53483"/>
                </a:moveTo>
                <a:lnTo>
                  <a:pt x="161571" y="53483"/>
                </a:lnTo>
                <a:cubicBezTo>
                  <a:pt x="173821" y="53483"/>
                  <a:pt x="181469" y="52966"/>
                  <a:pt x="184517" y="51930"/>
                </a:cubicBezTo>
                <a:cubicBezTo>
                  <a:pt x="187565" y="50895"/>
                  <a:pt x="189952" y="49112"/>
                  <a:pt x="191677" y="46582"/>
                </a:cubicBezTo>
                <a:cubicBezTo>
                  <a:pt x="193402" y="44052"/>
                  <a:pt x="194265" y="40889"/>
                  <a:pt x="194265" y="37093"/>
                </a:cubicBezTo>
                <a:cubicBezTo>
                  <a:pt x="194265" y="32838"/>
                  <a:pt x="193129" y="29401"/>
                  <a:pt x="190858" y="26785"/>
                </a:cubicBezTo>
                <a:cubicBezTo>
                  <a:pt x="188586" y="24168"/>
                  <a:pt x="185380" y="22515"/>
                  <a:pt x="181239" y="21825"/>
                </a:cubicBezTo>
                <a:cubicBezTo>
                  <a:pt x="179169" y="21537"/>
                  <a:pt x="172958" y="21393"/>
                  <a:pt x="162607" y="21393"/>
                </a:cubicBezTo>
                <a:lnTo>
                  <a:pt x="142680" y="21393"/>
                </a:lnTo>
                <a:lnTo>
                  <a:pt x="142680" y="53483"/>
                </a:lnTo>
                <a:close/>
                <a:moveTo>
                  <a:pt x="236060" y="100410"/>
                </a:moveTo>
                <a:lnTo>
                  <a:pt x="260386" y="96615"/>
                </a:lnTo>
                <a:cubicBezTo>
                  <a:pt x="261421" y="101302"/>
                  <a:pt x="263520" y="104860"/>
                  <a:pt x="266683" y="107290"/>
                </a:cubicBezTo>
                <a:cubicBezTo>
                  <a:pt x="269846" y="109720"/>
                  <a:pt x="274274" y="110934"/>
                  <a:pt x="279968" y="110934"/>
                </a:cubicBezTo>
                <a:cubicBezTo>
                  <a:pt x="286236" y="110934"/>
                  <a:pt x="290952" y="109786"/>
                  <a:pt x="294115" y="107489"/>
                </a:cubicBezTo>
                <a:cubicBezTo>
                  <a:pt x="296243" y="105881"/>
                  <a:pt x="297306" y="103727"/>
                  <a:pt x="297306" y="101028"/>
                </a:cubicBezTo>
                <a:cubicBezTo>
                  <a:pt x="297306" y="99189"/>
                  <a:pt x="296731" y="97667"/>
                  <a:pt x="295581" y="96461"/>
                </a:cubicBezTo>
                <a:cubicBezTo>
                  <a:pt x="294374" y="95313"/>
                  <a:pt x="291671" y="94251"/>
                  <a:pt x="287472" y="93275"/>
                </a:cubicBezTo>
                <a:cubicBezTo>
                  <a:pt x="267920" y="88969"/>
                  <a:pt x="255526" y="85035"/>
                  <a:pt x="250293" y="81473"/>
                </a:cubicBezTo>
                <a:cubicBezTo>
                  <a:pt x="243047" y="76531"/>
                  <a:pt x="239424" y="69665"/>
                  <a:pt x="239424" y="60875"/>
                </a:cubicBezTo>
                <a:cubicBezTo>
                  <a:pt x="239424" y="52946"/>
                  <a:pt x="242558" y="46281"/>
                  <a:pt x="248827" y="40881"/>
                </a:cubicBezTo>
                <a:cubicBezTo>
                  <a:pt x="255095" y="35480"/>
                  <a:pt x="264814" y="32780"/>
                  <a:pt x="277984" y="32780"/>
                </a:cubicBezTo>
                <a:cubicBezTo>
                  <a:pt x="290520" y="32780"/>
                  <a:pt x="299837" y="34814"/>
                  <a:pt x="305933" y="38883"/>
                </a:cubicBezTo>
                <a:cubicBezTo>
                  <a:pt x="312029" y="42952"/>
                  <a:pt x="316227" y="48969"/>
                  <a:pt x="318527" y="56934"/>
                </a:cubicBezTo>
                <a:lnTo>
                  <a:pt x="295667" y="61247"/>
                </a:lnTo>
                <a:cubicBezTo>
                  <a:pt x="294690" y="57681"/>
                  <a:pt x="292835" y="54950"/>
                  <a:pt x="290104" y="53052"/>
                </a:cubicBezTo>
                <a:cubicBezTo>
                  <a:pt x="287372" y="51154"/>
                  <a:pt x="283476" y="50205"/>
                  <a:pt x="278415" y="50205"/>
                </a:cubicBezTo>
                <a:cubicBezTo>
                  <a:pt x="272031" y="50205"/>
                  <a:pt x="267459" y="51096"/>
                  <a:pt x="264699" y="52877"/>
                </a:cubicBezTo>
                <a:cubicBezTo>
                  <a:pt x="262859" y="54138"/>
                  <a:pt x="261939" y="55775"/>
                  <a:pt x="261939" y="57786"/>
                </a:cubicBezTo>
                <a:cubicBezTo>
                  <a:pt x="261939" y="59507"/>
                  <a:pt x="262744" y="60971"/>
                  <a:pt x="264354" y="62177"/>
                </a:cubicBezTo>
                <a:cubicBezTo>
                  <a:pt x="266539" y="63785"/>
                  <a:pt x="274087" y="66054"/>
                  <a:pt x="286998" y="68984"/>
                </a:cubicBezTo>
                <a:cubicBezTo>
                  <a:pt x="299909" y="71913"/>
                  <a:pt x="308923" y="75506"/>
                  <a:pt x="314042" y="79764"/>
                </a:cubicBezTo>
                <a:cubicBezTo>
                  <a:pt x="319102" y="84081"/>
                  <a:pt x="321633" y="90094"/>
                  <a:pt x="321633" y="97804"/>
                </a:cubicBezTo>
                <a:cubicBezTo>
                  <a:pt x="321633" y="106205"/>
                  <a:pt x="318125" y="113427"/>
                  <a:pt x="311109" y="119469"/>
                </a:cubicBezTo>
                <a:cubicBezTo>
                  <a:pt x="304093" y="125511"/>
                  <a:pt x="293712" y="128532"/>
                  <a:pt x="279968" y="128532"/>
                </a:cubicBezTo>
                <a:cubicBezTo>
                  <a:pt x="267488" y="128532"/>
                  <a:pt x="257611" y="126010"/>
                  <a:pt x="250336" y="120965"/>
                </a:cubicBezTo>
                <a:cubicBezTo>
                  <a:pt x="243061" y="115919"/>
                  <a:pt x="238302" y="109067"/>
                  <a:pt x="236060" y="100410"/>
                </a:cubicBezTo>
                <a:close/>
                <a:moveTo>
                  <a:pt x="391635" y="126462"/>
                </a:moveTo>
                <a:lnTo>
                  <a:pt x="391635" y="0"/>
                </a:lnTo>
                <a:lnTo>
                  <a:pt x="485404" y="0"/>
                </a:lnTo>
                <a:lnTo>
                  <a:pt x="485404" y="21393"/>
                </a:lnTo>
                <a:lnTo>
                  <a:pt x="417169" y="21393"/>
                </a:lnTo>
                <a:lnTo>
                  <a:pt x="417169" y="49343"/>
                </a:lnTo>
                <a:lnTo>
                  <a:pt x="480659" y="49343"/>
                </a:lnTo>
                <a:lnTo>
                  <a:pt x="480659" y="70736"/>
                </a:lnTo>
                <a:lnTo>
                  <a:pt x="417169" y="70736"/>
                </a:lnTo>
                <a:lnTo>
                  <a:pt x="417169" y="105069"/>
                </a:lnTo>
                <a:lnTo>
                  <a:pt x="487819" y="105069"/>
                </a:lnTo>
                <a:lnTo>
                  <a:pt x="487819" y="126462"/>
                </a:lnTo>
                <a:lnTo>
                  <a:pt x="391635" y="126462"/>
                </a:lnTo>
                <a:close/>
                <a:moveTo>
                  <a:pt x="496877" y="126462"/>
                </a:moveTo>
                <a:lnTo>
                  <a:pt x="529916" y="79276"/>
                </a:lnTo>
                <a:lnTo>
                  <a:pt x="498257" y="34850"/>
                </a:lnTo>
                <a:lnTo>
                  <a:pt x="527846" y="34850"/>
                </a:lnTo>
                <a:lnTo>
                  <a:pt x="544063" y="60039"/>
                </a:lnTo>
                <a:lnTo>
                  <a:pt x="561143" y="34850"/>
                </a:lnTo>
                <a:lnTo>
                  <a:pt x="589610" y="34850"/>
                </a:lnTo>
                <a:lnTo>
                  <a:pt x="558555" y="78241"/>
                </a:lnTo>
                <a:lnTo>
                  <a:pt x="592457" y="126462"/>
                </a:lnTo>
                <a:lnTo>
                  <a:pt x="562696" y="126462"/>
                </a:lnTo>
                <a:lnTo>
                  <a:pt x="544063" y="98081"/>
                </a:lnTo>
                <a:lnTo>
                  <a:pt x="525258" y="126462"/>
                </a:lnTo>
                <a:lnTo>
                  <a:pt x="496877" y="126462"/>
                </a:lnTo>
                <a:close/>
                <a:moveTo>
                  <a:pt x="648459" y="34850"/>
                </a:moveTo>
                <a:lnTo>
                  <a:pt x="648459" y="54173"/>
                </a:lnTo>
                <a:lnTo>
                  <a:pt x="631897" y="54173"/>
                </a:lnTo>
                <a:lnTo>
                  <a:pt x="631897" y="91035"/>
                </a:lnTo>
                <a:cubicBezTo>
                  <a:pt x="631897" y="98500"/>
                  <a:pt x="632055" y="102850"/>
                  <a:pt x="632371" y="104085"/>
                </a:cubicBezTo>
                <a:cubicBezTo>
                  <a:pt x="632687" y="105317"/>
                  <a:pt x="633406" y="106336"/>
                  <a:pt x="634528" y="107142"/>
                </a:cubicBezTo>
                <a:cubicBezTo>
                  <a:pt x="635649" y="107945"/>
                  <a:pt x="637015" y="108347"/>
                  <a:pt x="638625" y="108347"/>
                </a:cubicBezTo>
                <a:cubicBezTo>
                  <a:pt x="640868" y="108347"/>
                  <a:pt x="644117" y="107570"/>
                  <a:pt x="648373" y="106017"/>
                </a:cubicBezTo>
                <a:lnTo>
                  <a:pt x="650443" y="124893"/>
                </a:lnTo>
                <a:cubicBezTo>
                  <a:pt x="644807" y="127319"/>
                  <a:pt x="638424" y="128532"/>
                  <a:pt x="631293" y="128532"/>
                </a:cubicBezTo>
                <a:cubicBezTo>
                  <a:pt x="626922" y="128532"/>
                  <a:pt x="622983" y="127799"/>
                  <a:pt x="619475" y="126332"/>
                </a:cubicBezTo>
                <a:cubicBezTo>
                  <a:pt x="615967" y="124866"/>
                  <a:pt x="613393" y="122968"/>
                  <a:pt x="611754" y="120639"/>
                </a:cubicBezTo>
                <a:cubicBezTo>
                  <a:pt x="610115" y="118310"/>
                  <a:pt x="608980" y="115161"/>
                  <a:pt x="608347" y="111193"/>
                </a:cubicBezTo>
                <a:cubicBezTo>
                  <a:pt x="607829" y="108375"/>
                  <a:pt x="607571" y="102682"/>
                  <a:pt x="607571" y="94113"/>
                </a:cubicBezTo>
                <a:lnTo>
                  <a:pt x="607571" y="54173"/>
                </a:lnTo>
                <a:lnTo>
                  <a:pt x="596443" y="54173"/>
                </a:lnTo>
                <a:lnTo>
                  <a:pt x="596443" y="34850"/>
                </a:lnTo>
                <a:lnTo>
                  <a:pt x="607571" y="34850"/>
                </a:lnTo>
                <a:lnTo>
                  <a:pt x="607571" y="16563"/>
                </a:lnTo>
                <a:lnTo>
                  <a:pt x="631897" y="2243"/>
                </a:lnTo>
                <a:lnTo>
                  <a:pt x="631897" y="34850"/>
                </a:lnTo>
                <a:lnTo>
                  <a:pt x="648459" y="34850"/>
                </a:lnTo>
                <a:close/>
                <a:moveTo>
                  <a:pt x="689191" y="126462"/>
                </a:moveTo>
                <a:lnTo>
                  <a:pt x="664951" y="126462"/>
                </a:lnTo>
                <a:lnTo>
                  <a:pt x="664951" y="34850"/>
                </a:lnTo>
                <a:lnTo>
                  <a:pt x="687465" y="34850"/>
                </a:lnTo>
                <a:lnTo>
                  <a:pt x="687465" y="47876"/>
                </a:lnTo>
                <a:cubicBezTo>
                  <a:pt x="691319" y="41723"/>
                  <a:pt x="694783" y="37668"/>
                  <a:pt x="697860" y="35713"/>
                </a:cubicBezTo>
                <a:cubicBezTo>
                  <a:pt x="700937" y="33758"/>
                  <a:pt x="704431" y="32780"/>
                  <a:pt x="708341" y="32780"/>
                </a:cubicBezTo>
                <a:cubicBezTo>
                  <a:pt x="713862" y="32780"/>
                  <a:pt x="719182" y="34304"/>
                  <a:pt x="724300" y="37352"/>
                </a:cubicBezTo>
                <a:lnTo>
                  <a:pt x="716795" y="58486"/>
                </a:lnTo>
                <a:cubicBezTo>
                  <a:pt x="712712" y="55841"/>
                  <a:pt x="708916" y="54518"/>
                  <a:pt x="705408" y="54518"/>
                </a:cubicBezTo>
                <a:cubicBezTo>
                  <a:pt x="702015" y="54518"/>
                  <a:pt x="699140" y="55453"/>
                  <a:pt x="696782" y="57322"/>
                </a:cubicBezTo>
                <a:cubicBezTo>
                  <a:pt x="694424" y="59191"/>
                  <a:pt x="692569" y="62570"/>
                  <a:pt x="691218" y="67458"/>
                </a:cubicBezTo>
                <a:cubicBezTo>
                  <a:pt x="689866" y="72346"/>
                  <a:pt x="689191" y="82583"/>
                  <a:pt x="689191" y="98167"/>
                </a:cubicBezTo>
                <a:lnTo>
                  <a:pt x="689191" y="126462"/>
                </a:lnTo>
                <a:close/>
                <a:moveTo>
                  <a:pt x="752206" y="63145"/>
                </a:moveTo>
                <a:lnTo>
                  <a:pt x="730209" y="59177"/>
                </a:lnTo>
                <a:cubicBezTo>
                  <a:pt x="732682" y="50203"/>
                  <a:pt x="736937" y="43561"/>
                  <a:pt x="742976" y="39250"/>
                </a:cubicBezTo>
                <a:cubicBezTo>
                  <a:pt x="749014" y="34937"/>
                  <a:pt x="757986" y="32780"/>
                  <a:pt x="769890" y="32780"/>
                </a:cubicBezTo>
                <a:cubicBezTo>
                  <a:pt x="780702" y="32780"/>
                  <a:pt x="788753" y="34060"/>
                  <a:pt x="794044" y="36619"/>
                </a:cubicBezTo>
                <a:cubicBezTo>
                  <a:pt x="799334" y="39178"/>
                  <a:pt x="803058" y="42427"/>
                  <a:pt x="805215" y="46366"/>
                </a:cubicBezTo>
                <a:cubicBezTo>
                  <a:pt x="807371" y="50306"/>
                  <a:pt x="808450" y="57538"/>
                  <a:pt x="808450" y="68062"/>
                </a:cubicBezTo>
                <a:lnTo>
                  <a:pt x="808191" y="96356"/>
                </a:lnTo>
                <a:cubicBezTo>
                  <a:pt x="808191" y="104407"/>
                  <a:pt x="808579" y="110345"/>
                  <a:pt x="809355" y="114169"/>
                </a:cubicBezTo>
                <a:cubicBezTo>
                  <a:pt x="810132" y="117994"/>
                  <a:pt x="811584" y="122091"/>
                  <a:pt x="813712" y="126462"/>
                </a:cubicBezTo>
                <a:lnTo>
                  <a:pt x="789730" y="126462"/>
                </a:lnTo>
                <a:cubicBezTo>
                  <a:pt x="789098" y="124852"/>
                  <a:pt x="788321" y="122465"/>
                  <a:pt x="787401" y="119302"/>
                </a:cubicBezTo>
                <a:cubicBezTo>
                  <a:pt x="786999" y="117864"/>
                  <a:pt x="786711" y="116915"/>
                  <a:pt x="786539" y="116455"/>
                </a:cubicBezTo>
                <a:cubicBezTo>
                  <a:pt x="782398" y="120481"/>
                  <a:pt x="777970" y="123500"/>
                  <a:pt x="773254" y="125513"/>
                </a:cubicBezTo>
                <a:cubicBezTo>
                  <a:pt x="768538" y="127526"/>
                  <a:pt x="763506" y="128532"/>
                  <a:pt x="758158" y="128532"/>
                </a:cubicBezTo>
                <a:cubicBezTo>
                  <a:pt x="748727" y="128532"/>
                  <a:pt x="741294" y="125984"/>
                  <a:pt x="735859" y="120887"/>
                </a:cubicBezTo>
                <a:cubicBezTo>
                  <a:pt x="730425" y="115790"/>
                  <a:pt x="727707" y="109348"/>
                  <a:pt x="727707" y="101559"/>
                </a:cubicBezTo>
                <a:cubicBezTo>
                  <a:pt x="727707" y="96404"/>
                  <a:pt x="728944" y="91809"/>
                  <a:pt x="731417" y="87773"/>
                </a:cubicBezTo>
                <a:cubicBezTo>
                  <a:pt x="733889" y="83735"/>
                  <a:pt x="737354" y="80642"/>
                  <a:pt x="741811" y="78494"/>
                </a:cubicBezTo>
                <a:cubicBezTo>
                  <a:pt x="746268" y="76346"/>
                  <a:pt x="752695" y="74471"/>
                  <a:pt x="761091" y="72868"/>
                </a:cubicBezTo>
                <a:cubicBezTo>
                  <a:pt x="772420" y="70749"/>
                  <a:pt x="780270" y="68773"/>
                  <a:pt x="784641" y="66940"/>
                </a:cubicBezTo>
                <a:lnTo>
                  <a:pt x="784641" y="64498"/>
                </a:lnTo>
                <a:cubicBezTo>
                  <a:pt x="784641" y="59788"/>
                  <a:pt x="783491" y="56430"/>
                  <a:pt x="781190" y="54424"/>
                </a:cubicBezTo>
                <a:cubicBezTo>
                  <a:pt x="778890" y="52417"/>
                  <a:pt x="774548" y="51413"/>
                  <a:pt x="768165" y="51413"/>
                </a:cubicBezTo>
                <a:cubicBezTo>
                  <a:pt x="763851" y="51413"/>
                  <a:pt x="760487" y="52281"/>
                  <a:pt x="758072" y="54017"/>
                </a:cubicBezTo>
                <a:cubicBezTo>
                  <a:pt x="755656" y="55751"/>
                  <a:pt x="753701" y="58794"/>
                  <a:pt x="752206" y="63145"/>
                </a:cubicBezTo>
                <a:moveTo>
                  <a:pt x="784641" y="82813"/>
                </a:moveTo>
                <a:cubicBezTo>
                  <a:pt x="781535" y="83835"/>
                  <a:pt x="776618" y="85057"/>
                  <a:pt x="769890" y="86479"/>
                </a:cubicBezTo>
                <a:cubicBezTo>
                  <a:pt x="763161" y="87899"/>
                  <a:pt x="758762" y="89290"/>
                  <a:pt x="756692" y="90654"/>
                </a:cubicBezTo>
                <a:cubicBezTo>
                  <a:pt x="753529" y="92870"/>
                  <a:pt x="751947" y="95683"/>
                  <a:pt x="751947" y="99092"/>
                </a:cubicBezTo>
                <a:cubicBezTo>
                  <a:pt x="751947" y="102446"/>
                  <a:pt x="753212" y="105344"/>
                  <a:pt x="755743" y="107789"/>
                </a:cubicBezTo>
                <a:cubicBezTo>
                  <a:pt x="758273" y="110231"/>
                  <a:pt x="761494" y="111452"/>
                  <a:pt x="765404" y="111452"/>
                </a:cubicBezTo>
                <a:cubicBezTo>
                  <a:pt x="769775" y="111452"/>
                  <a:pt x="773944" y="110031"/>
                  <a:pt x="777912" y="107190"/>
                </a:cubicBezTo>
                <a:cubicBezTo>
                  <a:pt x="780845" y="105032"/>
                  <a:pt x="782772" y="102389"/>
                  <a:pt x="783692" y="99262"/>
                </a:cubicBezTo>
                <a:cubicBezTo>
                  <a:pt x="784325" y="97217"/>
                  <a:pt x="784641" y="93325"/>
                  <a:pt x="784641" y="87587"/>
                </a:cubicBezTo>
                <a:lnTo>
                  <a:pt x="784641" y="82813"/>
                </a:lnTo>
                <a:close/>
                <a:moveTo>
                  <a:pt x="911897" y="61937"/>
                </a:moveTo>
                <a:lnTo>
                  <a:pt x="888002" y="66250"/>
                </a:lnTo>
                <a:cubicBezTo>
                  <a:pt x="887197" y="61506"/>
                  <a:pt x="885371" y="57933"/>
                  <a:pt x="882524" y="55532"/>
                </a:cubicBezTo>
                <a:cubicBezTo>
                  <a:pt x="879678" y="53131"/>
                  <a:pt x="875983" y="51930"/>
                  <a:pt x="871440" y="51930"/>
                </a:cubicBezTo>
                <a:cubicBezTo>
                  <a:pt x="865401" y="51930"/>
                  <a:pt x="860585" y="54009"/>
                  <a:pt x="856990" y="58166"/>
                </a:cubicBezTo>
                <a:cubicBezTo>
                  <a:pt x="853396" y="62322"/>
                  <a:pt x="851599" y="69274"/>
                  <a:pt x="851599" y="79020"/>
                </a:cubicBezTo>
                <a:cubicBezTo>
                  <a:pt x="851599" y="89857"/>
                  <a:pt x="853425" y="97512"/>
                  <a:pt x="857077" y="101985"/>
                </a:cubicBezTo>
                <a:cubicBezTo>
                  <a:pt x="860729" y="106456"/>
                  <a:pt x="865631" y="108692"/>
                  <a:pt x="871785" y="108692"/>
                </a:cubicBezTo>
                <a:cubicBezTo>
                  <a:pt x="876385" y="108692"/>
                  <a:pt x="880152" y="107383"/>
                  <a:pt x="883085" y="104767"/>
                </a:cubicBezTo>
                <a:cubicBezTo>
                  <a:pt x="886018" y="102150"/>
                  <a:pt x="888088" y="97650"/>
                  <a:pt x="889296" y="91266"/>
                </a:cubicBezTo>
                <a:lnTo>
                  <a:pt x="913105" y="95407"/>
                </a:lnTo>
                <a:cubicBezTo>
                  <a:pt x="910632" y="106334"/>
                  <a:pt x="905887" y="114586"/>
                  <a:pt x="898871" y="120165"/>
                </a:cubicBezTo>
                <a:cubicBezTo>
                  <a:pt x="891855" y="125743"/>
                  <a:pt x="882452" y="128532"/>
                  <a:pt x="870663" y="128532"/>
                </a:cubicBezTo>
                <a:cubicBezTo>
                  <a:pt x="857264" y="128532"/>
                  <a:pt x="846581" y="124305"/>
                  <a:pt x="838616" y="115851"/>
                </a:cubicBezTo>
                <a:cubicBezTo>
                  <a:pt x="830651" y="107398"/>
                  <a:pt x="826669" y="95695"/>
                  <a:pt x="826669" y="80742"/>
                </a:cubicBezTo>
                <a:cubicBezTo>
                  <a:pt x="826669" y="65618"/>
                  <a:pt x="830666" y="53843"/>
                  <a:pt x="838660" y="45418"/>
                </a:cubicBezTo>
                <a:cubicBezTo>
                  <a:pt x="846653" y="36993"/>
                  <a:pt x="857465" y="32780"/>
                  <a:pt x="871094" y="32780"/>
                </a:cubicBezTo>
                <a:cubicBezTo>
                  <a:pt x="882251" y="32780"/>
                  <a:pt x="891122" y="35181"/>
                  <a:pt x="897707" y="39983"/>
                </a:cubicBezTo>
                <a:cubicBezTo>
                  <a:pt x="904291" y="44785"/>
                  <a:pt x="909021" y="52103"/>
                  <a:pt x="911897" y="61937"/>
                </a:cubicBezTo>
                <a:close/>
                <a:moveTo>
                  <a:pt x="971936" y="34850"/>
                </a:moveTo>
                <a:lnTo>
                  <a:pt x="971936" y="54173"/>
                </a:lnTo>
                <a:lnTo>
                  <a:pt x="955374" y="54173"/>
                </a:lnTo>
                <a:lnTo>
                  <a:pt x="955374" y="91035"/>
                </a:lnTo>
                <a:cubicBezTo>
                  <a:pt x="955374" y="98500"/>
                  <a:pt x="955532" y="102850"/>
                  <a:pt x="955848" y="104085"/>
                </a:cubicBezTo>
                <a:cubicBezTo>
                  <a:pt x="956165" y="105317"/>
                  <a:pt x="956883" y="106336"/>
                  <a:pt x="958005" y="107142"/>
                </a:cubicBezTo>
                <a:cubicBezTo>
                  <a:pt x="959126" y="107945"/>
                  <a:pt x="960492" y="108347"/>
                  <a:pt x="962102" y="108347"/>
                </a:cubicBezTo>
                <a:cubicBezTo>
                  <a:pt x="964345" y="108347"/>
                  <a:pt x="967594" y="107570"/>
                  <a:pt x="971850" y="106017"/>
                </a:cubicBezTo>
                <a:lnTo>
                  <a:pt x="973920" y="124893"/>
                </a:lnTo>
                <a:cubicBezTo>
                  <a:pt x="968285" y="127319"/>
                  <a:pt x="961901" y="128532"/>
                  <a:pt x="954770" y="128532"/>
                </a:cubicBezTo>
                <a:cubicBezTo>
                  <a:pt x="950399" y="128532"/>
                  <a:pt x="946460" y="127799"/>
                  <a:pt x="942952" y="126332"/>
                </a:cubicBezTo>
                <a:cubicBezTo>
                  <a:pt x="939444" y="124866"/>
                  <a:pt x="936870" y="122968"/>
                  <a:pt x="935231" y="120639"/>
                </a:cubicBezTo>
                <a:cubicBezTo>
                  <a:pt x="933592" y="118310"/>
                  <a:pt x="932457" y="115161"/>
                  <a:pt x="931824" y="111193"/>
                </a:cubicBezTo>
                <a:cubicBezTo>
                  <a:pt x="931306" y="108375"/>
                  <a:pt x="931048" y="102682"/>
                  <a:pt x="931048" y="94113"/>
                </a:cubicBezTo>
                <a:lnTo>
                  <a:pt x="931048" y="54173"/>
                </a:lnTo>
                <a:lnTo>
                  <a:pt x="919920" y="54173"/>
                </a:lnTo>
                <a:lnTo>
                  <a:pt x="919920" y="34850"/>
                </a:lnTo>
                <a:lnTo>
                  <a:pt x="931048" y="34850"/>
                </a:lnTo>
                <a:lnTo>
                  <a:pt x="931048" y="16563"/>
                </a:lnTo>
                <a:lnTo>
                  <a:pt x="955374" y="2243"/>
                </a:lnTo>
                <a:lnTo>
                  <a:pt x="955374" y="34850"/>
                </a:lnTo>
                <a:lnTo>
                  <a:pt x="971936" y="34850"/>
                </a:lnTo>
                <a:close/>
                <a:moveTo>
                  <a:pt x="989463" y="22428"/>
                </a:moveTo>
                <a:lnTo>
                  <a:pt x="989463" y="0"/>
                </a:lnTo>
                <a:lnTo>
                  <a:pt x="1013703" y="0"/>
                </a:lnTo>
                <a:lnTo>
                  <a:pt x="1013703" y="22428"/>
                </a:lnTo>
                <a:lnTo>
                  <a:pt x="989463" y="22428"/>
                </a:lnTo>
                <a:moveTo>
                  <a:pt x="989463" y="126462"/>
                </a:moveTo>
                <a:lnTo>
                  <a:pt x="989463" y="34850"/>
                </a:lnTo>
                <a:lnTo>
                  <a:pt x="1013703" y="34850"/>
                </a:lnTo>
                <a:lnTo>
                  <a:pt x="1013703" y="126462"/>
                </a:lnTo>
                <a:lnTo>
                  <a:pt x="989463" y="126462"/>
                </a:lnTo>
                <a:close/>
                <a:moveTo>
                  <a:pt x="1032828" y="79362"/>
                </a:moveTo>
                <a:cubicBezTo>
                  <a:pt x="1032828" y="71311"/>
                  <a:pt x="1034812" y="63518"/>
                  <a:pt x="1038780" y="55985"/>
                </a:cubicBezTo>
                <a:cubicBezTo>
                  <a:pt x="1042748" y="48451"/>
                  <a:pt x="1048370" y="42700"/>
                  <a:pt x="1055644" y="38732"/>
                </a:cubicBezTo>
                <a:cubicBezTo>
                  <a:pt x="1062919" y="34764"/>
                  <a:pt x="1071042" y="32780"/>
                  <a:pt x="1080014" y="32780"/>
                </a:cubicBezTo>
                <a:cubicBezTo>
                  <a:pt x="1093873" y="32780"/>
                  <a:pt x="1105231" y="37280"/>
                  <a:pt x="1114088" y="46280"/>
                </a:cubicBezTo>
                <a:cubicBezTo>
                  <a:pt x="1122944" y="55280"/>
                  <a:pt x="1127372" y="66653"/>
                  <a:pt x="1127372" y="80397"/>
                </a:cubicBezTo>
                <a:cubicBezTo>
                  <a:pt x="1127372" y="94257"/>
                  <a:pt x="1122901" y="105744"/>
                  <a:pt x="1113958" y="114859"/>
                </a:cubicBezTo>
                <a:cubicBezTo>
                  <a:pt x="1105016" y="123975"/>
                  <a:pt x="1093758" y="128532"/>
                  <a:pt x="1080186" y="128532"/>
                </a:cubicBezTo>
                <a:cubicBezTo>
                  <a:pt x="1071790" y="128532"/>
                  <a:pt x="1063782" y="126634"/>
                  <a:pt x="1056162" y="122839"/>
                </a:cubicBezTo>
                <a:cubicBezTo>
                  <a:pt x="1048542" y="119043"/>
                  <a:pt x="1042748" y="113479"/>
                  <a:pt x="1038780" y="106147"/>
                </a:cubicBezTo>
                <a:cubicBezTo>
                  <a:pt x="1034812" y="98814"/>
                  <a:pt x="1032828" y="89886"/>
                  <a:pt x="1032828" y="79362"/>
                </a:cubicBezTo>
                <a:moveTo>
                  <a:pt x="1057672" y="80656"/>
                </a:moveTo>
                <a:cubicBezTo>
                  <a:pt x="1057672" y="89714"/>
                  <a:pt x="1059828" y="96651"/>
                  <a:pt x="1064141" y="101467"/>
                </a:cubicBezTo>
                <a:cubicBezTo>
                  <a:pt x="1068454" y="106283"/>
                  <a:pt x="1073774" y="108692"/>
                  <a:pt x="1080100" y="108692"/>
                </a:cubicBezTo>
                <a:cubicBezTo>
                  <a:pt x="1086426" y="108692"/>
                  <a:pt x="1091731" y="106283"/>
                  <a:pt x="1096016" y="101467"/>
                </a:cubicBezTo>
                <a:cubicBezTo>
                  <a:pt x="1100300" y="96651"/>
                  <a:pt x="1102442" y="89656"/>
                  <a:pt x="1102442" y="80484"/>
                </a:cubicBezTo>
                <a:cubicBezTo>
                  <a:pt x="1102442" y="71541"/>
                  <a:pt x="1100300" y="64661"/>
                  <a:pt x="1096016" y="59845"/>
                </a:cubicBezTo>
                <a:cubicBezTo>
                  <a:pt x="1091731" y="55029"/>
                  <a:pt x="1086426" y="52621"/>
                  <a:pt x="1080100" y="52621"/>
                </a:cubicBezTo>
                <a:cubicBezTo>
                  <a:pt x="1073774" y="52621"/>
                  <a:pt x="1068454" y="55029"/>
                  <a:pt x="1064141" y="59845"/>
                </a:cubicBezTo>
                <a:cubicBezTo>
                  <a:pt x="1059828" y="64661"/>
                  <a:pt x="1057672" y="71598"/>
                  <a:pt x="1057672" y="80656"/>
                </a:cubicBezTo>
                <a:close/>
                <a:moveTo>
                  <a:pt x="1230309" y="126462"/>
                </a:moveTo>
                <a:lnTo>
                  <a:pt x="1206069" y="126462"/>
                </a:lnTo>
                <a:lnTo>
                  <a:pt x="1206069" y="79761"/>
                </a:lnTo>
                <a:cubicBezTo>
                  <a:pt x="1206069" y="69880"/>
                  <a:pt x="1205552" y="63490"/>
                  <a:pt x="1204517" y="60589"/>
                </a:cubicBezTo>
                <a:cubicBezTo>
                  <a:pt x="1203481" y="57688"/>
                  <a:pt x="1201799" y="55434"/>
                  <a:pt x="1199470" y="53826"/>
                </a:cubicBezTo>
                <a:cubicBezTo>
                  <a:pt x="1197141" y="52217"/>
                  <a:pt x="1194338" y="51413"/>
                  <a:pt x="1191060" y="51413"/>
                </a:cubicBezTo>
                <a:cubicBezTo>
                  <a:pt x="1186861" y="51413"/>
                  <a:pt x="1183095" y="52562"/>
                  <a:pt x="1179759" y="54861"/>
                </a:cubicBezTo>
                <a:cubicBezTo>
                  <a:pt x="1176424" y="57157"/>
                  <a:pt x="1174138" y="60202"/>
                  <a:pt x="1172901" y="63994"/>
                </a:cubicBezTo>
                <a:cubicBezTo>
                  <a:pt x="1171665" y="67784"/>
                  <a:pt x="1171046" y="74792"/>
                  <a:pt x="1171046" y="85018"/>
                </a:cubicBezTo>
                <a:lnTo>
                  <a:pt x="1171046" y="126462"/>
                </a:lnTo>
                <a:lnTo>
                  <a:pt x="1146807" y="126462"/>
                </a:lnTo>
                <a:lnTo>
                  <a:pt x="1146807" y="34850"/>
                </a:lnTo>
                <a:lnTo>
                  <a:pt x="1169321" y="34850"/>
                </a:lnTo>
                <a:lnTo>
                  <a:pt x="1169321" y="48307"/>
                </a:lnTo>
                <a:cubicBezTo>
                  <a:pt x="1177315" y="37956"/>
                  <a:pt x="1187379" y="32780"/>
                  <a:pt x="1199513" y="32780"/>
                </a:cubicBezTo>
                <a:cubicBezTo>
                  <a:pt x="1204862" y="32780"/>
                  <a:pt x="1209750" y="33743"/>
                  <a:pt x="1214178" y="35670"/>
                </a:cubicBezTo>
                <a:cubicBezTo>
                  <a:pt x="1218606" y="37596"/>
                  <a:pt x="1221956" y="40055"/>
                  <a:pt x="1224228" y="43045"/>
                </a:cubicBezTo>
                <a:cubicBezTo>
                  <a:pt x="1226499" y="46036"/>
                  <a:pt x="1228081" y="49429"/>
                  <a:pt x="1228972" y="53224"/>
                </a:cubicBezTo>
                <a:cubicBezTo>
                  <a:pt x="1229864" y="57020"/>
                  <a:pt x="1230309" y="62455"/>
                  <a:pt x="1230309" y="69528"/>
                </a:cubicBezTo>
                <a:lnTo>
                  <a:pt x="1230309" y="126462"/>
                </a:lnTo>
                <a:close/>
                <a:moveTo>
                  <a:pt x="1324730" y="63145"/>
                </a:moveTo>
                <a:lnTo>
                  <a:pt x="1302733" y="59177"/>
                </a:lnTo>
                <a:cubicBezTo>
                  <a:pt x="1305206" y="50203"/>
                  <a:pt x="1309462" y="43561"/>
                  <a:pt x="1315500" y="39250"/>
                </a:cubicBezTo>
                <a:cubicBezTo>
                  <a:pt x="1321539" y="34937"/>
                  <a:pt x="1330510" y="32780"/>
                  <a:pt x="1342414" y="32780"/>
                </a:cubicBezTo>
                <a:cubicBezTo>
                  <a:pt x="1353226" y="32780"/>
                  <a:pt x="1361277" y="34060"/>
                  <a:pt x="1366568" y="36619"/>
                </a:cubicBezTo>
                <a:cubicBezTo>
                  <a:pt x="1371859" y="39178"/>
                  <a:pt x="1375583" y="42427"/>
                  <a:pt x="1377739" y="46366"/>
                </a:cubicBezTo>
                <a:cubicBezTo>
                  <a:pt x="1379896" y="50306"/>
                  <a:pt x="1380974" y="57538"/>
                  <a:pt x="1380974" y="68062"/>
                </a:cubicBezTo>
                <a:lnTo>
                  <a:pt x="1380715" y="96356"/>
                </a:lnTo>
                <a:cubicBezTo>
                  <a:pt x="1380715" y="104407"/>
                  <a:pt x="1381103" y="110345"/>
                  <a:pt x="1381880" y="114169"/>
                </a:cubicBezTo>
                <a:cubicBezTo>
                  <a:pt x="1382656" y="117994"/>
                  <a:pt x="1384108" y="122091"/>
                  <a:pt x="1386236" y="126462"/>
                </a:cubicBezTo>
                <a:lnTo>
                  <a:pt x="1362255" y="126462"/>
                </a:lnTo>
                <a:cubicBezTo>
                  <a:pt x="1361622" y="124852"/>
                  <a:pt x="1360846" y="122465"/>
                  <a:pt x="1359926" y="119302"/>
                </a:cubicBezTo>
                <a:cubicBezTo>
                  <a:pt x="1359523" y="117864"/>
                  <a:pt x="1359236" y="116915"/>
                  <a:pt x="1359063" y="116455"/>
                </a:cubicBezTo>
                <a:cubicBezTo>
                  <a:pt x="1354922" y="120481"/>
                  <a:pt x="1350494" y="123500"/>
                  <a:pt x="1345779" y="125513"/>
                </a:cubicBezTo>
                <a:cubicBezTo>
                  <a:pt x="1341063" y="127526"/>
                  <a:pt x="1336031" y="128532"/>
                  <a:pt x="1330683" y="128532"/>
                </a:cubicBezTo>
                <a:cubicBezTo>
                  <a:pt x="1321251" y="128532"/>
                  <a:pt x="1313818" y="125984"/>
                  <a:pt x="1308384" y="120887"/>
                </a:cubicBezTo>
                <a:cubicBezTo>
                  <a:pt x="1302949" y="115790"/>
                  <a:pt x="1300232" y="109348"/>
                  <a:pt x="1300232" y="101559"/>
                </a:cubicBezTo>
                <a:cubicBezTo>
                  <a:pt x="1300232" y="96404"/>
                  <a:pt x="1301468" y="91809"/>
                  <a:pt x="1303941" y="87773"/>
                </a:cubicBezTo>
                <a:cubicBezTo>
                  <a:pt x="1306414" y="83735"/>
                  <a:pt x="1309879" y="80642"/>
                  <a:pt x="1314336" y="78494"/>
                </a:cubicBezTo>
                <a:cubicBezTo>
                  <a:pt x="1318793" y="76346"/>
                  <a:pt x="1325219" y="74471"/>
                  <a:pt x="1333615" y="72868"/>
                </a:cubicBezTo>
                <a:cubicBezTo>
                  <a:pt x="1344945" y="70749"/>
                  <a:pt x="1352795" y="68773"/>
                  <a:pt x="1357165" y="66940"/>
                </a:cubicBezTo>
                <a:lnTo>
                  <a:pt x="1357165" y="64498"/>
                </a:lnTo>
                <a:cubicBezTo>
                  <a:pt x="1357165" y="59788"/>
                  <a:pt x="1356015" y="56430"/>
                  <a:pt x="1353715" y="54424"/>
                </a:cubicBezTo>
                <a:cubicBezTo>
                  <a:pt x="1351414" y="52417"/>
                  <a:pt x="1347073" y="51413"/>
                  <a:pt x="1340689" y="51413"/>
                </a:cubicBezTo>
                <a:cubicBezTo>
                  <a:pt x="1336376" y="51413"/>
                  <a:pt x="1333012" y="52281"/>
                  <a:pt x="1330596" y="54017"/>
                </a:cubicBezTo>
                <a:cubicBezTo>
                  <a:pt x="1328181" y="55751"/>
                  <a:pt x="1326226" y="58794"/>
                  <a:pt x="1324730" y="63145"/>
                </a:cubicBezTo>
                <a:moveTo>
                  <a:pt x="1357165" y="82813"/>
                </a:moveTo>
                <a:cubicBezTo>
                  <a:pt x="1354060" y="83835"/>
                  <a:pt x="1349143" y="85057"/>
                  <a:pt x="1342414" y="86479"/>
                </a:cubicBezTo>
                <a:cubicBezTo>
                  <a:pt x="1335686" y="87899"/>
                  <a:pt x="1331286" y="89290"/>
                  <a:pt x="1329216" y="90654"/>
                </a:cubicBezTo>
                <a:cubicBezTo>
                  <a:pt x="1326053" y="92870"/>
                  <a:pt x="1324472" y="95683"/>
                  <a:pt x="1324472" y="99092"/>
                </a:cubicBezTo>
                <a:cubicBezTo>
                  <a:pt x="1324472" y="102446"/>
                  <a:pt x="1325737" y="105344"/>
                  <a:pt x="1328267" y="107789"/>
                </a:cubicBezTo>
                <a:cubicBezTo>
                  <a:pt x="1330798" y="110231"/>
                  <a:pt x="1334018" y="111452"/>
                  <a:pt x="1337929" y="111452"/>
                </a:cubicBezTo>
                <a:cubicBezTo>
                  <a:pt x="1342299" y="111452"/>
                  <a:pt x="1346469" y="110031"/>
                  <a:pt x="1350437" y="107190"/>
                </a:cubicBezTo>
                <a:cubicBezTo>
                  <a:pt x="1353370" y="105032"/>
                  <a:pt x="1355296" y="102389"/>
                  <a:pt x="1356216" y="99262"/>
                </a:cubicBezTo>
                <a:cubicBezTo>
                  <a:pt x="1356849" y="97217"/>
                  <a:pt x="1357165" y="93325"/>
                  <a:pt x="1357165" y="87587"/>
                </a:cubicBezTo>
                <a:lnTo>
                  <a:pt x="1357165" y="82813"/>
                </a:lnTo>
                <a:close/>
                <a:moveTo>
                  <a:pt x="1487871" y="126462"/>
                </a:moveTo>
                <a:lnTo>
                  <a:pt x="1463632" y="126462"/>
                </a:lnTo>
                <a:lnTo>
                  <a:pt x="1463632" y="79761"/>
                </a:lnTo>
                <a:cubicBezTo>
                  <a:pt x="1463632" y="69880"/>
                  <a:pt x="1463114" y="63490"/>
                  <a:pt x="1462079" y="60589"/>
                </a:cubicBezTo>
                <a:cubicBezTo>
                  <a:pt x="1461044" y="57688"/>
                  <a:pt x="1459361" y="55434"/>
                  <a:pt x="1457032" y="53826"/>
                </a:cubicBezTo>
                <a:cubicBezTo>
                  <a:pt x="1454703" y="52217"/>
                  <a:pt x="1451900" y="51413"/>
                  <a:pt x="1448622" y="51413"/>
                </a:cubicBezTo>
                <a:cubicBezTo>
                  <a:pt x="1444424" y="51413"/>
                  <a:pt x="1440657" y="52562"/>
                  <a:pt x="1437321" y="54861"/>
                </a:cubicBezTo>
                <a:cubicBezTo>
                  <a:pt x="1433986" y="57157"/>
                  <a:pt x="1431700" y="60202"/>
                  <a:pt x="1430463" y="63994"/>
                </a:cubicBezTo>
                <a:cubicBezTo>
                  <a:pt x="1429227" y="67784"/>
                  <a:pt x="1428609" y="74792"/>
                  <a:pt x="1428609" y="85018"/>
                </a:cubicBezTo>
                <a:lnTo>
                  <a:pt x="1428609" y="126462"/>
                </a:lnTo>
                <a:lnTo>
                  <a:pt x="1404369" y="126462"/>
                </a:lnTo>
                <a:lnTo>
                  <a:pt x="1404369" y="34850"/>
                </a:lnTo>
                <a:lnTo>
                  <a:pt x="1426883" y="34850"/>
                </a:lnTo>
                <a:lnTo>
                  <a:pt x="1426883" y="48307"/>
                </a:lnTo>
                <a:cubicBezTo>
                  <a:pt x="1434877" y="37956"/>
                  <a:pt x="1444941" y="32780"/>
                  <a:pt x="1457076" y="32780"/>
                </a:cubicBezTo>
                <a:cubicBezTo>
                  <a:pt x="1462424" y="32780"/>
                  <a:pt x="1467312" y="33743"/>
                  <a:pt x="1471740" y="35670"/>
                </a:cubicBezTo>
                <a:cubicBezTo>
                  <a:pt x="1476168" y="37596"/>
                  <a:pt x="1479518" y="40055"/>
                  <a:pt x="1481790" y="43045"/>
                </a:cubicBezTo>
                <a:cubicBezTo>
                  <a:pt x="1484062" y="46036"/>
                  <a:pt x="1485643" y="49429"/>
                  <a:pt x="1486534" y="53224"/>
                </a:cubicBezTo>
                <a:cubicBezTo>
                  <a:pt x="1487426" y="57020"/>
                  <a:pt x="1487871" y="62455"/>
                  <a:pt x="1487871" y="69528"/>
                </a:cubicBezTo>
                <a:lnTo>
                  <a:pt x="1487871" y="126462"/>
                </a:lnTo>
                <a:close/>
                <a:moveTo>
                  <a:pt x="1597106" y="126462"/>
                </a:moveTo>
                <a:lnTo>
                  <a:pt x="1574591" y="126462"/>
                </a:lnTo>
                <a:lnTo>
                  <a:pt x="1574591" y="113005"/>
                </a:lnTo>
                <a:cubicBezTo>
                  <a:pt x="1570853" y="118238"/>
                  <a:pt x="1566439" y="122134"/>
                  <a:pt x="1561350" y="124693"/>
                </a:cubicBezTo>
                <a:cubicBezTo>
                  <a:pt x="1556260" y="127253"/>
                  <a:pt x="1551127" y="128532"/>
                  <a:pt x="1545952" y="128532"/>
                </a:cubicBezTo>
                <a:cubicBezTo>
                  <a:pt x="1535428" y="128532"/>
                  <a:pt x="1526413" y="124291"/>
                  <a:pt x="1518908" y="115808"/>
                </a:cubicBezTo>
                <a:cubicBezTo>
                  <a:pt x="1511403" y="107326"/>
                  <a:pt x="1507651" y="95493"/>
                  <a:pt x="1507651" y="80311"/>
                </a:cubicBezTo>
                <a:cubicBezTo>
                  <a:pt x="1507651" y="64784"/>
                  <a:pt x="1511303" y="52980"/>
                  <a:pt x="1518606" y="44900"/>
                </a:cubicBezTo>
                <a:cubicBezTo>
                  <a:pt x="1525910" y="36820"/>
                  <a:pt x="1535140" y="32780"/>
                  <a:pt x="1546297" y="32780"/>
                </a:cubicBezTo>
                <a:cubicBezTo>
                  <a:pt x="1556533" y="32780"/>
                  <a:pt x="1565390" y="37036"/>
                  <a:pt x="1572866" y="45547"/>
                </a:cubicBezTo>
                <a:lnTo>
                  <a:pt x="1572866" y="0"/>
                </a:lnTo>
                <a:lnTo>
                  <a:pt x="1597106" y="0"/>
                </a:lnTo>
                <a:lnTo>
                  <a:pt x="1597106" y="126462"/>
                </a:lnTo>
                <a:moveTo>
                  <a:pt x="1532408" y="78718"/>
                </a:moveTo>
                <a:cubicBezTo>
                  <a:pt x="1532408" y="88480"/>
                  <a:pt x="1533760" y="95543"/>
                  <a:pt x="1536463" y="99906"/>
                </a:cubicBezTo>
                <a:cubicBezTo>
                  <a:pt x="1540373" y="106223"/>
                  <a:pt x="1545837" y="109382"/>
                  <a:pt x="1552853" y="109382"/>
                </a:cubicBezTo>
                <a:cubicBezTo>
                  <a:pt x="1558431" y="109382"/>
                  <a:pt x="1563176" y="107013"/>
                  <a:pt x="1567086" y="102276"/>
                </a:cubicBezTo>
                <a:cubicBezTo>
                  <a:pt x="1570997" y="97538"/>
                  <a:pt x="1572952" y="90461"/>
                  <a:pt x="1572952" y="81044"/>
                </a:cubicBezTo>
                <a:cubicBezTo>
                  <a:pt x="1572952" y="70535"/>
                  <a:pt x="1571054" y="62969"/>
                  <a:pt x="1567259" y="58346"/>
                </a:cubicBezTo>
                <a:cubicBezTo>
                  <a:pt x="1563463" y="53724"/>
                  <a:pt x="1558604" y="51413"/>
                  <a:pt x="1552680" y="51413"/>
                </a:cubicBezTo>
                <a:cubicBezTo>
                  <a:pt x="1546929" y="51413"/>
                  <a:pt x="1542113" y="53695"/>
                  <a:pt x="1538231" y="58260"/>
                </a:cubicBezTo>
                <a:cubicBezTo>
                  <a:pt x="1534349" y="62825"/>
                  <a:pt x="1532408" y="69644"/>
                  <a:pt x="1532408" y="787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FunctionFiltering">
            <a:extLst xmlns:a="http://schemas.openxmlformats.org/drawingml/2006/main">
              <a:ext uri="{FF2B5EF4-FFF2-40B4-BE49-F238E27FC236}">
                <a16:creationId xmlns:a16="http://schemas.microsoft.com/office/drawing/2014/main" id="{6F377525-A2A5-4973-877A-F43499A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60" y="2268109"/>
            <a:ext cx="1471255" cy="163727"/>
          </a:xfrm>
          <a:custGeom xmlns:a="http://schemas.openxmlformats.org/drawingml/2006/main">
            <a:pathLst>
              <a:path w="1471255" h="163727">
                <a:moveTo>
                  <a:pt x="0" y="126462"/>
                </a:moveTo>
                <a:lnTo>
                  <a:pt x="0" y="0"/>
                </a:lnTo>
                <a:lnTo>
                  <a:pt x="86694" y="0"/>
                </a:lnTo>
                <a:lnTo>
                  <a:pt x="86694" y="21393"/>
                </a:lnTo>
                <a:lnTo>
                  <a:pt x="25534" y="21393"/>
                </a:lnTo>
                <a:lnTo>
                  <a:pt x="25534" y="51240"/>
                </a:lnTo>
                <a:lnTo>
                  <a:pt x="78327" y="51240"/>
                </a:lnTo>
                <a:lnTo>
                  <a:pt x="78327" y="72634"/>
                </a:lnTo>
                <a:lnTo>
                  <a:pt x="25534" y="72634"/>
                </a:lnTo>
                <a:lnTo>
                  <a:pt x="25534" y="126462"/>
                </a:lnTo>
                <a:lnTo>
                  <a:pt x="0" y="126462"/>
                </a:lnTo>
                <a:close/>
                <a:moveTo>
                  <a:pt x="168515" y="126462"/>
                </a:moveTo>
                <a:lnTo>
                  <a:pt x="168515" y="112746"/>
                </a:lnTo>
                <a:cubicBezTo>
                  <a:pt x="165179" y="117634"/>
                  <a:pt x="160794" y="121487"/>
                  <a:pt x="155360" y="124305"/>
                </a:cubicBezTo>
                <a:cubicBezTo>
                  <a:pt x="149925" y="127123"/>
                  <a:pt x="144188" y="128532"/>
                  <a:pt x="138150" y="128532"/>
                </a:cubicBezTo>
                <a:cubicBezTo>
                  <a:pt x="131997" y="128532"/>
                  <a:pt x="126476" y="127181"/>
                  <a:pt x="121588" y="124478"/>
                </a:cubicBezTo>
                <a:cubicBezTo>
                  <a:pt x="116699" y="121775"/>
                  <a:pt x="113162" y="117979"/>
                  <a:pt x="110977" y="113091"/>
                </a:cubicBezTo>
                <a:cubicBezTo>
                  <a:pt x="108792" y="108203"/>
                  <a:pt x="107699" y="101445"/>
                  <a:pt x="107699" y="92819"/>
                </a:cubicBezTo>
                <a:lnTo>
                  <a:pt x="107699" y="34850"/>
                </a:lnTo>
                <a:lnTo>
                  <a:pt x="131939" y="34850"/>
                </a:lnTo>
                <a:lnTo>
                  <a:pt x="131939" y="76850"/>
                </a:lnTo>
                <a:cubicBezTo>
                  <a:pt x="131939" y="89703"/>
                  <a:pt x="132385" y="97578"/>
                  <a:pt x="133276" y="100475"/>
                </a:cubicBezTo>
                <a:cubicBezTo>
                  <a:pt x="134168" y="103372"/>
                  <a:pt x="135792" y="105667"/>
                  <a:pt x="138150" y="107360"/>
                </a:cubicBezTo>
                <a:cubicBezTo>
                  <a:pt x="140508" y="109053"/>
                  <a:pt x="143498" y="109899"/>
                  <a:pt x="147121" y="109899"/>
                </a:cubicBezTo>
                <a:cubicBezTo>
                  <a:pt x="151262" y="109899"/>
                  <a:pt x="154971" y="108766"/>
                  <a:pt x="158249" y="106500"/>
                </a:cubicBezTo>
                <a:cubicBezTo>
                  <a:pt x="161527" y="104234"/>
                  <a:pt x="163770" y="101422"/>
                  <a:pt x="164978" y="98065"/>
                </a:cubicBezTo>
                <a:cubicBezTo>
                  <a:pt x="166186" y="94708"/>
                  <a:pt x="166789" y="86489"/>
                  <a:pt x="166789" y="73407"/>
                </a:cubicBezTo>
                <a:lnTo>
                  <a:pt x="166789" y="34850"/>
                </a:lnTo>
                <a:lnTo>
                  <a:pt x="191029" y="34850"/>
                </a:lnTo>
                <a:lnTo>
                  <a:pt x="191029" y="126462"/>
                </a:lnTo>
                <a:lnTo>
                  <a:pt x="168515" y="126462"/>
                </a:lnTo>
                <a:close/>
                <a:moveTo>
                  <a:pt x="300091" y="126462"/>
                </a:moveTo>
                <a:lnTo>
                  <a:pt x="275851" y="126462"/>
                </a:lnTo>
                <a:lnTo>
                  <a:pt x="275851" y="79761"/>
                </a:lnTo>
                <a:cubicBezTo>
                  <a:pt x="275851" y="69880"/>
                  <a:pt x="275334" y="63490"/>
                  <a:pt x="274298" y="60589"/>
                </a:cubicBezTo>
                <a:cubicBezTo>
                  <a:pt x="273263" y="57688"/>
                  <a:pt x="271581" y="55434"/>
                  <a:pt x="269252" y="53826"/>
                </a:cubicBezTo>
                <a:cubicBezTo>
                  <a:pt x="266923" y="52217"/>
                  <a:pt x="264119" y="51413"/>
                  <a:pt x="260841" y="51413"/>
                </a:cubicBezTo>
                <a:cubicBezTo>
                  <a:pt x="256643" y="51413"/>
                  <a:pt x="252876" y="52562"/>
                  <a:pt x="249541" y="54861"/>
                </a:cubicBezTo>
                <a:cubicBezTo>
                  <a:pt x="246205" y="57157"/>
                  <a:pt x="243919" y="60202"/>
                  <a:pt x="242683" y="63994"/>
                </a:cubicBezTo>
                <a:cubicBezTo>
                  <a:pt x="241447" y="67784"/>
                  <a:pt x="240828" y="74792"/>
                  <a:pt x="240828" y="85018"/>
                </a:cubicBezTo>
                <a:lnTo>
                  <a:pt x="240828" y="126462"/>
                </a:lnTo>
                <a:lnTo>
                  <a:pt x="216588" y="126462"/>
                </a:lnTo>
                <a:lnTo>
                  <a:pt x="216588" y="34850"/>
                </a:lnTo>
                <a:lnTo>
                  <a:pt x="239103" y="34850"/>
                </a:lnTo>
                <a:lnTo>
                  <a:pt x="239103" y="48307"/>
                </a:lnTo>
                <a:cubicBezTo>
                  <a:pt x="247097" y="37956"/>
                  <a:pt x="257161" y="32780"/>
                  <a:pt x="269295" y="32780"/>
                </a:cubicBezTo>
                <a:cubicBezTo>
                  <a:pt x="274644" y="32780"/>
                  <a:pt x="279532" y="33743"/>
                  <a:pt x="283960" y="35670"/>
                </a:cubicBezTo>
                <a:cubicBezTo>
                  <a:pt x="288388" y="37596"/>
                  <a:pt x="291738" y="40055"/>
                  <a:pt x="294010" y="43045"/>
                </a:cubicBezTo>
                <a:cubicBezTo>
                  <a:pt x="296281" y="46036"/>
                  <a:pt x="297863" y="49429"/>
                  <a:pt x="298754" y="53224"/>
                </a:cubicBezTo>
                <a:cubicBezTo>
                  <a:pt x="299645" y="57020"/>
                  <a:pt x="300091" y="62455"/>
                  <a:pt x="300091" y="69528"/>
                </a:cubicBezTo>
                <a:lnTo>
                  <a:pt x="300091" y="126462"/>
                </a:lnTo>
                <a:close/>
                <a:moveTo>
                  <a:pt x="405202" y="61937"/>
                </a:moveTo>
                <a:lnTo>
                  <a:pt x="381307" y="66250"/>
                </a:lnTo>
                <a:cubicBezTo>
                  <a:pt x="380502" y="61506"/>
                  <a:pt x="378676" y="57933"/>
                  <a:pt x="375830" y="55532"/>
                </a:cubicBezTo>
                <a:cubicBezTo>
                  <a:pt x="372983" y="53131"/>
                  <a:pt x="369288" y="51930"/>
                  <a:pt x="364745" y="51930"/>
                </a:cubicBezTo>
                <a:cubicBezTo>
                  <a:pt x="358707" y="51930"/>
                  <a:pt x="353890" y="54009"/>
                  <a:pt x="350296" y="58166"/>
                </a:cubicBezTo>
                <a:cubicBezTo>
                  <a:pt x="346702" y="62322"/>
                  <a:pt x="344904" y="69274"/>
                  <a:pt x="344904" y="79020"/>
                </a:cubicBezTo>
                <a:cubicBezTo>
                  <a:pt x="344904" y="89857"/>
                  <a:pt x="346730" y="97512"/>
                  <a:pt x="350382" y="101985"/>
                </a:cubicBezTo>
                <a:cubicBezTo>
                  <a:pt x="354034" y="106456"/>
                  <a:pt x="358937" y="108692"/>
                  <a:pt x="365090" y="108692"/>
                </a:cubicBezTo>
                <a:cubicBezTo>
                  <a:pt x="369691" y="108692"/>
                  <a:pt x="373458" y="107383"/>
                  <a:pt x="376390" y="104767"/>
                </a:cubicBezTo>
                <a:cubicBezTo>
                  <a:pt x="379323" y="102150"/>
                  <a:pt x="381394" y="97650"/>
                  <a:pt x="382601" y="91266"/>
                </a:cubicBezTo>
                <a:lnTo>
                  <a:pt x="406410" y="95407"/>
                </a:lnTo>
                <a:cubicBezTo>
                  <a:pt x="403937" y="106334"/>
                  <a:pt x="399193" y="114586"/>
                  <a:pt x="392177" y="120165"/>
                </a:cubicBezTo>
                <a:cubicBezTo>
                  <a:pt x="385161" y="125743"/>
                  <a:pt x="375758" y="128532"/>
                  <a:pt x="363969" y="128532"/>
                </a:cubicBezTo>
                <a:cubicBezTo>
                  <a:pt x="350569" y="128532"/>
                  <a:pt x="339887" y="124305"/>
                  <a:pt x="331922" y="115851"/>
                </a:cubicBezTo>
                <a:cubicBezTo>
                  <a:pt x="323957" y="107398"/>
                  <a:pt x="319974" y="95695"/>
                  <a:pt x="319974" y="80742"/>
                </a:cubicBezTo>
                <a:cubicBezTo>
                  <a:pt x="319974" y="65618"/>
                  <a:pt x="323971" y="53843"/>
                  <a:pt x="331965" y="45418"/>
                </a:cubicBezTo>
                <a:cubicBezTo>
                  <a:pt x="339959" y="36993"/>
                  <a:pt x="350770" y="32780"/>
                  <a:pt x="364400" y="32780"/>
                </a:cubicBezTo>
                <a:cubicBezTo>
                  <a:pt x="375557" y="32780"/>
                  <a:pt x="384427" y="35181"/>
                  <a:pt x="391012" y="39983"/>
                </a:cubicBezTo>
                <a:cubicBezTo>
                  <a:pt x="397597" y="44785"/>
                  <a:pt x="402327" y="52103"/>
                  <a:pt x="405202" y="61937"/>
                </a:cubicBezTo>
                <a:close/>
                <a:moveTo>
                  <a:pt x="465242" y="34850"/>
                </a:moveTo>
                <a:lnTo>
                  <a:pt x="465242" y="54173"/>
                </a:lnTo>
                <a:lnTo>
                  <a:pt x="448679" y="54173"/>
                </a:lnTo>
                <a:lnTo>
                  <a:pt x="448679" y="91035"/>
                </a:lnTo>
                <a:cubicBezTo>
                  <a:pt x="448679" y="98500"/>
                  <a:pt x="448837" y="102850"/>
                  <a:pt x="449154" y="104085"/>
                </a:cubicBezTo>
                <a:cubicBezTo>
                  <a:pt x="449470" y="105317"/>
                  <a:pt x="450189" y="106336"/>
                  <a:pt x="451310" y="107142"/>
                </a:cubicBezTo>
                <a:cubicBezTo>
                  <a:pt x="452432" y="107945"/>
                  <a:pt x="453797" y="108347"/>
                  <a:pt x="455408" y="108347"/>
                </a:cubicBezTo>
                <a:cubicBezTo>
                  <a:pt x="457650" y="108347"/>
                  <a:pt x="460900" y="107570"/>
                  <a:pt x="465155" y="106017"/>
                </a:cubicBezTo>
                <a:lnTo>
                  <a:pt x="467226" y="124893"/>
                </a:lnTo>
                <a:cubicBezTo>
                  <a:pt x="461590" y="127319"/>
                  <a:pt x="455206" y="128532"/>
                  <a:pt x="448075" y="128532"/>
                </a:cubicBezTo>
                <a:cubicBezTo>
                  <a:pt x="443705" y="128532"/>
                  <a:pt x="439765" y="127799"/>
                  <a:pt x="436257" y="126332"/>
                </a:cubicBezTo>
                <a:cubicBezTo>
                  <a:pt x="432749" y="124866"/>
                  <a:pt x="430176" y="122968"/>
                  <a:pt x="428537" y="120639"/>
                </a:cubicBezTo>
                <a:cubicBezTo>
                  <a:pt x="426898" y="118310"/>
                  <a:pt x="425762" y="115161"/>
                  <a:pt x="425129" y="111193"/>
                </a:cubicBezTo>
                <a:cubicBezTo>
                  <a:pt x="424612" y="108375"/>
                  <a:pt x="424353" y="102682"/>
                  <a:pt x="424353" y="94113"/>
                </a:cubicBezTo>
                <a:lnTo>
                  <a:pt x="424353" y="54173"/>
                </a:lnTo>
                <a:lnTo>
                  <a:pt x="413225" y="54173"/>
                </a:lnTo>
                <a:lnTo>
                  <a:pt x="413225" y="34850"/>
                </a:lnTo>
                <a:lnTo>
                  <a:pt x="424353" y="34850"/>
                </a:lnTo>
                <a:lnTo>
                  <a:pt x="424353" y="16563"/>
                </a:lnTo>
                <a:lnTo>
                  <a:pt x="448679" y="2243"/>
                </a:lnTo>
                <a:lnTo>
                  <a:pt x="448679" y="34850"/>
                </a:lnTo>
                <a:lnTo>
                  <a:pt x="465242" y="34850"/>
                </a:lnTo>
                <a:close/>
                <a:moveTo>
                  <a:pt x="482768" y="22428"/>
                </a:moveTo>
                <a:lnTo>
                  <a:pt x="482768" y="0"/>
                </a:lnTo>
                <a:lnTo>
                  <a:pt x="507008" y="0"/>
                </a:lnTo>
                <a:lnTo>
                  <a:pt x="507008" y="22428"/>
                </a:lnTo>
                <a:lnTo>
                  <a:pt x="482768" y="22428"/>
                </a:lnTo>
                <a:moveTo>
                  <a:pt x="482768" y="126462"/>
                </a:moveTo>
                <a:lnTo>
                  <a:pt x="482768" y="34850"/>
                </a:lnTo>
                <a:lnTo>
                  <a:pt x="507008" y="34850"/>
                </a:lnTo>
                <a:lnTo>
                  <a:pt x="507008" y="126462"/>
                </a:lnTo>
                <a:lnTo>
                  <a:pt x="482768" y="126462"/>
                </a:lnTo>
                <a:close/>
                <a:moveTo>
                  <a:pt x="526098" y="79362"/>
                </a:moveTo>
                <a:cubicBezTo>
                  <a:pt x="526098" y="71311"/>
                  <a:pt x="528082" y="63518"/>
                  <a:pt x="532050" y="55985"/>
                </a:cubicBezTo>
                <a:cubicBezTo>
                  <a:pt x="536018" y="48451"/>
                  <a:pt x="541640" y="42700"/>
                  <a:pt x="548915" y="38732"/>
                </a:cubicBezTo>
                <a:cubicBezTo>
                  <a:pt x="556189" y="34764"/>
                  <a:pt x="564313" y="32780"/>
                  <a:pt x="573284" y="32780"/>
                </a:cubicBezTo>
                <a:cubicBezTo>
                  <a:pt x="587144" y="32780"/>
                  <a:pt x="598502" y="37280"/>
                  <a:pt x="607358" y="46280"/>
                </a:cubicBezTo>
                <a:cubicBezTo>
                  <a:pt x="616214" y="55280"/>
                  <a:pt x="620642" y="66653"/>
                  <a:pt x="620642" y="80397"/>
                </a:cubicBezTo>
                <a:cubicBezTo>
                  <a:pt x="620642" y="94257"/>
                  <a:pt x="616171" y="105744"/>
                  <a:pt x="607229" y="114859"/>
                </a:cubicBezTo>
                <a:cubicBezTo>
                  <a:pt x="598286" y="123975"/>
                  <a:pt x="587029" y="128532"/>
                  <a:pt x="573456" y="128532"/>
                </a:cubicBezTo>
                <a:cubicBezTo>
                  <a:pt x="565060" y="128532"/>
                  <a:pt x="557052" y="126634"/>
                  <a:pt x="549432" y="122839"/>
                </a:cubicBezTo>
                <a:cubicBezTo>
                  <a:pt x="541812" y="119043"/>
                  <a:pt x="536018" y="113479"/>
                  <a:pt x="532050" y="106147"/>
                </a:cubicBezTo>
                <a:cubicBezTo>
                  <a:pt x="528082" y="98814"/>
                  <a:pt x="526098" y="89886"/>
                  <a:pt x="526098" y="79362"/>
                </a:cubicBezTo>
                <a:moveTo>
                  <a:pt x="550942" y="80656"/>
                </a:moveTo>
                <a:cubicBezTo>
                  <a:pt x="550942" y="89714"/>
                  <a:pt x="553098" y="96651"/>
                  <a:pt x="557412" y="101467"/>
                </a:cubicBezTo>
                <a:cubicBezTo>
                  <a:pt x="561725" y="106283"/>
                  <a:pt x="567044" y="108692"/>
                  <a:pt x="573370" y="108692"/>
                </a:cubicBezTo>
                <a:cubicBezTo>
                  <a:pt x="579696" y="108692"/>
                  <a:pt x="585001" y="106283"/>
                  <a:pt x="589286" y="101467"/>
                </a:cubicBezTo>
                <a:cubicBezTo>
                  <a:pt x="593570" y="96651"/>
                  <a:pt x="595712" y="89656"/>
                  <a:pt x="595712" y="80484"/>
                </a:cubicBezTo>
                <a:cubicBezTo>
                  <a:pt x="595712" y="71541"/>
                  <a:pt x="593570" y="64661"/>
                  <a:pt x="589286" y="59845"/>
                </a:cubicBezTo>
                <a:cubicBezTo>
                  <a:pt x="585001" y="55029"/>
                  <a:pt x="579696" y="52621"/>
                  <a:pt x="573370" y="52621"/>
                </a:cubicBezTo>
                <a:cubicBezTo>
                  <a:pt x="567044" y="52621"/>
                  <a:pt x="561725" y="55029"/>
                  <a:pt x="557412" y="59845"/>
                </a:cubicBezTo>
                <a:cubicBezTo>
                  <a:pt x="553098" y="64661"/>
                  <a:pt x="550942" y="71598"/>
                  <a:pt x="550942" y="80656"/>
                </a:cubicBezTo>
                <a:close/>
                <a:moveTo>
                  <a:pt x="723597" y="126462"/>
                </a:moveTo>
                <a:lnTo>
                  <a:pt x="699357" y="126462"/>
                </a:lnTo>
                <a:lnTo>
                  <a:pt x="699357" y="79761"/>
                </a:lnTo>
                <a:cubicBezTo>
                  <a:pt x="699357" y="69880"/>
                  <a:pt x="698840" y="63490"/>
                  <a:pt x="697804" y="60589"/>
                </a:cubicBezTo>
                <a:cubicBezTo>
                  <a:pt x="696769" y="57688"/>
                  <a:pt x="695087" y="55434"/>
                  <a:pt x="692758" y="53826"/>
                </a:cubicBezTo>
                <a:cubicBezTo>
                  <a:pt x="690429" y="52217"/>
                  <a:pt x="687625" y="51413"/>
                  <a:pt x="684347" y="51413"/>
                </a:cubicBezTo>
                <a:cubicBezTo>
                  <a:pt x="680149" y="51413"/>
                  <a:pt x="676382" y="52562"/>
                  <a:pt x="673047" y="54861"/>
                </a:cubicBezTo>
                <a:cubicBezTo>
                  <a:pt x="669711" y="57157"/>
                  <a:pt x="667425" y="60202"/>
                  <a:pt x="666189" y="63994"/>
                </a:cubicBezTo>
                <a:cubicBezTo>
                  <a:pt x="664953" y="67784"/>
                  <a:pt x="664334" y="74792"/>
                  <a:pt x="664334" y="85018"/>
                </a:cubicBezTo>
                <a:lnTo>
                  <a:pt x="664334" y="126462"/>
                </a:lnTo>
                <a:lnTo>
                  <a:pt x="640094" y="126462"/>
                </a:lnTo>
                <a:lnTo>
                  <a:pt x="640094" y="34850"/>
                </a:lnTo>
                <a:lnTo>
                  <a:pt x="662609" y="34850"/>
                </a:lnTo>
                <a:lnTo>
                  <a:pt x="662609" y="48307"/>
                </a:lnTo>
                <a:cubicBezTo>
                  <a:pt x="670603" y="37956"/>
                  <a:pt x="680667" y="32780"/>
                  <a:pt x="692801" y="32780"/>
                </a:cubicBezTo>
                <a:cubicBezTo>
                  <a:pt x="698149" y="32780"/>
                  <a:pt x="703038" y="33743"/>
                  <a:pt x="707466" y="35670"/>
                </a:cubicBezTo>
                <a:cubicBezTo>
                  <a:pt x="711894" y="37596"/>
                  <a:pt x="715244" y="40055"/>
                  <a:pt x="717516" y="43045"/>
                </a:cubicBezTo>
                <a:cubicBezTo>
                  <a:pt x="719787" y="46036"/>
                  <a:pt x="721369" y="49429"/>
                  <a:pt x="722260" y="53224"/>
                </a:cubicBezTo>
                <a:cubicBezTo>
                  <a:pt x="723151" y="57020"/>
                  <a:pt x="723597" y="62455"/>
                  <a:pt x="723597" y="69528"/>
                </a:cubicBezTo>
                <a:lnTo>
                  <a:pt x="723597" y="126462"/>
                </a:lnTo>
                <a:close/>
                <a:moveTo>
                  <a:pt x="798110" y="126462"/>
                </a:moveTo>
                <a:lnTo>
                  <a:pt x="798110" y="0"/>
                </a:lnTo>
                <a:lnTo>
                  <a:pt x="884805" y="0"/>
                </a:lnTo>
                <a:lnTo>
                  <a:pt x="884805" y="21393"/>
                </a:lnTo>
                <a:lnTo>
                  <a:pt x="823644" y="21393"/>
                </a:lnTo>
                <a:lnTo>
                  <a:pt x="823644" y="51240"/>
                </a:lnTo>
                <a:lnTo>
                  <a:pt x="876437" y="51240"/>
                </a:lnTo>
                <a:lnTo>
                  <a:pt x="876437" y="72634"/>
                </a:lnTo>
                <a:lnTo>
                  <a:pt x="823644" y="72634"/>
                </a:lnTo>
                <a:lnTo>
                  <a:pt x="823644" y="126462"/>
                </a:lnTo>
                <a:lnTo>
                  <a:pt x="798110" y="126462"/>
                </a:lnTo>
                <a:close/>
                <a:moveTo>
                  <a:pt x="906327" y="22428"/>
                </a:moveTo>
                <a:lnTo>
                  <a:pt x="906327" y="0"/>
                </a:lnTo>
                <a:lnTo>
                  <a:pt x="930567" y="0"/>
                </a:lnTo>
                <a:lnTo>
                  <a:pt x="930567" y="22428"/>
                </a:lnTo>
                <a:lnTo>
                  <a:pt x="906327" y="22428"/>
                </a:lnTo>
                <a:moveTo>
                  <a:pt x="906327" y="126462"/>
                </a:moveTo>
                <a:lnTo>
                  <a:pt x="906327" y="34850"/>
                </a:lnTo>
                <a:lnTo>
                  <a:pt x="930567" y="34850"/>
                </a:lnTo>
                <a:lnTo>
                  <a:pt x="930567" y="126462"/>
                </a:lnTo>
                <a:lnTo>
                  <a:pt x="906327" y="126462"/>
                </a:lnTo>
                <a:close/>
                <a:moveTo>
                  <a:pt x="955282" y="126462"/>
                </a:moveTo>
                <a:lnTo>
                  <a:pt x="955282" y="0"/>
                </a:lnTo>
                <a:lnTo>
                  <a:pt x="979522" y="0"/>
                </a:lnTo>
                <a:lnTo>
                  <a:pt x="979522" y="126462"/>
                </a:lnTo>
                <a:lnTo>
                  <a:pt x="955282" y="126462"/>
                </a:lnTo>
                <a:close/>
                <a:moveTo>
                  <a:pt x="1046246" y="34850"/>
                </a:moveTo>
                <a:lnTo>
                  <a:pt x="1046246" y="54173"/>
                </a:lnTo>
                <a:lnTo>
                  <a:pt x="1029684" y="54173"/>
                </a:lnTo>
                <a:lnTo>
                  <a:pt x="1029684" y="91035"/>
                </a:lnTo>
                <a:cubicBezTo>
                  <a:pt x="1029684" y="98500"/>
                  <a:pt x="1029842" y="102850"/>
                  <a:pt x="1030158" y="104085"/>
                </a:cubicBezTo>
                <a:cubicBezTo>
                  <a:pt x="1030474" y="105317"/>
                  <a:pt x="1031193" y="106336"/>
                  <a:pt x="1032315" y="107142"/>
                </a:cubicBezTo>
                <a:cubicBezTo>
                  <a:pt x="1033436" y="107945"/>
                  <a:pt x="1034802" y="108347"/>
                  <a:pt x="1036412" y="108347"/>
                </a:cubicBezTo>
                <a:cubicBezTo>
                  <a:pt x="1038655" y="108347"/>
                  <a:pt x="1041904" y="107570"/>
                  <a:pt x="1046160" y="106017"/>
                </a:cubicBezTo>
                <a:lnTo>
                  <a:pt x="1048230" y="124893"/>
                </a:lnTo>
                <a:cubicBezTo>
                  <a:pt x="1042594" y="127319"/>
                  <a:pt x="1036211" y="128532"/>
                  <a:pt x="1029080" y="128532"/>
                </a:cubicBezTo>
                <a:cubicBezTo>
                  <a:pt x="1024709" y="128532"/>
                  <a:pt x="1020770" y="127799"/>
                  <a:pt x="1017262" y="126332"/>
                </a:cubicBezTo>
                <a:cubicBezTo>
                  <a:pt x="1013754" y="124866"/>
                  <a:pt x="1011180" y="122968"/>
                  <a:pt x="1009541" y="120639"/>
                </a:cubicBezTo>
                <a:cubicBezTo>
                  <a:pt x="1007902" y="118310"/>
                  <a:pt x="1006766" y="115161"/>
                  <a:pt x="1006134" y="111193"/>
                </a:cubicBezTo>
                <a:cubicBezTo>
                  <a:pt x="1005616" y="108375"/>
                  <a:pt x="1005357" y="102682"/>
                  <a:pt x="1005357" y="94113"/>
                </a:cubicBezTo>
                <a:lnTo>
                  <a:pt x="1005357" y="54173"/>
                </a:lnTo>
                <a:lnTo>
                  <a:pt x="994229" y="54173"/>
                </a:lnTo>
                <a:lnTo>
                  <a:pt x="994229" y="34850"/>
                </a:lnTo>
                <a:lnTo>
                  <a:pt x="1005357" y="34850"/>
                </a:lnTo>
                <a:lnTo>
                  <a:pt x="1005357" y="16563"/>
                </a:lnTo>
                <a:lnTo>
                  <a:pt x="1029684" y="2243"/>
                </a:lnTo>
                <a:lnTo>
                  <a:pt x="1029684" y="34850"/>
                </a:lnTo>
                <a:lnTo>
                  <a:pt x="1046246" y="34850"/>
                </a:lnTo>
                <a:close/>
                <a:moveTo>
                  <a:pt x="1116825" y="97305"/>
                </a:moveTo>
                <a:lnTo>
                  <a:pt x="1140979" y="101445"/>
                </a:lnTo>
                <a:cubicBezTo>
                  <a:pt x="1137873" y="110273"/>
                  <a:pt x="1132970" y="116994"/>
                  <a:pt x="1126271" y="121609"/>
                </a:cubicBezTo>
                <a:cubicBezTo>
                  <a:pt x="1119571" y="126225"/>
                  <a:pt x="1111189" y="128532"/>
                  <a:pt x="1101125" y="128532"/>
                </a:cubicBezTo>
                <a:cubicBezTo>
                  <a:pt x="1085195" y="128532"/>
                  <a:pt x="1073406" y="123328"/>
                  <a:pt x="1065757" y="112918"/>
                </a:cubicBezTo>
                <a:cubicBezTo>
                  <a:pt x="1059719" y="104580"/>
                  <a:pt x="1056699" y="94056"/>
                  <a:pt x="1056699" y="81346"/>
                </a:cubicBezTo>
                <a:cubicBezTo>
                  <a:pt x="1056699" y="66164"/>
                  <a:pt x="1060668" y="54274"/>
                  <a:pt x="1068604" y="45676"/>
                </a:cubicBezTo>
                <a:cubicBezTo>
                  <a:pt x="1076540" y="37079"/>
                  <a:pt x="1086575" y="32780"/>
                  <a:pt x="1098710" y="32780"/>
                </a:cubicBezTo>
                <a:cubicBezTo>
                  <a:pt x="1112339" y="32780"/>
                  <a:pt x="1123093" y="37280"/>
                  <a:pt x="1130972" y="46280"/>
                </a:cubicBezTo>
                <a:cubicBezTo>
                  <a:pt x="1138851" y="55280"/>
                  <a:pt x="1142618" y="69068"/>
                  <a:pt x="1142272" y="87643"/>
                </a:cubicBezTo>
                <a:lnTo>
                  <a:pt x="1081543" y="87643"/>
                </a:lnTo>
                <a:cubicBezTo>
                  <a:pt x="1081716" y="94832"/>
                  <a:pt x="1083671" y="100425"/>
                  <a:pt x="1087409" y="104422"/>
                </a:cubicBezTo>
                <a:cubicBezTo>
                  <a:pt x="1091147" y="108418"/>
                  <a:pt x="1095805" y="110417"/>
                  <a:pt x="1101384" y="110417"/>
                </a:cubicBezTo>
                <a:cubicBezTo>
                  <a:pt x="1105179" y="110417"/>
                  <a:pt x="1108371" y="109382"/>
                  <a:pt x="1110959" y="107311"/>
                </a:cubicBezTo>
                <a:cubicBezTo>
                  <a:pt x="1113547" y="105241"/>
                  <a:pt x="1115502" y="101906"/>
                  <a:pt x="1116825" y="97305"/>
                </a:cubicBezTo>
                <a:moveTo>
                  <a:pt x="1118205" y="72806"/>
                </a:moveTo>
                <a:cubicBezTo>
                  <a:pt x="1118033" y="65819"/>
                  <a:pt x="1116221" y="60506"/>
                  <a:pt x="1112770" y="56869"/>
                </a:cubicBezTo>
                <a:cubicBezTo>
                  <a:pt x="1109320" y="53232"/>
                  <a:pt x="1105122" y="51413"/>
                  <a:pt x="1100176" y="51413"/>
                </a:cubicBezTo>
                <a:cubicBezTo>
                  <a:pt x="1094885" y="51413"/>
                  <a:pt x="1090515" y="53331"/>
                  <a:pt x="1087064" y="57168"/>
                </a:cubicBezTo>
                <a:cubicBezTo>
                  <a:pt x="1083614" y="61007"/>
                  <a:pt x="1081917" y="66220"/>
                  <a:pt x="1081975" y="72806"/>
                </a:cubicBezTo>
                <a:lnTo>
                  <a:pt x="1118205" y="72806"/>
                </a:lnTo>
                <a:close/>
                <a:moveTo>
                  <a:pt x="1184904" y="126462"/>
                </a:moveTo>
                <a:lnTo>
                  <a:pt x="1160664" y="126462"/>
                </a:lnTo>
                <a:lnTo>
                  <a:pt x="1160664" y="34850"/>
                </a:lnTo>
                <a:lnTo>
                  <a:pt x="1183179" y="34850"/>
                </a:lnTo>
                <a:lnTo>
                  <a:pt x="1183179" y="47876"/>
                </a:lnTo>
                <a:cubicBezTo>
                  <a:pt x="1187032" y="41723"/>
                  <a:pt x="1190497" y="37668"/>
                  <a:pt x="1193574" y="35713"/>
                </a:cubicBezTo>
                <a:cubicBezTo>
                  <a:pt x="1196650" y="33758"/>
                  <a:pt x="1200144" y="32780"/>
                  <a:pt x="1204055" y="32780"/>
                </a:cubicBezTo>
                <a:cubicBezTo>
                  <a:pt x="1209575" y="32780"/>
                  <a:pt x="1214895" y="34304"/>
                  <a:pt x="1220013" y="37352"/>
                </a:cubicBezTo>
                <a:lnTo>
                  <a:pt x="1212508" y="58486"/>
                </a:lnTo>
                <a:cubicBezTo>
                  <a:pt x="1208425" y="55841"/>
                  <a:pt x="1204630" y="54518"/>
                  <a:pt x="1201122" y="54518"/>
                </a:cubicBezTo>
                <a:cubicBezTo>
                  <a:pt x="1197729" y="54518"/>
                  <a:pt x="1194853" y="55453"/>
                  <a:pt x="1192495" y="57322"/>
                </a:cubicBezTo>
                <a:cubicBezTo>
                  <a:pt x="1190137" y="59191"/>
                  <a:pt x="1188283" y="62570"/>
                  <a:pt x="1186931" y="67458"/>
                </a:cubicBezTo>
                <a:cubicBezTo>
                  <a:pt x="1185580" y="72346"/>
                  <a:pt x="1184904" y="82583"/>
                  <a:pt x="1184904" y="98167"/>
                </a:cubicBezTo>
                <a:lnTo>
                  <a:pt x="1184904" y="126462"/>
                </a:lnTo>
                <a:close/>
                <a:moveTo>
                  <a:pt x="1229804" y="22428"/>
                </a:moveTo>
                <a:lnTo>
                  <a:pt x="1229804" y="0"/>
                </a:lnTo>
                <a:lnTo>
                  <a:pt x="1254044" y="0"/>
                </a:lnTo>
                <a:lnTo>
                  <a:pt x="1254044" y="22428"/>
                </a:lnTo>
                <a:lnTo>
                  <a:pt x="1229804" y="22428"/>
                </a:lnTo>
                <a:moveTo>
                  <a:pt x="1229804" y="126462"/>
                </a:moveTo>
                <a:lnTo>
                  <a:pt x="1229804" y="34850"/>
                </a:lnTo>
                <a:lnTo>
                  <a:pt x="1254044" y="34850"/>
                </a:lnTo>
                <a:lnTo>
                  <a:pt x="1254044" y="126462"/>
                </a:lnTo>
                <a:lnTo>
                  <a:pt x="1229804" y="126462"/>
                </a:lnTo>
                <a:close/>
                <a:moveTo>
                  <a:pt x="1362089" y="126462"/>
                </a:moveTo>
                <a:lnTo>
                  <a:pt x="1337849" y="126462"/>
                </a:lnTo>
                <a:lnTo>
                  <a:pt x="1337849" y="79761"/>
                </a:lnTo>
                <a:cubicBezTo>
                  <a:pt x="1337849" y="69880"/>
                  <a:pt x="1337331" y="63490"/>
                  <a:pt x="1336296" y="60589"/>
                </a:cubicBezTo>
                <a:cubicBezTo>
                  <a:pt x="1335261" y="57688"/>
                  <a:pt x="1333579" y="55434"/>
                  <a:pt x="1331250" y="53826"/>
                </a:cubicBezTo>
                <a:cubicBezTo>
                  <a:pt x="1328921" y="52217"/>
                  <a:pt x="1326117" y="51413"/>
                  <a:pt x="1322839" y="51413"/>
                </a:cubicBezTo>
                <a:cubicBezTo>
                  <a:pt x="1318641" y="51413"/>
                  <a:pt x="1314874" y="52562"/>
                  <a:pt x="1311539" y="54861"/>
                </a:cubicBezTo>
                <a:cubicBezTo>
                  <a:pt x="1308203" y="57157"/>
                  <a:pt x="1305917" y="60202"/>
                  <a:pt x="1304681" y="63994"/>
                </a:cubicBezTo>
                <a:cubicBezTo>
                  <a:pt x="1303444" y="67784"/>
                  <a:pt x="1302826" y="74792"/>
                  <a:pt x="1302826" y="85018"/>
                </a:cubicBezTo>
                <a:lnTo>
                  <a:pt x="1302826" y="126462"/>
                </a:lnTo>
                <a:lnTo>
                  <a:pt x="1278586" y="126462"/>
                </a:lnTo>
                <a:lnTo>
                  <a:pt x="1278586" y="34850"/>
                </a:lnTo>
                <a:lnTo>
                  <a:pt x="1301101" y="34850"/>
                </a:lnTo>
                <a:lnTo>
                  <a:pt x="1301101" y="48307"/>
                </a:lnTo>
                <a:cubicBezTo>
                  <a:pt x="1309095" y="37956"/>
                  <a:pt x="1319159" y="32780"/>
                  <a:pt x="1331293" y="32780"/>
                </a:cubicBezTo>
                <a:cubicBezTo>
                  <a:pt x="1336641" y="32780"/>
                  <a:pt x="1341530" y="33743"/>
                  <a:pt x="1345958" y="35670"/>
                </a:cubicBezTo>
                <a:cubicBezTo>
                  <a:pt x="1350386" y="37596"/>
                  <a:pt x="1353736" y="40055"/>
                  <a:pt x="1356007" y="43045"/>
                </a:cubicBezTo>
                <a:cubicBezTo>
                  <a:pt x="1358279" y="46036"/>
                  <a:pt x="1359861" y="49429"/>
                  <a:pt x="1360752" y="53224"/>
                </a:cubicBezTo>
                <a:cubicBezTo>
                  <a:pt x="1361643" y="57020"/>
                  <a:pt x="1362089" y="62455"/>
                  <a:pt x="1362089" y="69528"/>
                </a:cubicBezTo>
                <a:lnTo>
                  <a:pt x="1362089" y="126462"/>
                </a:lnTo>
                <a:close/>
                <a:moveTo>
                  <a:pt x="1385078" y="132328"/>
                </a:moveTo>
                <a:lnTo>
                  <a:pt x="1412768" y="135778"/>
                </a:lnTo>
                <a:cubicBezTo>
                  <a:pt x="1413228" y="139029"/>
                  <a:pt x="1414292" y="141264"/>
                  <a:pt x="1415960" y="142482"/>
                </a:cubicBezTo>
                <a:cubicBezTo>
                  <a:pt x="1418260" y="144224"/>
                  <a:pt x="1421883" y="145095"/>
                  <a:pt x="1426829" y="145095"/>
                </a:cubicBezTo>
                <a:cubicBezTo>
                  <a:pt x="1433155" y="145095"/>
                  <a:pt x="1437900" y="144139"/>
                  <a:pt x="1441063" y="142226"/>
                </a:cubicBezTo>
                <a:cubicBezTo>
                  <a:pt x="1443190" y="140952"/>
                  <a:pt x="1444801" y="138896"/>
                  <a:pt x="1445893" y="136059"/>
                </a:cubicBezTo>
                <a:cubicBezTo>
                  <a:pt x="1446641" y="134031"/>
                  <a:pt x="1447015" y="130296"/>
                  <a:pt x="1447015" y="124852"/>
                </a:cubicBezTo>
                <a:lnTo>
                  <a:pt x="1447015" y="111385"/>
                </a:lnTo>
                <a:cubicBezTo>
                  <a:pt x="1439769" y="121436"/>
                  <a:pt x="1430625" y="126462"/>
                  <a:pt x="1419583" y="126462"/>
                </a:cubicBezTo>
                <a:cubicBezTo>
                  <a:pt x="1407276" y="126462"/>
                  <a:pt x="1397528" y="121257"/>
                  <a:pt x="1390340" y="110848"/>
                </a:cubicBezTo>
                <a:cubicBezTo>
                  <a:pt x="1384704" y="102624"/>
                  <a:pt x="1381886" y="92388"/>
                  <a:pt x="1381886" y="80138"/>
                </a:cubicBezTo>
                <a:cubicBezTo>
                  <a:pt x="1381886" y="64784"/>
                  <a:pt x="1385581" y="53052"/>
                  <a:pt x="1392971" y="44943"/>
                </a:cubicBezTo>
                <a:cubicBezTo>
                  <a:pt x="1400361" y="36834"/>
                  <a:pt x="1409548" y="32780"/>
                  <a:pt x="1420532" y="32780"/>
                </a:cubicBezTo>
                <a:cubicBezTo>
                  <a:pt x="1431861" y="32780"/>
                  <a:pt x="1441206" y="37778"/>
                  <a:pt x="1448568" y="47774"/>
                </a:cubicBezTo>
                <a:lnTo>
                  <a:pt x="1448568" y="34850"/>
                </a:lnTo>
                <a:lnTo>
                  <a:pt x="1471255" y="34850"/>
                </a:lnTo>
                <a:lnTo>
                  <a:pt x="1471255" y="117113"/>
                </a:lnTo>
                <a:cubicBezTo>
                  <a:pt x="1471255" y="127932"/>
                  <a:pt x="1470363" y="136017"/>
                  <a:pt x="1468581" y="141369"/>
                </a:cubicBezTo>
                <a:cubicBezTo>
                  <a:pt x="1466798" y="146721"/>
                  <a:pt x="1464296" y="150922"/>
                  <a:pt x="1461076" y="153972"/>
                </a:cubicBezTo>
                <a:cubicBezTo>
                  <a:pt x="1457855" y="157023"/>
                  <a:pt x="1453556" y="159412"/>
                  <a:pt x="1448179" y="161137"/>
                </a:cubicBezTo>
                <a:cubicBezTo>
                  <a:pt x="1442802" y="162864"/>
                  <a:pt x="1436002" y="163727"/>
                  <a:pt x="1427778" y="163727"/>
                </a:cubicBezTo>
                <a:cubicBezTo>
                  <a:pt x="1412251" y="163727"/>
                  <a:pt x="1401238" y="161045"/>
                  <a:pt x="1394739" y="155681"/>
                </a:cubicBezTo>
                <a:cubicBezTo>
                  <a:pt x="1388241" y="150318"/>
                  <a:pt x="1384992" y="143519"/>
                  <a:pt x="1384992" y="135285"/>
                </a:cubicBezTo>
                <a:cubicBezTo>
                  <a:pt x="1384992" y="134473"/>
                  <a:pt x="1385020" y="133487"/>
                  <a:pt x="1385078" y="132328"/>
                </a:cubicBezTo>
                <a:moveTo>
                  <a:pt x="1406730" y="78758"/>
                </a:moveTo>
                <a:cubicBezTo>
                  <a:pt x="1406730" y="88448"/>
                  <a:pt x="1408613" y="95544"/>
                  <a:pt x="1412380" y="100044"/>
                </a:cubicBezTo>
                <a:cubicBezTo>
                  <a:pt x="1416147" y="104544"/>
                  <a:pt x="1420791" y="106794"/>
                  <a:pt x="1426312" y="106794"/>
                </a:cubicBezTo>
                <a:cubicBezTo>
                  <a:pt x="1432235" y="106794"/>
                  <a:pt x="1437238" y="104486"/>
                  <a:pt x="1441321" y="99871"/>
                </a:cubicBezTo>
                <a:cubicBezTo>
                  <a:pt x="1445405" y="95256"/>
                  <a:pt x="1447446" y="88420"/>
                  <a:pt x="1447446" y="79362"/>
                </a:cubicBezTo>
                <a:cubicBezTo>
                  <a:pt x="1447446" y="69902"/>
                  <a:pt x="1445491" y="62879"/>
                  <a:pt x="1441580" y="58292"/>
                </a:cubicBezTo>
                <a:cubicBezTo>
                  <a:pt x="1437670" y="53706"/>
                  <a:pt x="1432724" y="51413"/>
                  <a:pt x="1426743" y="51413"/>
                </a:cubicBezTo>
                <a:cubicBezTo>
                  <a:pt x="1420935" y="51413"/>
                  <a:pt x="1416147" y="53663"/>
                  <a:pt x="1412380" y="58163"/>
                </a:cubicBezTo>
                <a:cubicBezTo>
                  <a:pt x="1408613" y="62663"/>
                  <a:pt x="1406730" y="69528"/>
                  <a:pt x="1406730" y="787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C23F2B-1773-4D12-BC44-429BE4C1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07" y="2457246"/>
            <a:ext cx="2039120" cy="310764"/>
          </a:xfrm>
          <a:custGeom xmlns:a="http://schemas.openxmlformats.org/drawingml/2006/main">
            <a:pathLst>
              <a:path w="2039120" h="310764">
                <a:moveTo>
                  <a:pt x="0" y="51794"/>
                </a:moveTo>
                <a:cubicBezTo>
                  <a:pt x="0" y="23183"/>
                  <a:pt x="23183" y="0"/>
                  <a:pt x="51794" y="0"/>
                </a:cubicBezTo>
                <a:lnTo>
                  <a:pt x="1987326" y="0"/>
                </a:lnTo>
                <a:cubicBezTo>
                  <a:pt x="2015937" y="0"/>
                  <a:pt x="2039120" y="23183"/>
                  <a:pt x="2039120" y="51794"/>
                </a:cubicBezTo>
                <a:lnTo>
                  <a:pt x="2039120" y="258970"/>
                </a:lnTo>
                <a:cubicBezTo>
                  <a:pt x="2039120" y="287580"/>
                  <a:pt x="2015937" y="310764"/>
                  <a:pt x="1987326" y="310764"/>
                </a:cubicBezTo>
                <a:lnTo>
                  <a:pt x="51794" y="310764"/>
                </a:lnTo>
                <a:cubicBezTo>
                  <a:pt x="23183" y="310764"/>
                  <a:pt x="0" y="287580"/>
                  <a:pt x="0" y="258970"/>
                </a:cubicBezTo>
                <a:lnTo>
                  <a:pt x="0" y="51794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ModifiedFunction">
            <a:extLst xmlns:a="http://schemas.openxmlformats.org/drawingml/2006/main">
              <a:ext uri="{FF2B5EF4-FFF2-40B4-BE49-F238E27FC236}">
                <a16:creationId xmlns:a16="http://schemas.microsoft.com/office/drawing/2014/main" id="{DAD0AD10-479B-4AF2-9035-854B6B9B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93" y="2543209"/>
            <a:ext cx="1513029" cy="144764"/>
          </a:xfrm>
          <a:custGeom xmlns:a="http://schemas.openxmlformats.org/drawingml/2006/main">
            <a:pathLst>
              <a:path w="1513029" h="144764">
                <a:moveTo>
                  <a:pt x="0" y="142469"/>
                </a:moveTo>
                <a:lnTo>
                  <a:pt x="0" y="2295"/>
                </a:lnTo>
                <a:lnTo>
                  <a:pt x="27920" y="2295"/>
                </a:lnTo>
                <a:lnTo>
                  <a:pt x="61099" y="101545"/>
                </a:lnTo>
                <a:cubicBezTo>
                  <a:pt x="64159" y="110788"/>
                  <a:pt x="66390" y="117705"/>
                  <a:pt x="67792" y="122294"/>
                </a:cubicBezTo>
                <a:cubicBezTo>
                  <a:pt x="69386" y="117195"/>
                  <a:pt x="71872" y="109705"/>
                  <a:pt x="75251" y="99824"/>
                </a:cubicBezTo>
                <a:lnTo>
                  <a:pt x="108812" y="2295"/>
                </a:lnTo>
                <a:lnTo>
                  <a:pt x="133768" y="2295"/>
                </a:lnTo>
                <a:lnTo>
                  <a:pt x="133768" y="142469"/>
                </a:lnTo>
                <a:lnTo>
                  <a:pt x="115888" y="142469"/>
                </a:lnTo>
                <a:lnTo>
                  <a:pt x="115888" y="25147"/>
                </a:lnTo>
                <a:lnTo>
                  <a:pt x="75155" y="142469"/>
                </a:lnTo>
                <a:lnTo>
                  <a:pt x="58422" y="142469"/>
                </a:lnTo>
                <a:lnTo>
                  <a:pt x="17880" y="23139"/>
                </a:lnTo>
                <a:lnTo>
                  <a:pt x="17880" y="142469"/>
                </a:lnTo>
                <a:lnTo>
                  <a:pt x="0" y="142469"/>
                </a:lnTo>
                <a:close/>
                <a:moveTo>
                  <a:pt x="151604" y="91697"/>
                </a:moveTo>
                <a:cubicBezTo>
                  <a:pt x="151604" y="72892"/>
                  <a:pt x="156831" y="58964"/>
                  <a:pt x="167285" y="49912"/>
                </a:cubicBezTo>
                <a:cubicBezTo>
                  <a:pt x="176018" y="42390"/>
                  <a:pt x="186663" y="38629"/>
                  <a:pt x="199221" y="38629"/>
                </a:cubicBezTo>
                <a:cubicBezTo>
                  <a:pt x="213181" y="38629"/>
                  <a:pt x="224591" y="43203"/>
                  <a:pt x="233452" y="52350"/>
                </a:cubicBezTo>
                <a:cubicBezTo>
                  <a:pt x="242312" y="61498"/>
                  <a:pt x="246742" y="74135"/>
                  <a:pt x="246742" y="90262"/>
                </a:cubicBezTo>
                <a:cubicBezTo>
                  <a:pt x="246742" y="103330"/>
                  <a:pt x="244782" y="113609"/>
                  <a:pt x="240862" y="121099"/>
                </a:cubicBezTo>
                <a:cubicBezTo>
                  <a:pt x="236942" y="128589"/>
                  <a:pt x="231237" y="134406"/>
                  <a:pt x="223747" y="138549"/>
                </a:cubicBezTo>
                <a:cubicBezTo>
                  <a:pt x="216257" y="142692"/>
                  <a:pt x="208081" y="144764"/>
                  <a:pt x="199221" y="144764"/>
                </a:cubicBezTo>
                <a:cubicBezTo>
                  <a:pt x="185006" y="144764"/>
                  <a:pt x="173516" y="140206"/>
                  <a:pt x="164751" y="131091"/>
                </a:cubicBezTo>
                <a:cubicBezTo>
                  <a:pt x="155986" y="121975"/>
                  <a:pt x="151604" y="108844"/>
                  <a:pt x="151604" y="91697"/>
                </a:cubicBezTo>
                <a:moveTo>
                  <a:pt x="169293" y="91649"/>
                </a:moveTo>
                <a:cubicBezTo>
                  <a:pt x="169293" y="104605"/>
                  <a:pt x="172129" y="114306"/>
                  <a:pt x="177803" y="120752"/>
                </a:cubicBezTo>
                <a:cubicBezTo>
                  <a:pt x="183476" y="127199"/>
                  <a:pt x="190615" y="130422"/>
                  <a:pt x="199221" y="130422"/>
                </a:cubicBezTo>
                <a:cubicBezTo>
                  <a:pt x="207763" y="130422"/>
                  <a:pt x="214870" y="127183"/>
                  <a:pt x="220543" y="120705"/>
                </a:cubicBezTo>
                <a:cubicBezTo>
                  <a:pt x="226217" y="114226"/>
                  <a:pt x="229053" y="104351"/>
                  <a:pt x="229053" y="91078"/>
                </a:cubicBezTo>
                <a:cubicBezTo>
                  <a:pt x="229053" y="78566"/>
                  <a:pt x="226201" y="69087"/>
                  <a:pt x="220496" y="62641"/>
                </a:cubicBezTo>
                <a:cubicBezTo>
                  <a:pt x="214790" y="56195"/>
                  <a:pt x="207699" y="52972"/>
                  <a:pt x="199221" y="52972"/>
                </a:cubicBezTo>
                <a:cubicBezTo>
                  <a:pt x="190615" y="52972"/>
                  <a:pt x="183476" y="56179"/>
                  <a:pt x="177803" y="62593"/>
                </a:cubicBezTo>
                <a:cubicBezTo>
                  <a:pt x="172129" y="69008"/>
                  <a:pt x="169293" y="78693"/>
                  <a:pt x="169293" y="91649"/>
                </a:cubicBezTo>
                <a:close/>
                <a:moveTo>
                  <a:pt x="332376" y="142469"/>
                </a:moveTo>
                <a:lnTo>
                  <a:pt x="332376" y="129657"/>
                </a:lnTo>
                <a:cubicBezTo>
                  <a:pt x="325938" y="139728"/>
                  <a:pt x="316472" y="144764"/>
                  <a:pt x="303978" y="144764"/>
                </a:cubicBezTo>
                <a:cubicBezTo>
                  <a:pt x="295883" y="144764"/>
                  <a:pt x="288440" y="142533"/>
                  <a:pt x="281652" y="138071"/>
                </a:cubicBezTo>
                <a:cubicBezTo>
                  <a:pt x="274863" y="133609"/>
                  <a:pt x="269604" y="127378"/>
                  <a:pt x="265875" y="119378"/>
                </a:cubicBezTo>
                <a:cubicBezTo>
                  <a:pt x="262146" y="111378"/>
                  <a:pt x="260281" y="102183"/>
                  <a:pt x="260281" y="91792"/>
                </a:cubicBezTo>
                <a:cubicBezTo>
                  <a:pt x="260281" y="81657"/>
                  <a:pt x="261970" y="72462"/>
                  <a:pt x="265349" y="64207"/>
                </a:cubicBezTo>
                <a:cubicBezTo>
                  <a:pt x="268727" y="55952"/>
                  <a:pt x="273795" y="49625"/>
                  <a:pt x="280552" y="45227"/>
                </a:cubicBezTo>
                <a:cubicBezTo>
                  <a:pt x="287309" y="40828"/>
                  <a:pt x="294863" y="38629"/>
                  <a:pt x="303213" y="38629"/>
                </a:cubicBezTo>
                <a:cubicBezTo>
                  <a:pt x="309333" y="38629"/>
                  <a:pt x="314783" y="39920"/>
                  <a:pt x="319564" y="42502"/>
                </a:cubicBezTo>
                <a:cubicBezTo>
                  <a:pt x="324345" y="45083"/>
                  <a:pt x="328233" y="48446"/>
                  <a:pt x="331229" y="52589"/>
                </a:cubicBezTo>
                <a:lnTo>
                  <a:pt x="331229" y="2295"/>
                </a:lnTo>
                <a:lnTo>
                  <a:pt x="348344" y="2295"/>
                </a:lnTo>
                <a:lnTo>
                  <a:pt x="348344" y="142469"/>
                </a:lnTo>
                <a:lnTo>
                  <a:pt x="332376" y="142469"/>
                </a:lnTo>
                <a:moveTo>
                  <a:pt x="277970" y="91745"/>
                </a:moveTo>
                <a:cubicBezTo>
                  <a:pt x="277970" y="104701"/>
                  <a:pt x="280711" y="114386"/>
                  <a:pt x="286193" y="120800"/>
                </a:cubicBezTo>
                <a:cubicBezTo>
                  <a:pt x="291675" y="127214"/>
                  <a:pt x="298145" y="130422"/>
                  <a:pt x="305604" y="130422"/>
                </a:cubicBezTo>
                <a:cubicBezTo>
                  <a:pt x="313125" y="130422"/>
                  <a:pt x="319516" y="127358"/>
                  <a:pt x="324775" y="121230"/>
                </a:cubicBezTo>
                <a:cubicBezTo>
                  <a:pt x="330034" y="115101"/>
                  <a:pt x="332663" y="105748"/>
                  <a:pt x="332663" y="93173"/>
                </a:cubicBezTo>
                <a:cubicBezTo>
                  <a:pt x="332663" y="79328"/>
                  <a:pt x="329986" y="69167"/>
                  <a:pt x="324631" y="62689"/>
                </a:cubicBezTo>
                <a:cubicBezTo>
                  <a:pt x="319277" y="56211"/>
                  <a:pt x="312679" y="52972"/>
                  <a:pt x="304839" y="52972"/>
                </a:cubicBezTo>
                <a:cubicBezTo>
                  <a:pt x="297189" y="52972"/>
                  <a:pt x="290799" y="56084"/>
                  <a:pt x="285667" y="62309"/>
                </a:cubicBezTo>
                <a:cubicBezTo>
                  <a:pt x="280536" y="68532"/>
                  <a:pt x="277970" y="78344"/>
                  <a:pt x="277970" y="91745"/>
                </a:cubicBezTo>
                <a:close/>
                <a:moveTo>
                  <a:pt x="375078" y="22183"/>
                </a:moveTo>
                <a:lnTo>
                  <a:pt x="375078" y="2295"/>
                </a:lnTo>
                <a:lnTo>
                  <a:pt x="392289" y="2295"/>
                </a:lnTo>
                <a:lnTo>
                  <a:pt x="392289" y="22183"/>
                </a:lnTo>
                <a:lnTo>
                  <a:pt x="375078" y="22183"/>
                </a:lnTo>
                <a:moveTo>
                  <a:pt x="375078" y="142469"/>
                </a:moveTo>
                <a:lnTo>
                  <a:pt x="375078" y="40924"/>
                </a:lnTo>
                <a:lnTo>
                  <a:pt x="392289" y="40924"/>
                </a:lnTo>
                <a:lnTo>
                  <a:pt x="392289" y="142469"/>
                </a:lnTo>
                <a:lnTo>
                  <a:pt x="375078" y="142469"/>
                </a:lnTo>
                <a:close/>
                <a:moveTo>
                  <a:pt x="421666" y="142469"/>
                </a:moveTo>
                <a:lnTo>
                  <a:pt x="421666" y="54310"/>
                </a:lnTo>
                <a:lnTo>
                  <a:pt x="406463" y="54310"/>
                </a:lnTo>
                <a:lnTo>
                  <a:pt x="406463" y="40924"/>
                </a:lnTo>
                <a:lnTo>
                  <a:pt x="421666" y="40924"/>
                </a:lnTo>
                <a:lnTo>
                  <a:pt x="421666" y="30143"/>
                </a:lnTo>
                <a:cubicBezTo>
                  <a:pt x="421666" y="23339"/>
                  <a:pt x="422272" y="18283"/>
                  <a:pt x="423483" y="14976"/>
                </a:cubicBezTo>
                <a:cubicBezTo>
                  <a:pt x="425140" y="10526"/>
                  <a:pt x="428056" y="6917"/>
                  <a:pt x="432232" y="4150"/>
                </a:cubicBezTo>
                <a:cubicBezTo>
                  <a:pt x="436407" y="1383"/>
                  <a:pt x="442256" y="0"/>
                  <a:pt x="449777" y="0"/>
                </a:cubicBezTo>
                <a:cubicBezTo>
                  <a:pt x="454622" y="0"/>
                  <a:pt x="459977" y="574"/>
                  <a:pt x="465841" y="1721"/>
                </a:cubicBezTo>
                <a:lnTo>
                  <a:pt x="463259" y="16733"/>
                </a:lnTo>
                <a:cubicBezTo>
                  <a:pt x="459690" y="16096"/>
                  <a:pt x="456311" y="15777"/>
                  <a:pt x="453124" y="15777"/>
                </a:cubicBezTo>
                <a:cubicBezTo>
                  <a:pt x="447897" y="15777"/>
                  <a:pt x="444200" y="16888"/>
                  <a:pt x="442032" y="19111"/>
                </a:cubicBezTo>
                <a:cubicBezTo>
                  <a:pt x="439865" y="21335"/>
                  <a:pt x="438781" y="25494"/>
                  <a:pt x="438781" y="31589"/>
                </a:cubicBezTo>
                <a:lnTo>
                  <a:pt x="438781" y="40924"/>
                </a:lnTo>
                <a:lnTo>
                  <a:pt x="458574" y="40924"/>
                </a:lnTo>
                <a:lnTo>
                  <a:pt x="458574" y="54310"/>
                </a:lnTo>
                <a:lnTo>
                  <a:pt x="438781" y="54310"/>
                </a:lnTo>
                <a:lnTo>
                  <a:pt x="438781" y="142469"/>
                </a:lnTo>
                <a:lnTo>
                  <a:pt x="421666" y="142469"/>
                </a:lnTo>
                <a:close/>
                <a:moveTo>
                  <a:pt x="475125" y="22183"/>
                </a:moveTo>
                <a:lnTo>
                  <a:pt x="475125" y="2295"/>
                </a:lnTo>
                <a:lnTo>
                  <a:pt x="492336" y="2295"/>
                </a:lnTo>
                <a:lnTo>
                  <a:pt x="492336" y="22183"/>
                </a:lnTo>
                <a:lnTo>
                  <a:pt x="475125" y="22183"/>
                </a:lnTo>
                <a:moveTo>
                  <a:pt x="475125" y="142469"/>
                </a:moveTo>
                <a:lnTo>
                  <a:pt x="475125" y="40924"/>
                </a:lnTo>
                <a:lnTo>
                  <a:pt x="492336" y="40924"/>
                </a:lnTo>
                <a:lnTo>
                  <a:pt x="492336" y="142469"/>
                </a:lnTo>
                <a:lnTo>
                  <a:pt x="475125" y="142469"/>
                </a:lnTo>
                <a:close/>
                <a:moveTo>
                  <a:pt x="587115" y="109768"/>
                </a:moveTo>
                <a:lnTo>
                  <a:pt x="604899" y="111968"/>
                </a:lnTo>
                <a:cubicBezTo>
                  <a:pt x="602095" y="122358"/>
                  <a:pt x="596899" y="130422"/>
                  <a:pt x="589314" y="136159"/>
                </a:cubicBezTo>
                <a:cubicBezTo>
                  <a:pt x="581728" y="141896"/>
                  <a:pt x="572039" y="144764"/>
                  <a:pt x="560246" y="144764"/>
                </a:cubicBezTo>
                <a:cubicBezTo>
                  <a:pt x="545394" y="144764"/>
                  <a:pt x="533617" y="140190"/>
                  <a:pt x="524916" y="131043"/>
                </a:cubicBezTo>
                <a:cubicBezTo>
                  <a:pt x="516215" y="121896"/>
                  <a:pt x="511864" y="109067"/>
                  <a:pt x="511864" y="92557"/>
                </a:cubicBezTo>
                <a:cubicBezTo>
                  <a:pt x="511864" y="75474"/>
                  <a:pt x="516262" y="62215"/>
                  <a:pt x="525059" y="52781"/>
                </a:cubicBezTo>
                <a:cubicBezTo>
                  <a:pt x="533856" y="43346"/>
                  <a:pt x="545266" y="38629"/>
                  <a:pt x="559290" y="38629"/>
                </a:cubicBezTo>
                <a:cubicBezTo>
                  <a:pt x="572868" y="38629"/>
                  <a:pt x="583959" y="43244"/>
                  <a:pt x="592565" y="52473"/>
                </a:cubicBezTo>
                <a:cubicBezTo>
                  <a:pt x="601170" y="61700"/>
                  <a:pt x="605473" y="74682"/>
                  <a:pt x="605473" y="91419"/>
                </a:cubicBezTo>
                <a:cubicBezTo>
                  <a:pt x="605473" y="92437"/>
                  <a:pt x="605441" y="93964"/>
                  <a:pt x="605377" y="95999"/>
                </a:cubicBezTo>
                <a:lnTo>
                  <a:pt x="529649" y="95999"/>
                </a:lnTo>
                <a:cubicBezTo>
                  <a:pt x="530286" y="107123"/>
                  <a:pt x="533442" y="115641"/>
                  <a:pt x="539115" y="121553"/>
                </a:cubicBezTo>
                <a:cubicBezTo>
                  <a:pt x="544788" y="127465"/>
                  <a:pt x="551864" y="130422"/>
                  <a:pt x="560342" y="130422"/>
                </a:cubicBezTo>
                <a:cubicBezTo>
                  <a:pt x="566652" y="130422"/>
                  <a:pt x="572039" y="128780"/>
                  <a:pt x="576501" y="125497"/>
                </a:cubicBezTo>
                <a:cubicBezTo>
                  <a:pt x="580963" y="122212"/>
                  <a:pt x="584501" y="116969"/>
                  <a:pt x="587115" y="109768"/>
                </a:cubicBezTo>
                <a:moveTo>
                  <a:pt x="530605" y="81657"/>
                </a:moveTo>
                <a:lnTo>
                  <a:pt x="587306" y="81657"/>
                </a:lnTo>
                <a:cubicBezTo>
                  <a:pt x="586541" y="73255"/>
                  <a:pt x="584374" y="66953"/>
                  <a:pt x="580804" y="62752"/>
                </a:cubicBezTo>
                <a:cubicBezTo>
                  <a:pt x="575322" y="56232"/>
                  <a:pt x="568214" y="52972"/>
                  <a:pt x="559481" y="52972"/>
                </a:cubicBezTo>
                <a:cubicBezTo>
                  <a:pt x="551577" y="52972"/>
                  <a:pt x="544932" y="55574"/>
                  <a:pt x="539545" y="60780"/>
                </a:cubicBezTo>
                <a:cubicBezTo>
                  <a:pt x="534159" y="65983"/>
                  <a:pt x="531179" y="72942"/>
                  <a:pt x="530605" y="81657"/>
                </a:cubicBezTo>
                <a:close/>
                <a:moveTo>
                  <a:pt x="691967" y="142469"/>
                </a:moveTo>
                <a:lnTo>
                  <a:pt x="691967" y="129657"/>
                </a:lnTo>
                <a:cubicBezTo>
                  <a:pt x="685529" y="139728"/>
                  <a:pt x="676063" y="144764"/>
                  <a:pt x="663569" y="144764"/>
                </a:cubicBezTo>
                <a:cubicBezTo>
                  <a:pt x="655473" y="144764"/>
                  <a:pt x="648031" y="142533"/>
                  <a:pt x="641242" y="138071"/>
                </a:cubicBezTo>
                <a:cubicBezTo>
                  <a:pt x="634454" y="133609"/>
                  <a:pt x="629195" y="127378"/>
                  <a:pt x="625466" y="119378"/>
                </a:cubicBezTo>
                <a:cubicBezTo>
                  <a:pt x="621737" y="111378"/>
                  <a:pt x="619872" y="102183"/>
                  <a:pt x="619872" y="91792"/>
                </a:cubicBezTo>
                <a:cubicBezTo>
                  <a:pt x="619872" y="81657"/>
                  <a:pt x="621561" y="72462"/>
                  <a:pt x="624940" y="64207"/>
                </a:cubicBezTo>
                <a:cubicBezTo>
                  <a:pt x="628318" y="55952"/>
                  <a:pt x="633386" y="49625"/>
                  <a:pt x="640143" y="45227"/>
                </a:cubicBezTo>
                <a:cubicBezTo>
                  <a:pt x="646900" y="40828"/>
                  <a:pt x="654453" y="38629"/>
                  <a:pt x="662804" y="38629"/>
                </a:cubicBezTo>
                <a:cubicBezTo>
                  <a:pt x="668924" y="38629"/>
                  <a:pt x="674374" y="39920"/>
                  <a:pt x="679155" y="42502"/>
                </a:cubicBezTo>
                <a:cubicBezTo>
                  <a:pt x="683935" y="45083"/>
                  <a:pt x="687824" y="48446"/>
                  <a:pt x="690820" y="52589"/>
                </a:cubicBezTo>
                <a:lnTo>
                  <a:pt x="690820" y="2295"/>
                </a:lnTo>
                <a:lnTo>
                  <a:pt x="707935" y="2295"/>
                </a:lnTo>
                <a:lnTo>
                  <a:pt x="707935" y="142469"/>
                </a:lnTo>
                <a:lnTo>
                  <a:pt x="691967" y="142469"/>
                </a:lnTo>
                <a:moveTo>
                  <a:pt x="637561" y="91745"/>
                </a:moveTo>
                <a:cubicBezTo>
                  <a:pt x="637561" y="104701"/>
                  <a:pt x="640302" y="114386"/>
                  <a:pt x="645784" y="120800"/>
                </a:cubicBezTo>
                <a:cubicBezTo>
                  <a:pt x="651266" y="127214"/>
                  <a:pt x="657736" y="130422"/>
                  <a:pt x="665194" y="130422"/>
                </a:cubicBezTo>
                <a:cubicBezTo>
                  <a:pt x="672716" y="130422"/>
                  <a:pt x="679107" y="127358"/>
                  <a:pt x="684366" y="121230"/>
                </a:cubicBezTo>
                <a:cubicBezTo>
                  <a:pt x="689625" y="115101"/>
                  <a:pt x="692254" y="105748"/>
                  <a:pt x="692254" y="93173"/>
                </a:cubicBezTo>
                <a:cubicBezTo>
                  <a:pt x="692254" y="79328"/>
                  <a:pt x="689577" y="69167"/>
                  <a:pt x="684222" y="62689"/>
                </a:cubicBezTo>
                <a:cubicBezTo>
                  <a:pt x="678868" y="56211"/>
                  <a:pt x="672270" y="52972"/>
                  <a:pt x="664430" y="52972"/>
                </a:cubicBezTo>
                <a:cubicBezTo>
                  <a:pt x="656780" y="52972"/>
                  <a:pt x="650390" y="56084"/>
                  <a:pt x="645258" y="62309"/>
                </a:cubicBezTo>
                <a:cubicBezTo>
                  <a:pt x="640127" y="68532"/>
                  <a:pt x="637561" y="78344"/>
                  <a:pt x="637561" y="91745"/>
                </a:cubicBezTo>
                <a:close/>
                <a:moveTo>
                  <a:pt x="793147" y="142469"/>
                </a:moveTo>
                <a:lnTo>
                  <a:pt x="793147" y="2295"/>
                </a:lnTo>
                <a:lnTo>
                  <a:pt x="887712" y="2295"/>
                </a:lnTo>
                <a:lnTo>
                  <a:pt x="887712" y="18837"/>
                </a:lnTo>
                <a:lnTo>
                  <a:pt x="811697" y="18837"/>
                </a:lnTo>
                <a:lnTo>
                  <a:pt x="811697" y="62151"/>
                </a:lnTo>
                <a:lnTo>
                  <a:pt x="877481" y="62151"/>
                </a:lnTo>
                <a:lnTo>
                  <a:pt x="877481" y="78693"/>
                </a:lnTo>
                <a:lnTo>
                  <a:pt x="811697" y="78693"/>
                </a:lnTo>
                <a:lnTo>
                  <a:pt x="811697" y="142469"/>
                </a:lnTo>
                <a:lnTo>
                  <a:pt x="793147" y="142469"/>
                </a:lnTo>
                <a:close/>
                <a:moveTo>
                  <a:pt x="975798" y="142469"/>
                </a:moveTo>
                <a:lnTo>
                  <a:pt x="975798" y="127553"/>
                </a:lnTo>
                <a:cubicBezTo>
                  <a:pt x="967893" y="139027"/>
                  <a:pt x="957152" y="144764"/>
                  <a:pt x="943575" y="144764"/>
                </a:cubicBezTo>
                <a:cubicBezTo>
                  <a:pt x="937583" y="144764"/>
                  <a:pt x="931989" y="143617"/>
                  <a:pt x="926794" y="141322"/>
                </a:cubicBezTo>
                <a:cubicBezTo>
                  <a:pt x="921599" y="139027"/>
                  <a:pt x="917742" y="136143"/>
                  <a:pt x="915224" y="132669"/>
                </a:cubicBezTo>
                <a:cubicBezTo>
                  <a:pt x="912706" y="129195"/>
                  <a:pt x="910937" y="124940"/>
                  <a:pt x="909918" y="119904"/>
                </a:cubicBezTo>
                <a:cubicBezTo>
                  <a:pt x="909216" y="116525"/>
                  <a:pt x="908866" y="111171"/>
                  <a:pt x="908866" y="103840"/>
                </a:cubicBezTo>
                <a:lnTo>
                  <a:pt x="908866" y="40924"/>
                </a:lnTo>
                <a:lnTo>
                  <a:pt x="926077" y="40924"/>
                </a:lnTo>
                <a:lnTo>
                  <a:pt x="926077" y="97242"/>
                </a:lnTo>
                <a:cubicBezTo>
                  <a:pt x="926077" y="106230"/>
                  <a:pt x="926427" y="112286"/>
                  <a:pt x="927129" y="115410"/>
                </a:cubicBezTo>
                <a:cubicBezTo>
                  <a:pt x="928212" y="119936"/>
                  <a:pt x="930507" y="123489"/>
                  <a:pt x="934013" y="126071"/>
                </a:cubicBezTo>
                <a:cubicBezTo>
                  <a:pt x="937519" y="128653"/>
                  <a:pt x="941854" y="129944"/>
                  <a:pt x="947017" y="129944"/>
                </a:cubicBezTo>
                <a:cubicBezTo>
                  <a:pt x="952180" y="129944"/>
                  <a:pt x="957025" y="128621"/>
                  <a:pt x="961551" y="125975"/>
                </a:cubicBezTo>
                <a:cubicBezTo>
                  <a:pt x="966077" y="123330"/>
                  <a:pt x="969280" y="119728"/>
                  <a:pt x="971160" y="115171"/>
                </a:cubicBezTo>
                <a:cubicBezTo>
                  <a:pt x="973041" y="110613"/>
                  <a:pt x="973981" y="103999"/>
                  <a:pt x="973981" y="95330"/>
                </a:cubicBezTo>
                <a:lnTo>
                  <a:pt x="973981" y="40924"/>
                </a:lnTo>
                <a:lnTo>
                  <a:pt x="991192" y="40924"/>
                </a:lnTo>
                <a:lnTo>
                  <a:pt x="991192" y="142469"/>
                </a:lnTo>
                <a:lnTo>
                  <a:pt x="975798" y="142469"/>
                </a:lnTo>
                <a:close/>
                <a:moveTo>
                  <a:pt x="1017735" y="142469"/>
                </a:moveTo>
                <a:lnTo>
                  <a:pt x="1017735" y="40924"/>
                </a:lnTo>
                <a:lnTo>
                  <a:pt x="1033225" y="40924"/>
                </a:lnTo>
                <a:lnTo>
                  <a:pt x="1033225" y="55267"/>
                </a:lnTo>
                <a:cubicBezTo>
                  <a:pt x="1040683" y="44175"/>
                  <a:pt x="1051456" y="38629"/>
                  <a:pt x="1065543" y="38629"/>
                </a:cubicBezTo>
                <a:cubicBezTo>
                  <a:pt x="1071663" y="38629"/>
                  <a:pt x="1077288" y="39729"/>
                  <a:pt x="1082420" y="41928"/>
                </a:cubicBezTo>
                <a:cubicBezTo>
                  <a:pt x="1087551" y="44127"/>
                  <a:pt x="1091392" y="47012"/>
                  <a:pt x="1093941" y="50581"/>
                </a:cubicBezTo>
                <a:cubicBezTo>
                  <a:pt x="1096491" y="54151"/>
                  <a:pt x="1098276" y="58390"/>
                  <a:pt x="1099296" y="63298"/>
                </a:cubicBezTo>
                <a:cubicBezTo>
                  <a:pt x="1099933" y="66486"/>
                  <a:pt x="1100252" y="72063"/>
                  <a:pt x="1100252" y="80031"/>
                </a:cubicBezTo>
                <a:lnTo>
                  <a:pt x="1100252" y="142469"/>
                </a:lnTo>
                <a:lnTo>
                  <a:pt x="1083041" y="142469"/>
                </a:lnTo>
                <a:lnTo>
                  <a:pt x="1083041" y="80635"/>
                </a:lnTo>
                <a:cubicBezTo>
                  <a:pt x="1083041" y="73615"/>
                  <a:pt x="1082372" y="68366"/>
                  <a:pt x="1081033" y="64888"/>
                </a:cubicBezTo>
                <a:cubicBezTo>
                  <a:pt x="1079695" y="61410"/>
                  <a:pt x="1077320" y="58634"/>
                  <a:pt x="1073910" y="56560"/>
                </a:cubicBezTo>
                <a:cubicBezTo>
                  <a:pt x="1070499" y="54487"/>
                  <a:pt x="1066499" y="53450"/>
                  <a:pt x="1061910" y="53450"/>
                </a:cubicBezTo>
                <a:cubicBezTo>
                  <a:pt x="1054579" y="53450"/>
                  <a:pt x="1048252" y="55780"/>
                  <a:pt x="1042930" y="60439"/>
                </a:cubicBezTo>
                <a:cubicBezTo>
                  <a:pt x="1037607" y="65096"/>
                  <a:pt x="1034946" y="73934"/>
                  <a:pt x="1034946" y="86952"/>
                </a:cubicBezTo>
                <a:lnTo>
                  <a:pt x="1034946" y="142469"/>
                </a:lnTo>
                <a:lnTo>
                  <a:pt x="1017735" y="142469"/>
                </a:lnTo>
                <a:close/>
                <a:moveTo>
                  <a:pt x="1192484" y="105179"/>
                </a:moveTo>
                <a:lnTo>
                  <a:pt x="1209408" y="107378"/>
                </a:lnTo>
                <a:cubicBezTo>
                  <a:pt x="1207559" y="119073"/>
                  <a:pt x="1202826" y="128228"/>
                  <a:pt x="1195209" y="134844"/>
                </a:cubicBezTo>
                <a:cubicBezTo>
                  <a:pt x="1187591" y="141457"/>
                  <a:pt x="1178237" y="144764"/>
                  <a:pt x="1167145" y="144764"/>
                </a:cubicBezTo>
                <a:cubicBezTo>
                  <a:pt x="1153249" y="144764"/>
                  <a:pt x="1142078" y="140222"/>
                  <a:pt x="1133631" y="131139"/>
                </a:cubicBezTo>
                <a:cubicBezTo>
                  <a:pt x="1125185" y="122055"/>
                  <a:pt x="1120962" y="109035"/>
                  <a:pt x="1120962" y="92079"/>
                </a:cubicBezTo>
                <a:cubicBezTo>
                  <a:pt x="1120962" y="81115"/>
                  <a:pt x="1122779" y="71522"/>
                  <a:pt x="1126412" y="63298"/>
                </a:cubicBezTo>
                <a:cubicBezTo>
                  <a:pt x="1130046" y="55075"/>
                  <a:pt x="1135576" y="48908"/>
                  <a:pt x="1143002" y="44797"/>
                </a:cubicBezTo>
                <a:cubicBezTo>
                  <a:pt x="1150428" y="40685"/>
                  <a:pt x="1158508" y="38629"/>
                  <a:pt x="1167241" y="38629"/>
                </a:cubicBezTo>
                <a:cubicBezTo>
                  <a:pt x="1178269" y="38629"/>
                  <a:pt x="1187288" y="41427"/>
                  <a:pt x="1194300" y="47023"/>
                </a:cubicBezTo>
                <a:cubicBezTo>
                  <a:pt x="1201312" y="52616"/>
                  <a:pt x="1205806" y="60559"/>
                  <a:pt x="1207782" y="70852"/>
                </a:cubicBezTo>
                <a:lnTo>
                  <a:pt x="1191049" y="73434"/>
                </a:lnTo>
                <a:cubicBezTo>
                  <a:pt x="1189456" y="66645"/>
                  <a:pt x="1186635" y="61538"/>
                  <a:pt x="1182587" y="58111"/>
                </a:cubicBezTo>
                <a:cubicBezTo>
                  <a:pt x="1178540" y="54685"/>
                  <a:pt x="1173647" y="52972"/>
                  <a:pt x="1167910" y="52972"/>
                </a:cubicBezTo>
                <a:cubicBezTo>
                  <a:pt x="1159241" y="52972"/>
                  <a:pt x="1152197" y="56064"/>
                  <a:pt x="1146779" y="62250"/>
                </a:cubicBezTo>
                <a:cubicBezTo>
                  <a:pt x="1141360" y="68433"/>
                  <a:pt x="1138651" y="78217"/>
                  <a:pt x="1138651" y="91601"/>
                </a:cubicBezTo>
                <a:cubicBezTo>
                  <a:pt x="1138651" y="105177"/>
                  <a:pt x="1141265" y="115041"/>
                  <a:pt x="1146492" y="121195"/>
                </a:cubicBezTo>
                <a:cubicBezTo>
                  <a:pt x="1151719" y="127346"/>
                  <a:pt x="1158540" y="130422"/>
                  <a:pt x="1166954" y="130422"/>
                </a:cubicBezTo>
                <a:cubicBezTo>
                  <a:pt x="1173711" y="130422"/>
                  <a:pt x="1179352" y="128358"/>
                  <a:pt x="1183878" y="124230"/>
                </a:cubicBezTo>
                <a:cubicBezTo>
                  <a:pt x="1188404" y="120103"/>
                  <a:pt x="1191273" y="113752"/>
                  <a:pt x="1192484" y="105179"/>
                </a:cubicBezTo>
                <a:close/>
                <a:moveTo>
                  <a:pt x="1261691" y="127266"/>
                </a:moveTo>
                <a:lnTo>
                  <a:pt x="1264177" y="142469"/>
                </a:lnTo>
                <a:cubicBezTo>
                  <a:pt x="1259332" y="143362"/>
                  <a:pt x="1254998" y="143808"/>
                  <a:pt x="1251173" y="143808"/>
                </a:cubicBezTo>
                <a:cubicBezTo>
                  <a:pt x="1244926" y="143808"/>
                  <a:pt x="1240081" y="142820"/>
                  <a:pt x="1236639" y="140844"/>
                </a:cubicBezTo>
                <a:cubicBezTo>
                  <a:pt x="1233197" y="138868"/>
                  <a:pt x="1230775" y="136270"/>
                  <a:pt x="1229372" y="133051"/>
                </a:cubicBezTo>
                <a:cubicBezTo>
                  <a:pt x="1227970" y="129832"/>
                  <a:pt x="1227269" y="123059"/>
                  <a:pt x="1227269" y="112732"/>
                </a:cubicBezTo>
                <a:lnTo>
                  <a:pt x="1227269" y="54310"/>
                </a:lnTo>
                <a:lnTo>
                  <a:pt x="1214647" y="54310"/>
                </a:lnTo>
                <a:lnTo>
                  <a:pt x="1214647" y="40924"/>
                </a:lnTo>
                <a:lnTo>
                  <a:pt x="1227269" y="40924"/>
                </a:lnTo>
                <a:lnTo>
                  <a:pt x="1227269" y="15708"/>
                </a:lnTo>
                <a:lnTo>
                  <a:pt x="1244384" y="5355"/>
                </a:lnTo>
                <a:lnTo>
                  <a:pt x="1244384" y="40924"/>
                </a:lnTo>
                <a:lnTo>
                  <a:pt x="1261691" y="40924"/>
                </a:lnTo>
                <a:lnTo>
                  <a:pt x="1261691" y="54310"/>
                </a:lnTo>
                <a:lnTo>
                  <a:pt x="1244384" y="54310"/>
                </a:lnTo>
                <a:lnTo>
                  <a:pt x="1244384" y="113689"/>
                </a:lnTo>
                <a:cubicBezTo>
                  <a:pt x="1244384" y="118597"/>
                  <a:pt x="1244687" y="121752"/>
                  <a:pt x="1245293" y="123155"/>
                </a:cubicBezTo>
                <a:cubicBezTo>
                  <a:pt x="1245898" y="124557"/>
                  <a:pt x="1246886" y="125673"/>
                  <a:pt x="1248257" y="126501"/>
                </a:cubicBezTo>
                <a:cubicBezTo>
                  <a:pt x="1249627" y="127330"/>
                  <a:pt x="1251587" y="127744"/>
                  <a:pt x="1254137" y="127744"/>
                </a:cubicBezTo>
                <a:cubicBezTo>
                  <a:pt x="1256049" y="127744"/>
                  <a:pt x="1258567" y="127585"/>
                  <a:pt x="1261691" y="127266"/>
                </a:cubicBezTo>
                <a:close/>
                <a:moveTo>
                  <a:pt x="1279569" y="22183"/>
                </a:moveTo>
                <a:lnTo>
                  <a:pt x="1279569" y="2295"/>
                </a:lnTo>
                <a:lnTo>
                  <a:pt x="1296780" y="2295"/>
                </a:lnTo>
                <a:lnTo>
                  <a:pt x="1296780" y="22183"/>
                </a:lnTo>
                <a:lnTo>
                  <a:pt x="1279569" y="22183"/>
                </a:lnTo>
                <a:moveTo>
                  <a:pt x="1279569" y="142469"/>
                </a:moveTo>
                <a:lnTo>
                  <a:pt x="1279569" y="40924"/>
                </a:lnTo>
                <a:lnTo>
                  <a:pt x="1296780" y="40924"/>
                </a:lnTo>
                <a:lnTo>
                  <a:pt x="1296780" y="142469"/>
                </a:lnTo>
                <a:lnTo>
                  <a:pt x="1279569" y="142469"/>
                </a:lnTo>
                <a:close/>
                <a:moveTo>
                  <a:pt x="1315619" y="91697"/>
                </a:moveTo>
                <a:cubicBezTo>
                  <a:pt x="1315619" y="72892"/>
                  <a:pt x="1320846" y="58964"/>
                  <a:pt x="1331300" y="49912"/>
                </a:cubicBezTo>
                <a:cubicBezTo>
                  <a:pt x="1340033" y="42390"/>
                  <a:pt x="1350679" y="38629"/>
                  <a:pt x="1363237" y="38629"/>
                </a:cubicBezTo>
                <a:cubicBezTo>
                  <a:pt x="1377197" y="38629"/>
                  <a:pt x="1388607" y="43203"/>
                  <a:pt x="1397467" y="52350"/>
                </a:cubicBezTo>
                <a:cubicBezTo>
                  <a:pt x="1406328" y="61498"/>
                  <a:pt x="1410758" y="74135"/>
                  <a:pt x="1410758" y="90262"/>
                </a:cubicBezTo>
                <a:cubicBezTo>
                  <a:pt x="1410758" y="103330"/>
                  <a:pt x="1408798" y="113609"/>
                  <a:pt x="1404878" y="121099"/>
                </a:cubicBezTo>
                <a:cubicBezTo>
                  <a:pt x="1400957" y="128589"/>
                  <a:pt x="1395252" y="134406"/>
                  <a:pt x="1387762" y="138549"/>
                </a:cubicBezTo>
                <a:cubicBezTo>
                  <a:pt x="1380272" y="142692"/>
                  <a:pt x="1372097" y="144764"/>
                  <a:pt x="1363237" y="144764"/>
                </a:cubicBezTo>
                <a:cubicBezTo>
                  <a:pt x="1349021" y="144764"/>
                  <a:pt x="1337531" y="140206"/>
                  <a:pt x="1328767" y="131091"/>
                </a:cubicBezTo>
                <a:cubicBezTo>
                  <a:pt x="1320002" y="121975"/>
                  <a:pt x="1315619" y="108844"/>
                  <a:pt x="1315619" y="91697"/>
                </a:cubicBezTo>
                <a:moveTo>
                  <a:pt x="1333308" y="91649"/>
                </a:moveTo>
                <a:cubicBezTo>
                  <a:pt x="1333308" y="104605"/>
                  <a:pt x="1336145" y="114306"/>
                  <a:pt x="1341818" y="120752"/>
                </a:cubicBezTo>
                <a:cubicBezTo>
                  <a:pt x="1347492" y="127199"/>
                  <a:pt x="1354631" y="130422"/>
                  <a:pt x="1363237" y="130422"/>
                </a:cubicBezTo>
                <a:cubicBezTo>
                  <a:pt x="1371778" y="130422"/>
                  <a:pt x="1378886" y="127183"/>
                  <a:pt x="1384559" y="120705"/>
                </a:cubicBezTo>
                <a:cubicBezTo>
                  <a:pt x="1390232" y="114226"/>
                  <a:pt x="1393069" y="104351"/>
                  <a:pt x="1393069" y="91078"/>
                </a:cubicBezTo>
                <a:cubicBezTo>
                  <a:pt x="1393069" y="78566"/>
                  <a:pt x="1390216" y="69087"/>
                  <a:pt x="1384511" y="62641"/>
                </a:cubicBezTo>
                <a:cubicBezTo>
                  <a:pt x="1378806" y="56195"/>
                  <a:pt x="1371715" y="52972"/>
                  <a:pt x="1363237" y="52972"/>
                </a:cubicBezTo>
                <a:cubicBezTo>
                  <a:pt x="1354631" y="52972"/>
                  <a:pt x="1347492" y="56179"/>
                  <a:pt x="1341818" y="62593"/>
                </a:cubicBezTo>
                <a:cubicBezTo>
                  <a:pt x="1336145" y="69008"/>
                  <a:pt x="1333308" y="78693"/>
                  <a:pt x="1333308" y="91649"/>
                </a:cubicBezTo>
                <a:close/>
                <a:moveTo>
                  <a:pt x="1430512" y="142469"/>
                </a:moveTo>
                <a:lnTo>
                  <a:pt x="1430512" y="40924"/>
                </a:lnTo>
                <a:lnTo>
                  <a:pt x="1446002" y="40924"/>
                </a:lnTo>
                <a:lnTo>
                  <a:pt x="1446002" y="55267"/>
                </a:lnTo>
                <a:cubicBezTo>
                  <a:pt x="1453460" y="44175"/>
                  <a:pt x="1464233" y="38629"/>
                  <a:pt x="1478321" y="38629"/>
                </a:cubicBezTo>
                <a:cubicBezTo>
                  <a:pt x="1484440" y="38629"/>
                  <a:pt x="1490065" y="39729"/>
                  <a:pt x="1495197" y="41928"/>
                </a:cubicBezTo>
                <a:cubicBezTo>
                  <a:pt x="1500328" y="44127"/>
                  <a:pt x="1504169" y="47012"/>
                  <a:pt x="1506719" y="50581"/>
                </a:cubicBezTo>
                <a:cubicBezTo>
                  <a:pt x="1509269" y="54151"/>
                  <a:pt x="1511053" y="58390"/>
                  <a:pt x="1512073" y="63298"/>
                </a:cubicBezTo>
                <a:cubicBezTo>
                  <a:pt x="1512711" y="66486"/>
                  <a:pt x="1513029" y="72063"/>
                  <a:pt x="1513029" y="80031"/>
                </a:cubicBezTo>
                <a:lnTo>
                  <a:pt x="1513029" y="142469"/>
                </a:lnTo>
                <a:lnTo>
                  <a:pt x="1495818" y="142469"/>
                </a:lnTo>
                <a:lnTo>
                  <a:pt x="1495818" y="80635"/>
                </a:lnTo>
                <a:cubicBezTo>
                  <a:pt x="1495818" y="73615"/>
                  <a:pt x="1495149" y="68366"/>
                  <a:pt x="1493810" y="64888"/>
                </a:cubicBezTo>
                <a:cubicBezTo>
                  <a:pt x="1492472" y="61410"/>
                  <a:pt x="1490097" y="58634"/>
                  <a:pt x="1486687" y="56560"/>
                </a:cubicBezTo>
                <a:cubicBezTo>
                  <a:pt x="1483277" y="54487"/>
                  <a:pt x="1479277" y="53450"/>
                  <a:pt x="1474687" y="53450"/>
                </a:cubicBezTo>
                <a:cubicBezTo>
                  <a:pt x="1467356" y="53450"/>
                  <a:pt x="1461030" y="55780"/>
                  <a:pt x="1455707" y="60439"/>
                </a:cubicBezTo>
                <a:cubicBezTo>
                  <a:pt x="1450384" y="65096"/>
                  <a:pt x="1447723" y="73934"/>
                  <a:pt x="1447723" y="86952"/>
                </a:cubicBezTo>
                <a:lnTo>
                  <a:pt x="1447723" y="142469"/>
                </a:lnTo>
                <a:lnTo>
                  <a:pt x="1430512" y="1424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...">
            <a:extLst xmlns:a="http://schemas.openxmlformats.org/drawingml/2006/main">
              <a:ext uri="{FF2B5EF4-FFF2-40B4-BE49-F238E27FC236}">
                <a16:creationId xmlns:a16="http://schemas.microsoft.com/office/drawing/2014/main" id="{A4BF0FDA-5079-4755-A37E-E04D142F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33" y="3205912"/>
            <a:ext cx="174626" cy="34291"/>
          </a:xfrm>
          <a:custGeom xmlns:a="http://schemas.openxmlformats.org/drawingml/2006/main">
            <a:pathLst>
              <a:path w="174626" h="34291">
                <a:moveTo>
                  <a:pt x="0" y="34291"/>
                </a:moveTo>
                <a:lnTo>
                  <a:pt x="0" y="0"/>
                </a:lnTo>
                <a:lnTo>
                  <a:pt x="34170" y="0"/>
                </a:lnTo>
                <a:lnTo>
                  <a:pt x="34170" y="34291"/>
                </a:lnTo>
                <a:lnTo>
                  <a:pt x="0" y="34291"/>
                </a:lnTo>
                <a:close/>
                <a:moveTo>
                  <a:pt x="70228" y="34291"/>
                </a:moveTo>
                <a:lnTo>
                  <a:pt x="70228" y="0"/>
                </a:lnTo>
                <a:lnTo>
                  <a:pt x="104398" y="0"/>
                </a:lnTo>
                <a:lnTo>
                  <a:pt x="104398" y="34291"/>
                </a:lnTo>
                <a:lnTo>
                  <a:pt x="70228" y="34291"/>
                </a:lnTo>
                <a:close/>
                <a:moveTo>
                  <a:pt x="140457" y="34291"/>
                </a:moveTo>
                <a:lnTo>
                  <a:pt x="140457" y="0"/>
                </a:lnTo>
                <a:lnTo>
                  <a:pt x="174626" y="0"/>
                </a:lnTo>
                <a:lnTo>
                  <a:pt x="174626" y="34291"/>
                </a:lnTo>
                <a:lnTo>
                  <a:pt x="140457" y="342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A24CCF-88CA-4424-B19D-E46FB05C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" y="226563"/>
            <a:ext cx="2328598" cy="1389922"/>
          </a:xfrm>
          <a:custGeom xmlns:a="http://schemas.openxmlformats.org/drawingml/2006/main">
            <a:pathLst>
              <a:path w="2328598" h="1389922" fill="none">
                <a:moveTo>
                  <a:pt x="0" y="231654"/>
                </a:moveTo>
                <a:cubicBezTo>
                  <a:pt x="0" y="103712"/>
                  <a:pt x="103712" y="0"/>
                  <a:pt x="231654" y="0"/>
                </a:cubicBezTo>
                <a:lnTo>
                  <a:pt x="2096944" y="0"/>
                </a:lnTo>
                <a:cubicBezTo>
                  <a:pt x="2224886" y="0"/>
                  <a:pt x="2328598" y="103712"/>
                  <a:pt x="2328598" y="231654"/>
                </a:cubicBezTo>
                <a:lnTo>
                  <a:pt x="2328598" y="1158268"/>
                </a:lnTo>
                <a:cubicBezTo>
                  <a:pt x="2328598" y="1286192"/>
                  <a:pt x="2224886" y="1389922"/>
                  <a:pt x="2096944" y="1389922"/>
                </a:cubicBezTo>
                <a:lnTo>
                  <a:pt x="231654" y="1389922"/>
                </a:lnTo>
                <a:cubicBezTo>
                  <a:pt x="103712" y="1389922"/>
                  <a:pt x="0" y="1286192"/>
                  <a:pt x="0" y="1158268"/>
                </a:cubicBezTo>
                <a:lnTo>
                  <a:pt x="0" y="2316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738" cap="flat">
            <a:solidFill>
              <a:srgbClr val="79B253"/>
            </a:solidFill>
            <a:custDash>
              <a:ds d="400000" sp="300000"/>
            </a:custDash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D04238-E7D0-47CE-A25A-8691AF1D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79" y="703349"/>
            <a:ext cx="2068919" cy="310764"/>
          </a:xfrm>
          <a:custGeom xmlns:a="http://schemas.openxmlformats.org/drawingml/2006/main">
            <a:pathLst>
              <a:path w="2068919" h="310764">
                <a:moveTo>
                  <a:pt x="0" y="51794"/>
                </a:moveTo>
                <a:cubicBezTo>
                  <a:pt x="0" y="23183"/>
                  <a:pt x="23183" y="0"/>
                  <a:pt x="51794" y="0"/>
                </a:cubicBezTo>
                <a:lnTo>
                  <a:pt x="2017125" y="0"/>
                </a:lnTo>
                <a:cubicBezTo>
                  <a:pt x="2045736" y="0"/>
                  <a:pt x="2068919" y="23183"/>
                  <a:pt x="2068919" y="51794"/>
                </a:cubicBezTo>
                <a:lnTo>
                  <a:pt x="2068919" y="258970"/>
                </a:lnTo>
                <a:cubicBezTo>
                  <a:pt x="2068919" y="287580"/>
                  <a:pt x="2045736" y="310764"/>
                  <a:pt x="2017125" y="310764"/>
                </a:cubicBezTo>
                <a:lnTo>
                  <a:pt x="51794" y="310764"/>
                </a:lnTo>
                <a:cubicBezTo>
                  <a:pt x="23183" y="310764"/>
                  <a:pt x="0" y="287580"/>
                  <a:pt x="0" y="258970"/>
                </a:cubicBezTo>
                <a:lnTo>
                  <a:pt x="0" y="51794"/>
                </a:lnTo>
                <a:close/>
              </a:path>
            </a:pathLst>
          </a:custGeom>
          <a:solidFill xmlns:a="http://schemas.openxmlformats.org/drawingml/2006/main">
            <a:srgbClr val="AFD198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RepositorySelection">
            <a:extLst xmlns:a="http://schemas.openxmlformats.org/drawingml/2006/main">
              <a:ext uri="{FF2B5EF4-FFF2-40B4-BE49-F238E27FC236}">
                <a16:creationId xmlns:a16="http://schemas.microsoft.com/office/drawing/2014/main" id="{8DC073F4-D541-41DD-8F43-4DA40DA3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81" y="401515"/>
            <a:ext cx="1916196" cy="183967"/>
          </a:xfrm>
          <a:custGeom xmlns:a="http://schemas.openxmlformats.org/drawingml/2006/main">
            <a:pathLst>
              <a:path w="1916196" h="183967">
                <a:moveTo>
                  <a:pt x="0" y="142661"/>
                </a:moveTo>
                <a:lnTo>
                  <a:pt x="0" y="2486"/>
                </a:lnTo>
                <a:lnTo>
                  <a:pt x="59569" y="2486"/>
                </a:lnTo>
                <a:cubicBezTo>
                  <a:pt x="74549" y="2486"/>
                  <a:pt x="85434" y="3745"/>
                  <a:pt x="92223" y="6263"/>
                </a:cubicBezTo>
                <a:cubicBezTo>
                  <a:pt x="99011" y="8781"/>
                  <a:pt x="104446" y="13259"/>
                  <a:pt x="108525" y="19697"/>
                </a:cubicBezTo>
                <a:cubicBezTo>
                  <a:pt x="112605" y="26135"/>
                  <a:pt x="114645" y="33498"/>
                  <a:pt x="114645" y="41785"/>
                </a:cubicBezTo>
                <a:cubicBezTo>
                  <a:pt x="114645" y="52302"/>
                  <a:pt x="111553" y="60988"/>
                  <a:pt x="105370" y="67840"/>
                </a:cubicBezTo>
                <a:cubicBezTo>
                  <a:pt x="99187" y="74693"/>
                  <a:pt x="89944" y="79012"/>
                  <a:pt x="77641" y="80796"/>
                </a:cubicBezTo>
                <a:cubicBezTo>
                  <a:pt x="83760" y="84366"/>
                  <a:pt x="88812" y="88286"/>
                  <a:pt x="92796" y="92557"/>
                </a:cubicBezTo>
                <a:cubicBezTo>
                  <a:pt x="96780" y="96828"/>
                  <a:pt x="102151" y="104414"/>
                  <a:pt x="108908" y="115314"/>
                </a:cubicBezTo>
                <a:lnTo>
                  <a:pt x="126023" y="142661"/>
                </a:lnTo>
                <a:lnTo>
                  <a:pt x="92175" y="142661"/>
                </a:lnTo>
                <a:lnTo>
                  <a:pt x="71713" y="112150"/>
                </a:lnTo>
                <a:cubicBezTo>
                  <a:pt x="64446" y="101253"/>
                  <a:pt x="59474" y="94388"/>
                  <a:pt x="56796" y="91553"/>
                </a:cubicBezTo>
                <a:cubicBezTo>
                  <a:pt x="54119" y="88717"/>
                  <a:pt x="51283" y="86772"/>
                  <a:pt x="48287" y="85721"/>
                </a:cubicBezTo>
                <a:cubicBezTo>
                  <a:pt x="45291" y="84669"/>
                  <a:pt x="40542" y="84143"/>
                  <a:pt x="34040" y="84143"/>
                </a:cubicBezTo>
                <a:lnTo>
                  <a:pt x="28303" y="84143"/>
                </a:lnTo>
                <a:lnTo>
                  <a:pt x="28303" y="142661"/>
                </a:lnTo>
                <a:lnTo>
                  <a:pt x="0" y="142661"/>
                </a:lnTo>
                <a:moveTo>
                  <a:pt x="28303" y="61769"/>
                </a:moveTo>
                <a:lnTo>
                  <a:pt x="49243" y="61769"/>
                </a:lnTo>
                <a:cubicBezTo>
                  <a:pt x="62820" y="61769"/>
                  <a:pt x="71298" y="61195"/>
                  <a:pt x="74677" y="60047"/>
                </a:cubicBezTo>
                <a:cubicBezTo>
                  <a:pt x="78055" y="58900"/>
                  <a:pt x="80701" y="56924"/>
                  <a:pt x="82613" y="54119"/>
                </a:cubicBezTo>
                <a:cubicBezTo>
                  <a:pt x="84525" y="51314"/>
                  <a:pt x="85482" y="47808"/>
                  <a:pt x="85482" y="43601"/>
                </a:cubicBezTo>
                <a:cubicBezTo>
                  <a:pt x="85482" y="38884"/>
                  <a:pt x="84223" y="35075"/>
                  <a:pt x="81705" y="32175"/>
                </a:cubicBezTo>
                <a:cubicBezTo>
                  <a:pt x="79187" y="29275"/>
                  <a:pt x="75633" y="27442"/>
                  <a:pt x="71043" y="26677"/>
                </a:cubicBezTo>
                <a:cubicBezTo>
                  <a:pt x="68749" y="26358"/>
                  <a:pt x="61864" y="26199"/>
                  <a:pt x="50390" y="26199"/>
                </a:cubicBezTo>
                <a:lnTo>
                  <a:pt x="28303" y="26199"/>
                </a:lnTo>
                <a:lnTo>
                  <a:pt x="28303" y="61769"/>
                </a:lnTo>
                <a:close/>
                <a:moveTo>
                  <a:pt x="199001" y="110342"/>
                </a:moveTo>
                <a:lnTo>
                  <a:pt x="225774" y="114932"/>
                </a:lnTo>
                <a:cubicBezTo>
                  <a:pt x="222332" y="124716"/>
                  <a:pt x="216898" y="132167"/>
                  <a:pt x="209472" y="137282"/>
                </a:cubicBezTo>
                <a:cubicBezTo>
                  <a:pt x="202045" y="142398"/>
                  <a:pt x="192755" y="144955"/>
                  <a:pt x="181599" y="144955"/>
                </a:cubicBezTo>
                <a:cubicBezTo>
                  <a:pt x="163942" y="144955"/>
                  <a:pt x="150874" y="139186"/>
                  <a:pt x="142396" y="127649"/>
                </a:cubicBezTo>
                <a:cubicBezTo>
                  <a:pt x="135703" y="118406"/>
                  <a:pt x="132356" y="106740"/>
                  <a:pt x="132356" y="92653"/>
                </a:cubicBezTo>
                <a:cubicBezTo>
                  <a:pt x="132356" y="75824"/>
                  <a:pt x="136755" y="62645"/>
                  <a:pt x="145552" y="53115"/>
                </a:cubicBezTo>
                <a:cubicBezTo>
                  <a:pt x="154348" y="43585"/>
                  <a:pt x="165472" y="38820"/>
                  <a:pt x="178922" y="38820"/>
                </a:cubicBezTo>
                <a:cubicBezTo>
                  <a:pt x="194029" y="38820"/>
                  <a:pt x="205950" y="43809"/>
                  <a:pt x="214683" y="53785"/>
                </a:cubicBezTo>
                <a:cubicBezTo>
                  <a:pt x="223416" y="63761"/>
                  <a:pt x="227591" y="79043"/>
                  <a:pt x="227208" y="99633"/>
                </a:cubicBezTo>
                <a:lnTo>
                  <a:pt x="159894" y="99633"/>
                </a:lnTo>
                <a:cubicBezTo>
                  <a:pt x="160085" y="107601"/>
                  <a:pt x="162253" y="113800"/>
                  <a:pt x="166396" y="118230"/>
                </a:cubicBezTo>
                <a:cubicBezTo>
                  <a:pt x="170539" y="122661"/>
                  <a:pt x="175703" y="124876"/>
                  <a:pt x="181886" y="124876"/>
                </a:cubicBezTo>
                <a:cubicBezTo>
                  <a:pt x="186093" y="124876"/>
                  <a:pt x="189631" y="123728"/>
                  <a:pt x="192500" y="121434"/>
                </a:cubicBezTo>
                <a:cubicBezTo>
                  <a:pt x="195368" y="119139"/>
                  <a:pt x="197535" y="115442"/>
                  <a:pt x="199001" y="110342"/>
                </a:cubicBezTo>
                <a:moveTo>
                  <a:pt x="200531" y="83187"/>
                </a:moveTo>
                <a:cubicBezTo>
                  <a:pt x="200340" y="75442"/>
                  <a:pt x="198332" y="69553"/>
                  <a:pt x="194507" y="65522"/>
                </a:cubicBezTo>
                <a:cubicBezTo>
                  <a:pt x="190683" y="61490"/>
                  <a:pt x="186029" y="59474"/>
                  <a:pt x="180547" y="59474"/>
                </a:cubicBezTo>
                <a:cubicBezTo>
                  <a:pt x="174683" y="59474"/>
                  <a:pt x="169838" y="61600"/>
                  <a:pt x="166014" y="65853"/>
                </a:cubicBezTo>
                <a:cubicBezTo>
                  <a:pt x="162189" y="70108"/>
                  <a:pt x="160308" y="75886"/>
                  <a:pt x="160372" y="83187"/>
                </a:cubicBezTo>
                <a:lnTo>
                  <a:pt x="200531" y="83187"/>
                </a:lnTo>
                <a:close/>
                <a:moveTo>
                  <a:pt x="247918" y="41115"/>
                </a:moveTo>
                <a:lnTo>
                  <a:pt x="272970" y="41115"/>
                </a:lnTo>
                <a:lnTo>
                  <a:pt x="272970" y="56032"/>
                </a:lnTo>
                <a:cubicBezTo>
                  <a:pt x="276221" y="50932"/>
                  <a:pt x="280619" y="46789"/>
                  <a:pt x="286165" y="43601"/>
                </a:cubicBezTo>
                <a:cubicBezTo>
                  <a:pt x="291711" y="40414"/>
                  <a:pt x="297862" y="38820"/>
                  <a:pt x="304619" y="38820"/>
                </a:cubicBezTo>
                <a:cubicBezTo>
                  <a:pt x="316412" y="38820"/>
                  <a:pt x="326420" y="43442"/>
                  <a:pt x="334643" y="52685"/>
                </a:cubicBezTo>
                <a:cubicBezTo>
                  <a:pt x="342866" y="61928"/>
                  <a:pt x="346978" y="74804"/>
                  <a:pt x="346978" y="91314"/>
                </a:cubicBezTo>
                <a:cubicBezTo>
                  <a:pt x="346978" y="108270"/>
                  <a:pt x="342834" y="121450"/>
                  <a:pt x="334547" y="130852"/>
                </a:cubicBezTo>
                <a:cubicBezTo>
                  <a:pt x="326260" y="140254"/>
                  <a:pt x="316221" y="144955"/>
                  <a:pt x="304428" y="144955"/>
                </a:cubicBezTo>
                <a:cubicBezTo>
                  <a:pt x="298818" y="144955"/>
                  <a:pt x="293735" y="143840"/>
                  <a:pt x="289177" y="141609"/>
                </a:cubicBezTo>
                <a:cubicBezTo>
                  <a:pt x="284619" y="139378"/>
                  <a:pt x="279823" y="135553"/>
                  <a:pt x="274787" y="130135"/>
                </a:cubicBezTo>
                <a:lnTo>
                  <a:pt x="274787" y="181290"/>
                </a:lnTo>
                <a:lnTo>
                  <a:pt x="247918" y="181290"/>
                </a:lnTo>
                <a:lnTo>
                  <a:pt x="247918" y="41115"/>
                </a:lnTo>
                <a:moveTo>
                  <a:pt x="274500" y="90122"/>
                </a:moveTo>
                <a:cubicBezTo>
                  <a:pt x="274500" y="101514"/>
                  <a:pt x="276763" y="109932"/>
                  <a:pt x="281289" y="115374"/>
                </a:cubicBezTo>
                <a:cubicBezTo>
                  <a:pt x="285815" y="120816"/>
                  <a:pt x="291328" y="123537"/>
                  <a:pt x="297830" y="123537"/>
                </a:cubicBezTo>
                <a:cubicBezTo>
                  <a:pt x="304077" y="123537"/>
                  <a:pt x="309273" y="121039"/>
                  <a:pt x="313416" y="116043"/>
                </a:cubicBezTo>
                <a:cubicBezTo>
                  <a:pt x="317559" y="111047"/>
                  <a:pt x="319631" y="102852"/>
                  <a:pt x="319631" y="91458"/>
                </a:cubicBezTo>
                <a:cubicBezTo>
                  <a:pt x="319631" y="80828"/>
                  <a:pt x="317496" y="72936"/>
                  <a:pt x="313225" y="67780"/>
                </a:cubicBezTo>
                <a:cubicBezTo>
                  <a:pt x="308954" y="62625"/>
                  <a:pt x="303663" y="60047"/>
                  <a:pt x="297352" y="60047"/>
                </a:cubicBezTo>
                <a:cubicBezTo>
                  <a:pt x="290787" y="60047"/>
                  <a:pt x="285336" y="62577"/>
                  <a:pt x="281002" y="67637"/>
                </a:cubicBezTo>
                <a:cubicBezTo>
                  <a:pt x="276667" y="72697"/>
                  <a:pt x="274500" y="80192"/>
                  <a:pt x="274500" y="90122"/>
                </a:cubicBezTo>
                <a:close/>
                <a:moveTo>
                  <a:pt x="361725" y="90454"/>
                </a:moveTo>
                <a:cubicBezTo>
                  <a:pt x="361725" y="81529"/>
                  <a:pt x="363924" y="72892"/>
                  <a:pt x="368322" y="64541"/>
                </a:cubicBezTo>
                <a:cubicBezTo>
                  <a:pt x="372721" y="56191"/>
                  <a:pt x="378952" y="49816"/>
                  <a:pt x="387015" y="45418"/>
                </a:cubicBezTo>
                <a:cubicBezTo>
                  <a:pt x="395079" y="41020"/>
                  <a:pt x="404083" y="38820"/>
                  <a:pt x="414027" y="38820"/>
                </a:cubicBezTo>
                <a:cubicBezTo>
                  <a:pt x="429390" y="38820"/>
                  <a:pt x="441979" y="43809"/>
                  <a:pt x="451796" y="53785"/>
                </a:cubicBezTo>
                <a:cubicBezTo>
                  <a:pt x="461613" y="63761"/>
                  <a:pt x="466521" y="76366"/>
                  <a:pt x="466521" y="91601"/>
                </a:cubicBezTo>
                <a:cubicBezTo>
                  <a:pt x="466521" y="106964"/>
                  <a:pt x="461565" y="119697"/>
                  <a:pt x="451652" y="129800"/>
                </a:cubicBezTo>
                <a:cubicBezTo>
                  <a:pt x="441740" y="139904"/>
                  <a:pt x="429262" y="144955"/>
                  <a:pt x="414218" y="144955"/>
                </a:cubicBezTo>
                <a:cubicBezTo>
                  <a:pt x="404912" y="144955"/>
                  <a:pt x="396035" y="142852"/>
                  <a:pt x="387589" y="138645"/>
                </a:cubicBezTo>
                <a:cubicBezTo>
                  <a:pt x="379143" y="134437"/>
                  <a:pt x="372721" y="128270"/>
                  <a:pt x="368322" y="120143"/>
                </a:cubicBezTo>
                <a:cubicBezTo>
                  <a:pt x="363924" y="112015"/>
                  <a:pt x="361725" y="102119"/>
                  <a:pt x="361725" y="90454"/>
                </a:cubicBezTo>
                <a:moveTo>
                  <a:pt x="389262" y="91888"/>
                </a:moveTo>
                <a:cubicBezTo>
                  <a:pt x="389262" y="101928"/>
                  <a:pt x="391653" y="109617"/>
                  <a:pt x="396434" y="114956"/>
                </a:cubicBezTo>
                <a:cubicBezTo>
                  <a:pt x="401215" y="120294"/>
                  <a:pt x="407111" y="122963"/>
                  <a:pt x="414123" y="122963"/>
                </a:cubicBezTo>
                <a:cubicBezTo>
                  <a:pt x="421135" y="122963"/>
                  <a:pt x="427015" y="120294"/>
                  <a:pt x="431764" y="114956"/>
                </a:cubicBezTo>
                <a:cubicBezTo>
                  <a:pt x="436513" y="109617"/>
                  <a:pt x="438888" y="101864"/>
                  <a:pt x="438888" y="91697"/>
                </a:cubicBezTo>
                <a:cubicBezTo>
                  <a:pt x="438888" y="81784"/>
                  <a:pt x="436513" y="74159"/>
                  <a:pt x="431764" y="68820"/>
                </a:cubicBezTo>
                <a:cubicBezTo>
                  <a:pt x="427015" y="63482"/>
                  <a:pt x="421135" y="60812"/>
                  <a:pt x="414123" y="60812"/>
                </a:cubicBezTo>
                <a:cubicBezTo>
                  <a:pt x="407111" y="60812"/>
                  <a:pt x="401215" y="63482"/>
                  <a:pt x="396434" y="68820"/>
                </a:cubicBezTo>
                <a:cubicBezTo>
                  <a:pt x="391653" y="74159"/>
                  <a:pt x="389262" y="81848"/>
                  <a:pt x="389262" y="91888"/>
                </a:cubicBezTo>
                <a:close/>
                <a:moveTo>
                  <a:pt x="477730" y="113784"/>
                </a:moveTo>
                <a:lnTo>
                  <a:pt x="504694" y="109577"/>
                </a:lnTo>
                <a:cubicBezTo>
                  <a:pt x="505842" y="114772"/>
                  <a:pt x="508168" y="118716"/>
                  <a:pt x="511674" y="121410"/>
                </a:cubicBezTo>
                <a:cubicBezTo>
                  <a:pt x="515180" y="124103"/>
                  <a:pt x="520088" y="125449"/>
                  <a:pt x="526399" y="125449"/>
                </a:cubicBezTo>
                <a:cubicBezTo>
                  <a:pt x="533347" y="125449"/>
                  <a:pt x="538574" y="124177"/>
                  <a:pt x="542080" y="121631"/>
                </a:cubicBezTo>
                <a:cubicBezTo>
                  <a:pt x="544439" y="119848"/>
                  <a:pt x="545618" y="117460"/>
                  <a:pt x="545618" y="114468"/>
                </a:cubicBezTo>
                <a:cubicBezTo>
                  <a:pt x="545618" y="112431"/>
                  <a:pt x="544981" y="110743"/>
                  <a:pt x="543706" y="109407"/>
                </a:cubicBezTo>
                <a:cubicBezTo>
                  <a:pt x="542367" y="108134"/>
                  <a:pt x="539371" y="106957"/>
                  <a:pt x="534718" y="105875"/>
                </a:cubicBezTo>
                <a:cubicBezTo>
                  <a:pt x="513045" y="101102"/>
                  <a:pt x="499308" y="96741"/>
                  <a:pt x="493507" y="92793"/>
                </a:cubicBezTo>
                <a:cubicBezTo>
                  <a:pt x="485475" y="87315"/>
                  <a:pt x="481459" y="79705"/>
                  <a:pt x="481459" y="69962"/>
                </a:cubicBezTo>
                <a:cubicBezTo>
                  <a:pt x="481459" y="61173"/>
                  <a:pt x="484933" y="53786"/>
                  <a:pt x="491881" y="47800"/>
                </a:cubicBezTo>
                <a:cubicBezTo>
                  <a:pt x="498830" y="41814"/>
                  <a:pt x="509602" y="38820"/>
                  <a:pt x="524200" y="38820"/>
                </a:cubicBezTo>
                <a:cubicBezTo>
                  <a:pt x="538096" y="38820"/>
                  <a:pt x="548423" y="41075"/>
                  <a:pt x="555180" y="45585"/>
                </a:cubicBezTo>
                <a:cubicBezTo>
                  <a:pt x="561937" y="50095"/>
                  <a:pt x="566590" y="56765"/>
                  <a:pt x="569140" y="65593"/>
                </a:cubicBezTo>
                <a:lnTo>
                  <a:pt x="543802" y="70374"/>
                </a:lnTo>
                <a:cubicBezTo>
                  <a:pt x="542718" y="66422"/>
                  <a:pt x="540662" y="63394"/>
                  <a:pt x="537634" y="61290"/>
                </a:cubicBezTo>
                <a:cubicBezTo>
                  <a:pt x="534606" y="59187"/>
                  <a:pt x="530288" y="58135"/>
                  <a:pt x="524678" y="58135"/>
                </a:cubicBezTo>
                <a:cubicBezTo>
                  <a:pt x="517602" y="58135"/>
                  <a:pt x="512535" y="59122"/>
                  <a:pt x="509475" y="61096"/>
                </a:cubicBezTo>
                <a:cubicBezTo>
                  <a:pt x="507435" y="62495"/>
                  <a:pt x="506415" y="64308"/>
                  <a:pt x="506415" y="66537"/>
                </a:cubicBezTo>
                <a:cubicBezTo>
                  <a:pt x="506415" y="68446"/>
                  <a:pt x="507308" y="70068"/>
                  <a:pt x="509093" y="71405"/>
                </a:cubicBezTo>
                <a:cubicBezTo>
                  <a:pt x="511515" y="73188"/>
                  <a:pt x="519881" y="75703"/>
                  <a:pt x="534192" y="78950"/>
                </a:cubicBezTo>
                <a:cubicBezTo>
                  <a:pt x="548503" y="82197"/>
                  <a:pt x="558495" y="86180"/>
                  <a:pt x="564168" y="90899"/>
                </a:cubicBezTo>
                <a:cubicBezTo>
                  <a:pt x="569777" y="95684"/>
                  <a:pt x="572582" y="102349"/>
                  <a:pt x="572582" y="110895"/>
                </a:cubicBezTo>
                <a:cubicBezTo>
                  <a:pt x="572582" y="120207"/>
                  <a:pt x="568694" y="128212"/>
                  <a:pt x="560917" y="134910"/>
                </a:cubicBezTo>
                <a:cubicBezTo>
                  <a:pt x="553140" y="141607"/>
                  <a:pt x="541634" y="144955"/>
                  <a:pt x="526399" y="144955"/>
                </a:cubicBezTo>
                <a:cubicBezTo>
                  <a:pt x="512567" y="144955"/>
                  <a:pt x="501618" y="142160"/>
                  <a:pt x="493555" y="136568"/>
                </a:cubicBezTo>
                <a:cubicBezTo>
                  <a:pt x="485491" y="130974"/>
                  <a:pt x="480216" y="123380"/>
                  <a:pt x="477730" y="113784"/>
                </a:cubicBezTo>
                <a:close/>
                <a:moveTo>
                  <a:pt x="595683" y="27346"/>
                </a:moveTo>
                <a:lnTo>
                  <a:pt x="595683" y="2486"/>
                </a:lnTo>
                <a:lnTo>
                  <a:pt x="622551" y="2486"/>
                </a:lnTo>
                <a:lnTo>
                  <a:pt x="622551" y="27346"/>
                </a:lnTo>
                <a:lnTo>
                  <a:pt x="595683" y="27346"/>
                </a:lnTo>
                <a:moveTo>
                  <a:pt x="595683" y="142661"/>
                </a:moveTo>
                <a:lnTo>
                  <a:pt x="595683" y="41115"/>
                </a:lnTo>
                <a:lnTo>
                  <a:pt x="622551" y="41115"/>
                </a:lnTo>
                <a:lnTo>
                  <a:pt x="622551" y="142661"/>
                </a:lnTo>
                <a:lnTo>
                  <a:pt x="595683" y="142661"/>
                </a:lnTo>
                <a:close/>
                <a:moveTo>
                  <a:pt x="697588" y="41115"/>
                </a:moveTo>
                <a:lnTo>
                  <a:pt x="697588" y="62534"/>
                </a:lnTo>
                <a:lnTo>
                  <a:pt x="679229" y="62534"/>
                </a:lnTo>
                <a:lnTo>
                  <a:pt x="679229" y="103392"/>
                </a:lnTo>
                <a:cubicBezTo>
                  <a:pt x="679229" y="111667"/>
                  <a:pt x="679405" y="116488"/>
                  <a:pt x="679755" y="117857"/>
                </a:cubicBezTo>
                <a:cubicBezTo>
                  <a:pt x="680106" y="119223"/>
                  <a:pt x="680903" y="120353"/>
                  <a:pt x="682146" y="121245"/>
                </a:cubicBezTo>
                <a:cubicBezTo>
                  <a:pt x="683389" y="122136"/>
                  <a:pt x="684903" y="122581"/>
                  <a:pt x="686687" y="122581"/>
                </a:cubicBezTo>
                <a:cubicBezTo>
                  <a:pt x="689173" y="122581"/>
                  <a:pt x="692775" y="121720"/>
                  <a:pt x="697492" y="119999"/>
                </a:cubicBezTo>
                <a:lnTo>
                  <a:pt x="699787" y="140922"/>
                </a:lnTo>
                <a:cubicBezTo>
                  <a:pt x="693540" y="143611"/>
                  <a:pt x="686464" y="144955"/>
                  <a:pt x="678560" y="144955"/>
                </a:cubicBezTo>
                <a:cubicBezTo>
                  <a:pt x="673715" y="144955"/>
                  <a:pt x="669349" y="144143"/>
                  <a:pt x="665460" y="142517"/>
                </a:cubicBezTo>
                <a:cubicBezTo>
                  <a:pt x="661572" y="140892"/>
                  <a:pt x="658719" y="138788"/>
                  <a:pt x="656903" y="136206"/>
                </a:cubicBezTo>
                <a:cubicBezTo>
                  <a:pt x="655086" y="133625"/>
                  <a:pt x="653827" y="130135"/>
                  <a:pt x="653126" y="125736"/>
                </a:cubicBezTo>
                <a:cubicBezTo>
                  <a:pt x="652552" y="122613"/>
                  <a:pt x="652265" y="116302"/>
                  <a:pt x="652265" y="106804"/>
                </a:cubicBezTo>
                <a:lnTo>
                  <a:pt x="652265" y="62534"/>
                </a:lnTo>
                <a:lnTo>
                  <a:pt x="639931" y="62534"/>
                </a:lnTo>
                <a:lnTo>
                  <a:pt x="639931" y="41115"/>
                </a:lnTo>
                <a:lnTo>
                  <a:pt x="652265" y="41115"/>
                </a:lnTo>
                <a:lnTo>
                  <a:pt x="652265" y="20845"/>
                </a:lnTo>
                <a:lnTo>
                  <a:pt x="679229" y="4972"/>
                </a:lnTo>
                <a:lnTo>
                  <a:pt x="679229" y="41115"/>
                </a:lnTo>
                <a:lnTo>
                  <a:pt x="697588" y="41115"/>
                </a:lnTo>
                <a:close/>
                <a:moveTo>
                  <a:pt x="710780" y="90454"/>
                </a:moveTo>
                <a:cubicBezTo>
                  <a:pt x="710780" y="81529"/>
                  <a:pt x="712979" y="72892"/>
                  <a:pt x="717378" y="64541"/>
                </a:cubicBezTo>
                <a:cubicBezTo>
                  <a:pt x="721776" y="56191"/>
                  <a:pt x="728007" y="49816"/>
                  <a:pt x="736071" y="45418"/>
                </a:cubicBezTo>
                <a:cubicBezTo>
                  <a:pt x="744135" y="41020"/>
                  <a:pt x="753138" y="38820"/>
                  <a:pt x="763083" y="38820"/>
                </a:cubicBezTo>
                <a:cubicBezTo>
                  <a:pt x="778445" y="38820"/>
                  <a:pt x="791035" y="43809"/>
                  <a:pt x="800851" y="53785"/>
                </a:cubicBezTo>
                <a:cubicBezTo>
                  <a:pt x="810668" y="63761"/>
                  <a:pt x="815576" y="76366"/>
                  <a:pt x="815576" y="91601"/>
                </a:cubicBezTo>
                <a:cubicBezTo>
                  <a:pt x="815576" y="106964"/>
                  <a:pt x="810620" y="119697"/>
                  <a:pt x="800708" y="129800"/>
                </a:cubicBezTo>
                <a:cubicBezTo>
                  <a:pt x="790796" y="139904"/>
                  <a:pt x="778318" y="144955"/>
                  <a:pt x="763274" y="144955"/>
                </a:cubicBezTo>
                <a:cubicBezTo>
                  <a:pt x="753967" y="144955"/>
                  <a:pt x="745091" y="142852"/>
                  <a:pt x="736645" y="138645"/>
                </a:cubicBezTo>
                <a:cubicBezTo>
                  <a:pt x="728198" y="134437"/>
                  <a:pt x="721776" y="128270"/>
                  <a:pt x="717378" y="120143"/>
                </a:cubicBezTo>
                <a:cubicBezTo>
                  <a:pt x="712979" y="112015"/>
                  <a:pt x="710780" y="102119"/>
                  <a:pt x="710780" y="90454"/>
                </a:cubicBezTo>
                <a:moveTo>
                  <a:pt x="738318" y="91888"/>
                </a:moveTo>
                <a:cubicBezTo>
                  <a:pt x="738318" y="101928"/>
                  <a:pt x="740708" y="109617"/>
                  <a:pt x="745489" y="114956"/>
                </a:cubicBezTo>
                <a:cubicBezTo>
                  <a:pt x="750270" y="120294"/>
                  <a:pt x="756166" y="122963"/>
                  <a:pt x="763178" y="122963"/>
                </a:cubicBezTo>
                <a:cubicBezTo>
                  <a:pt x="770190" y="122963"/>
                  <a:pt x="776071" y="120294"/>
                  <a:pt x="780820" y="114956"/>
                </a:cubicBezTo>
                <a:cubicBezTo>
                  <a:pt x="785569" y="109617"/>
                  <a:pt x="787943" y="101864"/>
                  <a:pt x="787943" y="91697"/>
                </a:cubicBezTo>
                <a:cubicBezTo>
                  <a:pt x="787943" y="81784"/>
                  <a:pt x="785569" y="74159"/>
                  <a:pt x="780820" y="68820"/>
                </a:cubicBezTo>
                <a:cubicBezTo>
                  <a:pt x="776071" y="63482"/>
                  <a:pt x="770190" y="60812"/>
                  <a:pt x="763178" y="60812"/>
                </a:cubicBezTo>
                <a:cubicBezTo>
                  <a:pt x="756166" y="60812"/>
                  <a:pt x="750270" y="63482"/>
                  <a:pt x="745489" y="68820"/>
                </a:cubicBezTo>
                <a:cubicBezTo>
                  <a:pt x="740708" y="74159"/>
                  <a:pt x="738318" y="81848"/>
                  <a:pt x="738318" y="91888"/>
                </a:cubicBezTo>
                <a:close/>
                <a:moveTo>
                  <a:pt x="861973" y="142661"/>
                </a:moveTo>
                <a:lnTo>
                  <a:pt x="835105" y="142661"/>
                </a:lnTo>
                <a:lnTo>
                  <a:pt x="835105" y="41115"/>
                </a:lnTo>
                <a:lnTo>
                  <a:pt x="860061" y="41115"/>
                </a:lnTo>
                <a:lnTo>
                  <a:pt x="860061" y="55553"/>
                </a:lnTo>
                <a:cubicBezTo>
                  <a:pt x="864332" y="48733"/>
                  <a:pt x="868172" y="44239"/>
                  <a:pt x="871583" y="42071"/>
                </a:cubicBezTo>
                <a:cubicBezTo>
                  <a:pt x="874993" y="39904"/>
                  <a:pt x="878865" y="38820"/>
                  <a:pt x="883200" y="38820"/>
                </a:cubicBezTo>
                <a:cubicBezTo>
                  <a:pt x="889319" y="38820"/>
                  <a:pt x="895216" y="40510"/>
                  <a:pt x="900889" y="43888"/>
                </a:cubicBezTo>
                <a:lnTo>
                  <a:pt x="892570" y="67314"/>
                </a:lnTo>
                <a:cubicBezTo>
                  <a:pt x="888045" y="64382"/>
                  <a:pt x="883837" y="62916"/>
                  <a:pt x="879949" y="62916"/>
                </a:cubicBezTo>
                <a:cubicBezTo>
                  <a:pt x="876188" y="62916"/>
                  <a:pt x="873001" y="63952"/>
                  <a:pt x="870387" y="66024"/>
                </a:cubicBezTo>
                <a:cubicBezTo>
                  <a:pt x="867774" y="68095"/>
                  <a:pt x="865718" y="71840"/>
                  <a:pt x="864220" y="77259"/>
                </a:cubicBezTo>
                <a:cubicBezTo>
                  <a:pt x="862722" y="82677"/>
                  <a:pt x="861973" y="94023"/>
                  <a:pt x="861973" y="111298"/>
                </a:cubicBezTo>
                <a:lnTo>
                  <a:pt x="861973" y="142661"/>
                </a:lnTo>
                <a:close/>
                <a:moveTo>
                  <a:pt x="900161" y="41115"/>
                </a:moveTo>
                <a:lnTo>
                  <a:pt x="928750" y="41115"/>
                </a:lnTo>
                <a:lnTo>
                  <a:pt x="953037" y="113279"/>
                </a:lnTo>
                <a:lnTo>
                  <a:pt x="976750" y="41115"/>
                </a:lnTo>
                <a:lnTo>
                  <a:pt x="1004574" y="41115"/>
                </a:lnTo>
                <a:lnTo>
                  <a:pt x="968718" y="138869"/>
                </a:lnTo>
                <a:lnTo>
                  <a:pt x="962312" y="156621"/>
                </a:lnTo>
                <a:cubicBezTo>
                  <a:pt x="959953" y="162549"/>
                  <a:pt x="957706" y="167075"/>
                  <a:pt x="955571" y="170198"/>
                </a:cubicBezTo>
                <a:cubicBezTo>
                  <a:pt x="953435" y="173322"/>
                  <a:pt x="950981" y="175856"/>
                  <a:pt x="948208" y="177800"/>
                </a:cubicBezTo>
                <a:cubicBezTo>
                  <a:pt x="945435" y="179744"/>
                  <a:pt x="942025" y="181258"/>
                  <a:pt x="937977" y="182342"/>
                </a:cubicBezTo>
                <a:cubicBezTo>
                  <a:pt x="933929" y="183425"/>
                  <a:pt x="929356" y="183967"/>
                  <a:pt x="924256" y="183967"/>
                </a:cubicBezTo>
                <a:cubicBezTo>
                  <a:pt x="919093" y="183967"/>
                  <a:pt x="914025" y="183425"/>
                  <a:pt x="909053" y="182342"/>
                </a:cubicBezTo>
                <a:lnTo>
                  <a:pt x="906663" y="161306"/>
                </a:lnTo>
                <a:cubicBezTo>
                  <a:pt x="910870" y="162135"/>
                  <a:pt x="914663" y="162549"/>
                  <a:pt x="918041" y="162549"/>
                </a:cubicBezTo>
                <a:cubicBezTo>
                  <a:pt x="924288" y="162549"/>
                  <a:pt x="928909" y="160716"/>
                  <a:pt x="931905" y="157051"/>
                </a:cubicBezTo>
                <a:cubicBezTo>
                  <a:pt x="934901" y="153386"/>
                  <a:pt x="937196" y="148716"/>
                  <a:pt x="938790" y="143043"/>
                </a:cubicBezTo>
                <a:lnTo>
                  <a:pt x="900161" y="41115"/>
                </a:lnTo>
                <a:close/>
                <a:moveTo>
                  <a:pt x="1065612" y="97147"/>
                </a:moveTo>
                <a:lnTo>
                  <a:pt x="1093149" y="94470"/>
                </a:lnTo>
                <a:cubicBezTo>
                  <a:pt x="1094807" y="103746"/>
                  <a:pt x="1098169" y="110560"/>
                  <a:pt x="1103237" y="114911"/>
                </a:cubicBezTo>
                <a:cubicBezTo>
                  <a:pt x="1108305" y="119259"/>
                  <a:pt x="1115141" y="121434"/>
                  <a:pt x="1123747" y="121434"/>
                </a:cubicBezTo>
                <a:cubicBezTo>
                  <a:pt x="1132862" y="121434"/>
                  <a:pt x="1139731" y="119499"/>
                  <a:pt x="1144352" y="115631"/>
                </a:cubicBezTo>
                <a:cubicBezTo>
                  <a:pt x="1148974" y="111762"/>
                  <a:pt x="1151284" y="107237"/>
                  <a:pt x="1151284" y="102056"/>
                </a:cubicBezTo>
                <a:cubicBezTo>
                  <a:pt x="1151284" y="98732"/>
                  <a:pt x="1150312" y="95903"/>
                  <a:pt x="1148368" y="93570"/>
                </a:cubicBezTo>
                <a:cubicBezTo>
                  <a:pt x="1146424" y="91236"/>
                  <a:pt x="1143029" y="89205"/>
                  <a:pt x="1138185" y="87478"/>
                </a:cubicBezTo>
                <a:cubicBezTo>
                  <a:pt x="1134870" y="86328"/>
                  <a:pt x="1127316" y="84284"/>
                  <a:pt x="1115524" y="81346"/>
                </a:cubicBezTo>
                <a:cubicBezTo>
                  <a:pt x="1100352" y="77577"/>
                  <a:pt x="1089707" y="72946"/>
                  <a:pt x="1083588" y="67452"/>
                </a:cubicBezTo>
                <a:cubicBezTo>
                  <a:pt x="1074982" y="59723"/>
                  <a:pt x="1070679" y="50302"/>
                  <a:pt x="1070679" y="39188"/>
                </a:cubicBezTo>
                <a:cubicBezTo>
                  <a:pt x="1070679" y="32035"/>
                  <a:pt x="1072703" y="25344"/>
                  <a:pt x="1076751" y="19117"/>
                </a:cubicBezTo>
                <a:cubicBezTo>
                  <a:pt x="1080799" y="12888"/>
                  <a:pt x="1086631" y="8145"/>
                  <a:pt x="1094249" y="4888"/>
                </a:cubicBezTo>
                <a:cubicBezTo>
                  <a:pt x="1101866" y="1629"/>
                  <a:pt x="1111061" y="0"/>
                  <a:pt x="1121834" y="0"/>
                </a:cubicBezTo>
                <a:cubicBezTo>
                  <a:pt x="1139428" y="0"/>
                  <a:pt x="1152671" y="3874"/>
                  <a:pt x="1161563" y="11623"/>
                </a:cubicBezTo>
                <a:cubicBezTo>
                  <a:pt x="1170456" y="19370"/>
                  <a:pt x="1175125" y="29711"/>
                  <a:pt x="1175571" y="42645"/>
                </a:cubicBezTo>
                <a:lnTo>
                  <a:pt x="1147268" y="43793"/>
                </a:lnTo>
                <a:cubicBezTo>
                  <a:pt x="1146057" y="36589"/>
                  <a:pt x="1143460" y="31410"/>
                  <a:pt x="1139476" y="28255"/>
                </a:cubicBezTo>
                <a:cubicBezTo>
                  <a:pt x="1135492" y="25099"/>
                  <a:pt x="1129516" y="23522"/>
                  <a:pt x="1121547" y="23522"/>
                </a:cubicBezTo>
                <a:cubicBezTo>
                  <a:pt x="1113324" y="23522"/>
                  <a:pt x="1106886" y="25212"/>
                  <a:pt x="1102233" y="28592"/>
                </a:cubicBezTo>
                <a:cubicBezTo>
                  <a:pt x="1099237" y="30760"/>
                  <a:pt x="1097739" y="33661"/>
                  <a:pt x="1097739" y="37297"/>
                </a:cubicBezTo>
                <a:cubicBezTo>
                  <a:pt x="1097739" y="40613"/>
                  <a:pt x="1099141" y="43451"/>
                  <a:pt x="1101946" y="45809"/>
                </a:cubicBezTo>
                <a:cubicBezTo>
                  <a:pt x="1105516" y="48807"/>
                  <a:pt x="1114185" y="51935"/>
                  <a:pt x="1127954" y="55192"/>
                </a:cubicBezTo>
                <a:cubicBezTo>
                  <a:pt x="1141723" y="58449"/>
                  <a:pt x="1151906" y="61818"/>
                  <a:pt x="1158503" y="65300"/>
                </a:cubicBezTo>
                <a:cubicBezTo>
                  <a:pt x="1165101" y="68780"/>
                  <a:pt x="1170264" y="73538"/>
                  <a:pt x="1173993" y="79574"/>
                </a:cubicBezTo>
                <a:cubicBezTo>
                  <a:pt x="1177722" y="85608"/>
                  <a:pt x="1179587" y="93064"/>
                  <a:pt x="1179587" y="101943"/>
                </a:cubicBezTo>
                <a:cubicBezTo>
                  <a:pt x="1179587" y="109988"/>
                  <a:pt x="1177356" y="117524"/>
                  <a:pt x="1172894" y="124550"/>
                </a:cubicBezTo>
                <a:cubicBezTo>
                  <a:pt x="1168432" y="131576"/>
                  <a:pt x="1162121" y="136797"/>
                  <a:pt x="1153962" y="140213"/>
                </a:cubicBezTo>
                <a:cubicBezTo>
                  <a:pt x="1145802" y="143630"/>
                  <a:pt x="1135635" y="145338"/>
                  <a:pt x="1123460" y="145338"/>
                </a:cubicBezTo>
                <a:cubicBezTo>
                  <a:pt x="1105739" y="145338"/>
                  <a:pt x="1092129" y="141234"/>
                  <a:pt x="1082631" y="133027"/>
                </a:cubicBezTo>
                <a:cubicBezTo>
                  <a:pt x="1073133" y="124820"/>
                  <a:pt x="1067460" y="112860"/>
                  <a:pt x="1065612" y="97147"/>
                </a:cubicBezTo>
                <a:close/>
                <a:moveTo>
                  <a:pt x="1261247" y="110342"/>
                </a:moveTo>
                <a:lnTo>
                  <a:pt x="1288019" y="114932"/>
                </a:lnTo>
                <a:cubicBezTo>
                  <a:pt x="1284577" y="124716"/>
                  <a:pt x="1279143" y="132167"/>
                  <a:pt x="1271717" y="137282"/>
                </a:cubicBezTo>
                <a:cubicBezTo>
                  <a:pt x="1264290" y="142398"/>
                  <a:pt x="1255000" y="144955"/>
                  <a:pt x="1243844" y="144955"/>
                </a:cubicBezTo>
                <a:cubicBezTo>
                  <a:pt x="1226187" y="144955"/>
                  <a:pt x="1213119" y="139186"/>
                  <a:pt x="1204641" y="127649"/>
                </a:cubicBezTo>
                <a:cubicBezTo>
                  <a:pt x="1197948" y="118406"/>
                  <a:pt x="1194602" y="106740"/>
                  <a:pt x="1194602" y="92653"/>
                </a:cubicBezTo>
                <a:cubicBezTo>
                  <a:pt x="1194602" y="75824"/>
                  <a:pt x="1199000" y="62645"/>
                  <a:pt x="1207797" y="53115"/>
                </a:cubicBezTo>
                <a:cubicBezTo>
                  <a:pt x="1216594" y="43585"/>
                  <a:pt x="1227717" y="38820"/>
                  <a:pt x="1241167" y="38820"/>
                </a:cubicBezTo>
                <a:cubicBezTo>
                  <a:pt x="1256275" y="38820"/>
                  <a:pt x="1268195" y="43809"/>
                  <a:pt x="1276928" y="53785"/>
                </a:cubicBezTo>
                <a:cubicBezTo>
                  <a:pt x="1285661" y="63761"/>
                  <a:pt x="1289836" y="79043"/>
                  <a:pt x="1289454" y="99633"/>
                </a:cubicBezTo>
                <a:lnTo>
                  <a:pt x="1222139" y="99633"/>
                </a:lnTo>
                <a:cubicBezTo>
                  <a:pt x="1222331" y="107601"/>
                  <a:pt x="1224498" y="113800"/>
                  <a:pt x="1228641" y="118230"/>
                </a:cubicBezTo>
                <a:cubicBezTo>
                  <a:pt x="1232785" y="122661"/>
                  <a:pt x="1237948" y="124876"/>
                  <a:pt x="1244131" y="124876"/>
                </a:cubicBezTo>
                <a:cubicBezTo>
                  <a:pt x="1248338" y="124876"/>
                  <a:pt x="1251876" y="123728"/>
                  <a:pt x="1254745" y="121434"/>
                </a:cubicBezTo>
                <a:cubicBezTo>
                  <a:pt x="1257613" y="119139"/>
                  <a:pt x="1259781" y="115442"/>
                  <a:pt x="1261247" y="110342"/>
                </a:cubicBezTo>
                <a:moveTo>
                  <a:pt x="1262777" y="83187"/>
                </a:moveTo>
                <a:cubicBezTo>
                  <a:pt x="1262585" y="75442"/>
                  <a:pt x="1260577" y="69553"/>
                  <a:pt x="1256753" y="65522"/>
                </a:cubicBezTo>
                <a:cubicBezTo>
                  <a:pt x="1252928" y="61490"/>
                  <a:pt x="1248275" y="59474"/>
                  <a:pt x="1242793" y="59474"/>
                </a:cubicBezTo>
                <a:cubicBezTo>
                  <a:pt x="1236928" y="59474"/>
                  <a:pt x="1232083" y="61600"/>
                  <a:pt x="1228259" y="65853"/>
                </a:cubicBezTo>
                <a:cubicBezTo>
                  <a:pt x="1224434" y="70108"/>
                  <a:pt x="1222554" y="75886"/>
                  <a:pt x="1222617" y="83187"/>
                </a:cubicBezTo>
                <a:lnTo>
                  <a:pt x="1262777" y="83187"/>
                </a:lnTo>
                <a:close/>
                <a:moveTo>
                  <a:pt x="1310929" y="142661"/>
                </a:moveTo>
                <a:lnTo>
                  <a:pt x="1310929" y="2486"/>
                </a:lnTo>
                <a:lnTo>
                  <a:pt x="1337797" y="2486"/>
                </a:lnTo>
                <a:lnTo>
                  <a:pt x="1337797" y="142661"/>
                </a:lnTo>
                <a:lnTo>
                  <a:pt x="1310929" y="142661"/>
                </a:lnTo>
                <a:close/>
                <a:moveTo>
                  <a:pt x="1425073" y="110342"/>
                </a:moveTo>
                <a:lnTo>
                  <a:pt x="1451845" y="114932"/>
                </a:lnTo>
                <a:cubicBezTo>
                  <a:pt x="1448403" y="124716"/>
                  <a:pt x="1442969" y="132167"/>
                  <a:pt x="1435543" y="137282"/>
                </a:cubicBezTo>
                <a:cubicBezTo>
                  <a:pt x="1428116" y="142398"/>
                  <a:pt x="1418826" y="144955"/>
                  <a:pt x="1407670" y="144955"/>
                </a:cubicBezTo>
                <a:cubicBezTo>
                  <a:pt x="1390013" y="144955"/>
                  <a:pt x="1376945" y="139186"/>
                  <a:pt x="1368467" y="127649"/>
                </a:cubicBezTo>
                <a:cubicBezTo>
                  <a:pt x="1361774" y="118406"/>
                  <a:pt x="1358428" y="106740"/>
                  <a:pt x="1358428" y="92653"/>
                </a:cubicBezTo>
                <a:cubicBezTo>
                  <a:pt x="1358428" y="75824"/>
                  <a:pt x="1362826" y="62645"/>
                  <a:pt x="1371623" y="53115"/>
                </a:cubicBezTo>
                <a:cubicBezTo>
                  <a:pt x="1380419" y="43585"/>
                  <a:pt x="1391543" y="38820"/>
                  <a:pt x="1404993" y="38820"/>
                </a:cubicBezTo>
                <a:cubicBezTo>
                  <a:pt x="1420100" y="38820"/>
                  <a:pt x="1432021" y="43809"/>
                  <a:pt x="1440754" y="53785"/>
                </a:cubicBezTo>
                <a:cubicBezTo>
                  <a:pt x="1449487" y="63761"/>
                  <a:pt x="1453662" y="79043"/>
                  <a:pt x="1453280" y="99633"/>
                </a:cubicBezTo>
                <a:lnTo>
                  <a:pt x="1385965" y="99633"/>
                </a:lnTo>
                <a:cubicBezTo>
                  <a:pt x="1386156" y="107601"/>
                  <a:pt x="1388324" y="113800"/>
                  <a:pt x="1392467" y="118230"/>
                </a:cubicBezTo>
                <a:cubicBezTo>
                  <a:pt x="1396611" y="122661"/>
                  <a:pt x="1401774" y="124876"/>
                  <a:pt x="1407957" y="124876"/>
                </a:cubicBezTo>
                <a:cubicBezTo>
                  <a:pt x="1412164" y="124876"/>
                  <a:pt x="1415702" y="123728"/>
                  <a:pt x="1418571" y="121434"/>
                </a:cubicBezTo>
                <a:cubicBezTo>
                  <a:pt x="1421439" y="119139"/>
                  <a:pt x="1423606" y="115442"/>
                  <a:pt x="1425073" y="110342"/>
                </a:cubicBezTo>
                <a:moveTo>
                  <a:pt x="1426602" y="83187"/>
                </a:moveTo>
                <a:cubicBezTo>
                  <a:pt x="1426411" y="75442"/>
                  <a:pt x="1424403" y="69553"/>
                  <a:pt x="1420579" y="65522"/>
                </a:cubicBezTo>
                <a:cubicBezTo>
                  <a:pt x="1416754" y="61490"/>
                  <a:pt x="1412101" y="59474"/>
                  <a:pt x="1406618" y="59474"/>
                </a:cubicBezTo>
                <a:cubicBezTo>
                  <a:pt x="1400754" y="59474"/>
                  <a:pt x="1395909" y="61600"/>
                  <a:pt x="1392085" y="65853"/>
                </a:cubicBezTo>
                <a:cubicBezTo>
                  <a:pt x="1388260" y="70108"/>
                  <a:pt x="1386380" y="75886"/>
                  <a:pt x="1386443" y="83187"/>
                </a:cubicBezTo>
                <a:lnTo>
                  <a:pt x="1426602" y="83187"/>
                </a:lnTo>
                <a:close/>
                <a:moveTo>
                  <a:pt x="1563296" y="71139"/>
                </a:moveTo>
                <a:lnTo>
                  <a:pt x="1536810" y="75920"/>
                </a:lnTo>
                <a:cubicBezTo>
                  <a:pt x="1535918" y="70661"/>
                  <a:pt x="1533894" y="66701"/>
                  <a:pt x="1530739" y="64039"/>
                </a:cubicBezTo>
                <a:cubicBezTo>
                  <a:pt x="1527583" y="61378"/>
                  <a:pt x="1523488" y="60047"/>
                  <a:pt x="1518452" y="60047"/>
                </a:cubicBezTo>
                <a:cubicBezTo>
                  <a:pt x="1511759" y="60047"/>
                  <a:pt x="1506420" y="62351"/>
                  <a:pt x="1502436" y="66959"/>
                </a:cubicBezTo>
                <a:cubicBezTo>
                  <a:pt x="1498452" y="71566"/>
                  <a:pt x="1496460" y="79271"/>
                  <a:pt x="1496460" y="90074"/>
                </a:cubicBezTo>
                <a:cubicBezTo>
                  <a:pt x="1496460" y="102086"/>
                  <a:pt x="1498484" y="110571"/>
                  <a:pt x="1502532" y="115529"/>
                </a:cubicBezTo>
                <a:cubicBezTo>
                  <a:pt x="1506579" y="120485"/>
                  <a:pt x="1512014" y="122963"/>
                  <a:pt x="1518834" y="122963"/>
                </a:cubicBezTo>
                <a:cubicBezTo>
                  <a:pt x="1523934" y="122963"/>
                  <a:pt x="1528109" y="121513"/>
                  <a:pt x="1531360" y="118613"/>
                </a:cubicBezTo>
                <a:cubicBezTo>
                  <a:pt x="1534611" y="115712"/>
                  <a:pt x="1536906" y="110724"/>
                  <a:pt x="1538245" y="103649"/>
                </a:cubicBezTo>
                <a:lnTo>
                  <a:pt x="1564635" y="108238"/>
                </a:lnTo>
                <a:cubicBezTo>
                  <a:pt x="1561894" y="120350"/>
                  <a:pt x="1556635" y="129497"/>
                  <a:pt x="1548858" y="135681"/>
                </a:cubicBezTo>
                <a:cubicBezTo>
                  <a:pt x="1541081" y="141864"/>
                  <a:pt x="1530659" y="144955"/>
                  <a:pt x="1517591" y="144955"/>
                </a:cubicBezTo>
                <a:cubicBezTo>
                  <a:pt x="1502739" y="144955"/>
                  <a:pt x="1490898" y="140270"/>
                  <a:pt x="1482070" y="130900"/>
                </a:cubicBezTo>
                <a:cubicBezTo>
                  <a:pt x="1473241" y="121529"/>
                  <a:pt x="1468827" y="108557"/>
                  <a:pt x="1468827" y="91984"/>
                </a:cubicBezTo>
                <a:cubicBezTo>
                  <a:pt x="1468827" y="75219"/>
                  <a:pt x="1473257" y="62167"/>
                  <a:pt x="1482117" y="52828"/>
                </a:cubicBezTo>
                <a:cubicBezTo>
                  <a:pt x="1490978" y="43490"/>
                  <a:pt x="1502962" y="38820"/>
                  <a:pt x="1518069" y="38820"/>
                </a:cubicBezTo>
                <a:cubicBezTo>
                  <a:pt x="1530436" y="38820"/>
                  <a:pt x="1540268" y="41482"/>
                  <a:pt x="1547567" y="46805"/>
                </a:cubicBezTo>
                <a:cubicBezTo>
                  <a:pt x="1554866" y="52127"/>
                  <a:pt x="1560109" y="60239"/>
                  <a:pt x="1563296" y="71139"/>
                </a:cubicBezTo>
                <a:close/>
                <a:moveTo>
                  <a:pt x="1629806" y="41115"/>
                </a:moveTo>
                <a:lnTo>
                  <a:pt x="1629806" y="62534"/>
                </a:lnTo>
                <a:lnTo>
                  <a:pt x="1611448" y="62534"/>
                </a:lnTo>
                <a:lnTo>
                  <a:pt x="1611448" y="103392"/>
                </a:lnTo>
                <a:cubicBezTo>
                  <a:pt x="1611448" y="111667"/>
                  <a:pt x="1611623" y="116488"/>
                  <a:pt x="1611974" y="117857"/>
                </a:cubicBezTo>
                <a:cubicBezTo>
                  <a:pt x="1612324" y="119223"/>
                  <a:pt x="1613121" y="120353"/>
                  <a:pt x="1614364" y="121245"/>
                </a:cubicBezTo>
                <a:cubicBezTo>
                  <a:pt x="1615607" y="122136"/>
                  <a:pt x="1617121" y="122581"/>
                  <a:pt x="1618906" y="122581"/>
                </a:cubicBezTo>
                <a:cubicBezTo>
                  <a:pt x="1621392" y="122581"/>
                  <a:pt x="1624994" y="121720"/>
                  <a:pt x="1629711" y="119999"/>
                </a:cubicBezTo>
                <a:lnTo>
                  <a:pt x="1632006" y="140922"/>
                </a:lnTo>
                <a:cubicBezTo>
                  <a:pt x="1625759" y="143611"/>
                  <a:pt x="1618683" y="144955"/>
                  <a:pt x="1610779" y="144955"/>
                </a:cubicBezTo>
                <a:cubicBezTo>
                  <a:pt x="1605934" y="144955"/>
                  <a:pt x="1601568" y="144143"/>
                  <a:pt x="1597679" y="142517"/>
                </a:cubicBezTo>
                <a:cubicBezTo>
                  <a:pt x="1593791" y="140892"/>
                  <a:pt x="1590938" y="138788"/>
                  <a:pt x="1589121" y="136206"/>
                </a:cubicBezTo>
                <a:cubicBezTo>
                  <a:pt x="1587305" y="133625"/>
                  <a:pt x="1586046" y="130135"/>
                  <a:pt x="1585345" y="125736"/>
                </a:cubicBezTo>
                <a:cubicBezTo>
                  <a:pt x="1584771" y="122613"/>
                  <a:pt x="1584484" y="116302"/>
                  <a:pt x="1584484" y="106804"/>
                </a:cubicBezTo>
                <a:lnTo>
                  <a:pt x="1584484" y="62534"/>
                </a:lnTo>
                <a:lnTo>
                  <a:pt x="1572149" y="62534"/>
                </a:lnTo>
                <a:lnTo>
                  <a:pt x="1572149" y="41115"/>
                </a:lnTo>
                <a:lnTo>
                  <a:pt x="1584484" y="41115"/>
                </a:lnTo>
                <a:lnTo>
                  <a:pt x="1584484" y="20845"/>
                </a:lnTo>
                <a:lnTo>
                  <a:pt x="1611448" y="4972"/>
                </a:lnTo>
                <a:lnTo>
                  <a:pt x="1611448" y="41115"/>
                </a:lnTo>
                <a:lnTo>
                  <a:pt x="1629806" y="41115"/>
                </a:lnTo>
                <a:close/>
                <a:moveTo>
                  <a:pt x="1649233" y="27346"/>
                </a:moveTo>
                <a:lnTo>
                  <a:pt x="1649233" y="2486"/>
                </a:lnTo>
                <a:lnTo>
                  <a:pt x="1676102" y="2486"/>
                </a:lnTo>
                <a:lnTo>
                  <a:pt x="1676102" y="27346"/>
                </a:lnTo>
                <a:lnTo>
                  <a:pt x="1649233" y="27346"/>
                </a:lnTo>
                <a:moveTo>
                  <a:pt x="1649233" y="142661"/>
                </a:moveTo>
                <a:lnTo>
                  <a:pt x="1649233" y="41115"/>
                </a:lnTo>
                <a:lnTo>
                  <a:pt x="1676102" y="41115"/>
                </a:lnTo>
                <a:lnTo>
                  <a:pt x="1676102" y="142661"/>
                </a:lnTo>
                <a:lnTo>
                  <a:pt x="1649233" y="142661"/>
                </a:lnTo>
                <a:close/>
                <a:moveTo>
                  <a:pt x="1698358" y="90454"/>
                </a:moveTo>
                <a:cubicBezTo>
                  <a:pt x="1698358" y="81529"/>
                  <a:pt x="1700557" y="72892"/>
                  <a:pt x="1704955" y="64541"/>
                </a:cubicBezTo>
                <a:cubicBezTo>
                  <a:pt x="1709354" y="56191"/>
                  <a:pt x="1715585" y="49816"/>
                  <a:pt x="1723649" y="45418"/>
                </a:cubicBezTo>
                <a:cubicBezTo>
                  <a:pt x="1731712" y="41020"/>
                  <a:pt x="1740716" y="38820"/>
                  <a:pt x="1750660" y="38820"/>
                </a:cubicBezTo>
                <a:cubicBezTo>
                  <a:pt x="1766023" y="38820"/>
                  <a:pt x="1778612" y="43809"/>
                  <a:pt x="1788429" y="53785"/>
                </a:cubicBezTo>
                <a:cubicBezTo>
                  <a:pt x="1798246" y="63761"/>
                  <a:pt x="1803154" y="76366"/>
                  <a:pt x="1803154" y="91601"/>
                </a:cubicBezTo>
                <a:cubicBezTo>
                  <a:pt x="1803154" y="106964"/>
                  <a:pt x="1798198" y="119697"/>
                  <a:pt x="1788286" y="129800"/>
                </a:cubicBezTo>
                <a:cubicBezTo>
                  <a:pt x="1778373" y="139904"/>
                  <a:pt x="1765895" y="144955"/>
                  <a:pt x="1750852" y="144955"/>
                </a:cubicBezTo>
                <a:cubicBezTo>
                  <a:pt x="1741545" y="144955"/>
                  <a:pt x="1732668" y="142852"/>
                  <a:pt x="1724222" y="138645"/>
                </a:cubicBezTo>
                <a:cubicBezTo>
                  <a:pt x="1715776" y="134437"/>
                  <a:pt x="1709354" y="128270"/>
                  <a:pt x="1704955" y="120143"/>
                </a:cubicBezTo>
                <a:cubicBezTo>
                  <a:pt x="1700557" y="112015"/>
                  <a:pt x="1698358" y="102119"/>
                  <a:pt x="1698358" y="90454"/>
                </a:cubicBezTo>
                <a:moveTo>
                  <a:pt x="1725896" y="91888"/>
                </a:moveTo>
                <a:cubicBezTo>
                  <a:pt x="1725896" y="101928"/>
                  <a:pt x="1728286" y="109617"/>
                  <a:pt x="1733067" y="114956"/>
                </a:cubicBezTo>
                <a:cubicBezTo>
                  <a:pt x="1737848" y="120294"/>
                  <a:pt x="1743744" y="122963"/>
                  <a:pt x="1750756" y="122963"/>
                </a:cubicBezTo>
                <a:cubicBezTo>
                  <a:pt x="1757768" y="122963"/>
                  <a:pt x="1763648" y="120294"/>
                  <a:pt x="1768397" y="114956"/>
                </a:cubicBezTo>
                <a:cubicBezTo>
                  <a:pt x="1773146" y="109617"/>
                  <a:pt x="1775521" y="101864"/>
                  <a:pt x="1775521" y="91697"/>
                </a:cubicBezTo>
                <a:cubicBezTo>
                  <a:pt x="1775521" y="81784"/>
                  <a:pt x="1773146" y="74159"/>
                  <a:pt x="1768397" y="68820"/>
                </a:cubicBezTo>
                <a:cubicBezTo>
                  <a:pt x="1763648" y="63482"/>
                  <a:pt x="1757768" y="60812"/>
                  <a:pt x="1750756" y="60812"/>
                </a:cubicBezTo>
                <a:cubicBezTo>
                  <a:pt x="1743744" y="60812"/>
                  <a:pt x="1737848" y="63482"/>
                  <a:pt x="1733067" y="68820"/>
                </a:cubicBezTo>
                <a:cubicBezTo>
                  <a:pt x="1728286" y="74159"/>
                  <a:pt x="1725896" y="81848"/>
                  <a:pt x="1725896" y="91888"/>
                </a:cubicBezTo>
                <a:close/>
                <a:moveTo>
                  <a:pt x="1916196" y="142661"/>
                </a:moveTo>
                <a:lnTo>
                  <a:pt x="1889327" y="142661"/>
                </a:lnTo>
                <a:lnTo>
                  <a:pt x="1889327" y="90896"/>
                </a:lnTo>
                <a:cubicBezTo>
                  <a:pt x="1889327" y="79944"/>
                  <a:pt x="1888754" y="72860"/>
                  <a:pt x="1887606" y="69645"/>
                </a:cubicBezTo>
                <a:cubicBezTo>
                  <a:pt x="1886459" y="66430"/>
                  <a:pt x="1884594" y="63931"/>
                  <a:pt x="1882013" y="62148"/>
                </a:cubicBezTo>
                <a:cubicBezTo>
                  <a:pt x="1879431" y="60365"/>
                  <a:pt x="1876324" y="59474"/>
                  <a:pt x="1872690" y="59474"/>
                </a:cubicBezTo>
                <a:cubicBezTo>
                  <a:pt x="1868037" y="59474"/>
                  <a:pt x="1863862" y="60748"/>
                  <a:pt x="1860164" y="63295"/>
                </a:cubicBezTo>
                <a:cubicBezTo>
                  <a:pt x="1856467" y="65841"/>
                  <a:pt x="1853933" y="69216"/>
                  <a:pt x="1852563" y="73419"/>
                </a:cubicBezTo>
                <a:cubicBezTo>
                  <a:pt x="1851192" y="77620"/>
                  <a:pt x="1850507" y="85388"/>
                  <a:pt x="1850507" y="96723"/>
                </a:cubicBezTo>
                <a:lnTo>
                  <a:pt x="1850507" y="142661"/>
                </a:lnTo>
                <a:lnTo>
                  <a:pt x="1823639" y="142661"/>
                </a:lnTo>
                <a:lnTo>
                  <a:pt x="1823639" y="41115"/>
                </a:lnTo>
                <a:lnTo>
                  <a:pt x="1848595" y="41115"/>
                </a:lnTo>
                <a:lnTo>
                  <a:pt x="1848595" y="56032"/>
                </a:lnTo>
                <a:cubicBezTo>
                  <a:pt x="1857455" y="44558"/>
                  <a:pt x="1868610" y="38820"/>
                  <a:pt x="1882061" y="38820"/>
                </a:cubicBezTo>
                <a:cubicBezTo>
                  <a:pt x="1887989" y="38820"/>
                  <a:pt x="1893407" y="39888"/>
                  <a:pt x="1898315" y="42024"/>
                </a:cubicBezTo>
                <a:cubicBezTo>
                  <a:pt x="1903224" y="44159"/>
                  <a:pt x="1906937" y="46884"/>
                  <a:pt x="1909455" y="50199"/>
                </a:cubicBezTo>
                <a:cubicBezTo>
                  <a:pt x="1911973" y="53514"/>
                  <a:pt x="1913726" y="57275"/>
                  <a:pt x="1914714" y="61482"/>
                </a:cubicBezTo>
                <a:cubicBezTo>
                  <a:pt x="1915702" y="65689"/>
                  <a:pt x="1916196" y="71713"/>
                  <a:pt x="1916196" y="79553"/>
                </a:cubicBezTo>
                <a:lnTo>
                  <a:pt x="1916196" y="1426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5AC573-7283-4482-89FF-133B6A71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37" y="1075839"/>
            <a:ext cx="2079562" cy="310764"/>
          </a:xfrm>
          <a:custGeom xmlns:a="http://schemas.openxmlformats.org/drawingml/2006/main">
            <a:pathLst>
              <a:path w="2079562" h="310764">
                <a:moveTo>
                  <a:pt x="0" y="51794"/>
                </a:moveTo>
                <a:cubicBezTo>
                  <a:pt x="0" y="23183"/>
                  <a:pt x="23183" y="0"/>
                  <a:pt x="51794" y="0"/>
                </a:cubicBezTo>
                <a:lnTo>
                  <a:pt x="2027768" y="0"/>
                </a:lnTo>
                <a:cubicBezTo>
                  <a:pt x="2056378" y="0"/>
                  <a:pt x="2079562" y="23183"/>
                  <a:pt x="2079562" y="51794"/>
                </a:cubicBezTo>
                <a:lnTo>
                  <a:pt x="2079562" y="258970"/>
                </a:lnTo>
                <a:cubicBezTo>
                  <a:pt x="2079562" y="287580"/>
                  <a:pt x="2056378" y="310764"/>
                  <a:pt x="2027768" y="310764"/>
                </a:cubicBezTo>
                <a:lnTo>
                  <a:pt x="51794" y="310764"/>
                </a:lnTo>
                <a:cubicBezTo>
                  <a:pt x="23183" y="310764"/>
                  <a:pt x="0" y="287580"/>
                  <a:pt x="0" y="258970"/>
                </a:cubicBezTo>
                <a:lnTo>
                  <a:pt x="0" y="51794"/>
                </a:lnTo>
                <a:close/>
              </a:path>
            </a:pathLst>
          </a:custGeom>
          <a:solidFill xmlns:a="http://schemas.openxmlformats.org/drawingml/2006/main">
            <a:srgbClr val="AFD198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...">
            <a:extLst xmlns:a="http://schemas.openxmlformats.org/drawingml/2006/main">
              <a:ext uri="{FF2B5EF4-FFF2-40B4-BE49-F238E27FC236}">
                <a16:creationId xmlns:a16="http://schemas.microsoft.com/office/drawing/2014/main" id="{FCA7482B-FDFD-4F37-AE0F-1CD55686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33" y="1489585"/>
            <a:ext cx="174626" cy="34291"/>
          </a:xfrm>
          <a:custGeom xmlns:a="http://schemas.openxmlformats.org/drawingml/2006/main">
            <a:pathLst>
              <a:path w="174626" h="34291">
                <a:moveTo>
                  <a:pt x="0" y="34291"/>
                </a:moveTo>
                <a:lnTo>
                  <a:pt x="0" y="0"/>
                </a:lnTo>
                <a:lnTo>
                  <a:pt x="34170" y="0"/>
                </a:lnTo>
                <a:lnTo>
                  <a:pt x="34170" y="34291"/>
                </a:lnTo>
                <a:lnTo>
                  <a:pt x="0" y="34291"/>
                </a:lnTo>
                <a:close/>
                <a:moveTo>
                  <a:pt x="70228" y="34291"/>
                </a:moveTo>
                <a:lnTo>
                  <a:pt x="70228" y="0"/>
                </a:lnTo>
                <a:lnTo>
                  <a:pt x="104398" y="0"/>
                </a:lnTo>
                <a:lnTo>
                  <a:pt x="104398" y="34291"/>
                </a:lnTo>
                <a:lnTo>
                  <a:pt x="70228" y="34291"/>
                </a:lnTo>
                <a:close/>
                <a:moveTo>
                  <a:pt x="140457" y="34291"/>
                </a:moveTo>
                <a:lnTo>
                  <a:pt x="140457" y="0"/>
                </a:lnTo>
                <a:lnTo>
                  <a:pt x="174626" y="0"/>
                </a:lnTo>
                <a:lnTo>
                  <a:pt x="174626" y="34291"/>
                </a:lnTo>
                <a:lnTo>
                  <a:pt x="140457" y="342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MatureSoftware">
            <a:extLst xmlns:a="http://schemas.openxmlformats.org/drawingml/2006/main">
              <a:ext uri="{FF2B5EF4-FFF2-40B4-BE49-F238E27FC236}">
                <a16:creationId xmlns:a16="http://schemas.microsoft.com/office/drawing/2014/main" id="{911AB94D-B173-45A1-8207-9327EE00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11" y="756985"/>
            <a:ext cx="1407743" cy="144955"/>
          </a:xfrm>
          <a:custGeom xmlns:a="http://schemas.openxmlformats.org/drawingml/2006/main">
            <a:pathLst>
              <a:path w="1407743" h="144955">
                <a:moveTo>
                  <a:pt x="0" y="142661"/>
                </a:moveTo>
                <a:lnTo>
                  <a:pt x="0" y="2486"/>
                </a:lnTo>
                <a:lnTo>
                  <a:pt x="27920" y="2486"/>
                </a:lnTo>
                <a:lnTo>
                  <a:pt x="61099" y="101736"/>
                </a:lnTo>
                <a:cubicBezTo>
                  <a:pt x="64159" y="110979"/>
                  <a:pt x="66390" y="117896"/>
                  <a:pt x="67792" y="122485"/>
                </a:cubicBezTo>
                <a:cubicBezTo>
                  <a:pt x="69386" y="117386"/>
                  <a:pt x="71872" y="109896"/>
                  <a:pt x="75251" y="100015"/>
                </a:cubicBezTo>
                <a:lnTo>
                  <a:pt x="108812" y="2486"/>
                </a:lnTo>
                <a:lnTo>
                  <a:pt x="133768" y="2486"/>
                </a:lnTo>
                <a:lnTo>
                  <a:pt x="133768" y="142661"/>
                </a:lnTo>
                <a:lnTo>
                  <a:pt x="115888" y="142661"/>
                </a:lnTo>
                <a:lnTo>
                  <a:pt x="115888" y="25338"/>
                </a:lnTo>
                <a:lnTo>
                  <a:pt x="75155" y="142661"/>
                </a:lnTo>
                <a:lnTo>
                  <a:pt x="58422" y="142661"/>
                </a:lnTo>
                <a:lnTo>
                  <a:pt x="17880" y="23331"/>
                </a:lnTo>
                <a:lnTo>
                  <a:pt x="17880" y="142661"/>
                </a:lnTo>
                <a:lnTo>
                  <a:pt x="0" y="142661"/>
                </a:lnTo>
                <a:close/>
                <a:moveTo>
                  <a:pt x="224272" y="130123"/>
                </a:moveTo>
                <a:cubicBezTo>
                  <a:pt x="217898" y="135545"/>
                  <a:pt x="211763" y="139373"/>
                  <a:pt x="205866" y="141606"/>
                </a:cubicBezTo>
                <a:cubicBezTo>
                  <a:pt x="199970" y="143839"/>
                  <a:pt x="193643" y="144955"/>
                  <a:pt x="186886" y="144955"/>
                </a:cubicBezTo>
                <a:cubicBezTo>
                  <a:pt x="175731" y="144955"/>
                  <a:pt x="167157" y="142228"/>
                  <a:pt x="161165" y="136774"/>
                </a:cubicBezTo>
                <a:cubicBezTo>
                  <a:pt x="155173" y="131320"/>
                  <a:pt x="152177" y="124351"/>
                  <a:pt x="152177" y="115867"/>
                </a:cubicBezTo>
                <a:cubicBezTo>
                  <a:pt x="152177" y="110893"/>
                  <a:pt x="153309" y="106349"/>
                  <a:pt x="155572" y="102235"/>
                </a:cubicBezTo>
                <a:cubicBezTo>
                  <a:pt x="157835" y="98120"/>
                  <a:pt x="160799" y="94818"/>
                  <a:pt x="164464" y="92330"/>
                </a:cubicBezTo>
                <a:cubicBezTo>
                  <a:pt x="168129" y="89842"/>
                  <a:pt x="172257" y="87961"/>
                  <a:pt x="176846" y="86686"/>
                </a:cubicBezTo>
                <a:cubicBezTo>
                  <a:pt x="180225" y="85791"/>
                  <a:pt x="185324" y="84930"/>
                  <a:pt x="192145" y="84101"/>
                </a:cubicBezTo>
                <a:cubicBezTo>
                  <a:pt x="206041" y="82456"/>
                  <a:pt x="216273" y="80494"/>
                  <a:pt x="222838" y="78215"/>
                </a:cubicBezTo>
                <a:cubicBezTo>
                  <a:pt x="222902" y="75866"/>
                  <a:pt x="222934" y="74374"/>
                  <a:pt x="222934" y="73739"/>
                </a:cubicBezTo>
                <a:cubicBezTo>
                  <a:pt x="222934" y="66753"/>
                  <a:pt x="221308" y="61831"/>
                  <a:pt x="218057" y="58975"/>
                </a:cubicBezTo>
                <a:cubicBezTo>
                  <a:pt x="213659" y="55100"/>
                  <a:pt x="207125" y="53163"/>
                  <a:pt x="198456" y="53163"/>
                </a:cubicBezTo>
                <a:cubicBezTo>
                  <a:pt x="190360" y="53163"/>
                  <a:pt x="184384" y="54581"/>
                  <a:pt x="180528" y="57418"/>
                </a:cubicBezTo>
                <a:cubicBezTo>
                  <a:pt x="176671" y="60255"/>
                  <a:pt x="173819" y="65275"/>
                  <a:pt x="171970" y="72478"/>
                </a:cubicBezTo>
                <a:lnTo>
                  <a:pt x="155141" y="70183"/>
                </a:lnTo>
                <a:cubicBezTo>
                  <a:pt x="156671" y="62958"/>
                  <a:pt x="159189" y="57123"/>
                  <a:pt x="162695" y="52679"/>
                </a:cubicBezTo>
                <a:cubicBezTo>
                  <a:pt x="166201" y="48235"/>
                  <a:pt x="171269" y="44814"/>
                  <a:pt x="177898" y="42418"/>
                </a:cubicBezTo>
                <a:cubicBezTo>
                  <a:pt x="184528" y="40020"/>
                  <a:pt x="192209" y="38820"/>
                  <a:pt x="200942" y="38820"/>
                </a:cubicBezTo>
                <a:cubicBezTo>
                  <a:pt x="209611" y="38820"/>
                  <a:pt x="216655" y="39840"/>
                  <a:pt x="222073" y="41880"/>
                </a:cubicBezTo>
                <a:cubicBezTo>
                  <a:pt x="227492" y="43920"/>
                  <a:pt x="231476" y="46486"/>
                  <a:pt x="234025" y="49577"/>
                </a:cubicBezTo>
                <a:cubicBezTo>
                  <a:pt x="236575" y="52669"/>
                  <a:pt x="238360" y="56573"/>
                  <a:pt x="239380" y="61290"/>
                </a:cubicBezTo>
                <a:cubicBezTo>
                  <a:pt x="239954" y="64223"/>
                  <a:pt x="240241" y="69514"/>
                  <a:pt x="240241" y="77163"/>
                </a:cubicBezTo>
                <a:lnTo>
                  <a:pt x="240241" y="100111"/>
                </a:lnTo>
                <a:cubicBezTo>
                  <a:pt x="240241" y="116111"/>
                  <a:pt x="240607" y="126230"/>
                  <a:pt x="241340" y="130469"/>
                </a:cubicBezTo>
                <a:cubicBezTo>
                  <a:pt x="242073" y="134708"/>
                  <a:pt x="243523" y="138772"/>
                  <a:pt x="245691" y="142661"/>
                </a:cubicBezTo>
                <a:lnTo>
                  <a:pt x="227715" y="142661"/>
                </a:lnTo>
                <a:cubicBezTo>
                  <a:pt x="225930" y="139087"/>
                  <a:pt x="224782" y="134908"/>
                  <a:pt x="224272" y="130123"/>
                </a:cubicBezTo>
                <a:moveTo>
                  <a:pt x="222838" y="91601"/>
                </a:moveTo>
                <a:cubicBezTo>
                  <a:pt x="216591" y="94173"/>
                  <a:pt x="207221" y="96358"/>
                  <a:pt x="194727" y="98157"/>
                </a:cubicBezTo>
                <a:cubicBezTo>
                  <a:pt x="187651" y="99181"/>
                  <a:pt x="182647" y="100333"/>
                  <a:pt x="179715" y="101614"/>
                </a:cubicBezTo>
                <a:cubicBezTo>
                  <a:pt x="176783" y="102893"/>
                  <a:pt x="174520" y="104765"/>
                  <a:pt x="172926" y="107231"/>
                </a:cubicBezTo>
                <a:cubicBezTo>
                  <a:pt x="171333" y="109696"/>
                  <a:pt x="170536" y="112432"/>
                  <a:pt x="170536" y="115440"/>
                </a:cubicBezTo>
                <a:cubicBezTo>
                  <a:pt x="170536" y="120047"/>
                  <a:pt x="172273" y="123888"/>
                  <a:pt x="175747" y="126961"/>
                </a:cubicBezTo>
                <a:cubicBezTo>
                  <a:pt x="179221" y="130033"/>
                  <a:pt x="184305" y="131569"/>
                  <a:pt x="190998" y="131569"/>
                </a:cubicBezTo>
                <a:cubicBezTo>
                  <a:pt x="197627" y="131569"/>
                  <a:pt x="203524" y="130112"/>
                  <a:pt x="208687" y="127197"/>
                </a:cubicBezTo>
                <a:cubicBezTo>
                  <a:pt x="213850" y="124283"/>
                  <a:pt x="217643" y="120296"/>
                  <a:pt x="220065" y="115236"/>
                </a:cubicBezTo>
                <a:cubicBezTo>
                  <a:pt x="221914" y="111328"/>
                  <a:pt x="222838" y="105563"/>
                  <a:pt x="222838" y="97942"/>
                </a:cubicBezTo>
                <a:lnTo>
                  <a:pt x="222838" y="91601"/>
                </a:lnTo>
                <a:close/>
                <a:moveTo>
                  <a:pt x="304074" y="127457"/>
                </a:moveTo>
                <a:lnTo>
                  <a:pt x="306560" y="142661"/>
                </a:lnTo>
                <a:cubicBezTo>
                  <a:pt x="301715" y="143553"/>
                  <a:pt x="297380" y="143999"/>
                  <a:pt x="293556" y="143999"/>
                </a:cubicBezTo>
                <a:cubicBezTo>
                  <a:pt x="287309" y="143999"/>
                  <a:pt x="282464" y="143011"/>
                  <a:pt x="279022" y="141035"/>
                </a:cubicBezTo>
                <a:cubicBezTo>
                  <a:pt x="275580" y="139059"/>
                  <a:pt x="273157" y="136461"/>
                  <a:pt x="271755" y="133242"/>
                </a:cubicBezTo>
                <a:cubicBezTo>
                  <a:pt x="270353" y="130023"/>
                  <a:pt x="269651" y="123250"/>
                  <a:pt x="269651" y="112924"/>
                </a:cubicBezTo>
                <a:lnTo>
                  <a:pt x="269651" y="54502"/>
                </a:lnTo>
                <a:lnTo>
                  <a:pt x="257030" y="54502"/>
                </a:lnTo>
                <a:lnTo>
                  <a:pt x="257030" y="41115"/>
                </a:lnTo>
                <a:lnTo>
                  <a:pt x="269651" y="41115"/>
                </a:lnTo>
                <a:lnTo>
                  <a:pt x="269651" y="15899"/>
                </a:lnTo>
                <a:lnTo>
                  <a:pt x="286767" y="5546"/>
                </a:lnTo>
                <a:lnTo>
                  <a:pt x="286767" y="41115"/>
                </a:lnTo>
                <a:lnTo>
                  <a:pt x="304074" y="41115"/>
                </a:lnTo>
                <a:lnTo>
                  <a:pt x="304074" y="54502"/>
                </a:lnTo>
                <a:lnTo>
                  <a:pt x="286767" y="54502"/>
                </a:lnTo>
                <a:lnTo>
                  <a:pt x="286767" y="113880"/>
                </a:lnTo>
                <a:cubicBezTo>
                  <a:pt x="286767" y="118788"/>
                  <a:pt x="287070" y="121944"/>
                  <a:pt x="287675" y="123346"/>
                </a:cubicBezTo>
                <a:cubicBezTo>
                  <a:pt x="288281" y="124748"/>
                  <a:pt x="289269" y="125864"/>
                  <a:pt x="290639" y="126693"/>
                </a:cubicBezTo>
                <a:cubicBezTo>
                  <a:pt x="292010" y="127521"/>
                  <a:pt x="293970" y="127936"/>
                  <a:pt x="296520" y="127936"/>
                </a:cubicBezTo>
                <a:cubicBezTo>
                  <a:pt x="298432" y="127936"/>
                  <a:pt x="300950" y="127776"/>
                  <a:pt x="304074" y="127457"/>
                </a:cubicBezTo>
                <a:close/>
                <a:moveTo>
                  <a:pt x="388385" y="142661"/>
                </a:moveTo>
                <a:lnTo>
                  <a:pt x="388385" y="127744"/>
                </a:lnTo>
                <a:cubicBezTo>
                  <a:pt x="380481" y="139218"/>
                  <a:pt x="369740" y="144955"/>
                  <a:pt x="356162" y="144955"/>
                </a:cubicBezTo>
                <a:cubicBezTo>
                  <a:pt x="350170" y="144955"/>
                  <a:pt x="344577" y="143808"/>
                  <a:pt x="339382" y="141513"/>
                </a:cubicBezTo>
                <a:cubicBezTo>
                  <a:pt x="334186" y="139218"/>
                  <a:pt x="330330" y="136334"/>
                  <a:pt x="327812" y="132860"/>
                </a:cubicBezTo>
                <a:cubicBezTo>
                  <a:pt x="325294" y="129386"/>
                  <a:pt x="323525" y="125131"/>
                  <a:pt x="322505" y="120095"/>
                </a:cubicBezTo>
                <a:cubicBezTo>
                  <a:pt x="321804" y="116716"/>
                  <a:pt x="321453" y="111362"/>
                  <a:pt x="321453" y="104031"/>
                </a:cubicBezTo>
                <a:lnTo>
                  <a:pt x="321453" y="41115"/>
                </a:lnTo>
                <a:lnTo>
                  <a:pt x="338665" y="41115"/>
                </a:lnTo>
                <a:lnTo>
                  <a:pt x="338665" y="97434"/>
                </a:lnTo>
                <a:cubicBezTo>
                  <a:pt x="338665" y="106422"/>
                  <a:pt x="339015" y="112477"/>
                  <a:pt x="339716" y="115601"/>
                </a:cubicBezTo>
                <a:cubicBezTo>
                  <a:pt x="340800" y="120127"/>
                  <a:pt x="343095" y="123681"/>
                  <a:pt x="346601" y="126262"/>
                </a:cubicBezTo>
                <a:cubicBezTo>
                  <a:pt x="350107" y="128844"/>
                  <a:pt x="354441" y="130135"/>
                  <a:pt x="359605" y="130135"/>
                </a:cubicBezTo>
                <a:cubicBezTo>
                  <a:pt x="364768" y="130135"/>
                  <a:pt x="369613" y="128812"/>
                  <a:pt x="374138" y="126167"/>
                </a:cubicBezTo>
                <a:cubicBezTo>
                  <a:pt x="378664" y="123521"/>
                  <a:pt x="381868" y="119920"/>
                  <a:pt x="383748" y="115362"/>
                </a:cubicBezTo>
                <a:cubicBezTo>
                  <a:pt x="385628" y="110804"/>
                  <a:pt x="386569" y="104191"/>
                  <a:pt x="386569" y="95521"/>
                </a:cubicBezTo>
                <a:lnTo>
                  <a:pt x="386569" y="41115"/>
                </a:lnTo>
                <a:lnTo>
                  <a:pt x="403780" y="41115"/>
                </a:lnTo>
                <a:lnTo>
                  <a:pt x="403780" y="142661"/>
                </a:lnTo>
                <a:lnTo>
                  <a:pt x="388385" y="142661"/>
                </a:lnTo>
                <a:close/>
                <a:moveTo>
                  <a:pt x="430131" y="142661"/>
                </a:moveTo>
                <a:lnTo>
                  <a:pt x="430131" y="41115"/>
                </a:lnTo>
                <a:lnTo>
                  <a:pt x="445621" y="41115"/>
                </a:lnTo>
                <a:lnTo>
                  <a:pt x="445621" y="56414"/>
                </a:lnTo>
                <a:cubicBezTo>
                  <a:pt x="449573" y="49251"/>
                  <a:pt x="453222" y="44528"/>
                  <a:pt x="456569" y="42245"/>
                </a:cubicBezTo>
                <a:cubicBezTo>
                  <a:pt x="459916" y="39962"/>
                  <a:pt x="463597" y="38820"/>
                  <a:pt x="467613" y="38820"/>
                </a:cubicBezTo>
                <a:cubicBezTo>
                  <a:pt x="473413" y="38820"/>
                  <a:pt x="479310" y="40661"/>
                  <a:pt x="485302" y="44342"/>
                </a:cubicBezTo>
                <a:lnTo>
                  <a:pt x="479374" y="60239"/>
                </a:lnTo>
                <a:cubicBezTo>
                  <a:pt x="475166" y="57753"/>
                  <a:pt x="470959" y="56510"/>
                  <a:pt x="466752" y="56510"/>
                </a:cubicBezTo>
                <a:cubicBezTo>
                  <a:pt x="462991" y="56510"/>
                  <a:pt x="459613" y="57643"/>
                  <a:pt x="456617" y="59910"/>
                </a:cubicBezTo>
                <a:cubicBezTo>
                  <a:pt x="453621" y="62175"/>
                  <a:pt x="451485" y="65317"/>
                  <a:pt x="450210" y="69337"/>
                </a:cubicBezTo>
                <a:cubicBezTo>
                  <a:pt x="448298" y="75463"/>
                  <a:pt x="447342" y="82163"/>
                  <a:pt x="447342" y="89438"/>
                </a:cubicBezTo>
                <a:lnTo>
                  <a:pt x="447342" y="142661"/>
                </a:lnTo>
                <a:lnTo>
                  <a:pt x="430131" y="142661"/>
                </a:lnTo>
                <a:close/>
                <a:moveTo>
                  <a:pt x="565828" y="109960"/>
                </a:moveTo>
                <a:lnTo>
                  <a:pt x="583613" y="112159"/>
                </a:lnTo>
                <a:cubicBezTo>
                  <a:pt x="580808" y="122549"/>
                  <a:pt x="575613" y="130613"/>
                  <a:pt x="568028" y="136350"/>
                </a:cubicBezTo>
                <a:cubicBezTo>
                  <a:pt x="560442" y="142087"/>
                  <a:pt x="550753" y="144955"/>
                  <a:pt x="538960" y="144955"/>
                </a:cubicBezTo>
                <a:cubicBezTo>
                  <a:pt x="524107" y="144955"/>
                  <a:pt x="512331" y="140382"/>
                  <a:pt x="503630" y="131234"/>
                </a:cubicBezTo>
                <a:cubicBezTo>
                  <a:pt x="494928" y="122087"/>
                  <a:pt x="490578" y="109258"/>
                  <a:pt x="490578" y="92748"/>
                </a:cubicBezTo>
                <a:cubicBezTo>
                  <a:pt x="490578" y="75665"/>
                  <a:pt x="494976" y="62406"/>
                  <a:pt x="503773" y="52972"/>
                </a:cubicBezTo>
                <a:cubicBezTo>
                  <a:pt x="512570" y="43538"/>
                  <a:pt x="523980" y="38820"/>
                  <a:pt x="538004" y="38820"/>
                </a:cubicBezTo>
                <a:cubicBezTo>
                  <a:pt x="551581" y="38820"/>
                  <a:pt x="562673" y="43435"/>
                  <a:pt x="571279" y="52664"/>
                </a:cubicBezTo>
                <a:cubicBezTo>
                  <a:pt x="579884" y="61891"/>
                  <a:pt x="584187" y="74873"/>
                  <a:pt x="584187" y="91610"/>
                </a:cubicBezTo>
                <a:cubicBezTo>
                  <a:pt x="584187" y="92628"/>
                  <a:pt x="584155" y="94155"/>
                  <a:pt x="584091" y="96191"/>
                </a:cubicBezTo>
                <a:lnTo>
                  <a:pt x="508363" y="96191"/>
                </a:lnTo>
                <a:cubicBezTo>
                  <a:pt x="509000" y="107314"/>
                  <a:pt x="512155" y="115832"/>
                  <a:pt x="517829" y="121744"/>
                </a:cubicBezTo>
                <a:cubicBezTo>
                  <a:pt x="523502" y="127657"/>
                  <a:pt x="530578" y="130613"/>
                  <a:pt x="539056" y="130613"/>
                </a:cubicBezTo>
                <a:cubicBezTo>
                  <a:pt x="545366" y="130613"/>
                  <a:pt x="550753" y="128971"/>
                  <a:pt x="555215" y="125689"/>
                </a:cubicBezTo>
                <a:cubicBezTo>
                  <a:pt x="559677" y="122404"/>
                  <a:pt x="563215" y="117161"/>
                  <a:pt x="565828" y="109960"/>
                </a:cubicBezTo>
                <a:moveTo>
                  <a:pt x="509319" y="81848"/>
                </a:moveTo>
                <a:lnTo>
                  <a:pt x="566020" y="81848"/>
                </a:lnTo>
                <a:cubicBezTo>
                  <a:pt x="565255" y="73446"/>
                  <a:pt x="563087" y="67144"/>
                  <a:pt x="559518" y="62943"/>
                </a:cubicBezTo>
                <a:cubicBezTo>
                  <a:pt x="554036" y="56423"/>
                  <a:pt x="546928" y="53163"/>
                  <a:pt x="538195" y="53163"/>
                </a:cubicBezTo>
                <a:cubicBezTo>
                  <a:pt x="530291" y="53163"/>
                  <a:pt x="523645" y="55766"/>
                  <a:pt x="518259" y="60971"/>
                </a:cubicBezTo>
                <a:cubicBezTo>
                  <a:pt x="512872" y="66174"/>
                  <a:pt x="509892" y="73133"/>
                  <a:pt x="509319" y="81848"/>
                </a:cubicBezTo>
                <a:close/>
                <a:moveTo>
                  <a:pt x="651799" y="97529"/>
                </a:moveTo>
                <a:lnTo>
                  <a:pt x="669297" y="95999"/>
                </a:lnTo>
                <a:cubicBezTo>
                  <a:pt x="670126" y="103011"/>
                  <a:pt x="672054" y="108764"/>
                  <a:pt x="675082" y="113258"/>
                </a:cubicBezTo>
                <a:cubicBezTo>
                  <a:pt x="678110" y="117752"/>
                  <a:pt x="682811" y="121386"/>
                  <a:pt x="689186" y="124159"/>
                </a:cubicBezTo>
                <a:cubicBezTo>
                  <a:pt x="695560" y="126932"/>
                  <a:pt x="702731" y="128318"/>
                  <a:pt x="710699" y="128318"/>
                </a:cubicBezTo>
                <a:cubicBezTo>
                  <a:pt x="717775" y="128318"/>
                  <a:pt x="724022" y="127266"/>
                  <a:pt x="729440" y="125163"/>
                </a:cubicBezTo>
                <a:cubicBezTo>
                  <a:pt x="734859" y="123059"/>
                  <a:pt x="738890" y="120175"/>
                  <a:pt x="741536" y="116509"/>
                </a:cubicBezTo>
                <a:cubicBezTo>
                  <a:pt x="744181" y="112844"/>
                  <a:pt x="745504" y="108844"/>
                  <a:pt x="745504" y="104509"/>
                </a:cubicBezTo>
                <a:cubicBezTo>
                  <a:pt x="745504" y="100111"/>
                  <a:pt x="744229" y="96270"/>
                  <a:pt x="741679" y="92988"/>
                </a:cubicBezTo>
                <a:cubicBezTo>
                  <a:pt x="739130" y="89705"/>
                  <a:pt x="734922" y="86948"/>
                  <a:pt x="729058" y="84717"/>
                </a:cubicBezTo>
                <a:cubicBezTo>
                  <a:pt x="725297" y="83251"/>
                  <a:pt x="716978" y="80972"/>
                  <a:pt x="704102" y="77880"/>
                </a:cubicBezTo>
                <a:cubicBezTo>
                  <a:pt x="691225" y="74788"/>
                  <a:pt x="682206" y="71872"/>
                  <a:pt x="677042" y="69131"/>
                </a:cubicBezTo>
                <a:cubicBezTo>
                  <a:pt x="670349" y="65625"/>
                  <a:pt x="665361" y="61275"/>
                  <a:pt x="662078" y="56079"/>
                </a:cubicBezTo>
                <a:cubicBezTo>
                  <a:pt x="658795" y="50884"/>
                  <a:pt x="657154" y="45067"/>
                  <a:pt x="657154" y="38629"/>
                </a:cubicBezTo>
                <a:cubicBezTo>
                  <a:pt x="657154" y="31554"/>
                  <a:pt x="659162" y="24940"/>
                  <a:pt x="663178" y="18789"/>
                </a:cubicBezTo>
                <a:cubicBezTo>
                  <a:pt x="667194" y="12637"/>
                  <a:pt x="673058" y="7968"/>
                  <a:pt x="680771" y="4781"/>
                </a:cubicBezTo>
                <a:cubicBezTo>
                  <a:pt x="688484" y="1594"/>
                  <a:pt x="697058" y="0"/>
                  <a:pt x="706492" y="0"/>
                </a:cubicBezTo>
                <a:cubicBezTo>
                  <a:pt x="716883" y="0"/>
                  <a:pt x="726046" y="1673"/>
                  <a:pt x="733982" y="5020"/>
                </a:cubicBezTo>
                <a:cubicBezTo>
                  <a:pt x="741918" y="8366"/>
                  <a:pt x="748022" y="13291"/>
                  <a:pt x="752293" y="19793"/>
                </a:cubicBezTo>
                <a:cubicBezTo>
                  <a:pt x="756564" y="26295"/>
                  <a:pt x="758858" y="33657"/>
                  <a:pt x="759177" y="41880"/>
                </a:cubicBezTo>
                <a:lnTo>
                  <a:pt x="741392" y="43219"/>
                </a:lnTo>
                <a:cubicBezTo>
                  <a:pt x="740436" y="34326"/>
                  <a:pt x="737201" y="27609"/>
                  <a:pt x="731687" y="23068"/>
                </a:cubicBezTo>
                <a:cubicBezTo>
                  <a:pt x="726173" y="18526"/>
                  <a:pt x="718030" y="16255"/>
                  <a:pt x="707257" y="16255"/>
                </a:cubicBezTo>
                <a:cubicBezTo>
                  <a:pt x="696038" y="16255"/>
                  <a:pt x="687863" y="18313"/>
                  <a:pt x="682731" y="22428"/>
                </a:cubicBezTo>
                <a:cubicBezTo>
                  <a:pt x="677600" y="26542"/>
                  <a:pt x="675034" y="31501"/>
                  <a:pt x="675034" y="37306"/>
                </a:cubicBezTo>
                <a:cubicBezTo>
                  <a:pt x="675034" y="42345"/>
                  <a:pt x="676851" y="46492"/>
                  <a:pt x="680484" y="49745"/>
                </a:cubicBezTo>
                <a:cubicBezTo>
                  <a:pt x="684054" y="53000"/>
                  <a:pt x="693377" y="56333"/>
                  <a:pt x="708452" y="59746"/>
                </a:cubicBezTo>
                <a:cubicBezTo>
                  <a:pt x="723528" y="63158"/>
                  <a:pt x="733871" y="66140"/>
                  <a:pt x="739480" y="68692"/>
                </a:cubicBezTo>
                <a:cubicBezTo>
                  <a:pt x="747639" y="72455"/>
                  <a:pt x="753663" y="77224"/>
                  <a:pt x="757552" y="82999"/>
                </a:cubicBezTo>
                <a:cubicBezTo>
                  <a:pt x="761440" y="88771"/>
                  <a:pt x="763384" y="95422"/>
                  <a:pt x="763384" y="102950"/>
                </a:cubicBezTo>
                <a:cubicBezTo>
                  <a:pt x="763384" y="110412"/>
                  <a:pt x="761249" y="117445"/>
                  <a:pt x="756978" y="124048"/>
                </a:cubicBezTo>
                <a:cubicBezTo>
                  <a:pt x="752707" y="130650"/>
                  <a:pt x="746572" y="135785"/>
                  <a:pt x="738572" y="139454"/>
                </a:cubicBezTo>
                <a:cubicBezTo>
                  <a:pt x="730572" y="143122"/>
                  <a:pt x="721568" y="144955"/>
                  <a:pt x="711560" y="144955"/>
                </a:cubicBezTo>
                <a:cubicBezTo>
                  <a:pt x="698875" y="144955"/>
                  <a:pt x="688245" y="143107"/>
                  <a:pt x="679672" y="139410"/>
                </a:cubicBezTo>
                <a:cubicBezTo>
                  <a:pt x="671098" y="135712"/>
                  <a:pt x="664373" y="130151"/>
                  <a:pt x="659497" y="122724"/>
                </a:cubicBezTo>
                <a:cubicBezTo>
                  <a:pt x="654620" y="115298"/>
                  <a:pt x="652054" y="106900"/>
                  <a:pt x="651799" y="97529"/>
                </a:cubicBezTo>
                <a:close/>
                <a:moveTo>
                  <a:pt x="779336" y="91888"/>
                </a:moveTo>
                <a:cubicBezTo>
                  <a:pt x="779336" y="73083"/>
                  <a:pt x="784563" y="59155"/>
                  <a:pt x="795017" y="50103"/>
                </a:cubicBezTo>
                <a:cubicBezTo>
                  <a:pt x="803750" y="42581"/>
                  <a:pt x="814395" y="38820"/>
                  <a:pt x="826953" y="38820"/>
                </a:cubicBezTo>
                <a:cubicBezTo>
                  <a:pt x="840913" y="38820"/>
                  <a:pt x="852323" y="43394"/>
                  <a:pt x="861184" y="52542"/>
                </a:cubicBezTo>
                <a:cubicBezTo>
                  <a:pt x="870044" y="61689"/>
                  <a:pt x="874475" y="74326"/>
                  <a:pt x="874475" y="90454"/>
                </a:cubicBezTo>
                <a:cubicBezTo>
                  <a:pt x="874475" y="103521"/>
                  <a:pt x="872514" y="113800"/>
                  <a:pt x="868594" y="121290"/>
                </a:cubicBezTo>
                <a:cubicBezTo>
                  <a:pt x="864674" y="128780"/>
                  <a:pt x="858969" y="134597"/>
                  <a:pt x="851479" y="138740"/>
                </a:cubicBezTo>
                <a:cubicBezTo>
                  <a:pt x="843989" y="142884"/>
                  <a:pt x="835813" y="144955"/>
                  <a:pt x="826953" y="144955"/>
                </a:cubicBezTo>
                <a:cubicBezTo>
                  <a:pt x="812738" y="144955"/>
                  <a:pt x="801248" y="140398"/>
                  <a:pt x="792483" y="131282"/>
                </a:cubicBezTo>
                <a:cubicBezTo>
                  <a:pt x="783718" y="122167"/>
                  <a:pt x="779336" y="109035"/>
                  <a:pt x="779336" y="91888"/>
                </a:cubicBezTo>
                <a:moveTo>
                  <a:pt x="797025" y="91840"/>
                </a:moveTo>
                <a:cubicBezTo>
                  <a:pt x="797025" y="104796"/>
                  <a:pt x="799861" y="114497"/>
                  <a:pt x="805535" y="120944"/>
                </a:cubicBezTo>
                <a:cubicBezTo>
                  <a:pt x="811208" y="127390"/>
                  <a:pt x="818347" y="130613"/>
                  <a:pt x="826953" y="130613"/>
                </a:cubicBezTo>
                <a:cubicBezTo>
                  <a:pt x="835495" y="130613"/>
                  <a:pt x="842602" y="127374"/>
                  <a:pt x="848275" y="120896"/>
                </a:cubicBezTo>
                <a:cubicBezTo>
                  <a:pt x="853949" y="114418"/>
                  <a:pt x="856785" y="104542"/>
                  <a:pt x="856785" y="91269"/>
                </a:cubicBezTo>
                <a:cubicBezTo>
                  <a:pt x="856785" y="78758"/>
                  <a:pt x="853933" y="69278"/>
                  <a:pt x="848228" y="62832"/>
                </a:cubicBezTo>
                <a:cubicBezTo>
                  <a:pt x="842523" y="56386"/>
                  <a:pt x="835431" y="53163"/>
                  <a:pt x="826953" y="53163"/>
                </a:cubicBezTo>
                <a:cubicBezTo>
                  <a:pt x="818347" y="53163"/>
                  <a:pt x="811208" y="56370"/>
                  <a:pt x="805535" y="62785"/>
                </a:cubicBezTo>
                <a:cubicBezTo>
                  <a:pt x="799861" y="69199"/>
                  <a:pt x="797025" y="78884"/>
                  <a:pt x="797025" y="91840"/>
                </a:cubicBezTo>
                <a:close/>
                <a:moveTo>
                  <a:pt x="898340" y="142661"/>
                </a:moveTo>
                <a:lnTo>
                  <a:pt x="898340" y="54502"/>
                </a:lnTo>
                <a:lnTo>
                  <a:pt x="883137" y="54502"/>
                </a:lnTo>
                <a:lnTo>
                  <a:pt x="883137" y="41115"/>
                </a:lnTo>
                <a:lnTo>
                  <a:pt x="898340" y="41115"/>
                </a:lnTo>
                <a:lnTo>
                  <a:pt x="898340" y="30334"/>
                </a:lnTo>
                <a:cubicBezTo>
                  <a:pt x="898340" y="23530"/>
                  <a:pt x="898945" y="18474"/>
                  <a:pt x="900157" y="15167"/>
                </a:cubicBezTo>
                <a:cubicBezTo>
                  <a:pt x="901814" y="10717"/>
                  <a:pt x="904730" y="7109"/>
                  <a:pt x="908906" y="4342"/>
                </a:cubicBezTo>
                <a:cubicBezTo>
                  <a:pt x="913081" y="1575"/>
                  <a:pt x="918929" y="191"/>
                  <a:pt x="926451" y="191"/>
                </a:cubicBezTo>
                <a:cubicBezTo>
                  <a:pt x="931296" y="191"/>
                  <a:pt x="936650" y="765"/>
                  <a:pt x="942515" y="1912"/>
                </a:cubicBezTo>
                <a:lnTo>
                  <a:pt x="939933" y="16924"/>
                </a:lnTo>
                <a:cubicBezTo>
                  <a:pt x="936364" y="16287"/>
                  <a:pt x="932985" y="15968"/>
                  <a:pt x="929798" y="15968"/>
                </a:cubicBezTo>
                <a:cubicBezTo>
                  <a:pt x="924571" y="15968"/>
                  <a:pt x="920874" y="17080"/>
                  <a:pt x="918706" y="19303"/>
                </a:cubicBezTo>
                <a:cubicBezTo>
                  <a:pt x="916539" y="21526"/>
                  <a:pt x="915455" y="25685"/>
                  <a:pt x="915455" y="31781"/>
                </a:cubicBezTo>
                <a:lnTo>
                  <a:pt x="915455" y="41115"/>
                </a:lnTo>
                <a:lnTo>
                  <a:pt x="935248" y="41115"/>
                </a:lnTo>
                <a:lnTo>
                  <a:pt x="935248" y="54502"/>
                </a:lnTo>
                <a:lnTo>
                  <a:pt x="915455" y="54502"/>
                </a:lnTo>
                <a:lnTo>
                  <a:pt x="915455" y="142661"/>
                </a:lnTo>
                <a:lnTo>
                  <a:pt x="898340" y="142661"/>
                </a:lnTo>
                <a:close/>
                <a:moveTo>
                  <a:pt x="989280" y="127457"/>
                </a:moveTo>
                <a:lnTo>
                  <a:pt x="991766" y="142661"/>
                </a:lnTo>
                <a:cubicBezTo>
                  <a:pt x="986922" y="143553"/>
                  <a:pt x="982587" y="143999"/>
                  <a:pt x="978762" y="143999"/>
                </a:cubicBezTo>
                <a:cubicBezTo>
                  <a:pt x="972515" y="143999"/>
                  <a:pt x="967671" y="143011"/>
                  <a:pt x="964229" y="141035"/>
                </a:cubicBezTo>
                <a:cubicBezTo>
                  <a:pt x="960786" y="139059"/>
                  <a:pt x="958364" y="136461"/>
                  <a:pt x="956962" y="133242"/>
                </a:cubicBezTo>
                <a:cubicBezTo>
                  <a:pt x="955559" y="130023"/>
                  <a:pt x="954858" y="123250"/>
                  <a:pt x="954858" y="112924"/>
                </a:cubicBezTo>
                <a:lnTo>
                  <a:pt x="954858" y="54502"/>
                </a:lnTo>
                <a:lnTo>
                  <a:pt x="942237" y="54502"/>
                </a:lnTo>
                <a:lnTo>
                  <a:pt x="942237" y="41115"/>
                </a:lnTo>
                <a:lnTo>
                  <a:pt x="954858" y="41115"/>
                </a:lnTo>
                <a:lnTo>
                  <a:pt x="954858" y="15899"/>
                </a:lnTo>
                <a:lnTo>
                  <a:pt x="971973" y="5546"/>
                </a:lnTo>
                <a:lnTo>
                  <a:pt x="971973" y="41115"/>
                </a:lnTo>
                <a:lnTo>
                  <a:pt x="989280" y="41115"/>
                </a:lnTo>
                <a:lnTo>
                  <a:pt x="989280" y="54502"/>
                </a:lnTo>
                <a:lnTo>
                  <a:pt x="971973" y="54502"/>
                </a:lnTo>
                <a:lnTo>
                  <a:pt x="971973" y="113880"/>
                </a:lnTo>
                <a:cubicBezTo>
                  <a:pt x="971973" y="118788"/>
                  <a:pt x="972276" y="121944"/>
                  <a:pt x="972882" y="123346"/>
                </a:cubicBezTo>
                <a:cubicBezTo>
                  <a:pt x="973487" y="124748"/>
                  <a:pt x="974475" y="125864"/>
                  <a:pt x="975846" y="126693"/>
                </a:cubicBezTo>
                <a:cubicBezTo>
                  <a:pt x="977216" y="127521"/>
                  <a:pt x="979177" y="127936"/>
                  <a:pt x="981726" y="127936"/>
                </a:cubicBezTo>
                <a:cubicBezTo>
                  <a:pt x="983639" y="127936"/>
                  <a:pt x="986157" y="127776"/>
                  <a:pt x="989280" y="127457"/>
                </a:cubicBezTo>
                <a:close/>
                <a:moveTo>
                  <a:pt x="1025783" y="142661"/>
                </a:moveTo>
                <a:lnTo>
                  <a:pt x="994708" y="41115"/>
                </a:lnTo>
                <a:lnTo>
                  <a:pt x="1012493" y="41115"/>
                </a:lnTo>
                <a:lnTo>
                  <a:pt x="1028652" y="99720"/>
                </a:lnTo>
                <a:lnTo>
                  <a:pt x="1034676" y="121529"/>
                </a:lnTo>
                <a:cubicBezTo>
                  <a:pt x="1034931" y="120448"/>
                  <a:pt x="1036684" y="113474"/>
                  <a:pt x="1039935" y="100610"/>
                </a:cubicBezTo>
                <a:lnTo>
                  <a:pt x="1056094" y="41115"/>
                </a:lnTo>
                <a:lnTo>
                  <a:pt x="1073783" y="41115"/>
                </a:lnTo>
                <a:lnTo>
                  <a:pt x="1088986" y="100003"/>
                </a:lnTo>
                <a:lnTo>
                  <a:pt x="1094054" y="119426"/>
                </a:lnTo>
                <a:lnTo>
                  <a:pt x="1099886" y="99821"/>
                </a:lnTo>
                <a:lnTo>
                  <a:pt x="1117289" y="41115"/>
                </a:lnTo>
                <a:lnTo>
                  <a:pt x="1134022" y="41115"/>
                </a:lnTo>
                <a:lnTo>
                  <a:pt x="1102277" y="142661"/>
                </a:lnTo>
                <a:lnTo>
                  <a:pt x="1084397" y="142661"/>
                </a:lnTo>
                <a:lnTo>
                  <a:pt x="1068237" y="81815"/>
                </a:lnTo>
                <a:lnTo>
                  <a:pt x="1064317" y="64541"/>
                </a:lnTo>
                <a:lnTo>
                  <a:pt x="1043759" y="142661"/>
                </a:lnTo>
                <a:lnTo>
                  <a:pt x="1025783" y="142661"/>
                </a:lnTo>
                <a:close/>
                <a:moveTo>
                  <a:pt x="1211655" y="130123"/>
                </a:moveTo>
                <a:cubicBezTo>
                  <a:pt x="1205280" y="135545"/>
                  <a:pt x="1199145" y="139373"/>
                  <a:pt x="1193248" y="141606"/>
                </a:cubicBezTo>
                <a:cubicBezTo>
                  <a:pt x="1187352" y="143839"/>
                  <a:pt x="1181025" y="144955"/>
                  <a:pt x="1174268" y="144955"/>
                </a:cubicBezTo>
                <a:cubicBezTo>
                  <a:pt x="1163113" y="144955"/>
                  <a:pt x="1154539" y="142228"/>
                  <a:pt x="1148547" y="136774"/>
                </a:cubicBezTo>
                <a:cubicBezTo>
                  <a:pt x="1142555" y="131320"/>
                  <a:pt x="1139559" y="124351"/>
                  <a:pt x="1139559" y="115867"/>
                </a:cubicBezTo>
                <a:cubicBezTo>
                  <a:pt x="1139559" y="110893"/>
                  <a:pt x="1140691" y="106349"/>
                  <a:pt x="1142954" y="102235"/>
                </a:cubicBezTo>
                <a:cubicBezTo>
                  <a:pt x="1145217" y="98120"/>
                  <a:pt x="1148181" y="94818"/>
                  <a:pt x="1151846" y="92330"/>
                </a:cubicBezTo>
                <a:cubicBezTo>
                  <a:pt x="1155512" y="89842"/>
                  <a:pt x="1159639" y="87961"/>
                  <a:pt x="1164229" y="86686"/>
                </a:cubicBezTo>
                <a:cubicBezTo>
                  <a:pt x="1167607" y="85791"/>
                  <a:pt x="1172707" y="84930"/>
                  <a:pt x="1179527" y="84101"/>
                </a:cubicBezTo>
                <a:cubicBezTo>
                  <a:pt x="1193424" y="82456"/>
                  <a:pt x="1203655" y="80494"/>
                  <a:pt x="1210220" y="78215"/>
                </a:cubicBezTo>
                <a:cubicBezTo>
                  <a:pt x="1210284" y="75866"/>
                  <a:pt x="1210316" y="74374"/>
                  <a:pt x="1210316" y="73739"/>
                </a:cubicBezTo>
                <a:cubicBezTo>
                  <a:pt x="1210316" y="66753"/>
                  <a:pt x="1208690" y="61831"/>
                  <a:pt x="1205440" y="58975"/>
                </a:cubicBezTo>
                <a:cubicBezTo>
                  <a:pt x="1201041" y="55100"/>
                  <a:pt x="1194507" y="53163"/>
                  <a:pt x="1185838" y="53163"/>
                </a:cubicBezTo>
                <a:cubicBezTo>
                  <a:pt x="1177742" y="53163"/>
                  <a:pt x="1171766" y="54581"/>
                  <a:pt x="1167910" y="57418"/>
                </a:cubicBezTo>
                <a:cubicBezTo>
                  <a:pt x="1164053" y="60255"/>
                  <a:pt x="1161201" y="65275"/>
                  <a:pt x="1159352" y="72478"/>
                </a:cubicBezTo>
                <a:lnTo>
                  <a:pt x="1142524" y="70183"/>
                </a:lnTo>
                <a:cubicBezTo>
                  <a:pt x="1144053" y="62958"/>
                  <a:pt x="1146571" y="57123"/>
                  <a:pt x="1150077" y="52679"/>
                </a:cubicBezTo>
                <a:cubicBezTo>
                  <a:pt x="1153583" y="48235"/>
                  <a:pt x="1158651" y="44814"/>
                  <a:pt x="1165280" y="42418"/>
                </a:cubicBezTo>
                <a:cubicBezTo>
                  <a:pt x="1171910" y="40020"/>
                  <a:pt x="1179591" y="38820"/>
                  <a:pt x="1188324" y="38820"/>
                </a:cubicBezTo>
                <a:cubicBezTo>
                  <a:pt x="1196993" y="38820"/>
                  <a:pt x="1204037" y="39840"/>
                  <a:pt x="1209455" y="41880"/>
                </a:cubicBezTo>
                <a:cubicBezTo>
                  <a:pt x="1214874" y="43920"/>
                  <a:pt x="1218858" y="46486"/>
                  <a:pt x="1221408" y="49577"/>
                </a:cubicBezTo>
                <a:cubicBezTo>
                  <a:pt x="1223957" y="52669"/>
                  <a:pt x="1225742" y="56573"/>
                  <a:pt x="1226762" y="61290"/>
                </a:cubicBezTo>
                <a:cubicBezTo>
                  <a:pt x="1227336" y="64223"/>
                  <a:pt x="1227623" y="69514"/>
                  <a:pt x="1227623" y="77163"/>
                </a:cubicBezTo>
                <a:lnTo>
                  <a:pt x="1227623" y="100111"/>
                </a:lnTo>
                <a:cubicBezTo>
                  <a:pt x="1227623" y="116111"/>
                  <a:pt x="1227989" y="126230"/>
                  <a:pt x="1228722" y="130469"/>
                </a:cubicBezTo>
                <a:cubicBezTo>
                  <a:pt x="1229455" y="134708"/>
                  <a:pt x="1230906" y="138772"/>
                  <a:pt x="1233073" y="142661"/>
                </a:cubicBezTo>
                <a:lnTo>
                  <a:pt x="1215097" y="142661"/>
                </a:lnTo>
                <a:cubicBezTo>
                  <a:pt x="1213312" y="139087"/>
                  <a:pt x="1212165" y="134908"/>
                  <a:pt x="1211655" y="130123"/>
                </a:cubicBezTo>
                <a:moveTo>
                  <a:pt x="1210220" y="91601"/>
                </a:moveTo>
                <a:cubicBezTo>
                  <a:pt x="1203973" y="94173"/>
                  <a:pt x="1194603" y="96358"/>
                  <a:pt x="1182109" y="98157"/>
                </a:cubicBezTo>
                <a:cubicBezTo>
                  <a:pt x="1175033" y="99181"/>
                  <a:pt x="1170029" y="100333"/>
                  <a:pt x="1167097" y="101614"/>
                </a:cubicBezTo>
                <a:cubicBezTo>
                  <a:pt x="1164165" y="102893"/>
                  <a:pt x="1161902" y="104765"/>
                  <a:pt x="1160308" y="107231"/>
                </a:cubicBezTo>
                <a:cubicBezTo>
                  <a:pt x="1158715" y="109696"/>
                  <a:pt x="1157918" y="112432"/>
                  <a:pt x="1157918" y="115440"/>
                </a:cubicBezTo>
                <a:cubicBezTo>
                  <a:pt x="1157918" y="120047"/>
                  <a:pt x="1159655" y="123888"/>
                  <a:pt x="1163129" y="126961"/>
                </a:cubicBezTo>
                <a:cubicBezTo>
                  <a:pt x="1166603" y="130033"/>
                  <a:pt x="1171687" y="131569"/>
                  <a:pt x="1178380" y="131569"/>
                </a:cubicBezTo>
                <a:cubicBezTo>
                  <a:pt x="1185009" y="131569"/>
                  <a:pt x="1190906" y="130112"/>
                  <a:pt x="1196069" y="127197"/>
                </a:cubicBezTo>
                <a:cubicBezTo>
                  <a:pt x="1201232" y="124283"/>
                  <a:pt x="1205025" y="120296"/>
                  <a:pt x="1207447" y="115236"/>
                </a:cubicBezTo>
                <a:cubicBezTo>
                  <a:pt x="1209296" y="111328"/>
                  <a:pt x="1210220" y="105563"/>
                  <a:pt x="1210220" y="97942"/>
                </a:cubicBezTo>
                <a:lnTo>
                  <a:pt x="1210220" y="91601"/>
                </a:lnTo>
                <a:close/>
                <a:moveTo>
                  <a:pt x="1253687" y="142661"/>
                </a:moveTo>
                <a:lnTo>
                  <a:pt x="1253687" y="41115"/>
                </a:lnTo>
                <a:lnTo>
                  <a:pt x="1269177" y="41115"/>
                </a:lnTo>
                <a:lnTo>
                  <a:pt x="1269177" y="56414"/>
                </a:lnTo>
                <a:cubicBezTo>
                  <a:pt x="1273129" y="49251"/>
                  <a:pt x="1276779" y="44528"/>
                  <a:pt x="1280125" y="42245"/>
                </a:cubicBezTo>
                <a:cubicBezTo>
                  <a:pt x="1283472" y="39962"/>
                  <a:pt x="1287153" y="38820"/>
                  <a:pt x="1291169" y="38820"/>
                </a:cubicBezTo>
                <a:cubicBezTo>
                  <a:pt x="1296970" y="38820"/>
                  <a:pt x="1302866" y="40661"/>
                  <a:pt x="1308858" y="44342"/>
                </a:cubicBezTo>
                <a:lnTo>
                  <a:pt x="1302930" y="60239"/>
                </a:lnTo>
                <a:cubicBezTo>
                  <a:pt x="1298723" y="57753"/>
                  <a:pt x="1294516" y="56510"/>
                  <a:pt x="1290308" y="56510"/>
                </a:cubicBezTo>
                <a:cubicBezTo>
                  <a:pt x="1286548" y="56510"/>
                  <a:pt x="1283169" y="57643"/>
                  <a:pt x="1280173" y="59910"/>
                </a:cubicBezTo>
                <a:cubicBezTo>
                  <a:pt x="1277177" y="62175"/>
                  <a:pt x="1275042" y="65317"/>
                  <a:pt x="1273767" y="69337"/>
                </a:cubicBezTo>
                <a:cubicBezTo>
                  <a:pt x="1271854" y="75463"/>
                  <a:pt x="1270898" y="82163"/>
                  <a:pt x="1270898" y="89438"/>
                </a:cubicBezTo>
                <a:lnTo>
                  <a:pt x="1270898" y="142661"/>
                </a:lnTo>
                <a:lnTo>
                  <a:pt x="1253687" y="142661"/>
                </a:lnTo>
                <a:close/>
                <a:moveTo>
                  <a:pt x="1389384" y="109960"/>
                </a:moveTo>
                <a:lnTo>
                  <a:pt x="1407169" y="112159"/>
                </a:lnTo>
                <a:cubicBezTo>
                  <a:pt x="1404364" y="122549"/>
                  <a:pt x="1399169" y="130613"/>
                  <a:pt x="1391583" y="136350"/>
                </a:cubicBezTo>
                <a:cubicBezTo>
                  <a:pt x="1383998" y="142087"/>
                  <a:pt x="1374309" y="144955"/>
                  <a:pt x="1362516" y="144955"/>
                </a:cubicBezTo>
                <a:cubicBezTo>
                  <a:pt x="1347663" y="144955"/>
                  <a:pt x="1335887" y="140382"/>
                  <a:pt x="1327185" y="131234"/>
                </a:cubicBezTo>
                <a:cubicBezTo>
                  <a:pt x="1318484" y="122087"/>
                  <a:pt x="1314134" y="109258"/>
                  <a:pt x="1314134" y="92748"/>
                </a:cubicBezTo>
                <a:cubicBezTo>
                  <a:pt x="1314134" y="75665"/>
                  <a:pt x="1318532" y="62406"/>
                  <a:pt x="1327329" y="52972"/>
                </a:cubicBezTo>
                <a:cubicBezTo>
                  <a:pt x="1336126" y="43538"/>
                  <a:pt x="1347536" y="38820"/>
                  <a:pt x="1361560" y="38820"/>
                </a:cubicBezTo>
                <a:cubicBezTo>
                  <a:pt x="1375137" y="38820"/>
                  <a:pt x="1386229" y="43435"/>
                  <a:pt x="1394834" y="52664"/>
                </a:cubicBezTo>
                <a:cubicBezTo>
                  <a:pt x="1403440" y="61891"/>
                  <a:pt x="1407743" y="74873"/>
                  <a:pt x="1407743" y="91610"/>
                </a:cubicBezTo>
                <a:cubicBezTo>
                  <a:pt x="1407743" y="92628"/>
                  <a:pt x="1407711" y="94155"/>
                  <a:pt x="1407647" y="96191"/>
                </a:cubicBezTo>
                <a:lnTo>
                  <a:pt x="1331918" y="96191"/>
                </a:lnTo>
                <a:cubicBezTo>
                  <a:pt x="1332556" y="107314"/>
                  <a:pt x="1335711" y="115832"/>
                  <a:pt x="1341385" y="121744"/>
                </a:cubicBezTo>
                <a:cubicBezTo>
                  <a:pt x="1347058" y="127657"/>
                  <a:pt x="1354133" y="130613"/>
                  <a:pt x="1362612" y="130613"/>
                </a:cubicBezTo>
                <a:cubicBezTo>
                  <a:pt x="1368922" y="130613"/>
                  <a:pt x="1374309" y="128971"/>
                  <a:pt x="1378771" y="125689"/>
                </a:cubicBezTo>
                <a:cubicBezTo>
                  <a:pt x="1383233" y="122404"/>
                  <a:pt x="1386771" y="117161"/>
                  <a:pt x="1389384" y="109960"/>
                </a:cubicBezTo>
                <a:moveTo>
                  <a:pt x="1332875" y="81848"/>
                </a:moveTo>
                <a:lnTo>
                  <a:pt x="1389575" y="81848"/>
                </a:lnTo>
                <a:cubicBezTo>
                  <a:pt x="1388811" y="73446"/>
                  <a:pt x="1386643" y="67144"/>
                  <a:pt x="1383074" y="62943"/>
                </a:cubicBezTo>
                <a:cubicBezTo>
                  <a:pt x="1377592" y="56423"/>
                  <a:pt x="1370484" y="53163"/>
                  <a:pt x="1361751" y="53163"/>
                </a:cubicBezTo>
                <a:cubicBezTo>
                  <a:pt x="1353847" y="53163"/>
                  <a:pt x="1347201" y="55766"/>
                  <a:pt x="1341815" y="60971"/>
                </a:cubicBezTo>
                <a:cubicBezTo>
                  <a:pt x="1336428" y="66174"/>
                  <a:pt x="1333448" y="73133"/>
                  <a:pt x="1332875" y="818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CompleteTestSuite">
            <a:extLst xmlns:a="http://schemas.openxmlformats.org/drawingml/2006/main">
              <a:ext uri="{FF2B5EF4-FFF2-40B4-BE49-F238E27FC236}">
                <a16:creationId xmlns:a16="http://schemas.microsoft.com/office/drawing/2014/main" id="{0860C5B2-15F0-42C5-BE2A-018F78B1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35" y="1142366"/>
            <a:ext cx="1748714" cy="181672"/>
          </a:xfrm>
          <a:custGeom xmlns:a="http://schemas.openxmlformats.org/drawingml/2006/main">
            <a:pathLst>
              <a:path w="1748714" h="181672">
                <a:moveTo>
                  <a:pt x="105370" y="93322"/>
                </a:moveTo>
                <a:lnTo>
                  <a:pt x="123920" y="98007"/>
                </a:lnTo>
                <a:cubicBezTo>
                  <a:pt x="120031" y="113274"/>
                  <a:pt x="113035" y="124916"/>
                  <a:pt x="102932" y="132932"/>
                </a:cubicBezTo>
                <a:cubicBezTo>
                  <a:pt x="92828" y="140947"/>
                  <a:pt x="80478" y="144955"/>
                  <a:pt x="65880" y="144955"/>
                </a:cubicBezTo>
                <a:cubicBezTo>
                  <a:pt x="50773" y="144955"/>
                  <a:pt x="38486" y="141880"/>
                  <a:pt x="29020" y="135728"/>
                </a:cubicBezTo>
                <a:cubicBezTo>
                  <a:pt x="19554" y="129577"/>
                  <a:pt x="12351" y="120669"/>
                  <a:pt x="7410" y="109003"/>
                </a:cubicBezTo>
                <a:cubicBezTo>
                  <a:pt x="2470" y="97338"/>
                  <a:pt x="0" y="84812"/>
                  <a:pt x="0" y="71426"/>
                </a:cubicBezTo>
                <a:cubicBezTo>
                  <a:pt x="0" y="56828"/>
                  <a:pt x="2789" y="44095"/>
                  <a:pt x="8366" y="33227"/>
                </a:cubicBezTo>
                <a:cubicBezTo>
                  <a:pt x="13944" y="22358"/>
                  <a:pt x="21880" y="14103"/>
                  <a:pt x="32175" y="8462"/>
                </a:cubicBezTo>
                <a:cubicBezTo>
                  <a:pt x="42470" y="2821"/>
                  <a:pt x="53801" y="0"/>
                  <a:pt x="66167" y="0"/>
                </a:cubicBezTo>
                <a:cubicBezTo>
                  <a:pt x="80191" y="0"/>
                  <a:pt x="91984" y="3570"/>
                  <a:pt x="101545" y="10709"/>
                </a:cubicBezTo>
                <a:cubicBezTo>
                  <a:pt x="111107" y="17848"/>
                  <a:pt x="117768" y="27888"/>
                  <a:pt x="121529" y="40828"/>
                </a:cubicBezTo>
                <a:lnTo>
                  <a:pt x="103266" y="45131"/>
                </a:lnTo>
                <a:cubicBezTo>
                  <a:pt x="100015" y="34898"/>
                  <a:pt x="95298" y="27448"/>
                  <a:pt x="89115" y="22781"/>
                </a:cubicBezTo>
                <a:cubicBezTo>
                  <a:pt x="82932" y="18111"/>
                  <a:pt x="75155" y="15777"/>
                  <a:pt x="65784" y="15777"/>
                </a:cubicBezTo>
                <a:cubicBezTo>
                  <a:pt x="55012" y="15777"/>
                  <a:pt x="46008" y="18363"/>
                  <a:pt x="38773" y="23537"/>
                </a:cubicBezTo>
                <a:cubicBezTo>
                  <a:pt x="31538" y="28708"/>
                  <a:pt x="26454" y="35652"/>
                  <a:pt x="23522" y="44369"/>
                </a:cubicBezTo>
                <a:cubicBezTo>
                  <a:pt x="20590" y="53084"/>
                  <a:pt x="19123" y="62070"/>
                  <a:pt x="19123" y="71327"/>
                </a:cubicBezTo>
                <a:cubicBezTo>
                  <a:pt x="19123" y="83267"/>
                  <a:pt x="20860" y="93692"/>
                  <a:pt x="24335" y="102600"/>
                </a:cubicBezTo>
                <a:cubicBezTo>
                  <a:pt x="27809" y="111508"/>
                  <a:pt x="33211" y="118166"/>
                  <a:pt x="40542" y="122572"/>
                </a:cubicBezTo>
                <a:cubicBezTo>
                  <a:pt x="47872" y="126976"/>
                  <a:pt x="55808" y="129179"/>
                  <a:pt x="64350" y="129179"/>
                </a:cubicBezTo>
                <a:cubicBezTo>
                  <a:pt x="74741" y="129179"/>
                  <a:pt x="83537" y="126167"/>
                  <a:pt x="90741" y="120143"/>
                </a:cubicBezTo>
                <a:cubicBezTo>
                  <a:pt x="97944" y="114119"/>
                  <a:pt x="102820" y="105179"/>
                  <a:pt x="105370" y="93322"/>
                </a:cubicBezTo>
                <a:close/>
                <a:moveTo>
                  <a:pt x="137233" y="91888"/>
                </a:moveTo>
                <a:cubicBezTo>
                  <a:pt x="137233" y="73083"/>
                  <a:pt x="142460" y="59155"/>
                  <a:pt x="152914" y="50103"/>
                </a:cubicBezTo>
                <a:cubicBezTo>
                  <a:pt x="161647" y="42581"/>
                  <a:pt x="172292" y="38820"/>
                  <a:pt x="184850" y="38820"/>
                </a:cubicBezTo>
                <a:cubicBezTo>
                  <a:pt x="198810" y="38820"/>
                  <a:pt x="210221" y="43394"/>
                  <a:pt x="219081" y="52542"/>
                </a:cubicBezTo>
                <a:cubicBezTo>
                  <a:pt x="227942" y="61689"/>
                  <a:pt x="232372" y="74326"/>
                  <a:pt x="232372" y="90454"/>
                </a:cubicBezTo>
                <a:cubicBezTo>
                  <a:pt x="232372" y="103521"/>
                  <a:pt x="230412" y="113800"/>
                  <a:pt x="226491" y="121290"/>
                </a:cubicBezTo>
                <a:cubicBezTo>
                  <a:pt x="222571" y="128780"/>
                  <a:pt x="216866" y="134597"/>
                  <a:pt x="209376" y="138740"/>
                </a:cubicBezTo>
                <a:cubicBezTo>
                  <a:pt x="201886" y="142884"/>
                  <a:pt x="193711" y="144955"/>
                  <a:pt x="184850" y="144955"/>
                </a:cubicBezTo>
                <a:cubicBezTo>
                  <a:pt x="170635" y="144955"/>
                  <a:pt x="159145" y="140398"/>
                  <a:pt x="150380" y="131282"/>
                </a:cubicBezTo>
                <a:cubicBezTo>
                  <a:pt x="141615" y="122167"/>
                  <a:pt x="137233" y="109035"/>
                  <a:pt x="137233" y="91888"/>
                </a:cubicBezTo>
                <a:moveTo>
                  <a:pt x="154922" y="91840"/>
                </a:moveTo>
                <a:cubicBezTo>
                  <a:pt x="154922" y="104796"/>
                  <a:pt x="157759" y="114497"/>
                  <a:pt x="163432" y="120944"/>
                </a:cubicBezTo>
                <a:cubicBezTo>
                  <a:pt x="169105" y="127390"/>
                  <a:pt x="176245" y="130613"/>
                  <a:pt x="184850" y="130613"/>
                </a:cubicBezTo>
                <a:cubicBezTo>
                  <a:pt x="193392" y="130613"/>
                  <a:pt x="200499" y="127374"/>
                  <a:pt x="206173" y="120896"/>
                </a:cubicBezTo>
                <a:cubicBezTo>
                  <a:pt x="211846" y="114418"/>
                  <a:pt x="214683" y="104542"/>
                  <a:pt x="214683" y="91269"/>
                </a:cubicBezTo>
                <a:cubicBezTo>
                  <a:pt x="214683" y="78758"/>
                  <a:pt x="211830" y="69278"/>
                  <a:pt x="206125" y="62832"/>
                </a:cubicBezTo>
                <a:cubicBezTo>
                  <a:pt x="200420" y="56386"/>
                  <a:pt x="193328" y="53163"/>
                  <a:pt x="184850" y="53163"/>
                </a:cubicBezTo>
                <a:cubicBezTo>
                  <a:pt x="176245" y="53163"/>
                  <a:pt x="169105" y="56370"/>
                  <a:pt x="163432" y="62785"/>
                </a:cubicBezTo>
                <a:cubicBezTo>
                  <a:pt x="157759" y="69199"/>
                  <a:pt x="154922" y="78884"/>
                  <a:pt x="154922" y="91840"/>
                </a:cubicBezTo>
                <a:close/>
                <a:moveTo>
                  <a:pt x="252125" y="142661"/>
                </a:moveTo>
                <a:lnTo>
                  <a:pt x="252125" y="41115"/>
                </a:lnTo>
                <a:lnTo>
                  <a:pt x="267520" y="41115"/>
                </a:lnTo>
                <a:lnTo>
                  <a:pt x="267520" y="55267"/>
                </a:lnTo>
                <a:cubicBezTo>
                  <a:pt x="270707" y="50322"/>
                  <a:pt x="274946" y="46345"/>
                  <a:pt x="280237" y="43335"/>
                </a:cubicBezTo>
                <a:cubicBezTo>
                  <a:pt x="285528" y="40325"/>
                  <a:pt x="291552" y="38820"/>
                  <a:pt x="298308" y="38820"/>
                </a:cubicBezTo>
                <a:cubicBezTo>
                  <a:pt x="305830" y="38820"/>
                  <a:pt x="311998" y="40374"/>
                  <a:pt x="316810" y="43482"/>
                </a:cubicBezTo>
                <a:cubicBezTo>
                  <a:pt x="321623" y="46587"/>
                  <a:pt x="325017" y="50930"/>
                  <a:pt x="326994" y="56510"/>
                </a:cubicBezTo>
                <a:cubicBezTo>
                  <a:pt x="335025" y="44717"/>
                  <a:pt x="345480" y="38820"/>
                  <a:pt x="358356" y="38820"/>
                </a:cubicBezTo>
                <a:cubicBezTo>
                  <a:pt x="368428" y="38820"/>
                  <a:pt x="376173" y="41609"/>
                  <a:pt x="381591" y="47187"/>
                </a:cubicBezTo>
                <a:cubicBezTo>
                  <a:pt x="387009" y="52765"/>
                  <a:pt x="389718" y="61354"/>
                  <a:pt x="389718" y="72956"/>
                </a:cubicBezTo>
                <a:lnTo>
                  <a:pt x="389718" y="142661"/>
                </a:lnTo>
                <a:lnTo>
                  <a:pt x="372603" y="142661"/>
                </a:lnTo>
                <a:lnTo>
                  <a:pt x="372603" y="78624"/>
                </a:lnTo>
                <a:cubicBezTo>
                  <a:pt x="372603" y="71732"/>
                  <a:pt x="372045" y="66771"/>
                  <a:pt x="370930" y="63741"/>
                </a:cubicBezTo>
                <a:cubicBezTo>
                  <a:pt x="369814" y="60709"/>
                  <a:pt x="367790" y="58268"/>
                  <a:pt x="364858" y="56417"/>
                </a:cubicBezTo>
                <a:cubicBezTo>
                  <a:pt x="361926" y="54566"/>
                  <a:pt x="358483" y="53641"/>
                  <a:pt x="354531" y="53641"/>
                </a:cubicBezTo>
                <a:cubicBezTo>
                  <a:pt x="347392" y="53641"/>
                  <a:pt x="341464" y="56019"/>
                  <a:pt x="336746" y="60774"/>
                </a:cubicBezTo>
                <a:cubicBezTo>
                  <a:pt x="332029" y="65527"/>
                  <a:pt x="329671" y="73136"/>
                  <a:pt x="329671" y="83602"/>
                </a:cubicBezTo>
                <a:lnTo>
                  <a:pt x="329671" y="142661"/>
                </a:lnTo>
                <a:lnTo>
                  <a:pt x="312460" y="142661"/>
                </a:lnTo>
                <a:lnTo>
                  <a:pt x="312460" y="76613"/>
                </a:lnTo>
                <a:cubicBezTo>
                  <a:pt x="312460" y="68956"/>
                  <a:pt x="311057" y="63213"/>
                  <a:pt x="308253" y="59384"/>
                </a:cubicBezTo>
                <a:cubicBezTo>
                  <a:pt x="305448" y="55555"/>
                  <a:pt x="300858" y="53641"/>
                  <a:pt x="294484" y="53641"/>
                </a:cubicBezTo>
                <a:cubicBezTo>
                  <a:pt x="289639" y="53641"/>
                  <a:pt x="285161" y="54918"/>
                  <a:pt x="281050" y="57472"/>
                </a:cubicBezTo>
                <a:cubicBezTo>
                  <a:pt x="276938" y="60024"/>
                  <a:pt x="273958" y="63757"/>
                  <a:pt x="272109" y="68671"/>
                </a:cubicBezTo>
                <a:cubicBezTo>
                  <a:pt x="270261" y="73583"/>
                  <a:pt x="269337" y="80666"/>
                  <a:pt x="269337" y="89919"/>
                </a:cubicBezTo>
                <a:lnTo>
                  <a:pt x="269337" y="142661"/>
                </a:lnTo>
                <a:lnTo>
                  <a:pt x="252125" y="142661"/>
                </a:lnTo>
                <a:close/>
                <a:moveTo>
                  <a:pt x="416030" y="181672"/>
                </a:moveTo>
                <a:lnTo>
                  <a:pt x="416030" y="41115"/>
                </a:lnTo>
                <a:lnTo>
                  <a:pt x="431711" y="41115"/>
                </a:lnTo>
                <a:lnTo>
                  <a:pt x="431711" y="54215"/>
                </a:lnTo>
                <a:cubicBezTo>
                  <a:pt x="435408" y="49083"/>
                  <a:pt x="439584" y="45235"/>
                  <a:pt x="444237" y="42669"/>
                </a:cubicBezTo>
                <a:cubicBezTo>
                  <a:pt x="448890" y="40103"/>
                  <a:pt x="454532" y="38820"/>
                  <a:pt x="461161" y="38820"/>
                </a:cubicBezTo>
                <a:cubicBezTo>
                  <a:pt x="469830" y="38820"/>
                  <a:pt x="477480" y="41052"/>
                  <a:pt x="484109" y="45514"/>
                </a:cubicBezTo>
                <a:cubicBezTo>
                  <a:pt x="490739" y="49976"/>
                  <a:pt x="495743" y="56271"/>
                  <a:pt x="499121" y="64398"/>
                </a:cubicBezTo>
                <a:cubicBezTo>
                  <a:pt x="502500" y="72525"/>
                  <a:pt x="504189" y="81434"/>
                  <a:pt x="504189" y="91123"/>
                </a:cubicBezTo>
                <a:cubicBezTo>
                  <a:pt x="504189" y="101513"/>
                  <a:pt x="502324" y="110868"/>
                  <a:pt x="498595" y="119187"/>
                </a:cubicBezTo>
                <a:cubicBezTo>
                  <a:pt x="494866" y="127505"/>
                  <a:pt x="489448" y="133880"/>
                  <a:pt x="482340" y="138310"/>
                </a:cubicBezTo>
                <a:cubicBezTo>
                  <a:pt x="475233" y="142740"/>
                  <a:pt x="467759" y="144955"/>
                  <a:pt x="459918" y="144955"/>
                </a:cubicBezTo>
                <a:cubicBezTo>
                  <a:pt x="454181" y="144955"/>
                  <a:pt x="449034" y="143728"/>
                  <a:pt x="444476" y="141274"/>
                </a:cubicBezTo>
                <a:cubicBezTo>
                  <a:pt x="439918" y="138818"/>
                  <a:pt x="436173" y="135716"/>
                  <a:pt x="433241" y="131969"/>
                </a:cubicBezTo>
                <a:lnTo>
                  <a:pt x="433241" y="181672"/>
                </a:lnTo>
                <a:lnTo>
                  <a:pt x="416030" y="181672"/>
                </a:lnTo>
                <a:moveTo>
                  <a:pt x="431615" y="92318"/>
                </a:moveTo>
                <a:cubicBezTo>
                  <a:pt x="431615" y="105370"/>
                  <a:pt x="434261" y="115015"/>
                  <a:pt x="439552" y="121254"/>
                </a:cubicBezTo>
                <a:cubicBezTo>
                  <a:pt x="444842" y="127493"/>
                  <a:pt x="451249" y="130613"/>
                  <a:pt x="458771" y="130613"/>
                </a:cubicBezTo>
                <a:cubicBezTo>
                  <a:pt x="466420" y="130613"/>
                  <a:pt x="472970" y="127382"/>
                  <a:pt x="478420" y="120920"/>
                </a:cubicBezTo>
                <a:cubicBezTo>
                  <a:pt x="483870" y="114458"/>
                  <a:pt x="486595" y="104446"/>
                  <a:pt x="486595" y="90884"/>
                </a:cubicBezTo>
                <a:cubicBezTo>
                  <a:pt x="486595" y="77960"/>
                  <a:pt x="483934" y="68282"/>
                  <a:pt x="478611" y="61852"/>
                </a:cubicBezTo>
                <a:cubicBezTo>
                  <a:pt x="473289" y="55422"/>
                  <a:pt x="466930" y="52207"/>
                  <a:pt x="459536" y="52207"/>
                </a:cubicBezTo>
                <a:cubicBezTo>
                  <a:pt x="452205" y="52207"/>
                  <a:pt x="445719" y="55629"/>
                  <a:pt x="440078" y="62474"/>
                </a:cubicBezTo>
                <a:cubicBezTo>
                  <a:pt x="434436" y="69318"/>
                  <a:pt x="431615" y="79266"/>
                  <a:pt x="431615" y="92318"/>
                </a:cubicBezTo>
                <a:close/>
                <a:moveTo>
                  <a:pt x="524134" y="142661"/>
                </a:moveTo>
                <a:lnTo>
                  <a:pt x="524134" y="2486"/>
                </a:lnTo>
                <a:lnTo>
                  <a:pt x="541345" y="2486"/>
                </a:lnTo>
                <a:lnTo>
                  <a:pt x="541345" y="142661"/>
                </a:lnTo>
                <a:lnTo>
                  <a:pt x="524134" y="142661"/>
                </a:lnTo>
                <a:close/>
                <a:moveTo>
                  <a:pt x="636582" y="109960"/>
                </a:moveTo>
                <a:lnTo>
                  <a:pt x="654367" y="112159"/>
                </a:lnTo>
                <a:cubicBezTo>
                  <a:pt x="651562" y="122549"/>
                  <a:pt x="646367" y="130613"/>
                  <a:pt x="638781" y="136350"/>
                </a:cubicBezTo>
                <a:cubicBezTo>
                  <a:pt x="631196" y="142087"/>
                  <a:pt x="621506" y="144955"/>
                  <a:pt x="609714" y="144955"/>
                </a:cubicBezTo>
                <a:cubicBezTo>
                  <a:pt x="594861" y="144955"/>
                  <a:pt x="583084" y="140382"/>
                  <a:pt x="574383" y="131234"/>
                </a:cubicBezTo>
                <a:cubicBezTo>
                  <a:pt x="565682" y="122087"/>
                  <a:pt x="561332" y="109258"/>
                  <a:pt x="561332" y="92748"/>
                </a:cubicBezTo>
                <a:cubicBezTo>
                  <a:pt x="561332" y="75665"/>
                  <a:pt x="565730" y="62406"/>
                  <a:pt x="574527" y="52972"/>
                </a:cubicBezTo>
                <a:cubicBezTo>
                  <a:pt x="583323" y="43538"/>
                  <a:pt x="594734" y="38820"/>
                  <a:pt x="608758" y="38820"/>
                </a:cubicBezTo>
                <a:cubicBezTo>
                  <a:pt x="622335" y="38820"/>
                  <a:pt x="633427" y="43435"/>
                  <a:pt x="642032" y="52664"/>
                </a:cubicBezTo>
                <a:cubicBezTo>
                  <a:pt x="650638" y="61891"/>
                  <a:pt x="654941" y="74873"/>
                  <a:pt x="654941" y="91610"/>
                </a:cubicBezTo>
                <a:cubicBezTo>
                  <a:pt x="654941" y="92628"/>
                  <a:pt x="654909" y="94155"/>
                  <a:pt x="654845" y="96191"/>
                </a:cubicBezTo>
                <a:lnTo>
                  <a:pt x="579116" y="96191"/>
                </a:lnTo>
                <a:cubicBezTo>
                  <a:pt x="579754" y="107314"/>
                  <a:pt x="582909" y="115832"/>
                  <a:pt x="588582" y="121744"/>
                </a:cubicBezTo>
                <a:cubicBezTo>
                  <a:pt x="594256" y="127657"/>
                  <a:pt x="601331" y="130613"/>
                  <a:pt x="609809" y="130613"/>
                </a:cubicBezTo>
                <a:cubicBezTo>
                  <a:pt x="616120" y="130613"/>
                  <a:pt x="621506" y="128971"/>
                  <a:pt x="625969" y="125689"/>
                </a:cubicBezTo>
                <a:cubicBezTo>
                  <a:pt x="630431" y="122404"/>
                  <a:pt x="633969" y="117161"/>
                  <a:pt x="636582" y="109960"/>
                </a:cubicBezTo>
                <a:moveTo>
                  <a:pt x="580072" y="81848"/>
                </a:moveTo>
                <a:lnTo>
                  <a:pt x="636773" y="81848"/>
                </a:lnTo>
                <a:cubicBezTo>
                  <a:pt x="636008" y="73446"/>
                  <a:pt x="633841" y="67144"/>
                  <a:pt x="630271" y="62943"/>
                </a:cubicBezTo>
                <a:cubicBezTo>
                  <a:pt x="624789" y="56423"/>
                  <a:pt x="617682" y="53163"/>
                  <a:pt x="608949" y="53163"/>
                </a:cubicBezTo>
                <a:cubicBezTo>
                  <a:pt x="601044" y="53163"/>
                  <a:pt x="594399" y="55766"/>
                  <a:pt x="589013" y="60971"/>
                </a:cubicBezTo>
                <a:cubicBezTo>
                  <a:pt x="583626" y="66174"/>
                  <a:pt x="580646" y="73133"/>
                  <a:pt x="580072" y="81848"/>
                </a:cubicBezTo>
                <a:close/>
                <a:moveTo>
                  <a:pt x="713132" y="127457"/>
                </a:moveTo>
                <a:lnTo>
                  <a:pt x="715618" y="142661"/>
                </a:lnTo>
                <a:cubicBezTo>
                  <a:pt x="710774" y="143553"/>
                  <a:pt x="706439" y="143999"/>
                  <a:pt x="702614" y="143999"/>
                </a:cubicBezTo>
                <a:cubicBezTo>
                  <a:pt x="696367" y="143999"/>
                  <a:pt x="691523" y="143011"/>
                  <a:pt x="688081" y="141035"/>
                </a:cubicBezTo>
                <a:cubicBezTo>
                  <a:pt x="684638" y="139059"/>
                  <a:pt x="682216" y="136461"/>
                  <a:pt x="680814" y="133242"/>
                </a:cubicBezTo>
                <a:cubicBezTo>
                  <a:pt x="679411" y="130023"/>
                  <a:pt x="678710" y="123250"/>
                  <a:pt x="678710" y="112924"/>
                </a:cubicBezTo>
                <a:lnTo>
                  <a:pt x="678710" y="54502"/>
                </a:lnTo>
                <a:lnTo>
                  <a:pt x="666089" y="54502"/>
                </a:lnTo>
                <a:lnTo>
                  <a:pt x="666089" y="41115"/>
                </a:lnTo>
                <a:lnTo>
                  <a:pt x="678710" y="41115"/>
                </a:lnTo>
                <a:lnTo>
                  <a:pt x="678710" y="15899"/>
                </a:lnTo>
                <a:lnTo>
                  <a:pt x="695826" y="5546"/>
                </a:lnTo>
                <a:lnTo>
                  <a:pt x="695826" y="41115"/>
                </a:lnTo>
                <a:lnTo>
                  <a:pt x="713132" y="41115"/>
                </a:lnTo>
                <a:lnTo>
                  <a:pt x="713132" y="54502"/>
                </a:lnTo>
                <a:lnTo>
                  <a:pt x="695826" y="54502"/>
                </a:lnTo>
                <a:lnTo>
                  <a:pt x="695826" y="113880"/>
                </a:lnTo>
                <a:cubicBezTo>
                  <a:pt x="695826" y="118788"/>
                  <a:pt x="696128" y="121944"/>
                  <a:pt x="696734" y="123346"/>
                </a:cubicBezTo>
                <a:cubicBezTo>
                  <a:pt x="697340" y="124748"/>
                  <a:pt x="698328" y="125864"/>
                  <a:pt x="699698" y="126693"/>
                </a:cubicBezTo>
                <a:cubicBezTo>
                  <a:pt x="701069" y="127521"/>
                  <a:pt x="703029" y="127936"/>
                  <a:pt x="705579" y="127936"/>
                </a:cubicBezTo>
                <a:cubicBezTo>
                  <a:pt x="707491" y="127936"/>
                  <a:pt x="710009" y="127776"/>
                  <a:pt x="713132" y="127457"/>
                </a:cubicBezTo>
                <a:close/>
                <a:moveTo>
                  <a:pt x="800408" y="109960"/>
                </a:moveTo>
                <a:lnTo>
                  <a:pt x="818193" y="112159"/>
                </a:lnTo>
                <a:cubicBezTo>
                  <a:pt x="815388" y="122549"/>
                  <a:pt x="810193" y="130613"/>
                  <a:pt x="802607" y="136350"/>
                </a:cubicBezTo>
                <a:cubicBezTo>
                  <a:pt x="795022" y="142087"/>
                  <a:pt x="785332" y="144955"/>
                  <a:pt x="773540" y="144955"/>
                </a:cubicBezTo>
                <a:cubicBezTo>
                  <a:pt x="758687" y="144955"/>
                  <a:pt x="746910" y="140382"/>
                  <a:pt x="738209" y="131234"/>
                </a:cubicBezTo>
                <a:cubicBezTo>
                  <a:pt x="729508" y="122087"/>
                  <a:pt x="725157" y="109258"/>
                  <a:pt x="725157" y="92748"/>
                </a:cubicBezTo>
                <a:cubicBezTo>
                  <a:pt x="725157" y="75665"/>
                  <a:pt x="729556" y="62406"/>
                  <a:pt x="738353" y="52972"/>
                </a:cubicBezTo>
                <a:cubicBezTo>
                  <a:pt x="747149" y="43538"/>
                  <a:pt x="758560" y="38820"/>
                  <a:pt x="772583" y="38820"/>
                </a:cubicBezTo>
                <a:cubicBezTo>
                  <a:pt x="786161" y="38820"/>
                  <a:pt x="797253" y="43435"/>
                  <a:pt x="805858" y="52664"/>
                </a:cubicBezTo>
                <a:cubicBezTo>
                  <a:pt x="814464" y="61891"/>
                  <a:pt x="818766" y="74873"/>
                  <a:pt x="818766" y="91610"/>
                </a:cubicBezTo>
                <a:cubicBezTo>
                  <a:pt x="818766" y="92628"/>
                  <a:pt x="818735" y="94155"/>
                  <a:pt x="818671" y="96191"/>
                </a:cubicBezTo>
                <a:lnTo>
                  <a:pt x="742942" y="96191"/>
                </a:lnTo>
                <a:cubicBezTo>
                  <a:pt x="743580" y="107314"/>
                  <a:pt x="746735" y="115832"/>
                  <a:pt x="752408" y="121744"/>
                </a:cubicBezTo>
                <a:cubicBezTo>
                  <a:pt x="758082" y="127657"/>
                  <a:pt x="765157" y="130613"/>
                  <a:pt x="773635" y="130613"/>
                </a:cubicBezTo>
                <a:cubicBezTo>
                  <a:pt x="779946" y="130613"/>
                  <a:pt x="785332" y="128971"/>
                  <a:pt x="789795" y="125689"/>
                </a:cubicBezTo>
                <a:cubicBezTo>
                  <a:pt x="794257" y="122404"/>
                  <a:pt x="797794" y="117161"/>
                  <a:pt x="800408" y="109960"/>
                </a:cubicBezTo>
                <a:moveTo>
                  <a:pt x="743898" y="81848"/>
                </a:moveTo>
                <a:lnTo>
                  <a:pt x="800599" y="81848"/>
                </a:lnTo>
                <a:cubicBezTo>
                  <a:pt x="799834" y="73446"/>
                  <a:pt x="797667" y="67144"/>
                  <a:pt x="794097" y="62943"/>
                </a:cubicBezTo>
                <a:cubicBezTo>
                  <a:pt x="788615" y="56423"/>
                  <a:pt x="781508" y="53163"/>
                  <a:pt x="772775" y="53163"/>
                </a:cubicBezTo>
                <a:cubicBezTo>
                  <a:pt x="764870" y="53163"/>
                  <a:pt x="758225" y="55766"/>
                  <a:pt x="752839" y="60971"/>
                </a:cubicBezTo>
                <a:cubicBezTo>
                  <a:pt x="747452" y="66174"/>
                  <a:pt x="744472" y="73133"/>
                  <a:pt x="743898" y="81848"/>
                </a:cubicBezTo>
                <a:close/>
                <a:moveTo>
                  <a:pt x="930470" y="142661"/>
                </a:moveTo>
                <a:lnTo>
                  <a:pt x="930470" y="19028"/>
                </a:lnTo>
                <a:lnTo>
                  <a:pt x="884287" y="19028"/>
                </a:lnTo>
                <a:lnTo>
                  <a:pt x="884287" y="2486"/>
                </a:lnTo>
                <a:lnTo>
                  <a:pt x="995394" y="2486"/>
                </a:lnTo>
                <a:lnTo>
                  <a:pt x="995394" y="19028"/>
                </a:lnTo>
                <a:lnTo>
                  <a:pt x="949020" y="19028"/>
                </a:lnTo>
                <a:lnTo>
                  <a:pt x="949020" y="142661"/>
                </a:lnTo>
                <a:lnTo>
                  <a:pt x="930470" y="142661"/>
                </a:lnTo>
                <a:close/>
                <a:moveTo>
                  <a:pt x="1083432" y="109960"/>
                </a:moveTo>
                <a:lnTo>
                  <a:pt x="1101217" y="112159"/>
                </a:lnTo>
                <a:cubicBezTo>
                  <a:pt x="1098412" y="122549"/>
                  <a:pt x="1093217" y="130613"/>
                  <a:pt x="1085631" y="136350"/>
                </a:cubicBezTo>
                <a:cubicBezTo>
                  <a:pt x="1078046" y="142087"/>
                  <a:pt x="1068356" y="144955"/>
                  <a:pt x="1056564" y="144955"/>
                </a:cubicBezTo>
                <a:cubicBezTo>
                  <a:pt x="1041711" y="144955"/>
                  <a:pt x="1029934" y="140382"/>
                  <a:pt x="1021233" y="131234"/>
                </a:cubicBezTo>
                <a:cubicBezTo>
                  <a:pt x="1012532" y="122087"/>
                  <a:pt x="1008181" y="109258"/>
                  <a:pt x="1008181" y="92748"/>
                </a:cubicBezTo>
                <a:cubicBezTo>
                  <a:pt x="1008181" y="75665"/>
                  <a:pt x="1012580" y="62406"/>
                  <a:pt x="1021377" y="52972"/>
                </a:cubicBezTo>
                <a:cubicBezTo>
                  <a:pt x="1030173" y="43538"/>
                  <a:pt x="1041584" y="38820"/>
                  <a:pt x="1055608" y="38820"/>
                </a:cubicBezTo>
                <a:cubicBezTo>
                  <a:pt x="1069185" y="38820"/>
                  <a:pt x="1080277" y="43435"/>
                  <a:pt x="1088882" y="52664"/>
                </a:cubicBezTo>
                <a:cubicBezTo>
                  <a:pt x="1097488" y="61891"/>
                  <a:pt x="1101791" y="74873"/>
                  <a:pt x="1101791" y="91610"/>
                </a:cubicBezTo>
                <a:cubicBezTo>
                  <a:pt x="1101791" y="92628"/>
                  <a:pt x="1101759" y="94155"/>
                  <a:pt x="1101695" y="96191"/>
                </a:cubicBezTo>
                <a:lnTo>
                  <a:pt x="1025966" y="96191"/>
                </a:lnTo>
                <a:cubicBezTo>
                  <a:pt x="1026604" y="107314"/>
                  <a:pt x="1029759" y="115832"/>
                  <a:pt x="1035432" y="121744"/>
                </a:cubicBezTo>
                <a:cubicBezTo>
                  <a:pt x="1041106" y="127657"/>
                  <a:pt x="1048181" y="130613"/>
                  <a:pt x="1056659" y="130613"/>
                </a:cubicBezTo>
                <a:cubicBezTo>
                  <a:pt x="1062970" y="130613"/>
                  <a:pt x="1068356" y="128971"/>
                  <a:pt x="1072819" y="125689"/>
                </a:cubicBezTo>
                <a:cubicBezTo>
                  <a:pt x="1077281" y="122404"/>
                  <a:pt x="1080819" y="117161"/>
                  <a:pt x="1083432" y="109960"/>
                </a:cubicBezTo>
                <a:moveTo>
                  <a:pt x="1026922" y="81848"/>
                </a:moveTo>
                <a:lnTo>
                  <a:pt x="1083623" y="81848"/>
                </a:lnTo>
                <a:cubicBezTo>
                  <a:pt x="1082858" y="73446"/>
                  <a:pt x="1080691" y="67144"/>
                  <a:pt x="1077121" y="62943"/>
                </a:cubicBezTo>
                <a:cubicBezTo>
                  <a:pt x="1071639" y="56423"/>
                  <a:pt x="1064532" y="53163"/>
                  <a:pt x="1055799" y="53163"/>
                </a:cubicBezTo>
                <a:cubicBezTo>
                  <a:pt x="1047894" y="53163"/>
                  <a:pt x="1041249" y="55766"/>
                  <a:pt x="1035863" y="60971"/>
                </a:cubicBezTo>
                <a:cubicBezTo>
                  <a:pt x="1030476" y="66174"/>
                  <a:pt x="1027496" y="73133"/>
                  <a:pt x="1026922" y="81848"/>
                </a:cubicBezTo>
                <a:close/>
                <a:moveTo>
                  <a:pt x="1115521" y="112254"/>
                </a:moveTo>
                <a:lnTo>
                  <a:pt x="1132540" y="109577"/>
                </a:lnTo>
                <a:cubicBezTo>
                  <a:pt x="1133497" y="116368"/>
                  <a:pt x="1136158" y="121572"/>
                  <a:pt x="1140524" y="125190"/>
                </a:cubicBezTo>
                <a:cubicBezTo>
                  <a:pt x="1144891" y="128805"/>
                  <a:pt x="1150995" y="130613"/>
                  <a:pt x="1158835" y="130613"/>
                </a:cubicBezTo>
                <a:cubicBezTo>
                  <a:pt x="1166739" y="130613"/>
                  <a:pt x="1172604" y="129016"/>
                  <a:pt x="1176429" y="125823"/>
                </a:cubicBezTo>
                <a:cubicBezTo>
                  <a:pt x="1180253" y="122628"/>
                  <a:pt x="1182166" y="118881"/>
                  <a:pt x="1182166" y="114582"/>
                </a:cubicBezTo>
                <a:cubicBezTo>
                  <a:pt x="1182166" y="110723"/>
                  <a:pt x="1180476" y="107688"/>
                  <a:pt x="1177098" y="105475"/>
                </a:cubicBezTo>
                <a:cubicBezTo>
                  <a:pt x="1174739" y="103957"/>
                  <a:pt x="1168875" y="102027"/>
                  <a:pt x="1159504" y="99687"/>
                </a:cubicBezTo>
                <a:cubicBezTo>
                  <a:pt x="1146883" y="96497"/>
                  <a:pt x="1138134" y="93739"/>
                  <a:pt x="1133258" y="91410"/>
                </a:cubicBezTo>
                <a:cubicBezTo>
                  <a:pt x="1128381" y="89081"/>
                  <a:pt x="1124684" y="85859"/>
                  <a:pt x="1122166" y="81744"/>
                </a:cubicBezTo>
                <a:cubicBezTo>
                  <a:pt x="1119648" y="77628"/>
                  <a:pt x="1118389" y="73082"/>
                  <a:pt x="1118389" y="68106"/>
                </a:cubicBezTo>
                <a:cubicBezTo>
                  <a:pt x="1118389" y="63576"/>
                  <a:pt x="1119425" y="59381"/>
                  <a:pt x="1121497" y="55521"/>
                </a:cubicBezTo>
                <a:cubicBezTo>
                  <a:pt x="1123568" y="51660"/>
                  <a:pt x="1126389" y="48454"/>
                  <a:pt x="1129959" y="45902"/>
                </a:cubicBezTo>
                <a:cubicBezTo>
                  <a:pt x="1132636" y="43924"/>
                  <a:pt x="1136285" y="42250"/>
                  <a:pt x="1140907" y="40879"/>
                </a:cubicBezTo>
                <a:cubicBezTo>
                  <a:pt x="1145528" y="39507"/>
                  <a:pt x="1150485" y="38820"/>
                  <a:pt x="1155775" y="38820"/>
                </a:cubicBezTo>
                <a:cubicBezTo>
                  <a:pt x="1163743" y="38820"/>
                  <a:pt x="1170739" y="39976"/>
                  <a:pt x="1176763" y="42287"/>
                </a:cubicBezTo>
                <a:cubicBezTo>
                  <a:pt x="1182787" y="44595"/>
                  <a:pt x="1187233" y="47724"/>
                  <a:pt x="1190102" y="51672"/>
                </a:cubicBezTo>
                <a:cubicBezTo>
                  <a:pt x="1192970" y="55618"/>
                  <a:pt x="1194947" y="60896"/>
                  <a:pt x="1196030" y="67506"/>
                </a:cubicBezTo>
                <a:lnTo>
                  <a:pt x="1179202" y="69800"/>
                </a:lnTo>
                <a:cubicBezTo>
                  <a:pt x="1178437" y="64573"/>
                  <a:pt x="1176222" y="60494"/>
                  <a:pt x="1172556" y="57561"/>
                </a:cubicBezTo>
                <a:cubicBezTo>
                  <a:pt x="1168891" y="54629"/>
                  <a:pt x="1163712" y="53163"/>
                  <a:pt x="1157018" y="53163"/>
                </a:cubicBezTo>
                <a:cubicBezTo>
                  <a:pt x="1149114" y="53163"/>
                  <a:pt x="1143473" y="54464"/>
                  <a:pt x="1140094" y="57065"/>
                </a:cubicBezTo>
                <a:cubicBezTo>
                  <a:pt x="1136716" y="59665"/>
                  <a:pt x="1135027" y="62710"/>
                  <a:pt x="1135027" y="66200"/>
                </a:cubicBezTo>
                <a:cubicBezTo>
                  <a:pt x="1135027" y="68419"/>
                  <a:pt x="1135728" y="70417"/>
                  <a:pt x="1137130" y="72194"/>
                </a:cubicBezTo>
                <a:cubicBezTo>
                  <a:pt x="1138532" y="74032"/>
                  <a:pt x="1140732" y="75554"/>
                  <a:pt x="1143728" y="76760"/>
                </a:cubicBezTo>
                <a:cubicBezTo>
                  <a:pt x="1145449" y="77395"/>
                  <a:pt x="1150516" y="78854"/>
                  <a:pt x="1158931" y="81137"/>
                </a:cubicBezTo>
                <a:cubicBezTo>
                  <a:pt x="1171106" y="84386"/>
                  <a:pt x="1179600" y="87045"/>
                  <a:pt x="1184413" y="89115"/>
                </a:cubicBezTo>
                <a:cubicBezTo>
                  <a:pt x="1189225" y="91185"/>
                  <a:pt x="1193002" y="94195"/>
                  <a:pt x="1195743" y="98145"/>
                </a:cubicBezTo>
                <a:cubicBezTo>
                  <a:pt x="1198484" y="102093"/>
                  <a:pt x="1199855" y="106996"/>
                  <a:pt x="1199855" y="112855"/>
                </a:cubicBezTo>
                <a:cubicBezTo>
                  <a:pt x="1199855" y="118588"/>
                  <a:pt x="1198182" y="123986"/>
                  <a:pt x="1194835" y="129050"/>
                </a:cubicBezTo>
                <a:cubicBezTo>
                  <a:pt x="1191488" y="134112"/>
                  <a:pt x="1186660" y="138028"/>
                  <a:pt x="1180349" y="140799"/>
                </a:cubicBezTo>
                <a:cubicBezTo>
                  <a:pt x="1174038" y="143570"/>
                  <a:pt x="1166899" y="144955"/>
                  <a:pt x="1158931" y="144955"/>
                </a:cubicBezTo>
                <a:cubicBezTo>
                  <a:pt x="1145736" y="144955"/>
                  <a:pt x="1135680" y="142206"/>
                  <a:pt x="1128764" y="136708"/>
                </a:cubicBezTo>
                <a:cubicBezTo>
                  <a:pt x="1121847" y="131210"/>
                  <a:pt x="1117433" y="123059"/>
                  <a:pt x="1115521" y="112254"/>
                </a:cubicBezTo>
                <a:close/>
                <a:moveTo>
                  <a:pt x="1257894" y="127457"/>
                </a:moveTo>
                <a:lnTo>
                  <a:pt x="1260380" y="142661"/>
                </a:lnTo>
                <a:cubicBezTo>
                  <a:pt x="1255536" y="143553"/>
                  <a:pt x="1251201" y="143999"/>
                  <a:pt x="1247376" y="143999"/>
                </a:cubicBezTo>
                <a:cubicBezTo>
                  <a:pt x="1241129" y="143999"/>
                  <a:pt x="1236285" y="143011"/>
                  <a:pt x="1232843" y="141035"/>
                </a:cubicBezTo>
                <a:cubicBezTo>
                  <a:pt x="1229400" y="139059"/>
                  <a:pt x="1226978" y="136461"/>
                  <a:pt x="1225576" y="133242"/>
                </a:cubicBezTo>
                <a:cubicBezTo>
                  <a:pt x="1224173" y="130023"/>
                  <a:pt x="1223472" y="123250"/>
                  <a:pt x="1223472" y="112924"/>
                </a:cubicBezTo>
                <a:lnTo>
                  <a:pt x="1223472" y="54502"/>
                </a:lnTo>
                <a:lnTo>
                  <a:pt x="1210851" y="54502"/>
                </a:lnTo>
                <a:lnTo>
                  <a:pt x="1210851" y="41115"/>
                </a:lnTo>
                <a:lnTo>
                  <a:pt x="1223472" y="41115"/>
                </a:lnTo>
                <a:lnTo>
                  <a:pt x="1223472" y="15899"/>
                </a:lnTo>
                <a:lnTo>
                  <a:pt x="1240588" y="5546"/>
                </a:lnTo>
                <a:lnTo>
                  <a:pt x="1240588" y="41115"/>
                </a:lnTo>
                <a:lnTo>
                  <a:pt x="1257894" y="41115"/>
                </a:lnTo>
                <a:lnTo>
                  <a:pt x="1257894" y="54502"/>
                </a:lnTo>
                <a:lnTo>
                  <a:pt x="1240588" y="54502"/>
                </a:lnTo>
                <a:lnTo>
                  <a:pt x="1240588" y="113880"/>
                </a:lnTo>
                <a:cubicBezTo>
                  <a:pt x="1240588" y="118788"/>
                  <a:pt x="1240890" y="121944"/>
                  <a:pt x="1241496" y="123346"/>
                </a:cubicBezTo>
                <a:cubicBezTo>
                  <a:pt x="1242101" y="124748"/>
                  <a:pt x="1243090" y="125864"/>
                  <a:pt x="1244460" y="126693"/>
                </a:cubicBezTo>
                <a:cubicBezTo>
                  <a:pt x="1245831" y="127521"/>
                  <a:pt x="1247791" y="127936"/>
                  <a:pt x="1250340" y="127936"/>
                </a:cubicBezTo>
                <a:cubicBezTo>
                  <a:pt x="1252253" y="127936"/>
                  <a:pt x="1254771" y="127776"/>
                  <a:pt x="1257894" y="127457"/>
                </a:cubicBezTo>
                <a:close/>
                <a:moveTo>
                  <a:pt x="1320501" y="97529"/>
                </a:moveTo>
                <a:lnTo>
                  <a:pt x="1337999" y="95999"/>
                </a:lnTo>
                <a:cubicBezTo>
                  <a:pt x="1338828" y="103011"/>
                  <a:pt x="1340756" y="108764"/>
                  <a:pt x="1343784" y="113258"/>
                </a:cubicBezTo>
                <a:cubicBezTo>
                  <a:pt x="1346812" y="117752"/>
                  <a:pt x="1351513" y="121386"/>
                  <a:pt x="1357887" y="124159"/>
                </a:cubicBezTo>
                <a:cubicBezTo>
                  <a:pt x="1364262" y="126932"/>
                  <a:pt x="1371433" y="128318"/>
                  <a:pt x="1379401" y="128318"/>
                </a:cubicBezTo>
                <a:cubicBezTo>
                  <a:pt x="1386477" y="128318"/>
                  <a:pt x="1392724" y="127266"/>
                  <a:pt x="1398142" y="125163"/>
                </a:cubicBezTo>
                <a:cubicBezTo>
                  <a:pt x="1403561" y="123059"/>
                  <a:pt x="1407592" y="120175"/>
                  <a:pt x="1410238" y="116509"/>
                </a:cubicBezTo>
                <a:cubicBezTo>
                  <a:pt x="1412883" y="112844"/>
                  <a:pt x="1414206" y="108844"/>
                  <a:pt x="1414206" y="104509"/>
                </a:cubicBezTo>
                <a:cubicBezTo>
                  <a:pt x="1414206" y="100111"/>
                  <a:pt x="1412931" y="96270"/>
                  <a:pt x="1410381" y="92988"/>
                </a:cubicBezTo>
                <a:cubicBezTo>
                  <a:pt x="1407831" y="89705"/>
                  <a:pt x="1403624" y="86948"/>
                  <a:pt x="1397760" y="84717"/>
                </a:cubicBezTo>
                <a:cubicBezTo>
                  <a:pt x="1393999" y="83251"/>
                  <a:pt x="1385680" y="80972"/>
                  <a:pt x="1372804" y="77880"/>
                </a:cubicBezTo>
                <a:cubicBezTo>
                  <a:pt x="1359927" y="74788"/>
                  <a:pt x="1350907" y="71872"/>
                  <a:pt x="1345744" y="69131"/>
                </a:cubicBezTo>
                <a:cubicBezTo>
                  <a:pt x="1339051" y="65625"/>
                  <a:pt x="1334063" y="61275"/>
                  <a:pt x="1330780" y="56079"/>
                </a:cubicBezTo>
                <a:cubicBezTo>
                  <a:pt x="1327497" y="50884"/>
                  <a:pt x="1325856" y="45067"/>
                  <a:pt x="1325856" y="38629"/>
                </a:cubicBezTo>
                <a:cubicBezTo>
                  <a:pt x="1325856" y="31554"/>
                  <a:pt x="1327864" y="24940"/>
                  <a:pt x="1331880" y="18789"/>
                </a:cubicBezTo>
                <a:cubicBezTo>
                  <a:pt x="1335896" y="12637"/>
                  <a:pt x="1341760" y="7968"/>
                  <a:pt x="1349473" y="4781"/>
                </a:cubicBezTo>
                <a:cubicBezTo>
                  <a:pt x="1357186" y="1594"/>
                  <a:pt x="1365760" y="0"/>
                  <a:pt x="1375194" y="0"/>
                </a:cubicBezTo>
                <a:cubicBezTo>
                  <a:pt x="1385585" y="0"/>
                  <a:pt x="1394748" y="1673"/>
                  <a:pt x="1402684" y="5020"/>
                </a:cubicBezTo>
                <a:cubicBezTo>
                  <a:pt x="1410620" y="8366"/>
                  <a:pt x="1416724" y="13291"/>
                  <a:pt x="1420995" y="19793"/>
                </a:cubicBezTo>
                <a:cubicBezTo>
                  <a:pt x="1425266" y="26295"/>
                  <a:pt x="1427560" y="33657"/>
                  <a:pt x="1427879" y="41880"/>
                </a:cubicBezTo>
                <a:lnTo>
                  <a:pt x="1410094" y="43219"/>
                </a:lnTo>
                <a:cubicBezTo>
                  <a:pt x="1409138" y="34326"/>
                  <a:pt x="1405903" y="27609"/>
                  <a:pt x="1400389" y="23068"/>
                </a:cubicBezTo>
                <a:cubicBezTo>
                  <a:pt x="1394875" y="18526"/>
                  <a:pt x="1386732" y="16255"/>
                  <a:pt x="1375959" y="16255"/>
                </a:cubicBezTo>
                <a:cubicBezTo>
                  <a:pt x="1364740" y="16255"/>
                  <a:pt x="1356565" y="18313"/>
                  <a:pt x="1351433" y="22428"/>
                </a:cubicBezTo>
                <a:cubicBezTo>
                  <a:pt x="1346302" y="26542"/>
                  <a:pt x="1343736" y="31501"/>
                  <a:pt x="1343736" y="37306"/>
                </a:cubicBezTo>
                <a:cubicBezTo>
                  <a:pt x="1343736" y="42345"/>
                  <a:pt x="1345553" y="46492"/>
                  <a:pt x="1349186" y="49745"/>
                </a:cubicBezTo>
                <a:cubicBezTo>
                  <a:pt x="1352756" y="53000"/>
                  <a:pt x="1362079" y="56333"/>
                  <a:pt x="1377154" y="59746"/>
                </a:cubicBezTo>
                <a:cubicBezTo>
                  <a:pt x="1392230" y="63158"/>
                  <a:pt x="1402573" y="66140"/>
                  <a:pt x="1408182" y="68692"/>
                </a:cubicBezTo>
                <a:cubicBezTo>
                  <a:pt x="1416341" y="72455"/>
                  <a:pt x="1422365" y="77224"/>
                  <a:pt x="1426254" y="82999"/>
                </a:cubicBezTo>
                <a:cubicBezTo>
                  <a:pt x="1430142" y="88771"/>
                  <a:pt x="1432086" y="95422"/>
                  <a:pt x="1432086" y="102950"/>
                </a:cubicBezTo>
                <a:cubicBezTo>
                  <a:pt x="1432086" y="110412"/>
                  <a:pt x="1429951" y="117445"/>
                  <a:pt x="1425680" y="124048"/>
                </a:cubicBezTo>
                <a:cubicBezTo>
                  <a:pt x="1421409" y="130650"/>
                  <a:pt x="1415274" y="135785"/>
                  <a:pt x="1407274" y="139454"/>
                </a:cubicBezTo>
                <a:cubicBezTo>
                  <a:pt x="1399274" y="143122"/>
                  <a:pt x="1390270" y="144955"/>
                  <a:pt x="1380262" y="144955"/>
                </a:cubicBezTo>
                <a:cubicBezTo>
                  <a:pt x="1367577" y="144955"/>
                  <a:pt x="1356947" y="143107"/>
                  <a:pt x="1348374" y="139410"/>
                </a:cubicBezTo>
                <a:cubicBezTo>
                  <a:pt x="1339800" y="135712"/>
                  <a:pt x="1333075" y="130151"/>
                  <a:pt x="1328198" y="122724"/>
                </a:cubicBezTo>
                <a:cubicBezTo>
                  <a:pt x="1323322" y="115298"/>
                  <a:pt x="1320756" y="106900"/>
                  <a:pt x="1320501" y="97529"/>
                </a:cubicBezTo>
                <a:close/>
                <a:moveTo>
                  <a:pt x="1520993" y="142661"/>
                </a:moveTo>
                <a:lnTo>
                  <a:pt x="1520993" y="127744"/>
                </a:lnTo>
                <a:cubicBezTo>
                  <a:pt x="1513089" y="139218"/>
                  <a:pt x="1502348" y="144955"/>
                  <a:pt x="1488770" y="144955"/>
                </a:cubicBezTo>
                <a:cubicBezTo>
                  <a:pt x="1482778" y="144955"/>
                  <a:pt x="1477185" y="143808"/>
                  <a:pt x="1471990" y="141513"/>
                </a:cubicBezTo>
                <a:cubicBezTo>
                  <a:pt x="1466795" y="139218"/>
                  <a:pt x="1462938" y="136334"/>
                  <a:pt x="1460420" y="132860"/>
                </a:cubicBezTo>
                <a:cubicBezTo>
                  <a:pt x="1457902" y="129386"/>
                  <a:pt x="1456133" y="125131"/>
                  <a:pt x="1455113" y="120095"/>
                </a:cubicBezTo>
                <a:cubicBezTo>
                  <a:pt x="1454412" y="116716"/>
                  <a:pt x="1454062" y="111362"/>
                  <a:pt x="1454062" y="104031"/>
                </a:cubicBezTo>
                <a:lnTo>
                  <a:pt x="1454062" y="41115"/>
                </a:lnTo>
                <a:lnTo>
                  <a:pt x="1471273" y="41115"/>
                </a:lnTo>
                <a:lnTo>
                  <a:pt x="1471273" y="97434"/>
                </a:lnTo>
                <a:cubicBezTo>
                  <a:pt x="1471273" y="106422"/>
                  <a:pt x="1471623" y="112477"/>
                  <a:pt x="1472324" y="115601"/>
                </a:cubicBezTo>
                <a:cubicBezTo>
                  <a:pt x="1473408" y="120127"/>
                  <a:pt x="1475703" y="123681"/>
                  <a:pt x="1479209" y="126262"/>
                </a:cubicBezTo>
                <a:cubicBezTo>
                  <a:pt x="1482715" y="128844"/>
                  <a:pt x="1487049" y="130135"/>
                  <a:pt x="1492213" y="130135"/>
                </a:cubicBezTo>
                <a:cubicBezTo>
                  <a:pt x="1497376" y="130135"/>
                  <a:pt x="1502221" y="128812"/>
                  <a:pt x="1506746" y="126167"/>
                </a:cubicBezTo>
                <a:cubicBezTo>
                  <a:pt x="1511272" y="123521"/>
                  <a:pt x="1514476" y="119920"/>
                  <a:pt x="1516356" y="115362"/>
                </a:cubicBezTo>
                <a:cubicBezTo>
                  <a:pt x="1518236" y="110804"/>
                  <a:pt x="1519177" y="104191"/>
                  <a:pt x="1519177" y="95521"/>
                </a:cubicBezTo>
                <a:lnTo>
                  <a:pt x="1519177" y="41115"/>
                </a:lnTo>
                <a:lnTo>
                  <a:pt x="1536388" y="41115"/>
                </a:lnTo>
                <a:lnTo>
                  <a:pt x="1536388" y="142661"/>
                </a:lnTo>
                <a:lnTo>
                  <a:pt x="1520993" y="142661"/>
                </a:lnTo>
                <a:close/>
                <a:moveTo>
                  <a:pt x="1563026" y="22374"/>
                </a:moveTo>
                <a:lnTo>
                  <a:pt x="1563026" y="2486"/>
                </a:lnTo>
                <a:lnTo>
                  <a:pt x="1580237" y="2486"/>
                </a:lnTo>
                <a:lnTo>
                  <a:pt x="1580237" y="22374"/>
                </a:lnTo>
                <a:lnTo>
                  <a:pt x="1563026" y="22374"/>
                </a:lnTo>
                <a:moveTo>
                  <a:pt x="1563026" y="142661"/>
                </a:moveTo>
                <a:lnTo>
                  <a:pt x="1563026" y="41115"/>
                </a:lnTo>
                <a:lnTo>
                  <a:pt x="1580237" y="41115"/>
                </a:lnTo>
                <a:lnTo>
                  <a:pt x="1580237" y="142661"/>
                </a:lnTo>
                <a:lnTo>
                  <a:pt x="1563026" y="142661"/>
                </a:lnTo>
                <a:close/>
                <a:moveTo>
                  <a:pt x="1643080" y="127457"/>
                </a:moveTo>
                <a:lnTo>
                  <a:pt x="1645566" y="142661"/>
                </a:lnTo>
                <a:cubicBezTo>
                  <a:pt x="1640721" y="143553"/>
                  <a:pt x="1636386" y="143999"/>
                  <a:pt x="1632562" y="143999"/>
                </a:cubicBezTo>
                <a:cubicBezTo>
                  <a:pt x="1626315" y="143999"/>
                  <a:pt x="1621470" y="143011"/>
                  <a:pt x="1618028" y="141035"/>
                </a:cubicBezTo>
                <a:cubicBezTo>
                  <a:pt x="1614586" y="139059"/>
                  <a:pt x="1612163" y="136461"/>
                  <a:pt x="1610761" y="133242"/>
                </a:cubicBezTo>
                <a:cubicBezTo>
                  <a:pt x="1609359" y="130023"/>
                  <a:pt x="1608657" y="123250"/>
                  <a:pt x="1608657" y="112924"/>
                </a:cubicBezTo>
                <a:lnTo>
                  <a:pt x="1608657" y="54502"/>
                </a:lnTo>
                <a:lnTo>
                  <a:pt x="1596036" y="54502"/>
                </a:lnTo>
                <a:lnTo>
                  <a:pt x="1596036" y="41115"/>
                </a:lnTo>
                <a:lnTo>
                  <a:pt x="1608657" y="41115"/>
                </a:lnTo>
                <a:lnTo>
                  <a:pt x="1608657" y="15899"/>
                </a:lnTo>
                <a:lnTo>
                  <a:pt x="1625773" y="5546"/>
                </a:lnTo>
                <a:lnTo>
                  <a:pt x="1625773" y="41115"/>
                </a:lnTo>
                <a:lnTo>
                  <a:pt x="1643080" y="41115"/>
                </a:lnTo>
                <a:lnTo>
                  <a:pt x="1643080" y="54502"/>
                </a:lnTo>
                <a:lnTo>
                  <a:pt x="1625773" y="54502"/>
                </a:lnTo>
                <a:lnTo>
                  <a:pt x="1625773" y="113880"/>
                </a:lnTo>
                <a:cubicBezTo>
                  <a:pt x="1625773" y="118788"/>
                  <a:pt x="1626076" y="121944"/>
                  <a:pt x="1626681" y="123346"/>
                </a:cubicBezTo>
                <a:cubicBezTo>
                  <a:pt x="1627287" y="124748"/>
                  <a:pt x="1628275" y="125864"/>
                  <a:pt x="1629645" y="126693"/>
                </a:cubicBezTo>
                <a:cubicBezTo>
                  <a:pt x="1631016" y="127521"/>
                  <a:pt x="1632976" y="127936"/>
                  <a:pt x="1635526" y="127936"/>
                </a:cubicBezTo>
                <a:cubicBezTo>
                  <a:pt x="1637438" y="127936"/>
                  <a:pt x="1639956" y="127776"/>
                  <a:pt x="1643080" y="127457"/>
                </a:cubicBezTo>
                <a:close/>
                <a:moveTo>
                  <a:pt x="1730355" y="109960"/>
                </a:moveTo>
                <a:lnTo>
                  <a:pt x="1748140" y="112159"/>
                </a:lnTo>
                <a:cubicBezTo>
                  <a:pt x="1745335" y="122549"/>
                  <a:pt x="1740140" y="130613"/>
                  <a:pt x="1732555" y="136350"/>
                </a:cubicBezTo>
                <a:cubicBezTo>
                  <a:pt x="1724969" y="142087"/>
                  <a:pt x="1715280" y="144955"/>
                  <a:pt x="1703487" y="144955"/>
                </a:cubicBezTo>
                <a:cubicBezTo>
                  <a:pt x="1688634" y="144955"/>
                  <a:pt x="1676858" y="140382"/>
                  <a:pt x="1668157" y="131234"/>
                </a:cubicBezTo>
                <a:cubicBezTo>
                  <a:pt x="1659455" y="122087"/>
                  <a:pt x="1655105" y="109258"/>
                  <a:pt x="1655105" y="92748"/>
                </a:cubicBezTo>
                <a:cubicBezTo>
                  <a:pt x="1655105" y="75665"/>
                  <a:pt x="1659503" y="62406"/>
                  <a:pt x="1668300" y="52972"/>
                </a:cubicBezTo>
                <a:cubicBezTo>
                  <a:pt x="1677097" y="43538"/>
                  <a:pt x="1688507" y="38820"/>
                  <a:pt x="1702531" y="38820"/>
                </a:cubicBezTo>
                <a:cubicBezTo>
                  <a:pt x="1716108" y="38820"/>
                  <a:pt x="1727200" y="43435"/>
                  <a:pt x="1735806" y="52664"/>
                </a:cubicBezTo>
                <a:cubicBezTo>
                  <a:pt x="1744411" y="61891"/>
                  <a:pt x="1748714" y="74873"/>
                  <a:pt x="1748714" y="91610"/>
                </a:cubicBezTo>
                <a:cubicBezTo>
                  <a:pt x="1748714" y="92628"/>
                  <a:pt x="1748682" y="94155"/>
                  <a:pt x="1748618" y="96191"/>
                </a:cubicBezTo>
                <a:lnTo>
                  <a:pt x="1672890" y="96191"/>
                </a:lnTo>
                <a:cubicBezTo>
                  <a:pt x="1673527" y="107314"/>
                  <a:pt x="1676682" y="115832"/>
                  <a:pt x="1682356" y="121744"/>
                </a:cubicBezTo>
                <a:cubicBezTo>
                  <a:pt x="1688029" y="127657"/>
                  <a:pt x="1695105" y="130613"/>
                  <a:pt x="1703583" y="130613"/>
                </a:cubicBezTo>
                <a:cubicBezTo>
                  <a:pt x="1709893" y="130613"/>
                  <a:pt x="1715280" y="128971"/>
                  <a:pt x="1719742" y="125689"/>
                </a:cubicBezTo>
                <a:cubicBezTo>
                  <a:pt x="1724204" y="122404"/>
                  <a:pt x="1727742" y="117161"/>
                  <a:pt x="1730355" y="109960"/>
                </a:cubicBezTo>
                <a:moveTo>
                  <a:pt x="1673846" y="81848"/>
                </a:moveTo>
                <a:lnTo>
                  <a:pt x="1730547" y="81848"/>
                </a:lnTo>
                <a:cubicBezTo>
                  <a:pt x="1729782" y="73446"/>
                  <a:pt x="1727614" y="67144"/>
                  <a:pt x="1724045" y="62943"/>
                </a:cubicBezTo>
                <a:cubicBezTo>
                  <a:pt x="1718563" y="56423"/>
                  <a:pt x="1711455" y="53163"/>
                  <a:pt x="1702722" y="53163"/>
                </a:cubicBezTo>
                <a:cubicBezTo>
                  <a:pt x="1694818" y="53163"/>
                  <a:pt x="1688172" y="55766"/>
                  <a:pt x="1682786" y="60971"/>
                </a:cubicBezTo>
                <a:cubicBezTo>
                  <a:pt x="1677399" y="66174"/>
                  <a:pt x="1674419" y="73133"/>
                  <a:pt x="1673846" y="818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A5464-9E3A-4EDF-8F2A-D6D9DCA3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592" y="1659051"/>
            <a:ext cx="342691" cy="242651"/>
          </a:xfrm>
          <a:custGeom xmlns:a="http://schemas.openxmlformats.org/drawingml/2006/main">
            <a:pathLst>
              <a:path w="342691" h="242651">
                <a:moveTo>
                  <a:pt x="0" y="121325"/>
                </a:moveTo>
                <a:lnTo>
                  <a:pt x="171346" y="0"/>
                </a:lnTo>
                <a:lnTo>
                  <a:pt x="342691" y="121325"/>
                </a:lnTo>
                <a:lnTo>
                  <a:pt x="257018" y="121325"/>
                </a:lnTo>
                <a:lnTo>
                  <a:pt x="257018" y="242651"/>
                </a:lnTo>
                <a:lnTo>
                  <a:pt x="85673" y="242651"/>
                </a:lnTo>
                <a:lnTo>
                  <a:pt x="85673" y="121325"/>
                </a:lnTo>
                <a:lnTo>
                  <a:pt x="0" y="121325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32B722-B294-4896-9322-B0C0B6CD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592" y="1659051"/>
            <a:ext cx="342691" cy="242651"/>
          </a:xfrm>
          <a:custGeom xmlns:a="http://schemas.openxmlformats.org/drawingml/2006/main">
            <a:pathLst>
              <a:path w="342691" h="242651" fill="none">
                <a:moveTo>
                  <a:pt x="0" y="121325"/>
                </a:moveTo>
                <a:lnTo>
                  <a:pt x="85673" y="121325"/>
                </a:lnTo>
                <a:lnTo>
                  <a:pt x="85673" y="242651"/>
                </a:lnTo>
                <a:lnTo>
                  <a:pt x="257018" y="242651"/>
                </a:lnTo>
                <a:lnTo>
                  <a:pt x="257018" y="121325"/>
                </a:lnTo>
                <a:lnTo>
                  <a:pt x="342691" y="121325"/>
                </a:lnTo>
                <a:lnTo>
                  <a:pt x="171346" y="0"/>
                </a:lnTo>
                <a:lnTo>
                  <a:pt x="0" y="1213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738" cap="flat">
            <a:solidFill>
              <a:srgbClr val="767171"/>
            </a:solidFill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89A4AB-F9D7-4D24-BD45-3FB3D8DE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429" y="205277"/>
            <a:ext cx="2328598" cy="1398436"/>
          </a:xfrm>
          <a:custGeom xmlns:a="http://schemas.openxmlformats.org/drawingml/2006/main">
            <a:pathLst>
              <a:path w="2328598" h="1398436" fill="none">
                <a:moveTo>
                  <a:pt x="0" y="233073"/>
                </a:moveTo>
                <a:cubicBezTo>
                  <a:pt x="0" y="104351"/>
                  <a:pt x="104351" y="0"/>
                  <a:pt x="233073" y="0"/>
                </a:cubicBezTo>
                <a:lnTo>
                  <a:pt x="2095525" y="0"/>
                </a:lnTo>
                <a:cubicBezTo>
                  <a:pt x="2224248" y="0"/>
                  <a:pt x="2328598" y="104351"/>
                  <a:pt x="2328598" y="233073"/>
                </a:cubicBezTo>
                <a:lnTo>
                  <a:pt x="2328598" y="1165363"/>
                </a:lnTo>
                <a:cubicBezTo>
                  <a:pt x="2328598" y="1294085"/>
                  <a:pt x="2224248" y="1398436"/>
                  <a:pt x="2095525" y="1398436"/>
                </a:cubicBezTo>
                <a:lnTo>
                  <a:pt x="233073" y="1398436"/>
                </a:lnTo>
                <a:cubicBezTo>
                  <a:pt x="104351" y="1398436"/>
                  <a:pt x="0" y="1294085"/>
                  <a:pt x="0" y="1165363"/>
                </a:cubicBezTo>
                <a:lnTo>
                  <a:pt x="0" y="2330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738" cap="flat">
            <a:solidFill>
              <a:srgbClr val="767171"/>
            </a:solidFill>
            <a:custDash>
              <a:ds d="400000" sp="300000"/>
            </a:custDash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3A2BDF-A185-4E1A-AAF8-030B0934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438" y="705477"/>
            <a:ext cx="1877352" cy="308635"/>
          </a:xfrm>
          <a:custGeom xmlns:a="http://schemas.openxmlformats.org/drawingml/2006/main">
            <a:pathLst>
              <a:path w="1877352" h="308635">
                <a:moveTo>
                  <a:pt x="0" y="51439"/>
                </a:moveTo>
                <a:cubicBezTo>
                  <a:pt x="0" y="23023"/>
                  <a:pt x="23023" y="0"/>
                  <a:pt x="51439" y="0"/>
                </a:cubicBezTo>
                <a:lnTo>
                  <a:pt x="1825913" y="0"/>
                </a:lnTo>
                <a:cubicBezTo>
                  <a:pt x="1854329" y="0"/>
                  <a:pt x="1877352" y="23023"/>
                  <a:pt x="1877352" y="51439"/>
                </a:cubicBezTo>
                <a:lnTo>
                  <a:pt x="1877352" y="257196"/>
                </a:lnTo>
                <a:cubicBezTo>
                  <a:pt x="1877352" y="285612"/>
                  <a:pt x="1854329" y="308635"/>
                  <a:pt x="1825913" y="308635"/>
                </a:cubicBezTo>
                <a:lnTo>
                  <a:pt x="51439" y="308635"/>
                </a:lnTo>
                <a:cubicBezTo>
                  <a:pt x="23023" y="308635"/>
                  <a:pt x="0" y="285612"/>
                  <a:pt x="0" y="257196"/>
                </a:cubicBezTo>
                <a:lnTo>
                  <a:pt x="0" y="51439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CA0238-5252-4820-BE7A-7C009483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9767" y="1088611"/>
            <a:ext cx="1879481" cy="310764"/>
          </a:xfrm>
          <a:custGeom xmlns:a="http://schemas.openxmlformats.org/drawingml/2006/main">
            <a:pathLst>
              <a:path w="1879481" h="310764">
                <a:moveTo>
                  <a:pt x="0" y="51794"/>
                </a:moveTo>
                <a:cubicBezTo>
                  <a:pt x="0" y="23183"/>
                  <a:pt x="23183" y="0"/>
                  <a:pt x="51794" y="0"/>
                </a:cubicBezTo>
                <a:lnTo>
                  <a:pt x="1827687" y="0"/>
                </a:lnTo>
                <a:cubicBezTo>
                  <a:pt x="1856298" y="0"/>
                  <a:pt x="1879481" y="23183"/>
                  <a:pt x="1879481" y="51794"/>
                </a:cubicBezTo>
                <a:lnTo>
                  <a:pt x="1879481" y="258970"/>
                </a:lnTo>
                <a:cubicBezTo>
                  <a:pt x="1879481" y="287580"/>
                  <a:pt x="1856298" y="310764"/>
                  <a:pt x="1827687" y="310764"/>
                </a:cubicBezTo>
                <a:lnTo>
                  <a:pt x="51794" y="310764"/>
                </a:lnTo>
                <a:cubicBezTo>
                  <a:pt x="23183" y="310764"/>
                  <a:pt x="0" y="287580"/>
                  <a:pt x="0" y="258970"/>
                </a:cubicBezTo>
                <a:lnTo>
                  <a:pt x="0" y="51794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...">
            <a:extLst xmlns:a="http://schemas.openxmlformats.org/drawingml/2006/main">
              <a:ext uri="{FF2B5EF4-FFF2-40B4-BE49-F238E27FC236}">
                <a16:creationId xmlns:a16="http://schemas.microsoft.com/office/drawing/2014/main" id="{0D8B89EF-DC6C-4356-9FD6-EAACF376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224" y="1455767"/>
            <a:ext cx="174626" cy="34291"/>
          </a:xfrm>
          <a:custGeom xmlns:a="http://schemas.openxmlformats.org/drawingml/2006/main">
            <a:pathLst>
              <a:path w="174626" h="34291">
                <a:moveTo>
                  <a:pt x="0" y="34291"/>
                </a:moveTo>
                <a:lnTo>
                  <a:pt x="0" y="0"/>
                </a:lnTo>
                <a:lnTo>
                  <a:pt x="34170" y="0"/>
                </a:lnTo>
                <a:lnTo>
                  <a:pt x="34170" y="34291"/>
                </a:lnTo>
                <a:lnTo>
                  <a:pt x="0" y="34291"/>
                </a:lnTo>
                <a:close/>
                <a:moveTo>
                  <a:pt x="70228" y="34291"/>
                </a:moveTo>
                <a:lnTo>
                  <a:pt x="70228" y="0"/>
                </a:lnTo>
                <a:lnTo>
                  <a:pt x="104398" y="0"/>
                </a:lnTo>
                <a:lnTo>
                  <a:pt x="104398" y="34291"/>
                </a:lnTo>
                <a:lnTo>
                  <a:pt x="70228" y="34291"/>
                </a:lnTo>
                <a:close/>
                <a:moveTo>
                  <a:pt x="140457" y="34291"/>
                </a:moveTo>
                <a:lnTo>
                  <a:pt x="140457" y="0"/>
                </a:lnTo>
                <a:lnTo>
                  <a:pt x="174626" y="0"/>
                </a:lnTo>
                <a:lnTo>
                  <a:pt x="174626" y="34291"/>
                </a:lnTo>
                <a:lnTo>
                  <a:pt x="140457" y="342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Contextual">
            <a:extLst xmlns:a="http://schemas.openxmlformats.org/drawingml/2006/main">
              <a:ext uri="{FF2B5EF4-FFF2-40B4-BE49-F238E27FC236}">
                <a16:creationId xmlns:a16="http://schemas.microsoft.com/office/drawing/2014/main" id="{9230BBC6-1B50-4CD6-AC56-5B55A8C5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2183" y="293919"/>
            <a:ext cx="894715" cy="130947"/>
          </a:xfrm>
          <a:custGeom xmlns:a="http://schemas.openxmlformats.org/drawingml/2006/main">
            <a:pathLst>
              <a:path w="894715" h="130947">
                <a:moveTo>
                  <a:pt x="85401" y="82123"/>
                </a:moveTo>
                <a:lnTo>
                  <a:pt x="110158" y="89886"/>
                </a:lnTo>
                <a:cubicBezTo>
                  <a:pt x="106362" y="103776"/>
                  <a:pt x="100051" y="114093"/>
                  <a:pt x="91223" y="120836"/>
                </a:cubicBezTo>
                <a:cubicBezTo>
                  <a:pt x="82396" y="127577"/>
                  <a:pt x="71196" y="130947"/>
                  <a:pt x="57624" y="130947"/>
                </a:cubicBezTo>
                <a:cubicBezTo>
                  <a:pt x="40831" y="130947"/>
                  <a:pt x="27029" y="125204"/>
                  <a:pt x="16217" y="113716"/>
                </a:cubicBezTo>
                <a:cubicBezTo>
                  <a:pt x="5406" y="102227"/>
                  <a:pt x="0" y="86521"/>
                  <a:pt x="0" y="66598"/>
                </a:cubicBezTo>
                <a:cubicBezTo>
                  <a:pt x="0" y="45521"/>
                  <a:pt x="5435" y="29152"/>
                  <a:pt x="16304" y="17493"/>
                </a:cubicBezTo>
                <a:cubicBezTo>
                  <a:pt x="27173" y="5831"/>
                  <a:pt x="41464" y="0"/>
                  <a:pt x="59177" y="0"/>
                </a:cubicBezTo>
                <a:cubicBezTo>
                  <a:pt x="74646" y="0"/>
                  <a:pt x="87212" y="4583"/>
                  <a:pt x="96874" y="13748"/>
                </a:cubicBezTo>
                <a:cubicBezTo>
                  <a:pt x="102624" y="19167"/>
                  <a:pt x="106938" y="26948"/>
                  <a:pt x="109813" y="37093"/>
                </a:cubicBezTo>
                <a:lnTo>
                  <a:pt x="84538" y="43132"/>
                </a:lnTo>
                <a:cubicBezTo>
                  <a:pt x="83043" y="36576"/>
                  <a:pt x="79923" y="31400"/>
                  <a:pt x="75178" y="27604"/>
                </a:cubicBezTo>
                <a:cubicBezTo>
                  <a:pt x="70434" y="23809"/>
                  <a:pt x="64669" y="21911"/>
                  <a:pt x="57883" y="21911"/>
                </a:cubicBezTo>
                <a:cubicBezTo>
                  <a:pt x="48509" y="21911"/>
                  <a:pt x="40903" y="25275"/>
                  <a:pt x="35066" y="32004"/>
                </a:cubicBezTo>
                <a:cubicBezTo>
                  <a:pt x="29229" y="38732"/>
                  <a:pt x="26310" y="49630"/>
                  <a:pt x="26310" y="64697"/>
                </a:cubicBezTo>
                <a:cubicBezTo>
                  <a:pt x="26310" y="80685"/>
                  <a:pt x="29186" y="92072"/>
                  <a:pt x="34937" y="98858"/>
                </a:cubicBezTo>
                <a:cubicBezTo>
                  <a:pt x="40687" y="105644"/>
                  <a:pt x="48164" y="109037"/>
                  <a:pt x="57365" y="109037"/>
                </a:cubicBezTo>
                <a:cubicBezTo>
                  <a:pt x="64151" y="109037"/>
                  <a:pt x="69988" y="106874"/>
                  <a:pt x="74876" y="102548"/>
                </a:cubicBezTo>
                <a:cubicBezTo>
                  <a:pt x="79765" y="98220"/>
                  <a:pt x="83273" y="91412"/>
                  <a:pt x="85401" y="82123"/>
                </a:cubicBezTo>
                <a:close/>
                <a:moveTo>
                  <a:pt x="126419" y="81605"/>
                </a:moveTo>
                <a:cubicBezTo>
                  <a:pt x="126419" y="73554"/>
                  <a:pt x="128403" y="65761"/>
                  <a:pt x="132371" y="58228"/>
                </a:cubicBezTo>
                <a:cubicBezTo>
                  <a:pt x="136339" y="50694"/>
                  <a:pt x="141960" y="44943"/>
                  <a:pt x="149235" y="40975"/>
                </a:cubicBezTo>
                <a:cubicBezTo>
                  <a:pt x="156510" y="37007"/>
                  <a:pt x="164633" y="35023"/>
                  <a:pt x="173605" y="35023"/>
                </a:cubicBezTo>
                <a:cubicBezTo>
                  <a:pt x="187464" y="35023"/>
                  <a:pt x="198822" y="39523"/>
                  <a:pt x="207678" y="48523"/>
                </a:cubicBezTo>
                <a:cubicBezTo>
                  <a:pt x="216535" y="57523"/>
                  <a:pt x="220963" y="68896"/>
                  <a:pt x="220963" y="82640"/>
                </a:cubicBezTo>
                <a:cubicBezTo>
                  <a:pt x="220963" y="96500"/>
                  <a:pt x="216492" y="107987"/>
                  <a:pt x="207549" y="117102"/>
                </a:cubicBezTo>
                <a:cubicBezTo>
                  <a:pt x="198606" y="126217"/>
                  <a:pt x="187349" y="130775"/>
                  <a:pt x="173777" y="130775"/>
                </a:cubicBezTo>
                <a:cubicBezTo>
                  <a:pt x="165381" y="130775"/>
                  <a:pt x="157373" y="128877"/>
                  <a:pt x="149753" y="125082"/>
                </a:cubicBezTo>
                <a:cubicBezTo>
                  <a:pt x="142133" y="121286"/>
                  <a:pt x="136339" y="115722"/>
                  <a:pt x="132371" y="108390"/>
                </a:cubicBezTo>
                <a:cubicBezTo>
                  <a:pt x="128403" y="101057"/>
                  <a:pt x="126419" y="92129"/>
                  <a:pt x="126419" y="81605"/>
                </a:cubicBezTo>
                <a:moveTo>
                  <a:pt x="151262" y="82899"/>
                </a:moveTo>
                <a:cubicBezTo>
                  <a:pt x="151262" y="91957"/>
                  <a:pt x="153419" y="98894"/>
                  <a:pt x="157732" y="103710"/>
                </a:cubicBezTo>
                <a:cubicBezTo>
                  <a:pt x="162045" y="108526"/>
                  <a:pt x="167365" y="110934"/>
                  <a:pt x="173691" y="110934"/>
                </a:cubicBezTo>
                <a:cubicBezTo>
                  <a:pt x="180017" y="110934"/>
                  <a:pt x="185322" y="108526"/>
                  <a:pt x="189606" y="103710"/>
                </a:cubicBezTo>
                <a:cubicBezTo>
                  <a:pt x="193891" y="98894"/>
                  <a:pt x="196033" y="91899"/>
                  <a:pt x="196033" y="82726"/>
                </a:cubicBezTo>
                <a:cubicBezTo>
                  <a:pt x="196033" y="73784"/>
                  <a:pt x="193891" y="66904"/>
                  <a:pt x="189606" y="62088"/>
                </a:cubicBezTo>
                <a:cubicBezTo>
                  <a:pt x="185322" y="57272"/>
                  <a:pt x="180017" y="54863"/>
                  <a:pt x="173691" y="54863"/>
                </a:cubicBezTo>
                <a:cubicBezTo>
                  <a:pt x="167365" y="54863"/>
                  <a:pt x="162045" y="57272"/>
                  <a:pt x="157732" y="62088"/>
                </a:cubicBezTo>
                <a:cubicBezTo>
                  <a:pt x="153419" y="66904"/>
                  <a:pt x="151262" y="73841"/>
                  <a:pt x="151262" y="82899"/>
                </a:cubicBezTo>
                <a:close/>
                <a:moveTo>
                  <a:pt x="323900" y="128705"/>
                </a:moveTo>
                <a:lnTo>
                  <a:pt x="299660" y="128705"/>
                </a:lnTo>
                <a:lnTo>
                  <a:pt x="299660" y="82004"/>
                </a:lnTo>
                <a:cubicBezTo>
                  <a:pt x="299660" y="72123"/>
                  <a:pt x="299143" y="65733"/>
                  <a:pt x="298107" y="62832"/>
                </a:cubicBezTo>
                <a:cubicBezTo>
                  <a:pt x="297072" y="59931"/>
                  <a:pt x="295390" y="57677"/>
                  <a:pt x="293061" y="56068"/>
                </a:cubicBezTo>
                <a:cubicBezTo>
                  <a:pt x="290732" y="54460"/>
                  <a:pt x="287928" y="53656"/>
                  <a:pt x="284650" y="53656"/>
                </a:cubicBezTo>
                <a:cubicBezTo>
                  <a:pt x="280452" y="53656"/>
                  <a:pt x="276685" y="54805"/>
                  <a:pt x="273350" y="57104"/>
                </a:cubicBezTo>
                <a:cubicBezTo>
                  <a:pt x="270014" y="59400"/>
                  <a:pt x="267728" y="62445"/>
                  <a:pt x="266492" y="66237"/>
                </a:cubicBezTo>
                <a:cubicBezTo>
                  <a:pt x="265255" y="70027"/>
                  <a:pt x="264637" y="77035"/>
                  <a:pt x="264637" y="87261"/>
                </a:cubicBezTo>
                <a:lnTo>
                  <a:pt x="264637" y="128705"/>
                </a:lnTo>
                <a:lnTo>
                  <a:pt x="240397" y="128705"/>
                </a:lnTo>
                <a:lnTo>
                  <a:pt x="240397" y="37093"/>
                </a:lnTo>
                <a:lnTo>
                  <a:pt x="262912" y="37093"/>
                </a:lnTo>
                <a:lnTo>
                  <a:pt x="262912" y="50550"/>
                </a:lnTo>
                <a:cubicBezTo>
                  <a:pt x="270906" y="40199"/>
                  <a:pt x="280970" y="35023"/>
                  <a:pt x="293104" y="35023"/>
                </a:cubicBezTo>
                <a:cubicBezTo>
                  <a:pt x="298452" y="35023"/>
                  <a:pt x="303341" y="35986"/>
                  <a:pt x="307769" y="37913"/>
                </a:cubicBezTo>
                <a:cubicBezTo>
                  <a:pt x="312197" y="39839"/>
                  <a:pt x="315547" y="42298"/>
                  <a:pt x="317818" y="45288"/>
                </a:cubicBezTo>
                <a:cubicBezTo>
                  <a:pt x="320090" y="48279"/>
                  <a:pt x="321672" y="51672"/>
                  <a:pt x="322563" y="55467"/>
                </a:cubicBezTo>
                <a:cubicBezTo>
                  <a:pt x="323454" y="59263"/>
                  <a:pt x="323900" y="64697"/>
                  <a:pt x="323900" y="71771"/>
                </a:cubicBezTo>
                <a:lnTo>
                  <a:pt x="323900" y="128705"/>
                </a:lnTo>
                <a:close/>
                <a:moveTo>
                  <a:pt x="391142" y="37093"/>
                </a:moveTo>
                <a:lnTo>
                  <a:pt x="391142" y="56416"/>
                </a:lnTo>
                <a:lnTo>
                  <a:pt x="374579" y="56416"/>
                </a:lnTo>
                <a:lnTo>
                  <a:pt x="374579" y="93277"/>
                </a:lnTo>
                <a:cubicBezTo>
                  <a:pt x="374579" y="100743"/>
                  <a:pt x="374737" y="105093"/>
                  <a:pt x="375054" y="106327"/>
                </a:cubicBezTo>
                <a:cubicBezTo>
                  <a:pt x="375370" y="107560"/>
                  <a:pt x="376089" y="108579"/>
                  <a:pt x="377210" y="109384"/>
                </a:cubicBezTo>
                <a:cubicBezTo>
                  <a:pt x="378332" y="110188"/>
                  <a:pt x="379698" y="110589"/>
                  <a:pt x="381308" y="110589"/>
                </a:cubicBezTo>
                <a:cubicBezTo>
                  <a:pt x="383551" y="110589"/>
                  <a:pt x="386800" y="109813"/>
                  <a:pt x="391056" y="108260"/>
                </a:cubicBezTo>
                <a:lnTo>
                  <a:pt x="393126" y="127136"/>
                </a:lnTo>
                <a:cubicBezTo>
                  <a:pt x="387490" y="129562"/>
                  <a:pt x="381107" y="130775"/>
                  <a:pt x="373975" y="130775"/>
                </a:cubicBezTo>
                <a:cubicBezTo>
                  <a:pt x="369605" y="130775"/>
                  <a:pt x="365665" y="130042"/>
                  <a:pt x="362157" y="128575"/>
                </a:cubicBezTo>
                <a:cubicBezTo>
                  <a:pt x="358649" y="127109"/>
                  <a:pt x="356076" y="125211"/>
                  <a:pt x="354437" y="122882"/>
                </a:cubicBezTo>
                <a:cubicBezTo>
                  <a:pt x="352798" y="120553"/>
                  <a:pt x="351662" y="117404"/>
                  <a:pt x="351029" y="113436"/>
                </a:cubicBezTo>
                <a:cubicBezTo>
                  <a:pt x="350512" y="110618"/>
                  <a:pt x="350253" y="104925"/>
                  <a:pt x="350253" y="96356"/>
                </a:cubicBezTo>
                <a:lnTo>
                  <a:pt x="350253" y="56416"/>
                </a:lnTo>
                <a:lnTo>
                  <a:pt x="339125" y="56416"/>
                </a:lnTo>
                <a:lnTo>
                  <a:pt x="339125" y="37093"/>
                </a:lnTo>
                <a:lnTo>
                  <a:pt x="350253" y="37093"/>
                </a:lnTo>
                <a:lnTo>
                  <a:pt x="350253" y="18805"/>
                </a:lnTo>
                <a:lnTo>
                  <a:pt x="374579" y="4486"/>
                </a:lnTo>
                <a:lnTo>
                  <a:pt x="374579" y="37093"/>
                </a:lnTo>
                <a:lnTo>
                  <a:pt x="391142" y="37093"/>
                </a:lnTo>
                <a:close/>
                <a:moveTo>
                  <a:pt x="461720" y="99548"/>
                </a:moveTo>
                <a:lnTo>
                  <a:pt x="485874" y="103688"/>
                </a:lnTo>
                <a:cubicBezTo>
                  <a:pt x="482768" y="112516"/>
                  <a:pt x="477865" y="119237"/>
                  <a:pt x="471166" y="123852"/>
                </a:cubicBezTo>
                <a:cubicBezTo>
                  <a:pt x="464466" y="128467"/>
                  <a:pt x="456084" y="130775"/>
                  <a:pt x="446020" y="130775"/>
                </a:cubicBezTo>
                <a:cubicBezTo>
                  <a:pt x="430090" y="130775"/>
                  <a:pt x="418301" y="125570"/>
                  <a:pt x="410652" y="115161"/>
                </a:cubicBezTo>
                <a:cubicBezTo>
                  <a:pt x="404614" y="106823"/>
                  <a:pt x="401594" y="96298"/>
                  <a:pt x="401594" y="83589"/>
                </a:cubicBezTo>
                <a:cubicBezTo>
                  <a:pt x="401594" y="68407"/>
                  <a:pt x="405563" y="56517"/>
                  <a:pt x="413499" y="47919"/>
                </a:cubicBezTo>
                <a:cubicBezTo>
                  <a:pt x="421435" y="39322"/>
                  <a:pt x="431470" y="35023"/>
                  <a:pt x="443605" y="35023"/>
                </a:cubicBezTo>
                <a:cubicBezTo>
                  <a:pt x="457234" y="35023"/>
                  <a:pt x="467988" y="39523"/>
                  <a:pt x="475867" y="48523"/>
                </a:cubicBezTo>
                <a:cubicBezTo>
                  <a:pt x="483746" y="57523"/>
                  <a:pt x="487513" y="71311"/>
                  <a:pt x="487167" y="89886"/>
                </a:cubicBezTo>
                <a:lnTo>
                  <a:pt x="426438" y="89886"/>
                </a:lnTo>
                <a:cubicBezTo>
                  <a:pt x="426611" y="97075"/>
                  <a:pt x="428566" y="102668"/>
                  <a:pt x="432304" y="106664"/>
                </a:cubicBezTo>
                <a:cubicBezTo>
                  <a:pt x="436042" y="110661"/>
                  <a:pt x="440700" y="112660"/>
                  <a:pt x="446279" y="112660"/>
                </a:cubicBezTo>
                <a:cubicBezTo>
                  <a:pt x="450074" y="112660"/>
                  <a:pt x="453266" y="111625"/>
                  <a:pt x="455854" y="109554"/>
                </a:cubicBezTo>
                <a:cubicBezTo>
                  <a:pt x="458442" y="107484"/>
                  <a:pt x="460397" y="104148"/>
                  <a:pt x="461720" y="99548"/>
                </a:cubicBezTo>
                <a:moveTo>
                  <a:pt x="463100" y="75049"/>
                </a:moveTo>
                <a:cubicBezTo>
                  <a:pt x="462928" y="68062"/>
                  <a:pt x="461116" y="62749"/>
                  <a:pt x="457665" y="59112"/>
                </a:cubicBezTo>
                <a:cubicBezTo>
                  <a:pt x="454215" y="55474"/>
                  <a:pt x="450017" y="53656"/>
                  <a:pt x="445071" y="53656"/>
                </a:cubicBezTo>
                <a:cubicBezTo>
                  <a:pt x="439780" y="53656"/>
                  <a:pt x="435410" y="55574"/>
                  <a:pt x="431959" y="59411"/>
                </a:cubicBezTo>
                <a:cubicBezTo>
                  <a:pt x="428509" y="63250"/>
                  <a:pt x="426812" y="68462"/>
                  <a:pt x="426870" y="75049"/>
                </a:cubicBezTo>
                <a:lnTo>
                  <a:pt x="463100" y="75049"/>
                </a:lnTo>
                <a:close/>
                <a:moveTo>
                  <a:pt x="494932" y="128705"/>
                </a:moveTo>
                <a:lnTo>
                  <a:pt x="527970" y="81519"/>
                </a:lnTo>
                <a:lnTo>
                  <a:pt x="496312" y="37093"/>
                </a:lnTo>
                <a:lnTo>
                  <a:pt x="525900" y="37093"/>
                </a:lnTo>
                <a:lnTo>
                  <a:pt x="542118" y="62282"/>
                </a:lnTo>
                <a:lnTo>
                  <a:pt x="559198" y="37093"/>
                </a:lnTo>
                <a:lnTo>
                  <a:pt x="587664" y="37093"/>
                </a:lnTo>
                <a:lnTo>
                  <a:pt x="556610" y="80484"/>
                </a:lnTo>
                <a:lnTo>
                  <a:pt x="590511" y="128705"/>
                </a:lnTo>
                <a:lnTo>
                  <a:pt x="560750" y="128705"/>
                </a:lnTo>
                <a:lnTo>
                  <a:pt x="542118" y="100324"/>
                </a:lnTo>
                <a:lnTo>
                  <a:pt x="523312" y="128705"/>
                </a:lnTo>
                <a:lnTo>
                  <a:pt x="494932" y="128705"/>
                </a:lnTo>
                <a:close/>
                <a:moveTo>
                  <a:pt x="646496" y="37093"/>
                </a:moveTo>
                <a:lnTo>
                  <a:pt x="646496" y="56416"/>
                </a:lnTo>
                <a:lnTo>
                  <a:pt x="629934" y="56416"/>
                </a:lnTo>
                <a:lnTo>
                  <a:pt x="629934" y="93277"/>
                </a:lnTo>
                <a:cubicBezTo>
                  <a:pt x="629934" y="100743"/>
                  <a:pt x="630092" y="105093"/>
                  <a:pt x="630408" y="106327"/>
                </a:cubicBezTo>
                <a:cubicBezTo>
                  <a:pt x="630724" y="107560"/>
                  <a:pt x="631443" y="108579"/>
                  <a:pt x="632565" y="109384"/>
                </a:cubicBezTo>
                <a:cubicBezTo>
                  <a:pt x="633686" y="110188"/>
                  <a:pt x="635052" y="110589"/>
                  <a:pt x="636662" y="110589"/>
                </a:cubicBezTo>
                <a:cubicBezTo>
                  <a:pt x="638905" y="110589"/>
                  <a:pt x="642154" y="109813"/>
                  <a:pt x="646410" y="108260"/>
                </a:cubicBezTo>
                <a:lnTo>
                  <a:pt x="648480" y="127136"/>
                </a:lnTo>
                <a:cubicBezTo>
                  <a:pt x="642844" y="129562"/>
                  <a:pt x="636461" y="130775"/>
                  <a:pt x="629330" y="130775"/>
                </a:cubicBezTo>
                <a:cubicBezTo>
                  <a:pt x="624959" y="130775"/>
                  <a:pt x="621020" y="130042"/>
                  <a:pt x="617512" y="128575"/>
                </a:cubicBezTo>
                <a:cubicBezTo>
                  <a:pt x="614004" y="127109"/>
                  <a:pt x="611430" y="125211"/>
                  <a:pt x="609791" y="122882"/>
                </a:cubicBezTo>
                <a:cubicBezTo>
                  <a:pt x="608152" y="120553"/>
                  <a:pt x="607016" y="117404"/>
                  <a:pt x="606384" y="113436"/>
                </a:cubicBezTo>
                <a:cubicBezTo>
                  <a:pt x="605866" y="110618"/>
                  <a:pt x="605607" y="104925"/>
                  <a:pt x="605607" y="96356"/>
                </a:cubicBezTo>
                <a:lnTo>
                  <a:pt x="605607" y="56416"/>
                </a:lnTo>
                <a:lnTo>
                  <a:pt x="594479" y="56416"/>
                </a:lnTo>
                <a:lnTo>
                  <a:pt x="594479" y="37093"/>
                </a:lnTo>
                <a:lnTo>
                  <a:pt x="605607" y="37093"/>
                </a:lnTo>
                <a:lnTo>
                  <a:pt x="605607" y="18805"/>
                </a:lnTo>
                <a:lnTo>
                  <a:pt x="629934" y="4486"/>
                </a:lnTo>
                <a:lnTo>
                  <a:pt x="629934" y="37093"/>
                </a:lnTo>
                <a:lnTo>
                  <a:pt x="646496" y="37093"/>
                </a:lnTo>
                <a:close/>
                <a:moveTo>
                  <a:pt x="724321" y="128705"/>
                </a:moveTo>
                <a:lnTo>
                  <a:pt x="724321" y="114989"/>
                </a:lnTo>
                <a:cubicBezTo>
                  <a:pt x="720985" y="119877"/>
                  <a:pt x="716600" y="123730"/>
                  <a:pt x="711166" y="126548"/>
                </a:cubicBezTo>
                <a:cubicBezTo>
                  <a:pt x="705731" y="129366"/>
                  <a:pt x="699994" y="130775"/>
                  <a:pt x="693956" y="130775"/>
                </a:cubicBezTo>
                <a:cubicBezTo>
                  <a:pt x="687803" y="130775"/>
                  <a:pt x="682282" y="129423"/>
                  <a:pt x="677394" y="126721"/>
                </a:cubicBezTo>
                <a:cubicBezTo>
                  <a:pt x="672505" y="124018"/>
                  <a:pt x="668969" y="120222"/>
                  <a:pt x="666783" y="115334"/>
                </a:cubicBezTo>
                <a:cubicBezTo>
                  <a:pt x="664598" y="110446"/>
                  <a:pt x="663505" y="103688"/>
                  <a:pt x="663505" y="95062"/>
                </a:cubicBezTo>
                <a:lnTo>
                  <a:pt x="663505" y="37093"/>
                </a:lnTo>
                <a:lnTo>
                  <a:pt x="687745" y="37093"/>
                </a:lnTo>
                <a:lnTo>
                  <a:pt x="687745" y="79093"/>
                </a:lnTo>
                <a:cubicBezTo>
                  <a:pt x="687745" y="91946"/>
                  <a:pt x="688191" y="99821"/>
                  <a:pt x="689082" y="102718"/>
                </a:cubicBezTo>
                <a:cubicBezTo>
                  <a:pt x="689974" y="105615"/>
                  <a:pt x="691598" y="107910"/>
                  <a:pt x="693956" y="109603"/>
                </a:cubicBezTo>
                <a:cubicBezTo>
                  <a:pt x="696314" y="111296"/>
                  <a:pt x="699304" y="112142"/>
                  <a:pt x="702927" y="112142"/>
                </a:cubicBezTo>
                <a:cubicBezTo>
                  <a:pt x="707068" y="112142"/>
                  <a:pt x="710777" y="111009"/>
                  <a:pt x="714055" y="108743"/>
                </a:cubicBezTo>
                <a:cubicBezTo>
                  <a:pt x="717333" y="106477"/>
                  <a:pt x="719576" y="103665"/>
                  <a:pt x="720784" y="100308"/>
                </a:cubicBezTo>
                <a:cubicBezTo>
                  <a:pt x="721992" y="96951"/>
                  <a:pt x="722595" y="88732"/>
                  <a:pt x="722595" y="75650"/>
                </a:cubicBezTo>
                <a:lnTo>
                  <a:pt x="722595" y="37093"/>
                </a:lnTo>
                <a:lnTo>
                  <a:pt x="746835" y="37093"/>
                </a:lnTo>
                <a:lnTo>
                  <a:pt x="746835" y="128705"/>
                </a:lnTo>
                <a:lnTo>
                  <a:pt x="724321" y="128705"/>
                </a:lnTo>
                <a:close/>
                <a:moveTo>
                  <a:pt x="790682" y="65387"/>
                </a:moveTo>
                <a:lnTo>
                  <a:pt x="768684" y="61419"/>
                </a:lnTo>
                <a:cubicBezTo>
                  <a:pt x="771157" y="52446"/>
                  <a:pt x="775413" y="45804"/>
                  <a:pt x="781451" y="41493"/>
                </a:cubicBezTo>
                <a:cubicBezTo>
                  <a:pt x="787490" y="37179"/>
                  <a:pt x="796461" y="35023"/>
                  <a:pt x="808366" y="35023"/>
                </a:cubicBezTo>
                <a:cubicBezTo>
                  <a:pt x="819177" y="35023"/>
                  <a:pt x="827228" y="36302"/>
                  <a:pt x="832519" y="38862"/>
                </a:cubicBezTo>
                <a:cubicBezTo>
                  <a:pt x="837810" y="41421"/>
                  <a:pt x="841534" y="44670"/>
                  <a:pt x="843690" y="48609"/>
                </a:cubicBezTo>
                <a:cubicBezTo>
                  <a:pt x="845847" y="52549"/>
                  <a:pt x="846925" y="59780"/>
                  <a:pt x="846925" y="70304"/>
                </a:cubicBezTo>
                <a:lnTo>
                  <a:pt x="846666" y="98599"/>
                </a:lnTo>
                <a:cubicBezTo>
                  <a:pt x="846666" y="106650"/>
                  <a:pt x="847055" y="112588"/>
                  <a:pt x="847831" y="116412"/>
                </a:cubicBezTo>
                <a:cubicBezTo>
                  <a:pt x="848607" y="120236"/>
                  <a:pt x="850059" y="124334"/>
                  <a:pt x="852187" y="128705"/>
                </a:cubicBezTo>
                <a:lnTo>
                  <a:pt x="828206" y="128705"/>
                </a:lnTo>
                <a:cubicBezTo>
                  <a:pt x="827573" y="127094"/>
                  <a:pt x="826797" y="124708"/>
                  <a:pt x="825877" y="121545"/>
                </a:cubicBezTo>
                <a:cubicBezTo>
                  <a:pt x="825474" y="120107"/>
                  <a:pt x="825187" y="119158"/>
                  <a:pt x="825014" y="118698"/>
                </a:cubicBezTo>
                <a:cubicBezTo>
                  <a:pt x="820874" y="122724"/>
                  <a:pt x="816446" y="125743"/>
                  <a:pt x="811730" y="127756"/>
                </a:cubicBezTo>
                <a:cubicBezTo>
                  <a:pt x="807014" y="129769"/>
                  <a:pt x="801982" y="130775"/>
                  <a:pt x="796634" y="130775"/>
                </a:cubicBezTo>
                <a:cubicBezTo>
                  <a:pt x="787202" y="130775"/>
                  <a:pt x="779769" y="128227"/>
                  <a:pt x="774335" y="123130"/>
                </a:cubicBezTo>
                <a:cubicBezTo>
                  <a:pt x="768900" y="118033"/>
                  <a:pt x="766183" y="111590"/>
                  <a:pt x="766183" y="103802"/>
                </a:cubicBezTo>
                <a:cubicBezTo>
                  <a:pt x="766183" y="98647"/>
                  <a:pt x="767419" y="94052"/>
                  <a:pt x="769892" y="90016"/>
                </a:cubicBezTo>
                <a:cubicBezTo>
                  <a:pt x="772365" y="85977"/>
                  <a:pt x="775830" y="82885"/>
                  <a:pt x="780287" y="80737"/>
                </a:cubicBezTo>
                <a:cubicBezTo>
                  <a:pt x="784744" y="78589"/>
                  <a:pt x="791170" y="76714"/>
                  <a:pt x="799567" y="75111"/>
                </a:cubicBezTo>
                <a:cubicBezTo>
                  <a:pt x="810896" y="72992"/>
                  <a:pt x="818746" y="71016"/>
                  <a:pt x="823117" y="69183"/>
                </a:cubicBezTo>
                <a:lnTo>
                  <a:pt x="823117" y="66741"/>
                </a:lnTo>
                <a:cubicBezTo>
                  <a:pt x="823117" y="62030"/>
                  <a:pt x="821966" y="58672"/>
                  <a:pt x="819666" y="56667"/>
                </a:cubicBezTo>
                <a:cubicBezTo>
                  <a:pt x="817366" y="54659"/>
                  <a:pt x="813024" y="53656"/>
                  <a:pt x="806640" y="53656"/>
                </a:cubicBezTo>
                <a:cubicBezTo>
                  <a:pt x="802327" y="53656"/>
                  <a:pt x="798963" y="54524"/>
                  <a:pt x="796547" y="56260"/>
                </a:cubicBezTo>
                <a:cubicBezTo>
                  <a:pt x="794132" y="57994"/>
                  <a:pt x="792177" y="61037"/>
                  <a:pt x="790682" y="65387"/>
                </a:cubicBezTo>
                <a:moveTo>
                  <a:pt x="823117" y="85055"/>
                </a:moveTo>
                <a:cubicBezTo>
                  <a:pt x="820011" y="86078"/>
                  <a:pt x="815094" y="87300"/>
                  <a:pt x="808366" y="88722"/>
                </a:cubicBezTo>
                <a:cubicBezTo>
                  <a:pt x="801637" y="90141"/>
                  <a:pt x="797238" y="91533"/>
                  <a:pt x="795167" y="92897"/>
                </a:cubicBezTo>
                <a:cubicBezTo>
                  <a:pt x="792004" y="95113"/>
                  <a:pt x="790423" y="97926"/>
                  <a:pt x="790423" y="101335"/>
                </a:cubicBezTo>
                <a:cubicBezTo>
                  <a:pt x="790423" y="104688"/>
                  <a:pt x="791688" y="107587"/>
                  <a:pt x="794218" y="110031"/>
                </a:cubicBezTo>
                <a:cubicBezTo>
                  <a:pt x="796749" y="112474"/>
                  <a:pt x="799969" y="113695"/>
                  <a:pt x="803880" y="113695"/>
                </a:cubicBezTo>
                <a:cubicBezTo>
                  <a:pt x="808251" y="113695"/>
                  <a:pt x="812420" y="112274"/>
                  <a:pt x="816388" y="109433"/>
                </a:cubicBezTo>
                <a:cubicBezTo>
                  <a:pt x="819321" y="107275"/>
                  <a:pt x="821247" y="104632"/>
                  <a:pt x="822168" y="101505"/>
                </a:cubicBezTo>
                <a:cubicBezTo>
                  <a:pt x="822800" y="99460"/>
                  <a:pt x="823117" y="95568"/>
                  <a:pt x="823117" y="89830"/>
                </a:cubicBezTo>
                <a:lnTo>
                  <a:pt x="823117" y="85055"/>
                </a:lnTo>
                <a:close/>
                <a:moveTo>
                  <a:pt x="870475" y="128705"/>
                </a:moveTo>
                <a:lnTo>
                  <a:pt x="870475" y="2243"/>
                </a:lnTo>
                <a:lnTo>
                  <a:pt x="894715" y="2243"/>
                </a:lnTo>
                <a:lnTo>
                  <a:pt x="894715" y="128705"/>
                </a:lnTo>
                <a:lnTo>
                  <a:pt x="870475" y="1287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DependencyIdentification">
            <a:extLst xmlns:a="http://schemas.openxmlformats.org/drawingml/2006/main">
              <a:ext uri="{FF2B5EF4-FFF2-40B4-BE49-F238E27FC236}">
                <a16:creationId xmlns:a16="http://schemas.microsoft.com/office/drawing/2014/main" id="{BDA6D555-FEB1-4FE7-981A-79D1991A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188" y="506803"/>
            <a:ext cx="2177508" cy="165970"/>
          </a:xfrm>
          <a:custGeom xmlns:a="http://schemas.openxmlformats.org/drawingml/2006/main">
            <a:pathLst>
              <a:path w="2177508" h="165970">
                <a:moveTo>
                  <a:pt x="0" y="2243"/>
                </a:moveTo>
                <a:lnTo>
                  <a:pt x="46668" y="2243"/>
                </a:lnTo>
                <a:cubicBezTo>
                  <a:pt x="57192" y="2243"/>
                  <a:pt x="65215" y="3048"/>
                  <a:pt x="70736" y="4658"/>
                </a:cubicBezTo>
                <a:cubicBezTo>
                  <a:pt x="78154" y="6844"/>
                  <a:pt x="84509" y="10725"/>
                  <a:pt x="89800" y="16304"/>
                </a:cubicBezTo>
                <a:cubicBezTo>
                  <a:pt x="95091" y="21882"/>
                  <a:pt x="99116" y="28711"/>
                  <a:pt x="101877" y="36791"/>
                </a:cubicBezTo>
                <a:cubicBezTo>
                  <a:pt x="104637" y="44871"/>
                  <a:pt x="106017" y="54835"/>
                  <a:pt x="106017" y="66681"/>
                </a:cubicBezTo>
                <a:cubicBezTo>
                  <a:pt x="106017" y="77091"/>
                  <a:pt x="104723" y="86062"/>
                  <a:pt x="102136" y="93596"/>
                </a:cubicBezTo>
                <a:cubicBezTo>
                  <a:pt x="98973" y="102797"/>
                  <a:pt x="94458" y="110244"/>
                  <a:pt x="88592" y="115938"/>
                </a:cubicBezTo>
                <a:cubicBezTo>
                  <a:pt x="84164" y="120251"/>
                  <a:pt x="78183" y="123615"/>
                  <a:pt x="70650" y="126030"/>
                </a:cubicBezTo>
                <a:cubicBezTo>
                  <a:pt x="65014" y="127813"/>
                  <a:pt x="57480" y="128705"/>
                  <a:pt x="48049" y="128705"/>
                </a:cubicBezTo>
                <a:lnTo>
                  <a:pt x="0" y="128705"/>
                </a:lnTo>
                <a:lnTo>
                  <a:pt x="0" y="2243"/>
                </a:lnTo>
                <a:moveTo>
                  <a:pt x="25534" y="23636"/>
                </a:moveTo>
                <a:lnTo>
                  <a:pt x="25534" y="107311"/>
                </a:lnTo>
                <a:lnTo>
                  <a:pt x="44598" y="107311"/>
                </a:lnTo>
                <a:cubicBezTo>
                  <a:pt x="51729" y="107311"/>
                  <a:pt x="56876" y="106909"/>
                  <a:pt x="60039" y="106104"/>
                </a:cubicBezTo>
                <a:cubicBezTo>
                  <a:pt x="64180" y="105070"/>
                  <a:pt x="67616" y="103319"/>
                  <a:pt x="70348" y="100850"/>
                </a:cubicBezTo>
                <a:cubicBezTo>
                  <a:pt x="73079" y="98379"/>
                  <a:pt x="75308" y="94313"/>
                  <a:pt x="77033" y="88654"/>
                </a:cubicBezTo>
                <a:cubicBezTo>
                  <a:pt x="78758" y="82995"/>
                  <a:pt x="79621" y="75283"/>
                  <a:pt x="79621" y="65517"/>
                </a:cubicBezTo>
                <a:cubicBezTo>
                  <a:pt x="79621" y="55751"/>
                  <a:pt x="78758" y="48254"/>
                  <a:pt x="77033" y="43026"/>
                </a:cubicBezTo>
                <a:cubicBezTo>
                  <a:pt x="75308" y="37799"/>
                  <a:pt x="72892" y="33720"/>
                  <a:pt x="69787" y="30791"/>
                </a:cubicBezTo>
                <a:cubicBezTo>
                  <a:pt x="66681" y="27859"/>
                  <a:pt x="62742" y="25877"/>
                  <a:pt x="57969" y="24844"/>
                </a:cubicBezTo>
                <a:cubicBezTo>
                  <a:pt x="54403" y="24039"/>
                  <a:pt x="47416" y="23636"/>
                  <a:pt x="37007" y="23636"/>
                </a:cubicBezTo>
                <a:lnTo>
                  <a:pt x="25534" y="23636"/>
                </a:lnTo>
                <a:close/>
                <a:moveTo>
                  <a:pt x="180678" y="99548"/>
                </a:moveTo>
                <a:lnTo>
                  <a:pt x="204832" y="103688"/>
                </a:lnTo>
                <a:cubicBezTo>
                  <a:pt x="201726" y="112516"/>
                  <a:pt x="196824" y="119237"/>
                  <a:pt x="190124" y="123852"/>
                </a:cubicBezTo>
                <a:cubicBezTo>
                  <a:pt x="183424" y="128467"/>
                  <a:pt x="175042" y="130775"/>
                  <a:pt x="164978" y="130775"/>
                </a:cubicBezTo>
                <a:cubicBezTo>
                  <a:pt x="149048" y="130775"/>
                  <a:pt x="137259" y="125570"/>
                  <a:pt x="129610" y="115161"/>
                </a:cubicBezTo>
                <a:cubicBezTo>
                  <a:pt x="123572" y="106823"/>
                  <a:pt x="120552" y="96298"/>
                  <a:pt x="120552" y="83589"/>
                </a:cubicBezTo>
                <a:cubicBezTo>
                  <a:pt x="120552" y="68407"/>
                  <a:pt x="124521" y="56517"/>
                  <a:pt x="132457" y="47919"/>
                </a:cubicBezTo>
                <a:cubicBezTo>
                  <a:pt x="140393" y="39322"/>
                  <a:pt x="150428" y="35023"/>
                  <a:pt x="162563" y="35023"/>
                </a:cubicBezTo>
                <a:cubicBezTo>
                  <a:pt x="176192" y="35023"/>
                  <a:pt x="186946" y="39523"/>
                  <a:pt x="194825" y="48523"/>
                </a:cubicBezTo>
                <a:cubicBezTo>
                  <a:pt x="202704" y="57523"/>
                  <a:pt x="206471" y="71311"/>
                  <a:pt x="206126" y="89886"/>
                </a:cubicBezTo>
                <a:lnTo>
                  <a:pt x="145396" y="89886"/>
                </a:lnTo>
                <a:cubicBezTo>
                  <a:pt x="145569" y="97075"/>
                  <a:pt x="147524" y="102668"/>
                  <a:pt x="151262" y="106664"/>
                </a:cubicBezTo>
                <a:cubicBezTo>
                  <a:pt x="155000" y="110661"/>
                  <a:pt x="159658" y="112660"/>
                  <a:pt x="165237" y="112660"/>
                </a:cubicBezTo>
                <a:cubicBezTo>
                  <a:pt x="169032" y="112660"/>
                  <a:pt x="172224" y="111625"/>
                  <a:pt x="174812" y="109554"/>
                </a:cubicBezTo>
                <a:cubicBezTo>
                  <a:pt x="177400" y="107484"/>
                  <a:pt x="179355" y="104148"/>
                  <a:pt x="180678" y="99548"/>
                </a:cubicBezTo>
                <a:moveTo>
                  <a:pt x="182058" y="75049"/>
                </a:moveTo>
                <a:cubicBezTo>
                  <a:pt x="181886" y="68062"/>
                  <a:pt x="180074" y="62749"/>
                  <a:pt x="176624" y="59112"/>
                </a:cubicBezTo>
                <a:cubicBezTo>
                  <a:pt x="173173" y="55474"/>
                  <a:pt x="168975" y="53656"/>
                  <a:pt x="164029" y="53656"/>
                </a:cubicBezTo>
                <a:cubicBezTo>
                  <a:pt x="158738" y="53656"/>
                  <a:pt x="154368" y="55574"/>
                  <a:pt x="150917" y="59411"/>
                </a:cubicBezTo>
                <a:cubicBezTo>
                  <a:pt x="147467" y="63250"/>
                  <a:pt x="145770" y="68462"/>
                  <a:pt x="145828" y="75049"/>
                </a:cubicBezTo>
                <a:lnTo>
                  <a:pt x="182058" y="75049"/>
                </a:lnTo>
                <a:close/>
                <a:moveTo>
                  <a:pt x="224845" y="37093"/>
                </a:moveTo>
                <a:lnTo>
                  <a:pt x="247446" y="37093"/>
                </a:lnTo>
                <a:lnTo>
                  <a:pt x="247446" y="50550"/>
                </a:lnTo>
                <a:cubicBezTo>
                  <a:pt x="250379" y="45950"/>
                  <a:pt x="254347" y="42211"/>
                  <a:pt x="259350" y="39336"/>
                </a:cubicBezTo>
                <a:cubicBezTo>
                  <a:pt x="264354" y="36461"/>
                  <a:pt x="269903" y="35023"/>
                  <a:pt x="275999" y="35023"/>
                </a:cubicBezTo>
                <a:cubicBezTo>
                  <a:pt x="286638" y="35023"/>
                  <a:pt x="295667" y="39192"/>
                  <a:pt x="303086" y="47531"/>
                </a:cubicBezTo>
                <a:cubicBezTo>
                  <a:pt x="310504" y="55870"/>
                  <a:pt x="314214" y="67487"/>
                  <a:pt x="314214" y="82381"/>
                </a:cubicBezTo>
                <a:cubicBezTo>
                  <a:pt x="314214" y="97679"/>
                  <a:pt x="310476" y="109569"/>
                  <a:pt x="302999" y="118051"/>
                </a:cubicBezTo>
                <a:cubicBezTo>
                  <a:pt x="295523" y="126534"/>
                  <a:pt x="286466" y="130775"/>
                  <a:pt x="275827" y="130775"/>
                </a:cubicBezTo>
                <a:cubicBezTo>
                  <a:pt x="270766" y="130775"/>
                  <a:pt x="266179" y="129769"/>
                  <a:pt x="262068" y="127756"/>
                </a:cubicBezTo>
                <a:cubicBezTo>
                  <a:pt x="257956" y="125743"/>
                  <a:pt x="253628" y="122292"/>
                  <a:pt x="249085" y="117404"/>
                </a:cubicBezTo>
                <a:lnTo>
                  <a:pt x="249085" y="163555"/>
                </a:lnTo>
                <a:lnTo>
                  <a:pt x="224845" y="163555"/>
                </a:lnTo>
                <a:lnTo>
                  <a:pt x="224845" y="37093"/>
                </a:lnTo>
                <a:moveTo>
                  <a:pt x="248826" y="81306"/>
                </a:moveTo>
                <a:cubicBezTo>
                  <a:pt x="248826" y="91584"/>
                  <a:pt x="250868" y="99177"/>
                  <a:pt x="254951" y="104087"/>
                </a:cubicBezTo>
                <a:cubicBezTo>
                  <a:pt x="259034" y="108997"/>
                  <a:pt x="264009" y="111452"/>
                  <a:pt x="269874" y="111452"/>
                </a:cubicBezTo>
                <a:cubicBezTo>
                  <a:pt x="275510" y="111452"/>
                  <a:pt x="280197" y="109198"/>
                  <a:pt x="283935" y="104691"/>
                </a:cubicBezTo>
                <a:cubicBezTo>
                  <a:pt x="287673" y="100184"/>
                  <a:pt x="289542" y="92790"/>
                  <a:pt x="289542" y="82511"/>
                </a:cubicBezTo>
                <a:cubicBezTo>
                  <a:pt x="289542" y="72921"/>
                  <a:pt x="287616" y="65801"/>
                  <a:pt x="283763" y="61150"/>
                </a:cubicBezTo>
                <a:cubicBezTo>
                  <a:pt x="279910" y="56499"/>
                  <a:pt x="275136" y="54173"/>
                  <a:pt x="269443" y="54173"/>
                </a:cubicBezTo>
                <a:cubicBezTo>
                  <a:pt x="263520" y="54173"/>
                  <a:pt x="258603" y="56456"/>
                  <a:pt x="254692" y="61020"/>
                </a:cubicBezTo>
                <a:cubicBezTo>
                  <a:pt x="250782" y="65585"/>
                  <a:pt x="248826" y="72347"/>
                  <a:pt x="248826" y="81306"/>
                </a:cubicBezTo>
                <a:close/>
                <a:moveTo>
                  <a:pt x="387149" y="99548"/>
                </a:moveTo>
                <a:lnTo>
                  <a:pt x="411302" y="103688"/>
                </a:lnTo>
                <a:cubicBezTo>
                  <a:pt x="408197" y="112516"/>
                  <a:pt x="403294" y="119237"/>
                  <a:pt x="396594" y="123852"/>
                </a:cubicBezTo>
                <a:cubicBezTo>
                  <a:pt x="389895" y="128467"/>
                  <a:pt x="381513" y="130775"/>
                  <a:pt x="371449" y="130775"/>
                </a:cubicBezTo>
                <a:cubicBezTo>
                  <a:pt x="355519" y="130775"/>
                  <a:pt x="343729" y="125570"/>
                  <a:pt x="336081" y="115161"/>
                </a:cubicBezTo>
                <a:cubicBezTo>
                  <a:pt x="330042" y="106823"/>
                  <a:pt x="327023" y="96298"/>
                  <a:pt x="327023" y="83589"/>
                </a:cubicBezTo>
                <a:cubicBezTo>
                  <a:pt x="327023" y="68407"/>
                  <a:pt x="330991" y="56517"/>
                  <a:pt x="338927" y="47919"/>
                </a:cubicBezTo>
                <a:cubicBezTo>
                  <a:pt x="346864" y="39322"/>
                  <a:pt x="356899" y="35023"/>
                  <a:pt x="369033" y="35023"/>
                </a:cubicBezTo>
                <a:cubicBezTo>
                  <a:pt x="382663" y="35023"/>
                  <a:pt x="393417" y="39523"/>
                  <a:pt x="401296" y="48523"/>
                </a:cubicBezTo>
                <a:cubicBezTo>
                  <a:pt x="409174" y="57523"/>
                  <a:pt x="412941" y="71311"/>
                  <a:pt x="412596" y="89886"/>
                </a:cubicBezTo>
                <a:lnTo>
                  <a:pt x="351867" y="89886"/>
                </a:lnTo>
                <a:cubicBezTo>
                  <a:pt x="352039" y="97075"/>
                  <a:pt x="353995" y="102668"/>
                  <a:pt x="357733" y="106664"/>
                </a:cubicBezTo>
                <a:cubicBezTo>
                  <a:pt x="361471" y="110661"/>
                  <a:pt x="366129" y="112660"/>
                  <a:pt x="371707" y="112660"/>
                </a:cubicBezTo>
                <a:cubicBezTo>
                  <a:pt x="375503" y="112660"/>
                  <a:pt x="378695" y="111625"/>
                  <a:pt x="381283" y="109554"/>
                </a:cubicBezTo>
                <a:cubicBezTo>
                  <a:pt x="383871" y="107484"/>
                  <a:pt x="385826" y="104148"/>
                  <a:pt x="387149" y="99548"/>
                </a:cubicBezTo>
                <a:moveTo>
                  <a:pt x="388529" y="75049"/>
                </a:moveTo>
                <a:cubicBezTo>
                  <a:pt x="388356" y="68062"/>
                  <a:pt x="386545" y="62749"/>
                  <a:pt x="383094" y="59112"/>
                </a:cubicBezTo>
                <a:cubicBezTo>
                  <a:pt x="379644" y="55474"/>
                  <a:pt x="375446" y="53656"/>
                  <a:pt x="370500" y="53656"/>
                </a:cubicBezTo>
                <a:cubicBezTo>
                  <a:pt x="365209" y="53656"/>
                  <a:pt x="360838" y="55574"/>
                  <a:pt x="357388" y="59411"/>
                </a:cubicBezTo>
                <a:cubicBezTo>
                  <a:pt x="353937" y="63250"/>
                  <a:pt x="352241" y="68462"/>
                  <a:pt x="352298" y="75049"/>
                </a:cubicBezTo>
                <a:lnTo>
                  <a:pt x="388529" y="75049"/>
                </a:lnTo>
                <a:close/>
                <a:moveTo>
                  <a:pt x="515336" y="128705"/>
                </a:moveTo>
                <a:lnTo>
                  <a:pt x="491096" y="128705"/>
                </a:lnTo>
                <a:lnTo>
                  <a:pt x="491096" y="82004"/>
                </a:lnTo>
                <a:cubicBezTo>
                  <a:pt x="491096" y="72123"/>
                  <a:pt x="490579" y="65733"/>
                  <a:pt x="489543" y="62832"/>
                </a:cubicBezTo>
                <a:cubicBezTo>
                  <a:pt x="488508" y="59931"/>
                  <a:pt x="486826" y="57677"/>
                  <a:pt x="484497" y="56068"/>
                </a:cubicBezTo>
                <a:cubicBezTo>
                  <a:pt x="482168" y="54460"/>
                  <a:pt x="479364" y="53656"/>
                  <a:pt x="476086" y="53656"/>
                </a:cubicBezTo>
                <a:cubicBezTo>
                  <a:pt x="471888" y="53656"/>
                  <a:pt x="468121" y="54805"/>
                  <a:pt x="464786" y="57104"/>
                </a:cubicBezTo>
                <a:cubicBezTo>
                  <a:pt x="461450" y="59400"/>
                  <a:pt x="459164" y="62445"/>
                  <a:pt x="457928" y="66237"/>
                </a:cubicBezTo>
                <a:cubicBezTo>
                  <a:pt x="456691" y="70027"/>
                  <a:pt x="456073" y="77035"/>
                  <a:pt x="456073" y="87261"/>
                </a:cubicBezTo>
                <a:lnTo>
                  <a:pt x="456073" y="128705"/>
                </a:lnTo>
                <a:lnTo>
                  <a:pt x="431833" y="128705"/>
                </a:lnTo>
                <a:lnTo>
                  <a:pt x="431833" y="37093"/>
                </a:lnTo>
                <a:lnTo>
                  <a:pt x="454348" y="37093"/>
                </a:lnTo>
                <a:lnTo>
                  <a:pt x="454348" y="50550"/>
                </a:lnTo>
                <a:cubicBezTo>
                  <a:pt x="462342" y="40199"/>
                  <a:pt x="472406" y="35023"/>
                  <a:pt x="484540" y="35023"/>
                </a:cubicBezTo>
                <a:cubicBezTo>
                  <a:pt x="489888" y="35023"/>
                  <a:pt x="494777" y="35986"/>
                  <a:pt x="499205" y="37913"/>
                </a:cubicBezTo>
                <a:cubicBezTo>
                  <a:pt x="503633" y="39839"/>
                  <a:pt x="506983" y="42298"/>
                  <a:pt x="509254" y="45288"/>
                </a:cubicBezTo>
                <a:cubicBezTo>
                  <a:pt x="511526" y="48279"/>
                  <a:pt x="513108" y="51672"/>
                  <a:pt x="513999" y="55467"/>
                </a:cubicBezTo>
                <a:cubicBezTo>
                  <a:pt x="514890" y="59263"/>
                  <a:pt x="515336" y="64697"/>
                  <a:pt x="515336" y="71771"/>
                </a:cubicBezTo>
                <a:lnTo>
                  <a:pt x="515336" y="128705"/>
                </a:lnTo>
                <a:close/>
                <a:moveTo>
                  <a:pt x="624570" y="128705"/>
                </a:moveTo>
                <a:lnTo>
                  <a:pt x="602056" y="128705"/>
                </a:lnTo>
                <a:lnTo>
                  <a:pt x="602056" y="115248"/>
                </a:lnTo>
                <a:cubicBezTo>
                  <a:pt x="598318" y="120481"/>
                  <a:pt x="593904" y="124377"/>
                  <a:pt x="588814" y="126936"/>
                </a:cubicBezTo>
                <a:cubicBezTo>
                  <a:pt x="583725" y="129495"/>
                  <a:pt x="578592" y="130775"/>
                  <a:pt x="573416" y="130775"/>
                </a:cubicBezTo>
                <a:cubicBezTo>
                  <a:pt x="562892" y="130775"/>
                  <a:pt x="553878" y="126534"/>
                  <a:pt x="546373" y="118051"/>
                </a:cubicBezTo>
                <a:cubicBezTo>
                  <a:pt x="538868" y="109569"/>
                  <a:pt x="535115" y="97736"/>
                  <a:pt x="535115" y="82554"/>
                </a:cubicBezTo>
                <a:cubicBezTo>
                  <a:pt x="535115" y="67026"/>
                  <a:pt x="538767" y="55223"/>
                  <a:pt x="546071" y="47143"/>
                </a:cubicBezTo>
                <a:cubicBezTo>
                  <a:pt x="553374" y="39063"/>
                  <a:pt x="562605" y="35023"/>
                  <a:pt x="573761" y="35023"/>
                </a:cubicBezTo>
                <a:cubicBezTo>
                  <a:pt x="583998" y="35023"/>
                  <a:pt x="592854" y="39278"/>
                  <a:pt x="600330" y="47790"/>
                </a:cubicBezTo>
                <a:lnTo>
                  <a:pt x="600330" y="2243"/>
                </a:lnTo>
                <a:lnTo>
                  <a:pt x="624570" y="2243"/>
                </a:lnTo>
                <a:lnTo>
                  <a:pt x="624570" y="128705"/>
                </a:lnTo>
                <a:moveTo>
                  <a:pt x="559873" y="80961"/>
                </a:moveTo>
                <a:cubicBezTo>
                  <a:pt x="559873" y="90723"/>
                  <a:pt x="561224" y="97786"/>
                  <a:pt x="563927" y="102149"/>
                </a:cubicBezTo>
                <a:cubicBezTo>
                  <a:pt x="567838" y="108466"/>
                  <a:pt x="573301" y="111625"/>
                  <a:pt x="580317" y="111625"/>
                </a:cubicBezTo>
                <a:cubicBezTo>
                  <a:pt x="585896" y="111625"/>
                  <a:pt x="590640" y="109256"/>
                  <a:pt x="594551" y="104519"/>
                </a:cubicBezTo>
                <a:cubicBezTo>
                  <a:pt x="598461" y="99781"/>
                  <a:pt x="600417" y="92704"/>
                  <a:pt x="600417" y="83287"/>
                </a:cubicBezTo>
                <a:cubicBezTo>
                  <a:pt x="600417" y="72777"/>
                  <a:pt x="598519" y="65211"/>
                  <a:pt x="594723" y="60589"/>
                </a:cubicBezTo>
                <a:cubicBezTo>
                  <a:pt x="590928" y="55967"/>
                  <a:pt x="586068" y="53656"/>
                  <a:pt x="580145" y="53656"/>
                </a:cubicBezTo>
                <a:cubicBezTo>
                  <a:pt x="574394" y="53656"/>
                  <a:pt x="569578" y="55938"/>
                  <a:pt x="565696" y="60503"/>
                </a:cubicBezTo>
                <a:cubicBezTo>
                  <a:pt x="561814" y="65068"/>
                  <a:pt x="559873" y="71887"/>
                  <a:pt x="559873" y="80961"/>
                </a:cubicBezTo>
                <a:close/>
                <a:moveTo>
                  <a:pt x="702164" y="99548"/>
                </a:moveTo>
                <a:lnTo>
                  <a:pt x="726318" y="103688"/>
                </a:lnTo>
                <a:cubicBezTo>
                  <a:pt x="723212" y="112516"/>
                  <a:pt x="718309" y="119237"/>
                  <a:pt x="711610" y="123852"/>
                </a:cubicBezTo>
                <a:cubicBezTo>
                  <a:pt x="704910" y="128467"/>
                  <a:pt x="696528" y="130775"/>
                  <a:pt x="686464" y="130775"/>
                </a:cubicBezTo>
                <a:cubicBezTo>
                  <a:pt x="670534" y="130775"/>
                  <a:pt x="658745" y="125570"/>
                  <a:pt x="651096" y="115161"/>
                </a:cubicBezTo>
                <a:cubicBezTo>
                  <a:pt x="645058" y="106823"/>
                  <a:pt x="642038" y="96298"/>
                  <a:pt x="642038" y="83589"/>
                </a:cubicBezTo>
                <a:cubicBezTo>
                  <a:pt x="642038" y="68407"/>
                  <a:pt x="646007" y="56517"/>
                  <a:pt x="653943" y="47919"/>
                </a:cubicBezTo>
                <a:cubicBezTo>
                  <a:pt x="661879" y="39322"/>
                  <a:pt x="671914" y="35023"/>
                  <a:pt x="684049" y="35023"/>
                </a:cubicBezTo>
                <a:cubicBezTo>
                  <a:pt x="697678" y="35023"/>
                  <a:pt x="708432" y="39523"/>
                  <a:pt x="716311" y="48523"/>
                </a:cubicBezTo>
                <a:cubicBezTo>
                  <a:pt x="724190" y="57523"/>
                  <a:pt x="727957" y="71311"/>
                  <a:pt x="727612" y="89886"/>
                </a:cubicBezTo>
                <a:lnTo>
                  <a:pt x="666882" y="89886"/>
                </a:lnTo>
                <a:cubicBezTo>
                  <a:pt x="667055" y="97075"/>
                  <a:pt x="669010" y="102668"/>
                  <a:pt x="672748" y="106664"/>
                </a:cubicBezTo>
                <a:cubicBezTo>
                  <a:pt x="676486" y="110661"/>
                  <a:pt x="681144" y="112660"/>
                  <a:pt x="686723" y="112660"/>
                </a:cubicBezTo>
                <a:cubicBezTo>
                  <a:pt x="690518" y="112660"/>
                  <a:pt x="693710" y="111625"/>
                  <a:pt x="696298" y="109554"/>
                </a:cubicBezTo>
                <a:cubicBezTo>
                  <a:pt x="698886" y="107484"/>
                  <a:pt x="700841" y="104148"/>
                  <a:pt x="702164" y="99548"/>
                </a:cubicBezTo>
                <a:moveTo>
                  <a:pt x="703544" y="75049"/>
                </a:moveTo>
                <a:cubicBezTo>
                  <a:pt x="703372" y="68062"/>
                  <a:pt x="701560" y="62749"/>
                  <a:pt x="698110" y="59112"/>
                </a:cubicBezTo>
                <a:cubicBezTo>
                  <a:pt x="694659" y="55474"/>
                  <a:pt x="690461" y="53656"/>
                  <a:pt x="685515" y="53656"/>
                </a:cubicBezTo>
                <a:cubicBezTo>
                  <a:pt x="680224" y="53656"/>
                  <a:pt x="675854" y="55574"/>
                  <a:pt x="672403" y="59411"/>
                </a:cubicBezTo>
                <a:cubicBezTo>
                  <a:pt x="668953" y="63250"/>
                  <a:pt x="667256" y="68462"/>
                  <a:pt x="667314" y="75049"/>
                </a:cubicBezTo>
                <a:lnTo>
                  <a:pt x="703544" y="75049"/>
                </a:lnTo>
                <a:close/>
                <a:moveTo>
                  <a:pt x="830351" y="128705"/>
                </a:moveTo>
                <a:lnTo>
                  <a:pt x="806111" y="128705"/>
                </a:lnTo>
                <a:lnTo>
                  <a:pt x="806111" y="82004"/>
                </a:lnTo>
                <a:cubicBezTo>
                  <a:pt x="806111" y="72123"/>
                  <a:pt x="805594" y="65733"/>
                  <a:pt x="804559" y="62832"/>
                </a:cubicBezTo>
                <a:cubicBezTo>
                  <a:pt x="803524" y="59931"/>
                  <a:pt x="801841" y="57677"/>
                  <a:pt x="799512" y="56068"/>
                </a:cubicBezTo>
                <a:cubicBezTo>
                  <a:pt x="797183" y="54460"/>
                  <a:pt x="794380" y="53656"/>
                  <a:pt x="791102" y="53656"/>
                </a:cubicBezTo>
                <a:cubicBezTo>
                  <a:pt x="786904" y="53656"/>
                  <a:pt x="783137" y="54805"/>
                  <a:pt x="779801" y="57104"/>
                </a:cubicBezTo>
                <a:cubicBezTo>
                  <a:pt x="776466" y="59400"/>
                  <a:pt x="774180" y="62445"/>
                  <a:pt x="772943" y="66237"/>
                </a:cubicBezTo>
                <a:cubicBezTo>
                  <a:pt x="771707" y="70027"/>
                  <a:pt x="771089" y="77035"/>
                  <a:pt x="771089" y="87261"/>
                </a:cubicBezTo>
                <a:lnTo>
                  <a:pt x="771089" y="128705"/>
                </a:lnTo>
                <a:lnTo>
                  <a:pt x="746849" y="128705"/>
                </a:lnTo>
                <a:lnTo>
                  <a:pt x="746849" y="37093"/>
                </a:lnTo>
                <a:lnTo>
                  <a:pt x="769363" y="37093"/>
                </a:lnTo>
                <a:lnTo>
                  <a:pt x="769363" y="50550"/>
                </a:lnTo>
                <a:cubicBezTo>
                  <a:pt x="777357" y="40199"/>
                  <a:pt x="787421" y="35023"/>
                  <a:pt x="799555" y="35023"/>
                </a:cubicBezTo>
                <a:cubicBezTo>
                  <a:pt x="804904" y="35023"/>
                  <a:pt x="809792" y="35986"/>
                  <a:pt x="814220" y="37913"/>
                </a:cubicBezTo>
                <a:cubicBezTo>
                  <a:pt x="818648" y="39839"/>
                  <a:pt x="821998" y="42298"/>
                  <a:pt x="824270" y="45288"/>
                </a:cubicBezTo>
                <a:cubicBezTo>
                  <a:pt x="826541" y="48279"/>
                  <a:pt x="828123" y="51672"/>
                  <a:pt x="829014" y="55467"/>
                </a:cubicBezTo>
                <a:cubicBezTo>
                  <a:pt x="829906" y="59263"/>
                  <a:pt x="830351" y="64697"/>
                  <a:pt x="830351" y="71771"/>
                </a:cubicBezTo>
                <a:lnTo>
                  <a:pt x="830351" y="128705"/>
                </a:lnTo>
                <a:close/>
                <a:moveTo>
                  <a:pt x="935462" y="64180"/>
                </a:moveTo>
                <a:lnTo>
                  <a:pt x="911568" y="68493"/>
                </a:lnTo>
                <a:cubicBezTo>
                  <a:pt x="910762" y="63748"/>
                  <a:pt x="908937" y="60176"/>
                  <a:pt x="906090" y="57775"/>
                </a:cubicBezTo>
                <a:cubicBezTo>
                  <a:pt x="903243" y="55374"/>
                  <a:pt x="899548" y="54173"/>
                  <a:pt x="895005" y="54173"/>
                </a:cubicBezTo>
                <a:cubicBezTo>
                  <a:pt x="888967" y="54173"/>
                  <a:pt x="884150" y="56252"/>
                  <a:pt x="880556" y="60408"/>
                </a:cubicBezTo>
                <a:cubicBezTo>
                  <a:pt x="876962" y="64565"/>
                  <a:pt x="875165" y="71517"/>
                  <a:pt x="875165" y="81263"/>
                </a:cubicBezTo>
                <a:cubicBezTo>
                  <a:pt x="875165" y="92099"/>
                  <a:pt x="876990" y="99754"/>
                  <a:pt x="880642" y="104227"/>
                </a:cubicBezTo>
                <a:cubicBezTo>
                  <a:pt x="884294" y="108699"/>
                  <a:pt x="889197" y="110934"/>
                  <a:pt x="895350" y="110934"/>
                </a:cubicBezTo>
                <a:cubicBezTo>
                  <a:pt x="899951" y="110934"/>
                  <a:pt x="903718" y="109626"/>
                  <a:pt x="906651" y="107009"/>
                </a:cubicBezTo>
                <a:cubicBezTo>
                  <a:pt x="909584" y="104393"/>
                  <a:pt x="911654" y="99893"/>
                  <a:pt x="912862" y="93509"/>
                </a:cubicBezTo>
                <a:lnTo>
                  <a:pt x="936670" y="97650"/>
                </a:lnTo>
                <a:cubicBezTo>
                  <a:pt x="934197" y="108577"/>
                  <a:pt x="929453" y="116829"/>
                  <a:pt x="922437" y="122407"/>
                </a:cubicBezTo>
                <a:cubicBezTo>
                  <a:pt x="915421" y="127986"/>
                  <a:pt x="906018" y="130775"/>
                  <a:pt x="894229" y="130775"/>
                </a:cubicBezTo>
                <a:cubicBezTo>
                  <a:pt x="880829" y="130775"/>
                  <a:pt x="870147" y="126548"/>
                  <a:pt x="862182" y="118094"/>
                </a:cubicBezTo>
                <a:cubicBezTo>
                  <a:pt x="854217" y="109640"/>
                  <a:pt x="850234" y="97937"/>
                  <a:pt x="850234" y="82985"/>
                </a:cubicBezTo>
                <a:cubicBezTo>
                  <a:pt x="850234" y="67860"/>
                  <a:pt x="854231" y="56085"/>
                  <a:pt x="862225" y="47660"/>
                </a:cubicBezTo>
                <a:cubicBezTo>
                  <a:pt x="870219" y="39235"/>
                  <a:pt x="881030" y="35023"/>
                  <a:pt x="894660" y="35023"/>
                </a:cubicBezTo>
                <a:cubicBezTo>
                  <a:pt x="905817" y="35023"/>
                  <a:pt x="914687" y="37424"/>
                  <a:pt x="921272" y="42226"/>
                </a:cubicBezTo>
                <a:cubicBezTo>
                  <a:pt x="927857" y="47028"/>
                  <a:pt x="932587" y="54346"/>
                  <a:pt x="935462" y="64180"/>
                </a:cubicBezTo>
                <a:close/>
                <a:moveTo>
                  <a:pt x="942019" y="37093"/>
                </a:moveTo>
                <a:lnTo>
                  <a:pt x="967811" y="37093"/>
                </a:lnTo>
                <a:lnTo>
                  <a:pt x="989722" y="102198"/>
                </a:lnTo>
                <a:lnTo>
                  <a:pt x="1011115" y="37093"/>
                </a:lnTo>
                <a:lnTo>
                  <a:pt x="1036218" y="37093"/>
                </a:lnTo>
                <a:lnTo>
                  <a:pt x="1003869" y="125284"/>
                </a:lnTo>
                <a:lnTo>
                  <a:pt x="998090" y="141299"/>
                </a:lnTo>
                <a:cubicBezTo>
                  <a:pt x="995962" y="146647"/>
                  <a:pt x="993935" y="150730"/>
                  <a:pt x="992008" y="153548"/>
                </a:cubicBezTo>
                <a:cubicBezTo>
                  <a:pt x="990082" y="156366"/>
                  <a:pt x="987867" y="158652"/>
                  <a:pt x="985366" y="160406"/>
                </a:cubicBezTo>
                <a:cubicBezTo>
                  <a:pt x="982864" y="162160"/>
                  <a:pt x="979787" y="163526"/>
                  <a:pt x="976136" y="164504"/>
                </a:cubicBezTo>
                <a:cubicBezTo>
                  <a:pt x="972484" y="165481"/>
                  <a:pt x="968358" y="165970"/>
                  <a:pt x="963757" y="165970"/>
                </a:cubicBezTo>
                <a:cubicBezTo>
                  <a:pt x="959099" y="165970"/>
                  <a:pt x="954527" y="165481"/>
                  <a:pt x="950041" y="164504"/>
                </a:cubicBezTo>
                <a:lnTo>
                  <a:pt x="947884" y="145526"/>
                </a:lnTo>
                <a:cubicBezTo>
                  <a:pt x="951680" y="146274"/>
                  <a:pt x="955102" y="146647"/>
                  <a:pt x="958150" y="146647"/>
                </a:cubicBezTo>
                <a:cubicBezTo>
                  <a:pt x="963786" y="146647"/>
                  <a:pt x="967955" y="144994"/>
                  <a:pt x="970658" y="141687"/>
                </a:cubicBezTo>
                <a:cubicBezTo>
                  <a:pt x="973361" y="138380"/>
                  <a:pt x="975431" y="134168"/>
                  <a:pt x="976869" y="129050"/>
                </a:cubicBezTo>
                <a:lnTo>
                  <a:pt x="942019" y="37093"/>
                </a:lnTo>
                <a:close/>
                <a:moveTo>
                  <a:pt x="1099734" y="128705"/>
                </a:moveTo>
                <a:lnTo>
                  <a:pt x="1099734" y="2243"/>
                </a:lnTo>
                <a:lnTo>
                  <a:pt x="1125268" y="2243"/>
                </a:lnTo>
                <a:lnTo>
                  <a:pt x="1125268" y="128705"/>
                </a:lnTo>
                <a:lnTo>
                  <a:pt x="1099734" y="128705"/>
                </a:lnTo>
                <a:close/>
                <a:moveTo>
                  <a:pt x="1233313" y="128705"/>
                </a:moveTo>
                <a:lnTo>
                  <a:pt x="1210798" y="128705"/>
                </a:lnTo>
                <a:lnTo>
                  <a:pt x="1210798" y="115248"/>
                </a:lnTo>
                <a:cubicBezTo>
                  <a:pt x="1207060" y="120481"/>
                  <a:pt x="1202646" y="124377"/>
                  <a:pt x="1197557" y="126936"/>
                </a:cubicBezTo>
                <a:cubicBezTo>
                  <a:pt x="1192467" y="129495"/>
                  <a:pt x="1187334" y="130775"/>
                  <a:pt x="1182159" y="130775"/>
                </a:cubicBezTo>
                <a:cubicBezTo>
                  <a:pt x="1171634" y="130775"/>
                  <a:pt x="1162620" y="126534"/>
                  <a:pt x="1155115" y="118051"/>
                </a:cubicBezTo>
                <a:cubicBezTo>
                  <a:pt x="1147610" y="109569"/>
                  <a:pt x="1143858" y="97736"/>
                  <a:pt x="1143858" y="82554"/>
                </a:cubicBezTo>
                <a:cubicBezTo>
                  <a:pt x="1143858" y="67026"/>
                  <a:pt x="1147510" y="55223"/>
                  <a:pt x="1154813" y="47143"/>
                </a:cubicBezTo>
                <a:cubicBezTo>
                  <a:pt x="1162117" y="39063"/>
                  <a:pt x="1171347" y="35023"/>
                  <a:pt x="1182504" y="35023"/>
                </a:cubicBezTo>
                <a:cubicBezTo>
                  <a:pt x="1192740" y="35023"/>
                  <a:pt x="1201597" y="39278"/>
                  <a:pt x="1209073" y="47790"/>
                </a:cubicBezTo>
                <a:lnTo>
                  <a:pt x="1209073" y="2243"/>
                </a:lnTo>
                <a:lnTo>
                  <a:pt x="1233313" y="2243"/>
                </a:lnTo>
                <a:lnTo>
                  <a:pt x="1233313" y="128705"/>
                </a:lnTo>
                <a:moveTo>
                  <a:pt x="1168615" y="80961"/>
                </a:moveTo>
                <a:cubicBezTo>
                  <a:pt x="1168615" y="90723"/>
                  <a:pt x="1169967" y="97786"/>
                  <a:pt x="1172670" y="102149"/>
                </a:cubicBezTo>
                <a:cubicBezTo>
                  <a:pt x="1176580" y="108466"/>
                  <a:pt x="1182044" y="111625"/>
                  <a:pt x="1189060" y="111625"/>
                </a:cubicBezTo>
                <a:cubicBezTo>
                  <a:pt x="1194638" y="111625"/>
                  <a:pt x="1199382" y="109256"/>
                  <a:pt x="1203293" y="104519"/>
                </a:cubicBezTo>
                <a:cubicBezTo>
                  <a:pt x="1207204" y="99781"/>
                  <a:pt x="1209159" y="92704"/>
                  <a:pt x="1209159" y="83287"/>
                </a:cubicBezTo>
                <a:cubicBezTo>
                  <a:pt x="1209159" y="72777"/>
                  <a:pt x="1207261" y="65211"/>
                  <a:pt x="1203466" y="60589"/>
                </a:cubicBezTo>
                <a:cubicBezTo>
                  <a:pt x="1199670" y="55967"/>
                  <a:pt x="1194811" y="53656"/>
                  <a:pt x="1188887" y="53656"/>
                </a:cubicBezTo>
                <a:cubicBezTo>
                  <a:pt x="1183136" y="53656"/>
                  <a:pt x="1178320" y="55938"/>
                  <a:pt x="1174438" y="60503"/>
                </a:cubicBezTo>
                <a:cubicBezTo>
                  <a:pt x="1170556" y="65068"/>
                  <a:pt x="1168615" y="71887"/>
                  <a:pt x="1168615" y="80961"/>
                </a:cubicBezTo>
                <a:close/>
                <a:moveTo>
                  <a:pt x="1310906" y="99548"/>
                </a:moveTo>
                <a:lnTo>
                  <a:pt x="1335060" y="103688"/>
                </a:lnTo>
                <a:cubicBezTo>
                  <a:pt x="1331954" y="112516"/>
                  <a:pt x="1327052" y="119237"/>
                  <a:pt x="1320352" y="123852"/>
                </a:cubicBezTo>
                <a:cubicBezTo>
                  <a:pt x="1313652" y="128467"/>
                  <a:pt x="1305270" y="130775"/>
                  <a:pt x="1295206" y="130775"/>
                </a:cubicBezTo>
                <a:cubicBezTo>
                  <a:pt x="1279276" y="130775"/>
                  <a:pt x="1267487" y="125570"/>
                  <a:pt x="1259838" y="115161"/>
                </a:cubicBezTo>
                <a:cubicBezTo>
                  <a:pt x="1253800" y="106823"/>
                  <a:pt x="1250781" y="96298"/>
                  <a:pt x="1250781" y="83589"/>
                </a:cubicBezTo>
                <a:cubicBezTo>
                  <a:pt x="1250781" y="68407"/>
                  <a:pt x="1254749" y="56517"/>
                  <a:pt x="1262685" y="47919"/>
                </a:cubicBezTo>
                <a:cubicBezTo>
                  <a:pt x="1270621" y="39322"/>
                  <a:pt x="1280656" y="35023"/>
                  <a:pt x="1292791" y="35023"/>
                </a:cubicBezTo>
                <a:cubicBezTo>
                  <a:pt x="1306420" y="35023"/>
                  <a:pt x="1317174" y="39523"/>
                  <a:pt x="1325053" y="48523"/>
                </a:cubicBezTo>
                <a:cubicBezTo>
                  <a:pt x="1332932" y="57523"/>
                  <a:pt x="1336699" y="71311"/>
                  <a:pt x="1336354" y="89886"/>
                </a:cubicBezTo>
                <a:lnTo>
                  <a:pt x="1275624" y="89886"/>
                </a:lnTo>
                <a:cubicBezTo>
                  <a:pt x="1275797" y="97075"/>
                  <a:pt x="1277752" y="102668"/>
                  <a:pt x="1281490" y="106664"/>
                </a:cubicBezTo>
                <a:cubicBezTo>
                  <a:pt x="1285228" y="110661"/>
                  <a:pt x="1289887" y="112660"/>
                  <a:pt x="1295465" y="112660"/>
                </a:cubicBezTo>
                <a:cubicBezTo>
                  <a:pt x="1299261" y="112660"/>
                  <a:pt x="1302452" y="111625"/>
                  <a:pt x="1305040" y="109554"/>
                </a:cubicBezTo>
                <a:cubicBezTo>
                  <a:pt x="1307628" y="107484"/>
                  <a:pt x="1309583" y="104148"/>
                  <a:pt x="1310906" y="99548"/>
                </a:cubicBezTo>
                <a:moveTo>
                  <a:pt x="1312286" y="75049"/>
                </a:moveTo>
                <a:cubicBezTo>
                  <a:pt x="1312114" y="68062"/>
                  <a:pt x="1310302" y="62749"/>
                  <a:pt x="1306852" y="59112"/>
                </a:cubicBezTo>
                <a:cubicBezTo>
                  <a:pt x="1303401" y="55474"/>
                  <a:pt x="1299203" y="53656"/>
                  <a:pt x="1294257" y="53656"/>
                </a:cubicBezTo>
                <a:cubicBezTo>
                  <a:pt x="1288966" y="53656"/>
                  <a:pt x="1284596" y="55574"/>
                  <a:pt x="1281145" y="59411"/>
                </a:cubicBezTo>
                <a:cubicBezTo>
                  <a:pt x="1277695" y="63250"/>
                  <a:pt x="1275998" y="68462"/>
                  <a:pt x="1276056" y="75049"/>
                </a:cubicBezTo>
                <a:lnTo>
                  <a:pt x="1312286" y="75049"/>
                </a:lnTo>
                <a:close/>
                <a:moveTo>
                  <a:pt x="1439093" y="128705"/>
                </a:moveTo>
                <a:lnTo>
                  <a:pt x="1414853" y="128705"/>
                </a:lnTo>
                <a:lnTo>
                  <a:pt x="1414853" y="82004"/>
                </a:lnTo>
                <a:cubicBezTo>
                  <a:pt x="1414853" y="72123"/>
                  <a:pt x="1414336" y="65733"/>
                  <a:pt x="1413301" y="62832"/>
                </a:cubicBezTo>
                <a:cubicBezTo>
                  <a:pt x="1412265" y="59931"/>
                  <a:pt x="1410583" y="57677"/>
                  <a:pt x="1408254" y="56068"/>
                </a:cubicBezTo>
                <a:cubicBezTo>
                  <a:pt x="1405925" y="54460"/>
                  <a:pt x="1403121" y="53656"/>
                  <a:pt x="1399843" y="53656"/>
                </a:cubicBezTo>
                <a:cubicBezTo>
                  <a:pt x="1395645" y="53656"/>
                  <a:pt x="1391879" y="54805"/>
                  <a:pt x="1388543" y="57104"/>
                </a:cubicBezTo>
                <a:cubicBezTo>
                  <a:pt x="1385207" y="59400"/>
                  <a:pt x="1382922" y="62445"/>
                  <a:pt x="1381685" y="66237"/>
                </a:cubicBezTo>
                <a:cubicBezTo>
                  <a:pt x="1380449" y="70027"/>
                  <a:pt x="1379830" y="77035"/>
                  <a:pt x="1379830" y="87261"/>
                </a:cubicBezTo>
                <a:lnTo>
                  <a:pt x="1379830" y="128705"/>
                </a:lnTo>
                <a:lnTo>
                  <a:pt x="1355590" y="128705"/>
                </a:lnTo>
                <a:lnTo>
                  <a:pt x="1355590" y="37093"/>
                </a:lnTo>
                <a:lnTo>
                  <a:pt x="1378105" y="37093"/>
                </a:lnTo>
                <a:lnTo>
                  <a:pt x="1378105" y="50550"/>
                </a:lnTo>
                <a:cubicBezTo>
                  <a:pt x="1386099" y="40199"/>
                  <a:pt x="1396163" y="35023"/>
                  <a:pt x="1408297" y="35023"/>
                </a:cubicBezTo>
                <a:cubicBezTo>
                  <a:pt x="1413646" y="35023"/>
                  <a:pt x="1418534" y="35986"/>
                  <a:pt x="1422962" y="37913"/>
                </a:cubicBezTo>
                <a:cubicBezTo>
                  <a:pt x="1427390" y="39839"/>
                  <a:pt x="1430740" y="42298"/>
                  <a:pt x="1433012" y="45288"/>
                </a:cubicBezTo>
                <a:cubicBezTo>
                  <a:pt x="1435283" y="48279"/>
                  <a:pt x="1436865" y="51672"/>
                  <a:pt x="1437756" y="55467"/>
                </a:cubicBezTo>
                <a:cubicBezTo>
                  <a:pt x="1438648" y="59263"/>
                  <a:pt x="1439093" y="64697"/>
                  <a:pt x="1439093" y="71771"/>
                </a:cubicBezTo>
                <a:lnTo>
                  <a:pt x="1439093" y="128705"/>
                </a:lnTo>
                <a:close/>
                <a:moveTo>
                  <a:pt x="1506335" y="37093"/>
                </a:moveTo>
                <a:lnTo>
                  <a:pt x="1506335" y="56416"/>
                </a:lnTo>
                <a:lnTo>
                  <a:pt x="1489772" y="56416"/>
                </a:lnTo>
                <a:lnTo>
                  <a:pt x="1489772" y="93277"/>
                </a:lnTo>
                <a:cubicBezTo>
                  <a:pt x="1489772" y="100743"/>
                  <a:pt x="1489931" y="105093"/>
                  <a:pt x="1490247" y="106327"/>
                </a:cubicBezTo>
                <a:cubicBezTo>
                  <a:pt x="1490563" y="107560"/>
                  <a:pt x="1491282" y="108579"/>
                  <a:pt x="1492404" y="109384"/>
                </a:cubicBezTo>
                <a:cubicBezTo>
                  <a:pt x="1493525" y="110188"/>
                  <a:pt x="1494891" y="110589"/>
                  <a:pt x="1496501" y="110589"/>
                </a:cubicBezTo>
                <a:cubicBezTo>
                  <a:pt x="1498744" y="110589"/>
                  <a:pt x="1501993" y="109813"/>
                  <a:pt x="1506249" y="108260"/>
                </a:cubicBezTo>
                <a:lnTo>
                  <a:pt x="1508319" y="127136"/>
                </a:lnTo>
                <a:cubicBezTo>
                  <a:pt x="1502683" y="129562"/>
                  <a:pt x="1496300" y="130775"/>
                  <a:pt x="1489169" y="130775"/>
                </a:cubicBezTo>
                <a:cubicBezTo>
                  <a:pt x="1484798" y="130775"/>
                  <a:pt x="1480859" y="130042"/>
                  <a:pt x="1477351" y="128575"/>
                </a:cubicBezTo>
                <a:cubicBezTo>
                  <a:pt x="1473843" y="127109"/>
                  <a:pt x="1471269" y="125211"/>
                  <a:pt x="1469630" y="122882"/>
                </a:cubicBezTo>
                <a:cubicBezTo>
                  <a:pt x="1467991" y="120553"/>
                  <a:pt x="1466855" y="117404"/>
                  <a:pt x="1466223" y="113436"/>
                </a:cubicBezTo>
                <a:cubicBezTo>
                  <a:pt x="1465705" y="110618"/>
                  <a:pt x="1465446" y="104925"/>
                  <a:pt x="1465446" y="96356"/>
                </a:cubicBezTo>
                <a:lnTo>
                  <a:pt x="1465446" y="56416"/>
                </a:lnTo>
                <a:lnTo>
                  <a:pt x="1454318" y="56416"/>
                </a:lnTo>
                <a:lnTo>
                  <a:pt x="1454318" y="37093"/>
                </a:lnTo>
                <a:lnTo>
                  <a:pt x="1465446" y="37093"/>
                </a:lnTo>
                <a:lnTo>
                  <a:pt x="1465446" y="18805"/>
                </a:lnTo>
                <a:lnTo>
                  <a:pt x="1489772" y="4486"/>
                </a:lnTo>
                <a:lnTo>
                  <a:pt x="1489772" y="37093"/>
                </a:lnTo>
                <a:lnTo>
                  <a:pt x="1506335" y="37093"/>
                </a:lnTo>
                <a:close/>
                <a:moveTo>
                  <a:pt x="1523861" y="24671"/>
                </a:moveTo>
                <a:lnTo>
                  <a:pt x="1523861" y="2243"/>
                </a:lnTo>
                <a:lnTo>
                  <a:pt x="1548101" y="2243"/>
                </a:lnTo>
                <a:lnTo>
                  <a:pt x="1548101" y="24671"/>
                </a:lnTo>
                <a:lnTo>
                  <a:pt x="1523861" y="24671"/>
                </a:lnTo>
                <a:moveTo>
                  <a:pt x="1523861" y="128705"/>
                </a:moveTo>
                <a:lnTo>
                  <a:pt x="1523861" y="37093"/>
                </a:lnTo>
                <a:lnTo>
                  <a:pt x="1548101" y="37093"/>
                </a:lnTo>
                <a:lnTo>
                  <a:pt x="1548101" y="128705"/>
                </a:lnTo>
                <a:lnTo>
                  <a:pt x="1523861" y="128705"/>
                </a:lnTo>
                <a:close/>
                <a:moveTo>
                  <a:pt x="1562205" y="37093"/>
                </a:moveTo>
                <a:lnTo>
                  <a:pt x="1575663" y="37093"/>
                </a:lnTo>
                <a:lnTo>
                  <a:pt x="1575663" y="30176"/>
                </a:lnTo>
                <a:cubicBezTo>
                  <a:pt x="1575663" y="22452"/>
                  <a:pt x="1576482" y="16687"/>
                  <a:pt x="1578121" y="12883"/>
                </a:cubicBezTo>
                <a:cubicBezTo>
                  <a:pt x="1579760" y="9078"/>
                  <a:pt x="1582779" y="5980"/>
                  <a:pt x="1587179" y="3588"/>
                </a:cubicBezTo>
                <a:cubicBezTo>
                  <a:pt x="1591578" y="1196"/>
                  <a:pt x="1597142" y="0"/>
                  <a:pt x="1603871" y="0"/>
                </a:cubicBezTo>
                <a:cubicBezTo>
                  <a:pt x="1610772" y="0"/>
                  <a:pt x="1617529" y="1035"/>
                  <a:pt x="1624142" y="3105"/>
                </a:cubicBezTo>
                <a:lnTo>
                  <a:pt x="1620864" y="20013"/>
                </a:lnTo>
                <a:cubicBezTo>
                  <a:pt x="1617011" y="19093"/>
                  <a:pt x="1613302" y="18633"/>
                  <a:pt x="1609736" y="18633"/>
                </a:cubicBezTo>
                <a:cubicBezTo>
                  <a:pt x="1606228" y="18633"/>
                  <a:pt x="1603712" y="19457"/>
                  <a:pt x="1602188" y="21105"/>
                </a:cubicBezTo>
                <a:cubicBezTo>
                  <a:pt x="1600664" y="22751"/>
                  <a:pt x="1599902" y="25914"/>
                  <a:pt x="1599902" y="30594"/>
                </a:cubicBezTo>
                <a:lnTo>
                  <a:pt x="1599902" y="37093"/>
                </a:lnTo>
                <a:lnTo>
                  <a:pt x="1618018" y="37093"/>
                </a:lnTo>
                <a:lnTo>
                  <a:pt x="1618018" y="56244"/>
                </a:lnTo>
                <a:lnTo>
                  <a:pt x="1599902" y="56244"/>
                </a:lnTo>
                <a:lnTo>
                  <a:pt x="1599902" y="128705"/>
                </a:lnTo>
                <a:lnTo>
                  <a:pt x="1575663" y="128705"/>
                </a:lnTo>
                <a:lnTo>
                  <a:pt x="1575663" y="56244"/>
                </a:lnTo>
                <a:lnTo>
                  <a:pt x="1562205" y="56244"/>
                </a:lnTo>
                <a:lnTo>
                  <a:pt x="1562205" y="37093"/>
                </a:lnTo>
                <a:close/>
                <a:moveTo>
                  <a:pt x="1632353" y="24671"/>
                </a:moveTo>
                <a:lnTo>
                  <a:pt x="1632353" y="2243"/>
                </a:lnTo>
                <a:lnTo>
                  <a:pt x="1656593" y="2243"/>
                </a:lnTo>
                <a:lnTo>
                  <a:pt x="1656593" y="24671"/>
                </a:lnTo>
                <a:lnTo>
                  <a:pt x="1632353" y="24671"/>
                </a:lnTo>
                <a:moveTo>
                  <a:pt x="1632353" y="128705"/>
                </a:moveTo>
                <a:lnTo>
                  <a:pt x="1632353" y="37093"/>
                </a:lnTo>
                <a:lnTo>
                  <a:pt x="1656593" y="37093"/>
                </a:lnTo>
                <a:lnTo>
                  <a:pt x="1656593" y="128705"/>
                </a:lnTo>
                <a:lnTo>
                  <a:pt x="1632353" y="128705"/>
                </a:lnTo>
                <a:close/>
                <a:moveTo>
                  <a:pt x="1761187" y="64180"/>
                </a:moveTo>
                <a:lnTo>
                  <a:pt x="1737292" y="68493"/>
                </a:lnTo>
                <a:cubicBezTo>
                  <a:pt x="1736486" y="63748"/>
                  <a:pt x="1734661" y="60176"/>
                  <a:pt x="1731814" y="57775"/>
                </a:cubicBezTo>
                <a:cubicBezTo>
                  <a:pt x="1728967" y="55374"/>
                  <a:pt x="1725272" y="54173"/>
                  <a:pt x="1720729" y="54173"/>
                </a:cubicBezTo>
                <a:cubicBezTo>
                  <a:pt x="1714691" y="54173"/>
                  <a:pt x="1709874" y="56252"/>
                  <a:pt x="1706280" y="60408"/>
                </a:cubicBezTo>
                <a:cubicBezTo>
                  <a:pt x="1702686" y="64565"/>
                  <a:pt x="1700889" y="71517"/>
                  <a:pt x="1700889" y="81263"/>
                </a:cubicBezTo>
                <a:cubicBezTo>
                  <a:pt x="1700889" y="92099"/>
                  <a:pt x="1702714" y="99754"/>
                  <a:pt x="1706366" y="104227"/>
                </a:cubicBezTo>
                <a:cubicBezTo>
                  <a:pt x="1710018" y="108699"/>
                  <a:pt x="1714921" y="110934"/>
                  <a:pt x="1721074" y="110934"/>
                </a:cubicBezTo>
                <a:cubicBezTo>
                  <a:pt x="1725675" y="110934"/>
                  <a:pt x="1729442" y="109626"/>
                  <a:pt x="1732375" y="107009"/>
                </a:cubicBezTo>
                <a:cubicBezTo>
                  <a:pt x="1735308" y="104393"/>
                  <a:pt x="1737378" y="99893"/>
                  <a:pt x="1738586" y="93509"/>
                </a:cubicBezTo>
                <a:lnTo>
                  <a:pt x="1762394" y="97650"/>
                </a:lnTo>
                <a:cubicBezTo>
                  <a:pt x="1759921" y="108577"/>
                  <a:pt x="1755177" y="116829"/>
                  <a:pt x="1748161" y="122407"/>
                </a:cubicBezTo>
                <a:cubicBezTo>
                  <a:pt x="1741145" y="127986"/>
                  <a:pt x="1731742" y="130775"/>
                  <a:pt x="1719953" y="130775"/>
                </a:cubicBezTo>
                <a:cubicBezTo>
                  <a:pt x="1706553" y="130775"/>
                  <a:pt x="1695871" y="126548"/>
                  <a:pt x="1687906" y="118094"/>
                </a:cubicBezTo>
                <a:cubicBezTo>
                  <a:pt x="1679941" y="109640"/>
                  <a:pt x="1675959" y="97937"/>
                  <a:pt x="1675959" y="82985"/>
                </a:cubicBezTo>
                <a:cubicBezTo>
                  <a:pt x="1675959" y="67860"/>
                  <a:pt x="1679955" y="56085"/>
                  <a:pt x="1687949" y="47660"/>
                </a:cubicBezTo>
                <a:cubicBezTo>
                  <a:pt x="1695943" y="39235"/>
                  <a:pt x="1706754" y="35023"/>
                  <a:pt x="1720384" y="35023"/>
                </a:cubicBezTo>
                <a:cubicBezTo>
                  <a:pt x="1731541" y="35023"/>
                  <a:pt x="1740411" y="37424"/>
                  <a:pt x="1746996" y="42226"/>
                </a:cubicBezTo>
                <a:cubicBezTo>
                  <a:pt x="1753581" y="47028"/>
                  <a:pt x="1758311" y="54346"/>
                  <a:pt x="1761187" y="64180"/>
                </a:cubicBezTo>
                <a:close/>
                <a:moveTo>
                  <a:pt x="1797331" y="65387"/>
                </a:moveTo>
                <a:lnTo>
                  <a:pt x="1775334" y="61419"/>
                </a:lnTo>
                <a:cubicBezTo>
                  <a:pt x="1777807" y="52446"/>
                  <a:pt x="1782063" y="45804"/>
                  <a:pt x="1788101" y="41493"/>
                </a:cubicBezTo>
                <a:cubicBezTo>
                  <a:pt x="1794139" y="37179"/>
                  <a:pt x="1803111" y="35023"/>
                  <a:pt x="1815015" y="35023"/>
                </a:cubicBezTo>
                <a:cubicBezTo>
                  <a:pt x="1825827" y="35023"/>
                  <a:pt x="1833878" y="36302"/>
                  <a:pt x="1839169" y="38862"/>
                </a:cubicBezTo>
                <a:cubicBezTo>
                  <a:pt x="1844460" y="41421"/>
                  <a:pt x="1848183" y="44670"/>
                  <a:pt x="1850340" y="48609"/>
                </a:cubicBezTo>
                <a:cubicBezTo>
                  <a:pt x="1852496" y="52549"/>
                  <a:pt x="1853575" y="59780"/>
                  <a:pt x="1853575" y="70304"/>
                </a:cubicBezTo>
                <a:lnTo>
                  <a:pt x="1853316" y="98599"/>
                </a:lnTo>
                <a:cubicBezTo>
                  <a:pt x="1853316" y="106650"/>
                  <a:pt x="1853704" y="112588"/>
                  <a:pt x="1854481" y="116412"/>
                </a:cubicBezTo>
                <a:cubicBezTo>
                  <a:pt x="1855257" y="120236"/>
                  <a:pt x="1856709" y="124334"/>
                  <a:pt x="1858837" y="128705"/>
                </a:cubicBezTo>
                <a:lnTo>
                  <a:pt x="1834856" y="128705"/>
                </a:lnTo>
                <a:cubicBezTo>
                  <a:pt x="1834223" y="127094"/>
                  <a:pt x="1833447" y="124708"/>
                  <a:pt x="1832527" y="121545"/>
                </a:cubicBezTo>
                <a:cubicBezTo>
                  <a:pt x="1832124" y="120107"/>
                  <a:pt x="1831836" y="119158"/>
                  <a:pt x="1831664" y="118698"/>
                </a:cubicBezTo>
                <a:cubicBezTo>
                  <a:pt x="1827523" y="122724"/>
                  <a:pt x="1823095" y="125743"/>
                  <a:pt x="1818379" y="127756"/>
                </a:cubicBezTo>
                <a:cubicBezTo>
                  <a:pt x="1813664" y="129769"/>
                  <a:pt x="1808632" y="130775"/>
                  <a:pt x="1803283" y="130775"/>
                </a:cubicBezTo>
                <a:cubicBezTo>
                  <a:pt x="1793852" y="130775"/>
                  <a:pt x="1786419" y="128227"/>
                  <a:pt x="1780984" y="123130"/>
                </a:cubicBezTo>
                <a:cubicBezTo>
                  <a:pt x="1775550" y="118033"/>
                  <a:pt x="1772832" y="111590"/>
                  <a:pt x="1772832" y="103802"/>
                </a:cubicBezTo>
                <a:cubicBezTo>
                  <a:pt x="1772832" y="98647"/>
                  <a:pt x="1774069" y="94052"/>
                  <a:pt x="1776542" y="90016"/>
                </a:cubicBezTo>
                <a:cubicBezTo>
                  <a:pt x="1779015" y="85977"/>
                  <a:pt x="1782480" y="82885"/>
                  <a:pt x="1786936" y="80737"/>
                </a:cubicBezTo>
                <a:cubicBezTo>
                  <a:pt x="1791393" y="78589"/>
                  <a:pt x="1797820" y="76714"/>
                  <a:pt x="1806216" y="75111"/>
                </a:cubicBezTo>
                <a:cubicBezTo>
                  <a:pt x="1817546" y="72992"/>
                  <a:pt x="1825395" y="71016"/>
                  <a:pt x="1829766" y="69183"/>
                </a:cubicBezTo>
                <a:lnTo>
                  <a:pt x="1829766" y="66741"/>
                </a:lnTo>
                <a:cubicBezTo>
                  <a:pt x="1829766" y="62030"/>
                  <a:pt x="1828616" y="58672"/>
                  <a:pt x="1826316" y="56667"/>
                </a:cubicBezTo>
                <a:cubicBezTo>
                  <a:pt x="1824015" y="54659"/>
                  <a:pt x="1819673" y="53656"/>
                  <a:pt x="1813290" y="53656"/>
                </a:cubicBezTo>
                <a:cubicBezTo>
                  <a:pt x="1808977" y="53656"/>
                  <a:pt x="1805612" y="54524"/>
                  <a:pt x="1803197" y="56260"/>
                </a:cubicBezTo>
                <a:cubicBezTo>
                  <a:pt x="1800782" y="57994"/>
                  <a:pt x="1798826" y="61037"/>
                  <a:pt x="1797331" y="65387"/>
                </a:cubicBezTo>
                <a:moveTo>
                  <a:pt x="1829766" y="85055"/>
                </a:moveTo>
                <a:cubicBezTo>
                  <a:pt x="1826661" y="86078"/>
                  <a:pt x="1821744" y="87300"/>
                  <a:pt x="1815015" y="88722"/>
                </a:cubicBezTo>
                <a:cubicBezTo>
                  <a:pt x="1808287" y="90141"/>
                  <a:pt x="1803887" y="91533"/>
                  <a:pt x="1801817" y="92897"/>
                </a:cubicBezTo>
                <a:cubicBezTo>
                  <a:pt x="1798654" y="95113"/>
                  <a:pt x="1797072" y="97926"/>
                  <a:pt x="1797072" y="101335"/>
                </a:cubicBezTo>
                <a:cubicBezTo>
                  <a:pt x="1797072" y="104688"/>
                  <a:pt x="1798338" y="107587"/>
                  <a:pt x="1800868" y="110031"/>
                </a:cubicBezTo>
                <a:cubicBezTo>
                  <a:pt x="1803398" y="112474"/>
                  <a:pt x="1806619" y="113695"/>
                  <a:pt x="1810529" y="113695"/>
                </a:cubicBezTo>
                <a:cubicBezTo>
                  <a:pt x="1814900" y="113695"/>
                  <a:pt x="1819070" y="112274"/>
                  <a:pt x="1823038" y="109433"/>
                </a:cubicBezTo>
                <a:cubicBezTo>
                  <a:pt x="1825971" y="107275"/>
                  <a:pt x="1827897" y="104632"/>
                  <a:pt x="1828817" y="101505"/>
                </a:cubicBezTo>
                <a:cubicBezTo>
                  <a:pt x="1829450" y="99460"/>
                  <a:pt x="1829766" y="95568"/>
                  <a:pt x="1829766" y="89830"/>
                </a:cubicBezTo>
                <a:lnTo>
                  <a:pt x="1829766" y="85055"/>
                </a:lnTo>
                <a:close/>
                <a:moveTo>
                  <a:pt x="1919135" y="37093"/>
                </a:moveTo>
                <a:lnTo>
                  <a:pt x="1919135" y="56416"/>
                </a:lnTo>
                <a:lnTo>
                  <a:pt x="1902572" y="56416"/>
                </a:lnTo>
                <a:lnTo>
                  <a:pt x="1902572" y="93277"/>
                </a:lnTo>
                <a:cubicBezTo>
                  <a:pt x="1902572" y="100743"/>
                  <a:pt x="1902730" y="105093"/>
                  <a:pt x="1903047" y="106327"/>
                </a:cubicBezTo>
                <a:cubicBezTo>
                  <a:pt x="1903363" y="107560"/>
                  <a:pt x="1904082" y="108579"/>
                  <a:pt x="1905203" y="109384"/>
                </a:cubicBezTo>
                <a:cubicBezTo>
                  <a:pt x="1906325" y="110188"/>
                  <a:pt x="1907690" y="110589"/>
                  <a:pt x="1909301" y="110589"/>
                </a:cubicBezTo>
                <a:cubicBezTo>
                  <a:pt x="1911543" y="110589"/>
                  <a:pt x="1914793" y="109813"/>
                  <a:pt x="1919048" y="108260"/>
                </a:cubicBezTo>
                <a:lnTo>
                  <a:pt x="1921119" y="127136"/>
                </a:lnTo>
                <a:cubicBezTo>
                  <a:pt x="1915483" y="129562"/>
                  <a:pt x="1909099" y="130775"/>
                  <a:pt x="1901968" y="130775"/>
                </a:cubicBezTo>
                <a:cubicBezTo>
                  <a:pt x="1897598" y="130775"/>
                  <a:pt x="1893658" y="130042"/>
                  <a:pt x="1890150" y="128575"/>
                </a:cubicBezTo>
                <a:cubicBezTo>
                  <a:pt x="1886642" y="127109"/>
                  <a:pt x="1884069" y="125211"/>
                  <a:pt x="1882430" y="122882"/>
                </a:cubicBezTo>
                <a:cubicBezTo>
                  <a:pt x="1880791" y="120553"/>
                  <a:pt x="1879655" y="117404"/>
                  <a:pt x="1879022" y="113436"/>
                </a:cubicBezTo>
                <a:cubicBezTo>
                  <a:pt x="1878505" y="110618"/>
                  <a:pt x="1878246" y="104925"/>
                  <a:pt x="1878246" y="96356"/>
                </a:cubicBezTo>
                <a:lnTo>
                  <a:pt x="1878246" y="56416"/>
                </a:lnTo>
                <a:lnTo>
                  <a:pt x="1867118" y="56416"/>
                </a:lnTo>
                <a:lnTo>
                  <a:pt x="1867118" y="37093"/>
                </a:lnTo>
                <a:lnTo>
                  <a:pt x="1878246" y="37093"/>
                </a:lnTo>
                <a:lnTo>
                  <a:pt x="1878246" y="18805"/>
                </a:lnTo>
                <a:lnTo>
                  <a:pt x="1902572" y="4486"/>
                </a:lnTo>
                <a:lnTo>
                  <a:pt x="1902572" y="37093"/>
                </a:lnTo>
                <a:lnTo>
                  <a:pt x="1919135" y="37093"/>
                </a:lnTo>
                <a:close/>
                <a:moveTo>
                  <a:pt x="1936661" y="24671"/>
                </a:moveTo>
                <a:lnTo>
                  <a:pt x="1936661" y="2243"/>
                </a:lnTo>
                <a:lnTo>
                  <a:pt x="1960901" y="2243"/>
                </a:lnTo>
                <a:lnTo>
                  <a:pt x="1960901" y="24671"/>
                </a:lnTo>
                <a:lnTo>
                  <a:pt x="1936661" y="24671"/>
                </a:lnTo>
                <a:moveTo>
                  <a:pt x="1936661" y="128705"/>
                </a:moveTo>
                <a:lnTo>
                  <a:pt x="1936661" y="37093"/>
                </a:lnTo>
                <a:lnTo>
                  <a:pt x="1960901" y="37093"/>
                </a:lnTo>
                <a:lnTo>
                  <a:pt x="1960901" y="128705"/>
                </a:lnTo>
                <a:lnTo>
                  <a:pt x="1936661" y="128705"/>
                </a:lnTo>
                <a:close/>
                <a:moveTo>
                  <a:pt x="1980008" y="81605"/>
                </a:moveTo>
                <a:cubicBezTo>
                  <a:pt x="1980008" y="73554"/>
                  <a:pt x="1981992" y="65761"/>
                  <a:pt x="1985960" y="58228"/>
                </a:cubicBezTo>
                <a:cubicBezTo>
                  <a:pt x="1989929" y="50694"/>
                  <a:pt x="1995550" y="44943"/>
                  <a:pt x="2002825" y="40975"/>
                </a:cubicBezTo>
                <a:cubicBezTo>
                  <a:pt x="2010100" y="37007"/>
                  <a:pt x="2018223" y="35023"/>
                  <a:pt x="2027194" y="35023"/>
                </a:cubicBezTo>
                <a:cubicBezTo>
                  <a:pt x="2041054" y="35023"/>
                  <a:pt x="2052412" y="39523"/>
                  <a:pt x="2061268" y="48523"/>
                </a:cubicBezTo>
                <a:cubicBezTo>
                  <a:pt x="2070125" y="57523"/>
                  <a:pt x="2074553" y="68896"/>
                  <a:pt x="2074553" y="82640"/>
                </a:cubicBezTo>
                <a:cubicBezTo>
                  <a:pt x="2074553" y="96500"/>
                  <a:pt x="2070081" y="107987"/>
                  <a:pt x="2061139" y="117102"/>
                </a:cubicBezTo>
                <a:cubicBezTo>
                  <a:pt x="2052196" y="126217"/>
                  <a:pt x="2040939" y="130775"/>
                  <a:pt x="2027367" y="130775"/>
                </a:cubicBezTo>
                <a:cubicBezTo>
                  <a:pt x="2018971" y="130775"/>
                  <a:pt x="2010962" y="128877"/>
                  <a:pt x="2003343" y="125082"/>
                </a:cubicBezTo>
                <a:cubicBezTo>
                  <a:pt x="1995723" y="121286"/>
                  <a:pt x="1989929" y="115722"/>
                  <a:pt x="1985960" y="108390"/>
                </a:cubicBezTo>
                <a:cubicBezTo>
                  <a:pt x="1981992" y="101057"/>
                  <a:pt x="1980008" y="92129"/>
                  <a:pt x="1980008" y="81605"/>
                </a:cubicBezTo>
                <a:moveTo>
                  <a:pt x="2004852" y="82899"/>
                </a:moveTo>
                <a:cubicBezTo>
                  <a:pt x="2004852" y="91957"/>
                  <a:pt x="2007009" y="98894"/>
                  <a:pt x="2011322" y="103710"/>
                </a:cubicBezTo>
                <a:cubicBezTo>
                  <a:pt x="2015635" y="108526"/>
                  <a:pt x="2020955" y="110934"/>
                  <a:pt x="2027281" y="110934"/>
                </a:cubicBezTo>
                <a:cubicBezTo>
                  <a:pt x="2033607" y="110934"/>
                  <a:pt x="2038912" y="108526"/>
                  <a:pt x="2043196" y="103710"/>
                </a:cubicBezTo>
                <a:cubicBezTo>
                  <a:pt x="2047480" y="98894"/>
                  <a:pt x="2049623" y="91899"/>
                  <a:pt x="2049623" y="82726"/>
                </a:cubicBezTo>
                <a:cubicBezTo>
                  <a:pt x="2049623" y="73784"/>
                  <a:pt x="2047480" y="66904"/>
                  <a:pt x="2043196" y="62088"/>
                </a:cubicBezTo>
                <a:cubicBezTo>
                  <a:pt x="2038912" y="57272"/>
                  <a:pt x="2033607" y="54863"/>
                  <a:pt x="2027281" y="54863"/>
                </a:cubicBezTo>
                <a:cubicBezTo>
                  <a:pt x="2020955" y="54863"/>
                  <a:pt x="2015635" y="57272"/>
                  <a:pt x="2011322" y="62088"/>
                </a:cubicBezTo>
                <a:cubicBezTo>
                  <a:pt x="2007009" y="66904"/>
                  <a:pt x="2004852" y="73841"/>
                  <a:pt x="2004852" y="82899"/>
                </a:cubicBezTo>
                <a:close/>
                <a:moveTo>
                  <a:pt x="2177508" y="128705"/>
                </a:moveTo>
                <a:lnTo>
                  <a:pt x="2153268" y="128705"/>
                </a:lnTo>
                <a:lnTo>
                  <a:pt x="2153268" y="82004"/>
                </a:lnTo>
                <a:cubicBezTo>
                  <a:pt x="2153268" y="72123"/>
                  <a:pt x="2152750" y="65733"/>
                  <a:pt x="2151715" y="62832"/>
                </a:cubicBezTo>
                <a:cubicBezTo>
                  <a:pt x="2150680" y="59931"/>
                  <a:pt x="2148998" y="57677"/>
                  <a:pt x="2146669" y="56068"/>
                </a:cubicBezTo>
                <a:cubicBezTo>
                  <a:pt x="2144340" y="54460"/>
                  <a:pt x="2141536" y="53656"/>
                  <a:pt x="2138258" y="53656"/>
                </a:cubicBezTo>
                <a:cubicBezTo>
                  <a:pt x="2134060" y="53656"/>
                  <a:pt x="2130293" y="54805"/>
                  <a:pt x="2126958" y="57104"/>
                </a:cubicBezTo>
                <a:cubicBezTo>
                  <a:pt x="2123622" y="59400"/>
                  <a:pt x="2121336" y="62445"/>
                  <a:pt x="2120100" y="66237"/>
                </a:cubicBezTo>
                <a:cubicBezTo>
                  <a:pt x="2118863" y="70027"/>
                  <a:pt x="2118245" y="77035"/>
                  <a:pt x="2118245" y="87261"/>
                </a:cubicBezTo>
                <a:lnTo>
                  <a:pt x="2118245" y="128705"/>
                </a:lnTo>
                <a:lnTo>
                  <a:pt x="2094005" y="128705"/>
                </a:lnTo>
                <a:lnTo>
                  <a:pt x="2094005" y="37093"/>
                </a:lnTo>
                <a:lnTo>
                  <a:pt x="2116520" y="37093"/>
                </a:lnTo>
                <a:lnTo>
                  <a:pt x="2116520" y="50550"/>
                </a:lnTo>
                <a:cubicBezTo>
                  <a:pt x="2124513" y="40199"/>
                  <a:pt x="2134577" y="35023"/>
                  <a:pt x="2146712" y="35023"/>
                </a:cubicBezTo>
                <a:cubicBezTo>
                  <a:pt x="2152060" y="35023"/>
                  <a:pt x="2156948" y="35986"/>
                  <a:pt x="2161377" y="37913"/>
                </a:cubicBezTo>
                <a:cubicBezTo>
                  <a:pt x="2165805" y="39839"/>
                  <a:pt x="2169155" y="42298"/>
                  <a:pt x="2171426" y="45288"/>
                </a:cubicBezTo>
                <a:cubicBezTo>
                  <a:pt x="2173698" y="48279"/>
                  <a:pt x="2175279" y="51672"/>
                  <a:pt x="2176171" y="55467"/>
                </a:cubicBezTo>
                <a:cubicBezTo>
                  <a:pt x="2177062" y="59263"/>
                  <a:pt x="2177508" y="64697"/>
                  <a:pt x="2177508" y="71771"/>
                </a:cubicBezTo>
                <a:lnTo>
                  <a:pt x="2177508" y="1287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GlobalVariable">
            <a:extLst xmlns:a="http://schemas.openxmlformats.org/drawingml/2006/main">
              <a:ext uri="{FF2B5EF4-FFF2-40B4-BE49-F238E27FC236}">
                <a16:creationId xmlns:a16="http://schemas.microsoft.com/office/drawing/2014/main" id="{78489F14-B9F6-4E6F-BEDD-B1CC6C3A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345" y="1152175"/>
            <a:ext cx="1316056" cy="144955"/>
          </a:xfrm>
          <a:custGeom xmlns:a="http://schemas.openxmlformats.org/drawingml/2006/main">
            <a:pathLst>
              <a:path w="1316056" h="144955">
                <a:moveTo>
                  <a:pt x="70278" y="87394"/>
                </a:moveTo>
                <a:lnTo>
                  <a:pt x="70278" y="71139"/>
                </a:lnTo>
                <a:lnTo>
                  <a:pt x="129657" y="71043"/>
                </a:lnTo>
                <a:lnTo>
                  <a:pt x="129657" y="122963"/>
                </a:lnTo>
                <a:cubicBezTo>
                  <a:pt x="120541" y="130262"/>
                  <a:pt x="111139" y="135752"/>
                  <a:pt x="101450" y="139433"/>
                </a:cubicBezTo>
                <a:cubicBezTo>
                  <a:pt x="91760" y="143115"/>
                  <a:pt x="81816" y="144955"/>
                  <a:pt x="71617" y="144955"/>
                </a:cubicBezTo>
                <a:cubicBezTo>
                  <a:pt x="57848" y="144955"/>
                  <a:pt x="45338" y="142007"/>
                  <a:pt x="34087" y="136111"/>
                </a:cubicBezTo>
                <a:cubicBezTo>
                  <a:pt x="22837" y="130214"/>
                  <a:pt x="14343" y="121689"/>
                  <a:pt x="8606" y="110533"/>
                </a:cubicBezTo>
                <a:cubicBezTo>
                  <a:pt x="2869" y="99378"/>
                  <a:pt x="0" y="86916"/>
                  <a:pt x="0" y="73147"/>
                </a:cubicBezTo>
                <a:cubicBezTo>
                  <a:pt x="0" y="59506"/>
                  <a:pt x="2853" y="46773"/>
                  <a:pt x="8558" y="34948"/>
                </a:cubicBezTo>
                <a:cubicBezTo>
                  <a:pt x="14263" y="23123"/>
                  <a:pt x="22470" y="14343"/>
                  <a:pt x="33179" y="8606"/>
                </a:cubicBezTo>
                <a:cubicBezTo>
                  <a:pt x="43888" y="2869"/>
                  <a:pt x="56223" y="0"/>
                  <a:pt x="70183" y="0"/>
                </a:cubicBezTo>
                <a:cubicBezTo>
                  <a:pt x="80318" y="0"/>
                  <a:pt x="89482" y="1637"/>
                  <a:pt x="97673" y="4912"/>
                </a:cubicBezTo>
                <a:cubicBezTo>
                  <a:pt x="105864" y="8187"/>
                  <a:pt x="112286" y="12751"/>
                  <a:pt x="116940" y="18603"/>
                </a:cubicBezTo>
                <a:cubicBezTo>
                  <a:pt x="121593" y="24454"/>
                  <a:pt x="125131" y="32085"/>
                  <a:pt x="127553" y="41498"/>
                </a:cubicBezTo>
                <a:lnTo>
                  <a:pt x="110820" y="46087"/>
                </a:lnTo>
                <a:cubicBezTo>
                  <a:pt x="108717" y="38948"/>
                  <a:pt x="106103" y="33338"/>
                  <a:pt x="102980" y="29259"/>
                </a:cubicBezTo>
                <a:cubicBezTo>
                  <a:pt x="99856" y="25179"/>
                  <a:pt x="95394" y="21912"/>
                  <a:pt x="89593" y="19458"/>
                </a:cubicBezTo>
                <a:cubicBezTo>
                  <a:pt x="83792" y="17004"/>
                  <a:pt x="77354" y="15777"/>
                  <a:pt x="70278" y="15777"/>
                </a:cubicBezTo>
                <a:cubicBezTo>
                  <a:pt x="61800" y="15777"/>
                  <a:pt x="54470" y="17069"/>
                  <a:pt x="48287" y="19652"/>
                </a:cubicBezTo>
                <a:cubicBezTo>
                  <a:pt x="42103" y="22236"/>
                  <a:pt x="37115" y="25633"/>
                  <a:pt x="33323" y="29844"/>
                </a:cubicBezTo>
                <a:cubicBezTo>
                  <a:pt x="29530" y="34056"/>
                  <a:pt x="26582" y="38681"/>
                  <a:pt x="24478" y="43721"/>
                </a:cubicBezTo>
                <a:cubicBezTo>
                  <a:pt x="20908" y="52398"/>
                  <a:pt x="19123" y="61808"/>
                  <a:pt x="19123" y="71952"/>
                </a:cubicBezTo>
                <a:cubicBezTo>
                  <a:pt x="19123" y="84456"/>
                  <a:pt x="21275" y="94919"/>
                  <a:pt x="25578" y="103341"/>
                </a:cubicBezTo>
                <a:cubicBezTo>
                  <a:pt x="29880" y="111763"/>
                  <a:pt x="36143" y="118016"/>
                  <a:pt x="44366" y="122100"/>
                </a:cubicBezTo>
                <a:cubicBezTo>
                  <a:pt x="52589" y="126182"/>
                  <a:pt x="61322" y="128222"/>
                  <a:pt x="70565" y="128222"/>
                </a:cubicBezTo>
                <a:cubicBezTo>
                  <a:pt x="78597" y="128222"/>
                  <a:pt x="86438" y="126667"/>
                  <a:pt x="94087" y="123555"/>
                </a:cubicBezTo>
                <a:cubicBezTo>
                  <a:pt x="101736" y="120444"/>
                  <a:pt x="107537" y="117123"/>
                  <a:pt x="111489" y="113593"/>
                </a:cubicBezTo>
                <a:lnTo>
                  <a:pt x="111489" y="87394"/>
                </a:lnTo>
                <a:lnTo>
                  <a:pt x="70278" y="87394"/>
                </a:lnTo>
                <a:close/>
                <a:moveTo>
                  <a:pt x="155355" y="142661"/>
                </a:moveTo>
                <a:lnTo>
                  <a:pt x="155355" y="2486"/>
                </a:lnTo>
                <a:lnTo>
                  <a:pt x="172566" y="2486"/>
                </a:lnTo>
                <a:lnTo>
                  <a:pt x="172566" y="142661"/>
                </a:lnTo>
                <a:lnTo>
                  <a:pt x="155355" y="142661"/>
                </a:lnTo>
                <a:close/>
                <a:moveTo>
                  <a:pt x="191903" y="91888"/>
                </a:moveTo>
                <a:cubicBezTo>
                  <a:pt x="191903" y="73083"/>
                  <a:pt x="197130" y="59155"/>
                  <a:pt x="207585" y="50103"/>
                </a:cubicBezTo>
                <a:cubicBezTo>
                  <a:pt x="216318" y="42581"/>
                  <a:pt x="226963" y="38820"/>
                  <a:pt x="239521" y="38820"/>
                </a:cubicBezTo>
                <a:cubicBezTo>
                  <a:pt x="253481" y="38820"/>
                  <a:pt x="264891" y="43394"/>
                  <a:pt x="273751" y="52542"/>
                </a:cubicBezTo>
                <a:cubicBezTo>
                  <a:pt x="282612" y="61689"/>
                  <a:pt x="287042" y="74326"/>
                  <a:pt x="287042" y="90454"/>
                </a:cubicBezTo>
                <a:cubicBezTo>
                  <a:pt x="287042" y="103521"/>
                  <a:pt x="285082" y="113800"/>
                  <a:pt x="281162" y="121290"/>
                </a:cubicBezTo>
                <a:cubicBezTo>
                  <a:pt x="277241" y="128780"/>
                  <a:pt x="271536" y="134597"/>
                  <a:pt x="264046" y="138740"/>
                </a:cubicBezTo>
                <a:cubicBezTo>
                  <a:pt x="256556" y="142884"/>
                  <a:pt x="248381" y="144955"/>
                  <a:pt x="239521" y="144955"/>
                </a:cubicBezTo>
                <a:cubicBezTo>
                  <a:pt x="225306" y="144955"/>
                  <a:pt x="213816" y="140398"/>
                  <a:pt x="205051" y="131282"/>
                </a:cubicBezTo>
                <a:cubicBezTo>
                  <a:pt x="196286" y="122167"/>
                  <a:pt x="191903" y="109035"/>
                  <a:pt x="191903" y="91888"/>
                </a:cubicBezTo>
                <a:moveTo>
                  <a:pt x="209592" y="91840"/>
                </a:moveTo>
                <a:cubicBezTo>
                  <a:pt x="209592" y="104796"/>
                  <a:pt x="212429" y="114497"/>
                  <a:pt x="218102" y="120944"/>
                </a:cubicBezTo>
                <a:cubicBezTo>
                  <a:pt x="223776" y="127390"/>
                  <a:pt x="230915" y="130613"/>
                  <a:pt x="239521" y="130613"/>
                </a:cubicBezTo>
                <a:cubicBezTo>
                  <a:pt x="248062" y="130613"/>
                  <a:pt x="255170" y="127374"/>
                  <a:pt x="260843" y="120896"/>
                </a:cubicBezTo>
                <a:cubicBezTo>
                  <a:pt x="266516" y="114418"/>
                  <a:pt x="269353" y="104542"/>
                  <a:pt x="269353" y="91269"/>
                </a:cubicBezTo>
                <a:cubicBezTo>
                  <a:pt x="269353" y="78758"/>
                  <a:pt x="266501" y="69278"/>
                  <a:pt x="260795" y="62832"/>
                </a:cubicBezTo>
                <a:cubicBezTo>
                  <a:pt x="255090" y="56386"/>
                  <a:pt x="247999" y="53163"/>
                  <a:pt x="239521" y="53163"/>
                </a:cubicBezTo>
                <a:cubicBezTo>
                  <a:pt x="230915" y="53163"/>
                  <a:pt x="223776" y="56370"/>
                  <a:pt x="218102" y="62785"/>
                </a:cubicBezTo>
                <a:cubicBezTo>
                  <a:pt x="212429" y="69199"/>
                  <a:pt x="209592" y="78884"/>
                  <a:pt x="209592" y="91840"/>
                </a:cubicBezTo>
                <a:close/>
                <a:moveTo>
                  <a:pt x="322668" y="142661"/>
                </a:moveTo>
                <a:lnTo>
                  <a:pt x="306700" y="142661"/>
                </a:lnTo>
                <a:lnTo>
                  <a:pt x="306700" y="2486"/>
                </a:lnTo>
                <a:lnTo>
                  <a:pt x="323911" y="2486"/>
                </a:lnTo>
                <a:lnTo>
                  <a:pt x="323911" y="52679"/>
                </a:lnTo>
                <a:cubicBezTo>
                  <a:pt x="331178" y="43440"/>
                  <a:pt x="340453" y="38820"/>
                  <a:pt x="351736" y="38820"/>
                </a:cubicBezTo>
                <a:cubicBezTo>
                  <a:pt x="357983" y="38820"/>
                  <a:pt x="363895" y="40079"/>
                  <a:pt x="369473" y="42597"/>
                </a:cubicBezTo>
                <a:cubicBezTo>
                  <a:pt x="375050" y="45115"/>
                  <a:pt x="379640" y="48653"/>
                  <a:pt x="383242" y="53211"/>
                </a:cubicBezTo>
                <a:cubicBezTo>
                  <a:pt x="386843" y="57769"/>
                  <a:pt x="389664" y="63267"/>
                  <a:pt x="391704" y="69705"/>
                </a:cubicBezTo>
                <a:cubicBezTo>
                  <a:pt x="393744" y="76143"/>
                  <a:pt x="394763" y="83027"/>
                  <a:pt x="394763" y="90358"/>
                </a:cubicBezTo>
                <a:cubicBezTo>
                  <a:pt x="394763" y="107760"/>
                  <a:pt x="390461" y="121210"/>
                  <a:pt x="381855" y="130708"/>
                </a:cubicBezTo>
                <a:cubicBezTo>
                  <a:pt x="373250" y="140206"/>
                  <a:pt x="362923" y="144955"/>
                  <a:pt x="350875" y="144955"/>
                </a:cubicBezTo>
                <a:cubicBezTo>
                  <a:pt x="338891" y="144955"/>
                  <a:pt x="329489" y="139888"/>
                  <a:pt x="322668" y="129752"/>
                </a:cubicBezTo>
                <a:lnTo>
                  <a:pt x="322668" y="142661"/>
                </a:lnTo>
                <a:moveTo>
                  <a:pt x="322477" y="91126"/>
                </a:moveTo>
                <a:cubicBezTo>
                  <a:pt x="322477" y="103241"/>
                  <a:pt x="324134" y="111995"/>
                  <a:pt x="327449" y="117388"/>
                </a:cubicBezTo>
                <a:cubicBezTo>
                  <a:pt x="332867" y="126204"/>
                  <a:pt x="340198" y="130613"/>
                  <a:pt x="349441" y="130613"/>
                </a:cubicBezTo>
                <a:cubicBezTo>
                  <a:pt x="356963" y="130613"/>
                  <a:pt x="363465" y="127362"/>
                  <a:pt x="368947" y="120860"/>
                </a:cubicBezTo>
                <a:cubicBezTo>
                  <a:pt x="374429" y="114358"/>
                  <a:pt x="377170" y="104669"/>
                  <a:pt x="377170" y="91792"/>
                </a:cubicBezTo>
                <a:cubicBezTo>
                  <a:pt x="377170" y="78599"/>
                  <a:pt x="374540" y="68863"/>
                  <a:pt x="369282" y="62584"/>
                </a:cubicBezTo>
                <a:cubicBezTo>
                  <a:pt x="364023" y="56303"/>
                  <a:pt x="357664" y="53163"/>
                  <a:pt x="350206" y="53163"/>
                </a:cubicBezTo>
                <a:cubicBezTo>
                  <a:pt x="342684" y="53163"/>
                  <a:pt x="336182" y="56414"/>
                  <a:pt x="330700" y="62916"/>
                </a:cubicBezTo>
                <a:cubicBezTo>
                  <a:pt x="325218" y="69418"/>
                  <a:pt x="322477" y="78821"/>
                  <a:pt x="322477" y="91126"/>
                </a:cubicBezTo>
                <a:close/>
                <a:moveTo>
                  <a:pt x="481545" y="130123"/>
                </a:moveTo>
                <a:cubicBezTo>
                  <a:pt x="475170" y="135545"/>
                  <a:pt x="469035" y="139373"/>
                  <a:pt x="463138" y="141606"/>
                </a:cubicBezTo>
                <a:cubicBezTo>
                  <a:pt x="457242" y="143839"/>
                  <a:pt x="450915" y="144955"/>
                  <a:pt x="444158" y="144955"/>
                </a:cubicBezTo>
                <a:cubicBezTo>
                  <a:pt x="433003" y="144955"/>
                  <a:pt x="424429" y="142228"/>
                  <a:pt x="418437" y="136774"/>
                </a:cubicBezTo>
                <a:cubicBezTo>
                  <a:pt x="412445" y="131320"/>
                  <a:pt x="409449" y="124351"/>
                  <a:pt x="409449" y="115867"/>
                </a:cubicBezTo>
                <a:cubicBezTo>
                  <a:pt x="409449" y="110893"/>
                  <a:pt x="410581" y="106349"/>
                  <a:pt x="412844" y="102235"/>
                </a:cubicBezTo>
                <a:cubicBezTo>
                  <a:pt x="415107" y="98120"/>
                  <a:pt x="418071" y="94818"/>
                  <a:pt x="421736" y="92330"/>
                </a:cubicBezTo>
                <a:cubicBezTo>
                  <a:pt x="425401" y="89842"/>
                  <a:pt x="429529" y="87961"/>
                  <a:pt x="434118" y="86686"/>
                </a:cubicBezTo>
                <a:cubicBezTo>
                  <a:pt x="437497" y="85791"/>
                  <a:pt x="442597" y="84930"/>
                  <a:pt x="449417" y="84101"/>
                </a:cubicBezTo>
                <a:cubicBezTo>
                  <a:pt x="463314" y="82456"/>
                  <a:pt x="473545" y="80494"/>
                  <a:pt x="480110" y="78215"/>
                </a:cubicBezTo>
                <a:cubicBezTo>
                  <a:pt x="480174" y="75866"/>
                  <a:pt x="480206" y="74374"/>
                  <a:pt x="480206" y="73739"/>
                </a:cubicBezTo>
                <a:cubicBezTo>
                  <a:pt x="480206" y="66753"/>
                  <a:pt x="478580" y="61831"/>
                  <a:pt x="475329" y="58975"/>
                </a:cubicBezTo>
                <a:cubicBezTo>
                  <a:pt x="470931" y="55100"/>
                  <a:pt x="464397" y="53163"/>
                  <a:pt x="455728" y="53163"/>
                </a:cubicBezTo>
                <a:cubicBezTo>
                  <a:pt x="447632" y="53163"/>
                  <a:pt x="441656" y="54581"/>
                  <a:pt x="437800" y="57418"/>
                </a:cubicBezTo>
                <a:cubicBezTo>
                  <a:pt x="433943" y="60255"/>
                  <a:pt x="431091" y="65275"/>
                  <a:pt x="429242" y="72478"/>
                </a:cubicBezTo>
                <a:lnTo>
                  <a:pt x="412413" y="70183"/>
                </a:lnTo>
                <a:cubicBezTo>
                  <a:pt x="413943" y="62958"/>
                  <a:pt x="416461" y="57123"/>
                  <a:pt x="419967" y="52679"/>
                </a:cubicBezTo>
                <a:cubicBezTo>
                  <a:pt x="423473" y="48235"/>
                  <a:pt x="428541" y="44814"/>
                  <a:pt x="435170" y="42418"/>
                </a:cubicBezTo>
                <a:cubicBezTo>
                  <a:pt x="441800" y="40020"/>
                  <a:pt x="449481" y="38820"/>
                  <a:pt x="458214" y="38820"/>
                </a:cubicBezTo>
                <a:cubicBezTo>
                  <a:pt x="466883" y="38820"/>
                  <a:pt x="473927" y="39840"/>
                  <a:pt x="479345" y="41880"/>
                </a:cubicBezTo>
                <a:cubicBezTo>
                  <a:pt x="484764" y="43920"/>
                  <a:pt x="488748" y="46486"/>
                  <a:pt x="491297" y="49577"/>
                </a:cubicBezTo>
                <a:cubicBezTo>
                  <a:pt x="493847" y="52669"/>
                  <a:pt x="495632" y="56573"/>
                  <a:pt x="496652" y="61290"/>
                </a:cubicBezTo>
                <a:cubicBezTo>
                  <a:pt x="497226" y="64223"/>
                  <a:pt x="497513" y="69514"/>
                  <a:pt x="497513" y="77163"/>
                </a:cubicBezTo>
                <a:lnTo>
                  <a:pt x="497513" y="100111"/>
                </a:lnTo>
                <a:cubicBezTo>
                  <a:pt x="497513" y="116111"/>
                  <a:pt x="497879" y="126230"/>
                  <a:pt x="498612" y="130469"/>
                </a:cubicBezTo>
                <a:cubicBezTo>
                  <a:pt x="499345" y="134708"/>
                  <a:pt x="500795" y="138772"/>
                  <a:pt x="502963" y="142661"/>
                </a:cubicBezTo>
                <a:lnTo>
                  <a:pt x="484987" y="142661"/>
                </a:lnTo>
                <a:cubicBezTo>
                  <a:pt x="483202" y="139087"/>
                  <a:pt x="482054" y="134908"/>
                  <a:pt x="481545" y="130123"/>
                </a:cubicBezTo>
                <a:moveTo>
                  <a:pt x="480110" y="91601"/>
                </a:moveTo>
                <a:cubicBezTo>
                  <a:pt x="473863" y="94173"/>
                  <a:pt x="464493" y="96358"/>
                  <a:pt x="451999" y="98157"/>
                </a:cubicBezTo>
                <a:cubicBezTo>
                  <a:pt x="444923" y="99181"/>
                  <a:pt x="439919" y="100333"/>
                  <a:pt x="436987" y="101614"/>
                </a:cubicBezTo>
                <a:cubicBezTo>
                  <a:pt x="434055" y="102893"/>
                  <a:pt x="431792" y="104765"/>
                  <a:pt x="430198" y="107231"/>
                </a:cubicBezTo>
                <a:cubicBezTo>
                  <a:pt x="428605" y="109696"/>
                  <a:pt x="427808" y="112432"/>
                  <a:pt x="427808" y="115440"/>
                </a:cubicBezTo>
                <a:cubicBezTo>
                  <a:pt x="427808" y="120047"/>
                  <a:pt x="429545" y="123888"/>
                  <a:pt x="433019" y="126961"/>
                </a:cubicBezTo>
                <a:cubicBezTo>
                  <a:pt x="436493" y="130033"/>
                  <a:pt x="441577" y="131569"/>
                  <a:pt x="448270" y="131569"/>
                </a:cubicBezTo>
                <a:cubicBezTo>
                  <a:pt x="454899" y="131569"/>
                  <a:pt x="460796" y="130112"/>
                  <a:pt x="465959" y="127197"/>
                </a:cubicBezTo>
                <a:cubicBezTo>
                  <a:pt x="471122" y="124283"/>
                  <a:pt x="474915" y="120296"/>
                  <a:pt x="477337" y="115236"/>
                </a:cubicBezTo>
                <a:cubicBezTo>
                  <a:pt x="479186" y="111328"/>
                  <a:pt x="480110" y="105563"/>
                  <a:pt x="480110" y="97942"/>
                </a:cubicBezTo>
                <a:lnTo>
                  <a:pt x="480110" y="91601"/>
                </a:lnTo>
                <a:close/>
                <a:moveTo>
                  <a:pt x="523386" y="142661"/>
                </a:moveTo>
                <a:lnTo>
                  <a:pt x="523386" y="2486"/>
                </a:lnTo>
                <a:lnTo>
                  <a:pt x="540597" y="2486"/>
                </a:lnTo>
                <a:lnTo>
                  <a:pt x="540597" y="142661"/>
                </a:lnTo>
                <a:lnTo>
                  <a:pt x="523386" y="142661"/>
                </a:lnTo>
                <a:close/>
                <a:moveTo>
                  <a:pt x="664020" y="142661"/>
                </a:moveTo>
                <a:lnTo>
                  <a:pt x="609710" y="2486"/>
                </a:lnTo>
                <a:lnTo>
                  <a:pt x="629789" y="2486"/>
                </a:lnTo>
                <a:lnTo>
                  <a:pt x="666219" y="104318"/>
                </a:lnTo>
                <a:cubicBezTo>
                  <a:pt x="669152" y="112477"/>
                  <a:pt x="671606" y="120127"/>
                  <a:pt x="673582" y="127266"/>
                </a:cubicBezTo>
                <a:cubicBezTo>
                  <a:pt x="675749" y="119617"/>
                  <a:pt x="678267" y="111968"/>
                  <a:pt x="681136" y="104318"/>
                </a:cubicBezTo>
                <a:lnTo>
                  <a:pt x="719000" y="2486"/>
                </a:lnTo>
                <a:lnTo>
                  <a:pt x="737932" y="2486"/>
                </a:lnTo>
                <a:lnTo>
                  <a:pt x="683048" y="142661"/>
                </a:lnTo>
                <a:lnTo>
                  <a:pt x="664020" y="142661"/>
                </a:lnTo>
                <a:close/>
                <a:moveTo>
                  <a:pt x="817871" y="130123"/>
                </a:moveTo>
                <a:cubicBezTo>
                  <a:pt x="811497" y="135545"/>
                  <a:pt x="805361" y="139373"/>
                  <a:pt x="799465" y="141606"/>
                </a:cubicBezTo>
                <a:cubicBezTo>
                  <a:pt x="793568" y="143839"/>
                  <a:pt x="787242" y="144955"/>
                  <a:pt x="780485" y="144955"/>
                </a:cubicBezTo>
                <a:cubicBezTo>
                  <a:pt x="769330" y="144955"/>
                  <a:pt x="760756" y="142228"/>
                  <a:pt x="754764" y="136774"/>
                </a:cubicBezTo>
                <a:cubicBezTo>
                  <a:pt x="748772" y="131320"/>
                  <a:pt x="745776" y="124351"/>
                  <a:pt x="745776" y="115867"/>
                </a:cubicBezTo>
                <a:cubicBezTo>
                  <a:pt x="745776" y="110893"/>
                  <a:pt x="746907" y="106349"/>
                  <a:pt x="749170" y="102235"/>
                </a:cubicBezTo>
                <a:cubicBezTo>
                  <a:pt x="751433" y="98120"/>
                  <a:pt x="754397" y="94818"/>
                  <a:pt x="758063" y="92330"/>
                </a:cubicBezTo>
                <a:cubicBezTo>
                  <a:pt x="761728" y="89842"/>
                  <a:pt x="765855" y="87961"/>
                  <a:pt x="770445" y="86686"/>
                </a:cubicBezTo>
                <a:cubicBezTo>
                  <a:pt x="773824" y="85791"/>
                  <a:pt x="778923" y="84930"/>
                  <a:pt x="785744" y="84101"/>
                </a:cubicBezTo>
                <a:cubicBezTo>
                  <a:pt x="799640" y="82456"/>
                  <a:pt x="809871" y="80494"/>
                  <a:pt x="816437" y="78215"/>
                </a:cubicBezTo>
                <a:cubicBezTo>
                  <a:pt x="816501" y="75866"/>
                  <a:pt x="816532" y="74374"/>
                  <a:pt x="816532" y="73739"/>
                </a:cubicBezTo>
                <a:cubicBezTo>
                  <a:pt x="816532" y="66753"/>
                  <a:pt x="814907" y="61831"/>
                  <a:pt x="811656" y="58975"/>
                </a:cubicBezTo>
                <a:cubicBezTo>
                  <a:pt x="807258" y="55100"/>
                  <a:pt x="800724" y="53163"/>
                  <a:pt x="792055" y="53163"/>
                </a:cubicBezTo>
                <a:cubicBezTo>
                  <a:pt x="783959" y="53163"/>
                  <a:pt x="777983" y="54581"/>
                  <a:pt x="774126" y="57418"/>
                </a:cubicBezTo>
                <a:cubicBezTo>
                  <a:pt x="770270" y="60255"/>
                  <a:pt x="767417" y="65275"/>
                  <a:pt x="765569" y="72478"/>
                </a:cubicBezTo>
                <a:lnTo>
                  <a:pt x="748740" y="70183"/>
                </a:lnTo>
                <a:cubicBezTo>
                  <a:pt x="750270" y="62958"/>
                  <a:pt x="752788" y="57123"/>
                  <a:pt x="756294" y="52679"/>
                </a:cubicBezTo>
                <a:cubicBezTo>
                  <a:pt x="759800" y="48235"/>
                  <a:pt x="764867" y="44814"/>
                  <a:pt x="771497" y="42418"/>
                </a:cubicBezTo>
                <a:cubicBezTo>
                  <a:pt x="778126" y="40020"/>
                  <a:pt x="785808" y="38820"/>
                  <a:pt x="794541" y="38820"/>
                </a:cubicBezTo>
                <a:cubicBezTo>
                  <a:pt x="803210" y="38820"/>
                  <a:pt x="810254" y="39840"/>
                  <a:pt x="815672" y="41880"/>
                </a:cubicBezTo>
                <a:cubicBezTo>
                  <a:pt x="821090" y="43920"/>
                  <a:pt x="825074" y="46486"/>
                  <a:pt x="827624" y="49577"/>
                </a:cubicBezTo>
                <a:cubicBezTo>
                  <a:pt x="830174" y="52669"/>
                  <a:pt x="831959" y="56573"/>
                  <a:pt x="832979" y="61290"/>
                </a:cubicBezTo>
                <a:cubicBezTo>
                  <a:pt x="833552" y="64223"/>
                  <a:pt x="833839" y="69514"/>
                  <a:pt x="833839" y="77163"/>
                </a:cubicBezTo>
                <a:lnTo>
                  <a:pt x="833839" y="100111"/>
                </a:lnTo>
                <a:cubicBezTo>
                  <a:pt x="833839" y="116111"/>
                  <a:pt x="834206" y="126230"/>
                  <a:pt x="834939" y="130469"/>
                </a:cubicBezTo>
                <a:cubicBezTo>
                  <a:pt x="835672" y="134708"/>
                  <a:pt x="837122" y="138772"/>
                  <a:pt x="839289" y="142661"/>
                </a:cubicBezTo>
                <a:lnTo>
                  <a:pt x="821313" y="142661"/>
                </a:lnTo>
                <a:cubicBezTo>
                  <a:pt x="819528" y="139087"/>
                  <a:pt x="818381" y="134908"/>
                  <a:pt x="817871" y="130123"/>
                </a:cubicBezTo>
                <a:moveTo>
                  <a:pt x="816437" y="91601"/>
                </a:moveTo>
                <a:cubicBezTo>
                  <a:pt x="810190" y="94173"/>
                  <a:pt x="800819" y="96358"/>
                  <a:pt x="788325" y="98157"/>
                </a:cubicBezTo>
                <a:cubicBezTo>
                  <a:pt x="781250" y="99181"/>
                  <a:pt x="776246" y="100333"/>
                  <a:pt x="773314" y="101614"/>
                </a:cubicBezTo>
                <a:cubicBezTo>
                  <a:pt x="770381" y="102893"/>
                  <a:pt x="768118" y="104765"/>
                  <a:pt x="766525" y="107231"/>
                </a:cubicBezTo>
                <a:cubicBezTo>
                  <a:pt x="764931" y="109696"/>
                  <a:pt x="764134" y="112432"/>
                  <a:pt x="764134" y="115440"/>
                </a:cubicBezTo>
                <a:cubicBezTo>
                  <a:pt x="764134" y="120047"/>
                  <a:pt x="765871" y="123888"/>
                  <a:pt x="769345" y="126961"/>
                </a:cubicBezTo>
                <a:cubicBezTo>
                  <a:pt x="772820" y="130033"/>
                  <a:pt x="777903" y="131569"/>
                  <a:pt x="784596" y="131569"/>
                </a:cubicBezTo>
                <a:cubicBezTo>
                  <a:pt x="791226" y="131569"/>
                  <a:pt x="797122" y="130112"/>
                  <a:pt x="802286" y="127197"/>
                </a:cubicBezTo>
                <a:cubicBezTo>
                  <a:pt x="807449" y="124283"/>
                  <a:pt x="811242" y="120296"/>
                  <a:pt x="813664" y="115236"/>
                </a:cubicBezTo>
                <a:cubicBezTo>
                  <a:pt x="815513" y="111328"/>
                  <a:pt x="816437" y="105563"/>
                  <a:pt x="816437" y="97942"/>
                </a:cubicBezTo>
                <a:lnTo>
                  <a:pt x="816437" y="91601"/>
                </a:lnTo>
                <a:close/>
                <a:moveTo>
                  <a:pt x="859903" y="142661"/>
                </a:moveTo>
                <a:lnTo>
                  <a:pt x="859903" y="41115"/>
                </a:lnTo>
                <a:lnTo>
                  <a:pt x="875393" y="41115"/>
                </a:lnTo>
                <a:lnTo>
                  <a:pt x="875393" y="56414"/>
                </a:lnTo>
                <a:cubicBezTo>
                  <a:pt x="879346" y="49251"/>
                  <a:pt x="882995" y="44528"/>
                  <a:pt x="886342" y="42245"/>
                </a:cubicBezTo>
                <a:cubicBezTo>
                  <a:pt x="889688" y="39962"/>
                  <a:pt x="893369" y="38820"/>
                  <a:pt x="897385" y="38820"/>
                </a:cubicBezTo>
                <a:cubicBezTo>
                  <a:pt x="903186" y="38820"/>
                  <a:pt x="909082" y="40661"/>
                  <a:pt x="915074" y="44342"/>
                </a:cubicBezTo>
                <a:lnTo>
                  <a:pt x="909146" y="60239"/>
                </a:lnTo>
                <a:cubicBezTo>
                  <a:pt x="904939" y="57753"/>
                  <a:pt x="900732" y="56510"/>
                  <a:pt x="896525" y="56510"/>
                </a:cubicBezTo>
                <a:cubicBezTo>
                  <a:pt x="892764" y="56510"/>
                  <a:pt x="889385" y="57643"/>
                  <a:pt x="886389" y="59910"/>
                </a:cubicBezTo>
                <a:cubicBezTo>
                  <a:pt x="883393" y="62175"/>
                  <a:pt x="881258" y="65317"/>
                  <a:pt x="879983" y="69337"/>
                </a:cubicBezTo>
                <a:cubicBezTo>
                  <a:pt x="878071" y="75463"/>
                  <a:pt x="877114" y="82163"/>
                  <a:pt x="877114" y="89438"/>
                </a:cubicBezTo>
                <a:lnTo>
                  <a:pt x="877114" y="142661"/>
                </a:lnTo>
                <a:lnTo>
                  <a:pt x="859903" y="142661"/>
                </a:lnTo>
                <a:close/>
                <a:moveTo>
                  <a:pt x="926183" y="22374"/>
                </a:moveTo>
                <a:lnTo>
                  <a:pt x="926183" y="2486"/>
                </a:lnTo>
                <a:lnTo>
                  <a:pt x="943394" y="2486"/>
                </a:lnTo>
                <a:lnTo>
                  <a:pt x="943394" y="22374"/>
                </a:lnTo>
                <a:lnTo>
                  <a:pt x="926183" y="22374"/>
                </a:lnTo>
                <a:moveTo>
                  <a:pt x="926183" y="142661"/>
                </a:moveTo>
                <a:lnTo>
                  <a:pt x="926183" y="41115"/>
                </a:lnTo>
                <a:lnTo>
                  <a:pt x="943394" y="41115"/>
                </a:lnTo>
                <a:lnTo>
                  <a:pt x="943394" y="142661"/>
                </a:lnTo>
                <a:lnTo>
                  <a:pt x="926183" y="142661"/>
                </a:lnTo>
                <a:close/>
                <a:moveTo>
                  <a:pt x="1034922" y="130123"/>
                </a:moveTo>
                <a:cubicBezTo>
                  <a:pt x="1028547" y="135545"/>
                  <a:pt x="1022412" y="139373"/>
                  <a:pt x="1016515" y="141606"/>
                </a:cubicBezTo>
                <a:cubicBezTo>
                  <a:pt x="1010619" y="143839"/>
                  <a:pt x="1004292" y="144955"/>
                  <a:pt x="997535" y="144955"/>
                </a:cubicBezTo>
                <a:cubicBezTo>
                  <a:pt x="986380" y="144955"/>
                  <a:pt x="977806" y="142228"/>
                  <a:pt x="971814" y="136774"/>
                </a:cubicBezTo>
                <a:cubicBezTo>
                  <a:pt x="965822" y="131320"/>
                  <a:pt x="962826" y="124351"/>
                  <a:pt x="962826" y="115867"/>
                </a:cubicBezTo>
                <a:cubicBezTo>
                  <a:pt x="962826" y="110893"/>
                  <a:pt x="963958" y="106349"/>
                  <a:pt x="966221" y="102235"/>
                </a:cubicBezTo>
                <a:cubicBezTo>
                  <a:pt x="968484" y="98120"/>
                  <a:pt x="971448" y="94818"/>
                  <a:pt x="975113" y="92330"/>
                </a:cubicBezTo>
                <a:cubicBezTo>
                  <a:pt x="978779" y="89842"/>
                  <a:pt x="982906" y="87961"/>
                  <a:pt x="987496" y="86686"/>
                </a:cubicBezTo>
                <a:cubicBezTo>
                  <a:pt x="990874" y="85791"/>
                  <a:pt x="995974" y="84930"/>
                  <a:pt x="1002794" y="84101"/>
                </a:cubicBezTo>
                <a:cubicBezTo>
                  <a:pt x="1016691" y="82456"/>
                  <a:pt x="1026922" y="80494"/>
                  <a:pt x="1033487" y="78215"/>
                </a:cubicBezTo>
                <a:cubicBezTo>
                  <a:pt x="1033551" y="75866"/>
                  <a:pt x="1033583" y="74374"/>
                  <a:pt x="1033583" y="73739"/>
                </a:cubicBezTo>
                <a:cubicBezTo>
                  <a:pt x="1033583" y="66753"/>
                  <a:pt x="1031958" y="61831"/>
                  <a:pt x="1028707" y="58975"/>
                </a:cubicBezTo>
                <a:cubicBezTo>
                  <a:pt x="1024308" y="55100"/>
                  <a:pt x="1017774" y="53163"/>
                  <a:pt x="1009105" y="53163"/>
                </a:cubicBezTo>
                <a:cubicBezTo>
                  <a:pt x="1001010" y="53163"/>
                  <a:pt x="995033" y="54581"/>
                  <a:pt x="991177" y="57418"/>
                </a:cubicBezTo>
                <a:cubicBezTo>
                  <a:pt x="987320" y="60255"/>
                  <a:pt x="984468" y="65275"/>
                  <a:pt x="982619" y="72478"/>
                </a:cubicBezTo>
                <a:lnTo>
                  <a:pt x="965791" y="70183"/>
                </a:lnTo>
                <a:cubicBezTo>
                  <a:pt x="967320" y="62958"/>
                  <a:pt x="969838" y="57123"/>
                  <a:pt x="973344" y="52679"/>
                </a:cubicBezTo>
                <a:cubicBezTo>
                  <a:pt x="976850" y="48235"/>
                  <a:pt x="981918" y="44814"/>
                  <a:pt x="988547" y="42418"/>
                </a:cubicBezTo>
                <a:cubicBezTo>
                  <a:pt x="995177" y="40020"/>
                  <a:pt x="1002858" y="38820"/>
                  <a:pt x="1011591" y="38820"/>
                </a:cubicBezTo>
                <a:cubicBezTo>
                  <a:pt x="1020260" y="38820"/>
                  <a:pt x="1027304" y="39840"/>
                  <a:pt x="1032722" y="41880"/>
                </a:cubicBezTo>
                <a:cubicBezTo>
                  <a:pt x="1038141" y="43920"/>
                  <a:pt x="1042125" y="46486"/>
                  <a:pt x="1044675" y="49577"/>
                </a:cubicBezTo>
                <a:cubicBezTo>
                  <a:pt x="1047224" y="52669"/>
                  <a:pt x="1049009" y="56573"/>
                  <a:pt x="1050029" y="61290"/>
                </a:cubicBezTo>
                <a:cubicBezTo>
                  <a:pt x="1050603" y="64223"/>
                  <a:pt x="1050890" y="69514"/>
                  <a:pt x="1050890" y="77163"/>
                </a:cubicBezTo>
                <a:lnTo>
                  <a:pt x="1050890" y="100111"/>
                </a:lnTo>
                <a:cubicBezTo>
                  <a:pt x="1050890" y="116111"/>
                  <a:pt x="1051256" y="126230"/>
                  <a:pt x="1051989" y="130469"/>
                </a:cubicBezTo>
                <a:cubicBezTo>
                  <a:pt x="1052722" y="134708"/>
                  <a:pt x="1054173" y="138772"/>
                  <a:pt x="1056340" y="142661"/>
                </a:cubicBezTo>
                <a:lnTo>
                  <a:pt x="1038364" y="142661"/>
                </a:lnTo>
                <a:cubicBezTo>
                  <a:pt x="1036579" y="139087"/>
                  <a:pt x="1035432" y="134908"/>
                  <a:pt x="1034922" y="130123"/>
                </a:cubicBezTo>
                <a:moveTo>
                  <a:pt x="1033487" y="91601"/>
                </a:moveTo>
                <a:cubicBezTo>
                  <a:pt x="1027240" y="94173"/>
                  <a:pt x="1017870" y="96358"/>
                  <a:pt x="1005376" y="98157"/>
                </a:cubicBezTo>
                <a:cubicBezTo>
                  <a:pt x="998300" y="99181"/>
                  <a:pt x="993296" y="100333"/>
                  <a:pt x="990364" y="101614"/>
                </a:cubicBezTo>
                <a:cubicBezTo>
                  <a:pt x="987432" y="102893"/>
                  <a:pt x="985169" y="104765"/>
                  <a:pt x="983575" y="107231"/>
                </a:cubicBezTo>
                <a:cubicBezTo>
                  <a:pt x="981982" y="109696"/>
                  <a:pt x="981185" y="112432"/>
                  <a:pt x="981185" y="115440"/>
                </a:cubicBezTo>
                <a:cubicBezTo>
                  <a:pt x="981185" y="120047"/>
                  <a:pt x="982922" y="123888"/>
                  <a:pt x="986396" y="126961"/>
                </a:cubicBezTo>
                <a:cubicBezTo>
                  <a:pt x="989870" y="130033"/>
                  <a:pt x="994954" y="131569"/>
                  <a:pt x="1001647" y="131569"/>
                </a:cubicBezTo>
                <a:cubicBezTo>
                  <a:pt x="1008276" y="131569"/>
                  <a:pt x="1014173" y="130112"/>
                  <a:pt x="1019336" y="127197"/>
                </a:cubicBezTo>
                <a:cubicBezTo>
                  <a:pt x="1024499" y="124283"/>
                  <a:pt x="1028292" y="120296"/>
                  <a:pt x="1030715" y="115236"/>
                </a:cubicBezTo>
                <a:cubicBezTo>
                  <a:pt x="1032563" y="111328"/>
                  <a:pt x="1033487" y="105563"/>
                  <a:pt x="1033487" y="97942"/>
                </a:cubicBezTo>
                <a:lnTo>
                  <a:pt x="1033487" y="91601"/>
                </a:lnTo>
                <a:close/>
                <a:moveTo>
                  <a:pt x="1093018" y="142661"/>
                </a:moveTo>
                <a:lnTo>
                  <a:pt x="1077050" y="142661"/>
                </a:lnTo>
                <a:lnTo>
                  <a:pt x="1077050" y="2486"/>
                </a:lnTo>
                <a:lnTo>
                  <a:pt x="1094261" y="2486"/>
                </a:lnTo>
                <a:lnTo>
                  <a:pt x="1094261" y="52679"/>
                </a:lnTo>
                <a:cubicBezTo>
                  <a:pt x="1101528" y="43440"/>
                  <a:pt x="1110802" y="38820"/>
                  <a:pt x="1122085" y="38820"/>
                </a:cubicBezTo>
                <a:cubicBezTo>
                  <a:pt x="1128332" y="38820"/>
                  <a:pt x="1134245" y="40079"/>
                  <a:pt x="1139822" y="42597"/>
                </a:cubicBezTo>
                <a:cubicBezTo>
                  <a:pt x="1145400" y="45115"/>
                  <a:pt x="1149989" y="48653"/>
                  <a:pt x="1153591" y="53211"/>
                </a:cubicBezTo>
                <a:cubicBezTo>
                  <a:pt x="1157193" y="57769"/>
                  <a:pt x="1160013" y="63267"/>
                  <a:pt x="1162053" y="69705"/>
                </a:cubicBezTo>
                <a:cubicBezTo>
                  <a:pt x="1164093" y="76143"/>
                  <a:pt x="1165113" y="83027"/>
                  <a:pt x="1165113" y="90358"/>
                </a:cubicBezTo>
                <a:cubicBezTo>
                  <a:pt x="1165113" y="107760"/>
                  <a:pt x="1160810" y="121210"/>
                  <a:pt x="1152205" y="130708"/>
                </a:cubicBezTo>
                <a:cubicBezTo>
                  <a:pt x="1143599" y="140206"/>
                  <a:pt x="1133272" y="144955"/>
                  <a:pt x="1121225" y="144955"/>
                </a:cubicBezTo>
                <a:cubicBezTo>
                  <a:pt x="1109241" y="144955"/>
                  <a:pt x="1099838" y="139888"/>
                  <a:pt x="1093018" y="129752"/>
                </a:cubicBezTo>
                <a:lnTo>
                  <a:pt x="1093018" y="142661"/>
                </a:lnTo>
                <a:moveTo>
                  <a:pt x="1092826" y="91126"/>
                </a:moveTo>
                <a:cubicBezTo>
                  <a:pt x="1092826" y="103241"/>
                  <a:pt x="1094484" y="111995"/>
                  <a:pt x="1097798" y="117388"/>
                </a:cubicBezTo>
                <a:cubicBezTo>
                  <a:pt x="1103217" y="126204"/>
                  <a:pt x="1110547" y="130613"/>
                  <a:pt x="1119790" y="130613"/>
                </a:cubicBezTo>
                <a:cubicBezTo>
                  <a:pt x="1127312" y="130613"/>
                  <a:pt x="1133814" y="127362"/>
                  <a:pt x="1139296" y="120860"/>
                </a:cubicBezTo>
                <a:cubicBezTo>
                  <a:pt x="1144778" y="114358"/>
                  <a:pt x="1147519" y="104669"/>
                  <a:pt x="1147519" y="91792"/>
                </a:cubicBezTo>
                <a:cubicBezTo>
                  <a:pt x="1147519" y="78599"/>
                  <a:pt x="1144890" y="68863"/>
                  <a:pt x="1139631" y="62584"/>
                </a:cubicBezTo>
                <a:cubicBezTo>
                  <a:pt x="1134372" y="56303"/>
                  <a:pt x="1128013" y="53163"/>
                  <a:pt x="1120555" y="53163"/>
                </a:cubicBezTo>
                <a:cubicBezTo>
                  <a:pt x="1113033" y="53163"/>
                  <a:pt x="1106532" y="56414"/>
                  <a:pt x="1101049" y="62916"/>
                </a:cubicBezTo>
                <a:cubicBezTo>
                  <a:pt x="1095567" y="69418"/>
                  <a:pt x="1092826" y="78821"/>
                  <a:pt x="1092826" y="91126"/>
                </a:cubicBezTo>
                <a:close/>
                <a:moveTo>
                  <a:pt x="1185249" y="142661"/>
                </a:moveTo>
                <a:lnTo>
                  <a:pt x="1185249" y="2486"/>
                </a:lnTo>
                <a:lnTo>
                  <a:pt x="1202460" y="2486"/>
                </a:lnTo>
                <a:lnTo>
                  <a:pt x="1202460" y="142661"/>
                </a:lnTo>
                <a:lnTo>
                  <a:pt x="1185249" y="142661"/>
                </a:lnTo>
                <a:close/>
                <a:moveTo>
                  <a:pt x="1297697" y="109960"/>
                </a:moveTo>
                <a:lnTo>
                  <a:pt x="1315482" y="112159"/>
                </a:lnTo>
                <a:cubicBezTo>
                  <a:pt x="1312677" y="122549"/>
                  <a:pt x="1307482" y="130613"/>
                  <a:pt x="1299897" y="136350"/>
                </a:cubicBezTo>
                <a:cubicBezTo>
                  <a:pt x="1292311" y="142087"/>
                  <a:pt x="1282622" y="144955"/>
                  <a:pt x="1270829" y="144955"/>
                </a:cubicBezTo>
                <a:cubicBezTo>
                  <a:pt x="1255976" y="144955"/>
                  <a:pt x="1244200" y="140382"/>
                  <a:pt x="1235499" y="131234"/>
                </a:cubicBezTo>
                <a:cubicBezTo>
                  <a:pt x="1226797" y="122087"/>
                  <a:pt x="1222447" y="109258"/>
                  <a:pt x="1222447" y="92748"/>
                </a:cubicBezTo>
                <a:cubicBezTo>
                  <a:pt x="1222447" y="75665"/>
                  <a:pt x="1226845" y="62406"/>
                  <a:pt x="1235642" y="52972"/>
                </a:cubicBezTo>
                <a:cubicBezTo>
                  <a:pt x="1244439" y="43538"/>
                  <a:pt x="1255849" y="38820"/>
                  <a:pt x="1269873" y="38820"/>
                </a:cubicBezTo>
                <a:cubicBezTo>
                  <a:pt x="1283450" y="38820"/>
                  <a:pt x="1294542" y="43435"/>
                  <a:pt x="1303148" y="52664"/>
                </a:cubicBezTo>
                <a:cubicBezTo>
                  <a:pt x="1311753" y="61891"/>
                  <a:pt x="1316056" y="74873"/>
                  <a:pt x="1316056" y="91610"/>
                </a:cubicBezTo>
                <a:cubicBezTo>
                  <a:pt x="1316056" y="92628"/>
                  <a:pt x="1316024" y="94155"/>
                  <a:pt x="1315960" y="96191"/>
                </a:cubicBezTo>
                <a:lnTo>
                  <a:pt x="1240232" y="96191"/>
                </a:lnTo>
                <a:cubicBezTo>
                  <a:pt x="1240869" y="107314"/>
                  <a:pt x="1244024" y="115832"/>
                  <a:pt x="1249698" y="121744"/>
                </a:cubicBezTo>
                <a:cubicBezTo>
                  <a:pt x="1255371" y="127657"/>
                  <a:pt x="1262447" y="130613"/>
                  <a:pt x="1270925" y="130613"/>
                </a:cubicBezTo>
                <a:cubicBezTo>
                  <a:pt x="1277235" y="130613"/>
                  <a:pt x="1282622" y="128971"/>
                  <a:pt x="1287084" y="125689"/>
                </a:cubicBezTo>
                <a:cubicBezTo>
                  <a:pt x="1291546" y="122404"/>
                  <a:pt x="1295084" y="117161"/>
                  <a:pt x="1297697" y="109960"/>
                </a:cubicBezTo>
                <a:moveTo>
                  <a:pt x="1241188" y="81848"/>
                </a:moveTo>
                <a:lnTo>
                  <a:pt x="1297889" y="81848"/>
                </a:lnTo>
                <a:cubicBezTo>
                  <a:pt x="1297124" y="73446"/>
                  <a:pt x="1294956" y="67144"/>
                  <a:pt x="1291387" y="62943"/>
                </a:cubicBezTo>
                <a:cubicBezTo>
                  <a:pt x="1285905" y="56423"/>
                  <a:pt x="1278797" y="53163"/>
                  <a:pt x="1270064" y="53163"/>
                </a:cubicBezTo>
                <a:cubicBezTo>
                  <a:pt x="1262160" y="53163"/>
                  <a:pt x="1255514" y="55766"/>
                  <a:pt x="1250128" y="60971"/>
                </a:cubicBezTo>
                <a:cubicBezTo>
                  <a:pt x="1244741" y="66174"/>
                  <a:pt x="1241761" y="73133"/>
                  <a:pt x="1241188" y="818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Structs">
            <a:extLst xmlns:a="http://schemas.openxmlformats.org/drawingml/2006/main">
              <a:ext uri="{FF2B5EF4-FFF2-40B4-BE49-F238E27FC236}">
                <a16:creationId xmlns:a16="http://schemas.microsoft.com/office/drawing/2014/main" id="{0E737612-681C-430E-AF64-4FA38226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119" y="764836"/>
            <a:ext cx="594678" cy="144955"/>
          </a:xfrm>
          <a:custGeom xmlns:a="http://schemas.openxmlformats.org/drawingml/2006/main">
            <a:pathLst>
              <a:path w="594678" h="144955">
                <a:moveTo>
                  <a:pt x="0" y="97529"/>
                </a:moveTo>
                <a:lnTo>
                  <a:pt x="17498" y="95999"/>
                </a:lnTo>
                <a:cubicBezTo>
                  <a:pt x="18327" y="103011"/>
                  <a:pt x="20255" y="108764"/>
                  <a:pt x="23283" y="113258"/>
                </a:cubicBezTo>
                <a:cubicBezTo>
                  <a:pt x="26311" y="117752"/>
                  <a:pt x="31012" y="121386"/>
                  <a:pt x="37386" y="124159"/>
                </a:cubicBezTo>
                <a:cubicBezTo>
                  <a:pt x="43761" y="126932"/>
                  <a:pt x="50932" y="128318"/>
                  <a:pt x="58900" y="128318"/>
                </a:cubicBezTo>
                <a:cubicBezTo>
                  <a:pt x="65976" y="128318"/>
                  <a:pt x="72223" y="127266"/>
                  <a:pt x="77641" y="125163"/>
                </a:cubicBezTo>
                <a:cubicBezTo>
                  <a:pt x="83059" y="123059"/>
                  <a:pt x="87091" y="120175"/>
                  <a:pt x="89737" y="116509"/>
                </a:cubicBezTo>
                <a:cubicBezTo>
                  <a:pt x="92382" y="112844"/>
                  <a:pt x="93705" y="108844"/>
                  <a:pt x="93705" y="104509"/>
                </a:cubicBezTo>
                <a:cubicBezTo>
                  <a:pt x="93705" y="100111"/>
                  <a:pt x="92430" y="96270"/>
                  <a:pt x="89880" y="92988"/>
                </a:cubicBezTo>
                <a:cubicBezTo>
                  <a:pt x="87330" y="89705"/>
                  <a:pt x="83123" y="86948"/>
                  <a:pt x="77259" y="84717"/>
                </a:cubicBezTo>
                <a:cubicBezTo>
                  <a:pt x="73498" y="83251"/>
                  <a:pt x="65179" y="80972"/>
                  <a:pt x="52302" y="77880"/>
                </a:cubicBezTo>
                <a:cubicBezTo>
                  <a:pt x="39426" y="74788"/>
                  <a:pt x="30406" y="71872"/>
                  <a:pt x="25243" y="69131"/>
                </a:cubicBezTo>
                <a:cubicBezTo>
                  <a:pt x="18550" y="65625"/>
                  <a:pt x="13562" y="61275"/>
                  <a:pt x="10279" y="56079"/>
                </a:cubicBezTo>
                <a:cubicBezTo>
                  <a:pt x="6996" y="50884"/>
                  <a:pt x="5355" y="45067"/>
                  <a:pt x="5355" y="38629"/>
                </a:cubicBezTo>
                <a:cubicBezTo>
                  <a:pt x="5355" y="31554"/>
                  <a:pt x="7363" y="24940"/>
                  <a:pt x="11378" y="18789"/>
                </a:cubicBezTo>
                <a:cubicBezTo>
                  <a:pt x="15394" y="12637"/>
                  <a:pt x="21259" y="7968"/>
                  <a:pt x="28972" y="4781"/>
                </a:cubicBezTo>
                <a:cubicBezTo>
                  <a:pt x="36685" y="1594"/>
                  <a:pt x="45259" y="0"/>
                  <a:pt x="54693" y="0"/>
                </a:cubicBezTo>
                <a:cubicBezTo>
                  <a:pt x="65083" y="0"/>
                  <a:pt x="74247" y="1673"/>
                  <a:pt x="82183" y="5020"/>
                </a:cubicBezTo>
                <a:cubicBezTo>
                  <a:pt x="90119" y="8366"/>
                  <a:pt x="96223" y="13291"/>
                  <a:pt x="100493" y="19793"/>
                </a:cubicBezTo>
                <a:cubicBezTo>
                  <a:pt x="104764" y="26295"/>
                  <a:pt x="107059" y="33657"/>
                  <a:pt x="107378" y="41880"/>
                </a:cubicBezTo>
                <a:lnTo>
                  <a:pt x="89593" y="43219"/>
                </a:lnTo>
                <a:cubicBezTo>
                  <a:pt x="88637" y="34326"/>
                  <a:pt x="85402" y="27609"/>
                  <a:pt x="79888" y="23068"/>
                </a:cubicBezTo>
                <a:cubicBezTo>
                  <a:pt x="74374" y="18526"/>
                  <a:pt x="66231" y="16255"/>
                  <a:pt x="55458" y="16255"/>
                </a:cubicBezTo>
                <a:cubicBezTo>
                  <a:pt x="44239" y="16255"/>
                  <a:pt x="36064" y="18313"/>
                  <a:pt x="30932" y="22428"/>
                </a:cubicBezTo>
                <a:cubicBezTo>
                  <a:pt x="25801" y="26542"/>
                  <a:pt x="23235" y="31501"/>
                  <a:pt x="23235" y="37306"/>
                </a:cubicBezTo>
                <a:cubicBezTo>
                  <a:pt x="23235" y="42345"/>
                  <a:pt x="25052" y="46492"/>
                  <a:pt x="28685" y="49745"/>
                </a:cubicBezTo>
                <a:cubicBezTo>
                  <a:pt x="32255" y="53000"/>
                  <a:pt x="41577" y="56333"/>
                  <a:pt x="56653" y="59746"/>
                </a:cubicBezTo>
                <a:cubicBezTo>
                  <a:pt x="71729" y="63158"/>
                  <a:pt x="82071" y="66140"/>
                  <a:pt x="87681" y="68692"/>
                </a:cubicBezTo>
                <a:cubicBezTo>
                  <a:pt x="95840" y="72455"/>
                  <a:pt x="101864" y="77224"/>
                  <a:pt x="105752" y="82999"/>
                </a:cubicBezTo>
                <a:cubicBezTo>
                  <a:pt x="109641" y="88771"/>
                  <a:pt x="111585" y="95422"/>
                  <a:pt x="111585" y="102950"/>
                </a:cubicBezTo>
                <a:cubicBezTo>
                  <a:pt x="111585" y="110412"/>
                  <a:pt x="109450" y="117445"/>
                  <a:pt x="105179" y="124048"/>
                </a:cubicBezTo>
                <a:cubicBezTo>
                  <a:pt x="100908" y="130650"/>
                  <a:pt x="94772" y="135785"/>
                  <a:pt x="86772" y="139454"/>
                </a:cubicBezTo>
                <a:cubicBezTo>
                  <a:pt x="78772" y="143122"/>
                  <a:pt x="69769" y="144955"/>
                  <a:pt x="59761" y="144955"/>
                </a:cubicBezTo>
                <a:cubicBezTo>
                  <a:pt x="47075" y="144955"/>
                  <a:pt x="36446" y="143107"/>
                  <a:pt x="27872" y="139410"/>
                </a:cubicBezTo>
                <a:cubicBezTo>
                  <a:pt x="19299" y="135712"/>
                  <a:pt x="12574" y="130151"/>
                  <a:pt x="7697" y="122724"/>
                </a:cubicBezTo>
                <a:cubicBezTo>
                  <a:pt x="2821" y="115298"/>
                  <a:pt x="255" y="106900"/>
                  <a:pt x="0" y="97529"/>
                </a:cubicBezTo>
                <a:close/>
                <a:moveTo>
                  <a:pt x="171520" y="127457"/>
                </a:moveTo>
                <a:lnTo>
                  <a:pt x="174006" y="142661"/>
                </a:lnTo>
                <a:cubicBezTo>
                  <a:pt x="169162" y="143553"/>
                  <a:pt x="164827" y="143999"/>
                  <a:pt x="161002" y="143999"/>
                </a:cubicBezTo>
                <a:cubicBezTo>
                  <a:pt x="154755" y="143999"/>
                  <a:pt x="149911" y="143011"/>
                  <a:pt x="146468" y="141035"/>
                </a:cubicBezTo>
                <a:cubicBezTo>
                  <a:pt x="143026" y="139059"/>
                  <a:pt x="140604" y="136461"/>
                  <a:pt x="139202" y="133242"/>
                </a:cubicBezTo>
                <a:cubicBezTo>
                  <a:pt x="137799" y="130023"/>
                  <a:pt x="137098" y="123250"/>
                  <a:pt x="137098" y="112924"/>
                </a:cubicBezTo>
                <a:lnTo>
                  <a:pt x="137098" y="54502"/>
                </a:lnTo>
                <a:lnTo>
                  <a:pt x="124477" y="54502"/>
                </a:lnTo>
                <a:lnTo>
                  <a:pt x="124477" y="41115"/>
                </a:lnTo>
                <a:lnTo>
                  <a:pt x="137098" y="41115"/>
                </a:lnTo>
                <a:lnTo>
                  <a:pt x="137098" y="15899"/>
                </a:lnTo>
                <a:lnTo>
                  <a:pt x="154213" y="5546"/>
                </a:lnTo>
                <a:lnTo>
                  <a:pt x="154213" y="41115"/>
                </a:lnTo>
                <a:lnTo>
                  <a:pt x="171520" y="41115"/>
                </a:lnTo>
                <a:lnTo>
                  <a:pt x="171520" y="54502"/>
                </a:lnTo>
                <a:lnTo>
                  <a:pt x="154213" y="54502"/>
                </a:lnTo>
                <a:lnTo>
                  <a:pt x="154213" y="113880"/>
                </a:lnTo>
                <a:cubicBezTo>
                  <a:pt x="154213" y="118788"/>
                  <a:pt x="154516" y="121944"/>
                  <a:pt x="155122" y="123346"/>
                </a:cubicBezTo>
                <a:cubicBezTo>
                  <a:pt x="155727" y="124748"/>
                  <a:pt x="156715" y="125864"/>
                  <a:pt x="158086" y="126693"/>
                </a:cubicBezTo>
                <a:cubicBezTo>
                  <a:pt x="159456" y="127521"/>
                  <a:pt x="161417" y="127936"/>
                  <a:pt x="163966" y="127936"/>
                </a:cubicBezTo>
                <a:cubicBezTo>
                  <a:pt x="165879" y="127936"/>
                  <a:pt x="168397" y="127776"/>
                  <a:pt x="171520" y="127457"/>
                </a:cubicBezTo>
                <a:close/>
                <a:moveTo>
                  <a:pt x="189169" y="142661"/>
                </a:moveTo>
                <a:lnTo>
                  <a:pt x="189169" y="41115"/>
                </a:lnTo>
                <a:lnTo>
                  <a:pt x="204659" y="41115"/>
                </a:lnTo>
                <a:lnTo>
                  <a:pt x="204659" y="56414"/>
                </a:lnTo>
                <a:cubicBezTo>
                  <a:pt x="208612" y="49251"/>
                  <a:pt x="212261" y="44528"/>
                  <a:pt x="215608" y="42245"/>
                </a:cubicBezTo>
                <a:cubicBezTo>
                  <a:pt x="218954" y="39962"/>
                  <a:pt x="222635" y="38820"/>
                  <a:pt x="226651" y="38820"/>
                </a:cubicBezTo>
                <a:cubicBezTo>
                  <a:pt x="232452" y="38820"/>
                  <a:pt x="238348" y="40661"/>
                  <a:pt x="244340" y="44342"/>
                </a:cubicBezTo>
                <a:lnTo>
                  <a:pt x="238412" y="60239"/>
                </a:lnTo>
                <a:cubicBezTo>
                  <a:pt x="234205" y="57753"/>
                  <a:pt x="229998" y="56510"/>
                  <a:pt x="225791" y="56510"/>
                </a:cubicBezTo>
                <a:cubicBezTo>
                  <a:pt x="222030" y="56510"/>
                  <a:pt x="218651" y="57643"/>
                  <a:pt x="215655" y="59910"/>
                </a:cubicBezTo>
                <a:cubicBezTo>
                  <a:pt x="212659" y="62175"/>
                  <a:pt x="210524" y="65317"/>
                  <a:pt x="209249" y="69337"/>
                </a:cubicBezTo>
                <a:cubicBezTo>
                  <a:pt x="207337" y="75463"/>
                  <a:pt x="206381" y="82163"/>
                  <a:pt x="206381" y="89438"/>
                </a:cubicBezTo>
                <a:lnTo>
                  <a:pt x="206381" y="142661"/>
                </a:lnTo>
                <a:lnTo>
                  <a:pt x="189169" y="142661"/>
                </a:lnTo>
                <a:close/>
                <a:moveTo>
                  <a:pt x="321902" y="142661"/>
                </a:moveTo>
                <a:lnTo>
                  <a:pt x="321902" y="127744"/>
                </a:lnTo>
                <a:cubicBezTo>
                  <a:pt x="313998" y="139218"/>
                  <a:pt x="303257" y="144955"/>
                  <a:pt x="289679" y="144955"/>
                </a:cubicBezTo>
                <a:cubicBezTo>
                  <a:pt x="283687" y="144955"/>
                  <a:pt x="278094" y="143808"/>
                  <a:pt x="272899" y="141513"/>
                </a:cubicBezTo>
                <a:cubicBezTo>
                  <a:pt x="267703" y="139218"/>
                  <a:pt x="263847" y="136334"/>
                  <a:pt x="261329" y="132860"/>
                </a:cubicBezTo>
                <a:cubicBezTo>
                  <a:pt x="258811" y="129386"/>
                  <a:pt x="257042" y="125131"/>
                  <a:pt x="256022" y="120095"/>
                </a:cubicBezTo>
                <a:cubicBezTo>
                  <a:pt x="255321" y="116716"/>
                  <a:pt x="254970" y="111362"/>
                  <a:pt x="254970" y="104031"/>
                </a:cubicBezTo>
                <a:lnTo>
                  <a:pt x="254970" y="41115"/>
                </a:lnTo>
                <a:lnTo>
                  <a:pt x="272182" y="41115"/>
                </a:lnTo>
                <a:lnTo>
                  <a:pt x="272182" y="97434"/>
                </a:lnTo>
                <a:cubicBezTo>
                  <a:pt x="272182" y="106422"/>
                  <a:pt x="272532" y="112477"/>
                  <a:pt x="273233" y="115601"/>
                </a:cubicBezTo>
                <a:cubicBezTo>
                  <a:pt x="274317" y="120127"/>
                  <a:pt x="276612" y="123681"/>
                  <a:pt x="280118" y="126262"/>
                </a:cubicBezTo>
                <a:cubicBezTo>
                  <a:pt x="283624" y="128844"/>
                  <a:pt x="287958" y="130135"/>
                  <a:pt x="293122" y="130135"/>
                </a:cubicBezTo>
                <a:cubicBezTo>
                  <a:pt x="298285" y="130135"/>
                  <a:pt x="303130" y="128812"/>
                  <a:pt x="307655" y="126167"/>
                </a:cubicBezTo>
                <a:cubicBezTo>
                  <a:pt x="312181" y="123521"/>
                  <a:pt x="315384" y="119920"/>
                  <a:pt x="317265" y="115362"/>
                </a:cubicBezTo>
                <a:cubicBezTo>
                  <a:pt x="319145" y="110804"/>
                  <a:pt x="320086" y="104191"/>
                  <a:pt x="320086" y="95521"/>
                </a:cubicBezTo>
                <a:lnTo>
                  <a:pt x="320086" y="41115"/>
                </a:lnTo>
                <a:lnTo>
                  <a:pt x="337297" y="41115"/>
                </a:lnTo>
                <a:lnTo>
                  <a:pt x="337297" y="142661"/>
                </a:lnTo>
                <a:lnTo>
                  <a:pt x="321902" y="142661"/>
                </a:lnTo>
                <a:close/>
                <a:moveTo>
                  <a:pt x="430161" y="105370"/>
                </a:moveTo>
                <a:lnTo>
                  <a:pt x="447085" y="107569"/>
                </a:lnTo>
                <a:cubicBezTo>
                  <a:pt x="445236" y="119264"/>
                  <a:pt x="440503" y="128420"/>
                  <a:pt x="432886" y="135035"/>
                </a:cubicBezTo>
                <a:cubicBezTo>
                  <a:pt x="425268" y="141649"/>
                  <a:pt x="415914" y="144955"/>
                  <a:pt x="404822" y="144955"/>
                </a:cubicBezTo>
                <a:cubicBezTo>
                  <a:pt x="390926" y="144955"/>
                  <a:pt x="379755" y="140414"/>
                  <a:pt x="371309" y="131330"/>
                </a:cubicBezTo>
                <a:cubicBezTo>
                  <a:pt x="362862" y="122246"/>
                  <a:pt x="358639" y="109226"/>
                  <a:pt x="358639" y="92270"/>
                </a:cubicBezTo>
                <a:cubicBezTo>
                  <a:pt x="358639" y="81306"/>
                  <a:pt x="360456" y="71713"/>
                  <a:pt x="364089" y="63490"/>
                </a:cubicBezTo>
                <a:cubicBezTo>
                  <a:pt x="367723" y="55267"/>
                  <a:pt x="373253" y="49099"/>
                  <a:pt x="380679" y="44988"/>
                </a:cubicBezTo>
                <a:cubicBezTo>
                  <a:pt x="388105" y="40876"/>
                  <a:pt x="396185" y="38820"/>
                  <a:pt x="404918" y="38820"/>
                </a:cubicBezTo>
                <a:cubicBezTo>
                  <a:pt x="415946" y="38820"/>
                  <a:pt x="424966" y="41618"/>
                  <a:pt x="431978" y="47214"/>
                </a:cubicBezTo>
                <a:cubicBezTo>
                  <a:pt x="438989" y="52807"/>
                  <a:pt x="443483" y="60751"/>
                  <a:pt x="445460" y="71043"/>
                </a:cubicBezTo>
                <a:lnTo>
                  <a:pt x="428727" y="73625"/>
                </a:lnTo>
                <a:cubicBezTo>
                  <a:pt x="427133" y="66836"/>
                  <a:pt x="424312" y="61729"/>
                  <a:pt x="420264" y="58302"/>
                </a:cubicBezTo>
                <a:cubicBezTo>
                  <a:pt x="416217" y="54876"/>
                  <a:pt x="411324" y="53163"/>
                  <a:pt x="405587" y="53163"/>
                </a:cubicBezTo>
                <a:cubicBezTo>
                  <a:pt x="396918" y="53163"/>
                  <a:pt x="389874" y="56256"/>
                  <a:pt x="384456" y="62441"/>
                </a:cubicBezTo>
                <a:cubicBezTo>
                  <a:pt x="379038" y="68624"/>
                  <a:pt x="376328" y="78408"/>
                  <a:pt x="376328" y="91792"/>
                </a:cubicBezTo>
                <a:cubicBezTo>
                  <a:pt x="376328" y="105368"/>
                  <a:pt x="378942" y="115232"/>
                  <a:pt x="384169" y="121386"/>
                </a:cubicBezTo>
                <a:cubicBezTo>
                  <a:pt x="389396" y="127537"/>
                  <a:pt x="396217" y="130613"/>
                  <a:pt x="404631" y="130613"/>
                </a:cubicBezTo>
                <a:cubicBezTo>
                  <a:pt x="411388" y="130613"/>
                  <a:pt x="417029" y="128549"/>
                  <a:pt x="421555" y="124422"/>
                </a:cubicBezTo>
                <a:cubicBezTo>
                  <a:pt x="426081" y="120294"/>
                  <a:pt x="428950" y="113944"/>
                  <a:pt x="430161" y="105370"/>
                </a:cubicBezTo>
                <a:close/>
                <a:moveTo>
                  <a:pt x="499387" y="127457"/>
                </a:moveTo>
                <a:lnTo>
                  <a:pt x="501873" y="142661"/>
                </a:lnTo>
                <a:cubicBezTo>
                  <a:pt x="497029" y="143553"/>
                  <a:pt x="492694" y="143999"/>
                  <a:pt x="488869" y="143999"/>
                </a:cubicBezTo>
                <a:cubicBezTo>
                  <a:pt x="482622" y="143999"/>
                  <a:pt x="477778" y="143011"/>
                  <a:pt x="474335" y="141035"/>
                </a:cubicBezTo>
                <a:cubicBezTo>
                  <a:pt x="470893" y="139059"/>
                  <a:pt x="468471" y="136461"/>
                  <a:pt x="467069" y="133242"/>
                </a:cubicBezTo>
                <a:cubicBezTo>
                  <a:pt x="465666" y="130023"/>
                  <a:pt x="464965" y="123250"/>
                  <a:pt x="464965" y="112924"/>
                </a:cubicBezTo>
                <a:lnTo>
                  <a:pt x="464965" y="54502"/>
                </a:lnTo>
                <a:lnTo>
                  <a:pt x="452344" y="54502"/>
                </a:lnTo>
                <a:lnTo>
                  <a:pt x="452344" y="41115"/>
                </a:lnTo>
                <a:lnTo>
                  <a:pt x="464965" y="41115"/>
                </a:lnTo>
                <a:lnTo>
                  <a:pt x="464965" y="15899"/>
                </a:lnTo>
                <a:lnTo>
                  <a:pt x="482080" y="5546"/>
                </a:lnTo>
                <a:lnTo>
                  <a:pt x="482080" y="41115"/>
                </a:lnTo>
                <a:lnTo>
                  <a:pt x="499387" y="41115"/>
                </a:lnTo>
                <a:lnTo>
                  <a:pt x="499387" y="54502"/>
                </a:lnTo>
                <a:lnTo>
                  <a:pt x="482080" y="54502"/>
                </a:lnTo>
                <a:lnTo>
                  <a:pt x="482080" y="113880"/>
                </a:lnTo>
                <a:cubicBezTo>
                  <a:pt x="482080" y="118788"/>
                  <a:pt x="482383" y="121944"/>
                  <a:pt x="482989" y="123346"/>
                </a:cubicBezTo>
                <a:cubicBezTo>
                  <a:pt x="483594" y="124748"/>
                  <a:pt x="484582" y="125864"/>
                  <a:pt x="485953" y="126693"/>
                </a:cubicBezTo>
                <a:cubicBezTo>
                  <a:pt x="487323" y="127521"/>
                  <a:pt x="489284" y="127936"/>
                  <a:pt x="491833" y="127936"/>
                </a:cubicBezTo>
                <a:cubicBezTo>
                  <a:pt x="493746" y="127936"/>
                  <a:pt x="496264" y="127776"/>
                  <a:pt x="499387" y="127457"/>
                </a:cubicBezTo>
                <a:close/>
                <a:moveTo>
                  <a:pt x="510344" y="112254"/>
                </a:moveTo>
                <a:lnTo>
                  <a:pt x="527364" y="109577"/>
                </a:lnTo>
                <a:cubicBezTo>
                  <a:pt x="528320" y="116368"/>
                  <a:pt x="530981" y="121572"/>
                  <a:pt x="535348" y="125190"/>
                </a:cubicBezTo>
                <a:cubicBezTo>
                  <a:pt x="539714" y="128805"/>
                  <a:pt x="545818" y="130613"/>
                  <a:pt x="553658" y="130613"/>
                </a:cubicBezTo>
                <a:cubicBezTo>
                  <a:pt x="561563" y="130613"/>
                  <a:pt x="567427" y="129016"/>
                  <a:pt x="571252" y="125823"/>
                </a:cubicBezTo>
                <a:cubicBezTo>
                  <a:pt x="575077" y="122628"/>
                  <a:pt x="576989" y="118881"/>
                  <a:pt x="576989" y="114582"/>
                </a:cubicBezTo>
                <a:cubicBezTo>
                  <a:pt x="576989" y="110723"/>
                  <a:pt x="575300" y="107688"/>
                  <a:pt x="571921" y="105475"/>
                </a:cubicBezTo>
                <a:cubicBezTo>
                  <a:pt x="569563" y="103957"/>
                  <a:pt x="563698" y="102027"/>
                  <a:pt x="554328" y="99687"/>
                </a:cubicBezTo>
                <a:cubicBezTo>
                  <a:pt x="541706" y="96497"/>
                  <a:pt x="532957" y="93739"/>
                  <a:pt x="528081" y="91410"/>
                </a:cubicBezTo>
                <a:cubicBezTo>
                  <a:pt x="523204" y="89081"/>
                  <a:pt x="519507" y="85859"/>
                  <a:pt x="516989" y="81744"/>
                </a:cubicBezTo>
                <a:cubicBezTo>
                  <a:pt x="514471" y="77628"/>
                  <a:pt x="513212" y="73082"/>
                  <a:pt x="513212" y="68106"/>
                </a:cubicBezTo>
                <a:cubicBezTo>
                  <a:pt x="513212" y="63576"/>
                  <a:pt x="514248" y="59381"/>
                  <a:pt x="516320" y="55521"/>
                </a:cubicBezTo>
                <a:cubicBezTo>
                  <a:pt x="518392" y="51660"/>
                  <a:pt x="521212" y="48454"/>
                  <a:pt x="524782" y="45902"/>
                </a:cubicBezTo>
                <a:cubicBezTo>
                  <a:pt x="527459" y="43924"/>
                  <a:pt x="531109" y="42250"/>
                  <a:pt x="535730" y="40879"/>
                </a:cubicBezTo>
                <a:cubicBezTo>
                  <a:pt x="540352" y="39507"/>
                  <a:pt x="545308" y="38820"/>
                  <a:pt x="550599" y="38820"/>
                </a:cubicBezTo>
                <a:cubicBezTo>
                  <a:pt x="558567" y="38820"/>
                  <a:pt x="565563" y="39976"/>
                  <a:pt x="571586" y="42287"/>
                </a:cubicBezTo>
                <a:cubicBezTo>
                  <a:pt x="577610" y="44595"/>
                  <a:pt x="582057" y="47724"/>
                  <a:pt x="584925" y="51672"/>
                </a:cubicBezTo>
                <a:cubicBezTo>
                  <a:pt x="587794" y="55618"/>
                  <a:pt x="589770" y="60896"/>
                  <a:pt x="590853" y="67506"/>
                </a:cubicBezTo>
                <a:lnTo>
                  <a:pt x="574025" y="69800"/>
                </a:lnTo>
                <a:cubicBezTo>
                  <a:pt x="573260" y="64573"/>
                  <a:pt x="571045" y="60494"/>
                  <a:pt x="567379" y="57561"/>
                </a:cubicBezTo>
                <a:cubicBezTo>
                  <a:pt x="563714" y="54629"/>
                  <a:pt x="558535" y="53163"/>
                  <a:pt x="551842" y="53163"/>
                </a:cubicBezTo>
                <a:cubicBezTo>
                  <a:pt x="543937" y="53163"/>
                  <a:pt x="538296" y="54464"/>
                  <a:pt x="534917" y="57065"/>
                </a:cubicBezTo>
                <a:cubicBezTo>
                  <a:pt x="531539" y="59665"/>
                  <a:pt x="529850" y="62710"/>
                  <a:pt x="529850" y="66200"/>
                </a:cubicBezTo>
                <a:cubicBezTo>
                  <a:pt x="529850" y="68419"/>
                  <a:pt x="530551" y="70417"/>
                  <a:pt x="531953" y="72194"/>
                </a:cubicBezTo>
                <a:cubicBezTo>
                  <a:pt x="533356" y="74032"/>
                  <a:pt x="535555" y="75554"/>
                  <a:pt x="538551" y="76760"/>
                </a:cubicBezTo>
                <a:cubicBezTo>
                  <a:pt x="540272" y="77395"/>
                  <a:pt x="545340" y="78854"/>
                  <a:pt x="553754" y="81137"/>
                </a:cubicBezTo>
                <a:cubicBezTo>
                  <a:pt x="565929" y="84386"/>
                  <a:pt x="574423" y="87045"/>
                  <a:pt x="579236" y="89115"/>
                </a:cubicBezTo>
                <a:cubicBezTo>
                  <a:pt x="584049" y="91185"/>
                  <a:pt x="587825" y="94195"/>
                  <a:pt x="590566" y="98145"/>
                </a:cubicBezTo>
                <a:cubicBezTo>
                  <a:pt x="593307" y="102093"/>
                  <a:pt x="594678" y="106996"/>
                  <a:pt x="594678" y="112855"/>
                </a:cubicBezTo>
                <a:cubicBezTo>
                  <a:pt x="594678" y="118588"/>
                  <a:pt x="593005" y="123986"/>
                  <a:pt x="589658" y="129050"/>
                </a:cubicBezTo>
                <a:cubicBezTo>
                  <a:pt x="586312" y="134112"/>
                  <a:pt x="581483" y="138028"/>
                  <a:pt x="575172" y="140799"/>
                </a:cubicBezTo>
                <a:cubicBezTo>
                  <a:pt x="568861" y="143570"/>
                  <a:pt x="561722" y="144955"/>
                  <a:pt x="553754" y="144955"/>
                </a:cubicBezTo>
                <a:cubicBezTo>
                  <a:pt x="540559" y="144955"/>
                  <a:pt x="530503" y="142206"/>
                  <a:pt x="523587" y="136708"/>
                </a:cubicBezTo>
                <a:cubicBezTo>
                  <a:pt x="516670" y="131210"/>
                  <a:pt x="512256" y="123059"/>
                  <a:pt x="510344" y="1122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67AB78-8CB5-4107-8D7B-FA24C391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815" y="1982591"/>
            <a:ext cx="2328598" cy="1400564"/>
          </a:xfrm>
          <a:custGeom xmlns:a="http://schemas.openxmlformats.org/drawingml/2006/main">
            <a:pathLst>
              <a:path w="2328598" h="1400564" fill="none">
                <a:moveTo>
                  <a:pt x="0" y="233427"/>
                </a:moveTo>
                <a:cubicBezTo>
                  <a:pt x="0" y="104510"/>
                  <a:pt x="104510" y="0"/>
                  <a:pt x="233427" y="0"/>
                </a:cubicBezTo>
                <a:lnTo>
                  <a:pt x="2095171" y="0"/>
                </a:lnTo>
                <a:cubicBezTo>
                  <a:pt x="2224088" y="0"/>
                  <a:pt x="2328598" y="104510"/>
                  <a:pt x="2328598" y="233427"/>
                </a:cubicBezTo>
                <a:lnTo>
                  <a:pt x="2328598" y="1167119"/>
                </a:lnTo>
                <a:cubicBezTo>
                  <a:pt x="2328598" y="1296054"/>
                  <a:pt x="2224088" y="1400564"/>
                  <a:pt x="2095171" y="1400564"/>
                </a:cubicBezTo>
                <a:lnTo>
                  <a:pt x="233427" y="1400564"/>
                </a:lnTo>
                <a:cubicBezTo>
                  <a:pt x="104510" y="1400564"/>
                  <a:pt x="0" y="1296054"/>
                  <a:pt x="0" y="1167119"/>
                </a:cubicBezTo>
                <a:lnTo>
                  <a:pt x="0" y="2334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738" cap="flat">
            <a:solidFill>
              <a:srgbClr val="C55A11"/>
            </a:solidFill>
            <a:custDash>
              <a:ds d="400000" sp="300000"/>
            </a:custDash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393F5B-7618-4A6F-B9D9-ADD7C594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9767" y="2452990"/>
            <a:ext cx="1879481" cy="308635"/>
          </a:xfrm>
          <a:custGeom xmlns:a="http://schemas.openxmlformats.org/drawingml/2006/main">
            <a:pathLst>
              <a:path w="1879481" h="308635">
                <a:moveTo>
                  <a:pt x="0" y="51439"/>
                </a:moveTo>
                <a:cubicBezTo>
                  <a:pt x="0" y="23023"/>
                  <a:pt x="23023" y="0"/>
                  <a:pt x="51439" y="0"/>
                </a:cubicBezTo>
                <a:lnTo>
                  <a:pt x="1828042" y="0"/>
                </a:lnTo>
                <a:cubicBezTo>
                  <a:pt x="1856457" y="0"/>
                  <a:pt x="1879481" y="23023"/>
                  <a:pt x="1879481" y="51439"/>
                </a:cubicBezTo>
                <a:lnTo>
                  <a:pt x="1879481" y="257196"/>
                </a:lnTo>
                <a:cubicBezTo>
                  <a:pt x="1879481" y="285594"/>
                  <a:pt x="1856457" y="308635"/>
                  <a:pt x="1828042" y="308635"/>
                </a:cubicBezTo>
                <a:lnTo>
                  <a:pt x="51439" y="308635"/>
                </a:lnTo>
                <a:cubicBezTo>
                  <a:pt x="23023" y="308635"/>
                  <a:pt x="0" y="285594"/>
                  <a:pt x="0" y="257196"/>
                </a:cubicBezTo>
                <a:lnTo>
                  <a:pt x="0" y="51439"/>
                </a:lnTo>
                <a:close/>
              </a:path>
            </a:pathLst>
          </a:custGeom>
          <a:solidFill xmlns:a="http://schemas.openxmlformats.org/drawingml/2006/main">
            <a:srgbClr val="F8CBAD">
              <a:alpha val="3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...">
            <a:extLst xmlns:a="http://schemas.openxmlformats.org/drawingml/2006/main">
              <a:ext uri="{FF2B5EF4-FFF2-40B4-BE49-F238E27FC236}">
                <a16:creationId xmlns:a16="http://schemas.microsoft.com/office/drawing/2014/main" id="{DAB5DCBD-04FA-4CFB-8528-ECD63068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428" y="3203017"/>
            <a:ext cx="174626" cy="34291"/>
          </a:xfrm>
          <a:custGeom xmlns:a="http://schemas.openxmlformats.org/drawingml/2006/main">
            <a:pathLst>
              <a:path w="174626" h="34291">
                <a:moveTo>
                  <a:pt x="0" y="34291"/>
                </a:moveTo>
                <a:lnTo>
                  <a:pt x="0" y="0"/>
                </a:lnTo>
                <a:lnTo>
                  <a:pt x="34170" y="0"/>
                </a:lnTo>
                <a:lnTo>
                  <a:pt x="34170" y="34291"/>
                </a:lnTo>
                <a:lnTo>
                  <a:pt x="0" y="34291"/>
                </a:lnTo>
                <a:close/>
                <a:moveTo>
                  <a:pt x="70228" y="34291"/>
                </a:moveTo>
                <a:lnTo>
                  <a:pt x="70228" y="0"/>
                </a:lnTo>
                <a:lnTo>
                  <a:pt x="104398" y="0"/>
                </a:lnTo>
                <a:lnTo>
                  <a:pt x="104398" y="34291"/>
                </a:lnTo>
                <a:lnTo>
                  <a:pt x="70228" y="34291"/>
                </a:lnTo>
                <a:close/>
                <a:moveTo>
                  <a:pt x="140457" y="34291"/>
                </a:moveTo>
                <a:lnTo>
                  <a:pt x="140457" y="0"/>
                </a:lnTo>
                <a:lnTo>
                  <a:pt x="174626" y="0"/>
                </a:lnTo>
                <a:lnTo>
                  <a:pt x="174626" y="34291"/>
                </a:lnTo>
                <a:lnTo>
                  <a:pt x="140457" y="342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HumanLabeling">
            <a:extLst xmlns:a="http://schemas.openxmlformats.org/drawingml/2006/main">
              <a:ext uri="{FF2B5EF4-FFF2-40B4-BE49-F238E27FC236}">
                <a16:creationId xmlns:a16="http://schemas.microsoft.com/office/drawing/2014/main" id="{6C97E349-DFB3-4B08-82D7-6E135F4F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509" y="2155360"/>
            <a:ext cx="1493454" cy="181481"/>
          </a:xfrm>
          <a:custGeom xmlns:a="http://schemas.openxmlformats.org/drawingml/2006/main">
            <a:pathLst>
              <a:path w="1493454" h="181481">
                <a:moveTo>
                  <a:pt x="0" y="140175"/>
                </a:moveTo>
                <a:lnTo>
                  <a:pt x="0" y="0"/>
                </a:lnTo>
                <a:lnTo>
                  <a:pt x="28303" y="0"/>
                </a:lnTo>
                <a:lnTo>
                  <a:pt x="28303" y="55075"/>
                </a:lnTo>
                <a:lnTo>
                  <a:pt x="83760" y="55075"/>
                </a:lnTo>
                <a:lnTo>
                  <a:pt x="83760" y="0"/>
                </a:lnTo>
                <a:lnTo>
                  <a:pt x="112063" y="0"/>
                </a:lnTo>
                <a:lnTo>
                  <a:pt x="112063" y="140175"/>
                </a:lnTo>
                <a:lnTo>
                  <a:pt x="83760" y="140175"/>
                </a:lnTo>
                <a:lnTo>
                  <a:pt x="83760" y="78788"/>
                </a:lnTo>
                <a:lnTo>
                  <a:pt x="28303" y="78788"/>
                </a:lnTo>
                <a:lnTo>
                  <a:pt x="28303" y="140175"/>
                </a:lnTo>
                <a:lnTo>
                  <a:pt x="0" y="140175"/>
                </a:lnTo>
                <a:close/>
                <a:moveTo>
                  <a:pt x="207033" y="140175"/>
                </a:moveTo>
                <a:lnTo>
                  <a:pt x="207033" y="124971"/>
                </a:lnTo>
                <a:cubicBezTo>
                  <a:pt x="203336" y="130390"/>
                  <a:pt x="198476" y="134661"/>
                  <a:pt x="192452" y="137784"/>
                </a:cubicBezTo>
                <a:cubicBezTo>
                  <a:pt x="186428" y="140908"/>
                  <a:pt x="180069" y="142469"/>
                  <a:pt x="173376" y="142469"/>
                </a:cubicBezTo>
                <a:cubicBezTo>
                  <a:pt x="166555" y="142469"/>
                  <a:pt x="160436" y="140971"/>
                  <a:pt x="155018" y="137975"/>
                </a:cubicBezTo>
                <a:cubicBezTo>
                  <a:pt x="149599" y="134979"/>
                  <a:pt x="145679" y="130772"/>
                  <a:pt x="143257" y="125354"/>
                </a:cubicBezTo>
                <a:cubicBezTo>
                  <a:pt x="140834" y="119936"/>
                  <a:pt x="139623" y="112446"/>
                  <a:pt x="139623" y="102884"/>
                </a:cubicBezTo>
                <a:lnTo>
                  <a:pt x="139623" y="38629"/>
                </a:lnTo>
                <a:lnTo>
                  <a:pt x="166492" y="38629"/>
                </a:lnTo>
                <a:lnTo>
                  <a:pt x="166492" y="85183"/>
                </a:lnTo>
                <a:cubicBezTo>
                  <a:pt x="166492" y="99430"/>
                  <a:pt x="166986" y="108159"/>
                  <a:pt x="167974" y="111370"/>
                </a:cubicBezTo>
                <a:cubicBezTo>
                  <a:pt x="168962" y="114581"/>
                  <a:pt x="170763" y="117125"/>
                  <a:pt x="173376" y="119001"/>
                </a:cubicBezTo>
                <a:cubicBezTo>
                  <a:pt x="175990" y="120878"/>
                  <a:pt x="179304" y="121816"/>
                  <a:pt x="183320" y="121816"/>
                </a:cubicBezTo>
                <a:cubicBezTo>
                  <a:pt x="187910" y="121816"/>
                  <a:pt x="192021" y="120560"/>
                  <a:pt x="195655" y="118048"/>
                </a:cubicBezTo>
                <a:cubicBezTo>
                  <a:pt x="199288" y="115536"/>
                  <a:pt x="201774" y="112420"/>
                  <a:pt x="203113" y="108699"/>
                </a:cubicBezTo>
                <a:cubicBezTo>
                  <a:pt x="204452" y="104978"/>
                  <a:pt x="205121" y="95867"/>
                  <a:pt x="205121" y="81367"/>
                </a:cubicBezTo>
                <a:lnTo>
                  <a:pt x="205121" y="38629"/>
                </a:lnTo>
                <a:lnTo>
                  <a:pt x="231989" y="38629"/>
                </a:lnTo>
                <a:lnTo>
                  <a:pt x="231989" y="140175"/>
                </a:lnTo>
                <a:lnTo>
                  <a:pt x="207033" y="140175"/>
                </a:lnTo>
                <a:close/>
                <a:moveTo>
                  <a:pt x="257446" y="38629"/>
                </a:moveTo>
                <a:lnTo>
                  <a:pt x="282211" y="38629"/>
                </a:lnTo>
                <a:lnTo>
                  <a:pt x="282211" y="52494"/>
                </a:lnTo>
                <a:cubicBezTo>
                  <a:pt x="291071" y="41721"/>
                  <a:pt x="301621" y="36334"/>
                  <a:pt x="313860" y="36334"/>
                </a:cubicBezTo>
                <a:cubicBezTo>
                  <a:pt x="320362" y="36334"/>
                  <a:pt x="326003" y="37679"/>
                  <a:pt x="330784" y="40368"/>
                </a:cubicBezTo>
                <a:cubicBezTo>
                  <a:pt x="335565" y="43058"/>
                  <a:pt x="339485" y="47124"/>
                  <a:pt x="342545" y="52568"/>
                </a:cubicBezTo>
                <a:cubicBezTo>
                  <a:pt x="347007" y="47124"/>
                  <a:pt x="351820" y="43058"/>
                  <a:pt x="356983" y="40368"/>
                </a:cubicBezTo>
                <a:cubicBezTo>
                  <a:pt x="362146" y="37679"/>
                  <a:pt x="367660" y="36334"/>
                  <a:pt x="373525" y="36334"/>
                </a:cubicBezTo>
                <a:cubicBezTo>
                  <a:pt x="380983" y="36334"/>
                  <a:pt x="387294" y="37848"/>
                  <a:pt x="392457" y="40876"/>
                </a:cubicBezTo>
                <a:cubicBezTo>
                  <a:pt x="397620" y="43904"/>
                  <a:pt x="401477" y="48350"/>
                  <a:pt x="404027" y="54215"/>
                </a:cubicBezTo>
                <a:cubicBezTo>
                  <a:pt x="405875" y="58549"/>
                  <a:pt x="406799" y="65561"/>
                  <a:pt x="406799" y="75251"/>
                </a:cubicBezTo>
                <a:lnTo>
                  <a:pt x="406799" y="140175"/>
                </a:lnTo>
                <a:lnTo>
                  <a:pt x="379931" y="140175"/>
                </a:lnTo>
                <a:lnTo>
                  <a:pt x="379931" y="82201"/>
                </a:lnTo>
                <a:cubicBezTo>
                  <a:pt x="379931" y="72141"/>
                  <a:pt x="379007" y="65647"/>
                  <a:pt x="377158" y="62719"/>
                </a:cubicBezTo>
                <a:cubicBezTo>
                  <a:pt x="374672" y="58898"/>
                  <a:pt x="370848" y="56988"/>
                  <a:pt x="365684" y="56988"/>
                </a:cubicBezTo>
                <a:cubicBezTo>
                  <a:pt x="361923" y="56988"/>
                  <a:pt x="358385" y="58134"/>
                  <a:pt x="355071" y="60427"/>
                </a:cubicBezTo>
                <a:cubicBezTo>
                  <a:pt x="351756" y="62718"/>
                  <a:pt x="349366" y="66076"/>
                  <a:pt x="347899" y="70503"/>
                </a:cubicBezTo>
                <a:cubicBezTo>
                  <a:pt x="346433" y="74927"/>
                  <a:pt x="345700" y="81915"/>
                  <a:pt x="345700" y="91467"/>
                </a:cubicBezTo>
                <a:lnTo>
                  <a:pt x="345700" y="140175"/>
                </a:lnTo>
                <a:lnTo>
                  <a:pt x="318832" y="140175"/>
                </a:lnTo>
                <a:lnTo>
                  <a:pt x="318832" y="84588"/>
                </a:lnTo>
                <a:cubicBezTo>
                  <a:pt x="318832" y="74720"/>
                  <a:pt x="318354" y="68353"/>
                  <a:pt x="317398" y="65489"/>
                </a:cubicBezTo>
                <a:cubicBezTo>
                  <a:pt x="316441" y="62622"/>
                  <a:pt x="314959" y="60489"/>
                  <a:pt x="312951" y="59088"/>
                </a:cubicBezTo>
                <a:cubicBezTo>
                  <a:pt x="310943" y="57688"/>
                  <a:pt x="308218" y="56988"/>
                  <a:pt x="304776" y="56988"/>
                </a:cubicBezTo>
                <a:cubicBezTo>
                  <a:pt x="300633" y="56988"/>
                  <a:pt x="296904" y="58102"/>
                  <a:pt x="293589" y="60331"/>
                </a:cubicBezTo>
                <a:cubicBezTo>
                  <a:pt x="290274" y="62558"/>
                  <a:pt x="287900" y="65774"/>
                  <a:pt x="286466" y="69977"/>
                </a:cubicBezTo>
                <a:cubicBezTo>
                  <a:pt x="285031" y="74180"/>
                  <a:pt x="284314" y="81152"/>
                  <a:pt x="284314" y="90893"/>
                </a:cubicBezTo>
                <a:lnTo>
                  <a:pt x="284314" y="140175"/>
                </a:lnTo>
                <a:lnTo>
                  <a:pt x="257446" y="140175"/>
                </a:lnTo>
                <a:lnTo>
                  <a:pt x="257446" y="38629"/>
                </a:lnTo>
                <a:close/>
                <a:moveTo>
                  <a:pt x="454071" y="69992"/>
                </a:moveTo>
                <a:lnTo>
                  <a:pt x="429689" y="65593"/>
                </a:lnTo>
                <a:cubicBezTo>
                  <a:pt x="432430" y="55647"/>
                  <a:pt x="437147" y="48285"/>
                  <a:pt x="443840" y="43506"/>
                </a:cubicBezTo>
                <a:cubicBezTo>
                  <a:pt x="450533" y="38725"/>
                  <a:pt x="460477" y="36334"/>
                  <a:pt x="473673" y="36334"/>
                </a:cubicBezTo>
                <a:cubicBezTo>
                  <a:pt x="485657" y="36334"/>
                  <a:pt x="494581" y="37753"/>
                  <a:pt x="500445" y="40589"/>
                </a:cubicBezTo>
                <a:cubicBezTo>
                  <a:pt x="506310" y="43426"/>
                  <a:pt x="510437" y="47028"/>
                  <a:pt x="512828" y="51394"/>
                </a:cubicBezTo>
                <a:cubicBezTo>
                  <a:pt x="515218" y="55761"/>
                  <a:pt x="516413" y="63777"/>
                  <a:pt x="516413" y="75442"/>
                </a:cubicBezTo>
                <a:lnTo>
                  <a:pt x="516127" y="106804"/>
                </a:lnTo>
                <a:cubicBezTo>
                  <a:pt x="516127" y="115728"/>
                  <a:pt x="516557" y="122310"/>
                  <a:pt x="517417" y="126549"/>
                </a:cubicBezTo>
                <a:cubicBezTo>
                  <a:pt x="518278" y="130788"/>
                  <a:pt x="519887" y="135330"/>
                  <a:pt x="522246" y="140175"/>
                </a:cubicBezTo>
                <a:lnTo>
                  <a:pt x="495664" y="140175"/>
                </a:lnTo>
                <a:cubicBezTo>
                  <a:pt x="494963" y="138390"/>
                  <a:pt x="494103" y="135744"/>
                  <a:pt x="493083" y="132238"/>
                </a:cubicBezTo>
                <a:cubicBezTo>
                  <a:pt x="492637" y="130645"/>
                  <a:pt x="492318" y="129593"/>
                  <a:pt x="492127" y="129083"/>
                </a:cubicBezTo>
                <a:cubicBezTo>
                  <a:pt x="487537" y="133545"/>
                  <a:pt x="482629" y="136892"/>
                  <a:pt x="477402" y="139123"/>
                </a:cubicBezTo>
                <a:cubicBezTo>
                  <a:pt x="472175" y="141354"/>
                  <a:pt x="466597" y="142469"/>
                  <a:pt x="460669" y="142469"/>
                </a:cubicBezTo>
                <a:cubicBezTo>
                  <a:pt x="450215" y="142469"/>
                  <a:pt x="441976" y="139645"/>
                  <a:pt x="435952" y="133995"/>
                </a:cubicBezTo>
                <a:cubicBezTo>
                  <a:pt x="429928" y="128346"/>
                  <a:pt x="426916" y="121205"/>
                  <a:pt x="426916" y="112571"/>
                </a:cubicBezTo>
                <a:cubicBezTo>
                  <a:pt x="426916" y="106858"/>
                  <a:pt x="428286" y="101764"/>
                  <a:pt x="431027" y="97290"/>
                </a:cubicBezTo>
                <a:cubicBezTo>
                  <a:pt x="433768" y="92814"/>
                  <a:pt x="437609" y="89386"/>
                  <a:pt x="442549" y="87005"/>
                </a:cubicBezTo>
                <a:cubicBezTo>
                  <a:pt x="447489" y="84625"/>
                  <a:pt x="454613" y="82546"/>
                  <a:pt x="463920" y="80769"/>
                </a:cubicBezTo>
                <a:cubicBezTo>
                  <a:pt x="476477" y="78421"/>
                  <a:pt x="485178" y="76231"/>
                  <a:pt x="490023" y="74199"/>
                </a:cubicBezTo>
                <a:lnTo>
                  <a:pt x="490023" y="71492"/>
                </a:lnTo>
                <a:cubicBezTo>
                  <a:pt x="490023" y="66271"/>
                  <a:pt x="488748" y="62548"/>
                  <a:pt x="486198" y="60325"/>
                </a:cubicBezTo>
                <a:cubicBezTo>
                  <a:pt x="483649" y="58100"/>
                  <a:pt x="478836" y="56988"/>
                  <a:pt x="471760" y="56988"/>
                </a:cubicBezTo>
                <a:cubicBezTo>
                  <a:pt x="466979" y="56988"/>
                  <a:pt x="463250" y="57950"/>
                  <a:pt x="460573" y="59874"/>
                </a:cubicBezTo>
                <a:cubicBezTo>
                  <a:pt x="457896" y="61796"/>
                  <a:pt x="455728" y="65169"/>
                  <a:pt x="454071" y="69992"/>
                </a:cubicBezTo>
                <a:moveTo>
                  <a:pt x="490023" y="91792"/>
                </a:moveTo>
                <a:cubicBezTo>
                  <a:pt x="486581" y="92926"/>
                  <a:pt x="481131" y="94280"/>
                  <a:pt x="473673" y="95856"/>
                </a:cubicBezTo>
                <a:cubicBezTo>
                  <a:pt x="466214" y="97430"/>
                  <a:pt x="461338" y="98973"/>
                  <a:pt x="459043" y="100484"/>
                </a:cubicBezTo>
                <a:cubicBezTo>
                  <a:pt x="455537" y="102941"/>
                  <a:pt x="453784" y="106058"/>
                  <a:pt x="453784" y="109837"/>
                </a:cubicBezTo>
                <a:cubicBezTo>
                  <a:pt x="453784" y="113554"/>
                  <a:pt x="455187" y="116767"/>
                  <a:pt x="457991" y="119476"/>
                </a:cubicBezTo>
                <a:cubicBezTo>
                  <a:pt x="460796" y="122184"/>
                  <a:pt x="464366" y="123537"/>
                  <a:pt x="468700" y="123537"/>
                </a:cubicBezTo>
                <a:cubicBezTo>
                  <a:pt x="473545" y="123537"/>
                  <a:pt x="478167" y="121962"/>
                  <a:pt x="482565" y="118813"/>
                </a:cubicBezTo>
                <a:cubicBezTo>
                  <a:pt x="485816" y="116421"/>
                  <a:pt x="487951" y="113491"/>
                  <a:pt x="488971" y="110025"/>
                </a:cubicBezTo>
                <a:cubicBezTo>
                  <a:pt x="489672" y="107758"/>
                  <a:pt x="490023" y="103445"/>
                  <a:pt x="490023" y="97084"/>
                </a:cubicBezTo>
                <a:lnTo>
                  <a:pt x="490023" y="91792"/>
                </a:lnTo>
                <a:close/>
                <a:moveTo>
                  <a:pt x="634844" y="140175"/>
                </a:moveTo>
                <a:lnTo>
                  <a:pt x="607975" y="140175"/>
                </a:lnTo>
                <a:lnTo>
                  <a:pt x="607975" y="88410"/>
                </a:lnTo>
                <a:cubicBezTo>
                  <a:pt x="607975" y="77458"/>
                  <a:pt x="607402" y="70374"/>
                  <a:pt x="606254" y="67159"/>
                </a:cubicBezTo>
                <a:cubicBezTo>
                  <a:pt x="605107" y="63944"/>
                  <a:pt x="603242" y="61445"/>
                  <a:pt x="600661" y="59662"/>
                </a:cubicBezTo>
                <a:cubicBezTo>
                  <a:pt x="598079" y="57879"/>
                  <a:pt x="594971" y="56988"/>
                  <a:pt x="591338" y="56988"/>
                </a:cubicBezTo>
                <a:cubicBezTo>
                  <a:pt x="586685" y="56988"/>
                  <a:pt x="582509" y="58262"/>
                  <a:pt x="578812" y="60809"/>
                </a:cubicBezTo>
                <a:cubicBezTo>
                  <a:pt x="575115" y="63355"/>
                  <a:pt x="572581" y="66730"/>
                  <a:pt x="571211" y="70933"/>
                </a:cubicBezTo>
                <a:cubicBezTo>
                  <a:pt x="569840" y="75134"/>
                  <a:pt x="569155" y="82902"/>
                  <a:pt x="569155" y="94237"/>
                </a:cubicBezTo>
                <a:lnTo>
                  <a:pt x="569155" y="140175"/>
                </a:lnTo>
                <a:lnTo>
                  <a:pt x="542286" y="140175"/>
                </a:lnTo>
                <a:lnTo>
                  <a:pt x="542286" y="38629"/>
                </a:lnTo>
                <a:lnTo>
                  <a:pt x="567242" y="38629"/>
                </a:lnTo>
                <a:lnTo>
                  <a:pt x="567242" y="53546"/>
                </a:lnTo>
                <a:cubicBezTo>
                  <a:pt x="576103" y="42071"/>
                  <a:pt x="587258" y="36334"/>
                  <a:pt x="600708" y="36334"/>
                </a:cubicBezTo>
                <a:cubicBezTo>
                  <a:pt x="606637" y="36334"/>
                  <a:pt x="612055" y="37402"/>
                  <a:pt x="616963" y="39538"/>
                </a:cubicBezTo>
                <a:cubicBezTo>
                  <a:pt x="621872" y="41673"/>
                  <a:pt x="625585" y="44398"/>
                  <a:pt x="628103" y="47713"/>
                </a:cubicBezTo>
                <a:cubicBezTo>
                  <a:pt x="630621" y="51028"/>
                  <a:pt x="632374" y="54789"/>
                  <a:pt x="633362" y="58996"/>
                </a:cubicBezTo>
                <a:cubicBezTo>
                  <a:pt x="634350" y="63203"/>
                  <a:pt x="634844" y="69227"/>
                  <a:pt x="634844" y="77067"/>
                </a:cubicBezTo>
                <a:lnTo>
                  <a:pt x="634844" y="140175"/>
                </a:lnTo>
                <a:close/>
                <a:moveTo>
                  <a:pt x="715954" y="140175"/>
                </a:moveTo>
                <a:lnTo>
                  <a:pt x="715954" y="1147"/>
                </a:lnTo>
                <a:lnTo>
                  <a:pt x="744257" y="1147"/>
                </a:lnTo>
                <a:lnTo>
                  <a:pt x="744257" y="116462"/>
                </a:lnTo>
                <a:lnTo>
                  <a:pt x="814631" y="116462"/>
                </a:lnTo>
                <a:lnTo>
                  <a:pt x="814631" y="140175"/>
                </a:lnTo>
                <a:lnTo>
                  <a:pt x="715954" y="140175"/>
                </a:lnTo>
                <a:close/>
                <a:moveTo>
                  <a:pt x="854334" y="69992"/>
                </a:moveTo>
                <a:lnTo>
                  <a:pt x="829951" y="65593"/>
                </a:lnTo>
                <a:cubicBezTo>
                  <a:pt x="832692" y="55647"/>
                  <a:pt x="837409" y="48285"/>
                  <a:pt x="844103" y="43506"/>
                </a:cubicBezTo>
                <a:cubicBezTo>
                  <a:pt x="850796" y="38725"/>
                  <a:pt x="860740" y="36334"/>
                  <a:pt x="873935" y="36334"/>
                </a:cubicBezTo>
                <a:cubicBezTo>
                  <a:pt x="885919" y="36334"/>
                  <a:pt x="894843" y="37753"/>
                  <a:pt x="900708" y="40589"/>
                </a:cubicBezTo>
                <a:cubicBezTo>
                  <a:pt x="906572" y="43426"/>
                  <a:pt x="910700" y="47028"/>
                  <a:pt x="913090" y="51394"/>
                </a:cubicBezTo>
                <a:cubicBezTo>
                  <a:pt x="915481" y="55761"/>
                  <a:pt x="916676" y="63777"/>
                  <a:pt x="916676" y="75442"/>
                </a:cubicBezTo>
                <a:lnTo>
                  <a:pt x="916389" y="106804"/>
                </a:lnTo>
                <a:cubicBezTo>
                  <a:pt x="916389" y="115728"/>
                  <a:pt x="916819" y="122310"/>
                  <a:pt x="917680" y="126549"/>
                </a:cubicBezTo>
                <a:cubicBezTo>
                  <a:pt x="918540" y="130788"/>
                  <a:pt x="920150" y="135330"/>
                  <a:pt x="922509" y="140175"/>
                </a:cubicBezTo>
                <a:lnTo>
                  <a:pt x="895927" y="140175"/>
                </a:lnTo>
                <a:cubicBezTo>
                  <a:pt x="895226" y="138390"/>
                  <a:pt x="894365" y="135744"/>
                  <a:pt x="893345" y="132238"/>
                </a:cubicBezTo>
                <a:cubicBezTo>
                  <a:pt x="892899" y="130645"/>
                  <a:pt x="892580" y="129593"/>
                  <a:pt x="892389" y="129083"/>
                </a:cubicBezTo>
                <a:cubicBezTo>
                  <a:pt x="887800" y="133545"/>
                  <a:pt x="882891" y="136892"/>
                  <a:pt x="877664" y="139123"/>
                </a:cubicBezTo>
                <a:cubicBezTo>
                  <a:pt x="872437" y="141354"/>
                  <a:pt x="866860" y="142469"/>
                  <a:pt x="860931" y="142469"/>
                </a:cubicBezTo>
                <a:cubicBezTo>
                  <a:pt x="850477" y="142469"/>
                  <a:pt x="842238" y="139645"/>
                  <a:pt x="836214" y="133995"/>
                </a:cubicBezTo>
                <a:cubicBezTo>
                  <a:pt x="830190" y="128346"/>
                  <a:pt x="827178" y="121205"/>
                  <a:pt x="827178" y="112571"/>
                </a:cubicBezTo>
                <a:cubicBezTo>
                  <a:pt x="827178" y="106858"/>
                  <a:pt x="828549" y="101764"/>
                  <a:pt x="831290" y="97290"/>
                </a:cubicBezTo>
                <a:cubicBezTo>
                  <a:pt x="834031" y="92814"/>
                  <a:pt x="837872" y="89386"/>
                  <a:pt x="842812" y="87005"/>
                </a:cubicBezTo>
                <a:cubicBezTo>
                  <a:pt x="847752" y="84625"/>
                  <a:pt x="854876" y="82546"/>
                  <a:pt x="864182" y="80769"/>
                </a:cubicBezTo>
                <a:cubicBezTo>
                  <a:pt x="876740" y="78421"/>
                  <a:pt x="885441" y="76231"/>
                  <a:pt x="890286" y="74199"/>
                </a:cubicBezTo>
                <a:lnTo>
                  <a:pt x="890286" y="71492"/>
                </a:lnTo>
                <a:cubicBezTo>
                  <a:pt x="890286" y="66271"/>
                  <a:pt x="889011" y="62548"/>
                  <a:pt x="886461" y="60325"/>
                </a:cubicBezTo>
                <a:cubicBezTo>
                  <a:pt x="883911" y="58100"/>
                  <a:pt x="879098" y="56988"/>
                  <a:pt x="872023" y="56988"/>
                </a:cubicBezTo>
                <a:cubicBezTo>
                  <a:pt x="867242" y="56988"/>
                  <a:pt x="863513" y="57950"/>
                  <a:pt x="860836" y="59874"/>
                </a:cubicBezTo>
                <a:cubicBezTo>
                  <a:pt x="858158" y="61796"/>
                  <a:pt x="855991" y="65169"/>
                  <a:pt x="854334" y="69992"/>
                </a:cubicBezTo>
                <a:moveTo>
                  <a:pt x="890286" y="91792"/>
                </a:moveTo>
                <a:cubicBezTo>
                  <a:pt x="886843" y="92926"/>
                  <a:pt x="881393" y="94280"/>
                  <a:pt x="873935" y="95856"/>
                </a:cubicBezTo>
                <a:cubicBezTo>
                  <a:pt x="866477" y="97430"/>
                  <a:pt x="861601" y="98973"/>
                  <a:pt x="859306" y="100484"/>
                </a:cubicBezTo>
                <a:cubicBezTo>
                  <a:pt x="855800" y="102941"/>
                  <a:pt x="854047" y="106058"/>
                  <a:pt x="854047" y="109837"/>
                </a:cubicBezTo>
                <a:cubicBezTo>
                  <a:pt x="854047" y="113554"/>
                  <a:pt x="855449" y="116767"/>
                  <a:pt x="858254" y="119476"/>
                </a:cubicBezTo>
                <a:cubicBezTo>
                  <a:pt x="861059" y="122184"/>
                  <a:pt x="864628" y="123537"/>
                  <a:pt x="868963" y="123537"/>
                </a:cubicBezTo>
                <a:cubicBezTo>
                  <a:pt x="873808" y="123537"/>
                  <a:pt x="878429" y="121962"/>
                  <a:pt x="882828" y="118813"/>
                </a:cubicBezTo>
                <a:cubicBezTo>
                  <a:pt x="886079" y="116421"/>
                  <a:pt x="888214" y="113491"/>
                  <a:pt x="889234" y="110025"/>
                </a:cubicBezTo>
                <a:cubicBezTo>
                  <a:pt x="889935" y="107758"/>
                  <a:pt x="890286" y="103445"/>
                  <a:pt x="890286" y="97084"/>
                </a:cubicBezTo>
                <a:lnTo>
                  <a:pt x="890286" y="91792"/>
                </a:lnTo>
                <a:close/>
                <a:moveTo>
                  <a:pt x="941593" y="140175"/>
                </a:moveTo>
                <a:lnTo>
                  <a:pt x="941593" y="0"/>
                </a:lnTo>
                <a:lnTo>
                  <a:pt x="968461" y="0"/>
                </a:lnTo>
                <a:lnTo>
                  <a:pt x="968461" y="50486"/>
                </a:lnTo>
                <a:cubicBezTo>
                  <a:pt x="976748" y="41052"/>
                  <a:pt x="986565" y="36334"/>
                  <a:pt x="997912" y="36334"/>
                </a:cubicBezTo>
                <a:cubicBezTo>
                  <a:pt x="1010278" y="36334"/>
                  <a:pt x="1020509" y="40813"/>
                  <a:pt x="1028605" y="49769"/>
                </a:cubicBezTo>
                <a:cubicBezTo>
                  <a:pt x="1036700" y="58725"/>
                  <a:pt x="1040748" y="71585"/>
                  <a:pt x="1040748" y="88350"/>
                </a:cubicBezTo>
                <a:cubicBezTo>
                  <a:pt x="1040748" y="105689"/>
                  <a:pt x="1036620" y="119043"/>
                  <a:pt x="1028366" y="128414"/>
                </a:cubicBezTo>
                <a:cubicBezTo>
                  <a:pt x="1020111" y="137784"/>
                  <a:pt x="1010087" y="142469"/>
                  <a:pt x="998294" y="142469"/>
                </a:cubicBezTo>
                <a:cubicBezTo>
                  <a:pt x="992493" y="142469"/>
                  <a:pt x="986772" y="141019"/>
                  <a:pt x="981131" y="138119"/>
                </a:cubicBezTo>
                <a:cubicBezTo>
                  <a:pt x="975489" y="135218"/>
                  <a:pt x="970629" y="130932"/>
                  <a:pt x="966549" y="125258"/>
                </a:cubicBezTo>
                <a:lnTo>
                  <a:pt x="966549" y="140175"/>
                </a:lnTo>
                <a:lnTo>
                  <a:pt x="941593" y="140175"/>
                </a:lnTo>
                <a:moveTo>
                  <a:pt x="968270" y="87253"/>
                </a:moveTo>
                <a:cubicBezTo>
                  <a:pt x="968270" y="97755"/>
                  <a:pt x="969928" y="105520"/>
                  <a:pt x="973242" y="110548"/>
                </a:cubicBezTo>
                <a:cubicBezTo>
                  <a:pt x="977896" y="117678"/>
                  <a:pt x="984079" y="121242"/>
                  <a:pt x="991792" y="121242"/>
                </a:cubicBezTo>
                <a:cubicBezTo>
                  <a:pt x="997720" y="121242"/>
                  <a:pt x="1002772" y="118712"/>
                  <a:pt x="1006947" y="113653"/>
                </a:cubicBezTo>
                <a:cubicBezTo>
                  <a:pt x="1011123" y="108593"/>
                  <a:pt x="1013210" y="100621"/>
                  <a:pt x="1013210" y="89737"/>
                </a:cubicBezTo>
                <a:cubicBezTo>
                  <a:pt x="1013210" y="78151"/>
                  <a:pt x="1011107" y="69796"/>
                  <a:pt x="1006900" y="64673"/>
                </a:cubicBezTo>
                <a:cubicBezTo>
                  <a:pt x="1002692" y="59549"/>
                  <a:pt x="997306" y="56988"/>
                  <a:pt x="990740" y="56988"/>
                </a:cubicBezTo>
                <a:cubicBezTo>
                  <a:pt x="984302" y="56988"/>
                  <a:pt x="978948" y="59487"/>
                  <a:pt x="974677" y="64485"/>
                </a:cubicBezTo>
                <a:cubicBezTo>
                  <a:pt x="970406" y="69481"/>
                  <a:pt x="968270" y="77070"/>
                  <a:pt x="968270" y="87253"/>
                </a:cubicBezTo>
                <a:close/>
                <a:moveTo>
                  <a:pt x="1120801" y="107856"/>
                </a:moveTo>
                <a:lnTo>
                  <a:pt x="1147574" y="112446"/>
                </a:lnTo>
                <a:cubicBezTo>
                  <a:pt x="1144132" y="122230"/>
                  <a:pt x="1138698" y="129681"/>
                  <a:pt x="1131271" y="134796"/>
                </a:cubicBezTo>
                <a:cubicBezTo>
                  <a:pt x="1123845" y="139912"/>
                  <a:pt x="1114554" y="142469"/>
                  <a:pt x="1103399" y="142469"/>
                </a:cubicBezTo>
                <a:cubicBezTo>
                  <a:pt x="1085742" y="142469"/>
                  <a:pt x="1072674" y="136700"/>
                  <a:pt x="1064196" y="125163"/>
                </a:cubicBezTo>
                <a:cubicBezTo>
                  <a:pt x="1057503" y="115920"/>
                  <a:pt x="1054156" y="104254"/>
                  <a:pt x="1054156" y="90167"/>
                </a:cubicBezTo>
                <a:cubicBezTo>
                  <a:pt x="1054156" y="73338"/>
                  <a:pt x="1058555" y="60159"/>
                  <a:pt x="1067351" y="50629"/>
                </a:cubicBezTo>
                <a:cubicBezTo>
                  <a:pt x="1076148" y="41099"/>
                  <a:pt x="1087272" y="36334"/>
                  <a:pt x="1100722" y="36334"/>
                </a:cubicBezTo>
                <a:cubicBezTo>
                  <a:pt x="1115829" y="36334"/>
                  <a:pt x="1127749" y="41322"/>
                  <a:pt x="1136483" y="51299"/>
                </a:cubicBezTo>
                <a:cubicBezTo>
                  <a:pt x="1145216" y="61275"/>
                  <a:pt x="1149391" y="76557"/>
                  <a:pt x="1149008" y="97147"/>
                </a:cubicBezTo>
                <a:lnTo>
                  <a:pt x="1081694" y="97147"/>
                </a:lnTo>
                <a:cubicBezTo>
                  <a:pt x="1081885" y="105115"/>
                  <a:pt x="1084053" y="111314"/>
                  <a:pt x="1088196" y="115744"/>
                </a:cubicBezTo>
                <a:cubicBezTo>
                  <a:pt x="1092339" y="120175"/>
                  <a:pt x="1097503" y="122390"/>
                  <a:pt x="1103686" y="122390"/>
                </a:cubicBezTo>
                <a:cubicBezTo>
                  <a:pt x="1107893" y="122390"/>
                  <a:pt x="1111431" y="121242"/>
                  <a:pt x="1114299" y="118948"/>
                </a:cubicBezTo>
                <a:cubicBezTo>
                  <a:pt x="1117168" y="116653"/>
                  <a:pt x="1119335" y="112956"/>
                  <a:pt x="1120801" y="107856"/>
                </a:cubicBezTo>
                <a:moveTo>
                  <a:pt x="1122331" y="80701"/>
                </a:moveTo>
                <a:cubicBezTo>
                  <a:pt x="1122140" y="72956"/>
                  <a:pt x="1120132" y="67067"/>
                  <a:pt x="1116307" y="63036"/>
                </a:cubicBezTo>
                <a:cubicBezTo>
                  <a:pt x="1112483" y="59004"/>
                  <a:pt x="1107829" y="56988"/>
                  <a:pt x="1102347" y="56988"/>
                </a:cubicBezTo>
                <a:cubicBezTo>
                  <a:pt x="1096483" y="56988"/>
                  <a:pt x="1091638" y="59114"/>
                  <a:pt x="1087813" y="63367"/>
                </a:cubicBezTo>
                <a:cubicBezTo>
                  <a:pt x="1083989" y="67622"/>
                  <a:pt x="1082108" y="73400"/>
                  <a:pt x="1082172" y="80701"/>
                </a:cubicBezTo>
                <a:lnTo>
                  <a:pt x="1122331" y="80701"/>
                </a:lnTo>
                <a:close/>
                <a:moveTo>
                  <a:pt x="1170483" y="140175"/>
                </a:moveTo>
                <a:lnTo>
                  <a:pt x="1170483" y="0"/>
                </a:lnTo>
                <a:lnTo>
                  <a:pt x="1197352" y="0"/>
                </a:lnTo>
                <a:lnTo>
                  <a:pt x="1197352" y="140175"/>
                </a:lnTo>
                <a:lnTo>
                  <a:pt x="1170483" y="140175"/>
                </a:lnTo>
                <a:close/>
                <a:moveTo>
                  <a:pt x="1225823" y="24860"/>
                </a:moveTo>
                <a:lnTo>
                  <a:pt x="1225823" y="0"/>
                </a:lnTo>
                <a:lnTo>
                  <a:pt x="1252691" y="0"/>
                </a:lnTo>
                <a:lnTo>
                  <a:pt x="1252691" y="24860"/>
                </a:lnTo>
                <a:lnTo>
                  <a:pt x="1225823" y="24860"/>
                </a:lnTo>
                <a:moveTo>
                  <a:pt x="1225823" y="140175"/>
                </a:moveTo>
                <a:lnTo>
                  <a:pt x="1225823" y="38629"/>
                </a:lnTo>
                <a:lnTo>
                  <a:pt x="1252691" y="38629"/>
                </a:lnTo>
                <a:lnTo>
                  <a:pt x="1252691" y="140175"/>
                </a:lnTo>
                <a:lnTo>
                  <a:pt x="1225823" y="140175"/>
                </a:lnTo>
                <a:close/>
                <a:moveTo>
                  <a:pt x="1373529" y="140175"/>
                </a:moveTo>
                <a:lnTo>
                  <a:pt x="1346660" y="140175"/>
                </a:lnTo>
                <a:lnTo>
                  <a:pt x="1346660" y="88410"/>
                </a:lnTo>
                <a:cubicBezTo>
                  <a:pt x="1346660" y="77458"/>
                  <a:pt x="1346086" y="70374"/>
                  <a:pt x="1344939" y="67159"/>
                </a:cubicBezTo>
                <a:cubicBezTo>
                  <a:pt x="1343792" y="63944"/>
                  <a:pt x="1341927" y="61445"/>
                  <a:pt x="1339345" y="59662"/>
                </a:cubicBezTo>
                <a:cubicBezTo>
                  <a:pt x="1336764" y="57879"/>
                  <a:pt x="1333656" y="56988"/>
                  <a:pt x="1330023" y="56988"/>
                </a:cubicBezTo>
                <a:cubicBezTo>
                  <a:pt x="1325369" y="56988"/>
                  <a:pt x="1321194" y="58262"/>
                  <a:pt x="1317497" y="60809"/>
                </a:cubicBezTo>
                <a:cubicBezTo>
                  <a:pt x="1313800" y="63355"/>
                  <a:pt x="1311266" y="66730"/>
                  <a:pt x="1309895" y="70933"/>
                </a:cubicBezTo>
                <a:cubicBezTo>
                  <a:pt x="1308525" y="75134"/>
                  <a:pt x="1307840" y="82902"/>
                  <a:pt x="1307840" y="94237"/>
                </a:cubicBezTo>
                <a:lnTo>
                  <a:pt x="1307840" y="140175"/>
                </a:lnTo>
                <a:lnTo>
                  <a:pt x="1280971" y="140175"/>
                </a:lnTo>
                <a:lnTo>
                  <a:pt x="1280971" y="38629"/>
                </a:lnTo>
                <a:lnTo>
                  <a:pt x="1305927" y="38629"/>
                </a:lnTo>
                <a:lnTo>
                  <a:pt x="1305927" y="53546"/>
                </a:lnTo>
                <a:cubicBezTo>
                  <a:pt x="1314788" y="42071"/>
                  <a:pt x="1325943" y="36334"/>
                  <a:pt x="1339393" y="36334"/>
                </a:cubicBezTo>
                <a:cubicBezTo>
                  <a:pt x="1345322" y="36334"/>
                  <a:pt x="1350740" y="37402"/>
                  <a:pt x="1355648" y="39538"/>
                </a:cubicBezTo>
                <a:cubicBezTo>
                  <a:pt x="1360557" y="41673"/>
                  <a:pt x="1364270" y="44398"/>
                  <a:pt x="1366788" y="47713"/>
                </a:cubicBezTo>
                <a:cubicBezTo>
                  <a:pt x="1369305" y="51028"/>
                  <a:pt x="1371058" y="54789"/>
                  <a:pt x="1372047" y="58996"/>
                </a:cubicBezTo>
                <a:cubicBezTo>
                  <a:pt x="1373035" y="63203"/>
                  <a:pt x="1373529" y="69227"/>
                  <a:pt x="1373529" y="77067"/>
                </a:cubicBezTo>
                <a:lnTo>
                  <a:pt x="1373529" y="140175"/>
                </a:lnTo>
                <a:close/>
                <a:moveTo>
                  <a:pt x="1397933" y="146676"/>
                </a:moveTo>
                <a:lnTo>
                  <a:pt x="1428626" y="150501"/>
                </a:lnTo>
                <a:cubicBezTo>
                  <a:pt x="1429136" y="154105"/>
                  <a:pt x="1430315" y="156582"/>
                  <a:pt x="1432164" y="157932"/>
                </a:cubicBezTo>
                <a:cubicBezTo>
                  <a:pt x="1434714" y="159863"/>
                  <a:pt x="1438730" y="160828"/>
                  <a:pt x="1444212" y="160828"/>
                </a:cubicBezTo>
                <a:cubicBezTo>
                  <a:pt x="1451224" y="160828"/>
                  <a:pt x="1456483" y="159768"/>
                  <a:pt x="1459989" y="157649"/>
                </a:cubicBezTo>
                <a:cubicBezTo>
                  <a:pt x="1462347" y="156236"/>
                  <a:pt x="1464132" y="153957"/>
                  <a:pt x="1465343" y="150812"/>
                </a:cubicBezTo>
                <a:cubicBezTo>
                  <a:pt x="1466172" y="148565"/>
                  <a:pt x="1466586" y="144424"/>
                  <a:pt x="1466586" y="138391"/>
                </a:cubicBezTo>
                <a:lnTo>
                  <a:pt x="1466586" y="123462"/>
                </a:lnTo>
                <a:cubicBezTo>
                  <a:pt x="1458554" y="134604"/>
                  <a:pt x="1448419" y="140175"/>
                  <a:pt x="1436180" y="140175"/>
                </a:cubicBezTo>
                <a:cubicBezTo>
                  <a:pt x="1422539" y="140175"/>
                  <a:pt x="1411734" y="134406"/>
                  <a:pt x="1403766" y="122868"/>
                </a:cubicBezTo>
                <a:cubicBezTo>
                  <a:pt x="1397519" y="113752"/>
                  <a:pt x="1394395" y="102406"/>
                  <a:pt x="1394395" y="88828"/>
                </a:cubicBezTo>
                <a:cubicBezTo>
                  <a:pt x="1394395" y="71808"/>
                  <a:pt x="1398491" y="58804"/>
                  <a:pt x="1406682" y="49816"/>
                </a:cubicBezTo>
                <a:cubicBezTo>
                  <a:pt x="1414873" y="40828"/>
                  <a:pt x="1425056" y="36334"/>
                  <a:pt x="1437232" y="36334"/>
                </a:cubicBezTo>
                <a:cubicBezTo>
                  <a:pt x="1449789" y="36334"/>
                  <a:pt x="1460148" y="41874"/>
                  <a:pt x="1468307" y="52954"/>
                </a:cubicBezTo>
                <a:lnTo>
                  <a:pt x="1468307" y="38629"/>
                </a:lnTo>
                <a:lnTo>
                  <a:pt x="1493454" y="38629"/>
                </a:lnTo>
                <a:lnTo>
                  <a:pt x="1493454" y="129812"/>
                </a:lnTo>
                <a:cubicBezTo>
                  <a:pt x="1493454" y="141804"/>
                  <a:pt x="1492466" y="150766"/>
                  <a:pt x="1490490" y="156698"/>
                </a:cubicBezTo>
                <a:cubicBezTo>
                  <a:pt x="1488514" y="162631"/>
                  <a:pt x="1485741" y="167287"/>
                  <a:pt x="1482172" y="170667"/>
                </a:cubicBezTo>
                <a:cubicBezTo>
                  <a:pt x="1478602" y="174050"/>
                  <a:pt x="1473837" y="176697"/>
                  <a:pt x="1467877" y="178610"/>
                </a:cubicBezTo>
                <a:cubicBezTo>
                  <a:pt x="1461917" y="180524"/>
                  <a:pt x="1454379" y="181481"/>
                  <a:pt x="1445264" y="181481"/>
                </a:cubicBezTo>
                <a:cubicBezTo>
                  <a:pt x="1428052" y="181481"/>
                  <a:pt x="1415845" y="178508"/>
                  <a:pt x="1408642" y="172562"/>
                </a:cubicBezTo>
                <a:cubicBezTo>
                  <a:pt x="1401439" y="166618"/>
                  <a:pt x="1397837" y="159082"/>
                  <a:pt x="1397837" y="149954"/>
                </a:cubicBezTo>
                <a:cubicBezTo>
                  <a:pt x="1397837" y="149054"/>
                  <a:pt x="1397869" y="147961"/>
                  <a:pt x="1397933" y="146676"/>
                </a:cubicBezTo>
                <a:moveTo>
                  <a:pt x="1421933" y="87298"/>
                </a:moveTo>
                <a:cubicBezTo>
                  <a:pt x="1421933" y="98039"/>
                  <a:pt x="1424021" y="105904"/>
                  <a:pt x="1428196" y="110892"/>
                </a:cubicBezTo>
                <a:cubicBezTo>
                  <a:pt x="1432371" y="115880"/>
                  <a:pt x="1437519" y="118374"/>
                  <a:pt x="1443638" y="118374"/>
                </a:cubicBezTo>
                <a:cubicBezTo>
                  <a:pt x="1450204" y="118374"/>
                  <a:pt x="1455750" y="115816"/>
                  <a:pt x="1460275" y="110701"/>
                </a:cubicBezTo>
                <a:cubicBezTo>
                  <a:pt x="1464801" y="105585"/>
                  <a:pt x="1467064" y="98007"/>
                  <a:pt x="1467064" y="87968"/>
                </a:cubicBezTo>
                <a:cubicBezTo>
                  <a:pt x="1467064" y="77482"/>
                  <a:pt x="1464897" y="69697"/>
                  <a:pt x="1460562" y="64613"/>
                </a:cubicBezTo>
                <a:cubicBezTo>
                  <a:pt x="1456228" y="59530"/>
                  <a:pt x="1450746" y="56988"/>
                  <a:pt x="1444116" y="56988"/>
                </a:cubicBezTo>
                <a:cubicBezTo>
                  <a:pt x="1437678" y="56988"/>
                  <a:pt x="1432371" y="59482"/>
                  <a:pt x="1428196" y="64470"/>
                </a:cubicBezTo>
                <a:cubicBezTo>
                  <a:pt x="1424021" y="69458"/>
                  <a:pt x="1421933" y="77067"/>
                  <a:pt x="1421933" y="872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447FBB-021B-4E30-AC8D-171295AA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867" y="2799938"/>
            <a:ext cx="1877352" cy="310764"/>
          </a:xfrm>
          <a:custGeom xmlns:a="http://schemas.openxmlformats.org/drawingml/2006/main">
            <a:pathLst>
              <a:path w="1877352" h="310764">
                <a:moveTo>
                  <a:pt x="0" y="51794"/>
                </a:moveTo>
                <a:cubicBezTo>
                  <a:pt x="0" y="23183"/>
                  <a:pt x="23183" y="0"/>
                  <a:pt x="51794" y="0"/>
                </a:cubicBezTo>
                <a:lnTo>
                  <a:pt x="1825558" y="0"/>
                </a:lnTo>
                <a:cubicBezTo>
                  <a:pt x="1854169" y="0"/>
                  <a:pt x="1877352" y="23183"/>
                  <a:pt x="1877352" y="51794"/>
                </a:cubicBezTo>
                <a:lnTo>
                  <a:pt x="1877352" y="258970"/>
                </a:lnTo>
                <a:cubicBezTo>
                  <a:pt x="1877352" y="287580"/>
                  <a:pt x="1854169" y="310764"/>
                  <a:pt x="1825558" y="310764"/>
                </a:cubicBezTo>
                <a:lnTo>
                  <a:pt x="51794" y="310764"/>
                </a:lnTo>
                <a:cubicBezTo>
                  <a:pt x="23183" y="310764"/>
                  <a:pt x="0" y="287580"/>
                  <a:pt x="0" y="258970"/>
                </a:cubicBezTo>
                <a:lnTo>
                  <a:pt x="0" y="51794"/>
                </a:lnTo>
                <a:close/>
              </a:path>
            </a:pathLst>
          </a:custGeom>
          <a:solidFill xmlns:a="http://schemas.openxmlformats.org/drawingml/2006/main">
            <a:srgbClr val="F8CBAD">
              <a:alpha val="3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AddRequirement">
            <a:extLst xmlns:a="http://schemas.openxmlformats.org/drawingml/2006/main">
              <a:ext uri="{FF2B5EF4-FFF2-40B4-BE49-F238E27FC236}">
                <a16:creationId xmlns:a16="http://schemas.microsoft.com/office/drawing/2014/main" id="{AADDE8DC-1774-4EC1-8CD7-C18023BA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428" y="2868731"/>
            <a:ext cx="1519487" cy="179186"/>
          </a:xfrm>
          <a:custGeom xmlns:a="http://schemas.openxmlformats.org/drawingml/2006/main">
            <a:pathLst>
              <a:path w="1519487" h="179186">
                <a:moveTo>
                  <a:pt x="0" y="140175"/>
                </a:moveTo>
                <a:lnTo>
                  <a:pt x="53832" y="0"/>
                </a:lnTo>
                <a:lnTo>
                  <a:pt x="73816" y="0"/>
                </a:lnTo>
                <a:lnTo>
                  <a:pt x="131187" y="140175"/>
                </a:lnTo>
                <a:lnTo>
                  <a:pt x="110055" y="140175"/>
                </a:lnTo>
                <a:lnTo>
                  <a:pt x="93705" y="97912"/>
                </a:lnTo>
                <a:lnTo>
                  <a:pt x="35091" y="97912"/>
                </a:lnTo>
                <a:lnTo>
                  <a:pt x="19697" y="140175"/>
                </a:lnTo>
                <a:lnTo>
                  <a:pt x="0" y="140175"/>
                </a:lnTo>
                <a:moveTo>
                  <a:pt x="40446" y="82613"/>
                </a:moveTo>
                <a:lnTo>
                  <a:pt x="87968" y="82613"/>
                </a:lnTo>
                <a:lnTo>
                  <a:pt x="73338" y="43793"/>
                </a:lnTo>
                <a:cubicBezTo>
                  <a:pt x="68876" y="32000"/>
                  <a:pt x="65561" y="22311"/>
                  <a:pt x="63394" y="14725"/>
                </a:cubicBezTo>
                <a:cubicBezTo>
                  <a:pt x="61609" y="23713"/>
                  <a:pt x="59091" y="32637"/>
                  <a:pt x="55840" y="41498"/>
                </a:cubicBezTo>
                <a:lnTo>
                  <a:pt x="40446" y="82613"/>
                </a:lnTo>
                <a:close/>
                <a:moveTo>
                  <a:pt x="208906" y="140175"/>
                </a:moveTo>
                <a:lnTo>
                  <a:pt x="208906" y="127362"/>
                </a:lnTo>
                <a:cubicBezTo>
                  <a:pt x="202468" y="137433"/>
                  <a:pt x="193002" y="142469"/>
                  <a:pt x="180508" y="142469"/>
                </a:cubicBezTo>
                <a:cubicBezTo>
                  <a:pt x="172413" y="142469"/>
                  <a:pt x="164970" y="140238"/>
                  <a:pt x="158182" y="135776"/>
                </a:cubicBezTo>
                <a:cubicBezTo>
                  <a:pt x="151393" y="131314"/>
                  <a:pt x="146134" y="125083"/>
                  <a:pt x="142405" y="117083"/>
                </a:cubicBezTo>
                <a:cubicBezTo>
                  <a:pt x="138676" y="109083"/>
                  <a:pt x="136811" y="99888"/>
                  <a:pt x="136811" y="89498"/>
                </a:cubicBezTo>
                <a:cubicBezTo>
                  <a:pt x="136811" y="79362"/>
                  <a:pt x="138500" y="70167"/>
                  <a:pt x="141879" y="61912"/>
                </a:cubicBezTo>
                <a:cubicBezTo>
                  <a:pt x="145257" y="53657"/>
                  <a:pt x="150325" y="47330"/>
                  <a:pt x="157082" y="42932"/>
                </a:cubicBezTo>
                <a:cubicBezTo>
                  <a:pt x="163839" y="38534"/>
                  <a:pt x="171393" y="36334"/>
                  <a:pt x="179743" y="36334"/>
                </a:cubicBezTo>
                <a:cubicBezTo>
                  <a:pt x="185863" y="36334"/>
                  <a:pt x="191313" y="37625"/>
                  <a:pt x="196094" y="40207"/>
                </a:cubicBezTo>
                <a:cubicBezTo>
                  <a:pt x="200875" y="42789"/>
                  <a:pt x="204763" y="46151"/>
                  <a:pt x="207759" y="50295"/>
                </a:cubicBezTo>
                <a:lnTo>
                  <a:pt x="207759" y="0"/>
                </a:lnTo>
                <a:lnTo>
                  <a:pt x="224874" y="0"/>
                </a:lnTo>
                <a:lnTo>
                  <a:pt x="224874" y="140175"/>
                </a:lnTo>
                <a:lnTo>
                  <a:pt x="208906" y="140175"/>
                </a:lnTo>
                <a:moveTo>
                  <a:pt x="154500" y="89450"/>
                </a:moveTo>
                <a:cubicBezTo>
                  <a:pt x="154500" y="102406"/>
                  <a:pt x="157241" y="112091"/>
                  <a:pt x="162723" y="118505"/>
                </a:cubicBezTo>
                <a:cubicBezTo>
                  <a:pt x="168205" y="124920"/>
                  <a:pt x="174675" y="128127"/>
                  <a:pt x="182134" y="128127"/>
                </a:cubicBezTo>
                <a:cubicBezTo>
                  <a:pt x="189655" y="128127"/>
                  <a:pt x="196046" y="125063"/>
                  <a:pt x="201305" y="118936"/>
                </a:cubicBezTo>
                <a:cubicBezTo>
                  <a:pt x="206564" y="112806"/>
                  <a:pt x="209193" y="103454"/>
                  <a:pt x="209193" y="90878"/>
                </a:cubicBezTo>
                <a:cubicBezTo>
                  <a:pt x="209193" y="77033"/>
                  <a:pt x="206516" y="66872"/>
                  <a:pt x="201161" y="60394"/>
                </a:cubicBezTo>
                <a:cubicBezTo>
                  <a:pt x="195807" y="53916"/>
                  <a:pt x="189209" y="50677"/>
                  <a:pt x="181369" y="50677"/>
                </a:cubicBezTo>
                <a:cubicBezTo>
                  <a:pt x="173719" y="50677"/>
                  <a:pt x="167329" y="53790"/>
                  <a:pt x="162197" y="60015"/>
                </a:cubicBezTo>
                <a:cubicBezTo>
                  <a:pt x="157066" y="66238"/>
                  <a:pt x="154500" y="76049"/>
                  <a:pt x="154500" y="89450"/>
                </a:cubicBezTo>
                <a:close/>
                <a:moveTo>
                  <a:pt x="317393" y="140175"/>
                </a:moveTo>
                <a:lnTo>
                  <a:pt x="317393" y="127362"/>
                </a:lnTo>
                <a:cubicBezTo>
                  <a:pt x="310955" y="137433"/>
                  <a:pt x="301488" y="142469"/>
                  <a:pt x="288995" y="142469"/>
                </a:cubicBezTo>
                <a:cubicBezTo>
                  <a:pt x="280899" y="142469"/>
                  <a:pt x="273457" y="140238"/>
                  <a:pt x="266668" y="135776"/>
                </a:cubicBezTo>
                <a:cubicBezTo>
                  <a:pt x="259879" y="131314"/>
                  <a:pt x="254620" y="125083"/>
                  <a:pt x="250891" y="117083"/>
                </a:cubicBezTo>
                <a:cubicBezTo>
                  <a:pt x="247162" y="109083"/>
                  <a:pt x="245298" y="99888"/>
                  <a:pt x="245298" y="89498"/>
                </a:cubicBezTo>
                <a:cubicBezTo>
                  <a:pt x="245298" y="79362"/>
                  <a:pt x="246987" y="70167"/>
                  <a:pt x="250365" y="61912"/>
                </a:cubicBezTo>
                <a:cubicBezTo>
                  <a:pt x="253744" y="53657"/>
                  <a:pt x="258811" y="47330"/>
                  <a:pt x="265568" y="42932"/>
                </a:cubicBezTo>
                <a:cubicBezTo>
                  <a:pt x="272325" y="38534"/>
                  <a:pt x="279879" y="36334"/>
                  <a:pt x="288230" y="36334"/>
                </a:cubicBezTo>
                <a:cubicBezTo>
                  <a:pt x="294349" y="36334"/>
                  <a:pt x="299799" y="37625"/>
                  <a:pt x="304580" y="40207"/>
                </a:cubicBezTo>
                <a:cubicBezTo>
                  <a:pt x="309361" y="42789"/>
                  <a:pt x="313249" y="46151"/>
                  <a:pt x="316245" y="50295"/>
                </a:cubicBezTo>
                <a:lnTo>
                  <a:pt x="316245" y="0"/>
                </a:lnTo>
                <a:lnTo>
                  <a:pt x="333361" y="0"/>
                </a:lnTo>
                <a:lnTo>
                  <a:pt x="333361" y="140175"/>
                </a:lnTo>
                <a:lnTo>
                  <a:pt x="317393" y="140175"/>
                </a:lnTo>
                <a:moveTo>
                  <a:pt x="262987" y="89450"/>
                </a:moveTo>
                <a:cubicBezTo>
                  <a:pt x="262987" y="102406"/>
                  <a:pt x="265728" y="112091"/>
                  <a:pt x="271210" y="118505"/>
                </a:cubicBezTo>
                <a:cubicBezTo>
                  <a:pt x="276692" y="124920"/>
                  <a:pt x="283162" y="128127"/>
                  <a:pt x="290620" y="128127"/>
                </a:cubicBezTo>
                <a:cubicBezTo>
                  <a:pt x="298142" y="128127"/>
                  <a:pt x="304532" y="125063"/>
                  <a:pt x="309791" y="118936"/>
                </a:cubicBezTo>
                <a:cubicBezTo>
                  <a:pt x="315050" y="112806"/>
                  <a:pt x="317680" y="103454"/>
                  <a:pt x="317680" y="90878"/>
                </a:cubicBezTo>
                <a:cubicBezTo>
                  <a:pt x="317680" y="77033"/>
                  <a:pt x="315002" y="66872"/>
                  <a:pt x="309648" y="60394"/>
                </a:cubicBezTo>
                <a:cubicBezTo>
                  <a:pt x="304293" y="53916"/>
                  <a:pt x="297696" y="50677"/>
                  <a:pt x="289855" y="50677"/>
                </a:cubicBezTo>
                <a:cubicBezTo>
                  <a:pt x="282206" y="50677"/>
                  <a:pt x="275815" y="53790"/>
                  <a:pt x="270684" y="60015"/>
                </a:cubicBezTo>
                <a:cubicBezTo>
                  <a:pt x="265552" y="66238"/>
                  <a:pt x="262987" y="76049"/>
                  <a:pt x="262987" y="89450"/>
                </a:cubicBezTo>
                <a:close/>
                <a:moveTo>
                  <a:pt x="417903" y="140175"/>
                </a:moveTo>
                <a:lnTo>
                  <a:pt x="417903" y="0"/>
                </a:lnTo>
                <a:lnTo>
                  <a:pt x="480054" y="0"/>
                </a:lnTo>
                <a:cubicBezTo>
                  <a:pt x="492548" y="0"/>
                  <a:pt x="502046" y="1258"/>
                  <a:pt x="508548" y="3774"/>
                </a:cubicBezTo>
                <a:cubicBezTo>
                  <a:pt x="515049" y="6288"/>
                  <a:pt x="520245" y="10728"/>
                  <a:pt x="524133" y="17095"/>
                </a:cubicBezTo>
                <a:cubicBezTo>
                  <a:pt x="528022" y="23461"/>
                  <a:pt x="529966" y="30496"/>
                  <a:pt x="529966" y="38199"/>
                </a:cubicBezTo>
                <a:cubicBezTo>
                  <a:pt x="529966" y="48131"/>
                  <a:pt x="526747" y="56504"/>
                  <a:pt x="520308" y="63316"/>
                </a:cubicBezTo>
                <a:cubicBezTo>
                  <a:pt x="513870" y="70127"/>
                  <a:pt x="503926" y="74456"/>
                  <a:pt x="490476" y="76302"/>
                </a:cubicBezTo>
                <a:cubicBezTo>
                  <a:pt x="495384" y="78665"/>
                  <a:pt x="499113" y="80996"/>
                  <a:pt x="501663" y="83294"/>
                </a:cubicBezTo>
                <a:cubicBezTo>
                  <a:pt x="507081" y="88272"/>
                  <a:pt x="512213" y="94496"/>
                  <a:pt x="517057" y="101967"/>
                </a:cubicBezTo>
                <a:lnTo>
                  <a:pt x="541440" y="140175"/>
                </a:lnTo>
                <a:lnTo>
                  <a:pt x="518109" y="140175"/>
                </a:lnTo>
                <a:lnTo>
                  <a:pt x="499560" y="110967"/>
                </a:lnTo>
                <a:cubicBezTo>
                  <a:pt x="494141" y="102540"/>
                  <a:pt x="489679" y="96093"/>
                  <a:pt x="486173" y="91625"/>
                </a:cubicBezTo>
                <a:cubicBezTo>
                  <a:pt x="482667" y="87155"/>
                  <a:pt x="479528" y="84026"/>
                  <a:pt x="476755" y="82240"/>
                </a:cubicBezTo>
                <a:cubicBezTo>
                  <a:pt x="473982" y="80451"/>
                  <a:pt x="471161" y="79205"/>
                  <a:pt x="468293" y="78502"/>
                </a:cubicBezTo>
                <a:cubicBezTo>
                  <a:pt x="466189" y="78055"/>
                  <a:pt x="462747" y="77832"/>
                  <a:pt x="457966" y="77832"/>
                </a:cubicBezTo>
                <a:lnTo>
                  <a:pt x="436452" y="77832"/>
                </a:lnTo>
                <a:lnTo>
                  <a:pt x="436452" y="140175"/>
                </a:lnTo>
                <a:lnTo>
                  <a:pt x="417903" y="140175"/>
                </a:lnTo>
                <a:moveTo>
                  <a:pt x="436452" y="61769"/>
                </a:moveTo>
                <a:lnTo>
                  <a:pt x="476325" y="61769"/>
                </a:lnTo>
                <a:cubicBezTo>
                  <a:pt x="484803" y="61769"/>
                  <a:pt x="491432" y="60894"/>
                  <a:pt x="496213" y="59145"/>
                </a:cubicBezTo>
                <a:cubicBezTo>
                  <a:pt x="500994" y="57396"/>
                  <a:pt x="504627" y="54597"/>
                  <a:pt x="507113" y="50749"/>
                </a:cubicBezTo>
                <a:cubicBezTo>
                  <a:pt x="509599" y="46900"/>
                  <a:pt x="510842" y="42717"/>
                  <a:pt x="510842" y="38199"/>
                </a:cubicBezTo>
                <a:cubicBezTo>
                  <a:pt x="510842" y="31583"/>
                  <a:pt x="508436" y="26145"/>
                  <a:pt x="503623" y="21884"/>
                </a:cubicBezTo>
                <a:cubicBezTo>
                  <a:pt x="498811" y="17621"/>
                  <a:pt x="491209" y="15490"/>
                  <a:pt x="480819" y="15490"/>
                </a:cubicBezTo>
                <a:lnTo>
                  <a:pt x="436452" y="15490"/>
                </a:lnTo>
                <a:lnTo>
                  <a:pt x="436452" y="61769"/>
                </a:lnTo>
                <a:close/>
                <a:moveTo>
                  <a:pt x="625414" y="107474"/>
                </a:moveTo>
                <a:lnTo>
                  <a:pt x="643198" y="109673"/>
                </a:lnTo>
                <a:cubicBezTo>
                  <a:pt x="640394" y="120063"/>
                  <a:pt x="635198" y="128127"/>
                  <a:pt x="627613" y="133864"/>
                </a:cubicBezTo>
                <a:cubicBezTo>
                  <a:pt x="620027" y="139601"/>
                  <a:pt x="610338" y="142469"/>
                  <a:pt x="598545" y="142469"/>
                </a:cubicBezTo>
                <a:cubicBezTo>
                  <a:pt x="583693" y="142469"/>
                  <a:pt x="571916" y="137896"/>
                  <a:pt x="563215" y="128748"/>
                </a:cubicBezTo>
                <a:cubicBezTo>
                  <a:pt x="554514" y="119601"/>
                  <a:pt x="550163" y="106772"/>
                  <a:pt x="550163" y="90262"/>
                </a:cubicBezTo>
                <a:cubicBezTo>
                  <a:pt x="550163" y="73179"/>
                  <a:pt x="554561" y="59920"/>
                  <a:pt x="563358" y="50486"/>
                </a:cubicBezTo>
                <a:cubicBezTo>
                  <a:pt x="572155" y="41052"/>
                  <a:pt x="583565" y="36334"/>
                  <a:pt x="597589" y="36334"/>
                </a:cubicBezTo>
                <a:cubicBezTo>
                  <a:pt x="611167" y="36334"/>
                  <a:pt x="622258" y="40949"/>
                  <a:pt x="630864" y="50178"/>
                </a:cubicBezTo>
                <a:cubicBezTo>
                  <a:pt x="639469" y="59405"/>
                  <a:pt x="643772" y="72387"/>
                  <a:pt x="643772" y="89124"/>
                </a:cubicBezTo>
                <a:cubicBezTo>
                  <a:pt x="643772" y="90142"/>
                  <a:pt x="643740" y="91669"/>
                  <a:pt x="643677" y="93705"/>
                </a:cubicBezTo>
                <a:lnTo>
                  <a:pt x="567948" y="93705"/>
                </a:lnTo>
                <a:cubicBezTo>
                  <a:pt x="568585" y="104828"/>
                  <a:pt x="571741" y="113346"/>
                  <a:pt x="577414" y="119258"/>
                </a:cubicBezTo>
                <a:cubicBezTo>
                  <a:pt x="583087" y="125171"/>
                  <a:pt x="590163" y="128127"/>
                  <a:pt x="598641" y="128127"/>
                </a:cubicBezTo>
                <a:cubicBezTo>
                  <a:pt x="604952" y="128127"/>
                  <a:pt x="610338" y="126485"/>
                  <a:pt x="614800" y="123202"/>
                </a:cubicBezTo>
                <a:cubicBezTo>
                  <a:pt x="619262" y="119918"/>
                  <a:pt x="622800" y="114675"/>
                  <a:pt x="625414" y="107474"/>
                </a:cubicBezTo>
                <a:moveTo>
                  <a:pt x="568904" y="79362"/>
                </a:moveTo>
                <a:lnTo>
                  <a:pt x="625605" y="79362"/>
                </a:lnTo>
                <a:cubicBezTo>
                  <a:pt x="624840" y="70960"/>
                  <a:pt x="622673" y="64658"/>
                  <a:pt x="619103" y="60457"/>
                </a:cubicBezTo>
                <a:cubicBezTo>
                  <a:pt x="613621" y="53937"/>
                  <a:pt x="606513" y="50677"/>
                  <a:pt x="597780" y="50677"/>
                </a:cubicBezTo>
                <a:cubicBezTo>
                  <a:pt x="589876" y="50677"/>
                  <a:pt x="583231" y="53280"/>
                  <a:pt x="577844" y="58485"/>
                </a:cubicBezTo>
                <a:cubicBezTo>
                  <a:pt x="572458" y="63688"/>
                  <a:pt x="569478" y="70647"/>
                  <a:pt x="568904" y="79362"/>
                </a:cubicBezTo>
                <a:close/>
                <a:moveTo>
                  <a:pt x="729119" y="179186"/>
                </a:moveTo>
                <a:lnTo>
                  <a:pt x="729119" y="129194"/>
                </a:lnTo>
                <a:cubicBezTo>
                  <a:pt x="726442" y="133004"/>
                  <a:pt x="722697" y="136170"/>
                  <a:pt x="717884" y="138689"/>
                </a:cubicBezTo>
                <a:cubicBezTo>
                  <a:pt x="713071" y="141209"/>
                  <a:pt x="707956" y="142469"/>
                  <a:pt x="702537" y="142469"/>
                </a:cubicBezTo>
                <a:cubicBezTo>
                  <a:pt x="690490" y="142469"/>
                  <a:pt x="680115" y="137657"/>
                  <a:pt x="671414" y="128031"/>
                </a:cubicBezTo>
                <a:cubicBezTo>
                  <a:pt x="662713" y="118406"/>
                  <a:pt x="658362" y="105211"/>
                  <a:pt x="658362" y="88446"/>
                </a:cubicBezTo>
                <a:cubicBezTo>
                  <a:pt x="658362" y="78247"/>
                  <a:pt x="660131" y="69099"/>
                  <a:pt x="663669" y="61004"/>
                </a:cubicBezTo>
                <a:cubicBezTo>
                  <a:pt x="667207" y="52908"/>
                  <a:pt x="672338" y="46773"/>
                  <a:pt x="679063" y="42597"/>
                </a:cubicBezTo>
                <a:cubicBezTo>
                  <a:pt x="685789" y="38422"/>
                  <a:pt x="693167" y="36334"/>
                  <a:pt x="701199" y="36334"/>
                </a:cubicBezTo>
                <a:cubicBezTo>
                  <a:pt x="713756" y="36334"/>
                  <a:pt x="723637" y="41562"/>
                  <a:pt x="730840" y="52016"/>
                </a:cubicBezTo>
                <a:lnTo>
                  <a:pt x="730840" y="38629"/>
                </a:lnTo>
                <a:lnTo>
                  <a:pt x="746330" y="38629"/>
                </a:lnTo>
                <a:lnTo>
                  <a:pt x="746330" y="179186"/>
                </a:lnTo>
                <a:lnTo>
                  <a:pt x="729119" y="179186"/>
                </a:lnTo>
                <a:moveTo>
                  <a:pt x="676052" y="88924"/>
                </a:moveTo>
                <a:cubicBezTo>
                  <a:pt x="676052" y="101991"/>
                  <a:pt x="678793" y="111792"/>
                  <a:pt x="684275" y="118326"/>
                </a:cubicBezTo>
                <a:cubicBezTo>
                  <a:pt x="689757" y="124860"/>
                  <a:pt x="696322" y="128127"/>
                  <a:pt x="703972" y="128127"/>
                </a:cubicBezTo>
                <a:cubicBezTo>
                  <a:pt x="711302" y="128127"/>
                  <a:pt x="717613" y="125019"/>
                  <a:pt x="722904" y="118804"/>
                </a:cubicBezTo>
                <a:cubicBezTo>
                  <a:pt x="728195" y="112589"/>
                  <a:pt x="730840" y="103139"/>
                  <a:pt x="730840" y="90454"/>
                </a:cubicBezTo>
                <a:cubicBezTo>
                  <a:pt x="730840" y="76940"/>
                  <a:pt x="728051" y="66773"/>
                  <a:pt x="722474" y="59952"/>
                </a:cubicBezTo>
                <a:cubicBezTo>
                  <a:pt x="716896" y="53131"/>
                  <a:pt x="710346" y="49721"/>
                  <a:pt x="702824" y="49721"/>
                </a:cubicBezTo>
                <a:cubicBezTo>
                  <a:pt x="695366" y="49721"/>
                  <a:pt x="689039" y="52892"/>
                  <a:pt x="683844" y="59235"/>
                </a:cubicBezTo>
                <a:cubicBezTo>
                  <a:pt x="678649" y="65577"/>
                  <a:pt x="676052" y="75474"/>
                  <a:pt x="676052" y="88924"/>
                </a:cubicBezTo>
                <a:close/>
                <a:moveTo>
                  <a:pt x="841615" y="140175"/>
                </a:moveTo>
                <a:lnTo>
                  <a:pt x="841615" y="125258"/>
                </a:lnTo>
                <a:cubicBezTo>
                  <a:pt x="833711" y="136732"/>
                  <a:pt x="822970" y="142469"/>
                  <a:pt x="809392" y="142469"/>
                </a:cubicBezTo>
                <a:cubicBezTo>
                  <a:pt x="803400" y="142469"/>
                  <a:pt x="797806" y="141322"/>
                  <a:pt x="792611" y="139027"/>
                </a:cubicBezTo>
                <a:cubicBezTo>
                  <a:pt x="787416" y="136732"/>
                  <a:pt x="783559" y="133848"/>
                  <a:pt x="781042" y="130374"/>
                </a:cubicBezTo>
                <a:cubicBezTo>
                  <a:pt x="778524" y="126900"/>
                  <a:pt x="776755" y="122645"/>
                  <a:pt x="775735" y="117609"/>
                </a:cubicBezTo>
                <a:cubicBezTo>
                  <a:pt x="775034" y="114230"/>
                  <a:pt x="774683" y="108876"/>
                  <a:pt x="774683" y="101545"/>
                </a:cubicBezTo>
                <a:lnTo>
                  <a:pt x="774683" y="38629"/>
                </a:lnTo>
                <a:lnTo>
                  <a:pt x="791894" y="38629"/>
                </a:lnTo>
                <a:lnTo>
                  <a:pt x="791894" y="94948"/>
                </a:lnTo>
                <a:cubicBezTo>
                  <a:pt x="791894" y="103936"/>
                  <a:pt x="792245" y="109991"/>
                  <a:pt x="792946" y="113115"/>
                </a:cubicBezTo>
                <a:cubicBezTo>
                  <a:pt x="794030" y="117641"/>
                  <a:pt x="796324" y="121195"/>
                  <a:pt x="799830" y="123776"/>
                </a:cubicBezTo>
                <a:cubicBezTo>
                  <a:pt x="803336" y="126358"/>
                  <a:pt x="807671" y="127649"/>
                  <a:pt x="812834" y="127649"/>
                </a:cubicBezTo>
                <a:cubicBezTo>
                  <a:pt x="817998" y="127649"/>
                  <a:pt x="822842" y="126326"/>
                  <a:pt x="827368" y="123681"/>
                </a:cubicBezTo>
                <a:cubicBezTo>
                  <a:pt x="831894" y="121035"/>
                  <a:pt x="835097" y="117434"/>
                  <a:pt x="836978" y="112876"/>
                </a:cubicBezTo>
                <a:cubicBezTo>
                  <a:pt x="838858" y="108318"/>
                  <a:pt x="839798" y="101705"/>
                  <a:pt x="839798" y="93035"/>
                </a:cubicBezTo>
                <a:lnTo>
                  <a:pt x="839798" y="38629"/>
                </a:lnTo>
                <a:lnTo>
                  <a:pt x="857009" y="38629"/>
                </a:lnTo>
                <a:lnTo>
                  <a:pt x="857009" y="140175"/>
                </a:lnTo>
                <a:lnTo>
                  <a:pt x="841615" y="140175"/>
                </a:lnTo>
                <a:close/>
                <a:moveTo>
                  <a:pt x="883647" y="19888"/>
                </a:moveTo>
                <a:lnTo>
                  <a:pt x="883647" y="0"/>
                </a:lnTo>
                <a:lnTo>
                  <a:pt x="900858" y="0"/>
                </a:lnTo>
                <a:lnTo>
                  <a:pt x="900858" y="19888"/>
                </a:lnTo>
                <a:lnTo>
                  <a:pt x="883647" y="19888"/>
                </a:lnTo>
                <a:moveTo>
                  <a:pt x="883647" y="140175"/>
                </a:moveTo>
                <a:lnTo>
                  <a:pt x="883647" y="38629"/>
                </a:lnTo>
                <a:lnTo>
                  <a:pt x="900858" y="38629"/>
                </a:lnTo>
                <a:lnTo>
                  <a:pt x="900858" y="140175"/>
                </a:lnTo>
                <a:lnTo>
                  <a:pt x="883647" y="140175"/>
                </a:lnTo>
                <a:close/>
                <a:moveTo>
                  <a:pt x="925932" y="140175"/>
                </a:moveTo>
                <a:lnTo>
                  <a:pt x="925932" y="38629"/>
                </a:lnTo>
                <a:lnTo>
                  <a:pt x="941422" y="38629"/>
                </a:lnTo>
                <a:lnTo>
                  <a:pt x="941422" y="53928"/>
                </a:lnTo>
                <a:cubicBezTo>
                  <a:pt x="945374" y="46765"/>
                  <a:pt x="949024" y="42042"/>
                  <a:pt x="952370" y="39759"/>
                </a:cubicBezTo>
                <a:cubicBezTo>
                  <a:pt x="955717" y="37476"/>
                  <a:pt x="959398" y="36334"/>
                  <a:pt x="963414" y="36334"/>
                </a:cubicBezTo>
                <a:cubicBezTo>
                  <a:pt x="969215" y="36334"/>
                  <a:pt x="975111" y="38175"/>
                  <a:pt x="981103" y="41856"/>
                </a:cubicBezTo>
                <a:lnTo>
                  <a:pt x="975175" y="57753"/>
                </a:lnTo>
                <a:cubicBezTo>
                  <a:pt x="970968" y="55267"/>
                  <a:pt x="966761" y="54024"/>
                  <a:pt x="962554" y="54024"/>
                </a:cubicBezTo>
                <a:cubicBezTo>
                  <a:pt x="958793" y="54024"/>
                  <a:pt x="955414" y="55157"/>
                  <a:pt x="952418" y="57424"/>
                </a:cubicBezTo>
                <a:cubicBezTo>
                  <a:pt x="949422" y="59689"/>
                  <a:pt x="947287" y="62831"/>
                  <a:pt x="946012" y="66851"/>
                </a:cubicBezTo>
                <a:cubicBezTo>
                  <a:pt x="944100" y="72977"/>
                  <a:pt x="943143" y="79677"/>
                  <a:pt x="943143" y="86952"/>
                </a:cubicBezTo>
                <a:lnTo>
                  <a:pt x="943143" y="140175"/>
                </a:lnTo>
                <a:lnTo>
                  <a:pt x="925932" y="140175"/>
                </a:lnTo>
                <a:close/>
                <a:moveTo>
                  <a:pt x="1061630" y="107474"/>
                </a:moveTo>
                <a:lnTo>
                  <a:pt x="1079414" y="109673"/>
                </a:lnTo>
                <a:cubicBezTo>
                  <a:pt x="1076610" y="120063"/>
                  <a:pt x="1071414" y="128127"/>
                  <a:pt x="1063829" y="133864"/>
                </a:cubicBezTo>
                <a:cubicBezTo>
                  <a:pt x="1056243" y="139601"/>
                  <a:pt x="1046554" y="142469"/>
                  <a:pt x="1034761" y="142469"/>
                </a:cubicBezTo>
                <a:cubicBezTo>
                  <a:pt x="1019909" y="142469"/>
                  <a:pt x="1008132" y="137896"/>
                  <a:pt x="999431" y="128748"/>
                </a:cubicBezTo>
                <a:cubicBezTo>
                  <a:pt x="990730" y="119601"/>
                  <a:pt x="986379" y="106772"/>
                  <a:pt x="986379" y="90262"/>
                </a:cubicBezTo>
                <a:cubicBezTo>
                  <a:pt x="986379" y="73179"/>
                  <a:pt x="990777" y="59920"/>
                  <a:pt x="999574" y="50486"/>
                </a:cubicBezTo>
                <a:cubicBezTo>
                  <a:pt x="1008371" y="41052"/>
                  <a:pt x="1019781" y="36334"/>
                  <a:pt x="1033805" y="36334"/>
                </a:cubicBezTo>
                <a:cubicBezTo>
                  <a:pt x="1047383" y="36334"/>
                  <a:pt x="1058474" y="40949"/>
                  <a:pt x="1067080" y="50178"/>
                </a:cubicBezTo>
                <a:cubicBezTo>
                  <a:pt x="1075685" y="59405"/>
                  <a:pt x="1079988" y="72387"/>
                  <a:pt x="1079988" y="89124"/>
                </a:cubicBezTo>
                <a:cubicBezTo>
                  <a:pt x="1079988" y="90142"/>
                  <a:pt x="1079956" y="91669"/>
                  <a:pt x="1079892" y="93705"/>
                </a:cubicBezTo>
                <a:lnTo>
                  <a:pt x="1004164" y="93705"/>
                </a:lnTo>
                <a:cubicBezTo>
                  <a:pt x="1004801" y="104828"/>
                  <a:pt x="1007957" y="113346"/>
                  <a:pt x="1013630" y="119258"/>
                </a:cubicBezTo>
                <a:cubicBezTo>
                  <a:pt x="1019303" y="125171"/>
                  <a:pt x="1026379" y="128127"/>
                  <a:pt x="1034857" y="128127"/>
                </a:cubicBezTo>
                <a:cubicBezTo>
                  <a:pt x="1041168" y="128127"/>
                  <a:pt x="1046554" y="126485"/>
                  <a:pt x="1051016" y="123202"/>
                </a:cubicBezTo>
                <a:cubicBezTo>
                  <a:pt x="1055478" y="119918"/>
                  <a:pt x="1059016" y="114675"/>
                  <a:pt x="1061630" y="107474"/>
                </a:cubicBezTo>
                <a:moveTo>
                  <a:pt x="1005120" y="79362"/>
                </a:moveTo>
                <a:lnTo>
                  <a:pt x="1061821" y="79362"/>
                </a:lnTo>
                <a:cubicBezTo>
                  <a:pt x="1061056" y="70960"/>
                  <a:pt x="1058889" y="64658"/>
                  <a:pt x="1055319" y="60457"/>
                </a:cubicBezTo>
                <a:cubicBezTo>
                  <a:pt x="1049837" y="53937"/>
                  <a:pt x="1042729" y="50677"/>
                  <a:pt x="1033996" y="50677"/>
                </a:cubicBezTo>
                <a:cubicBezTo>
                  <a:pt x="1026092" y="50677"/>
                  <a:pt x="1019447" y="53280"/>
                  <a:pt x="1014060" y="58485"/>
                </a:cubicBezTo>
                <a:cubicBezTo>
                  <a:pt x="1008674" y="63688"/>
                  <a:pt x="1005694" y="70647"/>
                  <a:pt x="1005120" y="79362"/>
                </a:cubicBezTo>
                <a:close/>
                <a:moveTo>
                  <a:pt x="1100602" y="140175"/>
                </a:moveTo>
                <a:lnTo>
                  <a:pt x="1100602" y="38629"/>
                </a:lnTo>
                <a:lnTo>
                  <a:pt x="1115997" y="38629"/>
                </a:lnTo>
                <a:lnTo>
                  <a:pt x="1115997" y="52781"/>
                </a:lnTo>
                <a:cubicBezTo>
                  <a:pt x="1119184" y="47836"/>
                  <a:pt x="1123423" y="43859"/>
                  <a:pt x="1128714" y="40849"/>
                </a:cubicBezTo>
                <a:cubicBezTo>
                  <a:pt x="1134004" y="37839"/>
                  <a:pt x="1140028" y="36334"/>
                  <a:pt x="1146785" y="36334"/>
                </a:cubicBezTo>
                <a:cubicBezTo>
                  <a:pt x="1154307" y="36334"/>
                  <a:pt x="1160474" y="37888"/>
                  <a:pt x="1165287" y="40996"/>
                </a:cubicBezTo>
                <a:cubicBezTo>
                  <a:pt x="1170100" y="44101"/>
                  <a:pt x="1173494" y="48444"/>
                  <a:pt x="1175470" y="54024"/>
                </a:cubicBezTo>
                <a:cubicBezTo>
                  <a:pt x="1183502" y="42231"/>
                  <a:pt x="1193956" y="36334"/>
                  <a:pt x="1206833" y="36334"/>
                </a:cubicBezTo>
                <a:cubicBezTo>
                  <a:pt x="1216904" y="36334"/>
                  <a:pt x="1224649" y="39123"/>
                  <a:pt x="1230068" y="44701"/>
                </a:cubicBezTo>
                <a:cubicBezTo>
                  <a:pt x="1235486" y="50279"/>
                  <a:pt x="1238195" y="58868"/>
                  <a:pt x="1238195" y="70470"/>
                </a:cubicBezTo>
                <a:lnTo>
                  <a:pt x="1238195" y="140175"/>
                </a:lnTo>
                <a:lnTo>
                  <a:pt x="1221080" y="140175"/>
                </a:lnTo>
                <a:lnTo>
                  <a:pt x="1221080" y="76138"/>
                </a:lnTo>
                <a:cubicBezTo>
                  <a:pt x="1221080" y="69246"/>
                  <a:pt x="1220522" y="64284"/>
                  <a:pt x="1219406" y="61255"/>
                </a:cubicBezTo>
                <a:cubicBezTo>
                  <a:pt x="1218291" y="58223"/>
                  <a:pt x="1216267" y="55782"/>
                  <a:pt x="1213335" y="53931"/>
                </a:cubicBezTo>
                <a:cubicBezTo>
                  <a:pt x="1210402" y="52080"/>
                  <a:pt x="1206960" y="51155"/>
                  <a:pt x="1203008" y="51155"/>
                </a:cubicBezTo>
                <a:cubicBezTo>
                  <a:pt x="1195869" y="51155"/>
                  <a:pt x="1189940" y="53533"/>
                  <a:pt x="1185223" y="58288"/>
                </a:cubicBezTo>
                <a:cubicBezTo>
                  <a:pt x="1180506" y="63040"/>
                  <a:pt x="1178148" y="70650"/>
                  <a:pt x="1178148" y="81116"/>
                </a:cubicBezTo>
                <a:lnTo>
                  <a:pt x="1178148" y="140175"/>
                </a:lnTo>
                <a:lnTo>
                  <a:pt x="1160937" y="140175"/>
                </a:lnTo>
                <a:lnTo>
                  <a:pt x="1160937" y="74127"/>
                </a:lnTo>
                <a:cubicBezTo>
                  <a:pt x="1160937" y="66470"/>
                  <a:pt x="1159534" y="60727"/>
                  <a:pt x="1156729" y="56898"/>
                </a:cubicBezTo>
                <a:cubicBezTo>
                  <a:pt x="1153925" y="53069"/>
                  <a:pt x="1149335" y="51155"/>
                  <a:pt x="1142961" y="51155"/>
                </a:cubicBezTo>
                <a:cubicBezTo>
                  <a:pt x="1138116" y="51155"/>
                  <a:pt x="1133638" y="52432"/>
                  <a:pt x="1129526" y="54986"/>
                </a:cubicBezTo>
                <a:cubicBezTo>
                  <a:pt x="1125415" y="57538"/>
                  <a:pt x="1122435" y="61271"/>
                  <a:pt x="1120586" y="66185"/>
                </a:cubicBezTo>
                <a:cubicBezTo>
                  <a:pt x="1118738" y="71097"/>
                  <a:pt x="1117813" y="78180"/>
                  <a:pt x="1117813" y="87433"/>
                </a:cubicBezTo>
                <a:lnTo>
                  <a:pt x="1117813" y="140175"/>
                </a:lnTo>
                <a:lnTo>
                  <a:pt x="1100602" y="140175"/>
                </a:lnTo>
                <a:close/>
                <a:moveTo>
                  <a:pt x="1334021" y="107474"/>
                </a:moveTo>
                <a:lnTo>
                  <a:pt x="1351806" y="109673"/>
                </a:lnTo>
                <a:cubicBezTo>
                  <a:pt x="1349001" y="120063"/>
                  <a:pt x="1343806" y="128127"/>
                  <a:pt x="1336220" y="133864"/>
                </a:cubicBezTo>
                <a:cubicBezTo>
                  <a:pt x="1328634" y="139601"/>
                  <a:pt x="1318945" y="142469"/>
                  <a:pt x="1307152" y="142469"/>
                </a:cubicBezTo>
                <a:cubicBezTo>
                  <a:pt x="1292300" y="142469"/>
                  <a:pt x="1280523" y="137896"/>
                  <a:pt x="1271822" y="128748"/>
                </a:cubicBezTo>
                <a:cubicBezTo>
                  <a:pt x="1263121" y="119601"/>
                  <a:pt x="1258770" y="106772"/>
                  <a:pt x="1258770" y="90262"/>
                </a:cubicBezTo>
                <a:cubicBezTo>
                  <a:pt x="1258770" y="73179"/>
                  <a:pt x="1263169" y="59920"/>
                  <a:pt x="1271965" y="50486"/>
                </a:cubicBezTo>
                <a:cubicBezTo>
                  <a:pt x="1280762" y="41052"/>
                  <a:pt x="1292172" y="36334"/>
                  <a:pt x="1306196" y="36334"/>
                </a:cubicBezTo>
                <a:cubicBezTo>
                  <a:pt x="1319774" y="36334"/>
                  <a:pt x="1330865" y="40949"/>
                  <a:pt x="1339471" y="50178"/>
                </a:cubicBezTo>
                <a:cubicBezTo>
                  <a:pt x="1348077" y="59405"/>
                  <a:pt x="1352379" y="72387"/>
                  <a:pt x="1352379" y="89124"/>
                </a:cubicBezTo>
                <a:cubicBezTo>
                  <a:pt x="1352379" y="90142"/>
                  <a:pt x="1352347" y="91669"/>
                  <a:pt x="1352284" y="93705"/>
                </a:cubicBezTo>
                <a:lnTo>
                  <a:pt x="1276555" y="93705"/>
                </a:lnTo>
                <a:cubicBezTo>
                  <a:pt x="1277192" y="104828"/>
                  <a:pt x="1280348" y="113346"/>
                  <a:pt x="1286021" y="119258"/>
                </a:cubicBezTo>
                <a:cubicBezTo>
                  <a:pt x="1291694" y="125171"/>
                  <a:pt x="1298770" y="128127"/>
                  <a:pt x="1307248" y="128127"/>
                </a:cubicBezTo>
                <a:cubicBezTo>
                  <a:pt x="1313559" y="128127"/>
                  <a:pt x="1318945" y="126485"/>
                  <a:pt x="1323407" y="123202"/>
                </a:cubicBezTo>
                <a:cubicBezTo>
                  <a:pt x="1327869" y="119918"/>
                  <a:pt x="1331407" y="114675"/>
                  <a:pt x="1334021" y="107474"/>
                </a:cubicBezTo>
                <a:moveTo>
                  <a:pt x="1277511" y="79362"/>
                </a:moveTo>
                <a:lnTo>
                  <a:pt x="1334212" y="79362"/>
                </a:lnTo>
                <a:cubicBezTo>
                  <a:pt x="1333447" y="70960"/>
                  <a:pt x="1331280" y="64658"/>
                  <a:pt x="1327710" y="60457"/>
                </a:cubicBezTo>
                <a:cubicBezTo>
                  <a:pt x="1322228" y="53937"/>
                  <a:pt x="1315121" y="50677"/>
                  <a:pt x="1306388" y="50677"/>
                </a:cubicBezTo>
                <a:cubicBezTo>
                  <a:pt x="1298483" y="50677"/>
                  <a:pt x="1291838" y="53280"/>
                  <a:pt x="1286451" y="58485"/>
                </a:cubicBezTo>
                <a:cubicBezTo>
                  <a:pt x="1281065" y="63688"/>
                  <a:pt x="1278085" y="70647"/>
                  <a:pt x="1277511" y="79362"/>
                </a:cubicBezTo>
                <a:close/>
                <a:moveTo>
                  <a:pt x="1372993" y="140175"/>
                </a:moveTo>
                <a:lnTo>
                  <a:pt x="1372993" y="38629"/>
                </a:lnTo>
                <a:lnTo>
                  <a:pt x="1388483" y="38629"/>
                </a:lnTo>
                <a:lnTo>
                  <a:pt x="1388483" y="52972"/>
                </a:lnTo>
                <a:cubicBezTo>
                  <a:pt x="1395941" y="41880"/>
                  <a:pt x="1406714" y="36334"/>
                  <a:pt x="1420802" y="36334"/>
                </a:cubicBezTo>
                <a:cubicBezTo>
                  <a:pt x="1426921" y="36334"/>
                  <a:pt x="1432547" y="37434"/>
                  <a:pt x="1437678" y="39633"/>
                </a:cubicBezTo>
                <a:cubicBezTo>
                  <a:pt x="1442809" y="41832"/>
                  <a:pt x="1446650" y="44717"/>
                  <a:pt x="1449200" y="48287"/>
                </a:cubicBezTo>
                <a:cubicBezTo>
                  <a:pt x="1451750" y="51856"/>
                  <a:pt x="1453534" y="56095"/>
                  <a:pt x="1454554" y="61004"/>
                </a:cubicBezTo>
                <a:cubicBezTo>
                  <a:pt x="1455192" y="64191"/>
                  <a:pt x="1455511" y="69769"/>
                  <a:pt x="1455511" y="77737"/>
                </a:cubicBezTo>
                <a:lnTo>
                  <a:pt x="1455511" y="140175"/>
                </a:lnTo>
                <a:lnTo>
                  <a:pt x="1438300" y="140175"/>
                </a:lnTo>
                <a:lnTo>
                  <a:pt x="1438300" y="78340"/>
                </a:lnTo>
                <a:cubicBezTo>
                  <a:pt x="1438300" y="71320"/>
                  <a:pt x="1437630" y="66071"/>
                  <a:pt x="1436292" y="62593"/>
                </a:cubicBezTo>
                <a:cubicBezTo>
                  <a:pt x="1434953" y="59115"/>
                  <a:pt x="1432578" y="56339"/>
                  <a:pt x="1429168" y="54266"/>
                </a:cubicBezTo>
                <a:cubicBezTo>
                  <a:pt x="1425758" y="52192"/>
                  <a:pt x="1421758" y="51155"/>
                  <a:pt x="1417168" y="51155"/>
                </a:cubicBezTo>
                <a:cubicBezTo>
                  <a:pt x="1409838" y="51155"/>
                  <a:pt x="1403511" y="53485"/>
                  <a:pt x="1398188" y="58144"/>
                </a:cubicBezTo>
                <a:cubicBezTo>
                  <a:pt x="1392866" y="62801"/>
                  <a:pt x="1390204" y="71639"/>
                  <a:pt x="1390204" y="84657"/>
                </a:cubicBezTo>
                <a:lnTo>
                  <a:pt x="1390204" y="140175"/>
                </a:lnTo>
                <a:lnTo>
                  <a:pt x="1372993" y="140175"/>
                </a:lnTo>
                <a:close/>
                <a:moveTo>
                  <a:pt x="1517001" y="124971"/>
                </a:moveTo>
                <a:lnTo>
                  <a:pt x="1519487" y="140175"/>
                </a:lnTo>
                <a:cubicBezTo>
                  <a:pt x="1514642" y="141067"/>
                  <a:pt x="1510308" y="141513"/>
                  <a:pt x="1506483" y="141513"/>
                </a:cubicBezTo>
                <a:cubicBezTo>
                  <a:pt x="1500236" y="141513"/>
                  <a:pt x="1495391" y="140525"/>
                  <a:pt x="1491949" y="138549"/>
                </a:cubicBezTo>
                <a:cubicBezTo>
                  <a:pt x="1488507" y="136573"/>
                  <a:pt x="1486085" y="133975"/>
                  <a:pt x="1484682" y="130756"/>
                </a:cubicBezTo>
                <a:cubicBezTo>
                  <a:pt x="1483280" y="127537"/>
                  <a:pt x="1482579" y="120764"/>
                  <a:pt x="1482579" y="110438"/>
                </a:cubicBezTo>
                <a:lnTo>
                  <a:pt x="1482579" y="52016"/>
                </a:lnTo>
                <a:lnTo>
                  <a:pt x="1469957" y="52016"/>
                </a:lnTo>
                <a:lnTo>
                  <a:pt x="1469957" y="38629"/>
                </a:lnTo>
                <a:lnTo>
                  <a:pt x="1482579" y="38629"/>
                </a:lnTo>
                <a:lnTo>
                  <a:pt x="1482579" y="13413"/>
                </a:lnTo>
                <a:lnTo>
                  <a:pt x="1499694" y="3060"/>
                </a:lnTo>
                <a:lnTo>
                  <a:pt x="1499694" y="38629"/>
                </a:lnTo>
                <a:lnTo>
                  <a:pt x="1517001" y="38629"/>
                </a:lnTo>
                <a:lnTo>
                  <a:pt x="1517001" y="52016"/>
                </a:lnTo>
                <a:lnTo>
                  <a:pt x="1499694" y="52016"/>
                </a:lnTo>
                <a:lnTo>
                  <a:pt x="1499694" y="111394"/>
                </a:lnTo>
                <a:cubicBezTo>
                  <a:pt x="1499694" y="116302"/>
                  <a:pt x="1499997" y="119458"/>
                  <a:pt x="1500602" y="120860"/>
                </a:cubicBezTo>
                <a:cubicBezTo>
                  <a:pt x="1501208" y="122262"/>
                  <a:pt x="1502196" y="123378"/>
                  <a:pt x="1503567" y="124206"/>
                </a:cubicBezTo>
                <a:cubicBezTo>
                  <a:pt x="1504937" y="125035"/>
                  <a:pt x="1506897" y="125449"/>
                  <a:pt x="1509447" y="125449"/>
                </a:cubicBezTo>
                <a:cubicBezTo>
                  <a:pt x="1511359" y="125449"/>
                  <a:pt x="1513877" y="125290"/>
                  <a:pt x="1517001" y="1249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RelabelRequirement">
            <a:extLst xmlns:a="http://schemas.openxmlformats.org/drawingml/2006/main">
              <a:ext uri="{FF2B5EF4-FFF2-40B4-BE49-F238E27FC236}">
                <a16:creationId xmlns:a16="http://schemas.microsoft.com/office/drawing/2014/main" id="{3F26E45A-3995-4A71-8F9A-AD39F511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941" y="2537593"/>
            <a:ext cx="1820668" cy="179186"/>
          </a:xfrm>
          <a:custGeom xmlns:a="http://schemas.openxmlformats.org/drawingml/2006/main">
            <a:pathLst>
              <a:path w="1820668" h="179186">
                <a:moveTo>
                  <a:pt x="0" y="140175"/>
                </a:moveTo>
                <a:lnTo>
                  <a:pt x="0" y="0"/>
                </a:lnTo>
                <a:lnTo>
                  <a:pt x="62151" y="0"/>
                </a:lnTo>
                <a:cubicBezTo>
                  <a:pt x="74645" y="0"/>
                  <a:pt x="84143" y="1258"/>
                  <a:pt x="90645" y="3774"/>
                </a:cubicBezTo>
                <a:cubicBezTo>
                  <a:pt x="97147" y="6288"/>
                  <a:pt x="102342" y="10728"/>
                  <a:pt x="106230" y="17095"/>
                </a:cubicBezTo>
                <a:cubicBezTo>
                  <a:pt x="110119" y="23461"/>
                  <a:pt x="112063" y="30496"/>
                  <a:pt x="112063" y="38199"/>
                </a:cubicBezTo>
                <a:cubicBezTo>
                  <a:pt x="112063" y="48131"/>
                  <a:pt x="108844" y="56504"/>
                  <a:pt x="102406" y="63316"/>
                </a:cubicBezTo>
                <a:cubicBezTo>
                  <a:pt x="95968" y="70127"/>
                  <a:pt x="86023" y="74456"/>
                  <a:pt x="72573" y="76302"/>
                </a:cubicBezTo>
                <a:cubicBezTo>
                  <a:pt x="77482" y="78665"/>
                  <a:pt x="81211" y="80996"/>
                  <a:pt x="83760" y="83294"/>
                </a:cubicBezTo>
                <a:cubicBezTo>
                  <a:pt x="89179" y="88272"/>
                  <a:pt x="94310" y="94496"/>
                  <a:pt x="99155" y="101967"/>
                </a:cubicBezTo>
                <a:lnTo>
                  <a:pt x="123537" y="140175"/>
                </a:lnTo>
                <a:lnTo>
                  <a:pt x="100207" y="140175"/>
                </a:lnTo>
                <a:lnTo>
                  <a:pt x="81657" y="110967"/>
                </a:lnTo>
                <a:cubicBezTo>
                  <a:pt x="76239" y="102540"/>
                  <a:pt x="71776" y="96093"/>
                  <a:pt x="68271" y="91625"/>
                </a:cubicBezTo>
                <a:cubicBezTo>
                  <a:pt x="64765" y="87155"/>
                  <a:pt x="61625" y="84026"/>
                  <a:pt x="58852" y="82240"/>
                </a:cubicBezTo>
                <a:cubicBezTo>
                  <a:pt x="56079" y="80451"/>
                  <a:pt x="53259" y="79205"/>
                  <a:pt x="50390" y="78502"/>
                </a:cubicBezTo>
                <a:cubicBezTo>
                  <a:pt x="48287" y="78055"/>
                  <a:pt x="44844" y="77832"/>
                  <a:pt x="40064" y="77832"/>
                </a:cubicBezTo>
                <a:lnTo>
                  <a:pt x="18550" y="77832"/>
                </a:lnTo>
                <a:lnTo>
                  <a:pt x="18550" y="140175"/>
                </a:lnTo>
                <a:lnTo>
                  <a:pt x="0" y="140175"/>
                </a:lnTo>
                <a:moveTo>
                  <a:pt x="18550" y="61769"/>
                </a:moveTo>
                <a:lnTo>
                  <a:pt x="58422" y="61769"/>
                </a:lnTo>
                <a:cubicBezTo>
                  <a:pt x="66900" y="61769"/>
                  <a:pt x="73529" y="60894"/>
                  <a:pt x="78310" y="59145"/>
                </a:cubicBezTo>
                <a:cubicBezTo>
                  <a:pt x="83091" y="57396"/>
                  <a:pt x="86725" y="54597"/>
                  <a:pt x="89211" y="50749"/>
                </a:cubicBezTo>
                <a:cubicBezTo>
                  <a:pt x="91697" y="46900"/>
                  <a:pt x="92940" y="42717"/>
                  <a:pt x="92940" y="38199"/>
                </a:cubicBezTo>
                <a:cubicBezTo>
                  <a:pt x="92940" y="31583"/>
                  <a:pt x="90533" y="26145"/>
                  <a:pt x="85721" y="21884"/>
                </a:cubicBezTo>
                <a:cubicBezTo>
                  <a:pt x="80908" y="17621"/>
                  <a:pt x="73306" y="15490"/>
                  <a:pt x="62916" y="15490"/>
                </a:cubicBezTo>
                <a:lnTo>
                  <a:pt x="18550" y="15490"/>
                </a:lnTo>
                <a:lnTo>
                  <a:pt x="18550" y="61769"/>
                </a:lnTo>
                <a:close/>
                <a:moveTo>
                  <a:pt x="207512" y="107474"/>
                </a:moveTo>
                <a:lnTo>
                  <a:pt x="225296" y="109673"/>
                </a:lnTo>
                <a:cubicBezTo>
                  <a:pt x="222492" y="120063"/>
                  <a:pt x="217297" y="128127"/>
                  <a:pt x="209711" y="133864"/>
                </a:cubicBezTo>
                <a:cubicBezTo>
                  <a:pt x="202125" y="139601"/>
                  <a:pt x="192436" y="142469"/>
                  <a:pt x="180643" y="142469"/>
                </a:cubicBezTo>
                <a:cubicBezTo>
                  <a:pt x="165791" y="142469"/>
                  <a:pt x="154014" y="137896"/>
                  <a:pt x="145313" y="128748"/>
                </a:cubicBezTo>
                <a:cubicBezTo>
                  <a:pt x="136612" y="119601"/>
                  <a:pt x="132261" y="106772"/>
                  <a:pt x="132261" y="90262"/>
                </a:cubicBezTo>
                <a:cubicBezTo>
                  <a:pt x="132261" y="73179"/>
                  <a:pt x="136660" y="59920"/>
                  <a:pt x="145456" y="50486"/>
                </a:cubicBezTo>
                <a:cubicBezTo>
                  <a:pt x="154253" y="41052"/>
                  <a:pt x="165663" y="36334"/>
                  <a:pt x="179687" y="36334"/>
                </a:cubicBezTo>
                <a:cubicBezTo>
                  <a:pt x="193265" y="36334"/>
                  <a:pt x="204356" y="40949"/>
                  <a:pt x="212962" y="50178"/>
                </a:cubicBezTo>
                <a:cubicBezTo>
                  <a:pt x="221567" y="59405"/>
                  <a:pt x="225870" y="72387"/>
                  <a:pt x="225870" y="89124"/>
                </a:cubicBezTo>
                <a:cubicBezTo>
                  <a:pt x="225870" y="90142"/>
                  <a:pt x="225838" y="91669"/>
                  <a:pt x="225775" y="93705"/>
                </a:cubicBezTo>
                <a:lnTo>
                  <a:pt x="150046" y="93705"/>
                </a:lnTo>
                <a:cubicBezTo>
                  <a:pt x="150683" y="104828"/>
                  <a:pt x="153839" y="113346"/>
                  <a:pt x="159512" y="119258"/>
                </a:cubicBezTo>
                <a:cubicBezTo>
                  <a:pt x="165185" y="125171"/>
                  <a:pt x="172261" y="128127"/>
                  <a:pt x="180739" y="128127"/>
                </a:cubicBezTo>
                <a:cubicBezTo>
                  <a:pt x="187050" y="128127"/>
                  <a:pt x="192436" y="126485"/>
                  <a:pt x="196898" y="123202"/>
                </a:cubicBezTo>
                <a:cubicBezTo>
                  <a:pt x="201360" y="119918"/>
                  <a:pt x="204898" y="114675"/>
                  <a:pt x="207512" y="107474"/>
                </a:cubicBezTo>
                <a:moveTo>
                  <a:pt x="151002" y="79362"/>
                </a:moveTo>
                <a:lnTo>
                  <a:pt x="207703" y="79362"/>
                </a:lnTo>
                <a:cubicBezTo>
                  <a:pt x="206938" y="70960"/>
                  <a:pt x="204771" y="64658"/>
                  <a:pt x="201201" y="60457"/>
                </a:cubicBezTo>
                <a:cubicBezTo>
                  <a:pt x="195719" y="53937"/>
                  <a:pt x="188611" y="50677"/>
                  <a:pt x="179878" y="50677"/>
                </a:cubicBezTo>
                <a:cubicBezTo>
                  <a:pt x="171974" y="50677"/>
                  <a:pt x="165329" y="53280"/>
                  <a:pt x="159942" y="58485"/>
                </a:cubicBezTo>
                <a:cubicBezTo>
                  <a:pt x="154556" y="63688"/>
                  <a:pt x="151576" y="70647"/>
                  <a:pt x="151002" y="79362"/>
                </a:cubicBezTo>
                <a:close/>
                <a:moveTo>
                  <a:pt x="246102" y="140175"/>
                </a:moveTo>
                <a:lnTo>
                  <a:pt x="246102" y="0"/>
                </a:lnTo>
                <a:lnTo>
                  <a:pt x="263313" y="0"/>
                </a:lnTo>
                <a:lnTo>
                  <a:pt x="263313" y="140175"/>
                </a:lnTo>
                <a:lnTo>
                  <a:pt x="246102" y="140175"/>
                </a:lnTo>
                <a:close/>
                <a:moveTo>
                  <a:pt x="355319" y="127637"/>
                </a:moveTo>
                <a:cubicBezTo>
                  <a:pt x="348945" y="133059"/>
                  <a:pt x="342809" y="136887"/>
                  <a:pt x="336913" y="139120"/>
                </a:cubicBezTo>
                <a:cubicBezTo>
                  <a:pt x="331016" y="141353"/>
                  <a:pt x="324690" y="142469"/>
                  <a:pt x="317933" y="142469"/>
                </a:cubicBezTo>
                <a:cubicBezTo>
                  <a:pt x="306777" y="142469"/>
                  <a:pt x="298204" y="139742"/>
                  <a:pt x="292212" y="134288"/>
                </a:cubicBezTo>
                <a:cubicBezTo>
                  <a:pt x="286220" y="128834"/>
                  <a:pt x="283224" y="121865"/>
                  <a:pt x="283224" y="113381"/>
                </a:cubicBezTo>
                <a:cubicBezTo>
                  <a:pt x="283224" y="108407"/>
                  <a:pt x="284355" y="103863"/>
                  <a:pt x="286618" y="99749"/>
                </a:cubicBezTo>
                <a:cubicBezTo>
                  <a:pt x="288881" y="95634"/>
                  <a:pt x="291845" y="92332"/>
                  <a:pt x="295511" y="89844"/>
                </a:cubicBezTo>
                <a:cubicBezTo>
                  <a:pt x="299176" y="87356"/>
                  <a:pt x="303303" y="85475"/>
                  <a:pt x="307893" y="84200"/>
                </a:cubicBezTo>
                <a:cubicBezTo>
                  <a:pt x="311271" y="83305"/>
                  <a:pt x="316371" y="82444"/>
                  <a:pt x="323192" y="81615"/>
                </a:cubicBezTo>
                <a:cubicBezTo>
                  <a:pt x="337088" y="79970"/>
                  <a:pt x="347319" y="78008"/>
                  <a:pt x="353885" y="75729"/>
                </a:cubicBezTo>
                <a:cubicBezTo>
                  <a:pt x="353949" y="73380"/>
                  <a:pt x="353980" y="71888"/>
                  <a:pt x="353980" y="71253"/>
                </a:cubicBezTo>
                <a:cubicBezTo>
                  <a:pt x="353980" y="64267"/>
                  <a:pt x="352355" y="59345"/>
                  <a:pt x="349104" y="56489"/>
                </a:cubicBezTo>
                <a:cubicBezTo>
                  <a:pt x="344706" y="52614"/>
                  <a:pt x="338172" y="50677"/>
                  <a:pt x="329502" y="50677"/>
                </a:cubicBezTo>
                <a:cubicBezTo>
                  <a:pt x="321407" y="50677"/>
                  <a:pt x="315431" y="52095"/>
                  <a:pt x="311574" y="54932"/>
                </a:cubicBezTo>
                <a:cubicBezTo>
                  <a:pt x="307718" y="57769"/>
                  <a:pt x="304865" y="62788"/>
                  <a:pt x="303017" y="69992"/>
                </a:cubicBezTo>
                <a:lnTo>
                  <a:pt x="286188" y="67697"/>
                </a:lnTo>
                <a:cubicBezTo>
                  <a:pt x="287718" y="60472"/>
                  <a:pt x="290236" y="54637"/>
                  <a:pt x="293742" y="50193"/>
                </a:cubicBezTo>
                <a:cubicBezTo>
                  <a:pt x="297248" y="45749"/>
                  <a:pt x="302315" y="42328"/>
                  <a:pt x="308945" y="39932"/>
                </a:cubicBezTo>
                <a:cubicBezTo>
                  <a:pt x="315574" y="37534"/>
                  <a:pt x="323255" y="36334"/>
                  <a:pt x="331988" y="36334"/>
                </a:cubicBezTo>
                <a:cubicBezTo>
                  <a:pt x="340658" y="36334"/>
                  <a:pt x="347702" y="37354"/>
                  <a:pt x="353120" y="39394"/>
                </a:cubicBezTo>
                <a:cubicBezTo>
                  <a:pt x="358538" y="41434"/>
                  <a:pt x="362522" y="44000"/>
                  <a:pt x="365072" y="47091"/>
                </a:cubicBezTo>
                <a:cubicBezTo>
                  <a:pt x="367622" y="50183"/>
                  <a:pt x="369407" y="54087"/>
                  <a:pt x="370427" y="58804"/>
                </a:cubicBezTo>
                <a:cubicBezTo>
                  <a:pt x="371000" y="61737"/>
                  <a:pt x="371287" y="67028"/>
                  <a:pt x="371287" y="74677"/>
                </a:cubicBezTo>
                <a:lnTo>
                  <a:pt x="371287" y="97625"/>
                </a:lnTo>
                <a:cubicBezTo>
                  <a:pt x="371287" y="113625"/>
                  <a:pt x="371654" y="123744"/>
                  <a:pt x="372387" y="127983"/>
                </a:cubicBezTo>
                <a:cubicBezTo>
                  <a:pt x="373120" y="132222"/>
                  <a:pt x="374570" y="136286"/>
                  <a:pt x="376737" y="140175"/>
                </a:cubicBezTo>
                <a:lnTo>
                  <a:pt x="358761" y="140175"/>
                </a:lnTo>
                <a:cubicBezTo>
                  <a:pt x="356976" y="136601"/>
                  <a:pt x="355829" y="132422"/>
                  <a:pt x="355319" y="127637"/>
                </a:cubicBezTo>
                <a:moveTo>
                  <a:pt x="353885" y="89115"/>
                </a:moveTo>
                <a:cubicBezTo>
                  <a:pt x="347638" y="91687"/>
                  <a:pt x="338267" y="93872"/>
                  <a:pt x="325773" y="95671"/>
                </a:cubicBezTo>
                <a:cubicBezTo>
                  <a:pt x="318698" y="96695"/>
                  <a:pt x="313694" y="97847"/>
                  <a:pt x="310762" y="99128"/>
                </a:cubicBezTo>
                <a:cubicBezTo>
                  <a:pt x="307829" y="100407"/>
                  <a:pt x="305566" y="102279"/>
                  <a:pt x="303973" y="104745"/>
                </a:cubicBezTo>
                <a:cubicBezTo>
                  <a:pt x="302379" y="107210"/>
                  <a:pt x="301582" y="109946"/>
                  <a:pt x="301582" y="112954"/>
                </a:cubicBezTo>
                <a:cubicBezTo>
                  <a:pt x="301582" y="117561"/>
                  <a:pt x="303319" y="121402"/>
                  <a:pt x="306793" y="124475"/>
                </a:cubicBezTo>
                <a:cubicBezTo>
                  <a:pt x="310267" y="127547"/>
                  <a:pt x="315351" y="129083"/>
                  <a:pt x="322044" y="129083"/>
                </a:cubicBezTo>
                <a:cubicBezTo>
                  <a:pt x="328674" y="129083"/>
                  <a:pt x="334570" y="127626"/>
                  <a:pt x="339733" y="124711"/>
                </a:cubicBezTo>
                <a:cubicBezTo>
                  <a:pt x="344897" y="121797"/>
                  <a:pt x="348690" y="117810"/>
                  <a:pt x="351112" y="112750"/>
                </a:cubicBezTo>
                <a:cubicBezTo>
                  <a:pt x="352960" y="108842"/>
                  <a:pt x="353885" y="103077"/>
                  <a:pt x="353885" y="95456"/>
                </a:cubicBezTo>
                <a:lnTo>
                  <a:pt x="353885" y="89115"/>
                </a:lnTo>
                <a:close/>
                <a:moveTo>
                  <a:pt x="413415" y="140175"/>
                </a:moveTo>
                <a:lnTo>
                  <a:pt x="397447" y="140175"/>
                </a:lnTo>
                <a:lnTo>
                  <a:pt x="397447" y="0"/>
                </a:lnTo>
                <a:lnTo>
                  <a:pt x="414658" y="0"/>
                </a:lnTo>
                <a:lnTo>
                  <a:pt x="414658" y="50193"/>
                </a:lnTo>
                <a:cubicBezTo>
                  <a:pt x="421925" y="40954"/>
                  <a:pt x="431200" y="36334"/>
                  <a:pt x="442483" y="36334"/>
                </a:cubicBezTo>
                <a:cubicBezTo>
                  <a:pt x="448730" y="36334"/>
                  <a:pt x="454642" y="37593"/>
                  <a:pt x="460220" y="40111"/>
                </a:cubicBezTo>
                <a:cubicBezTo>
                  <a:pt x="465797" y="42629"/>
                  <a:pt x="470387" y="46167"/>
                  <a:pt x="473989" y="50725"/>
                </a:cubicBezTo>
                <a:cubicBezTo>
                  <a:pt x="477590" y="55283"/>
                  <a:pt x="480411" y="60781"/>
                  <a:pt x="482451" y="67219"/>
                </a:cubicBezTo>
                <a:cubicBezTo>
                  <a:pt x="484491" y="73657"/>
                  <a:pt x="485511" y="80541"/>
                  <a:pt x="485511" y="87872"/>
                </a:cubicBezTo>
                <a:cubicBezTo>
                  <a:pt x="485511" y="105274"/>
                  <a:pt x="481208" y="118724"/>
                  <a:pt x="472602" y="128222"/>
                </a:cubicBezTo>
                <a:cubicBezTo>
                  <a:pt x="463997" y="137720"/>
                  <a:pt x="453670" y="142469"/>
                  <a:pt x="441622" y="142469"/>
                </a:cubicBezTo>
                <a:cubicBezTo>
                  <a:pt x="429638" y="142469"/>
                  <a:pt x="420236" y="137402"/>
                  <a:pt x="413415" y="127266"/>
                </a:cubicBezTo>
                <a:lnTo>
                  <a:pt x="413415" y="140175"/>
                </a:lnTo>
                <a:moveTo>
                  <a:pt x="413224" y="88640"/>
                </a:moveTo>
                <a:cubicBezTo>
                  <a:pt x="413224" y="100755"/>
                  <a:pt x="414881" y="109509"/>
                  <a:pt x="418196" y="114902"/>
                </a:cubicBezTo>
                <a:cubicBezTo>
                  <a:pt x="423614" y="123718"/>
                  <a:pt x="430945" y="128127"/>
                  <a:pt x="440188" y="128127"/>
                </a:cubicBezTo>
                <a:cubicBezTo>
                  <a:pt x="447710" y="128127"/>
                  <a:pt x="454212" y="124876"/>
                  <a:pt x="459694" y="118374"/>
                </a:cubicBezTo>
                <a:cubicBezTo>
                  <a:pt x="465176" y="111872"/>
                  <a:pt x="467917" y="102183"/>
                  <a:pt x="467917" y="89306"/>
                </a:cubicBezTo>
                <a:cubicBezTo>
                  <a:pt x="467917" y="76113"/>
                  <a:pt x="465288" y="66377"/>
                  <a:pt x="460029" y="60098"/>
                </a:cubicBezTo>
                <a:cubicBezTo>
                  <a:pt x="454770" y="53817"/>
                  <a:pt x="448411" y="50677"/>
                  <a:pt x="440953" y="50677"/>
                </a:cubicBezTo>
                <a:cubicBezTo>
                  <a:pt x="433431" y="50677"/>
                  <a:pt x="426929" y="53928"/>
                  <a:pt x="421447" y="60430"/>
                </a:cubicBezTo>
                <a:cubicBezTo>
                  <a:pt x="415965" y="66932"/>
                  <a:pt x="413224" y="76335"/>
                  <a:pt x="413224" y="88640"/>
                </a:cubicBezTo>
                <a:close/>
                <a:moveTo>
                  <a:pt x="575543" y="107474"/>
                </a:moveTo>
                <a:lnTo>
                  <a:pt x="593327" y="109673"/>
                </a:lnTo>
                <a:cubicBezTo>
                  <a:pt x="590523" y="120063"/>
                  <a:pt x="585327" y="128127"/>
                  <a:pt x="577742" y="133864"/>
                </a:cubicBezTo>
                <a:cubicBezTo>
                  <a:pt x="570156" y="139601"/>
                  <a:pt x="560467" y="142469"/>
                  <a:pt x="548674" y="142469"/>
                </a:cubicBezTo>
                <a:cubicBezTo>
                  <a:pt x="533822" y="142469"/>
                  <a:pt x="522045" y="137896"/>
                  <a:pt x="513344" y="128748"/>
                </a:cubicBezTo>
                <a:cubicBezTo>
                  <a:pt x="504643" y="119601"/>
                  <a:pt x="500292" y="106772"/>
                  <a:pt x="500292" y="90262"/>
                </a:cubicBezTo>
                <a:cubicBezTo>
                  <a:pt x="500292" y="73179"/>
                  <a:pt x="504690" y="59920"/>
                  <a:pt x="513487" y="50486"/>
                </a:cubicBezTo>
                <a:cubicBezTo>
                  <a:pt x="522284" y="41052"/>
                  <a:pt x="533694" y="36334"/>
                  <a:pt x="547718" y="36334"/>
                </a:cubicBezTo>
                <a:cubicBezTo>
                  <a:pt x="561296" y="36334"/>
                  <a:pt x="572387" y="40949"/>
                  <a:pt x="580993" y="50178"/>
                </a:cubicBezTo>
                <a:cubicBezTo>
                  <a:pt x="589598" y="59405"/>
                  <a:pt x="593901" y="72387"/>
                  <a:pt x="593901" y="89124"/>
                </a:cubicBezTo>
                <a:cubicBezTo>
                  <a:pt x="593901" y="90142"/>
                  <a:pt x="593869" y="91669"/>
                  <a:pt x="593805" y="93705"/>
                </a:cubicBezTo>
                <a:lnTo>
                  <a:pt x="518077" y="93705"/>
                </a:lnTo>
                <a:cubicBezTo>
                  <a:pt x="518714" y="104828"/>
                  <a:pt x="521870" y="113346"/>
                  <a:pt x="527543" y="119258"/>
                </a:cubicBezTo>
                <a:cubicBezTo>
                  <a:pt x="533216" y="125171"/>
                  <a:pt x="540292" y="128127"/>
                  <a:pt x="548770" y="128127"/>
                </a:cubicBezTo>
                <a:cubicBezTo>
                  <a:pt x="555081" y="128127"/>
                  <a:pt x="560467" y="126485"/>
                  <a:pt x="564929" y="123202"/>
                </a:cubicBezTo>
                <a:cubicBezTo>
                  <a:pt x="569391" y="119918"/>
                  <a:pt x="572929" y="114675"/>
                  <a:pt x="575543" y="107474"/>
                </a:cubicBezTo>
                <a:moveTo>
                  <a:pt x="519033" y="79362"/>
                </a:moveTo>
                <a:lnTo>
                  <a:pt x="575734" y="79362"/>
                </a:lnTo>
                <a:cubicBezTo>
                  <a:pt x="574969" y="70960"/>
                  <a:pt x="572802" y="64658"/>
                  <a:pt x="569232" y="60457"/>
                </a:cubicBezTo>
                <a:cubicBezTo>
                  <a:pt x="563750" y="53937"/>
                  <a:pt x="556642" y="50677"/>
                  <a:pt x="547909" y="50677"/>
                </a:cubicBezTo>
                <a:cubicBezTo>
                  <a:pt x="540005" y="50677"/>
                  <a:pt x="533360" y="53280"/>
                  <a:pt x="527973" y="58485"/>
                </a:cubicBezTo>
                <a:cubicBezTo>
                  <a:pt x="522587" y="63688"/>
                  <a:pt x="519607" y="70647"/>
                  <a:pt x="519033" y="79362"/>
                </a:cubicBezTo>
                <a:close/>
                <a:moveTo>
                  <a:pt x="614133" y="140175"/>
                </a:moveTo>
                <a:lnTo>
                  <a:pt x="614133" y="0"/>
                </a:lnTo>
                <a:lnTo>
                  <a:pt x="631344" y="0"/>
                </a:lnTo>
                <a:lnTo>
                  <a:pt x="631344" y="140175"/>
                </a:lnTo>
                <a:lnTo>
                  <a:pt x="614133" y="140175"/>
                </a:lnTo>
                <a:close/>
                <a:moveTo>
                  <a:pt x="717028" y="140175"/>
                </a:moveTo>
                <a:lnTo>
                  <a:pt x="717028" y="0"/>
                </a:lnTo>
                <a:lnTo>
                  <a:pt x="779179" y="0"/>
                </a:lnTo>
                <a:cubicBezTo>
                  <a:pt x="791673" y="0"/>
                  <a:pt x="801171" y="1258"/>
                  <a:pt x="807673" y="3774"/>
                </a:cubicBezTo>
                <a:cubicBezTo>
                  <a:pt x="814175" y="6288"/>
                  <a:pt x="819370" y="10728"/>
                  <a:pt x="823258" y="17095"/>
                </a:cubicBezTo>
                <a:cubicBezTo>
                  <a:pt x="827147" y="23461"/>
                  <a:pt x="829091" y="30496"/>
                  <a:pt x="829091" y="38199"/>
                </a:cubicBezTo>
                <a:cubicBezTo>
                  <a:pt x="829091" y="48131"/>
                  <a:pt x="825872" y="56504"/>
                  <a:pt x="819433" y="63316"/>
                </a:cubicBezTo>
                <a:cubicBezTo>
                  <a:pt x="812995" y="70127"/>
                  <a:pt x="803051" y="74456"/>
                  <a:pt x="789601" y="76302"/>
                </a:cubicBezTo>
                <a:cubicBezTo>
                  <a:pt x="794509" y="78665"/>
                  <a:pt x="798238" y="80996"/>
                  <a:pt x="800788" y="83294"/>
                </a:cubicBezTo>
                <a:cubicBezTo>
                  <a:pt x="806206" y="88272"/>
                  <a:pt x="811338" y="94496"/>
                  <a:pt x="816183" y="101967"/>
                </a:cubicBezTo>
                <a:lnTo>
                  <a:pt x="840565" y="140175"/>
                </a:lnTo>
                <a:lnTo>
                  <a:pt x="817234" y="140175"/>
                </a:lnTo>
                <a:lnTo>
                  <a:pt x="798685" y="110967"/>
                </a:lnTo>
                <a:cubicBezTo>
                  <a:pt x="793266" y="102540"/>
                  <a:pt x="788804" y="96093"/>
                  <a:pt x="785298" y="91625"/>
                </a:cubicBezTo>
                <a:cubicBezTo>
                  <a:pt x="781792" y="87155"/>
                  <a:pt x="778653" y="84026"/>
                  <a:pt x="775880" y="82240"/>
                </a:cubicBezTo>
                <a:cubicBezTo>
                  <a:pt x="773107" y="80451"/>
                  <a:pt x="770286" y="79205"/>
                  <a:pt x="767418" y="78502"/>
                </a:cubicBezTo>
                <a:cubicBezTo>
                  <a:pt x="765314" y="78055"/>
                  <a:pt x="761872" y="77832"/>
                  <a:pt x="757091" y="77832"/>
                </a:cubicBezTo>
                <a:lnTo>
                  <a:pt x="735577" y="77832"/>
                </a:lnTo>
                <a:lnTo>
                  <a:pt x="735577" y="140175"/>
                </a:lnTo>
                <a:lnTo>
                  <a:pt x="717028" y="140175"/>
                </a:lnTo>
                <a:moveTo>
                  <a:pt x="735577" y="61769"/>
                </a:moveTo>
                <a:lnTo>
                  <a:pt x="775450" y="61769"/>
                </a:lnTo>
                <a:cubicBezTo>
                  <a:pt x="783928" y="61769"/>
                  <a:pt x="790557" y="60894"/>
                  <a:pt x="795338" y="59145"/>
                </a:cubicBezTo>
                <a:cubicBezTo>
                  <a:pt x="800119" y="57396"/>
                  <a:pt x="803752" y="54597"/>
                  <a:pt x="806238" y="50749"/>
                </a:cubicBezTo>
                <a:cubicBezTo>
                  <a:pt x="808724" y="46900"/>
                  <a:pt x="809967" y="42717"/>
                  <a:pt x="809967" y="38199"/>
                </a:cubicBezTo>
                <a:cubicBezTo>
                  <a:pt x="809967" y="31583"/>
                  <a:pt x="807561" y="26145"/>
                  <a:pt x="802748" y="21884"/>
                </a:cubicBezTo>
                <a:cubicBezTo>
                  <a:pt x="797936" y="17621"/>
                  <a:pt x="790334" y="15490"/>
                  <a:pt x="779944" y="15490"/>
                </a:cubicBezTo>
                <a:lnTo>
                  <a:pt x="735577" y="15490"/>
                </a:lnTo>
                <a:lnTo>
                  <a:pt x="735577" y="61769"/>
                </a:lnTo>
                <a:close/>
                <a:moveTo>
                  <a:pt x="924539" y="107474"/>
                </a:moveTo>
                <a:lnTo>
                  <a:pt x="942324" y="109673"/>
                </a:lnTo>
                <a:cubicBezTo>
                  <a:pt x="939519" y="120063"/>
                  <a:pt x="934324" y="128127"/>
                  <a:pt x="926738" y="133864"/>
                </a:cubicBezTo>
                <a:cubicBezTo>
                  <a:pt x="919152" y="139601"/>
                  <a:pt x="909463" y="142469"/>
                  <a:pt x="897670" y="142469"/>
                </a:cubicBezTo>
                <a:cubicBezTo>
                  <a:pt x="882818" y="142469"/>
                  <a:pt x="871041" y="137896"/>
                  <a:pt x="862340" y="128748"/>
                </a:cubicBezTo>
                <a:cubicBezTo>
                  <a:pt x="853639" y="119601"/>
                  <a:pt x="849288" y="106772"/>
                  <a:pt x="849288" y="90262"/>
                </a:cubicBezTo>
                <a:cubicBezTo>
                  <a:pt x="849288" y="73179"/>
                  <a:pt x="853687" y="59920"/>
                  <a:pt x="862483" y="50486"/>
                </a:cubicBezTo>
                <a:cubicBezTo>
                  <a:pt x="871280" y="41052"/>
                  <a:pt x="882690" y="36334"/>
                  <a:pt x="896714" y="36334"/>
                </a:cubicBezTo>
                <a:cubicBezTo>
                  <a:pt x="910292" y="36334"/>
                  <a:pt x="921383" y="40949"/>
                  <a:pt x="929989" y="50178"/>
                </a:cubicBezTo>
                <a:cubicBezTo>
                  <a:pt x="938594" y="59405"/>
                  <a:pt x="942897" y="72387"/>
                  <a:pt x="942897" y="89124"/>
                </a:cubicBezTo>
                <a:cubicBezTo>
                  <a:pt x="942897" y="90142"/>
                  <a:pt x="942865" y="91669"/>
                  <a:pt x="942802" y="93705"/>
                </a:cubicBezTo>
                <a:lnTo>
                  <a:pt x="867073" y="93705"/>
                </a:lnTo>
                <a:cubicBezTo>
                  <a:pt x="867710" y="104828"/>
                  <a:pt x="870866" y="113346"/>
                  <a:pt x="876539" y="119258"/>
                </a:cubicBezTo>
                <a:cubicBezTo>
                  <a:pt x="882212" y="125171"/>
                  <a:pt x="889288" y="128127"/>
                  <a:pt x="897766" y="128127"/>
                </a:cubicBezTo>
                <a:cubicBezTo>
                  <a:pt x="904077" y="128127"/>
                  <a:pt x="909463" y="126485"/>
                  <a:pt x="913925" y="123202"/>
                </a:cubicBezTo>
                <a:cubicBezTo>
                  <a:pt x="918387" y="119918"/>
                  <a:pt x="921925" y="114675"/>
                  <a:pt x="924539" y="107474"/>
                </a:cubicBezTo>
                <a:moveTo>
                  <a:pt x="868029" y="79362"/>
                </a:moveTo>
                <a:lnTo>
                  <a:pt x="924730" y="79362"/>
                </a:lnTo>
                <a:cubicBezTo>
                  <a:pt x="923965" y="70960"/>
                  <a:pt x="921798" y="64658"/>
                  <a:pt x="918228" y="60457"/>
                </a:cubicBezTo>
                <a:cubicBezTo>
                  <a:pt x="912746" y="53937"/>
                  <a:pt x="905638" y="50677"/>
                  <a:pt x="896905" y="50677"/>
                </a:cubicBezTo>
                <a:cubicBezTo>
                  <a:pt x="889001" y="50677"/>
                  <a:pt x="882356" y="53280"/>
                  <a:pt x="876969" y="58485"/>
                </a:cubicBezTo>
                <a:cubicBezTo>
                  <a:pt x="871583" y="63688"/>
                  <a:pt x="868603" y="70647"/>
                  <a:pt x="868029" y="79362"/>
                </a:cubicBezTo>
                <a:close/>
                <a:moveTo>
                  <a:pt x="1028244" y="179186"/>
                </a:moveTo>
                <a:lnTo>
                  <a:pt x="1028244" y="129194"/>
                </a:lnTo>
                <a:cubicBezTo>
                  <a:pt x="1025567" y="133004"/>
                  <a:pt x="1021822" y="136170"/>
                  <a:pt x="1017009" y="138689"/>
                </a:cubicBezTo>
                <a:cubicBezTo>
                  <a:pt x="1012196" y="141209"/>
                  <a:pt x="1007081" y="142469"/>
                  <a:pt x="1001663" y="142469"/>
                </a:cubicBezTo>
                <a:cubicBezTo>
                  <a:pt x="989615" y="142469"/>
                  <a:pt x="979240" y="137657"/>
                  <a:pt x="970539" y="128031"/>
                </a:cubicBezTo>
                <a:cubicBezTo>
                  <a:pt x="961838" y="118406"/>
                  <a:pt x="957487" y="105211"/>
                  <a:pt x="957487" y="88446"/>
                </a:cubicBezTo>
                <a:cubicBezTo>
                  <a:pt x="957487" y="78247"/>
                  <a:pt x="959256" y="69099"/>
                  <a:pt x="962794" y="61004"/>
                </a:cubicBezTo>
                <a:cubicBezTo>
                  <a:pt x="966332" y="52908"/>
                  <a:pt x="971463" y="46773"/>
                  <a:pt x="978189" y="42597"/>
                </a:cubicBezTo>
                <a:cubicBezTo>
                  <a:pt x="984914" y="38422"/>
                  <a:pt x="992292" y="36334"/>
                  <a:pt x="1000324" y="36334"/>
                </a:cubicBezTo>
                <a:cubicBezTo>
                  <a:pt x="1012882" y="36334"/>
                  <a:pt x="1022762" y="41562"/>
                  <a:pt x="1029965" y="52016"/>
                </a:cubicBezTo>
                <a:lnTo>
                  <a:pt x="1029965" y="38629"/>
                </a:lnTo>
                <a:lnTo>
                  <a:pt x="1045455" y="38629"/>
                </a:lnTo>
                <a:lnTo>
                  <a:pt x="1045455" y="179186"/>
                </a:lnTo>
                <a:lnTo>
                  <a:pt x="1028244" y="179186"/>
                </a:lnTo>
                <a:moveTo>
                  <a:pt x="975177" y="88924"/>
                </a:moveTo>
                <a:cubicBezTo>
                  <a:pt x="975177" y="101991"/>
                  <a:pt x="977918" y="111792"/>
                  <a:pt x="983400" y="118326"/>
                </a:cubicBezTo>
                <a:cubicBezTo>
                  <a:pt x="988882" y="124860"/>
                  <a:pt x="995447" y="128127"/>
                  <a:pt x="1003097" y="128127"/>
                </a:cubicBezTo>
                <a:cubicBezTo>
                  <a:pt x="1010427" y="128127"/>
                  <a:pt x="1016738" y="125019"/>
                  <a:pt x="1022029" y="118804"/>
                </a:cubicBezTo>
                <a:cubicBezTo>
                  <a:pt x="1027320" y="112589"/>
                  <a:pt x="1029965" y="103139"/>
                  <a:pt x="1029965" y="90454"/>
                </a:cubicBezTo>
                <a:cubicBezTo>
                  <a:pt x="1029965" y="76940"/>
                  <a:pt x="1027176" y="66773"/>
                  <a:pt x="1021599" y="59952"/>
                </a:cubicBezTo>
                <a:cubicBezTo>
                  <a:pt x="1016021" y="53131"/>
                  <a:pt x="1009471" y="49721"/>
                  <a:pt x="1001949" y="49721"/>
                </a:cubicBezTo>
                <a:cubicBezTo>
                  <a:pt x="994491" y="49721"/>
                  <a:pt x="988165" y="52892"/>
                  <a:pt x="982969" y="59235"/>
                </a:cubicBezTo>
                <a:cubicBezTo>
                  <a:pt x="977774" y="65577"/>
                  <a:pt x="975177" y="75474"/>
                  <a:pt x="975177" y="88924"/>
                </a:cubicBezTo>
                <a:close/>
                <a:moveTo>
                  <a:pt x="1140740" y="140175"/>
                </a:moveTo>
                <a:lnTo>
                  <a:pt x="1140740" y="125258"/>
                </a:lnTo>
                <a:cubicBezTo>
                  <a:pt x="1132836" y="136732"/>
                  <a:pt x="1122095" y="142469"/>
                  <a:pt x="1108517" y="142469"/>
                </a:cubicBezTo>
                <a:cubicBezTo>
                  <a:pt x="1102525" y="142469"/>
                  <a:pt x="1096932" y="141322"/>
                  <a:pt x="1091737" y="139027"/>
                </a:cubicBezTo>
                <a:cubicBezTo>
                  <a:pt x="1086541" y="136732"/>
                  <a:pt x="1082685" y="133848"/>
                  <a:pt x="1080167" y="130374"/>
                </a:cubicBezTo>
                <a:cubicBezTo>
                  <a:pt x="1077649" y="126900"/>
                  <a:pt x="1075880" y="122645"/>
                  <a:pt x="1074860" y="117609"/>
                </a:cubicBezTo>
                <a:cubicBezTo>
                  <a:pt x="1074159" y="114230"/>
                  <a:pt x="1073808" y="108876"/>
                  <a:pt x="1073808" y="101545"/>
                </a:cubicBezTo>
                <a:lnTo>
                  <a:pt x="1073808" y="38629"/>
                </a:lnTo>
                <a:lnTo>
                  <a:pt x="1091019" y="38629"/>
                </a:lnTo>
                <a:lnTo>
                  <a:pt x="1091019" y="94948"/>
                </a:lnTo>
                <a:cubicBezTo>
                  <a:pt x="1091019" y="103936"/>
                  <a:pt x="1091370" y="109991"/>
                  <a:pt x="1092071" y="113115"/>
                </a:cubicBezTo>
                <a:cubicBezTo>
                  <a:pt x="1093155" y="117641"/>
                  <a:pt x="1095450" y="121195"/>
                  <a:pt x="1098956" y="123776"/>
                </a:cubicBezTo>
                <a:cubicBezTo>
                  <a:pt x="1102462" y="126358"/>
                  <a:pt x="1106796" y="127649"/>
                  <a:pt x="1111960" y="127649"/>
                </a:cubicBezTo>
                <a:cubicBezTo>
                  <a:pt x="1117123" y="127649"/>
                  <a:pt x="1121967" y="126326"/>
                  <a:pt x="1126493" y="123681"/>
                </a:cubicBezTo>
                <a:cubicBezTo>
                  <a:pt x="1131019" y="121035"/>
                  <a:pt x="1134222" y="117434"/>
                  <a:pt x="1136103" y="112876"/>
                </a:cubicBezTo>
                <a:cubicBezTo>
                  <a:pt x="1137983" y="108318"/>
                  <a:pt x="1138924" y="101705"/>
                  <a:pt x="1138924" y="93035"/>
                </a:cubicBezTo>
                <a:lnTo>
                  <a:pt x="1138924" y="38629"/>
                </a:lnTo>
                <a:lnTo>
                  <a:pt x="1156135" y="38629"/>
                </a:lnTo>
                <a:lnTo>
                  <a:pt x="1156135" y="140175"/>
                </a:lnTo>
                <a:lnTo>
                  <a:pt x="1140740" y="140175"/>
                </a:lnTo>
                <a:close/>
                <a:moveTo>
                  <a:pt x="1182773" y="19888"/>
                </a:moveTo>
                <a:lnTo>
                  <a:pt x="1182773" y="0"/>
                </a:lnTo>
                <a:lnTo>
                  <a:pt x="1199984" y="0"/>
                </a:lnTo>
                <a:lnTo>
                  <a:pt x="1199984" y="19888"/>
                </a:lnTo>
                <a:lnTo>
                  <a:pt x="1182773" y="19888"/>
                </a:lnTo>
                <a:moveTo>
                  <a:pt x="1182773" y="140175"/>
                </a:moveTo>
                <a:lnTo>
                  <a:pt x="1182773" y="38629"/>
                </a:lnTo>
                <a:lnTo>
                  <a:pt x="1199984" y="38629"/>
                </a:lnTo>
                <a:lnTo>
                  <a:pt x="1199984" y="140175"/>
                </a:lnTo>
                <a:lnTo>
                  <a:pt x="1182773" y="140175"/>
                </a:lnTo>
                <a:close/>
                <a:moveTo>
                  <a:pt x="1225058" y="140175"/>
                </a:moveTo>
                <a:lnTo>
                  <a:pt x="1225058" y="38629"/>
                </a:lnTo>
                <a:lnTo>
                  <a:pt x="1240548" y="38629"/>
                </a:lnTo>
                <a:lnTo>
                  <a:pt x="1240548" y="53928"/>
                </a:lnTo>
                <a:cubicBezTo>
                  <a:pt x="1244500" y="46765"/>
                  <a:pt x="1248149" y="42042"/>
                  <a:pt x="1251496" y="39759"/>
                </a:cubicBezTo>
                <a:cubicBezTo>
                  <a:pt x="1254842" y="37476"/>
                  <a:pt x="1258524" y="36334"/>
                  <a:pt x="1262540" y="36334"/>
                </a:cubicBezTo>
                <a:cubicBezTo>
                  <a:pt x="1268340" y="36334"/>
                  <a:pt x="1274237" y="38175"/>
                  <a:pt x="1280229" y="41856"/>
                </a:cubicBezTo>
                <a:lnTo>
                  <a:pt x="1274300" y="57753"/>
                </a:lnTo>
                <a:cubicBezTo>
                  <a:pt x="1270093" y="55267"/>
                  <a:pt x="1265886" y="54024"/>
                  <a:pt x="1261679" y="54024"/>
                </a:cubicBezTo>
                <a:cubicBezTo>
                  <a:pt x="1257918" y="54024"/>
                  <a:pt x="1254540" y="55157"/>
                  <a:pt x="1251544" y="57424"/>
                </a:cubicBezTo>
                <a:cubicBezTo>
                  <a:pt x="1248548" y="59689"/>
                  <a:pt x="1246412" y="62831"/>
                  <a:pt x="1245137" y="66851"/>
                </a:cubicBezTo>
                <a:cubicBezTo>
                  <a:pt x="1243225" y="72977"/>
                  <a:pt x="1242269" y="79677"/>
                  <a:pt x="1242269" y="86952"/>
                </a:cubicBezTo>
                <a:lnTo>
                  <a:pt x="1242269" y="140175"/>
                </a:lnTo>
                <a:lnTo>
                  <a:pt x="1225058" y="140175"/>
                </a:lnTo>
                <a:close/>
                <a:moveTo>
                  <a:pt x="1360755" y="107474"/>
                </a:moveTo>
                <a:lnTo>
                  <a:pt x="1378540" y="109673"/>
                </a:lnTo>
                <a:cubicBezTo>
                  <a:pt x="1375735" y="120063"/>
                  <a:pt x="1370540" y="128127"/>
                  <a:pt x="1362954" y="133864"/>
                </a:cubicBezTo>
                <a:cubicBezTo>
                  <a:pt x="1355369" y="139601"/>
                  <a:pt x="1345680" y="142469"/>
                  <a:pt x="1333887" y="142469"/>
                </a:cubicBezTo>
                <a:cubicBezTo>
                  <a:pt x="1319034" y="142469"/>
                  <a:pt x="1307258" y="137896"/>
                  <a:pt x="1298556" y="128748"/>
                </a:cubicBezTo>
                <a:cubicBezTo>
                  <a:pt x="1289855" y="119601"/>
                  <a:pt x="1285505" y="106772"/>
                  <a:pt x="1285505" y="90262"/>
                </a:cubicBezTo>
                <a:cubicBezTo>
                  <a:pt x="1285505" y="73179"/>
                  <a:pt x="1289903" y="59920"/>
                  <a:pt x="1298700" y="50486"/>
                </a:cubicBezTo>
                <a:cubicBezTo>
                  <a:pt x="1307497" y="41052"/>
                  <a:pt x="1318907" y="36334"/>
                  <a:pt x="1332931" y="36334"/>
                </a:cubicBezTo>
                <a:cubicBezTo>
                  <a:pt x="1346508" y="36334"/>
                  <a:pt x="1357600" y="40949"/>
                  <a:pt x="1366205" y="50178"/>
                </a:cubicBezTo>
                <a:cubicBezTo>
                  <a:pt x="1374811" y="59405"/>
                  <a:pt x="1379114" y="72387"/>
                  <a:pt x="1379114" y="89124"/>
                </a:cubicBezTo>
                <a:cubicBezTo>
                  <a:pt x="1379114" y="90142"/>
                  <a:pt x="1379082" y="91669"/>
                  <a:pt x="1379018" y="93705"/>
                </a:cubicBezTo>
                <a:lnTo>
                  <a:pt x="1303289" y="93705"/>
                </a:lnTo>
                <a:cubicBezTo>
                  <a:pt x="1303927" y="104828"/>
                  <a:pt x="1307082" y="113346"/>
                  <a:pt x="1312756" y="119258"/>
                </a:cubicBezTo>
                <a:cubicBezTo>
                  <a:pt x="1318429" y="125171"/>
                  <a:pt x="1325504" y="128127"/>
                  <a:pt x="1333983" y="128127"/>
                </a:cubicBezTo>
                <a:cubicBezTo>
                  <a:pt x="1340293" y="128127"/>
                  <a:pt x="1345680" y="126485"/>
                  <a:pt x="1350142" y="123202"/>
                </a:cubicBezTo>
                <a:cubicBezTo>
                  <a:pt x="1354604" y="119918"/>
                  <a:pt x="1358142" y="114675"/>
                  <a:pt x="1360755" y="107474"/>
                </a:cubicBezTo>
                <a:moveTo>
                  <a:pt x="1304246" y="79362"/>
                </a:moveTo>
                <a:lnTo>
                  <a:pt x="1360947" y="79362"/>
                </a:lnTo>
                <a:cubicBezTo>
                  <a:pt x="1360182" y="70960"/>
                  <a:pt x="1358014" y="64658"/>
                  <a:pt x="1354445" y="60457"/>
                </a:cubicBezTo>
                <a:cubicBezTo>
                  <a:pt x="1348963" y="53937"/>
                  <a:pt x="1341855" y="50677"/>
                  <a:pt x="1333122" y="50677"/>
                </a:cubicBezTo>
                <a:cubicBezTo>
                  <a:pt x="1325218" y="50677"/>
                  <a:pt x="1318572" y="53280"/>
                  <a:pt x="1313186" y="58485"/>
                </a:cubicBezTo>
                <a:cubicBezTo>
                  <a:pt x="1307799" y="63688"/>
                  <a:pt x="1304819" y="70647"/>
                  <a:pt x="1304246" y="79362"/>
                </a:cubicBezTo>
                <a:close/>
                <a:moveTo>
                  <a:pt x="1399728" y="140175"/>
                </a:moveTo>
                <a:lnTo>
                  <a:pt x="1399728" y="38629"/>
                </a:lnTo>
                <a:lnTo>
                  <a:pt x="1415122" y="38629"/>
                </a:lnTo>
                <a:lnTo>
                  <a:pt x="1415122" y="52781"/>
                </a:lnTo>
                <a:cubicBezTo>
                  <a:pt x="1418309" y="47836"/>
                  <a:pt x="1422548" y="43859"/>
                  <a:pt x="1427839" y="40849"/>
                </a:cubicBezTo>
                <a:cubicBezTo>
                  <a:pt x="1433130" y="37839"/>
                  <a:pt x="1439154" y="36334"/>
                  <a:pt x="1445911" y="36334"/>
                </a:cubicBezTo>
                <a:cubicBezTo>
                  <a:pt x="1453433" y="36334"/>
                  <a:pt x="1459600" y="37888"/>
                  <a:pt x="1464413" y="40996"/>
                </a:cubicBezTo>
                <a:cubicBezTo>
                  <a:pt x="1469225" y="44101"/>
                  <a:pt x="1472620" y="48444"/>
                  <a:pt x="1474596" y="54024"/>
                </a:cubicBezTo>
                <a:cubicBezTo>
                  <a:pt x="1482628" y="42231"/>
                  <a:pt x="1493082" y="36334"/>
                  <a:pt x="1505958" y="36334"/>
                </a:cubicBezTo>
                <a:cubicBezTo>
                  <a:pt x="1516030" y="36334"/>
                  <a:pt x="1523775" y="39123"/>
                  <a:pt x="1529193" y="44701"/>
                </a:cubicBezTo>
                <a:cubicBezTo>
                  <a:pt x="1534612" y="50279"/>
                  <a:pt x="1537321" y="58868"/>
                  <a:pt x="1537321" y="70470"/>
                </a:cubicBezTo>
                <a:lnTo>
                  <a:pt x="1537321" y="140175"/>
                </a:lnTo>
                <a:lnTo>
                  <a:pt x="1520205" y="140175"/>
                </a:lnTo>
                <a:lnTo>
                  <a:pt x="1520205" y="76138"/>
                </a:lnTo>
                <a:cubicBezTo>
                  <a:pt x="1520205" y="69246"/>
                  <a:pt x="1519647" y="64284"/>
                  <a:pt x="1518532" y="61255"/>
                </a:cubicBezTo>
                <a:cubicBezTo>
                  <a:pt x="1517416" y="58223"/>
                  <a:pt x="1515393" y="55782"/>
                  <a:pt x="1512460" y="53931"/>
                </a:cubicBezTo>
                <a:cubicBezTo>
                  <a:pt x="1509528" y="52080"/>
                  <a:pt x="1506086" y="51155"/>
                  <a:pt x="1502134" y="51155"/>
                </a:cubicBezTo>
                <a:cubicBezTo>
                  <a:pt x="1494994" y="51155"/>
                  <a:pt x="1489066" y="53533"/>
                  <a:pt x="1484349" y="58288"/>
                </a:cubicBezTo>
                <a:cubicBezTo>
                  <a:pt x="1479632" y="63040"/>
                  <a:pt x="1477273" y="70650"/>
                  <a:pt x="1477273" y="81116"/>
                </a:cubicBezTo>
                <a:lnTo>
                  <a:pt x="1477273" y="140175"/>
                </a:lnTo>
                <a:lnTo>
                  <a:pt x="1460062" y="140175"/>
                </a:lnTo>
                <a:lnTo>
                  <a:pt x="1460062" y="74127"/>
                </a:lnTo>
                <a:cubicBezTo>
                  <a:pt x="1460062" y="66470"/>
                  <a:pt x="1458660" y="60727"/>
                  <a:pt x="1455855" y="56898"/>
                </a:cubicBezTo>
                <a:cubicBezTo>
                  <a:pt x="1453050" y="53069"/>
                  <a:pt x="1448461" y="51155"/>
                  <a:pt x="1442086" y="51155"/>
                </a:cubicBezTo>
                <a:cubicBezTo>
                  <a:pt x="1437242" y="51155"/>
                  <a:pt x="1432764" y="52432"/>
                  <a:pt x="1428652" y="54986"/>
                </a:cubicBezTo>
                <a:cubicBezTo>
                  <a:pt x="1424540" y="57538"/>
                  <a:pt x="1421560" y="61271"/>
                  <a:pt x="1419712" y="66185"/>
                </a:cubicBezTo>
                <a:cubicBezTo>
                  <a:pt x="1417863" y="71097"/>
                  <a:pt x="1416939" y="78180"/>
                  <a:pt x="1416939" y="87433"/>
                </a:cubicBezTo>
                <a:lnTo>
                  <a:pt x="1416939" y="140175"/>
                </a:lnTo>
                <a:lnTo>
                  <a:pt x="1399728" y="140175"/>
                </a:lnTo>
                <a:close/>
                <a:moveTo>
                  <a:pt x="1633146" y="107474"/>
                </a:moveTo>
                <a:lnTo>
                  <a:pt x="1650931" y="109673"/>
                </a:lnTo>
                <a:cubicBezTo>
                  <a:pt x="1648126" y="120063"/>
                  <a:pt x="1642931" y="128127"/>
                  <a:pt x="1635345" y="133864"/>
                </a:cubicBezTo>
                <a:cubicBezTo>
                  <a:pt x="1627759" y="139601"/>
                  <a:pt x="1618070" y="142469"/>
                  <a:pt x="1606278" y="142469"/>
                </a:cubicBezTo>
                <a:cubicBezTo>
                  <a:pt x="1591425" y="142469"/>
                  <a:pt x="1579648" y="137896"/>
                  <a:pt x="1570947" y="128748"/>
                </a:cubicBezTo>
                <a:cubicBezTo>
                  <a:pt x="1562246" y="119601"/>
                  <a:pt x="1557895" y="106772"/>
                  <a:pt x="1557895" y="90262"/>
                </a:cubicBezTo>
                <a:cubicBezTo>
                  <a:pt x="1557895" y="73179"/>
                  <a:pt x="1562294" y="59920"/>
                  <a:pt x="1571090" y="50486"/>
                </a:cubicBezTo>
                <a:cubicBezTo>
                  <a:pt x="1579887" y="41052"/>
                  <a:pt x="1591298" y="36334"/>
                  <a:pt x="1605321" y="36334"/>
                </a:cubicBezTo>
                <a:cubicBezTo>
                  <a:pt x="1618899" y="36334"/>
                  <a:pt x="1629991" y="40949"/>
                  <a:pt x="1638596" y="50178"/>
                </a:cubicBezTo>
                <a:cubicBezTo>
                  <a:pt x="1647202" y="59405"/>
                  <a:pt x="1651504" y="72387"/>
                  <a:pt x="1651504" y="89124"/>
                </a:cubicBezTo>
                <a:cubicBezTo>
                  <a:pt x="1651504" y="90142"/>
                  <a:pt x="1651472" y="91669"/>
                  <a:pt x="1651409" y="93705"/>
                </a:cubicBezTo>
                <a:lnTo>
                  <a:pt x="1575680" y="93705"/>
                </a:lnTo>
                <a:cubicBezTo>
                  <a:pt x="1576318" y="104828"/>
                  <a:pt x="1579473" y="113346"/>
                  <a:pt x="1585146" y="119258"/>
                </a:cubicBezTo>
                <a:cubicBezTo>
                  <a:pt x="1590819" y="125171"/>
                  <a:pt x="1597895" y="128127"/>
                  <a:pt x="1606373" y="128127"/>
                </a:cubicBezTo>
                <a:cubicBezTo>
                  <a:pt x="1612684" y="128127"/>
                  <a:pt x="1618070" y="126485"/>
                  <a:pt x="1622532" y="123202"/>
                </a:cubicBezTo>
                <a:cubicBezTo>
                  <a:pt x="1626995" y="119918"/>
                  <a:pt x="1630532" y="114675"/>
                  <a:pt x="1633146" y="107474"/>
                </a:cubicBezTo>
                <a:moveTo>
                  <a:pt x="1576636" y="79362"/>
                </a:moveTo>
                <a:lnTo>
                  <a:pt x="1633337" y="79362"/>
                </a:lnTo>
                <a:cubicBezTo>
                  <a:pt x="1632572" y="70960"/>
                  <a:pt x="1630405" y="64658"/>
                  <a:pt x="1626835" y="60457"/>
                </a:cubicBezTo>
                <a:cubicBezTo>
                  <a:pt x="1621353" y="53937"/>
                  <a:pt x="1614246" y="50677"/>
                  <a:pt x="1605513" y="50677"/>
                </a:cubicBezTo>
                <a:cubicBezTo>
                  <a:pt x="1597608" y="50677"/>
                  <a:pt x="1590963" y="53280"/>
                  <a:pt x="1585576" y="58485"/>
                </a:cubicBezTo>
                <a:cubicBezTo>
                  <a:pt x="1580190" y="63688"/>
                  <a:pt x="1577210" y="70647"/>
                  <a:pt x="1576636" y="79362"/>
                </a:cubicBezTo>
                <a:close/>
                <a:moveTo>
                  <a:pt x="1672118" y="140175"/>
                </a:moveTo>
                <a:lnTo>
                  <a:pt x="1672118" y="38629"/>
                </a:lnTo>
                <a:lnTo>
                  <a:pt x="1687608" y="38629"/>
                </a:lnTo>
                <a:lnTo>
                  <a:pt x="1687608" y="52972"/>
                </a:lnTo>
                <a:cubicBezTo>
                  <a:pt x="1695067" y="41880"/>
                  <a:pt x="1705839" y="36334"/>
                  <a:pt x="1719927" y="36334"/>
                </a:cubicBezTo>
                <a:cubicBezTo>
                  <a:pt x="1726046" y="36334"/>
                  <a:pt x="1731672" y="37434"/>
                  <a:pt x="1736803" y="39633"/>
                </a:cubicBezTo>
                <a:cubicBezTo>
                  <a:pt x="1741935" y="41832"/>
                  <a:pt x="1745775" y="44717"/>
                  <a:pt x="1748325" y="48287"/>
                </a:cubicBezTo>
                <a:cubicBezTo>
                  <a:pt x="1750875" y="51856"/>
                  <a:pt x="1752660" y="56095"/>
                  <a:pt x="1753680" y="61004"/>
                </a:cubicBezTo>
                <a:cubicBezTo>
                  <a:pt x="1754317" y="64191"/>
                  <a:pt x="1754636" y="69769"/>
                  <a:pt x="1754636" y="77737"/>
                </a:cubicBezTo>
                <a:lnTo>
                  <a:pt x="1754636" y="140175"/>
                </a:lnTo>
                <a:lnTo>
                  <a:pt x="1737425" y="140175"/>
                </a:lnTo>
                <a:lnTo>
                  <a:pt x="1737425" y="78340"/>
                </a:lnTo>
                <a:cubicBezTo>
                  <a:pt x="1737425" y="71320"/>
                  <a:pt x="1736756" y="66071"/>
                  <a:pt x="1735417" y="62593"/>
                </a:cubicBezTo>
                <a:cubicBezTo>
                  <a:pt x="1734078" y="59115"/>
                  <a:pt x="1731704" y="56339"/>
                  <a:pt x="1728293" y="54266"/>
                </a:cubicBezTo>
                <a:cubicBezTo>
                  <a:pt x="1724883" y="52192"/>
                  <a:pt x="1720883" y="51155"/>
                  <a:pt x="1716294" y="51155"/>
                </a:cubicBezTo>
                <a:cubicBezTo>
                  <a:pt x="1708963" y="51155"/>
                  <a:pt x="1702636" y="53485"/>
                  <a:pt x="1697314" y="58144"/>
                </a:cubicBezTo>
                <a:cubicBezTo>
                  <a:pt x="1691991" y="62801"/>
                  <a:pt x="1689330" y="71639"/>
                  <a:pt x="1689330" y="84657"/>
                </a:cubicBezTo>
                <a:lnTo>
                  <a:pt x="1689330" y="140175"/>
                </a:lnTo>
                <a:lnTo>
                  <a:pt x="1672118" y="140175"/>
                </a:lnTo>
                <a:close/>
                <a:moveTo>
                  <a:pt x="1818182" y="124971"/>
                </a:moveTo>
                <a:lnTo>
                  <a:pt x="1820668" y="140175"/>
                </a:lnTo>
                <a:cubicBezTo>
                  <a:pt x="1815824" y="141067"/>
                  <a:pt x="1811489" y="141513"/>
                  <a:pt x="1807664" y="141513"/>
                </a:cubicBezTo>
                <a:cubicBezTo>
                  <a:pt x="1801417" y="141513"/>
                  <a:pt x="1796573" y="140525"/>
                  <a:pt x="1793130" y="138549"/>
                </a:cubicBezTo>
                <a:cubicBezTo>
                  <a:pt x="1789688" y="136573"/>
                  <a:pt x="1787266" y="133975"/>
                  <a:pt x="1785864" y="130756"/>
                </a:cubicBezTo>
                <a:cubicBezTo>
                  <a:pt x="1784461" y="127537"/>
                  <a:pt x="1783760" y="120764"/>
                  <a:pt x="1783760" y="110438"/>
                </a:cubicBezTo>
                <a:lnTo>
                  <a:pt x="1783760" y="52016"/>
                </a:lnTo>
                <a:lnTo>
                  <a:pt x="1771139" y="52016"/>
                </a:lnTo>
                <a:lnTo>
                  <a:pt x="1771139" y="38629"/>
                </a:lnTo>
                <a:lnTo>
                  <a:pt x="1783760" y="38629"/>
                </a:lnTo>
                <a:lnTo>
                  <a:pt x="1783760" y="13413"/>
                </a:lnTo>
                <a:lnTo>
                  <a:pt x="1800875" y="3060"/>
                </a:lnTo>
                <a:lnTo>
                  <a:pt x="1800875" y="38629"/>
                </a:lnTo>
                <a:lnTo>
                  <a:pt x="1818182" y="38629"/>
                </a:lnTo>
                <a:lnTo>
                  <a:pt x="1818182" y="52016"/>
                </a:lnTo>
                <a:lnTo>
                  <a:pt x="1800875" y="52016"/>
                </a:lnTo>
                <a:lnTo>
                  <a:pt x="1800875" y="111394"/>
                </a:lnTo>
                <a:cubicBezTo>
                  <a:pt x="1800875" y="116302"/>
                  <a:pt x="1801178" y="119458"/>
                  <a:pt x="1801784" y="120860"/>
                </a:cubicBezTo>
                <a:cubicBezTo>
                  <a:pt x="1802389" y="122262"/>
                  <a:pt x="1803377" y="123378"/>
                  <a:pt x="1804748" y="124206"/>
                </a:cubicBezTo>
                <a:cubicBezTo>
                  <a:pt x="1806118" y="125035"/>
                  <a:pt x="1808079" y="125449"/>
                  <a:pt x="1810628" y="125449"/>
                </a:cubicBezTo>
                <a:cubicBezTo>
                  <a:pt x="1812541" y="125449"/>
                  <a:pt x="1815059" y="125290"/>
                  <a:pt x="1818182" y="1249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27DE93-1641-43A7-AD82-95541B92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080" y="2484916"/>
            <a:ext cx="253294" cy="357591"/>
          </a:xfrm>
          <a:custGeom xmlns:a="http://schemas.openxmlformats.org/drawingml/2006/main">
            <a:pathLst>
              <a:path w="253294" h="357591">
                <a:moveTo>
                  <a:pt x="126647" y="0"/>
                </a:moveTo>
                <a:lnTo>
                  <a:pt x="253294" y="178795"/>
                </a:lnTo>
                <a:lnTo>
                  <a:pt x="126647" y="357591"/>
                </a:lnTo>
                <a:lnTo>
                  <a:pt x="126647" y="268193"/>
                </a:lnTo>
                <a:lnTo>
                  <a:pt x="0" y="268193"/>
                </a:lnTo>
                <a:lnTo>
                  <a:pt x="0" y="89398"/>
                </a:lnTo>
                <a:lnTo>
                  <a:pt x="126647" y="89398"/>
                </a:lnTo>
                <a:lnTo>
                  <a:pt x="126647" y="0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86C3F0-E498-46C7-A521-B14C791B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07" y="2802065"/>
            <a:ext cx="2039120" cy="308635"/>
          </a:xfrm>
          <a:custGeom xmlns:a="http://schemas.openxmlformats.org/drawingml/2006/main">
            <a:pathLst>
              <a:path w="2039120" h="308635">
                <a:moveTo>
                  <a:pt x="0" y="51439"/>
                </a:moveTo>
                <a:cubicBezTo>
                  <a:pt x="0" y="23023"/>
                  <a:pt x="23023" y="0"/>
                  <a:pt x="51439" y="0"/>
                </a:cubicBezTo>
                <a:lnTo>
                  <a:pt x="1987681" y="0"/>
                </a:lnTo>
                <a:cubicBezTo>
                  <a:pt x="2016096" y="0"/>
                  <a:pt x="2039120" y="23023"/>
                  <a:pt x="2039120" y="51439"/>
                </a:cubicBezTo>
                <a:lnTo>
                  <a:pt x="2039120" y="257196"/>
                </a:lnTo>
                <a:cubicBezTo>
                  <a:pt x="2039120" y="285612"/>
                  <a:pt x="2016096" y="308635"/>
                  <a:pt x="1987681" y="308635"/>
                </a:cubicBezTo>
                <a:lnTo>
                  <a:pt x="51439" y="308635"/>
                </a:lnTo>
                <a:cubicBezTo>
                  <a:pt x="23023" y="308635"/>
                  <a:pt x="0" y="285612"/>
                  <a:pt x="0" y="257196"/>
                </a:cubicBezTo>
                <a:lnTo>
                  <a:pt x="0" y="51439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TestCaseCoverage">
            <a:extLst xmlns:a="http://schemas.openxmlformats.org/drawingml/2006/main">
              <a:ext uri="{FF2B5EF4-FFF2-40B4-BE49-F238E27FC236}">
                <a16:creationId xmlns:a16="http://schemas.microsoft.com/office/drawing/2014/main" id="{55C00992-9198-43BD-B794-AD7CC124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3" y="2866245"/>
            <a:ext cx="1777317" cy="183967"/>
          </a:xfrm>
          <a:custGeom xmlns:a="http://schemas.openxmlformats.org/drawingml/2006/main">
            <a:pathLst>
              <a:path w="1777317" h="183967">
                <a:moveTo>
                  <a:pt x="46183" y="142661"/>
                </a:moveTo>
                <a:lnTo>
                  <a:pt x="46183" y="19028"/>
                </a:lnTo>
                <a:lnTo>
                  <a:pt x="0" y="19028"/>
                </a:lnTo>
                <a:lnTo>
                  <a:pt x="0" y="2486"/>
                </a:lnTo>
                <a:lnTo>
                  <a:pt x="111107" y="2486"/>
                </a:lnTo>
                <a:lnTo>
                  <a:pt x="111107" y="19028"/>
                </a:lnTo>
                <a:lnTo>
                  <a:pt x="64733" y="19028"/>
                </a:lnTo>
                <a:lnTo>
                  <a:pt x="64733" y="142661"/>
                </a:lnTo>
                <a:lnTo>
                  <a:pt x="46183" y="142661"/>
                </a:lnTo>
                <a:close/>
                <a:moveTo>
                  <a:pt x="199165" y="109960"/>
                </a:moveTo>
                <a:lnTo>
                  <a:pt x="216949" y="112159"/>
                </a:lnTo>
                <a:cubicBezTo>
                  <a:pt x="214145" y="122549"/>
                  <a:pt x="208949" y="130613"/>
                  <a:pt x="201364" y="136350"/>
                </a:cubicBezTo>
                <a:cubicBezTo>
                  <a:pt x="193778" y="142087"/>
                  <a:pt x="184089" y="144955"/>
                  <a:pt x="172296" y="144955"/>
                </a:cubicBezTo>
                <a:cubicBezTo>
                  <a:pt x="157444" y="144955"/>
                  <a:pt x="145667" y="140382"/>
                  <a:pt x="136966" y="131234"/>
                </a:cubicBezTo>
                <a:cubicBezTo>
                  <a:pt x="128265" y="122087"/>
                  <a:pt x="123914" y="109258"/>
                  <a:pt x="123914" y="92748"/>
                </a:cubicBezTo>
                <a:cubicBezTo>
                  <a:pt x="123914" y="75665"/>
                  <a:pt x="128312" y="62406"/>
                  <a:pt x="137109" y="52972"/>
                </a:cubicBezTo>
                <a:cubicBezTo>
                  <a:pt x="145906" y="43538"/>
                  <a:pt x="157316" y="38820"/>
                  <a:pt x="171340" y="38820"/>
                </a:cubicBezTo>
                <a:cubicBezTo>
                  <a:pt x="184918" y="38820"/>
                  <a:pt x="196009" y="43435"/>
                  <a:pt x="204615" y="52664"/>
                </a:cubicBezTo>
                <a:cubicBezTo>
                  <a:pt x="213220" y="61891"/>
                  <a:pt x="217523" y="74873"/>
                  <a:pt x="217523" y="91610"/>
                </a:cubicBezTo>
                <a:cubicBezTo>
                  <a:pt x="217523" y="92628"/>
                  <a:pt x="217491" y="94155"/>
                  <a:pt x="217427" y="96191"/>
                </a:cubicBezTo>
                <a:lnTo>
                  <a:pt x="141699" y="96191"/>
                </a:lnTo>
                <a:cubicBezTo>
                  <a:pt x="142336" y="107314"/>
                  <a:pt x="145492" y="115832"/>
                  <a:pt x="151165" y="121744"/>
                </a:cubicBezTo>
                <a:cubicBezTo>
                  <a:pt x="156838" y="127657"/>
                  <a:pt x="163914" y="130613"/>
                  <a:pt x="172392" y="130613"/>
                </a:cubicBezTo>
                <a:cubicBezTo>
                  <a:pt x="178703" y="130613"/>
                  <a:pt x="184089" y="128971"/>
                  <a:pt x="188551" y="125689"/>
                </a:cubicBezTo>
                <a:cubicBezTo>
                  <a:pt x="193013" y="122404"/>
                  <a:pt x="196551" y="117161"/>
                  <a:pt x="199165" y="109960"/>
                </a:cubicBezTo>
                <a:moveTo>
                  <a:pt x="142655" y="81848"/>
                </a:moveTo>
                <a:lnTo>
                  <a:pt x="199356" y="81848"/>
                </a:lnTo>
                <a:cubicBezTo>
                  <a:pt x="198591" y="73446"/>
                  <a:pt x="196424" y="67144"/>
                  <a:pt x="192854" y="62943"/>
                </a:cubicBezTo>
                <a:cubicBezTo>
                  <a:pt x="187372" y="56423"/>
                  <a:pt x="180264" y="53163"/>
                  <a:pt x="171531" y="53163"/>
                </a:cubicBezTo>
                <a:cubicBezTo>
                  <a:pt x="163627" y="53163"/>
                  <a:pt x="156982" y="55766"/>
                  <a:pt x="151595" y="60971"/>
                </a:cubicBezTo>
                <a:cubicBezTo>
                  <a:pt x="146209" y="66174"/>
                  <a:pt x="143229" y="73133"/>
                  <a:pt x="142655" y="81848"/>
                </a:cubicBezTo>
                <a:close/>
                <a:moveTo>
                  <a:pt x="231253" y="112254"/>
                </a:moveTo>
                <a:lnTo>
                  <a:pt x="248273" y="109577"/>
                </a:lnTo>
                <a:cubicBezTo>
                  <a:pt x="249229" y="116368"/>
                  <a:pt x="251890" y="121572"/>
                  <a:pt x="256257" y="125190"/>
                </a:cubicBezTo>
                <a:cubicBezTo>
                  <a:pt x="260623" y="128805"/>
                  <a:pt x="266727" y="130613"/>
                  <a:pt x="274567" y="130613"/>
                </a:cubicBezTo>
                <a:cubicBezTo>
                  <a:pt x="282472" y="130613"/>
                  <a:pt x="288336" y="129016"/>
                  <a:pt x="292161" y="125823"/>
                </a:cubicBezTo>
                <a:cubicBezTo>
                  <a:pt x="295986" y="122628"/>
                  <a:pt x="297898" y="118881"/>
                  <a:pt x="297898" y="114582"/>
                </a:cubicBezTo>
                <a:cubicBezTo>
                  <a:pt x="297898" y="110723"/>
                  <a:pt x="296209" y="107688"/>
                  <a:pt x="292830" y="105475"/>
                </a:cubicBezTo>
                <a:cubicBezTo>
                  <a:pt x="290472" y="103957"/>
                  <a:pt x="284607" y="102027"/>
                  <a:pt x="275237" y="99687"/>
                </a:cubicBezTo>
                <a:cubicBezTo>
                  <a:pt x="262615" y="96497"/>
                  <a:pt x="253866" y="93739"/>
                  <a:pt x="248990" y="91410"/>
                </a:cubicBezTo>
                <a:cubicBezTo>
                  <a:pt x="244113" y="89081"/>
                  <a:pt x="240416" y="85859"/>
                  <a:pt x="237898" y="81744"/>
                </a:cubicBezTo>
                <a:cubicBezTo>
                  <a:pt x="235380" y="77628"/>
                  <a:pt x="234121" y="73082"/>
                  <a:pt x="234121" y="68106"/>
                </a:cubicBezTo>
                <a:cubicBezTo>
                  <a:pt x="234121" y="63576"/>
                  <a:pt x="235157" y="59381"/>
                  <a:pt x="237229" y="55521"/>
                </a:cubicBezTo>
                <a:cubicBezTo>
                  <a:pt x="239301" y="51660"/>
                  <a:pt x="242121" y="48454"/>
                  <a:pt x="245691" y="45902"/>
                </a:cubicBezTo>
                <a:cubicBezTo>
                  <a:pt x="248368" y="43924"/>
                  <a:pt x="252018" y="42250"/>
                  <a:pt x="256639" y="40879"/>
                </a:cubicBezTo>
                <a:cubicBezTo>
                  <a:pt x="261261" y="39507"/>
                  <a:pt x="266217" y="38820"/>
                  <a:pt x="271508" y="38820"/>
                </a:cubicBezTo>
                <a:cubicBezTo>
                  <a:pt x="279476" y="38820"/>
                  <a:pt x="286472" y="39976"/>
                  <a:pt x="292496" y="42287"/>
                </a:cubicBezTo>
                <a:cubicBezTo>
                  <a:pt x="298519" y="44595"/>
                  <a:pt x="302966" y="47724"/>
                  <a:pt x="305834" y="51672"/>
                </a:cubicBezTo>
                <a:cubicBezTo>
                  <a:pt x="308703" y="55618"/>
                  <a:pt x="310679" y="60896"/>
                  <a:pt x="311762" y="67506"/>
                </a:cubicBezTo>
                <a:lnTo>
                  <a:pt x="294934" y="69800"/>
                </a:lnTo>
                <a:cubicBezTo>
                  <a:pt x="294169" y="64573"/>
                  <a:pt x="291954" y="60494"/>
                  <a:pt x="288288" y="57561"/>
                </a:cubicBezTo>
                <a:cubicBezTo>
                  <a:pt x="284623" y="54629"/>
                  <a:pt x="279444" y="53163"/>
                  <a:pt x="272751" y="53163"/>
                </a:cubicBezTo>
                <a:cubicBezTo>
                  <a:pt x="264846" y="53163"/>
                  <a:pt x="259205" y="54464"/>
                  <a:pt x="255826" y="57065"/>
                </a:cubicBezTo>
                <a:cubicBezTo>
                  <a:pt x="252448" y="59665"/>
                  <a:pt x="250759" y="62710"/>
                  <a:pt x="250759" y="66200"/>
                </a:cubicBezTo>
                <a:cubicBezTo>
                  <a:pt x="250759" y="68419"/>
                  <a:pt x="251460" y="70417"/>
                  <a:pt x="252862" y="72194"/>
                </a:cubicBezTo>
                <a:cubicBezTo>
                  <a:pt x="254265" y="74032"/>
                  <a:pt x="256464" y="75554"/>
                  <a:pt x="259460" y="76760"/>
                </a:cubicBezTo>
                <a:cubicBezTo>
                  <a:pt x="261181" y="77395"/>
                  <a:pt x="266249" y="78854"/>
                  <a:pt x="274663" y="81137"/>
                </a:cubicBezTo>
                <a:cubicBezTo>
                  <a:pt x="286838" y="84386"/>
                  <a:pt x="295332" y="87045"/>
                  <a:pt x="300145" y="89115"/>
                </a:cubicBezTo>
                <a:cubicBezTo>
                  <a:pt x="304958" y="91185"/>
                  <a:pt x="308734" y="94195"/>
                  <a:pt x="311475" y="98145"/>
                </a:cubicBezTo>
                <a:cubicBezTo>
                  <a:pt x="314217" y="102093"/>
                  <a:pt x="315587" y="106996"/>
                  <a:pt x="315587" y="112855"/>
                </a:cubicBezTo>
                <a:cubicBezTo>
                  <a:pt x="315587" y="118588"/>
                  <a:pt x="313914" y="123986"/>
                  <a:pt x="310567" y="129050"/>
                </a:cubicBezTo>
                <a:cubicBezTo>
                  <a:pt x="307221" y="134112"/>
                  <a:pt x="302392" y="138028"/>
                  <a:pt x="296081" y="140799"/>
                </a:cubicBezTo>
                <a:cubicBezTo>
                  <a:pt x="289770" y="143570"/>
                  <a:pt x="282631" y="144955"/>
                  <a:pt x="274663" y="144955"/>
                </a:cubicBezTo>
                <a:cubicBezTo>
                  <a:pt x="261468" y="144955"/>
                  <a:pt x="251412" y="142206"/>
                  <a:pt x="244496" y="136708"/>
                </a:cubicBezTo>
                <a:cubicBezTo>
                  <a:pt x="237579" y="131210"/>
                  <a:pt x="233165" y="123059"/>
                  <a:pt x="231253" y="112254"/>
                </a:cubicBezTo>
                <a:close/>
                <a:moveTo>
                  <a:pt x="373626" y="127457"/>
                </a:moveTo>
                <a:lnTo>
                  <a:pt x="376113" y="142661"/>
                </a:lnTo>
                <a:cubicBezTo>
                  <a:pt x="371268" y="143553"/>
                  <a:pt x="366933" y="143999"/>
                  <a:pt x="363109" y="143999"/>
                </a:cubicBezTo>
                <a:cubicBezTo>
                  <a:pt x="356862" y="143999"/>
                  <a:pt x="352017" y="143011"/>
                  <a:pt x="348575" y="141035"/>
                </a:cubicBezTo>
                <a:cubicBezTo>
                  <a:pt x="345133" y="139059"/>
                  <a:pt x="342710" y="136461"/>
                  <a:pt x="341308" y="133242"/>
                </a:cubicBezTo>
                <a:cubicBezTo>
                  <a:pt x="339906" y="130023"/>
                  <a:pt x="339204" y="123250"/>
                  <a:pt x="339204" y="112924"/>
                </a:cubicBezTo>
                <a:lnTo>
                  <a:pt x="339204" y="54502"/>
                </a:lnTo>
                <a:lnTo>
                  <a:pt x="326583" y="54502"/>
                </a:lnTo>
                <a:lnTo>
                  <a:pt x="326583" y="41115"/>
                </a:lnTo>
                <a:lnTo>
                  <a:pt x="339204" y="41115"/>
                </a:lnTo>
                <a:lnTo>
                  <a:pt x="339204" y="15899"/>
                </a:lnTo>
                <a:lnTo>
                  <a:pt x="356320" y="5546"/>
                </a:lnTo>
                <a:lnTo>
                  <a:pt x="356320" y="41115"/>
                </a:lnTo>
                <a:lnTo>
                  <a:pt x="373626" y="41115"/>
                </a:lnTo>
                <a:lnTo>
                  <a:pt x="373626" y="54502"/>
                </a:lnTo>
                <a:lnTo>
                  <a:pt x="356320" y="54502"/>
                </a:lnTo>
                <a:lnTo>
                  <a:pt x="356320" y="113880"/>
                </a:lnTo>
                <a:cubicBezTo>
                  <a:pt x="356320" y="118788"/>
                  <a:pt x="356623" y="121944"/>
                  <a:pt x="357228" y="123346"/>
                </a:cubicBezTo>
                <a:cubicBezTo>
                  <a:pt x="357834" y="124748"/>
                  <a:pt x="358822" y="125864"/>
                  <a:pt x="360192" y="126693"/>
                </a:cubicBezTo>
                <a:cubicBezTo>
                  <a:pt x="361563" y="127521"/>
                  <a:pt x="363523" y="127936"/>
                  <a:pt x="366073" y="127936"/>
                </a:cubicBezTo>
                <a:cubicBezTo>
                  <a:pt x="367985" y="127936"/>
                  <a:pt x="370503" y="127776"/>
                  <a:pt x="373626" y="127457"/>
                </a:cubicBezTo>
                <a:close/>
                <a:moveTo>
                  <a:pt x="542559" y="93322"/>
                </a:moveTo>
                <a:lnTo>
                  <a:pt x="561109" y="98007"/>
                </a:lnTo>
                <a:cubicBezTo>
                  <a:pt x="557221" y="113274"/>
                  <a:pt x="550225" y="124916"/>
                  <a:pt x="540121" y="132932"/>
                </a:cubicBezTo>
                <a:cubicBezTo>
                  <a:pt x="530018" y="140947"/>
                  <a:pt x="517667" y="144955"/>
                  <a:pt x="503070" y="144955"/>
                </a:cubicBezTo>
                <a:cubicBezTo>
                  <a:pt x="487962" y="144955"/>
                  <a:pt x="475675" y="141880"/>
                  <a:pt x="466209" y="135728"/>
                </a:cubicBezTo>
                <a:cubicBezTo>
                  <a:pt x="456743" y="129577"/>
                  <a:pt x="449540" y="120669"/>
                  <a:pt x="444600" y="109003"/>
                </a:cubicBezTo>
                <a:cubicBezTo>
                  <a:pt x="439660" y="97338"/>
                  <a:pt x="437189" y="84812"/>
                  <a:pt x="437189" y="71426"/>
                </a:cubicBezTo>
                <a:cubicBezTo>
                  <a:pt x="437189" y="56828"/>
                  <a:pt x="439978" y="44095"/>
                  <a:pt x="445556" y="33227"/>
                </a:cubicBezTo>
                <a:cubicBezTo>
                  <a:pt x="451134" y="22358"/>
                  <a:pt x="459070" y="14103"/>
                  <a:pt x="469365" y="8462"/>
                </a:cubicBezTo>
                <a:cubicBezTo>
                  <a:pt x="479659" y="2821"/>
                  <a:pt x="490990" y="0"/>
                  <a:pt x="503356" y="0"/>
                </a:cubicBezTo>
                <a:cubicBezTo>
                  <a:pt x="517380" y="0"/>
                  <a:pt x="529173" y="3570"/>
                  <a:pt x="538735" y="10709"/>
                </a:cubicBezTo>
                <a:cubicBezTo>
                  <a:pt x="548296" y="17848"/>
                  <a:pt x="554958" y="27888"/>
                  <a:pt x="558719" y="40828"/>
                </a:cubicBezTo>
                <a:lnTo>
                  <a:pt x="540456" y="45131"/>
                </a:lnTo>
                <a:cubicBezTo>
                  <a:pt x="537205" y="34898"/>
                  <a:pt x="532488" y="27448"/>
                  <a:pt x="526304" y="22781"/>
                </a:cubicBezTo>
                <a:cubicBezTo>
                  <a:pt x="520121" y="18111"/>
                  <a:pt x="512344" y="15777"/>
                  <a:pt x="502974" y="15777"/>
                </a:cubicBezTo>
                <a:cubicBezTo>
                  <a:pt x="492201" y="15777"/>
                  <a:pt x="483197" y="18363"/>
                  <a:pt x="475962" y="23537"/>
                </a:cubicBezTo>
                <a:cubicBezTo>
                  <a:pt x="468727" y="28708"/>
                  <a:pt x="463643" y="35652"/>
                  <a:pt x="460711" y="44369"/>
                </a:cubicBezTo>
                <a:cubicBezTo>
                  <a:pt x="457779" y="53084"/>
                  <a:pt x="456313" y="62070"/>
                  <a:pt x="456313" y="71327"/>
                </a:cubicBezTo>
                <a:cubicBezTo>
                  <a:pt x="456313" y="83267"/>
                  <a:pt x="458050" y="93692"/>
                  <a:pt x="461524" y="102600"/>
                </a:cubicBezTo>
                <a:cubicBezTo>
                  <a:pt x="464998" y="111508"/>
                  <a:pt x="470400" y="118166"/>
                  <a:pt x="477731" y="122572"/>
                </a:cubicBezTo>
                <a:cubicBezTo>
                  <a:pt x="485062" y="126976"/>
                  <a:pt x="492998" y="129179"/>
                  <a:pt x="501540" y="129179"/>
                </a:cubicBezTo>
                <a:cubicBezTo>
                  <a:pt x="511930" y="129179"/>
                  <a:pt x="520727" y="126167"/>
                  <a:pt x="527930" y="120143"/>
                </a:cubicBezTo>
                <a:cubicBezTo>
                  <a:pt x="535133" y="114119"/>
                  <a:pt x="540010" y="105179"/>
                  <a:pt x="542559" y="93322"/>
                </a:cubicBezTo>
                <a:close/>
                <a:moveTo>
                  <a:pt x="647091" y="130123"/>
                </a:moveTo>
                <a:cubicBezTo>
                  <a:pt x="640717" y="135545"/>
                  <a:pt x="634581" y="139373"/>
                  <a:pt x="628685" y="141606"/>
                </a:cubicBezTo>
                <a:cubicBezTo>
                  <a:pt x="622789" y="143839"/>
                  <a:pt x="616462" y="144955"/>
                  <a:pt x="609705" y="144955"/>
                </a:cubicBezTo>
                <a:cubicBezTo>
                  <a:pt x="598550" y="144955"/>
                  <a:pt x="589976" y="142228"/>
                  <a:pt x="583984" y="136774"/>
                </a:cubicBezTo>
                <a:cubicBezTo>
                  <a:pt x="577992" y="131320"/>
                  <a:pt x="574996" y="124351"/>
                  <a:pt x="574996" y="115867"/>
                </a:cubicBezTo>
                <a:cubicBezTo>
                  <a:pt x="574996" y="110893"/>
                  <a:pt x="576127" y="106349"/>
                  <a:pt x="578390" y="102235"/>
                </a:cubicBezTo>
                <a:cubicBezTo>
                  <a:pt x="580653" y="98120"/>
                  <a:pt x="583617" y="94818"/>
                  <a:pt x="587283" y="92330"/>
                </a:cubicBezTo>
                <a:cubicBezTo>
                  <a:pt x="590948" y="89842"/>
                  <a:pt x="595076" y="87961"/>
                  <a:pt x="599665" y="86686"/>
                </a:cubicBezTo>
                <a:cubicBezTo>
                  <a:pt x="603044" y="85791"/>
                  <a:pt x="608143" y="84930"/>
                  <a:pt x="614964" y="84101"/>
                </a:cubicBezTo>
                <a:cubicBezTo>
                  <a:pt x="628860" y="82456"/>
                  <a:pt x="639091" y="80494"/>
                  <a:pt x="645657" y="78215"/>
                </a:cubicBezTo>
                <a:cubicBezTo>
                  <a:pt x="645721" y="75866"/>
                  <a:pt x="645753" y="74374"/>
                  <a:pt x="645753" y="73739"/>
                </a:cubicBezTo>
                <a:cubicBezTo>
                  <a:pt x="645753" y="66753"/>
                  <a:pt x="644127" y="61831"/>
                  <a:pt x="640876" y="58975"/>
                </a:cubicBezTo>
                <a:cubicBezTo>
                  <a:pt x="636478" y="55100"/>
                  <a:pt x="629944" y="53163"/>
                  <a:pt x="621275" y="53163"/>
                </a:cubicBezTo>
                <a:cubicBezTo>
                  <a:pt x="613179" y="53163"/>
                  <a:pt x="607203" y="54581"/>
                  <a:pt x="603346" y="57418"/>
                </a:cubicBezTo>
                <a:cubicBezTo>
                  <a:pt x="599490" y="60255"/>
                  <a:pt x="596637" y="65275"/>
                  <a:pt x="594789" y="72478"/>
                </a:cubicBezTo>
                <a:lnTo>
                  <a:pt x="577960" y="70183"/>
                </a:lnTo>
                <a:cubicBezTo>
                  <a:pt x="579490" y="62958"/>
                  <a:pt x="582008" y="57123"/>
                  <a:pt x="585514" y="52679"/>
                </a:cubicBezTo>
                <a:cubicBezTo>
                  <a:pt x="589020" y="48235"/>
                  <a:pt x="594088" y="44814"/>
                  <a:pt x="600717" y="42418"/>
                </a:cubicBezTo>
                <a:cubicBezTo>
                  <a:pt x="607346" y="40020"/>
                  <a:pt x="615028" y="38820"/>
                  <a:pt x="623761" y="38820"/>
                </a:cubicBezTo>
                <a:cubicBezTo>
                  <a:pt x="632430" y="38820"/>
                  <a:pt x="639474" y="39840"/>
                  <a:pt x="644892" y="41880"/>
                </a:cubicBezTo>
                <a:cubicBezTo>
                  <a:pt x="650310" y="43920"/>
                  <a:pt x="654294" y="46486"/>
                  <a:pt x="656844" y="49577"/>
                </a:cubicBezTo>
                <a:cubicBezTo>
                  <a:pt x="659394" y="52669"/>
                  <a:pt x="661179" y="56573"/>
                  <a:pt x="662199" y="61290"/>
                </a:cubicBezTo>
                <a:cubicBezTo>
                  <a:pt x="662772" y="64223"/>
                  <a:pt x="663059" y="69514"/>
                  <a:pt x="663059" y="77163"/>
                </a:cubicBezTo>
                <a:lnTo>
                  <a:pt x="663059" y="100111"/>
                </a:lnTo>
                <a:cubicBezTo>
                  <a:pt x="663059" y="116111"/>
                  <a:pt x="663426" y="126230"/>
                  <a:pt x="664159" y="130469"/>
                </a:cubicBezTo>
                <a:cubicBezTo>
                  <a:pt x="664892" y="134708"/>
                  <a:pt x="666342" y="138772"/>
                  <a:pt x="668509" y="142661"/>
                </a:cubicBezTo>
                <a:lnTo>
                  <a:pt x="650533" y="142661"/>
                </a:lnTo>
                <a:cubicBezTo>
                  <a:pt x="648749" y="139087"/>
                  <a:pt x="647601" y="134908"/>
                  <a:pt x="647091" y="130123"/>
                </a:cubicBezTo>
                <a:moveTo>
                  <a:pt x="645657" y="91601"/>
                </a:moveTo>
                <a:cubicBezTo>
                  <a:pt x="639410" y="94173"/>
                  <a:pt x="630040" y="96358"/>
                  <a:pt x="617546" y="98157"/>
                </a:cubicBezTo>
                <a:cubicBezTo>
                  <a:pt x="610470" y="99181"/>
                  <a:pt x="605466" y="100333"/>
                  <a:pt x="602534" y="101614"/>
                </a:cubicBezTo>
                <a:cubicBezTo>
                  <a:pt x="599601" y="102893"/>
                  <a:pt x="597339" y="104765"/>
                  <a:pt x="595745" y="107231"/>
                </a:cubicBezTo>
                <a:cubicBezTo>
                  <a:pt x="594151" y="109696"/>
                  <a:pt x="593354" y="112432"/>
                  <a:pt x="593354" y="115440"/>
                </a:cubicBezTo>
                <a:cubicBezTo>
                  <a:pt x="593354" y="120047"/>
                  <a:pt x="595092" y="123888"/>
                  <a:pt x="598566" y="126961"/>
                </a:cubicBezTo>
                <a:cubicBezTo>
                  <a:pt x="602040" y="130033"/>
                  <a:pt x="607123" y="131569"/>
                  <a:pt x="613817" y="131569"/>
                </a:cubicBezTo>
                <a:cubicBezTo>
                  <a:pt x="620446" y="131569"/>
                  <a:pt x="626342" y="130112"/>
                  <a:pt x="631506" y="127197"/>
                </a:cubicBezTo>
                <a:cubicBezTo>
                  <a:pt x="636669" y="124283"/>
                  <a:pt x="640462" y="120296"/>
                  <a:pt x="642884" y="115236"/>
                </a:cubicBezTo>
                <a:cubicBezTo>
                  <a:pt x="644733" y="111328"/>
                  <a:pt x="645657" y="105563"/>
                  <a:pt x="645657" y="97942"/>
                </a:cubicBezTo>
                <a:lnTo>
                  <a:pt x="645657" y="91601"/>
                </a:lnTo>
                <a:close/>
                <a:moveTo>
                  <a:pt x="682430" y="112254"/>
                </a:moveTo>
                <a:lnTo>
                  <a:pt x="699450" y="109577"/>
                </a:lnTo>
                <a:cubicBezTo>
                  <a:pt x="700406" y="116368"/>
                  <a:pt x="703068" y="121572"/>
                  <a:pt x="707434" y="125190"/>
                </a:cubicBezTo>
                <a:cubicBezTo>
                  <a:pt x="711801" y="128805"/>
                  <a:pt x="717904" y="130613"/>
                  <a:pt x="725745" y="130613"/>
                </a:cubicBezTo>
                <a:cubicBezTo>
                  <a:pt x="733649" y="130613"/>
                  <a:pt x="739514" y="129016"/>
                  <a:pt x="743338" y="125823"/>
                </a:cubicBezTo>
                <a:cubicBezTo>
                  <a:pt x="747163" y="122628"/>
                  <a:pt x="749075" y="118881"/>
                  <a:pt x="749075" y="114582"/>
                </a:cubicBezTo>
                <a:cubicBezTo>
                  <a:pt x="749075" y="110723"/>
                  <a:pt x="747386" y="107688"/>
                  <a:pt x="744008" y="105475"/>
                </a:cubicBezTo>
                <a:cubicBezTo>
                  <a:pt x="741649" y="103957"/>
                  <a:pt x="735785" y="102027"/>
                  <a:pt x="726414" y="99687"/>
                </a:cubicBezTo>
                <a:cubicBezTo>
                  <a:pt x="713793" y="96497"/>
                  <a:pt x="705044" y="93739"/>
                  <a:pt x="700167" y="91410"/>
                </a:cubicBezTo>
                <a:cubicBezTo>
                  <a:pt x="695291" y="89081"/>
                  <a:pt x="691594" y="85859"/>
                  <a:pt x="689076" y="81744"/>
                </a:cubicBezTo>
                <a:cubicBezTo>
                  <a:pt x="686558" y="77628"/>
                  <a:pt x="685299" y="73082"/>
                  <a:pt x="685299" y="68106"/>
                </a:cubicBezTo>
                <a:cubicBezTo>
                  <a:pt x="685299" y="63576"/>
                  <a:pt x="686335" y="59381"/>
                  <a:pt x="688406" y="55521"/>
                </a:cubicBezTo>
                <a:cubicBezTo>
                  <a:pt x="690478" y="51660"/>
                  <a:pt x="693299" y="48454"/>
                  <a:pt x="696869" y="45902"/>
                </a:cubicBezTo>
                <a:cubicBezTo>
                  <a:pt x="699546" y="43924"/>
                  <a:pt x="703195" y="42250"/>
                  <a:pt x="707817" y="40879"/>
                </a:cubicBezTo>
                <a:cubicBezTo>
                  <a:pt x="712438" y="39507"/>
                  <a:pt x="717394" y="38820"/>
                  <a:pt x="722685" y="38820"/>
                </a:cubicBezTo>
                <a:cubicBezTo>
                  <a:pt x="730653" y="38820"/>
                  <a:pt x="737649" y="39976"/>
                  <a:pt x="743673" y="42287"/>
                </a:cubicBezTo>
                <a:cubicBezTo>
                  <a:pt x="749697" y="44595"/>
                  <a:pt x="754143" y="47724"/>
                  <a:pt x="757012" y="51672"/>
                </a:cubicBezTo>
                <a:cubicBezTo>
                  <a:pt x="759880" y="55618"/>
                  <a:pt x="761856" y="60896"/>
                  <a:pt x="762940" y="67506"/>
                </a:cubicBezTo>
                <a:lnTo>
                  <a:pt x="746111" y="69800"/>
                </a:lnTo>
                <a:cubicBezTo>
                  <a:pt x="745346" y="64573"/>
                  <a:pt x="743131" y="60494"/>
                  <a:pt x="739466" y="57561"/>
                </a:cubicBezTo>
                <a:cubicBezTo>
                  <a:pt x="735801" y="54629"/>
                  <a:pt x="730621" y="53163"/>
                  <a:pt x="723928" y="53163"/>
                </a:cubicBezTo>
                <a:cubicBezTo>
                  <a:pt x="716024" y="53163"/>
                  <a:pt x="710382" y="54464"/>
                  <a:pt x="707004" y="57065"/>
                </a:cubicBezTo>
                <a:cubicBezTo>
                  <a:pt x="703625" y="59665"/>
                  <a:pt x="701936" y="62710"/>
                  <a:pt x="701936" y="66200"/>
                </a:cubicBezTo>
                <a:cubicBezTo>
                  <a:pt x="701936" y="68419"/>
                  <a:pt x="702637" y="70417"/>
                  <a:pt x="704040" y="72194"/>
                </a:cubicBezTo>
                <a:cubicBezTo>
                  <a:pt x="705442" y="74032"/>
                  <a:pt x="707641" y="75554"/>
                  <a:pt x="710637" y="76760"/>
                </a:cubicBezTo>
                <a:cubicBezTo>
                  <a:pt x="712358" y="77395"/>
                  <a:pt x="717426" y="78854"/>
                  <a:pt x="725840" y="81137"/>
                </a:cubicBezTo>
                <a:cubicBezTo>
                  <a:pt x="738016" y="84386"/>
                  <a:pt x="746510" y="87045"/>
                  <a:pt x="751322" y="89115"/>
                </a:cubicBezTo>
                <a:cubicBezTo>
                  <a:pt x="756135" y="91185"/>
                  <a:pt x="759912" y="94195"/>
                  <a:pt x="762653" y="98145"/>
                </a:cubicBezTo>
                <a:cubicBezTo>
                  <a:pt x="765394" y="102093"/>
                  <a:pt x="766765" y="106996"/>
                  <a:pt x="766765" y="112855"/>
                </a:cubicBezTo>
                <a:cubicBezTo>
                  <a:pt x="766765" y="118588"/>
                  <a:pt x="765091" y="123986"/>
                  <a:pt x="761745" y="129050"/>
                </a:cubicBezTo>
                <a:cubicBezTo>
                  <a:pt x="758398" y="134112"/>
                  <a:pt x="753569" y="138028"/>
                  <a:pt x="747259" y="140799"/>
                </a:cubicBezTo>
                <a:cubicBezTo>
                  <a:pt x="740948" y="143570"/>
                  <a:pt x="733809" y="144955"/>
                  <a:pt x="725840" y="144955"/>
                </a:cubicBezTo>
                <a:cubicBezTo>
                  <a:pt x="712645" y="144955"/>
                  <a:pt x="702590" y="142206"/>
                  <a:pt x="695673" y="136708"/>
                </a:cubicBezTo>
                <a:cubicBezTo>
                  <a:pt x="688757" y="131210"/>
                  <a:pt x="684343" y="123059"/>
                  <a:pt x="682430" y="112254"/>
                </a:cubicBezTo>
                <a:close/>
                <a:moveTo>
                  <a:pt x="856740" y="109960"/>
                </a:moveTo>
                <a:lnTo>
                  <a:pt x="874525" y="112159"/>
                </a:lnTo>
                <a:cubicBezTo>
                  <a:pt x="871720" y="122549"/>
                  <a:pt x="866525" y="130613"/>
                  <a:pt x="858939" y="136350"/>
                </a:cubicBezTo>
                <a:cubicBezTo>
                  <a:pt x="851354" y="142087"/>
                  <a:pt x="841664" y="144955"/>
                  <a:pt x="829872" y="144955"/>
                </a:cubicBezTo>
                <a:cubicBezTo>
                  <a:pt x="815019" y="144955"/>
                  <a:pt x="803242" y="140382"/>
                  <a:pt x="794541" y="131234"/>
                </a:cubicBezTo>
                <a:cubicBezTo>
                  <a:pt x="785840" y="122087"/>
                  <a:pt x="781489" y="109258"/>
                  <a:pt x="781489" y="92748"/>
                </a:cubicBezTo>
                <a:cubicBezTo>
                  <a:pt x="781489" y="75665"/>
                  <a:pt x="785888" y="62406"/>
                  <a:pt x="794685" y="52972"/>
                </a:cubicBezTo>
                <a:cubicBezTo>
                  <a:pt x="803481" y="43538"/>
                  <a:pt x="814892" y="38820"/>
                  <a:pt x="828916" y="38820"/>
                </a:cubicBezTo>
                <a:cubicBezTo>
                  <a:pt x="842493" y="38820"/>
                  <a:pt x="853585" y="43435"/>
                  <a:pt x="862190" y="52664"/>
                </a:cubicBezTo>
                <a:cubicBezTo>
                  <a:pt x="870796" y="61891"/>
                  <a:pt x="875099" y="74873"/>
                  <a:pt x="875099" y="91610"/>
                </a:cubicBezTo>
                <a:cubicBezTo>
                  <a:pt x="875099" y="92628"/>
                  <a:pt x="875067" y="94155"/>
                  <a:pt x="875003" y="96191"/>
                </a:cubicBezTo>
                <a:lnTo>
                  <a:pt x="799274" y="96191"/>
                </a:lnTo>
                <a:cubicBezTo>
                  <a:pt x="799912" y="107314"/>
                  <a:pt x="803067" y="115832"/>
                  <a:pt x="808740" y="121744"/>
                </a:cubicBezTo>
                <a:cubicBezTo>
                  <a:pt x="814414" y="127657"/>
                  <a:pt x="821489" y="130613"/>
                  <a:pt x="829967" y="130613"/>
                </a:cubicBezTo>
                <a:cubicBezTo>
                  <a:pt x="836278" y="130613"/>
                  <a:pt x="841664" y="128971"/>
                  <a:pt x="846127" y="125689"/>
                </a:cubicBezTo>
                <a:cubicBezTo>
                  <a:pt x="850589" y="122404"/>
                  <a:pt x="854127" y="117161"/>
                  <a:pt x="856740" y="109960"/>
                </a:cubicBezTo>
                <a:moveTo>
                  <a:pt x="800230" y="81848"/>
                </a:moveTo>
                <a:lnTo>
                  <a:pt x="856931" y="81848"/>
                </a:lnTo>
                <a:cubicBezTo>
                  <a:pt x="856166" y="73446"/>
                  <a:pt x="853999" y="67144"/>
                  <a:pt x="850429" y="62943"/>
                </a:cubicBezTo>
                <a:cubicBezTo>
                  <a:pt x="844947" y="56423"/>
                  <a:pt x="837840" y="53163"/>
                  <a:pt x="829107" y="53163"/>
                </a:cubicBezTo>
                <a:cubicBezTo>
                  <a:pt x="821202" y="53163"/>
                  <a:pt x="814557" y="55766"/>
                  <a:pt x="809171" y="60971"/>
                </a:cubicBezTo>
                <a:cubicBezTo>
                  <a:pt x="803784" y="66174"/>
                  <a:pt x="800804" y="73133"/>
                  <a:pt x="800230" y="81848"/>
                </a:cubicBezTo>
                <a:close/>
                <a:moveTo>
                  <a:pt x="1053267" y="93322"/>
                </a:moveTo>
                <a:lnTo>
                  <a:pt x="1071817" y="98007"/>
                </a:lnTo>
                <a:cubicBezTo>
                  <a:pt x="1067929" y="113274"/>
                  <a:pt x="1060933" y="124916"/>
                  <a:pt x="1050829" y="132932"/>
                </a:cubicBezTo>
                <a:cubicBezTo>
                  <a:pt x="1040726" y="140947"/>
                  <a:pt x="1028375" y="144955"/>
                  <a:pt x="1013777" y="144955"/>
                </a:cubicBezTo>
                <a:cubicBezTo>
                  <a:pt x="998670" y="144955"/>
                  <a:pt x="986383" y="141880"/>
                  <a:pt x="976917" y="135728"/>
                </a:cubicBezTo>
                <a:cubicBezTo>
                  <a:pt x="967451" y="129577"/>
                  <a:pt x="960248" y="120669"/>
                  <a:pt x="955308" y="109003"/>
                </a:cubicBezTo>
                <a:cubicBezTo>
                  <a:pt x="950367" y="97338"/>
                  <a:pt x="947897" y="84812"/>
                  <a:pt x="947897" y="71426"/>
                </a:cubicBezTo>
                <a:cubicBezTo>
                  <a:pt x="947897" y="56828"/>
                  <a:pt x="950686" y="44095"/>
                  <a:pt x="956264" y="33227"/>
                </a:cubicBezTo>
                <a:cubicBezTo>
                  <a:pt x="961841" y="22358"/>
                  <a:pt x="969778" y="14103"/>
                  <a:pt x="980072" y="8462"/>
                </a:cubicBezTo>
                <a:cubicBezTo>
                  <a:pt x="990367" y="2821"/>
                  <a:pt x="1001698" y="0"/>
                  <a:pt x="1014064" y="0"/>
                </a:cubicBezTo>
                <a:cubicBezTo>
                  <a:pt x="1028088" y="0"/>
                  <a:pt x="1039881" y="3570"/>
                  <a:pt x="1049443" y="10709"/>
                </a:cubicBezTo>
                <a:cubicBezTo>
                  <a:pt x="1059004" y="17848"/>
                  <a:pt x="1065666" y="27888"/>
                  <a:pt x="1069427" y="40828"/>
                </a:cubicBezTo>
                <a:lnTo>
                  <a:pt x="1051164" y="45131"/>
                </a:lnTo>
                <a:cubicBezTo>
                  <a:pt x="1047913" y="34898"/>
                  <a:pt x="1043196" y="27448"/>
                  <a:pt x="1037012" y="22781"/>
                </a:cubicBezTo>
                <a:cubicBezTo>
                  <a:pt x="1030829" y="18111"/>
                  <a:pt x="1023052" y="15777"/>
                  <a:pt x="1013682" y="15777"/>
                </a:cubicBezTo>
                <a:cubicBezTo>
                  <a:pt x="1002909" y="15777"/>
                  <a:pt x="993905" y="18363"/>
                  <a:pt x="986670" y="23537"/>
                </a:cubicBezTo>
                <a:cubicBezTo>
                  <a:pt x="979435" y="28708"/>
                  <a:pt x="974351" y="35652"/>
                  <a:pt x="971419" y="44369"/>
                </a:cubicBezTo>
                <a:cubicBezTo>
                  <a:pt x="968487" y="53084"/>
                  <a:pt x="967021" y="62070"/>
                  <a:pt x="967021" y="71327"/>
                </a:cubicBezTo>
                <a:cubicBezTo>
                  <a:pt x="967021" y="83267"/>
                  <a:pt x="968758" y="93692"/>
                  <a:pt x="972232" y="102600"/>
                </a:cubicBezTo>
                <a:cubicBezTo>
                  <a:pt x="975706" y="111508"/>
                  <a:pt x="981108" y="118166"/>
                  <a:pt x="988439" y="122572"/>
                </a:cubicBezTo>
                <a:cubicBezTo>
                  <a:pt x="995770" y="126976"/>
                  <a:pt x="1003706" y="129179"/>
                  <a:pt x="1012248" y="129179"/>
                </a:cubicBezTo>
                <a:cubicBezTo>
                  <a:pt x="1022638" y="129179"/>
                  <a:pt x="1031435" y="126167"/>
                  <a:pt x="1038638" y="120143"/>
                </a:cubicBezTo>
                <a:cubicBezTo>
                  <a:pt x="1045841" y="114119"/>
                  <a:pt x="1050717" y="105179"/>
                  <a:pt x="1053267" y="93322"/>
                </a:cubicBezTo>
                <a:close/>
                <a:moveTo>
                  <a:pt x="1085130" y="91888"/>
                </a:moveTo>
                <a:cubicBezTo>
                  <a:pt x="1085130" y="73083"/>
                  <a:pt x="1090358" y="59155"/>
                  <a:pt x="1100812" y="50103"/>
                </a:cubicBezTo>
                <a:cubicBezTo>
                  <a:pt x="1109545" y="42581"/>
                  <a:pt x="1120190" y="38820"/>
                  <a:pt x="1132748" y="38820"/>
                </a:cubicBezTo>
                <a:cubicBezTo>
                  <a:pt x="1146708" y="38820"/>
                  <a:pt x="1158118" y="43394"/>
                  <a:pt x="1166979" y="52542"/>
                </a:cubicBezTo>
                <a:cubicBezTo>
                  <a:pt x="1175839" y="61689"/>
                  <a:pt x="1180269" y="74326"/>
                  <a:pt x="1180269" y="90454"/>
                </a:cubicBezTo>
                <a:cubicBezTo>
                  <a:pt x="1180269" y="103521"/>
                  <a:pt x="1178309" y="113800"/>
                  <a:pt x="1174389" y="121290"/>
                </a:cubicBezTo>
                <a:cubicBezTo>
                  <a:pt x="1170469" y="128780"/>
                  <a:pt x="1164763" y="134597"/>
                  <a:pt x="1157273" y="138740"/>
                </a:cubicBezTo>
                <a:cubicBezTo>
                  <a:pt x="1149783" y="142884"/>
                  <a:pt x="1141608" y="144955"/>
                  <a:pt x="1132748" y="144955"/>
                </a:cubicBezTo>
                <a:cubicBezTo>
                  <a:pt x="1118533" y="144955"/>
                  <a:pt x="1107043" y="140398"/>
                  <a:pt x="1098278" y="131282"/>
                </a:cubicBezTo>
                <a:cubicBezTo>
                  <a:pt x="1089513" y="122167"/>
                  <a:pt x="1085130" y="109035"/>
                  <a:pt x="1085130" y="91888"/>
                </a:cubicBezTo>
                <a:moveTo>
                  <a:pt x="1102820" y="91840"/>
                </a:moveTo>
                <a:cubicBezTo>
                  <a:pt x="1102820" y="104796"/>
                  <a:pt x="1105656" y="114497"/>
                  <a:pt x="1111330" y="120944"/>
                </a:cubicBezTo>
                <a:cubicBezTo>
                  <a:pt x="1117003" y="127390"/>
                  <a:pt x="1124142" y="130613"/>
                  <a:pt x="1132748" y="130613"/>
                </a:cubicBezTo>
                <a:cubicBezTo>
                  <a:pt x="1141290" y="130613"/>
                  <a:pt x="1148397" y="127374"/>
                  <a:pt x="1154070" y="120896"/>
                </a:cubicBezTo>
                <a:cubicBezTo>
                  <a:pt x="1159744" y="114418"/>
                  <a:pt x="1162580" y="104542"/>
                  <a:pt x="1162580" y="91269"/>
                </a:cubicBezTo>
                <a:cubicBezTo>
                  <a:pt x="1162580" y="78758"/>
                  <a:pt x="1159728" y="69278"/>
                  <a:pt x="1154023" y="62832"/>
                </a:cubicBezTo>
                <a:cubicBezTo>
                  <a:pt x="1148317" y="56386"/>
                  <a:pt x="1141226" y="53163"/>
                  <a:pt x="1132748" y="53163"/>
                </a:cubicBezTo>
                <a:cubicBezTo>
                  <a:pt x="1124142" y="53163"/>
                  <a:pt x="1117003" y="56370"/>
                  <a:pt x="1111330" y="62785"/>
                </a:cubicBezTo>
                <a:cubicBezTo>
                  <a:pt x="1105656" y="69199"/>
                  <a:pt x="1102820" y="78884"/>
                  <a:pt x="1102820" y="91840"/>
                </a:cubicBezTo>
                <a:close/>
                <a:moveTo>
                  <a:pt x="1228230" y="142661"/>
                </a:moveTo>
                <a:lnTo>
                  <a:pt x="1189601" y="41115"/>
                </a:lnTo>
                <a:lnTo>
                  <a:pt x="1207768" y="41115"/>
                </a:lnTo>
                <a:lnTo>
                  <a:pt x="1229569" y="101928"/>
                </a:lnTo>
                <a:cubicBezTo>
                  <a:pt x="1231927" y="108493"/>
                  <a:pt x="1234095" y="115314"/>
                  <a:pt x="1236071" y="122390"/>
                </a:cubicBezTo>
                <a:cubicBezTo>
                  <a:pt x="1237601" y="117035"/>
                  <a:pt x="1239736" y="110597"/>
                  <a:pt x="1242477" y="103075"/>
                </a:cubicBezTo>
                <a:lnTo>
                  <a:pt x="1265043" y="41115"/>
                </a:lnTo>
                <a:lnTo>
                  <a:pt x="1282732" y="41115"/>
                </a:lnTo>
                <a:lnTo>
                  <a:pt x="1244294" y="142661"/>
                </a:lnTo>
                <a:lnTo>
                  <a:pt x="1228230" y="142661"/>
                </a:lnTo>
                <a:close/>
                <a:moveTo>
                  <a:pt x="1365314" y="109960"/>
                </a:moveTo>
                <a:lnTo>
                  <a:pt x="1383099" y="112159"/>
                </a:lnTo>
                <a:cubicBezTo>
                  <a:pt x="1380294" y="122549"/>
                  <a:pt x="1375099" y="130613"/>
                  <a:pt x="1367513" y="136350"/>
                </a:cubicBezTo>
                <a:cubicBezTo>
                  <a:pt x="1359928" y="142087"/>
                  <a:pt x="1350239" y="144955"/>
                  <a:pt x="1338446" y="144955"/>
                </a:cubicBezTo>
                <a:cubicBezTo>
                  <a:pt x="1323593" y="144955"/>
                  <a:pt x="1311817" y="140382"/>
                  <a:pt x="1303115" y="131234"/>
                </a:cubicBezTo>
                <a:cubicBezTo>
                  <a:pt x="1294414" y="122087"/>
                  <a:pt x="1290064" y="109258"/>
                  <a:pt x="1290064" y="92748"/>
                </a:cubicBezTo>
                <a:cubicBezTo>
                  <a:pt x="1290064" y="75665"/>
                  <a:pt x="1294462" y="62406"/>
                  <a:pt x="1303259" y="52972"/>
                </a:cubicBezTo>
                <a:cubicBezTo>
                  <a:pt x="1312056" y="43538"/>
                  <a:pt x="1323466" y="38820"/>
                  <a:pt x="1337490" y="38820"/>
                </a:cubicBezTo>
                <a:cubicBezTo>
                  <a:pt x="1351067" y="38820"/>
                  <a:pt x="1362159" y="43435"/>
                  <a:pt x="1370764" y="52664"/>
                </a:cubicBezTo>
                <a:cubicBezTo>
                  <a:pt x="1379370" y="61891"/>
                  <a:pt x="1383673" y="74873"/>
                  <a:pt x="1383673" y="91610"/>
                </a:cubicBezTo>
                <a:cubicBezTo>
                  <a:pt x="1383673" y="92628"/>
                  <a:pt x="1383641" y="94155"/>
                  <a:pt x="1383577" y="96191"/>
                </a:cubicBezTo>
                <a:lnTo>
                  <a:pt x="1307848" y="96191"/>
                </a:lnTo>
                <a:cubicBezTo>
                  <a:pt x="1308486" y="107314"/>
                  <a:pt x="1311641" y="115832"/>
                  <a:pt x="1317315" y="121744"/>
                </a:cubicBezTo>
                <a:cubicBezTo>
                  <a:pt x="1322988" y="127657"/>
                  <a:pt x="1330063" y="130613"/>
                  <a:pt x="1338542" y="130613"/>
                </a:cubicBezTo>
                <a:cubicBezTo>
                  <a:pt x="1344852" y="130613"/>
                  <a:pt x="1350239" y="128971"/>
                  <a:pt x="1354701" y="125689"/>
                </a:cubicBezTo>
                <a:cubicBezTo>
                  <a:pt x="1359163" y="122404"/>
                  <a:pt x="1362701" y="117161"/>
                  <a:pt x="1365314" y="109960"/>
                </a:cubicBezTo>
                <a:moveTo>
                  <a:pt x="1308805" y="81848"/>
                </a:moveTo>
                <a:lnTo>
                  <a:pt x="1365506" y="81848"/>
                </a:lnTo>
                <a:cubicBezTo>
                  <a:pt x="1364741" y="73446"/>
                  <a:pt x="1362573" y="67144"/>
                  <a:pt x="1359004" y="62943"/>
                </a:cubicBezTo>
                <a:cubicBezTo>
                  <a:pt x="1353522" y="56423"/>
                  <a:pt x="1346414" y="53163"/>
                  <a:pt x="1337681" y="53163"/>
                </a:cubicBezTo>
                <a:cubicBezTo>
                  <a:pt x="1329777" y="53163"/>
                  <a:pt x="1323131" y="55766"/>
                  <a:pt x="1317745" y="60971"/>
                </a:cubicBezTo>
                <a:cubicBezTo>
                  <a:pt x="1312358" y="66174"/>
                  <a:pt x="1309378" y="73133"/>
                  <a:pt x="1308805" y="81848"/>
                </a:cubicBezTo>
                <a:close/>
                <a:moveTo>
                  <a:pt x="1404096" y="142661"/>
                </a:moveTo>
                <a:lnTo>
                  <a:pt x="1404096" y="41115"/>
                </a:lnTo>
                <a:lnTo>
                  <a:pt x="1419586" y="41115"/>
                </a:lnTo>
                <a:lnTo>
                  <a:pt x="1419586" y="56414"/>
                </a:lnTo>
                <a:cubicBezTo>
                  <a:pt x="1423538" y="49251"/>
                  <a:pt x="1427187" y="44528"/>
                  <a:pt x="1430534" y="42245"/>
                </a:cubicBezTo>
                <a:cubicBezTo>
                  <a:pt x="1433880" y="39962"/>
                  <a:pt x="1437562" y="38820"/>
                  <a:pt x="1441577" y="38820"/>
                </a:cubicBezTo>
                <a:cubicBezTo>
                  <a:pt x="1447378" y="38820"/>
                  <a:pt x="1453275" y="40661"/>
                  <a:pt x="1459267" y="44342"/>
                </a:cubicBezTo>
                <a:lnTo>
                  <a:pt x="1453338" y="60239"/>
                </a:lnTo>
                <a:cubicBezTo>
                  <a:pt x="1449131" y="57753"/>
                  <a:pt x="1444924" y="56510"/>
                  <a:pt x="1440717" y="56510"/>
                </a:cubicBezTo>
                <a:cubicBezTo>
                  <a:pt x="1436956" y="56510"/>
                  <a:pt x="1433578" y="57643"/>
                  <a:pt x="1430582" y="59910"/>
                </a:cubicBezTo>
                <a:cubicBezTo>
                  <a:pt x="1427586" y="62175"/>
                  <a:pt x="1425450" y="65317"/>
                  <a:pt x="1424175" y="69337"/>
                </a:cubicBezTo>
                <a:cubicBezTo>
                  <a:pt x="1422263" y="75463"/>
                  <a:pt x="1421307" y="82163"/>
                  <a:pt x="1421307" y="89438"/>
                </a:cubicBezTo>
                <a:lnTo>
                  <a:pt x="1421307" y="142661"/>
                </a:lnTo>
                <a:lnTo>
                  <a:pt x="1404096" y="142661"/>
                </a:lnTo>
                <a:close/>
                <a:moveTo>
                  <a:pt x="1536542" y="130123"/>
                </a:moveTo>
                <a:cubicBezTo>
                  <a:pt x="1530168" y="135545"/>
                  <a:pt x="1524032" y="139373"/>
                  <a:pt x="1518136" y="141606"/>
                </a:cubicBezTo>
                <a:cubicBezTo>
                  <a:pt x="1512239" y="143839"/>
                  <a:pt x="1505913" y="144955"/>
                  <a:pt x="1499156" y="144955"/>
                </a:cubicBezTo>
                <a:cubicBezTo>
                  <a:pt x="1488000" y="144955"/>
                  <a:pt x="1479427" y="142228"/>
                  <a:pt x="1473435" y="136774"/>
                </a:cubicBezTo>
                <a:cubicBezTo>
                  <a:pt x="1467443" y="131320"/>
                  <a:pt x="1464447" y="124351"/>
                  <a:pt x="1464447" y="115867"/>
                </a:cubicBezTo>
                <a:cubicBezTo>
                  <a:pt x="1464447" y="110893"/>
                  <a:pt x="1465578" y="106349"/>
                  <a:pt x="1467841" y="102235"/>
                </a:cubicBezTo>
                <a:cubicBezTo>
                  <a:pt x="1470104" y="98120"/>
                  <a:pt x="1473068" y="94818"/>
                  <a:pt x="1476734" y="92330"/>
                </a:cubicBezTo>
                <a:cubicBezTo>
                  <a:pt x="1480399" y="89842"/>
                  <a:pt x="1484526" y="87961"/>
                  <a:pt x="1489116" y="86686"/>
                </a:cubicBezTo>
                <a:cubicBezTo>
                  <a:pt x="1492494" y="85791"/>
                  <a:pt x="1497594" y="84930"/>
                  <a:pt x="1504415" y="84101"/>
                </a:cubicBezTo>
                <a:cubicBezTo>
                  <a:pt x="1518311" y="82456"/>
                  <a:pt x="1528542" y="80494"/>
                  <a:pt x="1535108" y="78215"/>
                </a:cubicBezTo>
                <a:cubicBezTo>
                  <a:pt x="1535171" y="75866"/>
                  <a:pt x="1535203" y="74374"/>
                  <a:pt x="1535203" y="73739"/>
                </a:cubicBezTo>
                <a:cubicBezTo>
                  <a:pt x="1535203" y="66753"/>
                  <a:pt x="1533578" y="61831"/>
                  <a:pt x="1530327" y="58975"/>
                </a:cubicBezTo>
                <a:cubicBezTo>
                  <a:pt x="1525928" y="55100"/>
                  <a:pt x="1519395" y="53163"/>
                  <a:pt x="1510725" y="53163"/>
                </a:cubicBezTo>
                <a:cubicBezTo>
                  <a:pt x="1502630" y="53163"/>
                  <a:pt x="1496654" y="54581"/>
                  <a:pt x="1492797" y="57418"/>
                </a:cubicBezTo>
                <a:cubicBezTo>
                  <a:pt x="1488941" y="60255"/>
                  <a:pt x="1486088" y="65275"/>
                  <a:pt x="1484239" y="72478"/>
                </a:cubicBezTo>
                <a:lnTo>
                  <a:pt x="1467411" y="70183"/>
                </a:lnTo>
                <a:cubicBezTo>
                  <a:pt x="1468941" y="62958"/>
                  <a:pt x="1471459" y="57123"/>
                  <a:pt x="1474965" y="52679"/>
                </a:cubicBezTo>
                <a:cubicBezTo>
                  <a:pt x="1478471" y="48235"/>
                  <a:pt x="1483538" y="44814"/>
                  <a:pt x="1490168" y="42418"/>
                </a:cubicBezTo>
                <a:cubicBezTo>
                  <a:pt x="1496797" y="40020"/>
                  <a:pt x="1504478" y="38820"/>
                  <a:pt x="1513211" y="38820"/>
                </a:cubicBezTo>
                <a:cubicBezTo>
                  <a:pt x="1521881" y="38820"/>
                  <a:pt x="1528924" y="39840"/>
                  <a:pt x="1534343" y="41880"/>
                </a:cubicBezTo>
                <a:cubicBezTo>
                  <a:pt x="1539761" y="43920"/>
                  <a:pt x="1543745" y="46486"/>
                  <a:pt x="1546295" y="49577"/>
                </a:cubicBezTo>
                <a:cubicBezTo>
                  <a:pt x="1548845" y="52669"/>
                  <a:pt x="1550630" y="56573"/>
                  <a:pt x="1551649" y="61290"/>
                </a:cubicBezTo>
                <a:cubicBezTo>
                  <a:pt x="1552223" y="64223"/>
                  <a:pt x="1552510" y="69514"/>
                  <a:pt x="1552510" y="77163"/>
                </a:cubicBezTo>
                <a:lnTo>
                  <a:pt x="1552510" y="100111"/>
                </a:lnTo>
                <a:cubicBezTo>
                  <a:pt x="1552510" y="116111"/>
                  <a:pt x="1552877" y="126230"/>
                  <a:pt x="1553610" y="130469"/>
                </a:cubicBezTo>
                <a:cubicBezTo>
                  <a:pt x="1554343" y="134708"/>
                  <a:pt x="1555793" y="138772"/>
                  <a:pt x="1557960" y="142661"/>
                </a:cubicBezTo>
                <a:lnTo>
                  <a:pt x="1539984" y="142661"/>
                </a:lnTo>
                <a:cubicBezTo>
                  <a:pt x="1538199" y="139087"/>
                  <a:pt x="1537052" y="134908"/>
                  <a:pt x="1536542" y="130123"/>
                </a:cubicBezTo>
                <a:moveTo>
                  <a:pt x="1535108" y="91601"/>
                </a:moveTo>
                <a:cubicBezTo>
                  <a:pt x="1528861" y="94173"/>
                  <a:pt x="1519490" y="96358"/>
                  <a:pt x="1506996" y="98157"/>
                </a:cubicBezTo>
                <a:cubicBezTo>
                  <a:pt x="1499921" y="99181"/>
                  <a:pt x="1494917" y="100333"/>
                  <a:pt x="1491984" y="101614"/>
                </a:cubicBezTo>
                <a:cubicBezTo>
                  <a:pt x="1489052" y="102893"/>
                  <a:pt x="1486789" y="104765"/>
                  <a:pt x="1485196" y="107231"/>
                </a:cubicBezTo>
                <a:cubicBezTo>
                  <a:pt x="1483602" y="109696"/>
                  <a:pt x="1482805" y="112432"/>
                  <a:pt x="1482805" y="115440"/>
                </a:cubicBezTo>
                <a:cubicBezTo>
                  <a:pt x="1482805" y="120047"/>
                  <a:pt x="1484542" y="123888"/>
                  <a:pt x="1488016" y="126961"/>
                </a:cubicBezTo>
                <a:cubicBezTo>
                  <a:pt x="1491490" y="130033"/>
                  <a:pt x="1496574" y="131569"/>
                  <a:pt x="1503267" y="131569"/>
                </a:cubicBezTo>
                <a:cubicBezTo>
                  <a:pt x="1509897" y="131569"/>
                  <a:pt x="1515793" y="130112"/>
                  <a:pt x="1520956" y="127197"/>
                </a:cubicBezTo>
                <a:cubicBezTo>
                  <a:pt x="1526120" y="124283"/>
                  <a:pt x="1529913" y="120296"/>
                  <a:pt x="1532335" y="115236"/>
                </a:cubicBezTo>
                <a:cubicBezTo>
                  <a:pt x="1534183" y="111328"/>
                  <a:pt x="1535108" y="105563"/>
                  <a:pt x="1535108" y="97942"/>
                </a:cubicBezTo>
                <a:lnTo>
                  <a:pt x="1535108" y="91601"/>
                </a:lnTo>
                <a:close/>
                <a:moveTo>
                  <a:pt x="1575611" y="151075"/>
                </a:moveTo>
                <a:lnTo>
                  <a:pt x="1592344" y="153561"/>
                </a:lnTo>
                <a:cubicBezTo>
                  <a:pt x="1593045" y="158724"/>
                  <a:pt x="1594989" y="162485"/>
                  <a:pt x="1598176" y="164844"/>
                </a:cubicBezTo>
                <a:cubicBezTo>
                  <a:pt x="1602447" y="168031"/>
                  <a:pt x="1608280" y="169625"/>
                  <a:pt x="1615674" y="169625"/>
                </a:cubicBezTo>
                <a:cubicBezTo>
                  <a:pt x="1623642" y="169625"/>
                  <a:pt x="1629794" y="168027"/>
                  <a:pt x="1634128" y="164832"/>
                </a:cubicBezTo>
                <a:cubicBezTo>
                  <a:pt x="1638463" y="161639"/>
                  <a:pt x="1641395" y="157166"/>
                  <a:pt x="1642925" y="151415"/>
                </a:cubicBezTo>
                <a:cubicBezTo>
                  <a:pt x="1643818" y="147904"/>
                  <a:pt x="1644232" y="140525"/>
                  <a:pt x="1644168" y="129280"/>
                </a:cubicBezTo>
                <a:cubicBezTo>
                  <a:pt x="1636646" y="138200"/>
                  <a:pt x="1627276" y="142661"/>
                  <a:pt x="1616057" y="142661"/>
                </a:cubicBezTo>
                <a:cubicBezTo>
                  <a:pt x="1602097" y="142661"/>
                  <a:pt x="1591292" y="137625"/>
                  <a:pt x="1583643" y="127553"/>
                </a:cubicBezTo>
                <a:cubicBezTo>
                  <a:pt x="1575993" y="117481"/>
                  <a:pt x="1572169" y="105402"/>
                  <a:pt x="1572169" y="91314"/>
                </a:cubicBezTo>
                <a:cubicBezTo>
                  <a:pt x="1572169" y="81625"/>
                  <a:pt x="1573921" y="72685"/>
                  <a:pt x="1577427" y="64494"/>
                </a:cubicBezTo>
                <a:cubicBezTo>
                  <a:pt x="1580933" y="56302"/>
                  <a:pt x="1586017" y="49976"/>
                  <a:pt x="1592678" y="45514"/>
                </a:cubicBezTo>
                <a:cubicBezTo>
                  <a:pt x="1599340" y="41052"/>
                  <a:pt x="1607164" y="38820"/>
                  <a:pt x="1616152" y="38820"/>
                </a:cubicBezTo>
                <a:cubicBezTo>
                  <a:pt x="1628136" y="38820"/>
                  <a:pt x="1638017" y="43697"/>
                  <a:pt x="1645794" y="53450"/>
                </a:cubicBezTo>
                <a:lnTo>
                  <a:pt x="1645794" y="41115"/>
                </a:lnTo>
                <a:lnTo>
                  <a:pt x="1661666" y="41115"/>
                </a:lnTo>
                <a:lnTo>
                  <a:pt x="1661666" y="128951"/>
                </a:lnTo>
                <a:cubicBezTo>
                  <a:pt x="1661666" y="144770"/>
                  <a:pt x="1660056" y="155980"/>
                  <a:pt x="1656837" y="162582"/>
                </a:cubicBezTo>
                <a:cubicBezTo>
                  <a:pt x="1653618" y="169183"/>
                  <a:pt x="1648519" y="174397"/>
                  <a:pt x="1641539" y="178224"/>
                </a:cubicBezTo>
                <a:cubicBezTo>
                  <a:pt x="1634559" y="182053"/>
                  <a:pt x="1625969" y="183967"/>
                  <a:pt x="1615770" y="183967"/>
                </a:cubicBezTo>
                <a:cubicBezTo>
                  <a:pt x="1603658" y="183967"/>
                  <a:pt x="1593874" y="181234"/>
                  <a:pt x="1586415" y="175768"/>
                </a:cubicBezTo>
                <a:cubicBezTo>
                  <a:pt x="1578957" y="170302"/>
                  <a:pt x="1575356" y="162071"/>
                  <a:pt x="1575611" y="151075"/>
                </a:cubicBezTo>
                <a:moveTo>
                  <a:pt x="1589858" y="90074"/>
                </a:moveTo>
                <a:cubicBezTo>
                  <a:pt x="1589858" y="103363"/>
                  <a:pt x="1592503" y="113059"/>
                  <a:pt x="1597794" y="119163"/>
                </a:cubicBezTo>
                <a:cubicBezTo>
                  <a:pt x="1603085" y="125266"/>
                  <a:pt x="1609714" y="128318"/>
                  <a:pt x="1617682" y="128318"/>
                </a:cubicBezTo>
                <a:cubicBezTo>
                  <a:pt x="1625587" y="128318"/>
                  <a:pt x="1632216" y="125282"/>
                  <a:pt x="1637571" y="119210"/>
                </a:cubicBezTo>
                <a:cubicBezTo>
                  <a:pt x="1642925" y="113139"/>
                  <a:pt x="1645602" y="103617"/>
                  <a:pt x="1645602" y="90645"/>
                </a:cubicBezTo>
                <a:cubicBezTo>
                  <a:pt x="1645602" y="78247"/>
                  <a:pt x="1642845" y="68900"/>
                  <a:pt x="1637331" y="62605"/>
                </a:cubicBezTo>
                <a:cubicBezTo>
                  <a:pt x="1631818" y="56310"/>
                  <a:pt x="1625172" y="53163"/>
                  <a:pt x="1617395" y="53163"/>
                </a:cubicBezTo>
                <a:cubicBezTo>
                  <a:pt x="1609746" y="53163"/>
                  <a:pt x="1603244" y="56263"/>
                  <a:pt x="1597889" y="62462"/>
                </a:cubicBezTo>
                <a:cubicBezTo>
                  <a:pt x="1592535" y="68661"/>
                  <a:pt x="1589858" y="77865"/>
                  <a:pt x="1589858" y="90074"/>
                </a:cubicBezTo>
                <a:close/>
                <a:moveTo>
                  <a:pt x="1758959" y="109960"/>
                </a:moveTo>
                <a:lnTo>
                  <a:pt x="1776744" y="112159"/>
                </a:lnTo>
                <a:cubicBezTo>
                  <a:pt x="1773939" y="122549"/>
                  <a:pt x="1768744" y="130613"/>
                  <a:pt x="1761158" y="136350"/>
                </a:cubicBezTo>
                <a:cubicBezTo>
                  <a:pt x="1753573" y="142087"/>
                  <a:pt x="1743883" y="144955"/>
                  <a:pt x="1732091" y="144955"/>
                </a:cubicBezTo>
                <a:cubicBezTo>
                  <a:pt x="1717238" y="144955"/>
                  <a:pt x="1705461" y="140382"/>
                  <a:pt x="1696760" y="131234"/>
                </a:cubicBezTo>
                <a:cubicBezTo>
                  <a:pt x="1688059" y="122087"/>
                  <a:pt x="1683708" y="109258"/>
                  <a:pt x="1683708" y="92748"/>
                </a:cubicBezTo>
                <a:cubicBezTo>
                  <a:pt x="1683708" y="75665"/>
                  <a:pt x="1688107" y="62406"/>
                  <a:pt x="1696903" y="52972"/>
                </a:cubicBezTo>
                <a:cubicBezTo>
                  <a:pt x="1705700" y="43538"/>
                  <a:pt x="1717111" y="38820"/>
                  <a:pt x="1731134" y="38820"/>
                </a:cubicBezTo>
                <a:cubicBezTo>
                  <a:pt x="1744712" y="38820"/>
                  <a:pt x="1755804" y="43435"/>
                  <a:pt x="1764409" y="52664"/>
                </a:cubicBezTo>
                <a:cubicBezTo>
                  <a:pt x="1773015" y="61891"/>
                  <a:pt x="1777317" y="74873"/>
                  <a:pt x="1777317" y="91610"/>
                </a:cubicBezTo>
                <a:cubicBezTo>
                  <a:pt x="1777317" y="92628"/>
                  <a:pt x="1777286" y="94155"/>
                  <a:pt x="1777222" y="96191"/>
                </a:cubicBezTo>
                <a:lnTo>
                  <a:pt x="1701493" y="96191"/>
                </a:lnTo>
                <a:cubicBezTo>
                  <a:pt x="1702131" y="107314"/>
                  <a:pt x="1705286" y="115832"/>
                  <a:pt x="1710959" y="121744"/>
                </a:cubicBezTo>
                <a:cubicBezTo>
                  <a:pt x="1716632" y="127657"/>
                  <a:pt x="1723708" y="130613"/>
                  <a:pt x="1732186" y="130613"/>
                </a:cubicBezTo>
                <a:cubicBezTo>
                  <a:pt x="1738497" y="130613"/>
                  <a:pt x="1743883" y="128971"/>
                  <a:pt x="1748345" y="125689"/>
                </a:cubicBezTo>
                <a:cubicBezTo>
                  <a:pt x="1752808" y="122404"/>
                  <a:pt x="1756345" y="117161"/>
                  <a:pt x="1758959" y="109960"/>
                </a:cubicBezTo>
                <a:moveTo>
                  <a:pt x="1702449" y="81848"/>
                </a:moveTo>
                <a:lnTo>
                  <a:pt x="1759150" y="81848"/>
                </a:lnTo>
                <a:cubicBezTo>
                  <a:pt x="1758385" y="73446"/>
                  <a:pt x="1756218" y="67144"/>
                  <a:pt x="1752648" y="62943"/>
                </a:cubicBezTo>
                <a:cubicBezTo>
                  <a:pt x="1747166" y="56423"/>
                  <a:pt x="1740059" y="53163"/>
                  <a:pt x="1731326" y="53163"/>
                </a:cubicBezTo>
                <a:cubicBezTo>
                  <a:pt x="1723421" y="53163"/>
                  <a:pt x="1716776" y="55766"/>
                  <a:pt x="1711389" y="60971"/>
                </a:cubicBezTo>
                <a:cubicBezTo>
                  <a:pt x="1706003" y="66174"/>
                  <a:pt x="1703023" y="73133"/>
                  <a:pt x="1702449" y="818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B1B7D6-8AE4-4E8C-BD61-109C435D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555" y="3681143"/>
            <a:ext cx="2547835" cy="387390"/>
          </a:xfrm>
          <a:custGeom xmlns:a="http://schemas.openxmlformats.org/drawingml/2006/main">
            <a:pathLst>
              <a:path w="2547835" h="387390">
                <a:moveTo>
                  <a:pt x="0" y="0"/>
                </a:moveTo>
                <a:lnTo>
                  <a:pt x="2547835" y="0"/>
                </a:lnTo>
                <a:lnTo>
                  <a:pt x="2547835" y="387390"/>
                </a:lnTo>
                <a:lnTo>
                  <a:pt x="0" y="3873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CodeObfuscation">
            <a:extLst xmlns:a="http://schemas.openxmlformats.org/drawingml/2006/main">
              <a:ext uri="{FF2B5EF4-FFF2-40B4-BE49-F238E27FC236}">
                <a16:creationId xmlns:a16="http://schemas.microsoft.com/office/drawing/2014/main" id="{15D31FC3-2D9A-4AFB-8F8C-0E2A9616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260" y="3797085"/>
            <a:ext cx="1810560" cy="157768"/>
          </a:xfrm>
          <a:custGeom xmlns:a="http://schemas.openxmlformats.org/drawingml/2006/main">
            <a:pathLst>
              <a:path w="1810560" h="157768">
                <a:moveTo>
                  <a:pt x="102892" y="98943"/>
                </a:moveTo>
                <a:lnTo>
                  <a:pt x="132721" y="108297"/>
                </a:lnTo>
                <a:cubicBezTo>
                  <a:pt x="128148" y="125032"/>
                  <a:pt x="120543" y="137461"/>
                  <a:pt x="109908" y="145585"/>
                </a:cubicBezTo>
                <a:cubicBezTo>
                  <a:pt x="99272" y="153707"/>
                  <a:pt x="85778" y="157768"/>
                  <a:pt x="69426" y="157768"/>
                </a:cubicBezTo>
                <a:cubicBezTo>
                  <a:pt x="49194" y="157768"/>
                  <a:pt x="32565" y="150848"/>
                  <a:pt x="19539" y="137008"/>
                </a:cubicBezTo>
                <a:cubicBezTo>
                  <a:pt x="6513" y="123165"/>
                  <a:pt x="0" y="104242"/>
                  <a:pt x="0" y="80238"/>
                </a:cubicBezTo>
                <a:cubicBezTo>
                  <a:pt x="0" y="54844"/>
                  <a:pt x="6548" y="35123"/>
                  <a:pt x="19643" y="21075"/>
                </a:cubicBezTo>
                <a:cubicBezTo>
                  <a:pt x="32738" y="7025"/>
                  <a:pt x="49956" y="0"/>
                  <a:pt x="71297" y="0"/>
                </a:cubicBezTo>
                <a:cubicBezTo>
                  <a:pt x="89935" y="0"/>
                  <a:pt x="105075" y="5521"/>
                  <a:pt x="116715" y="16564"/>
                </a:cubicBezTo>
                <a:cubicBezTo>
                  <a:pt x="123644" y="23092"/>
                  <a:pt x="128840" y="32468"/>
                  <a:pt x="132305" y="44691"/>
                </a:cubicBezTo>
                <a:lnTo>
                  <a:pt x="101853" y="51966"/>
                </a:lnTo>
                <a:cubicBezTo>
                  <a:pt x="100051" y="44067"/>
                  <a:pt x="96293" y="37831"/>
                  <a:pt x="90576" y="33258"/>
                </a:cubicBezTo>
                <a:cubicBezTo>
                  <a:pt x="84860" y="28685"/>
                  <a:pt x="77914" y="26399"/>
                  <a:pt x="69738" y="26399"/>
                </a:cubicBezTo>
                <a:cubicBezTo>
                  <a:pt x="58444" y="26399"/>
                  <a:pt x="49281" y="30452"/>
                  <a:pt x="42248" y="38559"/>
                </a:cubicBezTo>
                <a:cubicBezTo>
                  <a:pt x="35215" y="46665"/>
                  <a:pt x="31699" y="59795"/>
                  <a:pt x="31699" y="77949"/>
                </a:cubicBezTo>
                <a:cubicBezTo>
                  <a:pt x="31699" y="97211"/>
                  <a:pt x="35163" y="110930"/>
                  <a:pt x="42092" y="119106"/>
                </a:cubicBezTo>
                <a:cubicBezTo>
                  <a:pt x="49021" y="127281"/>
                  <a:pt x="58028" y="131369"/>
                  <a:pt x="69114" y="131369"/>
                </a:cubicBezTo>
                <a:cubicBezTo>
                  <a:pt x="77290" y="131369"/>
                  <a:pt x="84323" y="128764"/>
                  <a:pt x="90213" y="123552"/>
                </a:cubicBezTo>
                <a:cubicBezTo>
                  <a:pt x="96102" y="118338"/>
                  <a:pt x="100329" y="110135"/>
                  <a:pt x="102892" y="98943"/>
                </a:cubicBezTo>
                <a:close/>
                <a:moveTo>
                  <a:pt x="151694" y="98319"/>
                </a:moveTo>
                <a:cubicBezTo>
                  <a:pt x="151694" y="88619"/>
                  <a:pt x="154084" y="79230"/>
                  <a:pt x="158865" y="70154"/>
                </a:cubicBezTo>
                <a:cubicBezTo>
                  <a:pt x="163646" y="61077"/>
                  <a:pt x="170419" y="54148"/>
                  <a:pt x="179184" y="49367"/>
                </a:cubicBezTo>
                <a:cubicBezTo>
                  <a:pt x="187949" y="44587"/>
                  <a:pt x="197736" y="42196"/>
                  <a:pt x="208544" y="42196"/>
                </a:cubicBezTo>
                <a:cubicBezTo>
                  <a:pt x="225243" y="42196"/>
                  <a:pt x="238927" y="47618"/>
                  <a:pt x="249597" y="58461"/>
                </a:cubicBezTo>
                <a:cubicBezTo>
                  <a:pt x="260268" y="69305"/>
                  <a:pt x="265603" y="83007"/>
                  <a:pt x="265603" y="99566"/>
                </a:cubicBezTo>
                <a:cubicBezTo>
                  <a:pt x="265603" y="116265"/>
                  <a:pt x="260216" y="130105"/>
                  <a:pt x="249441" y="141087"/>
                </a:cubicBezTo>
                <a:cubicBezTo>
                  <a:pt x="238667" y="152069"/>
                  <a:pt x="225104" y="157560"/>
                  <a:pt x="208752" y="157560"/>
                </a:cubicBezTo>
                <a:cubicBezTo>
                  <a:pt x="198636" y="157560"/>
                  <a:pt x="188988" y="155274"/>
                  <a:pt x="179807" y="150701"/>
                </a:cubicBezTo>
                <a:cubicBezTo>
                  <a:pt x="170627" y="146128"/>
                  <a:pt x="163646" y="139424"/>
                  <a:pt x="158865" y="130590"/>
                </a:cubicBezTo>
                <a:cubicBezTo>
                  <a:pt x="154084" y="121756"/>
                  <a:pt x="151694" y="110999"/>
                  <a:pt x="151694" y="98319"/>
                </a:cubicBezTo>
                <a:moveTo>
                  <a:pt x="181626" y="99878"/>
                </a:moveTo>
                <a:cubicBezTo>
                  <a:pt x="181626" y="110791"/>
                  <a:pt x="184224" y="119149"/>
                  <a:pt x="189421" y="124952"/>
                </a:cubicBezTo>
                <a:cubicBezTo>
                  <a:pt x="194618" y="130755"/>
                  <a:pt x="201027" y="133656"/>
                  <a:pt x="208648" y="133656"/>
                </a:cubicBezTo>
                <a:cubicBezTo>
                  <a:pt x="216270" y="133656"/>
                  <a:pt x="222662" y="130755"/>
                  <a:pt x="227824" y="124952"/>
                </a:cubicBezTo>
                <a:cubicBezTo>
                  <a:pt x="232986" y="119149"/>
                  <a:pt x="235567" y="110722"/>
                  <a:pt x="235567" y="99670"/>
                </a:cubicBezTo>
                <a:cubicBezTo>
                  <a:pt x="235567" y="88896"/>
                  <a:pt x="232986" y="80608"/>
                  <a:pt x="227824" y="74805"/>
                </a:cubicBezTo>
                <a:cubicBezTo>
                  <a:pt x="222662" y="69002"/>
                  <a:pt x="216270" y="66100"/>
                  <a:pt x="208648" y="66100"/>
                </a:cubicBezTo>
                <a:cubicBezTo>
                  <a:pt x="201027" y="66100"/>
                  <a:pt x="194618" y="69002"/>
                  <a:pt x="189421" y="74805"/>
                </a:cubicBezTo>
                <a:cubicBezTo>
                  <a:pt x="184224" y="80608"/>
                  <a:pt x="181626" y="88965"/>
                  <a:pt x="181626" y="99878"/>
                </a:cubicBezTo>
                <a:close/>
                <a:moveTo>
                  <a:pt x="389519" y="155066"/>
                </a:moveTo>
                <a:lnTo>
                  <a:pt x="362393" y="155066"/>
                </a:lnTo>
                <a:lnTo>
                  <a:pt x="362393" y="138853"/>
                </a:lnTo>
                <a:cubicBezTo>
                  <a:pt x="357889" y="145158"/>
                  <a:pt x="352571" y="149852"/>
                  <a:pt x="346439" y="152935"/>
                </a:cubicBezTo>
                <a:cubicBezTo>
                  <a:pt x="340307" y="156019"/>
                  <a:pt x="334123" y="157560"/>
                  <a:pt x="327887" y="157560"/>
                </a:cubicBezTo>
                <a:cubicBezTo>
                  <a:pt x="315208" y="157560"/>
                  <a:pt x="304347" y="152450"/>
                  <a:pt x="295305" y="142230"/>
                </a:cubicBezTo>
                <a:cubicBezTo>
                  <a:pt x="286263" y="132010"/>
                  <a:pt x="281742" y="117754"/>
                  <a:pt x="281742" y="99462"/>
                </a:cubicBezTo>
                <a:cubicBezTo>
                  <a:pt x="281742" y="80755"/>
                  <a:pt x="286141" y="66533"/>
                  <a:pt x="294941" y="56799"/>
                </a:cubicBezTo>
                <a:cubicBezTo>
                  <a:pt x="303741" y="47064"/>
                  <a:pt x="314861" y="42196"/>
                  <a:pt x="328303" y="42196"/>
                </a:cubicBezTo>
                <a:cubicBezTo>
                  <a:pt x="340636" y="42196"/>
                  <a:pt x="351307" y="47323"/>
                  <a:pt x="360314" y="57578"/>
                </a:cubicBezTo>
                <a:lnTo>
                  <a:pt x="360314" y="2702"/>
                </a:lnTo>
                <a:lnTo>
                  <a:pt x="389519" y="2702"/>
                </a:lnTo>
                <a:lnTo>
                  <a:pt x="389519" y="155066"/>
                </a:lnTo>
                <a:moveTo>
                  <a:pt x="311570" y="97543"/>
                </a:moveTo>
                <a:cubicBezTo>
                  <a:pt x="311570" y="109305"/>
                  <a:pt x="313198" y="117814"/>
                  <a:pt x="316455" y="123071"/>
                </a:cubicBezTo>
                <a:cubicBezTo>
                  <a:pt x="321166" y="130682"/>
                  <a:pt x="327749" y="134487"/>
                  <a:pt x="336202" y="134487"/>
                </a:cubicBezTo>
                <a:cubicBezTo>
                  <a:pt x="342923" y="134487"/>
                  <a:pt x="348639" y="131634"/>
                  <a:pt x="353351" y="125926"/>
                </a:cubicBezTo>
                <a:cubicBezTo>
                  <a:pt x="358062" y="120218"/>
                  <a:pt x="360418" y="111692"/>
                  <a:pt x="360418" y="100346"/>
                </a:cubicBezTo>
                <a:cubicBezTo>
                  <a:pt x="360418" y="87684"/>
                  <a:pt x="358131" y="78568"/>
                  <a:pt x="353558" y="72999"/>
                </a:cubicBezTo>
                <a:cubicBezTo>
                  <a:pt x="348985" y="67430"/>
                  <a:pt x="343131" y="64645"/>
                  <a:pt x="335994" y="64645"/>
                </a:cubicBezTo>
                <a:cubicBezTo>
                  <a:pt x="329065" y="64645"/>
                  <a:pt x="323262" y="67395"/>
                  <a:pt x="318585" y="72895"/>
                </a:cubicBezTo>
                <a:cubicBezTo>
                  <a:pt x="313909" y="78395"/>
                  <a:pt x="311570" y="86611"/>
                  <a:pt x="311570" y="97543"/>
                </a:cubicBezTo>
                <a:close/>
                <a:moveTo>
                  <a:pt x="482047" y="119937"/>
                </a:moveTo>
                <a:lnTo>
                  <a:pt x="511148" y="124926"/>
                </a:lnTo>
                <a:cubicBezTo>
                  <a:pt x="507406" y="135561"/>
                  <a:pt x="501499" y="143659"/>
                  <a:pt x="493427" y="149220"/>
                </a:cubicBezTo>
                <a:cubicBezTo>
                  <a:pt x="485355" y="154780"/>
                  <a:pt x="475257" y="157560"/>
                  <a:pt x="463131" y="157560"/>
                </a:cubicBezTo>
                <a:cubicBezTo>
                  <a:pt x="443939" y="157560"/>
                  <a:pt x="429735" y="151290"/>
                  <a:pt x="420519" y="138749"/>
                </a:cubicBezTo>
                <a:cubicBezTo>
                  <a:pt x="413244" y="128702"/>
                  <a:pt x="409607" y="116022"/>
                  <a:pt x="409607" y="100710"/>
                </a:cubicBezTo>
                <a:cubicBezTo>
                  <a:pt x="409607" y="82418"/>
                  <a:pt x="414388" y="68092"/>
                  <a:pt x="423949" y="57734"/>
                </a:cubicBezTo>
                <a:cubicBezTo>
                  <a:pt x="433511" y="47375"/>
                  <a:pt x="445602" y="42196"/>
                  <a:pt x="460221" y="42196"/>
                </a:cubicBezTo>
                <a:cubicBezTo>
                  <a:pt x="476642" y="42196"/>
                  <a:pt x="489599" y="47618"/>
                  <a:pt x="499092" y="58461"/>
                </a:cubicBezTo>
                <a:cubicBezTo>
                  <a:pt x="508584" y="69305"/>
                  <a:pt x="513122" y="85917"/>
                  <a:pt x="512707" y="108297"/>
                </a:cubicBezTo>
                <a:lnTo>
                  <a:pt x="439539" y="108297"/>
                </a:lnTo>
                <a:cubicBezTo>
                  <a:pt x="439747" y="116958"/>
                  <a:pt x="442103" y="123696"/>
                  <a:pt x="446606" y="128511"/>
                </a:cubicBezTo>
                <a:cubicBezTo>
                  <a:pt x="451110" y="133327"/>
                  <a:pt x="456722" y="135735"/>
                  <a:pt x="463443" y="135735"/>
                </a:cubicBezTo>
                <a:cubicBezTo>
                  <a:pt x="468016" y="135735"/>
                  <a:pt x="471862" y="134487"/>
                  <a:pt x="474980" y="131993"/>
                </a:cubicBezTo>
                <a:cubicBezTo>
                  <a:pt x="478098" y="129499"/>
                  <a:pt x="480453" y="125480"/>
                  <a:pt x="482047" y="119937"/>
                </a:cubicBezTo>
                <a:moveTo>
                  <a:pt x="483710" y="90420"/>
                </a:moveTo>
                <a:cubicBezTo>
                  <a:pt x="483502" y="82002"/>
                  <a:pt x="481319" y="75602"/>
                  <a:pt x="477162" y="71219"/>
                </a:cubicBezTo>
                <a:cubicBezTo>
                  <a:pt x="473005" y="66837"/>
                  <a:pt x="467947" y="64645"/>
                  <a:pt x="461988" y="64645"/>
                </a:cubicBezTo>
                <a:cubicBezTo>
                  <a:pt x="455614" y="64645"/>
                  <a:pt x="450348" y="66957"/>
                  <a:pt x="446191" y="71580"/>
                </a:cubicBezTo>
                <a:cubicBezTo>
                  <a:pt x="442033" y="76205"/>
                  <a:pt x="439989" y="82485"/>
                  <a:pt x="440059" y="90420"/>
                </a:cubicBezTo>
                <a:lnTo>
                  <a:pt x="483710" y="90420"/>
                </a:lnTo>
                <a:close/>
                <a:moveTo>
                  <a:pt x="590897" y="79819"/>
                </a:moveTo>
                <a:cubicBezTo>
                  <a:pt x="590897" y="64279"/>
                  <a:pt x="593218" y="51237"/>
                  <a:pt x="597860" y="40692"/>
                </a:cubicBezTo>
                <a:cubicBezTo>
                  <a:pt x="601325" y="32921"/>
                  <a:pt x="606054" y="25948"/>
                  <a:pt x="612047" y="19773"/>
                </a:cubicBezTo>
                <a:cubicBezTo>
                  <a:pt x="618041" y="13598"/>
                  <a:pt x="624606" y="9018"/>
                  <a:pt x="631742" y="6035"/>
                </a:cubicBezTo>
                <a:cubicBezTo>
                  <a:pt x="641235" y="2011"/>
                  <a:pt x="652182" y="0"/>
                  <a:pt x="664585" y="0"/>
                </a:cubicBezTo>
                <a:cubicBezTo>
                  <a:pt x="687034" y="0"/>
                  <a:pt x="704997" y="6973"/>
                  <a:pt x="718473" y="20919"/>
                </a:cubicBezTo>
                <a:cubicBezTo>
                  <a:pt x="731949" y="34864"/>
                  <a:pt x="738688" y="54254"/>
                  <a:pt x="738688" y="79092"/>
                </a:cubicBezTo>
                <a:cubicBezTo>
                  <a:pt x="738688" y="103721"/>
                  <a:pt x="732001" y="122992"/>
                  <a:pt x="718629" y="136904"/>
                </a:cubicBezTo>
                <a:cubicBezTo>
                  <a:pt x="705256" y="150813"/>
                  <a:pt x="687380" y="157768"/>
                  <a:pt x="665000" y="157768"/>
                </a:cubicBezTo>
                <a:cubicBezTo>
                  <a:pt x="642343" y="157768"/>
                  <a:pt x="624328" y="150848"/>
                  <a:pt x="610956" y="137008"/>
                </a:cubicBezTo>
                <a:cubicBezTo>
                  <a:pt x="597583" y="123165"/>
                  <a:pt x="590897" y="104103"/>
                  <a:pt x="590897" y="79819"/>
                </a:cubicBezTo>
                <a:moveTo>
                  <a:pt x="622596" y="78780"/>
                </a:moveTo>
                <a:cubicBezTo>
                  <a:pt x="622596" y="96033"/>
                  <a:pt x="626580" y="109111"/>
                  <a:pt x="634548" y="118014"/>
                </a:cubicBezTo>
                <a:cubicBezTo>
                  <a:pt x="642516" y="126918"/>
                  <a:pt x="652632" y="131369"/>
                  <a:pt x="664896" y="131369"/>
                </a:cubicBezTo>
                <a:cubicBezTo>
                  <a:pt x="677160" y="131369"/>
                  <a:pt x="687224" y="126952"/>
                  <a:pt x="695088" y="118118"/>
                </a:cubicBezTo>
                <a:cubicBezTo>
                  <a:pt x="702953" y="109284"/>
                  <a:pt x="706885" y="96033"/>
                  <a:pt x="706885" y="78364"/>
                </a:cubicBezTo>
                <a:cubicBezTo>
                  <a:pt x="706885" y="60904"/>
                  <a:pt x="703057" y="47878"/>
                  <a:pt x="695400" y="39286"/>
                </a:cubicBezTo>
                <a:cubicBezTo>
                  <a:pt x="687744" y="30694"/>
                  <a:pt x="677576" y="26399"/>
                  <a:pt x="664896" y="26399"/>
                </a:cubicBezTo>
                <a:cubicBezTo>
                  <a:pt x="652217" y="26399"/>
                  <a:pt x="641997" y="30746"/>
                  <a:pt x="634237" y="39442"/>
                </a:cubicBezTo>
                <a:cubicBezTo>
                  <a:pt x="626476" y="48138"/>
                  <a:pt x="622596" y="61250"/>
                  <a:pt x="622596" y="78780"/>
                </a:cubicBezTo>
                <a:close/>
                <a:moveTo>
                  <a:pt x="761702" y="155066"/>
                </a:moveTo>
                <a:lnTo>
                  <a:pt x="761702" y="2702"/>
                </a:lnTo>
                <a:lnTo>
                  <a:pt x="790907" y="2702"/>
                </a:lnTo>
                <a:lnTo>
                  <a:pt x="790907" y="57578"/>
                </a:lnTo>
                <a:cubicBezTo>
                  <a:pt x="799914" y="47323"/>
                  <a:pt x="810585" y="42196"/>
                  <a:pt x="822918" y="42196"/>
                </a:cubicBezTo>
                <a:cubicBezTo>
                  <a:pt x="836360" y="42196"/>
                  <a:pt x="847480" y="47064"/>
                  <a:pt x="856280" y="56799"/>
                </a:cubicBezTo>
                <a:cubicBezTo>
                  <a:pt x="865079" y="66533"/>
                  <a:pt x="869479" y="80512"/>
                  <a:pt x="869479" y="98735"/>
                </a:cubicBezTo>
                <a:cubicBezTo>
                  <a:pt x="869479" y="117581"/>
                  <a:pt x="864993" y="132097"/>
                  <a:pt x="856020" y="142282"/>
                </a:cubicBezTo>
                <a:cubicBezTo>
                  <a:pt x="847047" y="152468"/>
                  <a:pt x="836152" y="157560"/>
                  <a:pt x="823333" y="157560"/>
                </a:cubicBezTo>
                <a:cubicBezTo>
                  <a:pt x="817028" y="157560"/>
                  <a:pt x="810810" y="155984"/>
                  <a:pt x="804678" y="152831"/>
                </a:cubicBezTo>
                <a:cubicBezTo>
                  <a:pt x="798546" y="149679"/>
                  <a:pt x="793263" y="145019"/>
                  <a:pt x="788828" y="138853"/>
                </a:cubicBezTo>
                <a:lnTo>
                  <a:pt x="788828" y="155066"/>
                </a:lnTo>
                <a:lnTo>
                  <a:pt x="761702" y="155066"/>
                </a:lnTo>
                <a:moveTo>
                  <a:pt x="790699" y="97543"/>
                </a:moveTo>
                <a:cubicBezTo>
                  <a:pt x="790699" y="108958"/>
                  <a:pt x="792500" y="117398"/>
                  <a:pt x="796103" y="122863"/>
                </a:cubicBezTo>
                <a:cubicBezTo>
                  <a:pt x="801161" y="130613"/>
                  <a:pt x="807882" y="134487"/>
                  <a:pt x="816266" y="134487"/>
                </a:cubicBezTo>
                <a:cubicBezTo>
                  <a:pt x="822710" y="134487"/>
                  <a:pt x="828201" y="131738"/>
                  <a:pt x="832739" y="126238"/>
                </a:cubicBezTo>
                <a:cubicBezTo>
                  <a:pt x="837278" y="120738"/>
                  <a:pt x="839547" y="112073"/>
                  <a:pt x="839547" y="100242"/>
                </a:cubicBezTo>
                <a:cubicBezTo>
                  <a:pt x="839547" y="87649"/>
                  <a:pt x="837260" y="78568"/>
                  <a:pt x="832687" y="72999"/>
                </a:cubicBezTo>
                <a:cubicBezTo>
                  <a:pt x="828114" y="67430"/>
                  <a:pt x="822260" y="64645"/>
                  <a:pt x="815123" y="64645"/>
                </a:cubicBezTo>
                <a:cubicBezTo>
                  <a:pt x="808125" y="64645"/>
                  <a:pt x="802305" y="67362"/>
                  <a:pt x="797662" y="72794"/>
                </a:cubicBezTo>
                <a:cubicBezTo>
                  <a:pt x="793020" y="78225"/>
                  <a:pt x="790699" y="86474"/>
                  <a:pt x="790699" y="97543"/>
                </a:cubicBezTo>
                <a:close/>
                <a:moveTo>
                  <a:pt x="880005" y="44691"/>
                </a:moveTo>
                <a:lnTo>
                  <a:pt x="896219" y="44691"/>
                </a:lnTo>
                <a:lnTo>
                  <a:pt x="896219" y="36357"/>
                </a:lnTo>
                <a:cubicBezTo>
                  <a:pt x="896219" y="27050"/>
                  <a:pt x="897206" y="20105"/>
                  <a:pt x="899181" y="15522"/>
                </a:cubicBezTo>
                <a:cubicBezTo>
                  <a:pt x="901155" y="10938"/>
                  <a:pt x="904793" y="7205"/>
                  <a:pt x="910094" y="4323"/>
                </a:cubicBezTo>
                <a:cubicBezTo>
                  <a:pt x="915394" y="1441"/>
                  <a:pt x="922098" y="0"/>
                  <a:pt x="930204" y="0"/>
                </a:cubicBezTo>
                <a:cubicBezTo>
                  <a:pt x="938519" y="0"/>
                  <a:pt x="946660" y="1247"/>
                  <a:pt x="954628" y="3742"/>
                </a:cubicBezTo>
                <a:lnTo>
                  <a:pt x="950679" y="24112"/>
                </a:lnTo>
                <a:cubicBezTo>
                  <a:pt x="946037" y="23004"/>
                  <a:pt x="941567" y="22449"/>
                  <a:pt x="937272" y="22449"/>
                </a:cubicBezTo>
                <a:cubicBezTo>
                  <a:pt x="933045" y="22449"/>
                  <a:pt x="930014" y="23442"/>
                  <a:pt x="928178" y="25427"/>
                </a:cubicBezTo>
                <a:cubicBezTo>
                  <a:pt x="926341" y="27411"/>
                  <a:pt x="925423" y="31222"/>
                  <a:pt x="925423" y="36860"/>
                </a:cubicBezTo>
                <a:lnTo>
                  <a:pt x="925423" y="44691"/>
                </a:lnTo>
                <a:lnTo>
                  <a:pt x="947249" y="44691"/>
                </a:lnTo>
                <a:lnTo>
                  <a:pt x="947249" y="67763"/>
                </a:lnTo>
                <a:lnTo>
                  <a:pt x="925423" y="67763"/>
                </a:lnTo>
                <a:lnTo>
                  <a:pt x="925423" y="155066"/>
                </a:lnTo>
                <a:lnTo>
                  <a:pt x="896219" y="155066"/>
                </a:lnTo>
                <a:lnTo>
                  <a:pt x="896219" y="67763"/>
                </a:lnTo>
                <a:lnTo>
                  <a:pt x="880005" y="67763"/>
                </a:lnTo>
                <a:lnTo>
                  <a:pt x="880005" y="44691"/>
                </a:lnTo>
                <a:close/>
                <a:moveTo>
                  <a:pt x="1035700" y="155066"/>
                </a:moveTo>
                <a:lnTo>
                  <a:pt x="1035700" y="138541"/>
                </a:lnTo>
                <a:cubicBezTo>
                  <a:pt x="1031681" y="144430"/>
                  <a:pt x="1026398" y="149072"/>
                  <a:pt x="1019851" y="152468"/>
                </a:cubicBezTo>
                <a:cubicBezTo>
                  <a:pt x="1013303" y="155863"/>
                  <a:pt x="1006391" y="157560"/>
                  <a:pt x="999116" y="157560"/>
                </a:cubicBezTo>
                <a:cubicBezTo>
                  <a:pt x="991702" y="157560"/>
                  <a:pt x="985051" y="155932"/>
                  <a:pt x="979161" y="152675"/>
                </a:cubicBezTo>
                <a:cubicBezTo>
                  <a:pt x="973272" y="149419"/>
                  <a:pt x="969011" y="144846"/>
                  <a:pt x="966378" y="138956"/>
                </a:cubicBezTo>
                <a:cubicBezTo>
                  <a:pt x="963745" y="133067"/>
                  <a:pt x="962428" y="124926"/>
                  <a:pt x="962428" y="114533"/>
                </a:cubicBezTo>
                <a:lnTo>
                  <a:pt x="962428" y="44691"/>
                </a:lnTo>
                <a:lnTo>
                  <a:pt x="991633" y="44691"/>
                </a:lnTo>
                <a:lnTo>
                  <a:pt x="991633" y="95292"/>
                </a:lnTo>
                <a:cubicBezTo>
                  <a:pt x="991633" y="110778"/>
                  <a:pt x="992170" y="120266"/>
                  <a:pt x="993244" y="123756"/>
                </a:cubicBezTo>
                <a:cubicBezTo>
                  <a:pt x="994318" y="127247"/>
                  <a:pt x="996275" y="130012"/>
                  <a:pt x="999116" y="132051"/>
                </a:cubicBezTo>
                <a:cubicBezTo>
                  <a:pt x="1001957" y="134091"/>
                  <a:pt x="1005560" y="135111"/>
                  <a:pt x="1009925" y="135111"/>
                </a:cubicBezTo>
                <a:cubicBezTo>
                  <a:pt x="1014914" y="135111"/>
                  <a:pt x="1019383" y="133746"/>
                  <a:pt x="1023332" y="131015"/>
                </a:cubicBezTo>
                <a:cubicBezTo>
                  <a:pt x="1027282" y="128285"/>
                  <a:pt x="1029984" y="124898"/>
                  <a:pt x="1031439" y="120853"/>
                </a:cubicBezTo>
                <a:cubicBezTo>
                  <a:pt x="1032894" y="116808"/>
                  <a:pt x="1033622" y="106905"/>
                  <a:pt x="1033622" y="91145"/>
                </a:cubicBezTo>
                <a:lnTo>
                  <a:pt x="1033622" y="44691"/>
                </a:lnTo>
                <a:lnTo>
                  <a:pt x="1062826" y="44691"/>
                </a:lnTo>
                <a:lnTo>
                  <a:pt x="1062826" y="155066"/>
                </a:lnTo>
                <a:lnTo>
                  <a:pt x="1035700" y="155066"/>
                </a:lnTo>
                <a:close/>
                <a:moveTo>
                  <a:pt x="1082602" y="123678"/>
                </a:moveTo>
                <a:lnTo>
                  <a:pt x="1111911" y="119106"/>
                </a:lnTo>
                <a:cubicBezTo>
                  <a:pt x="1113158" y="124752"/>
                  <a:pt x="1115687" y="129040"/>
                  <a:pt x="1119498" y="131967"/>
                </a:cubicBezTo>
                <a:cubicBezTo>
                  <a:pt x="1123309" y="134894"/>
                  <a:pt x="1128644" y="136358"/>
                  <a:pt x="1135504" y="136358"/>
                </a:cubicBezTo>
                <a:cubicBezTo>
                  <a:pt x="1143056" y="136358"/>
                  <a:pt x="1148738" y="134975"/>
                  <a:pt x="1152548" y="132207"/>
                </a:cubicBezTo>
                <a:cubicBezTo>
                  <a:pt x="1155112" y="130269"/>
                  <a:pt x="1156394" y="127674"/>
                  <a:pt x="1156394" y="124422"/>
                </a:cubicBezTo>
                <a:cubicBezTo>
                  <a:pt x="1156394" y="122207"/>
                  <a:pt x="1155701" y="120373"/>
                  <a:pt x="1154315" y="118920"/>
                </a:cubicBezTo>
                <a:cubicBezTo>
                  <a:pt x="1152860" y="117537"/>
                  <a:pt x="1149604" y="116257"/>
                  <a:pt x="1144546" y="115081"/>
                </a:cubicBezTo>
                <a:cubicBezTo>
                  <a:pt x="1120988" y="109894"/>
                  <a:pt x="1106056" y="105154"/>
                  <a:pt x="1099751" y="100862"/>
                </a:cubicBezTo>
                <a:cubicBezTo>
                  <a:pt x="1091021" y="94908"/>
                  <a:pt x="1086656" y="86636"/>
                  <a:pt x="1086656" y="76045"/>
                </a:cubicBezTo>
                <a:cubicBezTo>
                  <a:pt x="1086656" y="66492"/>
                  <a:pt x="1090432" y="58463"/>
                  <a:pt x="1097984" y="51956"/>
                </a:cubicBezTo>
                <a:cubicBezTo>
                  <a:pt x="1105537" y="45449"/>
                  <a:pt x="1117246" y="42196"/>
                  <a:pt x="1133113" y="42196"/>
                </a:cubicBezTo>
                <a:cubicBezTo>
                  <a:pt x="1148218" y="42196"/>
                  <a:pt x="1159442" y="44647"/>
                  <a:pt x="1166787" y="49549"/>
                </a:cubicBezTo>
                <a:cubicBezTo>
                  <a:pt x="1174131" y="54451"/>
                  <a:pt x="1179189" y="61701"/>
                  <a:pt x="1181961" y="71297"/>
                </a:cubicBezTo>
                <a:lnTo>
                  <a:pt x="1154419" y="76494"/>
                </a:lnTo>
                <a:cubicBezTo>
                  <a:pt x="1153241" y="72198"/>
                  <a:pt x="1151007" y="68907"/>
                  <a:pt x="1147716" y="66620"/>
                </a:cubicBezTo>
                <a:cubicBezTo>
                  <a:pt x="1144424" y="64334"/>
                  <a:pt x="1139730" y="63190"/>
                  <a:pt x="1133633" y="63190"/>
                </a:cubicBezTo>
                <a:cubicBezTo>
                  <a:pt x="1125942" y="63190"/>
                  <a:pt x="1120434" y="64263"/>
                  <a:pt x="1117108" y="66409"/>
                </a:cubicBezTo>
                <a:cubicBezTo>
                  <a:pt x="1114890" y="67929"/>
                  <a:pt x="1113782" y="69900"/>
                  <a:pt x="1113782" y="72323"/>
                </a:cubicBezTo>
                <a:cubicBezTo>
                  <a:pt x="1113782" y="74398"/>
                  <a:pt x="1114752" y="76161"/>
                  <a:pt x="1116692" y="77614"/>
                </a:cubicBezTo>
                <a:cubicBezTo>
                  <a:pt x="1119325" y="79552"/>
                  <a:pt x="1128419" y="82286"/>
                  <a:pt x="1143974" y="85815"/>
                </a:cubicBezTo>
                <a:cubicBezTo>
                  <a:pt x="1159529" y="89344"/>
                  <a:pt x="1170390" y="93674"/>
                  <a:pt x="1176557" y="98803"/>
                </a:cubicBezTo>
                <a:cubicBezTo>
                  <a:pt x="1182654" y="104004"/>
                  <a:pt x="1185703" y="111249"/>
                  <a:pt x="1185703" y="120538"/>
                </a:cubicBezTo>
                <a:cubicBezTo>
                  <a:pt x="1185703" y="130660"/>
                  <a:pt x="1181476" y="139361"/>
                  <a:pt x="1173023" y="146641"/>
                </a:cubicBezTo>
                <a:cubicBezTo>
                  <a:pt x="1164570" y="153920"/>
                  <a:pt x="1152063" y="157560"/>
                  <a:pt x="1135504" y="157560"/>
                </a:cubicBezTo>
                <a:cubicBezTo>
                  <a:pt x="1120468" y="157560"/>
                  <a:pt x="1108568" y="154521"/>
                  <a:pt x="1099803" y="148443"/>
                </a:cubicBezTo>
                <a:cubicBezTo>
                  <a:pt x="1091038" y="142363"/>
                  <a:pt x="1085305" y="134108"/>
                  <a:pt x="1082602" y="123678"/>
                </a:cubicBezTo>
                <a:close/>
                <a:moveTo>
                  <a:pt x="1308329" y="77325"/>
                </a:moveTo>
                <a:lnTo>
                  <a:pt x="1279540" y="82522"/>
                </a:lnTo>
                <a:cubicBezTo>
                  <a:pt x="1278570" y="76805"/>
                  <a:pt x="1276370" y="72501"/>
                  <a:pt x="1272940" y="69608"/>
                </a:cubicBezTo>
                <a:cubicBezTo>
                  <a:pt x="1269510" y="66715"/>
                  <a:pt x="1265059" y="65269"/>
                  <a:pt x="1259585" y="65269"/>
                </a:cubicBezTo>
                <a:cubicBezTo>
                  <a:pt x="1252310" y="65269"/>
                  <a:pt x="1246507" y="67773"/>
                  <a:pt x="1242176" y="72781"/>
                </a:cubicBezTo>
                <a:cubicBezTo>
                  <a:pt x="1237846" y="77789"/>
                  <a:pt x="1235681" y="86165"/>
                  <a:pt x="1235681" y="97907"/>
                </a:cubicBezTo>
                <a:cubicBezTo>
                  <a:pt x="1235681" y="110963"/>
                  <a:pt x="1237881" y="120186"/>
                  <a:pt x="1242280" y="125575"/>
                </a:cubicBezTo>
                <a:cubicBezTo>
                  <a:pt x="1246680" y="130962"/>
                  <a:pt x="1252587" y="133656"/>
                  <a:pt x="1260001" y="133656"/>
                </a:cubicBezTo>
                <a:cubicBezTo>
                  <a:pt x="1265544" y="133656"/>
                  <a:pt x="1270082" y="132080"/>
                  <a:pt x="1273616" y="128927"/>
                </a:cubicBezTo>
                <a:cubicBezTo>
                  <a:pt x="1277149" y="125774"/>
                  <a:pt x="1279644" y="120353"/>
                  <a:pt x="1281099" y="112662"/>
                </a:cubicBezTo>
                <a:lnTo>
                  <a:pt x="1309784" y="117650"/>
                </a:lnTo>
                <a:cubicBezTo>
                  <a:pt x="1306805" y="130815"/>
                  <a:pt x="1301088" y="140758"/>
                  <a:pt x="1292635" y="147479"/>
                </a:cubicBezTo>
                <a:cubicBezTo>
                  <a:pt x="1284182" y="154200"/>
                  <a:pt x="1272854" y="157560"/>
                  <a:pt x="1258650" y="157560"/>
                </a:cubicBezTo>
                <a:cubicBezTo>
                  <a:pt x="1242506" y="157560"/>
                  <a:pt x="1229635" y="152468"/>
                  <a:pt x="1220039" y="142282"/>
                </a:cubicBezTo>
                <a:cubicBezTo>
                  <a:pt x="1210443" y="132097"/>
                  <a:pt x="1205645" y="117997"/>
                  <a:pt x="1205645" y="99982"/>
                </a:cubicBezTo>
                <a:cubicBezTo>
                  <a:pt x="1205645" y="81759"/>
                  <a:pt x="1210460" y="67573"/>
                  <a:pt x="1220091" y="57422"/>
                </a:cubicBezTo>
                <a:cubicBezTo>
                  <a:pt x="1229722" y="47272"/>
                  <a:pt x="1242748" y="42196"/>
                  <a:pt x="1259169" y="42196"/>
                </a:cubicBezTo>
                <a:cubicBezTo>
                  <a:pt x="1272611" y="42196"/>
                  <a:pt x="1283299" y="45089"/>
                  <a:pt x="1291232" y="50874"/>
                </a:cubicBezTo>
                <a:cubicBezTo>
                  <a:pt x="1299166" y="56660"/>
                  <a:pt x="1304864" y="65477"/>
                  <a:pt x="1308329" y="77325"/>
                </a:cubicBezTo>
                <a:close/>
                <a:moveTo>
                  <a:pt x="1353111" y="78780"/>
                </a:moveTo>
                <a:lnTo>
                  <a:pt x="1326609" y="73999"/>
                </a:lnTo>
                <a:cubicBezTo>
                  <a:pt x="1329588" y="63188"/>
                  <a:pt x="1334715" y="55185"/>
                  <a:pt x="1341991" y="49991"/>
                </a:cubicBezTo>
                <a:cubicBezTo>
                  <a:pt x="1349266" y="44794"/>
                  <a:pt x="1360075" y="42196"/>
                  <a:pt x="1374417" y="42196"/>
                </a:cubicBezTo>
                <a:cubicBezTo>
                  <a:pt x="1387443" y="42196"/>
                  <a:pt x="1397144" y="43738"/>
                  <a:pt x="1403518" y="46821"/>
                </a:cubicBezTo>
                <a:cubicBezTo>
                  <a:pt x="1409893" y="49904"/>
                  <a:pt x="1414379" y="53819"/>
                  <a:pt x="1416977" y="58565"/>
                </a:cubicBezTo>
                <a:cubicBezTo>
                  <a:pt x="1419576" y="63312"/>
                  <a:pt x="1420875" y="72025"/>
                  <a:pt x="1420875" y="84704"/>
                </a:cubicBezTo>
                <a:lnTo>
                  <a:pt x="1420563" y="118794"/>
                </a:lnTo>
                <a:cubicBezTo>
                  <a:pt x="1420563" y="128494"/>
                  <a:pt x="1421031" y="135648"/>
                  <a:pt x="1421966" y="140256"/>
                </a:cubicBezTo>
                <a:cubicBezTo>
                  <a:pt x="1422901" y="144863"/>
                  <a:pt x="1424651" y="149800"/>
                  <a:pt x="1427215" y="155066"/>
                </a:cubicBezTo>
                <a:lnTo>
                  <a:pt x="1398322" y="155066"/>
                </a:lnTo>
                <a:cubicBezTo>
                  <a:pt x="1397559" y="153126"/>
                  <a:pt x="1396624" y="150250"/>
                  <a:pt x="1395515" y="146440"/>
                </a:cubicBezTo>
                <a:cubicBezTo>
                  <a:pt x="1395030" y="144707"/>
                  <a:pt x="1394684" y="143564"/>
                  <a:pt x="1394476" y="143010"/>
                </a:cubicBezTo>
                <a:cubicBezTo>
                  <a:pt x="1389487" y="147860"/>
                  <a:pt x="1384152" y="151498"/>
                  <a:pt x="1378471" y="153923"/>
                </a:cubicBezTo>
                <a:cubicBezTo>
                  <a:pt x="1372789" y="156348"/>
                  <a:pt x="1366726" y="157560"/>
                  <a:pt x="1360283" y="157560"/>
                </a:cubicBezTo>
                <a:cubicBezTo>
                  <a:pt x="1348919" y="157560"/>
                  <a:pt x="1339964" y="154490"/>
                  <a:pt x="1333416" y="148349"/>
                </a:cubicBezTo>
                <a:cubicBezTo>
                  <a:pt x="1326869" y="142209"/>
                  <a:pt x="1323595" y="134446"/>
                  <a:pt x="1323595" y="125062"/>
                </a:cubicBezTo>
                <a:cubicBezTo>
                  <a:pt x="1323595" y="118852"/>
                  <a:pt x="1325084" y="113316"/>
                  <a:pt x="1328064" y="108453"/>
                </a:cubicBezTo>
                <a:cubicBezTo>
                  <a:pt x="1331043" y="103587"/>
                  <a:pt x="1335218" y="99861"/>
                  <a:pt x="1340588" y="97273"/>
                </a:cubicBezTo>
                <a:cubicBezTo>
                  <a:pt x="1345957" y="94686"/>
                  <a:pt x="1353700" y="92427"/>
                  <a:pt x="1363816" y="90495"/>
                </a:cubicBezTo>
                <a:cubicBezTo>
                  <a:pt x="1377466" y="87942"/>
                  <a:pt x="1386924" y="85562"/>
                  <a:pt x="1392190" y="83353"/>
                </a:cubicBezTo>
                <a:lnTo>
                  <a:pt x="1392190" y="80411"/>
                </a:lnTo>
                <a:cubicBezTo>
                  <a:pt x="1392190" y="74735"/>
                  <a:pt x="1390804" y="70690"/>
                  <a:pt x="1388032" y="68273"/>
                </a:cubicBezTo>
                <a:cubicBezTo>
                  <a:pt x="1385261" y="65855"/>
                  <a:pt x="1380030" y="64645"/>
                  <a:pt x="1372339" y="64645"/>
                </a:cubicBezTo>
                <a:cubicBezTo>
                  <a:pt x="1367142" y="64645"/>
                  <a:pt x="1363089" y="65691"/>
                  <a:pt x="1360179" y="67783"/>
                </a:cubicBezTo>
                <a:cubicBezTo>
                  <a:pt x="1357269" y="69872"/>
                  <a:pt x="1354913" y="73538"/>
                  <a:pt x="1353111" y="78780"/>
                </a:cubicBezTo>
                <a:moveTo>
                  <a:pt x="1392190" y="102476"/>
                </a:moveTo>
                <a:cubicBezTo>
                  <a:pt x="1388448" y="103708"/>
                  <a:pt x="1382524" y="105181"/>
                  <a:pt x="1374417" y="106894"/>
                </a:cubicBezTo>
                <a:cubicBezTo>
                  <a:pt x="1366311" y="108604"/>
                  <a:pt x="1361010" y="110281"/>
                  <a:pt x="1358516" y="111924"/>
                </a:cubicBezTo>
                <a:cubicBezTo>
                  <a:pt x="1354705" y="114594"/>
                  <a:pt x="1352800" y="117983"/>
                  <a:pt x="1352800" y="122090"/>
                </a:cubicBezTo>
                <a:cubicBezTo>
                  <a:pt x="1352800" y="126131"/>
                  <a:pt x="1354324" y="129623"/>
                  <a:pt x="1357373" y="132568"/>
                </a:cubicBezTo>
                <a:cubicBezTo>
                  <a:pt x="1360421" y="135510"/>
                  <a:pt x="1364301" y="136982"/>
                  <a:pt x="1369013" y="136982"/>
                </a:cubicBezTo>
                <a:cubicBezTo>
                  <a:pt x="1374279" y="136982"/>
                  <a:pt x="1379302" y="135270"/>
                  <a:pt x="1384083" y="131847"/>
                </a:cubicBezTo>
                <a:cubicBezTo>
                  <a:pt x="1387617" y="129246"/>
                  <a:pt x="1389938" y="126062"/>
                  <a:pt x="1391046" y="122295"/>
                </a:cubicBezTo>
                <a:cubicBezTo>
                  <a:pt x="1391809" y="119831"/>
                  <a:pt x="1392190" y="115142"/>
                  <a:pt x="1392190" y="108228"/>
                </a:cubicBezTo>
                <a:lnTo>
                  <a:pt x="1392190" y="102476"/>
                </a:lnTo>
                <a:close/>
                <a:moveTo>
                  <a:pt x="1501098" y="44691"/>
                </a:moveTo>
                <a:lnTo>
                  <a:pt x="1501098" y="67971"/>
                </a:lnTo>
                <a:lnTo>
                  <a:pt x="1481143" y="67971"/>
                </a:lnTo>
                <a:lnTo>
                  <a:pt x="1481143" y="112382"/>
                </a:lnTo>
                <a:cubicBezTo>
                  <a:pt x="1481143" y="121377"/>
                  <a:pt x="1481334" y="126618"/>
                  <a:pt x="1481715" y="128105"/>
                </a:cubicBezTo>
                <a:cubicBezTo>
                  <a:pt x="1482096" y="129591"/>
                  <a:pt x="1482962" y="130818"/>
                  <a:pt x="1484313" y="131788"/>
                </a:cubicBezTo>
                <a:cubicBezTo>
                  <a:pt x="1485664" y="132756"/>
                  <a:pt x="1487310" y="133240"/>
                  <a:pt x="1489250" y="133240"/>
                </a:cubicBezTo>
                <a:cubicBezTo>
                  <a:pt x="1491952" y="133240"/>
                  <a:pt x="1495867" y="132305"/>
                  <a:pt x="1500994" y="130434"/>
                </a:cubicBezTo>
                <a:lnTo>
                  <a:pt x="1503488" y="153176"/>
                </a:lnTo>
                <a:cubicBezTo>
                  <a:pt x="1496698" y="156099"/>
                  <a:pt x="1489007" y="157560"/>
                  <a:pt x="1480415" y="157560"/>
                </a:cubicBezTo>
                <a:cubicBezTo>
                  <a:pt x="1475150" y="157560"/>
                  <a:pt x="1470403" y="156677"/>
                  <a:pt x="1466177" y="154910"/>
                </a:cubicBezTo>
                <a:cubicBezTo>
                  <a:pt x="1461950" y="153143"/>
                  <a:pt x="1458850" y="150857"/>
                  <a:pt x="1456875" y="148050"/>
                </a:cubicBezTo>
                <a:cubicBezTo>
                  <a:pt x="1454900" y="145244"/>
                  <a:pt x="1453532" y="141451"/>
                  <a:pt x="1452770" y="136670"/>
                </a:cubicBezTo>
                <a:cubicBezTo>
                  <a:pt x="1452146" y="133275"/>
                  <a:pt x="1451834" y="126415"/>
                  <a:pt x="1451834" y="116091"/>
                </a:cubicBezTo>
                <a:lnTo>
                  <a:pt x="1451834" y="67971"/>
                </a:lnTo>
                <a:lnTo>
                  <a:pt x="1438427" y="67971"/>
                </a:lnTo>
                <a:lnTo>
                  <a:pt x="1438427" y="44691"/>
                </a:lnTo>
                <a:lnTo>
                  <a:pt x="1451834" y="44691"/>
                </a:lnTo>
                <a:lnTo>
                  <a:pt x="1451834" y="22657"/>
                </a:lnTo>
                <a:lnTo>
                  <a:pt x="1481143" y="5404"/>
                </a:lnTo>
                <a:lnTo>
                  <a:pt x="1481143" y="44691"/>
                </a:lnTo>
                <a:lnTo>
                  <a:pt x="1501098" y="44691"/>
                </a:lnTo>
                <a:close/>
                <a:moveTo>
                  <a:pt x="1520724" y="29724"/>
                </a:moveTo>
                <a:lnTo>
                  <a:pt x="1520724" y="2702"/>
                </a:lnTo>
                <a:lnTo>
                  <a:pt x="1549929" y="2702"/>
                </a:lnTo>
                <a:lnTo>
                  <a:pt x="1549929" y="29724"/>
                </a:lnTo>
                <a:lnTo>
                  <a:pt x="1520724" y="29724"/>
                </a:lnTo>
                <a:moveTo>
                  <a:pt x="1520724" y="155066"/>
                </a:moveTo>
                <a:lnTo>
                  <a:pt x="1520724" y="44691"/>
                </a:lnTo>
                <a:lnTo>
                  <a:pt x="1549929" y="44691"/>
                </a:lnTo>
                <a:lnTo>
                  <a:pt x="1549929" y="155066"/>
                </a:lnTo>
                <a:lnTo>
                  <a:pt x="1520724" y="155066"/>
                </a:lnTo>
                <a:close/>
                <a:moveTo>
                  <a:pt x="1573567" y="98319"/>
                </a:moveTo>
                <a:cubicBezTo>
                  <a:pt x="1573567" y="88619"/>
                  <a:pt x="1575958" y="79230"/>
                  <a:pt x="1580739" y="70154"/>
                </a:cubicBezTo>
                <a:cubicBezTo>
                  <a:pt x="1585519" y="61077"/>
                  <a:pt x="1592292" y="54148"/>
                  <a:pt x="1601057" y="49367"/>
                </a:cubicBezTo>
                <a:cubicBezTo>
                  <a:pt x="1609822" y="44587"/>
                  <a:pt x="1619609" y="42196"/>
                  <a:pt x="1630418" y="42196"/>
                </a:cubicBezTo>
                <a:cubicBezTo>
                  <a:pt x="1647116" y="42196"/>
                  <a:pt x="1660801" y="47618"/>
                  <a:pt x="1671471" y="58461"/>
                </a:cubicBezTo>
                <a:cubicBezTo>
                  <a:pt x="1682141" y="69305"/>
                  <a:pt x="1687476" y="83007"/>
                  <a:pt x="1687476" y="99566"/>
                </a:cubicBezTo>
                <a:cubicBezTo>
                  <a:pt x="1687476" y="116265"/>
                  <a:pt x="1682089" y="130105"/>
                  <a:pt x="1671315" y="141087"/>
                </a:cubicBezTo>
                <a:cubicBezTo>
                  <a:pt x="1660541" y="152069"/>
                  <a:pt x="1646978" y="157560"/>
                  <a:pt x="1630626" y="157560"/>
                </a:cubicBezTo>
                <a:cubicBezTo>
                  <a:pt x="1620510" y="157560"/>
                  <a:pt x="1610861" y="155274"/>
                  <a:pt x="1601681" y="150701"/>
                </a:cubicBezTo>
                <a:cubicBezTo>
                  <a:pt x="1592500" y="146128"/>
                  <a:pt x="1585519" y="139424"/>
                  <a:pt x="1580739" y="130590"/>
                </a:cubicBezTo>
                <a:cubicBezTo>
                  <a:pt x="1575958" y="121756"/>
                  <a:pt x="1573567" y="110999"/>
                  <a:pt x="1573567" y="98319"/>
                </a:cubicBezTo>
                <a:moveTo>
                  <a:pt x="1603500" y="99878"/>
                </a:moveTo>
                <a:cubicBezTo>
                  <a:pt x="1603500" y="110791"/>
                  <a:pt x="1606098" y="119149"/>
                  <a:pt x="1611294" y="124952"/>
                </a:cubicBezTo>
                <a:cubicBezTo>
                  <a:pt x="1616491" y="130755"/>
                  <a:pt x="1622900" y="133656"/>
                  <a:pt x="1630522" y="133656"/>
                </a:cubicBezTo>
                <a:cubicBezTo>
                  <a:pt x="1638143" y="133656"/>
                  <a:pt x="1644535" y="130755"/>
                  <a:pt x="1649697" y="124952"/>
                </a:cubicBezTo>
                <a:cubicBezTo>
                  <a:pt x="1654859" y="119149"/>
                  <a:pt x="1657440" y="110722"/>
                  <a:pt x="1657440" y="99670"/>
                </a:cubicBezTo>
                <a:cubicBezTo>
                  <a:pt x="1657440" y="88896"/>
                  <a:pt x="1654859" y="80608"/>
                  <a:pt x="1649697" y="74805"/>
                </a:cubicBezTo>
                <a:cubicBezTo>
                  <a:pt x="1644535" y="69002"/>
                  <a:pt x="1638143" y="66100"/>
                  <a:pt x="1630522" y="66100"/>
                </a:cubicBezTo>
                <a:cubicBezTo>
                  <a:pt x="1622900" y="66100"/>
                  <a:pt x="1616491" y="69002"/>
                  <a:pt x="1611294" y="74805"/>
                </a:cubicBezTo>
                <a:cubicBezTo>
                  <a:pt x="1606098" y="80608"/>
                  <a:pt x="1603500" y="88965"/>
                  <a:pt x="1603500" y="99878"/>
                </a:cubicBezTo>
                <a:close/>
                <a:moveTo>
                  <a:pt x="1810560" y="155066"/>
                </a:moveTo>
                <a:lnTo>
                  <a:pt x="1781356" y="155066"/>
                </a:lnTo>
                <a:lnTo>
                  <a:pt x="1781356" y="98800"/>
                </a:lnTo>
                <a:cubicBezTo>
                  <a:pt x="1781356" y="86895"/>
                  <a:pt x="1780732" y="79196"/>
                  <a:pt x="1779485" y="75701"/>
                </a:cubicBezTo>
                <a:cubicBezTo>
                  <a:pt x="1778238" y="72206"/>
                  <a:pt x="1776211" y="69490"/>
                  <a:pt x="1773405" y="67552"/>
                </a:cubicBezTo>
                <a:cubicBezTo>
                  <a:pt x="1770599" y="65614"/>
                  <a:pt x="1767221" y="64645"/>
                  <a:pt x="1763272" y="64645"/>
                </a:cubicBezTo>
                <a:cubicBezTo>
                  <a:pt x="1758214" y="64645"/>
                  <a:pt x="1753675" y="66030"/>
                  <a:pt x="1749657" y="68799"/>
                </a:cubicBezTo>
                <a:cubicBezTo>
                  <a:pt x="1745638" y="71567"/>
                  <a:pt x="1742884" y="75235"/>
                  <a:pt x="1741394" y="79803"/>
                </a:cubicBezTo>
                <a:cubicBezTo>
                  <a:pt x="1739904" y="84370"/>
                  <a:pt x="1739159" y="92813"/>
                  <a:pt x="1739159" y="105133"/>
                </a:cubicBezTo>
                <a:lnTo>
                  <a:pt x="1739159" y="155066"/>
                </a:lnTo>
                <a:lnTo>
                  <a:pt x="1709955" y="155066"/>
                </a:lnTo>
                <a:lnTo>
                  <a:pt x="1709955" y="44691"/>
                </a:lnTo>
                <a:lnTo>
                  <a:pt x="1737081" y="44691"/>
                </a:lnTo>
                <a:lnTo>
                  <a:pt x="1737081" y="60904"/>
                </a:lnTo>
                <a:cubicBezTo>
                  <a:pt x="1746712" y="48432"/>
                  <a:pt x="1758837" y="42196"/>
                  <a:pt x="1773457" y="42196"/>
                </a:cubicBezTo>
                <a:cubicBezTo>
                  <a:pt x="1779901" y="42196"/>
                  <a:pt x="1785790" y="43357"/>
                  <a:pt x="1791125" y="45678"/>
                </a:cubicBezTo>
                <a:cubicBezTo>
                  <a:pt x="1796460" y="47999"/>
                  <a:pt x="1800496" y="50961"/>
                  <a:pt x="1803233" y="54564"/>
                </a:cubicBezTo>
                <a:cubicBezTo>
                  <a:pt x="1805970" y="58167"/>
                  <a:pt x="1807875" y="62255"/>
                  <a:pt x="1808949" y="66828"/>
                </a:cubicBezTo>
                <a:cubicBezTo>
                  <a:pt x="1810023" y="71401"/>
                  <a:pt x="1810560" y="77949"/>
                  <a:pt x="1810560" y="86471"/>
                </a:cubicBezTo>
                <a:lnTo>
                  <a:pt x="1810560" y="1550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7196C6-57E8-4928-9824-D5CCD93D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9054" y="1799533"/>
            <a:ext cx="203930" cy="10"/>
          </a:xfrm>
          <a:custGeom xmlns:a="http://schemas.openxmlformats.org/drawingml/2006/main">
            <a:pathLst>
              <a:path w="203930" h="1" fill="none">
                <a:moveTo>
                  <a:pt x="0" y="0"/>
                </a:moveTo>
                <a:lnTo>
                  <a:pt x="2039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9819" cap="flat">
            <a:solidFill>
              <a:srgbClr val="000000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5FC05-391A-4C4C-A41B-51606E13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054" y="1679794"/>
            <a:ext cx="239476" cy="239458"/>
          </a:xfrm>
          <a:custGeom xmlns:a="http://schemas.openxmlformats.org/drawingml/2006/main">
            <a:pathLst>
              <a:path w="239476" h="239458">
                <a:moveTo>
                  <a:pt x="18" y="0"/>
                </a:moveTo>
                <a:lnTo>
                  <a:pt x="239476" y="119747"/>
                </a:lnTo>
                <a:lnTo>
                  <a:pt x="0" y="239458"/>
                </a:lnTo>
                <a:lnTo>
                  <a:pt x="1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615CB0-EA4C-491B-B8A7-31416628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4437" y="2787167"/>
            <a:ext cx="1438878" cy="570443"/>
          </a:xfrm>
          <a:custGeom xmlns:a="http://schemas.openxmlformats.org/drawingml/2006/main">
            <a:pathLst>
              <a:path w="1438878" h="570443">
                <a:moveTo>
                  <a:pt x="0" y="95074"/>
                </a:moveTo>
                <a:cubicBezTo>
                  <a:pt x="0" y="42570"/>
                  <a:pt x="42570" y="0"/>
                  <a:pt x="95074" y="0"/>
                </a:cubicBezTo>
                <a:lnTo>
                  <a:pt x="1343804" y="0"/>
                </a:lnTo>
                <a:cubicBezTo>
                  <a:pt x="1396307" y="0"/>
                  <a:pt x="1438878" y="42570"/>
                  <a:pt x="1438878" y="95074"/>
                </a:cubicBezTo>
                <a:lnTo>
                  <a:pt x="1438878" y="475369"/>
                </a:lnTo>
                <a:cubicBezTo>
                  <a:pt x="1438878" y="527872"/>
                  <a:pt x="1396307" y="570443"/>
                  <a:pt x="1343804" y="570443"/>
                </a:cubicBezTo>
                <a:lnTo>
                  <a:pt x="95074" y="570443"/>
                </a:lnTo>
                <a:cubicBezTo>
                  <a:pt x="42570" y="570443"/>
                  <a:pt x="0" y="527872"/>
                  <a:pt x="0" y="475369"/>
                </a:cubicBezTo>
                <a:lnTo>
                  <a:pt x="0" y="95074"/>
                </a:lnTo>
                <a:close/>
              </a:path>
            </a:pathLst>
          </a:custGeom>
          <a:solidFill xmlns:a="http://schemas.openxmlformats.org/drawingml/2006/main">
            <a:srgbClr val="D7EE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Non-functional">
            <a:extLst xmlns:a="http://schemas.openxmlformats.org/drawingml/2006/main">
              <a:ext uri="{FF2B5EF4-FFF2-40B4-BE49-F238E27FC236}">
                <a16:creationId xmlns:a16="http://schemas.microsoft.com/office/drawing/2014/main" id="{789E3383-5209-4B05-8401-C4AE7779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460" y="2873018"/>
            <a:ext cx="1342172" cy="157352"/>
          </a:xfrm>
          <a:custGeom xmlns:a="http://schemas.openxmlformats.org/drawingml/2006/main">
            <a:pathLst>
              <a:path w="1342172" h="157352">
                <a:moveTo>
                  <a:pt x="0" y="154858"/>
                </a:moveTo>
                <a:lnTo>
                  <a:pt x="0" y="2494"/>
                </a:lnTo>
                <a:lnTo>
                  <a:pt x="20682" y="2494"/>
                </a:lnTo>
                <a:lnTo>
                  <a:pt x="100710" y="122120"/>
                </a:lnTo>
                <a:lnTo>
                  <a:pt x="100710" y="2494"/>
                </a:lnTo>
                <a:lnTo>
                  <a:pt x="120041" y="2494"/>
                </a:lnTo>
                <a:lnTo>
                  <a:pt x="120041" y="154858"/>
                </a:lnTo>
                <a:lnTo>
                  <a:pt x="99359" y="154858"/>
                </a:lnTo>
                <a:lnTo>
                  <a:pt x="19331" y="35129"/>
                </a:lnTo>
                <a:lnTo>
                  <a:pt x="19331" y="154858"/>
                </a:lnTo>
                <a:lnTo>
                  <a:pt x="0" y="154858"/>
                </a:lnTo>
                <a:close/>
                <a:moveTo>
                  <a:pt x="144107" y="99670"/>
                </a:moveTo>
                <a:cubicBezTo>
                  <a:pt x="144107" y="79230"/>
                  <a:pt x="149789" y="64091"/>
                  <a:pt x="161152" y="54252"/>
                </a:cubicBezTo>
                <a:cubicBezTo>
                  <a:pt x="170644" y="46076"/>
                  <a:pt x="182215" y="41988"/>
                  <a:pt x="195865" y="41988"/>
                </a:cubicBezTo>
                <a:cubicBezTo>
                  <a:pt x="211039" y="41988"/>
                  <a:pt x="223442" y="46960"/>
                  <a:pt x="233073" y="56903"/>
                </a:cubicBezTo>
                <a:cubicBezTo>
                  <a:pt x="242704" y="66845"/>
                  <a:pt x="247519" y="80582"/>
                  <a:pt x="247519" y="98111"/>
                </a:cubicBezTo>
                <a:cubicBezTo>
                  <a:pt x="247519" y="112315"/>
                  <a:pt x="245388" y="123488"/>
                  <a:pt x="241127" y="131629"/>
                </a:cubicBezTo>
                <a:cubicBezTo>
                  <a:pt x="236866" y="139771"/>
                  <a:pt x="230665" y="146093"/>
                  <a:pt x="222524" y="150597"/>
                </a:cubicBezTo>
                <a:cubicBezTo>
                  <a:pt x="214382" y="155100"/>
                  <a:pt x="205496" y="157352"/>
                  <a:pt x="195865" y="157352"/>
                </a:cubicBezTo>
                <a:cubicBezTo>
                  <a:pt x="180414" y="157352"/>
                  <a:pt x="167925" y="152398"/>
                  <a:pt x="158398" y="142490"/>
                </a:cubicBezTo>
                <a:cubicBezTo>
                  <a:pt x="148871" y="132582"/>
                  <a:pt x="144107" y="118309"/>
                  <a:pt x="144107" y="99670"/>
                </a:cubicBezTo>
                <a:moveTo>
                  <a:pt x="163335" y="99618"/>
                </a:moveTo>
                <a:cubicBezTo>
                  <a:pt x="163335" y="113701"/>
                  <a:pt x="166418" y="124246"/>
                  <a:pt x="172584" y="131253"/>
                </a:cubicBezTo>
                <a:cubicBezTo>
                  <a:pt x="178751" y="138259"/>
                  <a:pt x="186511" y="141763"/>
                  <a:pt x="195865" y="141763"/>
                </a:cubicBezTo>
                <a:cubicBezTo>
                  <a:pt x="205150" y="141763"/>
                  <a:pt x="212875" y="138242"/>
                  <a:pt x="219042" y="131201"/>
                </a:cubicBezTo>
                <a:cubicBezTo>
                  <a:pt x="225208" y="124159"/>
                  <a:pt x="228292" y="113425"/>
                  <a:pt x="228292" y="98998"/>
                </a:cubicBezTo>
                <a:cubicBezTo>
                  <a:pt x="228292" y="85398"/>
                  <a:pt x="225191" y="75095"/>
                  <a:pt x="218990" y="68088"/>
                </a:cubicBezTo>
                <a:cubicBezTo>
                  <a:pt x="212789" y="61081"/>
                  <a:pt x="205080" y="57578"/>
                  <a:pt x="195865" y="57578"/>
                </a:cubicBezTo>
                <a:cubicBezTo>
                  <a:pt x="186511" y="57578"/>
                  <a:pt x="178751" y="61064"/>
                  <a:pt x="172584" y="68036"/>
                </a:cubicBezTo>
                <a:cubicBezTo>
                  <a:pt x="166418" y="75008"/>
                  <a:pt x="163335" y="85536"/>
                  <a:pt x="163335" y="99618"/>
                </a:cubicBezTo>
                <a:close/>
                <a:moveTo>
                  <a:pt x="270268" y="154858"/>
                </a:moveTo>
                <a:lnTo>
                  <a:pt x="270268" y="44483"/>
                </a:lnTo>
                <a:lnTo>
                  <a:pt x="287105" y="44483"/>
                </a:lnTo>
                <a:lnTo>
                  <a:pt x="287105" y="60072"/>
                </a:lnTo>
                <a:cubicBezTo>
                  <a:pt x="295212" y="48016"/>
                  <a:pt x="306921" y="41988"/>
                  <a:pt x="322234" y="41988"/>
                </a:cubicBezTo>
                <a:cubicBezTo>
                  <a:pt x="328885" y="41988"/>
                  <a:pt x="335000" y="43184"/>
                  <a:pt x="340578" y="45574"/>
                </a:cubicBezTo>
                <a:cubicBezTo>
                  <a:pt x="346155" y="47964"/>
                  <a:pt x="350330" y="51100"/>
                  <a:pt x="353101" y="54980"/>
                </a:cubicBezTo>
                <a:cubicBezTo>
                  <a:pt x="355873" y="58860"/>
                  <a:pt x="357813" y="63468"/>
                  <a:pt x="358922" y="68803"/>
                </a:cubicBezTo>
                <a:cubicBezTo>
                  <a:pt x="359615" y="72267"/>
                  <a:pt x="359961" y="78330"/>
                  <a:pt x="359961" y="86991"/>
                </a:cubicBezTo>
                <a:lnTo>
                  <a:pt x="359961" y="154858"/>
                </a:lnTo>
                <a:lnTo>
                  <a:pt x="341253" y="154858"/>
                </a:lnTo>
                <a:lnTo>
                  <a:pt x="341253" y="87647"/>
                </a:lnTo>
                <a:cubicBezTo>
                  <a:pt x="341253" y="80016"/>
                  <a:pt x="340526" y="74311"/>
                  <a:pt x="339071" y="70531"/>
                </a:cubicBezTo>
                <a:cubicBezTo>
                  <a:pt x="337616" y="66750"/>
                  <a:pt x="335035" y="63733"/>
                  <a:pt x="331328" y="61479"/>
                </a:cubicBezTo>
                <a:cubicBezTo>
                  <a:pt x="327621" y="59225"/>
                  <a:pt x="323273" y="58098"/>
                  <a:pt x="318284" y="58098"/>
                </a:cubicBezTo>
                <a:cubicBezTo>
                  <a:pt x="310316" y="58098"/>
                  <a:pt x="303440" y="60630"/>
                  <a:pt x="297654" y="65694"/>
                </a:cubicBezTo>
                <a:cubicBezTo>
                  <a:pt x="291868" y="70757"/>
                  <a:pt x="288976" y="80363"/>
                  <a:pt x="288976" y="94513"/>
                </a:cubicBezTo>
                <a:lnTo>
                  <a:pt x="288976" y="154858"/>
                </a:lnTo>
                <a:lnTo>
                  <a:pt x="270268" y="154858"/>
                </a:lnTo>
                <a:close/>
                <a:moveTo>
                  <a:pt x="382189" y="109128"/>
                </a:moveTo>
                <a:lnTo>
                  <a:pt x="382189" y="90213"/>
                </a:lnTo>
                <a:lnTo>
                  <a:pt x="439663" y="90213"/>
                </a:lnTo>
                <a:lnTo>
                  <a:pt x="439663" y="109128"/>
                </a:lnTo>
                <a:lnTo>
                  <a:pt x="382189" y="109128"/>
                </a:lnTo>
                <a:close/>
                <a:moveTo>
                  <a:pt x="464175" y="154858"/>
                </a:moveTo>
                <a:lnTo>
                  <a:pt x="464175" y="59033"/>
                </a:lnTo>
                <a:lnTo>
                  <a:pt x="447650" y="59033"/>
                </a:lnTo>
                <a:lnTo>
                  <a:pt x="447650" y="44483"/>
                </a:lnTo>
                <a:lnTo>
                  <a:pt x="464175" y="44483"/>
                </a:lnTo>
                <a:lnTo>
                  <a:pt x="464175" y="32764"/>
                </a:lnTo>
                <a:cubicBezTo>
                  <a:pt x="464175" y="25368"/>
                  <a:pt x="464834" y="19873"/>
                  <a:pt x="466150" y="16278"/>
                </a:cubicBezTo>
                <a:cubicBezTo>
                  <a:pt x="467952" y="11441"/>
                  <a:pt x="471121" y="7519"/>
                  <a:pt x="475660" y="4511"/>
                </a:cubicBezTo>
                <a:cubicBezTo>
                  <a:pt x="480198" y="1504"/>
                  <a:pt x="486555" y="0"/>
                  <a:pt x="494731" y="0"/>
                </a:cubicBezTo>
                <a:cubicBezTo>
                  <a:pt x="499997" y="0"/>
                  <a:pt x="505817" y="624"/>
                  <a:pt x="512192" y="1871"/>
                </a:cubicBezTo>
                <a:lnTo>
                  <a:pt x="509386" y="18188"/>
                </a:lnTo>
                <a:cubicBezTo>
                  <a:pt x="505505" y="17495"/>
                  <a:pt x="501833" y="17149"/>
                  <a:pt x="498369" y="17149"/>
                </a:cubicBezTo>
                <a:cubicBezTo>
                  <a:pt x="492687" y="17149"/>
                  <a:pt x="488669" y="18357"/>
                  <a:pt x="486313" y="20773"/>
                </a:cubicBezTo>
                <a:cubicBezTo>
                  <a:pt x="483957" y="23190"/>
                  <a:pt x="482779" y="27711"/>
                  <a:pt x="482779" y="34336"/>
                </a:cubicBezTo>
                <a:lnTo>
                  <a:pt x="482779" y="44483"/>
                </a:lnTo>
                <a:lnTo>
                  <a:pt x="504293" y="44483"/>
                </a:lnTo>
                <a:lnTo>
                  <a:pt x="504293" y="59033"/>
                </a:lnTo>
                <a:lnTo>
                  <a:pt x="482779" y="59033"/>
                </a:lnTo>
                <a:lnTo>
                  <a:pt x="482779" y="154858"/>
                </a:lnTo>
                <a:lnTo>
                  <a:pt x="464175" y="154858"/>
                </a:lnTo>
                <a:close/>
                <a:moveTo>
                  <a:pt x="593769" y="154858"/>
                </a:moveTo>
                <a:lnTo>
                  <a:pt x="593769" y="138645"/>
                </a:lnTo>
                <a:cubicBezTo>
                  <a:pt x="585178" y="151116"/>
                  <a:pt x="573503" y="157352"/>
                  <a:pt x="558744" y="157352"/>
                </a:cubicBezTo>
                <a:cubicBezTo>
                  <a:pt x="552231" y="157352"/>
                  <a:pt x="546151" y="156105"/>
                  <a:pt x="540504" y="153611"/>
                </a:cubicBezTo>
                <a:cubicBezTo>
                  <a:pt x="534857" y="151116"/>
                  <a:pt x="530665" y="147981"/>
                  <a:pt x="527929" y="144205"/>
                </a:cubicBezTo>
                <a:cubicBezTo>
                  <a:pt x="525192" y="140429"/>
                  <a:pt x="523269" y="135804"/>
                  <a:pt x="522160" y="130330"/>
                </a:cubicBezTo>
                <a:cubicBezTo>
                  <a:pt x="521398" y="126658"/>
                  <a:pt x="521017" y="120838"/>
                  <a:pt x="521017" y="112870"/>
                </a:cubicBezTo>
                <a:lnTo>
                  <a:pt x="521017" y="44483"/>
                </a:lnTo>
                <a:lnTo>
                  <a:pt x="539725" y="44483"/>
                </a:lnTo>
                <a:lnTo>
                  <a:pt x="539725" y="105698"/>
                </a:lnTo>
                <a:cubicBezTo>
                  <a:pt x="539725" y="115468"/>
                  <a:pt x="540106" y="122050"/>
                  <a:pt x="540868" y="125445"/>
                </a:cubicBezTo>
                <a:cubicBezTo>
                  <a:pt x="542046" y="130365"/>
                  <a:pt x="544540" y="134228"/>
                  <a:pt x="548351" y="137034"/>
                </a:cubicBezTo>
                <a:cubicBezTo>
                  <a:pt x="552162" y="139840"/>
                  <a:pt x="556874" y="141243"/>
                  <a:pt x="562486" y="141243"/>
                </a:cubicBezTo>
                <a:cubicBezTo>
                  <a:pt x="568098" y="141243"/>
                  <a:pt x="573364" y="139805"/>
                  <a:pt x="578283" y="136930"/>
                </a:cubicBezTo>
                <a:cubicBezTo>
                  <a:pt x="583203" y="134054"/>
                  <a:pt x="586685" y="130140"/>
                  <a:pt x="588729" y="125186"/>
                </a:cubicBezTo>
                <a:cubicBezTo>
                  <a:pt x="590773" y="120231"/>
                  <a:pt x="591795" y="113043"/>
                  <a:pt x="591795" y="103620"/>
                </a:cubicBezTo>
                <a:lnTo>
                  <a:pt x="591795" y="44483"/>
                </a:lnTo>
                <a:lnTo>
                  <a:pt x="610502" y="44483"/>
                </a:lnTo>
                <a:lnTo>
                  <a:pt x="610502" y="154858"/>
                </a:lnTo>
                <a:lnTo>
                  <a:pt x="593769" y="154858"/>
                </a:lnTo>
                <a:close/>
                <a:moveTo>
                  <a:pt x="640629" y="154858"/>
                </a:moveTo>
                <a:lnTo>
                  <a:pt x="640629" y="44483"/>
                </a:lnTo>
                <a:lnTo>
                  <a:pt x="657466" y="44483"/>
                </a:lnTo>
                <a:lnTo>
                  <a:pt x="657466" y="60072"/>
                </a:lnTo>
                <a:cubicBezTo>
                  <a:pt x="665573" y="48016"/>
                  <a:pt x="677282" y="41988"/>
                  <a:pt x="692595" y="41988"/>
                </a:cubicBezTo>
                <a:cubicBezTo>
                  <a:pt x="699247" y="41988"/>
                  <a:pt x="705361" y="43184"/>
                  <a:pt x="710939" y="45574"/>
                </a:cubicBezTo>
                <a:cubicBezTo>
                  <a:pt x="716517" y="47964"/>
                  <a:pt x="720691" y="51100"/>
                  <a:pt x="723463" y="54980"/>
                </a:cubicBezTo>
                <a:cubicBezTo>
                  <a:pt x="726234" y="58860"/>
                  <a:pt x="728174" y="63468"/>
                  <a:pt x="729283" y="68803"/>
                </a:cubicBezTo>
                <a:cubicBezTo>
                  <a:pt x="729976" y="72267"/>
                  <a:pt x="730322" y="78330"/>
                  <a:pt x="730322" y="86991"/>
                </a:cubicBezTo>
                <a:lnTo>
                  <a:pt x="730322" y="154858"/>
                </a:lnTo>
                <a:lnTo>
                  <a:pt x="711614" y="154858"/>
                </a:lnTo>
                <a:lnTo>
                  <a:pt x="711614" y="87647"/>
                </a:lnTo>
                <a:cubicBezTo>
                  <a:pt x="711614" y="80016"/>
                  <a:pt x="710887" y="74311"/>
                  <a:pt x="709432" y="70531"/>
                </a:cubicBezTo>
                <a:cubicBezTo>
                  <a:pt x="707977" y="66750"/>
                  <a:pt x="705396" y="63733"/>
                  <a:pt x="701689" y="61479"/>
                </a:cubicBezTo>
                <a:cubicBezTo>
                  <a:pt x="697982" y="59225"/>
                  <a:pt x="693634" y="58098"/>
                  <a:pt x="688646" y="58098"/>
                </a:cubicBezTo>
                <a:cubicBezTo>
                  <a:pt x="680677" y="58098"/>
                  <a:pt x="673801" y="60630"/>
                  <a:pt x="668015" y="65694"/>
                </a:cubicBezTo>
                <a:cubicBezTo>
                  <a:pt x="662230" y="70757"/>
                  <a:pt x="659337" y="80363"/>
                  <a:pt x="659337" y="94513"/>
                </a:cubicBezTo>
                <a:lnTo>
                  <a:pt x="659337" y="154858"/>
                </a:lnTo>
                <a:lnTo>
                  <a:pt x="640629" y="154858"/>
                </a:lnTo>
                <a:close/>
                <a:moveTo>
                  <a:pt x="829722" y="114325"/>
                </a:moveTo>
                <a:lnTo>
                  <a:pt x="848118" y="116715"/>
                </a:lnTo>
                <a:cubicBezTo>
                  <a:pt x="846108" y="129427"/>
                  <a:pt x="840964" y="139379"/>
                  <a:pt x="832684" y="146569"/>
                </a:cubicBezTo>
                <a:cubicBezTo>
                  <a:pt x="824404" y="153758"/>
                  <a:pt x="814236" y="157352"/>
                  <a:pt x="802180" y="157352"/>
                </a:cubicBezTo>
                <a:cubicBezTo>
                  <a:pt x="787075" y="157352"/>
                  <a:pt x="774933" y="152416"/>
                  <a:pt x="765752" y="142542"/>
                </a:cubicBezTo>
                <a:cubicBezTo>
                  <a:pt x="756571" y="132669"/>
                  <a:pt x="751981" y="118517"/>
                  <a:pt x="751981" y="100086"/>
                </a:cubicBezTo>
                <a:cubicBezTo>
                  <a:pt x="751981" y="88169"/>
                  <a:pt x="753956" y="77741"/>
                  <a:pt x="757905" y="68803"/>
                </a:cubicBezTo>
                <a:cubicBezTo>
                  <a:pt x="761855" y="59865"/>
                  <a:pt x="767865" y="53161"/>
                  <a:pt x="775937" y="48692"/>
                </a:cubicBezTo>
                <a:cubicBezTo>
                  <a:pt x="784009" y="44223"/>
                  <a:pt x="792791" y="41988"/>
                  <a:pt x="802284" y="41988"/>
                </a:cubicBezTo>
                <a:cubicBezTo>
                  <a:pt x="814271" y="41988"/>
                  <a:pt x="824075" y="45029"/>
                  <a:pt x="831697" y="51112"/>
                </a:cubicBezTo>
                <a:cubicBezTo>
                  <a:pt x="839318" y="57192"/>
                  <a:pt x="844203" y="65825"/>
                  <a:pt x="846351" y="77013"/>
                </a:cubicBezTo>
                <a:lnTo>
                  <a:pt x="828163" y="79819"/>
                </a:lnTo>
                <a:cubicBezTo>
                  <a:pt x="826431" y="72440"/>
                  <a:pt x="823365" y="66889"/>
                  <a:pt x="818965" y="63164"/>
                </a:cubicBezTo>
                <a:cubicBezTo>
                  <a:pt x="814565" y="59440"/>
                  <a:pt x="809247" y="57578"/>
                  <a:pt x="803011" y="57578"/>
                </a:cubicBezTo>
                <a:cubicBezTo>
                  <a:pt x="793588" y="57578"/>
                  <a:pt x="785932" y="60940"/>
                  <a:pt x="780043" y="67663"/>
                </a:cubicBezTo>
                <a:cubicBezTo>
                  <a:pt x="774153" y="74384"/>
                  <a:pt x="771208" y="85018"/>
                  <a:pt x="771208" y="99566"/>
                </a:cubicBezTo>
                <a:cubicBezTo>
                  <a:pt x="771208" y="114323"/>
                  <a:pt x="774049" y="125045"/>
                  <a:pt x="779731" y="131733"/>
                </a:cubicBezTo>
                <a:cubicBezTo>
                  <a:pt x="785412" y="138419"/>
                  <a:pt x="792826" y="141763"/>
                  <a:pt x="801972" y="141763"/>
                </a:cubicBezTo>
                <a:cubicBezTo>
                  <a:pt x="809317" y="141763"/>
                  <a:pt x="815449" y="139519"/>
                  <a:pt x="820368" y="135033"/>
                </a:cubicBezTo>
                <a:cubicBezTo>
                  <a:pt x="825287" y="130547"/>
                  <a:pt x="828405" y="123644"/>
                  <a:pt x="829722" y="114325"/>
                </a:cubicBezTo>
                <a:close/>
                <a:moveTo>
                  <a:pt x="904969" y="138333"/>
                </a:moveTo>
                <a:lnTo>
                  <a:pt x="907671" y="154858"/>
                </a:lnTo>
                <a:cubicBezTo>
                  <a:pt x="902405" y="155828"/>
                  <a:pt x="897693" y="156313"/>
                  <a:pt x="893536" y="156313"/>
                </a:cubicBezTo>
                <a:cubicBezTo>
                  <a:pt x="886746" y="156313"/>
                  <a:pt x="881480" y="155239"/>
                  <a:pt x="877738" y="153091"/>
                </a:cubicBezTo>
                <a:cubicBezTo>
                  <a:pt x="873997" y="150943"/>
                  <a:pt x="871364" y="148120"/>
                  <a:pt x="869840" y="144621"/>
                </a:cubicBezTo>
                <a:cubicBezTo>
                  <a:pt x="868315" y="141122"/>
                  <a:pt x="867553" y="133760"/>
                  <a:pt x="867553" y="122535"/>
                </a:cubicBezTo>
                <a:lnTo>
                  <a:pt x="867553" y="59033"/>
                </a:lnTo>
                <a:lnTo>
                  <a:pt x="853834" y="59033"/>
                </a:lnTo>
                <a:lnTo>
                  <a:pt x="853834" y="44483"/>
                </a:lnTo>
                <a:lnTo>
                  <a:pt x="867553" y="44483"/>
                </a:lnTo>
                <a:lnTo>
                  <a:pt x="867553" y="17074"/>
                </a:lnTo>
                <a:lnTo>
                  <a:pt x="886157" y="5820"/>
                </a:lnTo>
                <a:lnTo>
                  <a:pt x="886157" y="44483"/>
                </a:lnTo>
                <a:lnTo>
                  <a:pt x="904969" y="44483"/>
                </a:lnTo>
                <a:lnTo>
                  <a:pt x="904969" y="59033"/>
                </a:lnTo>
                <a:lnTo>
                  <a:pt x="886157" y="59033"/>
                </a:lnTo>
                <a:lnTo>
                  <a:pt x="886157" y="123575"/>
                </a:lnTo>
                <a:cubicBezTo>
                  <a:pt x="886157" y="128910"/>
                  <a:pt x="886486" y="132339"/>
                  <a:pt x="887144" y="133864"/>
                </a:cubicBezTo>
                <a:cubicBezTo>
                  <a:pt x="887802" y="135388"/>
                  <a:pt x="888876" y="136601"/>
                  <a:pt x="890366" y="137501"/>
                </a:cubicBezTo>
                <a:cubicBezTo>
                  <a:pt x="891856" y="138402"/>
                  <a:pt x="893986" y="138853"/>
                  <a:pt x="896758" y="138853"/>
                </a:cubicBezTo>
                <a:cubicBezTo>
                  <a:pt x="898837" y="138853"/>
                  <a:pt x="901573" y="138679"/>
                  <a:pt x="904969" y="138333"/>
                </a:cubicBezTo>
                <a:close/>
                <a:moveTo>
                  <a:pt x="923825" y="24112"/>
                </a:moveTo>
                <a:lnTo>
                  <a:pt x="923825" y="2494"/>
                </a:lnTo>
                <a:lnTo>
                  <a:pt x="942533" y="2494"/>
                </a:lnTo>
                <a:lnTo>
                  <a:pt x="942533" y="24112"/>
                </a:lnTo>
                <a:lnTo>
                  <a:pt x="923825" y="24112"/>
                </a:lnTo>
                <a:moveTo>
                  <a:pt x="923825" y="154858"/>
                </a:moveTo>
                <a:lnTo>
                  <a:pt x="923825" y="44483"/>
                </a:lnTo>
                <a:lnTo>
                  <a:pt x="942533" y="44483"/>
                </a:lnTo>
                <a:lnTo>
                  <a:pt x="942533" y="154858"/>
                </a:lnTo>
                <a:lnTo>
                  <a:pt x="923825" y="154858"/>
                </a:lnTo>
                <a:close/>
                <a:moveTo>
                  <a:pt x="963585" y="99670"/>
                </a:moveTo>
                <a:cubicBezTo>
                  <a:pt x="963585" y="79230"/>
                  <a:pt x="969266" y="64091"/>
                  <a:pt x="980630" y="54252"/>
                </a:cubicBezTo>
                <a:cubicBezTo>
                  <a:pt x="990122" y="46076"/>
                  <a:pt x="1001693" y="41988"/>
                  <a:pt x="1015343" y="41988"/>
                </a:cubicBezTo>
                <a:cubicBezTo>
                  <a:pt x="1030517" y="41988"/>
                  <a:pt x="1042919" y="46960"/>
                  <a:pt x="1052550" y="56903"/>
                </a:cubicBezTo>
                <a:cubicBezTo>
                  <a:pt x="1062181" y="66845"/>
                  <a:pt x="1066997" y="80582"/>
                  <a:pt x="1066997" y="98111"/>
                </a:cubicBezTo>
                <a:cubicBezTo>
                  <a:pt x="1066997" y="112315"/>
                  <a:pt x="1064866" y="123488"/>
                  <a:pt x="1060605" y="131629"/>
                </a:cubicBezTo>
                <a:cubicBezTo>
                  <a:pt x="1056344" y="139771"/>
                  <a:pt x="1050142" y="146093"/>
                  <a:pt x="1042001" y="150597"/>
                </a:cubicBezTo>
                <a:cubicBezTo>
                  <a:pt x="1033860" y="155100"/>
                  <a:pt x="1024974" y="157352"/>
                  <a:pt x="1015343" y="157352"/>
                </a:cubicBezTo>
                <a:cubicBezTo>
                  <a:pt x="999891" y="157352"/>
                  <a:pt x="987402" y="152398"/>
                  <a:pt x="977875" y="142490"/>
                </a:cubicBezTo>
                <a:cubicBezTo>
                  <a:pt x="968348" y="132582"/>
                  <a:pt x="963585" y="118309"/>
                  <a:pt x="963585" y="99670"/>
                </a:cubicBezTo>
                <a:moveTo>
                  <a:pt x="982812" y="99618"/>
                </a:moveTo>
                <a:cubicBezTo>
                  <a:pt x="982812" y="113701"/>
                  <a:pt x="985895" y="124246"/>
                  <a:pt x="992062" y="131253"/>
                </a:cubicBezTo>
                <a:cubicBezTo>
                  <a:pt x="998229" y="138259"/>
                  <a:pt x="1005989" y="141763"/>
                  <a:pt x="1015343" y="141763"/>
                </a:cubicBezTo>
                <a:cubicBezTo>
                  <a:pt x="1024627" y="141763"/>
                  <a:pt x="1032353" y="138242"/>
                  <a:pt x="1038519" y="131201"/>
                </a:cubicBezTo>
                <a:cubicBezTo>
                  <a:pt x="1044686" y="124159"/>
                  <a:pt x="1047769" y="113425"/>
                  <a:pt x="1047769" y="98998"/>
                </a:cubicBezTo>
                <a:cubicBezTo>
                  <a:pt x="1047769" y="85398"/>
                  <a:pt x="1044669" y="75095"/>
                  <a:pt x="1038467" y="68088"/>
                </a:cubicBezTo>
                <a:cubicBezTo>
                  <a:pt x="1032266" y="61081"/>
                  <a:pt x="1024558" y="57578"/>
                  <a:pt x="1015343" y="57578"/>
                </a:cubicBezTo>
                <a:cubicBezTo>
                  <a:pt x="1005989" y="57578"/>
                  <a:pt x="998229" y="61064"/>
                  <a:pt x="992062" y="68036"/>
                </a:cubicBezTo>
                <a:cubicBezTo>
                  <a:pt x="985895" y="75008"/>
                  <a:pt x="982812" y="85536"/>
                  <a:pt x="982812" y="99618"/>
                </a:cubicBezTo>
                <a:close/>
                <a:moveTo>
                  <a:pt x="1087616" y="154858"/>
                </a:moveTo>
                <a:lnTo>
                  <a:pt x="1087616" y="44483"/>
                </a:lnTo>
                <a:lnTo>
                  <a:pt x="1104453" y="44483"/>
                </a:lnTo>
                <a:lnTo>
                  <a:pt x="1104453" y="60072"/>
                </a:lnTo>
                <a:cubicBezTo>
                  <a:pt x="1112559" y="48016"/>
                  <a:pt x="1124269" y="41988"/>
                  <a:pt x="1139582" y="41988"/>
                </a:cubicBezTo>
                <a:cubicBezTo>
                  <a:pt x="1146233" y="41988"/>
                  <a:pt x="1152348" y="43184"/>
                  <a:pt x="1157926" y="45574"/>
                </a:cubicBezTo>
                <a:cubicBezTo>
                  <a:pt x="1163503" y="47964"/>
                  <a:pt x="1167678" y="51100"/>
                  <a:pt x="1170449" y="54980"/>
                </a:cubicBezTo>
                <a:cubicBezTo>
                  <a:pt x="1173221" y="58860"/>
                  <a:pt x="1175161" y="63468"/>
                  <a:pt x="1176270" y="68803"/>
                </a:cubicBezTo>
                <a:cubicBezTo>
                  <a:pt x="1176962" y="72267"/>
                  <a:pt x="1177309" y="78330"/>
                  <a:pt x="1177309" y="86991"/>
                </a:cubicBezTo>
                <a:lnTo>
                  <a:pt x="1177309" y="154858"/>
                </a:lnTo>
                <a:lnTo>
                  <a:pt x="1158601" y="154858"/>
                </a:lnTo>
                <a:lnTo>
                  <a:pt x="1158601" y="87647"/>
                </a:lnTo>
                <a:cubicBezTo>
                  <a:pt x="1158601" y="80016"/>
                  <a:pt x="1157874" y="74311"/>
                  <a:pt x="1156419" y="70531"/>
                </a:cubicBezTo>
                <a:cubicBezTo>
                  <a:pt x="1154964" y="66750"/>
                  <a:pt x="1152383" y="63733"/>
                  <a:pt x="1148676" y="61479"/>
                </a:cubicBezTo>
                <a:cubicBezTo>
                  <a:pt x="1144969" y="59225"/>
                  <a:pt x="1140621" y="58098"/>
                  <a:pt x="1135632" y="58098"/>
                </a:cubicBezTo>
                <a:cubicBezTo>
                  <a:pt x="1127664" y="58098"/>
                  <a:pt x="1120787" y="60630"/>
                  <a:pt x="1115002" y="65694"/>
                </a:cubicBezTo>
                <a:cubicBezTo>
                  <a:pt x="1109216" y="70757"/>
                  <a:pt x="1106324" y="80363"/>
                  <a:pt x="1106324" y="94513"/>
                </a:cubicBezTo>
                <a:lnTo>
                  <a:pt x="1106324" y="154858"/>
                </a:lnTo>
                <a:lnTo>
                  <a:pt x="1087616" y="154858"/>
                </a:lnTo>
                <a:close/>
                <a:moveTo>
                  <a:pt x="1278837" y="141230"/>
                </a:moveTo>
                <a:cubicBezTo>
                  <a:pt x="1271908" y="147124"/>
                  <a:pt x="1265239" y="151284"/>
                  <a:pt x="1258830" y="153711"/>
                </a:cubicBezTo>
                <a:cubicBezTo>
                  <a:pt x="1252421" y="156139"/>
                  <a:pt x="1245544" y="157352"/>
                  <a:pt x="1238199" y="157352"/>
                </a:cubicBezTo>
                <a:cubicBezTo>
                  <a:pt x="1226074" y="157352"/>
                  <a:pt x="1216755" y="154388"/>
                  <a:pt x="1210242" y="148460"/>
                </a:cubicBezTo>
                <a:cubicBezTo>
                  <a:pt x="1203729" y="142531"/>
                  <a:pt x="1200472" y="134956"/>
                  <a:pt x="1200472" y="125734"/>
                </a:cubicBezTo>
                <a:cubicBezTo>
                  <a:pt x="1200472" y="120328"/>
                  <a:pt x="1201702" y="115389"/>
                  <a:pt x="1204162" y="110918"/>
                </a:cubicBezTo>
                <a:cubicBezTo>
                  <a:pt x="1206621" y="106444"/>
                  <a:pt x="1209843" y="102855"/>
                  <a:pt x="1213827" y="100151"/>
                </a:cubicBezTo>
                <a:cubicBezTo>
                  <a:pt x="1217811" y="97447"/>
                  <a:pt x="1222298" y="95402"/>
                  <a:pt x="1227286" y="94016"/>
                </a:cubicBezTo>
                <a:cubicBezTo>
                  <a:pt x="1230959" y="93044"/>
                  <a:pt x="1236502" y="92107"/>
                  <a:pt x="1243916" y="91206"/>
                </a:cubicBezTo>
                <a:cubicBezTo>
                  <a:pt x="1259020" y="89418"/>
                  <a:pt x="1270141" y="87285"/>
                  <a:pt x="1277278" y="84808"/>
                </a:cubicBezTo>
                <a:cubicBezTo>
                  <a:pt x="1277347" y="82255"/>
                  <a:pt x="1277381" y="80634"/>
                  <a:pt x="1277381" y="79943"/>
                </a:cubicBezTo>
                <a:cubicBezTo>
                  <a:pt x="1277381" y="72349"/>
                  <a:pt x="1275615" y="67000"/>
                  <a:pt x="1272081" y="63895"/>
                </a:cubicBezTo>
                <a:cubicBezTo>
                  <a:pt x="1267300" y="59684"/>
                  <a:pt x="1260198" y="57578"/>
                  <a:pt x="1250775" y="57578"/>
                </a:cubicBezTo>
                <a:cubicBezTo>
                  <a:pt x="1241975" y="57578"/>
                  <a:pt x="1235480" y="59120"/>
                  <a:pt x="1231288" y="62203"/>
                </a:cubicBezTo>
                <a:cubicBezTo>
                  <a:pt x="1227096" y="65286"/>
                  <a:pt x="1223995" y="70743"/>
                  <a:pt x="1221986" y="78572"/>
                </a:cubicBezTo>
                <a:lnTo>
                  <a:pt x="1203694" y="76078"/>
                </a:lnTo>
                <a:cubicBezTo>
                  <a:pt x="1205357" y="68225"/>
                  <a:pt x="1208094" y="61883"/>
                  <a:pt x="1211905" y="57052"/>
                </a:cubicBezTo>
                <a:cubicBezTo>
                  <a:pt x="1215715" y="52221"/>
                  <a:pt x="1221224" y="48504"/>
                  <a:pt x="1228430" y="45899"/>
                </a:cubicBezTo>
                <a:cubicBezTo>
                  <a:pt x="1235636" y="43292"/>
                  <a:pt x="1243985" y="41988"/>
                  <a:pt x="1253477" y="41988"/>
                </a:cubicBezTo>
                <a:cubicBezTo>
                  <a:pt x="1262900" y="41988"/>
                  <a:pt x="1270557" y="43097"/>
                  <a:pt x="1276446" y="45314"/>
                </a:cubicBezTo>
                <a:cubicBezTo>
                  <a:pt x="1282336" y="47531"/>
                  <a:pt x="1286666" y="50320"/>
                  <a:pt x="1289438" y="53681"/>
                </a:cubicBezTo>
                <a:cubicBezTo>
                  <a:pt x="1292209" y="57041"/>
                  <a:pt x="1294149" y="61285"/>
                  <a:pt x="1295258" y="66412"/>
                </a:cubicBezTo>
                <a:cubicBezTo>
                  <a:pt x="1295881" y="69599"/>
                  <a:pt x="1296193" y="75350"/>
                  <a:pt x="1296193" y="83665"/>
                </a:cubicBezTo>
                <a:lnTo>
                  <a:pt x="1296193" y="108608"/>
                </a:lnTo>
                <a:cubicBezTo>
                  <a:pt x="1296193" y="126000"/>
                  <a:pt x="1296591" y="136999"/>
                  <a:pt x="1297388" y="141607"/>
                </a:cubicBezTo>
                <a:cubicBezTo>
                  <a:pt x="1298185" y="146214"/>
                  <a:pt x="1299761" y="150631"/>
                  <a:pt x="1302117" y="154858"/>
                </a:cubicBezTo>
                <a:lnTo>
                  <a:pt x="1282578" y="154858"/>
                </a:lnTo>
                <a:cubicBezTo>
                  <a:pt x="1280638" y="150974"/>
                  <a:pt x="1279391" y="146431"/>
                  <a:pt x="1278837" y="141230"/>
                </a:cubicBezTo>
                <a:moveTo>
                  <a:pt x="1277278" y="99359"/>
                </a:moveTo>
                <a:cubicBezTo>
                  <a:pt x="1270487" y="102154"/>
                  <a:pt x="1260302" y="104529"/>
                  <a:pt x="1246722" y="106484"/>
                </a:cubicBezTo>
                <a:cubicBezTo>
                  <a:pt x="1239031" y="107597"/>
                  <a:pt x="1233592" y="108850"/>
                  <a:pt x="1230404" y="110242"/>
                </a:cubicBezTo>
                <a:cubicBezTo>
                  <a:pt x="1227217" y="111632"/>
                  <a:pt x="1224757" y="113668"/>
                  <a:pt x="1223025" y="116348"/>
                </a:cubicBezTo>
                <a:cubicBezTo>
                  <a:pt x="1221293" y="119026"/>
                  <a:pt x="1220427" y="122000"/>
                  <a:pt x="1220427" y="125270"/>
                </a:cubicBezTo>
                <a:cubicBezTo>
                  <a:pt x="1220427" y="130278"/>
                  <a:pt x="1222315" y="134453"/>
                  <a:pt x="1226091" y="137794"/>
                </a:cubicBezTo>
                <a:cubicBezTo>
                  <a:pt x="1229867" y="141133"/>
                  <a:pt x="1235393" y="142802"/>
                  <a:pt x="1242668" y="142802"/>
                </a:cubicBezTo>
                <a:cubicBezTo>
                  <a:pt x="1249874" y="142802"/>
                  <a:pt x="1256283" y="141218"/>
                  <a:pt x="1261896" y="138050"/>
                </a:cubicBezTo>
                <a:cubicBezTo>
                  <a:pt x="1267508" y="134883"/>
                  <a:pt x="1271631" y="130549"/>
                  <a:pt x="1274264" y="125049"/>
                </a:cubicBezTo>
                <a:cubicBezTo>
                  <a:pt x="1276273" y="120801"/>
                  <a:pt x="1277278" y="114535"/>
                  <a:pt x="1277278" y="106250"/>
                </a:cubicBezTo>
                <a:lnTo>
                  <a:pt x="1277278" y="99359"/>
                </a:lnTo>
                <a:close/>
                <a:moveTo>
                  <a:pt x="1323465" y="154858"/>
                </a:moveTo>
                <a:lnTo>
                  <a:pt x="1323465" y="2494"/>
                </a:lnTo>
                <a:lnTo>
                  <a:pt x="1342172" y="2494"/>
                </a:lnTo>
                <a:lnTo>
                  <a:pt x="1342172" y="154858"/>
                </a:lnTo>
                <a:lnTo>
                  <a:pt x="1323465" y="1548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Issues">
            <a:extLst xmlns:a="http://schemas.openxmlformats.org/drawingml/2006/main">
              <a:ext uri="{FF2B5EF4-FFF2-40B4-BE49-F238E27FC236}">
                <a16:creationId xmlns:a16="http://schemas.microsoft.com/office/drawing/2014/main" id="{21B0FC05-6B96-4141-A999-19E7FF71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845" y="3130935"/>
            <a:ext cx="589208" cy="154858"/>
          </a:xfrm>
          <a:custGeom xmlns:a="http://schemas.openxmlformats.org/drawingml/2006/main">
            <a:pathLst>
              <a:path w="589208" h="154858">
                <a:moveTo>
                  <a:pt x="0" y="152364"/>
                </a:moveTo>
                <a:lnTo>
                  <a:pt x="0" y="0"/>
                </a:lnTo>
                <a:lnTo>
                  <a:pt x="20163" y="0"/>
                </a:lnTo>
                <a:lnTo>
                  <a:pt x="20163" y="152364"/>
                </a:lnTo>
                <a:lnTo>
                  <a:pt x="0" y="152364"/>
                </a:lnTo>
                <a:close/>
                <a:moveTo>
                  <a:pt x="46296" y="119313"/>
                </a:moveTo>
                <a:lnTo>
                  <a:pt x="64795" y="116403"/>
                </a:lnTo>
                <a:cubicBezTo>
                  <a:pt x="65835" y="123785"/>
                  <a:pt x="68728" y="129441"/>
                  <a:pt x="73474" y="133373"/>
                </a:cubicBezTo>
                <a:cubicBezTo>
                  <a:pt x="78220" y="137303"/>
                  <a:pt x="84854" y="139268"/>
                  <a:pt x="93377" y="139268"/>
                </a:cubicBezTo>
                <a:cubicBezTo>
                  <a:pt x="101968" y="139268"/>
                  <a:pt x="108343" y="137533"/>
                  <a:pt x="112500" y="134062"/>
                </a:cubicBezTo>
                <a:cubicBezTo>
                  <a:pt x="116657" y="130589"/>
                  <a:pt x="118736" y="126516"/>
                  <a:pt x="118736" y="121843"/>
                </a:cubicBezTo>
                <a:cubicBezTo>
                  <a:pt x="118736" y="117649"/>
                  <a:pt x="116900" y="114350"/>
                  <a:pt x="113228" y="111944"/>
                </a:cubicBezTo>
                <a:cubicBezTo>
                  <a:pt x="110664" y="110294"/>
                  <a:pt x="104289" y="108197"/>
                  <a:pt x="94104" y="105653"/>
                </a:cubicBezTo>
                <a:cubicBezTo>
                  <a:pt x="80385" y="102186"/>
                  <a:pt x="70875" y="99187"/>
                  <a:pt x="65575" y="96656"/>
                </a:cubicBezTo>
                <a:cubicBezTo>
                  <a:pt x="60274" y="94125"/>
                  <a:pt x="56256" y="90623"/>
                  <a:pt x="53519" y="86149"/>
                </a:cubicBezTo>
                <a:cubicBezTo>
                  <a:pt x="50782" y="81676"/>
                  <a:pt x="49414" y="76735"/>
                  <a:pt x="49414" y="71326"/>
                </a:cubicBezTo>
                <a:cubicBezTo>
                  <a:pt x="49414" y="66402"/>
                  <a:pt x="50540" y="61842"/>
                  <a:pt x="52791" y="57646"/>
                </a:cubicBezTo>
                <a:cubicBezTo>
                  <a:pt x="55043" y="53450"/>
                  <a:pt x="58109" y="49965"/>
                  <a:pt x="61989" y="47191"/>
                </a:cubicBezTo>
                <a:cubicBezTo>
                  <a:pt x="64899" y="45041"/>
                  <a:pt x="68866" y="43221"/>
                  <a:pt x="73889" y="41732"/>
                </a:cubicBezTo>
                <a:cubicBezTo>
                  <a:pt x="78913" y="40240"/>
                  <a:pt x="84300" y="39494"/>
                  <a:pt x="90051" y="39494"/>
                </a:cubicBezTo>
                <a:cubicBezTo>
                  <a:pt x="98712" y="39494"/>
                  <a:pt x="106316" y="40750"/>
                  <a:pt x="112864" y="43261"/>
                </a:cubicBezTo>
                <a:cubicBezTo>
                  <a:pt x="119411" y="45771"/>
                  <a:pt x="124244" y="49172"/>
                  <a:pt x="127362" y="53463"/>
                </a:cubicBezTo>
                <a:cubicBezTo>
                  <a:pt x="130480" y="57752"/>
                  <a:pt x="132628" y="63489"/>
                  <a:pt x="133806" y="70673"/>
                </a:cubicBezTo>
                <a:lnTo>
                  <a:pt x="115514" y="73168"/>
                </a:lnTo>
                <a:cubicBezTo>
                  <a:pt x="114683" y="67486"/>
                  <a:pt x="112275" y="63052"/>
                  <a:pt x="108291" y="59865"/>
                </a:cubicBezTo>
                <a:cubicBezTo>
                  <a:pt x="104307" y="56677"/>
                  <a:pt x="98677" y="55084"/>
                  <a:pt x="91402" y="55084"/>
                </a:cubicBezTo>
                <a:cubicBezTo>
                  <a:pt x="82810" y="55084"/>
                  <a:pt x="76678" y="56498"/>
                  <a:pt x="73006" y="59325"/>
                </a:cubicBezTo>
                <a:cubicBezTo>
                  <a:pt x="69334" y="62151"/>
                  <a:pt x="67498" y="65461"/>
                  <a:pt x="67498" y="69254"/>
                </a:cubicBezTo>
                <a:cubicBezTo>
                  <a:pt x="67498" y="71666"/>
                  <a:pt x="68260" y="73838"/>
                  <a:pt x="69784" y="75769"/>
                </a:cubicBezTo>
                <a:cubicBezTo>
                  <a:pt x="71308" y="77768"/>
                  <a:pt x="73699" y="79422"/>
                  <a:pt x="76955" y="80732"/>
                </a:cubicBezTo>
                <a:cubicBezTo>
                  <a:pt x="78826" y="81423"/>
                  <a:pt x="84335" y="83009"/>
                  <a:pt x="93481" y="85490"/>
                </a:cubicBezTo>
                <a:cubicBezTo>
                  <a:pt x="106714" y="89022"/>
                  <a:pt x="115947" y="91912"/>
                  <a:pt x="121178" y="94162"/>
                </a:cubicBezTo>
                <a:cubicBezTo>
                  <a:pt x="126410" y="96412"/>
                  <a:pt x="130515" y="99683"/>
                  <a:pt x="133494" y="103977"/>
                </a:cubicBezTo>
                <a:cubicBezTo>
                  <a:pt x="136474" y="108268"/>
                  <a:pt x="137963" y="113598"/>
                  <a:pt x="137963" y="119966"/>
                </a:cubicBezTo>
                <a:cubicBezTo>
                  <a:pt x="137963" y="126198"/>
                  <a:pt x="136144" y="132066"/>
                  <a:pt x="132507" y="137570"/>
                </a:cubicBezTo>
                <a:cubicBezTo>
                  <a:pt x="128869" y="143071"/>
                  <a:pt x="123621" y="147328"/>
                  <a:pt x="116761" y="150340"/>
                </a:cubicBezTo>
                <a:cubicBezTo>
                  <a:pt x="109902" y="153352"/>
                  <a:pt x="102142" y="154858"/>
                  <a:pt x="93481" y="154858"/>
                </a:cubicBezTo>
                <a:cubicBezTo>
                  <a:pt x="79138" y="154858"/>
                  <a:pt x="68208" y="151870"/>
                  <a:pt x="60690" y="145894"/>
                </a:cubicBezTo>
                <a:cubicBezTo>
                  <a:pt x="53172" y="139918"/>
                  <a:pt x="48374" y="131058"/>
                  <a:pt x="46296" y="119313"/>
                </a:cubicBezTo>
                <a:close/>
                <a:moveTo>
                  <a:pt x="152722" y="119313"/>
                </a:moveTo>
                <a:lnTo>
                  <a:pt x="171221" y="116403"/>
                </a:lnTo>
                <a:cubicBezTo>
                  <a:pt x="172261" y="123785"/>
                  <a:pt x="175153" y="129441"/>
                  <a:pt x="179900" y="133373"/>
                </a:cubicBezTo>
                <a:cubicBezTo>
                  <a:pt x="184646" y="137303"/>
                  <a:pt x="191280" y="139268"/>
                  <a:pt x="199802" y="139268"/>
                </a:cubicBezTo>
                <a:cubicBezTo>
                  <a:pt x="208394" y="139268"/>
                  <a:pt x="214769" y="137533"/>
                  <a:pt x="218926" y="134062"/>
                </a:cubicBezTo>
                <a:cubicBezTo>
                  <a:pt x="223083" y="130589"/>
                  <a:pt x="225162" y="126516"/>
                  <a:pt x="225162" y="121843"/>
                </a:cubicBezTo>
                <a:cubicBezTo>
                  <a:pt x="225162" y="117649"/>
                  <a:pt x="223326" y="114350"/>
                  <a:pt x="219653" y="111944"/>
                </a:cubicBezTo>
                <a:cubicBezTo>
                  <a:pt x="217090" y="110294"/>
                  <a:pt x="210715" y="108197"/>
                  <a:pt x="200530" y="105653"/>
                </a:cubicBezTo>
                <a:cubicBezTo>
                  <a:pt x="186811" y="102186"/>
                  <a:pt x="177301" y="99187"/>
                  <a:pt x="172001" y="96656"/>
                </a:cubicBezTo>
                <a:cubicBezTo>
                  <a:pt x="166700" y="94125"/>
                  <a:pt x="162682" y="90623"/>
                  <a:pt x="159945" y="86149"/>
                </a:cubicBezTo>
                <a:cubicBezTo>
                  <a:pt x="157208" y="81676"/>
                  <a:pt x="155839" y="76735"/>
                  <a:pt x="155839" y="71326"/>
                </a:cubicBezTo>
                <a:cubicBezTo>
                  <a:pt x="155839" y="66402"/>
                  <a:pt x="156965" y="61842"/>
                  <a:pt x="159217" y="57646"/>
                </a:cubicBezTo>
                <a:cubicBezTo>
                  <a:pt x="161469" y="53450"/>
                  <a:pt x="164535" y="49965"/>
                  <a:pt x="168415" y="47191"/>
                </a:cubicBezTo>
                <a:cubicBezTo>
                  <a:pt x="171325" y="45041"/>
                  <a:pt x="175292" y="43221"/>
                  <a:pt x="180315" y="41732"/>
                </a:cubicBezTo>
                <a:cubicBezTo>
                  <a:pt x="185339" y="40240"/>
                  <a:pt x="190726" y="39494"/>
                  <a:pt x="196477" y="39494"/>
                </a:cubicBezTo>
                <a:cubicBezTo>
                  <a:pt x="205138" y="39494"/>
                  <a:pt x="212742" y="40750"/>
                  <a:pt x="219290" y="43261"/>
                </a:cubicBezTo>
                <a:cubicBezTo>
                  <a:pt x="225837" y="45771"/>
                  <a:pt x="230670" y="49172"/>
                  <a:pt x="233788" y="53463"/>
                </a:cubicBezTo>
                <a:cubicBezTo>
                  <a:pt x="236906" y="57752"/>
                  <a:pt x="239054" y="63489"/>
                  <a:pt x="240232" y="70673"/>
                </a:cubicBezTo>
                <a:lnTo>
                  <a:pt x="221940" y="73168"/>
                </a:lnTo>
                <a:cubicBezTo>
                  <a:pt x="221108" y="67486"/>
                  <a:pt x="218701" y="63052"/>
                  <a:pt x="214717" y="59865"/>
                </a:cubicBezTo>
                <a:cubicBezTo>
                  <a:pt x="210733" y="56677"/>
                  <a:pt x="205103" y="55084"/>
                  <a:pt x="197828" y="55084"/>
                </a:cubicBezTo>
                <a:cubicBezTo>
                  <a:pt x="189236" y="55084"/>
                  <a:pt x="183104" y="56498"/>
                  <a:pt x="179432" y="59325"/>
                </a:cubicBezTo>
                <a:cubicBezTo>
                  <a:pt x="175760" y="62151"/>
                  <a:pt x="173924" y="65461"/>
                  <a:pt x="173924" y="69254"/>
                </a:cubicBezTo>
                <a:cubicBezTo>
                  <a:pt x="173924" y="71666"/>
                  <a:pt x="174686" y="73838"/>
                  <a:pt x="176210" y="75769"/>
                </a:cubicBezTo>
                <a:cubicBezTo>
                  <a:pt x="177734" y="77768"/>
                  <a:pt x="180125" y="79422"/>
                  <a:pt x="183381" y="80732"/>
                </a:cubicBezTo>
                <a:cubicBezTo>
                  <a:pt x="185252" y="81423"/>
                  <a:pt x="190760" y="83009"/>
                  <a:pt x="199906" y="85490"/>
                </a:cubicBezTo>
                <a:cubicBezTo>
                  <a:pt x="213140" y="89022"/>
                  <a:pt x="222373" y="91912"/>
                  <a:pt x="227604" y="94162"/>
                </a:cubicBezTo>
                <a:cubicBezTo>
                  <a:pt x="232835" y="96412"/>
                  <a:pt x="236941" y="99683"/>
                  <a:pt x="239920" y="103977"/>
                </a:cubicBezTo>
                <a:cubicBezTo>
                  <a:pt x="242899" y="108268"/>
                  <a:pt x="244389" y="113598"/>
                  <a:pt x="244389" y="119966"/>
                </a:cubicBezTo>
                <a:cubicBezTo>
                  <a:pt x="244389" y="126198"/>
                  <a:pt x="242570" y="132066"/>
                  <a:pt x="238933" y="137570"/>
                </a:cubicBezTo>
                <a:cubicBezTo>
                  <a:pt x="235295" y="143071"/>
                  <a:pt x="230047" y="147328"/>
                  <a:pt x="223187" y="150340"/>
                </a:cubicBezTo>
                <a:cubicBezTo>
                  <a:pt x="216328" y="153352"/>
                  <a:pt x="208567" y="154858"/>
                  <a:pt x="199906" y="154858"/>
                </a:cubicBezTo>
                <a:cubicBezTo>
                  <a:pt x="185564" y="154858"/>
                  <a:pt x="174634" y="151870"/>
                  <a:pt x="167116" y="145894"/>
                </a:cubicBezTo>
                <a:cubicBezTo>
                  <a:pt x="159598" y="139918"/>
                  <a:pt x="154800" y="131058"/>
                  <a:pt x="152722" y="119313"/>
                </a:cubicBezTo>
                <a:close/>
                <a:moveTo>
                  <a:pt x="338966" y="152364"/>
                </a:moveTo>
                <a:lnTo>
                  <a:pt x="338966" y="136150"/>
                </a:lnTo>
                <a:cubicBezTo>
                  <a:pt x="330375" y="148622"/>
                  <a:pt x="318700" y="154858"/>
                  <a:pt x="303941" y="154858"/>
                </a:cubicBezTo>
                <a:cubicBezTo>
                  <a:pt x="297428" y="154858"/>
                  <a:pt x="291348" y="153611"/>
                  <a:pt x="285701" y="151116"/>
                </a:cubicBezTo>
                <a:cubicBezTo>
                  <a:pt x="280054" y="148622"/>
                  <a:pt x="275862" y="145487"/>
                  <a:pt x="273126" y="141711"/>
                </a:cubicBezTo>
                <a:cubicBezTo>
                  <a:pt x="270389" y="137934"/>
                  <a:pt x="268466" y="133309"/>
                  <a:pt x="267357" y="127836"/>
                </a:cubicBezTo>
                <a:cubicBezTo>
                  <a:pt x="266595" y="124164"/>
                  <a:pt x="266214" y="118343"/>
                  <a:pt x="266214" y="110375"/>
                </a:cubicBezTo>
                <a:lnTo>
                  <a:pt x="266214" y="41988"/>
                </a:lnTo>
                <a:lnTo>
                  <a:pt x="284922" y="41988"/>
                </a:lnTo>
                <a:lnTo>
                  <a:pt x="284922" y="103204"/>
                </a:lnTo>
                <a:cubicBezTo>
                  <a:pt x="284922" y="112974"/>
                  <a:pt x="285303" y="119556"/>
                  <a:pt x="286065" y="122951"/>
                </a:cubicBezTo>
                <a:cubicBezTo>
                  <a:pt x="287243" y="127870"/>
                  <a:pt x="289737" y="131733"/>
                  <a:pt x="293548" y="134539"/>
                </a:cubicBezTo>
                <a:cubicBezTo>
                  <a:pt x="297359" y="137345"/>
                  <a:pt x="302071" y="138749"/>
                  <a:pt x="307683" y="138749"/>
                </a:cubicBezTo>
                <a:cubicBezTo>
                  <a:pt x="313295" y="138749"/>
                  <a:pt x="318561" y="137311"/>
                  <a:pt x="323480" y="134435"/>
                </a:cubicBezTo>
                <a:cubicBezTo>
                  <a:pt x="328400" y="131560"/>
                  <a:pt x="331882" y="127645"/>
                  <a:pt x="333926" y="122691"/>
                </a:cubicBezTo>
                <a:cubicBezTo>
                  <a:pt x="335970" y="117737"/>
                  <a:pt x="336992" y="110548"/>
                  <a:pt x="336992" y="101125"/>
                </a:cubicBezTo>
                <a:lnTo>
                  <a:pt x="336992" y="41988"/>
                </a:lnTo>
                <a:lnTo>
                  <a:pt x="355699" y="41988"/>
                </a:lnTo>
                <a:lnTo>
                  <a:pt x="355699" y="152364"/>
                </a:lnTo>
                <a:lnTo>
                  <a:pt x="338966" y="152364"/>
                </a:lnTo>
                <a:close/>
                <a:moveTo>
                  <a:pt x="461384" y="116819"/>
                </a:moveTo>
                <a:lnTo>
                  <a:pt x="480715" y="119209"/>
                </a:lnTo>
                <a:cubicBezTo>
                  <a:pt x="477667" y="130503"/>
                  <a:pt x="472020" y="139268"/>
                  <a:pt x="463775" y="145504"/>
                </a:cubicBezTo>
                <a:cubicBezTo>
                  <a:pt x="455529" y="151740"/>
                  <a:pt x="444998" y="154858"/>
                  <a:pt x="432179" y="154858"/>
                </a:cubicBezTo>
                <a:cubicBezTo>
                  <a:pt x="416035" y="154858"/>
                  <a:pt x="403234" y="149887"/>
                  <a:pt x="393777" y="139944"/>
                </a:cubicBezTo>
                <a:cubicBezTo>
                  <a:pt x="384319" y="130001"/>
                  <a:pt x="379590" y="116057"/>
                  <a:pt x="379590" y="98111"/>
                </a:cubicBezTo>
                <a:cubicBezTo>
                  <a:pt x="379590" y="79542"/>
                  <a:pt x="384371" y="65130"/>
                  <a:pt x="393933" y="54876"/>
                </a:cubicBezTo>
                <a:cubicBezTo>
                  <a:pt x="403494" y="44621"/>
                  <a:pt x="415897" y="39494"/>
                  <a:pt x="431140" y="39494"/>
                </a:cubicBezTo>
                <a:cubicBezTo>
                  <a:pt x="445898" y="39494"/>
                  <a:pt x="457954" y="44510"/>
                  <a:pt x="467308" y="54541"/>
                </a:cubicBezTo>
                <a:cubicBezTo>
                  <a:pt x="476662" y="64571"/>
                  <a:pt x="481339" y="78682"/>
                  <a:pt x="481339" y="96874"/>
                </a:cubicBezTo>
                <a:cubicBezTo>
                  <a:pt x="481339" y="97980"/>
                  <a:pt x="481304" y="99640"/>
                  <a:pt x="481235" y="101853"/>
                </a:cubicBezTo>
                <a:lnTo>
                  <a:pt x="398921" y="101853"/>
                </a:lnTo>
                <a:cubicBezTo>
                  <a:pt x="399614" y="113944"/>
                  <a:pt x="403044" y="123202"/>
                  <a:pt x="409211" y="129629"/>
                </a:cubicBezTo>
                <a:cubicBezTo>
                  <a:pt x="415377" y="136055"/>
                  <a:pt x="423068" y="139268"/>
                  <a:pt x="432283" y="139268"/>
                </a:cubicBezTo>
                <a:cubicBezTo>
                  <a:pt x="439143" y="139268"/>
                  <a:pt x="444998" y="137484"/>
                  <a:pt x="449848" y="133916"/>
                </a:cubicBezTo>
                <a:cubicBezTo>
                  <a:pt x="454698" y="130345"/>
                  <a:pt x="458543" y="124646"/>
                  <a:pt x="461384" y="116819"/>
                </a:cubicBezTo>
                <a:moveTo>
                  <a:pt x="399961" y="86263"/>
                </a:moveTo>
                <a:lnTo>
                  <a:pt x="461592" y="86263"/>
                </a:lnTo>
                <a:cubicBezTo>
                  <a:pt x="460761" y="77130"/>
                  <a:pt x="458405" y="70280"/>
                  <a:pt x="454525" y="65714"/>
                </a:cubicBezTo>
                <a:cubicBezTo>
                  <a:pt x="448566" y="58627"/>
                  <a:pt x="440840" y="55084"/>
                  <a:pt x="431348" y="55084"/>
                </a:cubicBezTo>
                <a:cubicBezTo>
                  <a:pt x="422756" y="55084"/>
                  <a:pt x="415533" y="57913"/>
                  <a:pt x="409678" y="63570"/>
                </a:cubicBezTo>
                <a:cubicBezTo>
                  <a:pt x="403823" y="69226"/>
                  <a:pt x="400584" y="76790"/>
                  <a:pt x="399961" y="86263"/>
                </a:cubicBezTo>
                <a:close/>
                <a:moveTo>
                  <a:pt x="497540" y="119313"/>
                </a:moveTo>
                <a:lnTo>
                  <a:pt x="516040" y="116403"/>
                </a:lnTo>
                <a:cubicBezTo>
                  <a:pt x="517079" y="123785"/>
                  <a:pt x="519972" y="129441"/>
                  <a:pt x="524718" y="133373"/>
                </a:cubicBezTo>
                <a:cubicBezTo>
                  <a:pt x="529464" y="137303"/>
                  <a:pt x="536099" y="139268"/>
                  <a:pt x="544621" y="139268"/>
                </a:cubicBezTo>
                <a:cubicBezTo>
                  <a:pt x="553213" y="139268"/>
                  <a:pt x="559587" y="137533"/>
                  <a:pt x="563744" y="134062"/>
                </a:cubicBezTo>
                <a:cubicBezTo>
                  <a:pt x="567902" y="130589"/>
                  <a:pt x="569980" y="126516"/>
                  <a:pt x="569980" y="121843"/>
                </a:cubicBezTo>
                <a:cubicBezTo>
                  <a:pt x="569980" y="117649"/>
                  <a:pt x="568144" y="114350"/>
                  <a:pt x="564472" y="111944"/>
                </a:cubicBezTo>
                <a:cubicBezTo>
                  <a:pt x="561908" y="110294"/>
                  <a:pt x="555534" y="108197"/>
                  <a:pt x="545349" y="105653"/>
                </a:cubicBezTo>
                <a:cubicBezTo>
                  <a:pt x="531630" y="102186"/>
                  <a:pt x="522120" y="99187"/>
                  <a:pt x="516819" y="96656"/>
                </a:cubicBezTo>
                <a:cubicBezTo>
                  <a:pt x="511519" y="94125"/>
                  <a:pt x="507500" y="90623"/>
                  <a:pt x="504763" y="86149"/>
                </a:cubicBezTo>
                <a:cubicBezTo>
                  <a:pt x="502026" y="81676"/>
                  <a:pt x="500658" y="76735"/>
                  <a:pt x="500658" y="71326"/>
                </a:cubicBezTo>
                <a:cubicBezTo>
                  <a:pt x="500658" y="66402"/>
                  <a:pt x="501784" y="61842"/>
                  <a:pt x="504036" y="57646"/>
                </a:cubicBezTo>
                <a:cubicBezTo>
                  <a:pt x="506288" y="53450"/>
                  <a:pt x="509354" y="49965"/>
                  <a:pt x="513234" y="47191"/>
                </a:cubicBezTo>
                <a:cubicBezTo>
                  <a:pt x="516144" y="45041"/>
                  <a:pt x="520111" y="43221"/>
                  <a:pt x="525134" y="41732"/>
                </a:cubicBezTo>
                <a:cubicBezTo>
                  <a:pt x="530157" y="40240"/>
                  <a:pt x="535544" y="39494"/>
                  <a:pt x="541295" y="39494"/>
                </a:cubicBezTo>
                <a:cubicBezTo>
                  <a:pt x="549956" y="39494"/>
                  <a:pt x="557560" y="40750"/>
                  <a:pt x="564108" y="43261"/>
                </a:cubicBezTo>
                <a:cubicBezTo>
                  <a:pt x="570656" y="45771"/>
                  <a:pt x="575489" y="49172"/>
                  <a:pt x="578607" y="53463"/>
                </a:cubicBezTo>
                <a:cubicBezTo>
                  <a:pt x="581725" y="57752"/>
                  <a:pt x="583872" y="63489"/>
                  <a:pt x="585050" y="70673"/>
                </a:cubicBezTo>
                <a:lnTo>
                  <a:pt x="566758" y="73168"/>
                </a:lnTo>
                <a:cubicBezTo>
                  <a:pt x="565927" y="67486"/>
                  <a:pt x="563519" y="63052"/>
                  <a:pt x="559535" y="59865"/>
                </a:cubicBezTo>
                <a:cubicBezTo>
                  <a:pt x="555551" y="56677"/>
                  <a:pt x="549922" y="55084"/>
                  <a:pt x="542646" y="55084"/>
                </a:cubicBezTo>
                <a:cubicBezTo>
                  <a:pt x="534055" y="55084"/>
                  <a:pt x="527923" y="56498"/>
                  <a:pt x="524250" y="59325"/>
                </a:cubicBezTo>
                <a:cubicBezTo>
                  <a:pt x="520578" y="62151"/>
                  <a:pt x="518742" y="65461"/>
                  <a:pt x="518742" y="69254"/>
                </a:cubicBezTo>
                <a:cubicBezTo>
                  <a:pt x="518742" y="71666"/>
                  <a:pt x="519504" y="73838"/>
                  <a:pt x="521029" y="75769"/>
                </a:cubicBezTo>
                <a:cubicBezTo>
                  <a:pt x="522553" y="77768"/>
                  <a:pt x="524943" y="79422"/>
                  <a:pt x="528200" y="80732"/>
                </a:cubicBezTo>
                <a:cubicBezTo>
                  <a:pt x="530071" y="81423"/>
                  <a:pt x="535579" y="83009"/>
                  <a:pt x="544725" y="85490"/>
                </a:cubicBezTo>
                <a:cubicBezTo>
                  <a:pt x="557959" y="89022"/>
                  <a:pt x="567191" y="91912"/>
                  <a:pt x="572423" y="94162"/>
                </a:cubicBezTo>
                <a:cubicBezTo>
                  <a:pt x="577654" y="96412"/>
                  <a:pt x="581759" y="99683"/>
                  <a:pt x="584739" y="103977"/>
                </a:cubicBezTo>
                <a:cubicBezTo>
                  <a:pt x="587718" y="108268"/>
                  <a:pt x="589208" y="113598"/>
                  <a:pt x="589208" y="119966"/>
                </a:cubicBezTo>
                <a:cubicBezTo>
                  <a:pt x="589208" y="126198"/>
                  <a:pt x="587389" y="132066"/>
                  <a:pt x="583751" y="137570"/>
                </a:cubicBezTo>
                <a:cubicBezTo>
                  <a:pt x="580114" y="143071"/>
                  <a:pt x="574865" y="147328"/>
                  <a:pt x="568006" y="150340"/>
                </a:cubicBezTo>
                <a:cubicBezTo>
                  <a:pt x="561146" y="153352"/>
                  <a:pt x="553386" y="154858"/>
                  <a:pt x="544725" y="154858"/>
                </a:cubicBezTo>
                <a:cubicBezTo>
                  <a:pt x="530382" y="154858"/>
                  <a:pt x="519452" y="151870"/>
                  <a:pt x="511935" y="145894"/>
                </a:cubicBezTo>
                <a:cubicBezTo>
                  <a:pt x="504417" y="139918"/>
                  <a:pt x="499619" y="131058"/>
                  <a:pt x="497540" y="1193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7AC3F4-44F3-4D31-88F4-ED03EB49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9538" y="1022627"/>
            <a:ext cx="1438878" cy="570443"/>
          </a:xfrm>
          <a:custGeom xmlns:a="http://schemas.openxmlformats.org/drawingml/2006/main">
            <a:pathLst>
              <a:path w="1438878" h="570443">
                <a:moveTo>
                  <a:pt x="0" y="95074"/>
                </a:moveTo>
                <a:cubicBezTo>
                  <a:pt x="0" y="42570"/>
                  <a:pt x="42570" y="0"/>
                  <a:pt x="95074" y="0"/>
                </a:cubicBezTo>
                <a:lnTo>
                  <a:pt x="1343804" y="0"/>
                </a:lnTo>
                <a:cubicBezTo>
                  <a:pt x="1396307" y="0"/>
                  <a:pt x="1438878" y="42570"/>
                  <a:pt x="1438878" y="95074"/>
                </a:cubicBezTo>
                <a:lnTo>
                  <a:pt x="1438878" y="475369"/>
                </a:lnTo>
                <a:cubicBezTo>
                  <a:pt x="1438878" y="527872"/>
                  <a:pt x="1396307" y="570443"/>
                  <a:pt x="1343804" y="570443"/>
                </a:cubicBezTo>
                <a:lnTo>
                  <a:pt x="95074" y="570443"/>
                </a:lnTo>
                <a:cubicBezTo>
                  <a:pt x="42570" y="570443"/>
                  <a:pt x="0" y="527872"/>
                  <a:pt x="0" y="475369"/>
                </a:cubicBezTo>
                <a:lnTo>
                  <a:pt x="0" y="95074"/>
                </a:lnTo>
                <a:close/>
              </a:path>
            </a:pathLst>
          </a:custGeom>
          <a:solidFill xmlns:a="http://schemas.openxmlformats.org/drawingml/2006/main">
            <a:srgbClr val="D7EE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Compilation">
            <a:extLst xmlns:a="http://schemas.openxmlformats.org/drawingml/2006/main">
              <a:ext uri="{FF2B5EF4-FFF2-40B4-BE49-F238E27FC236}">
                <a16:creationId xmlns:a16="http://schemas.microsoft.com/office/drawing/2014/main" id="{50CD3FF0-92CE-45AD-99C7-649987AA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6735" y="1109110"/>
            <a:ext cx="1099914" cy="197470"/>
          </a:xfrm>
          <a:custGeom xmlns:a="http://schemas.openxmlformats.org/drawingml/2006/main">
            <a:pathLst>
              <a:path w="1099914" h="197470">
                <a:moveTo>
                  <a:pt x="114533" y="101437"/>
                </a:moveTo>
                <a:lnTo>
                  <a:pt x="134695" y="106530"/>
                </a:lnTo>
                <a:cubicBezTo>
                  <a:pt x="130469" y="123124"/>
                  <a:pt x="122864" y="135778"/>
                  <a:pt x="111882" y="144491"/>
                </a:cubicBezTo>
                <a:cubicBezTo>
                  <a:pt x="100900" y="153204"/>
                  <a:pt x="87476" y="157560"/>
                  <a:pt x="71609" y="157560"/>
                </a:cubicBezTo>
                <a:cubicBezTo>
                  <a:pt x="55188" y="157560"/>
                  <a:pt x="41832" y="154217"/>
                  <a:pt x="31543" y="147531"/>
                </a:cubicBezTo>
                <a:cubicBezTo>
                  <a:pt x="21254" y="140845"/>
                  <a:pt x="13424" y="131162"/>
                  <a:pt x="8055" y="118482"/>
                </a:cubicBezTo>
                <a:cubicBezTo>
                  <a:pt x="2685" y="105802"/>
                  <a:pt x="0" y="92187"/>
                  <a:pt x="0" y="77637"/>
                </a:cubicBezTo>
                <a:cubicBezTo>
                  <a:pt x="0" y="61770"/>
                  <a:pt x="3031" y="47930"/>
                  <a:pt x="9094" y="36116"/>
                </a:cubicBezTo>
                <a:cubicBezTo>
                  <a:pt x="15157" y="24303"/>
                  <a:pt x="23783" y="15330"/>
                  <a:pt x="34973" y="9198"/>
                </a:cubicBezTo>
                <a:cubicBezTo>
                  <a:pt x="46163" y="3066"/>
                  <a:pt x="58479" y="0"/>
                  <a:pt x="71921" y="0"/>
                </a:cubicBezTo>
                <a:cubicBezTo>
                  <a:pt x="87164" y="0"/>
                  <a:pt x="99982" y="3880"/>
                  <a:pt x="110375" y="11640"/>
                </a:cubicBezTo>
                <a:cubicBezTo>
                  <a:pt x="120768" y="19401"/>
                  <a:pt x="128009" y="30313"/>
                  <a:pt x="132097" y="44379"/>
                </a:cubicBezTo>
                <a:lnTo>
                  <a:pt x="112246" y="49056"/>
                </a:lnTo>
                <a:cubicBezTo>
                  <a:pt x="108712" y="37933"/>
                  <a:pt x="103585" y="29835"/>
                  <a:pt x="96864" y="24762"/>
                </a:cubicBezTo>
                <a:cubicBezTo>
                  <a:pt x="90143" y="19686"/>
                  <a:pt x="81690" y="17149"/>
                  <a:pt x="71505" y="17149"/>
                </a:cubicBezTo>
                <a:cubicBezTo>
                  <a:pt x="59795" y="17149"/>
                  <a:pt x="50008" y="19960"/>
                  <a:pt x="42144" y="25583"/>
                </a:cubicBezTo>
                <a:cubicBezTo>
                  <a:pt x="34280" y="31204"/>
                  <a:pt x="28754" y="38752"/>
                  <a:pt x="25567" y="48227"/>
                </a:cubicBezTo>
                <a:cubicBezTo>
                  <a:pt x="22380" y="57700"/>
                  <a:pt x="20786" y="67468"/>
                  <a:pt x="20786" y="77530"/>
                </a:cubicBezTo>
                <a:cubicBezTo>
                  <a:pt x="20786" y="90508"/>
                  <a:pt x="22674" y="101839"/>
                  <a:pt x="26451" y="111522"/>
                </a:cubicBezTo>
                <a:cubicBezTo>
                  <a:pt x="30227" y="121205"/>
                  <a:pt x="36099" y="128441"/>
                  <a:pt x="44067" y="133230"/>
                </a:cubicBezTo>
                <a:cubicBezTo>
                  <a:pt x="52035" y="138018"/>
                  <a:pt x="60661" y="140411"/>
                  <a:pt x="69946" y="140411"/>
                </a:cubicBezTo>
                <a:cubicBezTo>
                  <a:pt x="81240" y="140411"/>
                  <a:pt x="90802" y="137138"/>
                  <a:pt x="98631" y="130590"/>
                </a:cubicBezTo>
                <a:cubicBezTo>
                  <a:pt x="106461" y="124042"/>
                  <a:pt x="111761" y="114325"/>
                  <a:pt x="114533" y="101437"/>
                </a:cubicBezTo>
                <a:close/>
                <a:moveTo>
                  <a:pt x="149720" y="99878"/>
                </a:moveTo>
                <a:cubicBezTo>
                  <a:pt x="149720" y="79438"/>
                  <a:pt x="155402" y="64299"/>
                  <a:pt x="166765" y="54460"/>
                </a:cubicBezTo>
                <a:cubicBezTo>
                  <a:pt x="176258" y="46284"/>
                  <a:pt x="187829" y="42196"/>
                  <a:pt x="201478" y="42196"/>
                </a:cubicBezTo>
                <a:cubicBezTo>
                  <a:pt x="216652" y="42196"/>
                  <a:pt x="229055" y="47168"/>
                  <a:pt x="238686" y="57110"/>
                </a:cubicBezTo>
                <a:cubicBezTo>
                  <a:pt x="248317" y="67053"/>
                  <a:pt x="253132" y="80789"/>
                  <a:pt x="253132" y="98319"/>
                </a:cubicBezTo>
                <a:cubicBezTo>
                  <a:pt x="253132" y="112523"/>
                  <a:pt x="251002" y="123696"/>
                  <a:pt x="246740" y="131837"/>
                </a:cubicBezTo>
                <a:cubicBezTo>
                  <a:pt x="242479" y="139978"/>
                  <a:pt x="236278" y="146301"/>
                  <a:pt x="228137" y="150805"/>
                </a:cubicBezTo>
                <a:cubicBezTo>
                  <a:pt x="219995" y="155308"/>
                  <a:pt x="211109" y="157560"/>
                  <a:pt x="201478" y="157560"/>
                </a:cubicBezTo>
                <a:cubicBezTo>
                  <a:pt x="186027" y="157560"/>
                  <a:pt x="173538" y="152606"/>
                  <a:pt x="164011" y="142698"/>
                </a:cubicBezTo>
                <a:cubicBezTo>
                  <a:pt x="154484" y="132790"/>
                  <a:pt x="149720" y="118517"/>
                  <a:pt x="149720" y="99878"/>
                </a:cubicBezTo>
                <a:moveTo>
                  <a:pt x="168948" y="99826"/>
                </a:moveTo>
                <a:cubicBezTo>
                  <a:pt x="168948" y="113909"/>
                  <a:pt x="172031" y="124454"/>
                  <a:pt x="178198" y="131460"/>
                </a:cubicBezTo>
                <a:cubicBezTo>
                  <a:pt x="184364" y="138467"/>
                  <a:pt x="192124" y="141970"/>
                  <a:pt x="201478" y="141970"/>
                </a:cubicBezTo>
                <a:cubicBezTo>
                  <a:pt x="210763" y="141970"/>
                  <a:pt x="218488" y="138450"/>
                  <a:pt x="224655" y="131408"/>
                </a:cubicBezTo>
                <a:cubicBezTo>
                  <a:pt x="230822" y="124367"/>
                  <a:pt x="233905" y="113633"/>
                  <a:pt x="233905" y="99206"/>
                </a:cubicBezTo>
                <a:cubicBezTo>
                  <a:pt x="233905" y="85606"/>
                  <a:pt x="230804" y="75303"/>
                  <a:pt x="224603" y="68296"/>
                </a:cubicBezTo>
                <a:cubicBezTo>
                  <a:pt x="218402" y="61289"/>
                  <a:pt x="210694" y="57786"/>
                  <a:pt x="201478" y="57786"/>
                </a:cubicBezTo>
                <a:cubicBezTo>
                  <a:pt x="192124" y="57786"/>
                  <a:pt x="184364" y="61272"/>
                  <a:pt x="178198" y="68244"/>
                </a:cubicBezTo>
                <a:cubicBezTo>
                  <a:pt x="172031" y="75216"/>
                  <a:pt x="168948" y="85743"/>
                  <a:pt x="168948" y="99826"/>
                </a:cubicBezTo>
                <a:close/>
                <a:moveTo>
                  <a:pt x="275881" y="155066"/>
                </a:moveTo>
                <a:lnTo>
                  <a:pt x="275881" y="44691"/>
                </a:lnTo>
                <a:lnTo>
                  <a:pt x="292614" y="44691"/>
                </a:lnTo>
                <a:lnTo>
                  <a:pt x="292614" y="60072"/>
                </a:lnTo>
                <a:cubicBezTo>
                  <a:pt x="296079" y="54698"/>
                  <a:pt x="300686" y="50375"/>
                  <a:pt x="306437" y="47104"/>
                </a:cubicBezTo>
                <a:cubicBezTo>
                  <a:pt x="312188" y="43832"/>
                  <a:pt x="318736" y="42196"/>
                  <a:pt x="326080" y="42196"/>
                </a:cubicBezTo>
                <a:cubicBezTo>
                  <a:pt x="334256" y="42196"/>
                  <a:pt x="340960" y="43885"/>
                  <a:pt x="346191" y="47263"/>
                </a:cubicBezTo>
                <a:cubicBezTo>
                  <a:pt x="351422" y="50638"/>
                  <a:pt x="355112" y="55359"/>
                  <a:pt x="357260" y="61424"/>
                </a:cubicBezTo>
                <a:cubicBezTo>
                  <a:pt x="365990" y="48605"/>
                  <a:pt x="377353" y="42196"/>
                  <a:pt x="391349" y="42196"/>
                </a:cubicBezTo>
                <a:cubicBezTo>
                  <a:pt x="402297" y="42196"/>
                  <a:pt x="410715" y="45228"/>
                  <a:pt x="416604" y="51290"/>
                </a:cubicBezTo>
                <a:cubicBezTo>
                  <a:pt x="422494" y="57353"/>
                  <a:pt x="425439" y="66689"/>
                  <a:pt x="425439" y="79300"/>
                </a:cubicBezTo>
                <a:lnTo>
                  <a:pt x="425439" y="155066"/>
                </a:lnTo>
                <a:lnTo>
                  <a:pt x="406835" y="155066"/>
                </a:lnTo>
                <a:lnTo>
                  <a:pt x="406835" y="85461"/>
                </a:lnTo>
                <a:cubicBezTo>
                  <a:pt x="406835" y="77969"/>
                  <a:pt x="406229" y="72577"/>
                  <a:pt x="405016" y="69283"/>
                </a:cubicBezTo>
                <a:cubicBezTo>
                  <a:pt x="403804" y="65988"/>
                  <a:pt x="401604" y="63334"/>
                  <a:pt x="398416" y="61323"/>
                </a:cubicBezTo>
                <a:cubicBezTo>
                  <a:pt x="395229" y="59311"/>
                  <a:pt x="391488" y="58306"/>
                  <a:pt x="387192" y="58306"/>
                </a:cubicBezTo>
                <a:cubicBezTo>
                  <a:pt x="379432" y="58306"/>
                  <a:pt x="372988" y="60890"/>
                  <a:pt x="367861" y="66058"/>
                </a:cubicBezTo>
                <a:cubicBezTo>
                  <a:pt x="362733" y="71224"/>
                  <a:pt x="360170" y="79496"/>
                  <a:pt x="360170" y="90872"/>
                </a:cubicBezTo>
                <a:lnTo>
                  <a:pt x="360170" y="155066"/>
                </a:lnTo>
                <a:lnTo>
                  <a:pt x="341462" y="155066"/>
                </a:lnTo>
                <a:lnTo>
                  <a:pt x="341462" y="83275"/>
                </a:lnTo>
                <a:cubicBezTo>
                  <a:pt x="341462" y="74952"/>
                  <a:pt x="339938" y="68710"/>
                  <a:pt x="336889" y="64548"/>
                </a:cubicBezTo>
                <a:cubicBezTo>
                  <a:pt x="333840" y="60386"/>
                  <a:pt x="328852" y="58306"/>
                  <a:pt x="321923" y="58306"/>
                </a:cubicBezTo>
                <a:cubicBezTo>
                  <a:pt x="316657" y="58306"/>
                  <a:pt x="311790" y="59693"/>
                  <a:pt x="307321" y="62469"/>
                </a:cubicBezTo>
                <a:cubicBezTo>
                  <a:pt x="302851" y="65243"/>
                  <a:pt x="299612" y="69301"/>
                  <a:pt x="297603" y="74642"/>
                </a:cubicBezTo>
                <a:cubicBezTo>
                  <a:pt x="295594" y="79982"/>
                  <a:pt x="294589" y="87680"/>
                  <a:pt x="294589" y="97738"/>
                </a:cubicBezTo>
                <a:lnTo>
                  <a:pt x="294589" y="155066"/>
                </a:lnTo>
                <a:lnTo>
                  <a:pt x="275881" y="155066"/>
                </a:lnTo>
                <a:close/>
                <a:moveTo>
                  <a:pt x="454676" y="197470"/>
                </a:moveTo>
                <a:lnTo>
                  <a:pt x="454676" y="44691"/>
                </a:lnTo>
                <a:lnTo>
                  <a:pt x="471720" y="44691"/>
                </a:lnTo>
                <a:lnTo>
                  <a:pt x="471720" y="58929"/>
                </a:lnTo>
                <a:cubicBezTo>
                  <a:pt x="475739" y="53352"/>
                  <a:pt x="480277" y="49168"/>
                  <a:pt x="485335" y="46379"/>
                </a:cubicBezTo>
                <a:cubicBezTo>
                  <a:pt x="490393" y="43591"/>
                  <a:pt x="496525" y="42196"/>
                  <a:pt x="503731" y="42196"/>
                </a:cubicBezTo>
                <a:cubicBezTo>
                  <a:pt x="513154" y="42196"/>
                  <a:pt x="521469" y="44621"/>
                  <a:pt x="528675" y="49471"/>
                </a:cubicBezTo>
                <a:cubicBezTo>
                  <a:pt x="535881" y="54322"/>
                  <a:pt x="541320" y="61164"/>
                  <a:pt x="544992" y="69998"/>
                </a:cubicBezTo>
                <a:cubicBezTo>
                  <a:pt x="548664" y="78832"/>
                  <a:pt x="550500" y="88515"/>
                  <a:pt x="550500" y="99047"/>
                </a:cubicBezTo>
                <a:cubicBezTo>
                  <a:pt x="550500" y="110341"/>
                  <a:pt x="548474" y="120509"/>
                  <a:pt x="544420" y="129551"/>
                </a:cubicBezTo>
                <a:cubicBezTo>
                  <a:pt x="540367" y="138593"/>
                  <a:pt x="534478" y="145521"/>
                  <a:pt x="526752" y="150337"/>
                </a:cubicBezTo>
                <a:cubicBezTo>
                  <a:pt x="519027" y="155152"/>
                  <a:pt x="510903" y="157560"/>
                  <a:pt x="502380" y="157560"/>
                </a:cubicBezTo>
                <a:cubicBezTo>
                  <a:pt x="496144" y="157560"/>
                  <a:pt x="490549" y="156226"/>
                  <a:pt x="485595" y="153559"/>
                </a:cubicBezTo>
                <a:cubicBezTo>
                  <a:pt x="480641" y="150889"/>
                  <a:pt x="476570" y="147518"/>
                  <a:pt x="473383" y="143445"/>
                </a:cubicBezTo>
                <a:lnTo>
                  <a:pt x="473383" y="197470"/>
                </a:lnTo>
                <a:lnTo>
                  <a:pt x="454676" y="197470"/>
                </a:lnTo>
                <a:moveTo>
                  <a:pt x="471616" y="100346"/>
                </a:moveTo>
                <a:cubicBezTo>
                  <a:pt x="471616" y="114533"/>
                  <a:pt x="474492" y="125017"/>
                  <a:pt x="480243" y="131798"/>
                </a:cubicBezTo>
                <a:cubicBezTo>
                  <a:pt x="485994" y="138580"/>
                  <a:pt x="492957" y="141970"/>
                  <a:pt x="501133" y="141970"/>
                </a:cubicBezTo>
                <a:cubicBezTo>
                  <a:pt x="509447" y="141970"/>
                  <a:pt x="516567" y="138458"/>
                  <a:pt x="522491" y="131434"/>
                </a:cubicBezTo>
                <a:cubicBezTo>
                  <a:pt x="528415" y="124410"/>
                  <a:pt x="531377" y="113528"/>
                  <a:pt x="531377" y="98787"/>
                </a:cubicBezTo>
                <a:cubicBezTo>
                  <a:pt x="531377" y="84739"/>
                  <a:pt x="528484" y="74220"/>
                  <a:pt x="522699" y="67231"/>
                </a:cubicBezTo>
                <a:cubicBezTo>
                  <a:pt x="516913" y="60241"/>
                  <a:pt x="510002" y="56747"/>
                  <a:pt x="501964" y="56747"/>
                </a:cubicBezTo>
                <a:cubicBezTo>
                  <a:pt x="493996" y="56747"/>
                  <a:pt x="486946" y="60466"/>
                  <a:pt x="480814" y="67906"/>
                </a:cubicBezTo>
                <a:cubicBezTo>
                  <a:pt x="474682" y="75346"/>
                  <a:pt x="471616" y="86159"/>
                  <a:pt x="471616" y="100346"/>
                </a:cubicBezTo>
                <a:close/>
                <a:moveTo>
                  <a:pt x="573977" y="24320"/>
                </a:moveTo>
                <a:lnTo>
                  <a:pt x="573977" y="2702"/>
                </a:lnTo>
                <a:lnTo>
                  <a:pt x="592685" y="2702"/>
                </a:lnTo>
                <a:lnTo>
                  <a:pt x="592685" y="24320"/>
                </a:lnTo>
                <a:lnTo>
                  <a:pt x="573977" y="24320"/>
                </a:lnTo>
                <a:moveTo>
                  <a:pt x="573977" y="155066"/>
                </a:moveTo>
                <a:lnTo>
                  <a:pt x="573977" y="44691"/>
                </a:lnTo>
                <a:lnTo>
                  <a:pt x="592685" y="44691"/>
                </a:lnTo>
                <a:lnTo>
                  <a:pt x="592685" y="155066"/>
                </a:lnTo>
                <a:lnTo>
                  <a:pt x="573977" y="155066"/>
                </a:lnTo>
                <a:close/>
                <a:moveTo>
                  <a:pt x="620285" y="155066"/>
                </a:moveTo>
                <a:lnTo>
                  <a:pt x="620285" y="2702"/>
                </a:lnTo>
                <a:lnTo>
                  <a:pt x="638993" y="2702"/>
                </a:lnTo>
                <a:lnTo>
                  <a:pt x="638993" y="155066"/>
                </a:lnTo>
                <a:lnTo>
                  <a:pt x="620285" y="155066"/>
                </a:lnTo>
                <a:close/>
                <a:moveTo>
                  <a:pt x="739553" y="141438"/>
                </a:moveTo>
                <a:cubicBezTo>
                  <a:pt x="732624" y="147332"/>
                  <a:pt x="725955" y="151492"/>
                  <a:pt x="719546" y="153919"/>
                </a:cubicBezTo>
                <a:cubicBezTo>
                  <a:pt x="713137" y="156347"/>
                  <a:pt x="706260" y="157560"/>
                  <a:pt x="698915" y="157560"/>
                </a:cubicBezTo>
                <a:cubicBezTo>
                  <a:pt x="686790" y="157560"/>
                  <a:pt x="677471" y="154596"/>
                  <a:pt x="670958" y="148668"/>
                </a:cubicBezTo>
                <a:cubicBezTo>
                  <a:pt x="664445" y="142739"/>
                  <a:pt x="661188" y="135164"/>
                  <a:pt x="661188" y="125942"/>
                </a:cubicBezTo>
                <a:cubicBezTo>
                  <a:pt x="661188" y="120536"/>
                  <a:pt x="662418" y="115597"/>
                  <a:pt x="664878" y="111126"/>
                </a:cubicBezTo>
                <a:cubicBezTo>
                  <a:pt x="667338" y="106652"/>
                  <a:pt x="670560" y="103063"/>
                  <a:pt x="674544" y="100359"/>
                </a:cubicBezTo>
                <a:cubicBezTo>
                  <a:pt x="678528" y="97654"/>
                  <a:pt x="683014" y="95609"/>
                  <a:pt x="688003" y="94224"/>
                </a:cubicBezTo>
                <a:cubicBezTo>
                  <a:pt x="691675" y="93251"/>
                  <a:pt x="697218" y="92315"/>
                  <a:pt x="704632" y="91414"/>
                </a:cubicBezTo>
                <a:cubicBezTo>
                  <a:pt x="719736" y="89626"/>
                  <a:pt x="730857" y="87493"/>
                  <a:pt x="737994" y="85016"/>
                </a:cubicBezTo>
                <a:cubicBezTo>
                  <a:pt x="738063" y="82463"/>
                  <a:pt x="738098" y="80841"/>
                  <a:pt x="738098" y="80151"/>
                </a:cubicBezTo>
                <a:cubicBezTo>
                  <a:pt x="738098" y="72557"/>
                  <a:pt x="736331" y="67208"/>
                  <a:pt x="732797" y="64103"/>
                </a:cubicBezTo>
                <a:cubicBezTo>
                  <a:pt x="728016" y="59892"/>
                  <a:pt x="720914" y="57786"/>
                  <a:pt x="711491" y="57786"/>
                </a:cubicBezTo>
                <a:cubicBezTo>
                  <a:pt x="702692" y="57786"/>
                  <a:pt x="696196" y="59328"/>
                  <a:pt x="692004" y="62411"/>
                </a:cubicBezTo>
                <a:cubicBezTo>
                  <a:pt x="687812" y="65494"/>
                  <a:pt x="684712" y="70951"/>
                  <a:pt x="682702" y="78780"/>
                </a:cubicBezTo>
                <a:lnTo>
                  <a:pt x="664410" y="76286"/>
                </a:lnTo>
                <a:cubicBezTo>
                  <a:pt x="666073" y="68432"/>
                  <a:pt x="668810" y="62090"/>
                  <a:pt x="672621" y="57260"/>
                </a:cubicBezTo>
                <a:cubicBezTo>
                  <a:pt x="676432" y="52429"/>
                  <a:pt x="681940" y="48711"/>
                  <a:pt x="689146" y="46107"/>
                </a:cubicBezTo>
                <a:cubicBezTo>
                  <a:pt x="696352" y="43500"/>
                  <a:pt x="704701" y="42196"/>
                  <a:pt x="714193" y="42196"/>
                </a:cubicBezTo>
                <a:cubicBezTo>
                  <a:pt x="723617" y="42196"/>
                  <a:pt x="731273" y="43305"/>
                  <a:pt x="737162" y="45522"/>
                </a:cubicBezTo>
                <a:cubicBezTo>
                  <a:pt x="743052" y="47739"/>
                  <a:pt x="747382" y="50528"/>
                  <a:pt x="750154" y="53888"/>
                </a:cubicBezTo>
                <a:cubicBezTo>
                  <a:pt x="752925" y="57249"/>
                  <a:pt x="754865" y="61493"/>
                  <a:pt x="755974" y="66620"/>
                </a:cubicBezTo>
                <a:cubicBezTo>
                  <a:pt x="756597" y="69807"/>
                  <a:pt x="756909" y="75558"/>
                  <a:pt x="756909" y="83873"/>
                </a:cubicBezTo>
                <a:lnTo>
                  <a:pt x="756909" y="108816"/>
                </a:lnTo>
                <a:cubicBezTo>
                  <a:pt x="756909" y="126208"/>
                  <a:pt x="757308" y="137207"/>
                  <a:pt x="758104" y="141815"/>
                </a:cubicBezTo>
                <a:cubicBezTo>
                  <a:pt x="758901" y="146422"/>
                  <a:pt x="760478" y="150839"/>
                  <a:pt x="762833" y="155066"/>
                </a:cubicBezTo>
                <a:lnTo>
                  <a:pt x="743294" y="155066"/>
                </a:lnTo>
                <a:cubicBezTo>
                  <a:pt x="741354" y="151181"/>
                  <a:pt x="740107" y="146639"/>
                  <a:pt x="739553" y="141438"/>
                </a:cubicBezTo>
                <a:moveTo>
                  <a:pt x="737994" y="99566"/>
                </a:moveTo>
                <a:cubicBezTo>
                  <a:pt x="731204" y="102362"/>
                  <a:pt x="721018" y="104737"/>
                  <a:pt x="707438" y="106692"/>
                </a:cubicBezTo>
                <a:cubicBezTo>
                  <a:pt x="699747" y="107805"/>
                  <a:pt x="694308" y="109058"/>
                  <a:pt x="691121" y="110450"/>
                </a:cubicBezTo>
                <a:cubicBezTo>
                  <a:pt x="687933" y="111840"/>
                  <a:pt x="685474" y="113875"/>
                  <a:pt x="683741" y="116556"/>
                </a:cubicBezTo>
                <a:cubicBezTo>
                  <a:pt x="682009" y="119234"/>
                  <a:pt x="681143" y="122208"/>
                  <a:pt x="681143" y="125478"/>
                </a:cubicBezTo>
                <a:cubicBezTo>
                  <a:pt x="681143" y="130486"/>
                  <a:pt x="683031" y="134661"/>
                  <a:pt x="686807" y="138002"/>
                </a:cubicBezTo>
                <a:cubicBezTo>
                  <a:pt x="690584" y="141340"/>
                  <a:pt x="696109" y="143010"/>
                  <a:pt x="703385" y="143010"/>
                </a:cubicBezTo>
                <a:cubicBezTo>
                  <a:pt x="710590" y="143010"/>
                  <a:pt x="717000" y="141426"/>
                  <a:pt x="722612" y="138258"/>
                </a:cubicBezTo>
                <a:cubicBezTo>
                  <a:pt x="728224" y="135090"/>
                  <a:pt x="732347" y="130757"/>
                  <a:pt x="734980" y="125257"/>
                </a:cubicBezTo>
                <a:cubicBezTo>
                  <a:pt x="736989" y="121009"/>
                  <a:pt x="737994" y="114743"/>
                  <a:pt x="737994" y="106458"/>
                </a:cubicBezTo>
                <a:lnTo>
                  <a:pt x="737994" y="99566"/>
                </a:lnTo>
                <a:close/>
                <a:moveTo>
                  <a:pt x="827571" y="138541"/>
                </a:moveTo>
                <a:lnTo>
                  <a:pt x="830274" y="155066"/>
                </a:lnTo>
                <a:cubicBezTo>
                  <a:pt x="825008" y="156036"/>
                  <a:pt x="820296" y="156521"/>
                  <a:pt x="816139" y="156521"/>
                </a:cubicBezTo>
                <a:cubicBezTo>
                  <a:pt x="809349" y="156521"/>
                  <a:pt x="804083" y="155447"/>
                  <a:pt x="800341" y="153299"/>
                </a:cubicBezTo>
                <a:cubicBezTo>
                  <a:pt x="796600" y="151151"/>
                  <a:pt x="793967" y="148328"/>
                  <a:pt x="792442" y="144829"/>
                </a:cubicBezTo>
                <a:cubicBezTo>
                  <a:pt x="790918" y="141330"/>
                  <a:pt x="790156" y="133968"/>
                  <a:pt x="790156" y="122743"/>
                </a:cubicBezTo>
                <a:lnTo>
                  <a:pt x="790156" y="59241"/>
                </a:lnTo>
                <a:lnTo>
                  <a:pt x="776437" y="59241"/>
                </a:lnTo>
                <a:lnTo>
                  <a:pt x="776437" y="44691"/>
                </a:lnTo>
                <a:lnTo>
                  <a:pt x="790156" y="44691"/>
                </a:lnTo>
                <a:lnTo>
                  <a:pt x="790156" y="17282"/>
                </a:lnTo>
                <a:lnTo>
                  <a:pt x="808760" y="6028"/>
                </a:lnTo>
                <a:lnTo>
                  <a:pt x="808760" y="44691"/>
                </a:lnTo>
                <a:lnTo>
                  <a:pt x="827571" y="44691"/>
                </a:lnTo>
                <a:lnTo>
                  <a:pt x="827571" y="59241"/>
                </a:lnTo>
                <a:lnTo>
                  <a:pt x="808760" y="59241"/>
                </a:lnTo>
                <a:lnTo>
                  <a:pt x="808760" y="123782"/>
                </a:lnTo>
                <a:cubicBezTo>
                  <a:pt x="808760" y="129118"/>
                  <a:pt x="809089" y="132547"/>
                  <a:pt x="809747" y="134072"/>
                </a:cubicBezTo>
                <a:cubicBezTo>
                  <a:pt x="810405" y="135596"/>
                  <a:pt x="811479" y="136809"/>
                  <a:pt x="812969" y="137709"/>
                </a:cubicBezTo>
                <a:cubicBezTo>
                  <a:pt x="814459" y="138610"/>
                  <a:pt x="816589" y="139060"/>
                  <a:pt x="819361" y="139060"/>
                </a:cubicBezTo>
                <a:cubicBezTo>
                  <a:pt x="821439" y="139060"/>
                  <a:pt x="824176" y="138887"/>
                  <a:pt x="827571" y="138541"/>
                </a:cubicBezTo>
                <a:close/>
                <a:moveTo>
                  <a:pt x="846428" y="24320"/>
                </a:moveTo>
                <a:lnTo>
                  <a:pt x="846428" y="2702"/>
                </a:lnTo>
                <a:lnTo>
                  <a:pt x="865136" y="2702"/>
                </a:lnTo>
                <a:lnTo>
                  <a:pt x="865136" y="24320"/>
                </a:lnTo>
                <a:lnTo>
                  <a:pt x="846428" y="24320"/>
                </a:lnTo>
                <a:moveTo>
                  <a:pt x="846428" y="155066"/>
                </a:moveTo>
                <a:lnTo>
                  <a:pt x="846428" y="44691"/>
                </a:lnTo>
                <a:lnTo>
                  <a:pt x="865136" y="44691"/>
                </a:lnTo>
                <a:lnTo>
                  <a:pt x="865136" y="155066"/>
                </a:lnTo>
                <a:lnTo>
                  <a:pt x="846428" y="155066"/>
                </a:lnTo>
                <a:close/>
                <a:moveTo>
                  <a:pt x="886189" y="99878"/>
                </a:moveTo>
                <a:cubicBezTo>
                  <a:pt x="886189" y="79438"/>
                  <a:pt x="891870" y="64299"/>
                  <a:pt x="903233" y="54460"/>
                </a:cubicBezTo>
                <a:cubicBezTo>
                  <a:pt x="912726" y="46284"/>
                  <a:pt x="924297" y="42196"/>
                  <a:pt x="937947" y="42196"/>
                </a:cubicBezTo>
                <a:cubicBezTo>
                  <a:pt x="953121" y="42196"/>
                  <a:pt x="965523" y="47168"/>
                  <a:pt x="975154" y="57110"/>
                </a:cubicBezTo>
                <a:cubicBezTo>
                  <a:pt x="984785" y="67053"/>
                  <a:pt x="989601" y="80789"/>
                  <a:pt x="989601" y="98319"/>
                </a:cubicBezTo>
                <a:cubicBezTo>
                  <a:pt x="989601" y="112523"/>
                  <a:pt x="987470" y="123696"/>
                  <a:pt x="983209" y="131837"/>
                </a:cubicBezTo>
                <a:cubicBezTo>
                  <a:pt x="978948" y="139978"/>
                  <a:pt x="972746" y="146301"/>
                  <a:pt x="964605" y="150805"/>
                </a:cubicBezTo>
                <a:cubicBezTo>
                  <a:pt x="956464" y="155308"/>
                  <a:pt x="947578" y="157560"/>
                  <a:pt x="937947" y="157560"/>
                </a:cubicBezTo>
                <a:cubicBezTo>
                  <a:pt x="922495" y="157560"/>
                  <a:pt x="910006" y="152606"/>
                  <a:pt x="900479" y="142698"/>
                </a:cubicBezTo>
                <a:cubicBezTo>
                  <a:pt x="890952" y="132790"/>
                  <a:pt x="886189" y="118517"/>
                  <a:pt x="886189" y="99878"/>
                </a:cubicBezTo>
                <a:moveTo>
                  <a:pt x="905416" y="99826"/>
                </a:moveTo>
                <a:cubicBezTo>
                  <a:pt x="905416" y="113909"/>
                  <a:pt x="908499" y="124454"/>
                  <a:pt x="914666" y="131460"/>
                </a:cubicBezTo>
                <a:cubicBezTo>
                  <a:pt x="920833" y="138467"/>
                  <a:pt x="928593" y="141970"/>
                  <a:pt x="937947" y="141970"/>
                </a:cubicBezTo>
                <a:cubicBezTo>
                  <a:pt x="947231" y="141970"/>
                  <a:pt x="954957" y="138450"/>
                  <a:pt x="961123" y="131408"/>
                </a:cubicBezTo>
                <a:cubicBezTo>
                  <a:pt x="967290" y="124367"/>
                  <a:pt x="970373" y="113633"/>
                  <a:pt x="970373" y="99206"/>
                </a:cubicBezTo>
                <a:cubicBezTo>
                  <a:pt x="970373" y="85606"/>
                  <a:pt x="967273" y="75303"/>
                  <a:pt x="961071" y="68296"/>
                </a:cubicBezTo>
                <a:cubicBezTo>
                  <a:pt x="954870" y="61289"/>
                  <a:pt x="947162" y="57786"/>
                  <a:pt x="937947" y="57786"/>
                </a:cubicBezTo>
                <a:cubicBezTo>
                  <a:pt x="928593" y="57786"/>
                  <a:pt x="920833" y="61272"/>
                  <a:pt x="914666" y="68244"/>
                </a:cubicBezTo>
                <a:cubicBezTo>
                  <a:pt x="908499" y="75216"/>
                  <a:pt x="905416" y="85743"/>
                  <a:pt x="905416" y="99826"/>
                </a:cubicBezTo>
                <a:close/>
                <a:moveTo>
                  <a:pt x="1010221" y="155066"/>
                </a:moveTo>
                <a:lnTo>
                  <a:pt x="1010221" y="44691"/>
                </a:lnTo>
                <a:lnTo>
                  <a:pt x="1027058" y="44691"/>
                </a:lnTo>
                <a:lnTo>
                  <a:pt x="1027058" y="60280"/>
                </a:lnTo>
                <a:cubicBezTo>
                  <a:pt x="1035164" y="48224"/>
                  <a:pt x="1046874" y="42196"/>
                  <a:pt x="1062186" y="42196"/>
                </a:cubicBezTo>
                <a:cubicBezTo>
                  <a:pt x="1068838" y="42196"/>
                  <a:pt x="1074953" y="43391"/>
                  <a:pt x="1080530" y="45782"/>
                </a:cubicBezTo>
                <a:cubicBezTo>
                  <a:pt x="1086108" y="48172"/>
                  <a:pt x="1090283" y="51308"/>
                  <a:pt x="1093054" y="55188"/>
                </a:cubicBezTo>
                <a:cubicBezTo>
                  <a:pt x="1095826" y="59068"/>
                  <a:pt x="1097766" y="63675"/>
                  <a:pt x="1098874" y="69011"/>
                </a:cubicBezTo>
                <a:cubicBezTo>
                  <a:pt x="1099567" y="72475"/>
                  <a:pt x="1099914" y="78538"/>
                  <a:pt x="1099914" y="87199"/>
                </a:cubicBezTo>
                <a:lnTo>
                  <a:pt x="1099914" y="155066"/>
                </a:lnTo>
                <a:lnTo>
                  <a:pt x="1081206" y="155066"/>
                </a:lnTo>
                <a:lnTo>
                  <a:pt x="1081206" y="87855"/>
                </a:lnTo>
                <a:cubicBezTo>
                  <a:pt x="1081206" y="80224"/>
                  <a:pt x="1080478" y="74519"/>
                  <a:pt x="1079023" y="70738"/>
                </a:cubicBezTo>
                <a:cubicBezTo>
                  <a:pt x="1077568" y="66958"/>
                  <a:pt x="1074987" y="63941"/>
                  <a:pt x="1071280" y="61687"/>
                </a:cubicBezTo>
                <a:cubicBezTo>
                  <a:pt x="1067574" y="59433"/>
                  <a:pt x="1063226" y="58306"/>
                  <a:pt x="1058237" y="58306"/>
                </a:cubicBezTo>
                <a:cubicBezTo>
                  <a:pt x="1050269" y="58306"/>
                  <a:pt x="1043392" y="60838"/>
                  <a:pt x="1037607" y="65902"/>
                </a:cubicBezTo>
                <a:cubicBezTo>
                  <a:pt x="1031821" y="70965"/>
                  <a:pt x="1028928" y="80571"/>
                  <a:pt x="1028928" y="94721"/>
                </a:cubicBezTo>
                <a:lnTo>
                  <a:pt x="1028928" y="155066"/>
                </a:lnTo>
                <a:lnTo>
                  <a:pt x="1010221" y="1550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Errors">
            <a:extLst xmlns:a="http://schemas.openxmlformats.org/drawingml/2006/main">
              <a:ext uri="{FF2B5EF4-FFF2-40B4-BE49-F238E27FC236}">
                <a16:creationId xmlns:a16="http://schemas.microsoft.com/office/drawing/2014/main" id="{AC651F1B-D92D-4771-B7BE-BD9549B5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421" y="1367234"/>
            <a:ext cx="553911" cy="154858"/>
          </a:xfrm>
          <a:custGeom xmlns:a="http://schemas.openxmlformats.org/drawingml/2006/main">
            <a:pathLst>
              <a:path w="553911" h="154858">
                <a:moveTo>
                  <a:pt x="0" y="152364"/>
                </a:moveTo>
                <a:lnTo>
                  <a:pt x="0" y="0"/>
                </a:lnTo>
                <a:lnTo>
                  <a:pt x="110167" y="0"/>
                </a:lnTo>
                <a:lnTo>
                  <a:pt x="110167" y="17980"/>
                </a:lnTo>
                <a:lnTo>
                  <a:pt x="20163" y="17980"/>
                </a:lnTo>
                <a:lnTo>
                  <a:pt x="20163" y="64645"/>
                </a:lnTo>
                <a:lnTo>
                  <a:pt x="104451" y="64645"/>
                </a:lnTo>
                <a:lnTo>
                  <a:pt x="104451" y="82314"/>
                </a:lnTo>
                <a:lnTo>
                  <a:pt x="20163" y="82314"/>
                </a:lnTo>
                <a:lnTo>
                  <a:pt x="20163" y="134383"/>
                </a:lnTo>
                <a:lnTo>
                  <a:pt x="113701" y="134383"/>
                </a:lnTo>
                <a:lnTo>
                  <a:pt x="113701" y="152364"/>
                </a:lnTo>
                <a:lnTo>
                  <a:pt x="0" y="152364"/>
                </a:lnTo>
                <a:close/>
                <a:moveTo>
                  <a:pt x="139597" y="152364"/>
                </a:moveTo>
                <a:lnTo>
                  <a:pt x="139597" y="41988"/>
                </a:lnTo>
                <a:lnTo>
                  <a:pt x="156434" y="41988"/>
                </a:lnTo>
                <a:lnTo>
                  <a:pt x="156434" y="58617"/>
                </a:lnTo>
                <a:cubicBezTo>
                  <a:pt x="160729" y="50831"/>
                  <a:pt x="164696" y="45697"/>
                  <a:pt x="168334" y="43216"/>
                </a:cubicBezTo>
                <a:cubicBezTo>
                  <a:pt x="171971" y="40735"/>
                  <a:pt x="175973" y="39494"/>
                  <a:pt x="180338" y="39494"/>
                </a:cubicBezTo>
                <a:cubicBezTo>
                  <a:pt x="186643" y="39494"/>
                  <a:pt x="193052" y="41495"/>
                  <a:pt x="199565" y="45496"/>
                </a:cubicBezTo>
                <a:lnTo>
                  <a:pt x="193121" y="62775"/>
                </a:lnTo>
                <a:cubicBezTo>
                  <a:pt x="188548" y="60072"/>
                  <a:pt x="183975" y="58721"/>
                  <a:pt x="179402" y="58721"/>
                </a:cubicBezTo>
                <a:cubicBezTo>
                  <a:pt x="175314" y="58721"/>
                  <a:pt x="171642" y="59953"/>
                  <a:pt x="168386" y="62417"/>
                </a:cubicBezTo>
                <a:cubicBezTo>
                  <a:pt x="165129" y="64879"/>
                  <a:pt x="162808" y="68295"/>
                  <a:pt x="161422" y="72664"/>
                </a:cubicBezTo>
                <a:cubicBezTo>
                  <a:pt x="159344" y="79322"/>
                  <a:pt x="158304" y="86605"/>
                  <a:pt x="158304" y="94513"/>
                </a:cubicBezTo>
                <a:lnTo>
                  <a:pt x="158304" y="152364"/>
                </a:lnTo>
                <a:lnTo>
                  <a:pt x="139597" y="152364"/>
                </a:lnTo>
                <a:close/>
                <a:moveTo>
                  <a:pt x="209839" y="152364"/>
                </a:moveTo>
                <a:lnTo>
                  <a:pt x="209839" y="41988"/>
                </a:lnTo>
                <a:lnTo>
                  <a:pt x="226675" y="41988"/>
                </a:lnTo>
                <a:lnTo>
                  <a:pt x="226675" y="58617"/>
                </a:lnTo>
                <a:cubicBezTo>
                  <a:pt x="230971" y="50831"/>
                  <a:pt x="234938" y="45697"/>
                  <a:pt x="238576" y="43216"/>
                </a:cubicBezTo>
                <a:cubicBezTo>
                  <a:pt x="242213" y="40735"/>
                  <a:pt x="246215" y="39494"/>
                  <a:pt x="250580" y="39494"/>
                </a:cubicBezTo>
                <a:cubicBezTo>
                  <a:pt x="256885" y="39494"/>
                  <a:pt x="263294" y="41495"/>
                  <a:pt x="269807" y="45496"/>
                </a:cubicBezTo>
                <a:lnTo>
                  <a:pt x="263363" y="62775"/>
                </a:lnTo>
                <a:cubicBezTo>
                  <a:pt x="258790" y="60072"/>
                  <a:pt x="254217" y="58721"/>
                  <a:pt x="249644" y="58721"/>
                </a:cubicBezTo>
                <a:cubicBezTo>
                  <a:pt x="245556" y="58721"/>
                  <a:pt x="241884" y="59953"/>
                  <a:pt x="238628" y="62417"/>
                </a:cubicBezTo>
                <a:cubicBezTo>
                  <a:pt x="235371" y="64879"/>
                  <a:pt x="233050" y="68295"/>
                  <a:pt x="231664" y="72664"/>
                </a:cubicBezTo>
                <a:cubicBezTo>
                  <a:pt x="229586" y="79322"/>
                  <a:pt x="228546" y="86605"/>
                  <a:pt x="228546" y="94513"/>
                </a:cubicBezTo>
                <a:lnTo>
                  <a:pt x="228546" y="152364"/>
                </a:lnTo>
                <a:lnTo>
                  <a:pt x="209839" y="152364"/>
                </a:lnTo>
                <a:close/>
                <a:moveTo>
                  <a:pt x="273324" y="97176"/>
                </a:moveTo>
                <a:cubicBezTo>
                  <a:pt x="273324" y="76736"/>
                  <a:pt x="279006" y="61597"/>
                  <a:pt x="290369" y="51758"/>
                </a:cubicBezTo>
                <a:cubicBezTo>
                  <a:pt x="299861" y="43582"/>
                  <a:pt x="311432" y="39494"/>
                  <a:pt x="325082" y="39494"/>
                </a:cubicBezTo>
                <a:cubicBezTo>
                  <a:pt x="340256" y="39494"/>
                  <a:pt x="352658" y="44465"/>
                  <a:pt x="362289" y="54408"/>
                </a:cubicBezTo>
                <a:cubicBezTo>
                  <a:pt x="371920" y="64351"/>
                  <a:pt x="376736" y="78087"/>
                  <a:pt x="376736" y="95617"/>
                </a:cubicBezTo>
                <a:cubicBezTo>
                  <a:pt x="376736" y="109821"/>
                  <a:pt x="374605" y="120994"/>
                  <a:pt x="370344" y="129135"/>
                </a:cubicBezTo>
                <a:cubicBezTo>
                  <a:pt x="366083" y="137276"/>
                  <a:pt x="359882" y="143599"/>
                  <a:pt x="351740" y="148102"/>
                </a:cubicBezTo>
                <a:cubicBezTo>
                  <a:pt x="343599" y="152606"/>
                  <a:pt x="334713" y="154858"/>
                  <a:pt x="325082" y="154858"/>
                </a:cubicBezTo>
                <a:cubicBezTo>
                  <a:pt x="309631" y="154858"/>
                  <a:pt x="297142" y="149904"/>
                  <a:pt x="287615" y="139996"/>
                </a:cubicBezTo>
                <a:cubicBezTo>
                  <a:pt x="278088" y="130088"/>
                  <a:pt x="273324" y="115814"/>
                  <a:pt x="273324" y="97176"/>
                </a:cubicBezTo>
                <a:moveTo>
                  <a:pt x="292551" y="97124"/>
                </a:moveTo>
                <a:cubicBezTo>
                  <a:pt x="292551" y="111207"/>
                  <a:pt x="295635" y="121751"/>
                  <a:pt x="301801" y="128758"/>
                </a:cubicBezTo>
                <a:cubicBezTo>
                  <a:pt x="307968" y="135765"/>
                  <a:pt x="315728" y="139268"/>
                  <a:pt x="325082" y="139268"/>
                </a:cubicBezTo>
                <a:cubicBezTo>
                  <a:pt x="334367" y="139268"/>
                  <a:pt x="342092" y="135748"/>
                  <a:pt x="348259" y="128706"/>
                </a:cubicBezTo>
                <a:cubicBezTo>
                  <a:pt x="354425" y="121665"/>
                  <a:pt x="357509" y="110931"/>
                  <a:pt x="357509" y="96504"/>
                </a:cubicBezTo>
                <a:cubicBezTo>
                  <a:pt x="357509" y="82904"/>
                  <a:pt x="354408" y="72600"/>
                  <a:pt x="348207" y="65594"/>
                </a:cubicBezTo>
                <a:cubicBezTo>
                  <a:pt x="342006" y="58587"/>
                  <a:pt x="334297" y="55084"/>
                  <a:pt x="325082" y="55084"/>
                </a:cubicBezTo>
                <a:cubicBezTo>
                  <a:pt x="315728" y="55084"/>
                  <a:pt x="307968" y="58570"/>
                  <a:pt x="301801" y="65542"/>
                </a:cubicBezTo>
                <a:cubicBezTo>
                  <a:pt x="295635" y="72514"/>
                  <a:pt x="292551" y="83041"/>
                  <a:pt x="292551" y="97124"/>
                </a:cubicBezTo>
                <a:close/>
                <a:moveTo>
                  <a:pt x="399276" y="152364"/>
                </a:moveTo>
                <a:lnTo>
                  <a:pt x="399276" y="41988"/>
                </a:lnTo>
                <a:lnTo>
                  <a:pt x="416113" y="41988"/>
                </a:lnTo>
                <a:lnTo>
                  <a:pt x="416113" y="58617"/>
                </a:lnTo>
                <a:cubicBezTo>
                  <a:pt x="420409" y="50831"/>
                  <a:pt x="424376" y="45697"/>
                  <a:pt x="428013" y="43216"/>
                </a:cubicBezTo>
                <a:cubicBezTo>
                  <a:pt x="431651" y="40735"/>
                  <a:pt x="435652" y="39494"/>
                  <a:pt x="440017" y="39494"/>
                </a:cubicBezTo>
                <a:cubicBezTo>
                  <a:pt x="446323" y="39494"/>
                  <a:pt x="452732" y="41495"/>
                  <a:pt x="459245" y="45496"/>
                </a:cubicBezTo>
                <a:lnTo>
                  <a:pt x="452801" y="62775"/>
                </a:lnTo>
                <a:cubicBezTo>
                  <a:pt x="448228" y="60072"/>
                  <a:pt x="443655" y="58721"/>
                  <a:pt x="439082" y="58721"/>
                </a:cubicBezTo>
                <a:cubicBezTo>
                  <a:pt x="434994" y="58721"/>
                  <a:pt x="431322" y="59953"/>
                  <a:pt x="428065" y="62417"/>
                </a:cubicBezTo>
                <a:cubicBezTo>
                  <a:pt x="424809" y="64879"/>
                  <a:pt x="422488" y="68295"/>
                  <a:pt x="421102" y="72664"/>
                </a:cubicBezTo>
                <a:cubicBezTo>
                  <a:pt x="419023" y="79322"/>
                  <a:pt x="417984" y="86605"/>
                  <a:pt x="417984" y="94513"/>
                </a:cubicBezTo>
                <a:lnTo>
                  <a:pt x="417984" y="152364"/>
                </a:lnTo>
                <a:lnTo>
                  <a:pt x="399276" y="152364"/>
                </a:lnTo>
                <a:close/>
                <a:moveTo>
                  <a:pt x="462243" y="119313"/>
                </a:moveTo>
                <a:lnTo>
                  <a:pt x="480743" y="116403"/>
                </a:lnTo>
                <a:cubicBezTo>
                  <a:pt x="481782" y="123785"/>
                  <a:pt x="484675" y="129441"/>
                  <a:pt x="489421" y="133373"/>
                </a:cubicBezTo>
                <a:cubicBezTo>
                  <a:pt x="494167" y="137303"/>
                  <a:pt x="500802" y="139268"/>
                  <a:pt x="509324" y="139268"/>
                </a:cubicBezTo>
                <a:cubicBezTo>
                  <a:pt x="517916" y="139268"/>
                  <a:pt x="524290" y="137533"/>
                  <a:pt x="528447" y="134062"/>
                </a:cubicBezTo>
                <a:cubicBezTo>
                  <a:pt x="532605" y="130589"/>
                  <a:pt x="534683" y="126516"/>
                  <a:pt x="534683" y="121843"/>
                </a:cubicBezTo>
                <a:cubicBezTo>
                  <a:pt x="534683" y="117649"/>
                  <a:pt x="532847" y="114350"/>
                  <a:pt x="529175" y="111944"/>
                </a:cubicBezTo>
                <a:cubicBezTo>
                  <a:pt x="526611" y="110294"/>
                  <a:pt x="520237" y="108197"/>
                  <a:pt x="510051" y="105653"/>
                </a:cubicBezTo>
                <a:cubicBezTo>
                  <a:pt x="496333" y="102186"/>
                  <a:pt x="486823" y="99187"/>
                  <a:pt x="481522" y="96656"/>
                </a:cubicBezTo>
                <a:cubicBezTo>
                  <a:pt x="476222" y="94125"/>
                  <a:pt x="472203" y="90623"/>
                  <a:pt x="469466" y="86149"/>
                </a:cubicBezTo>
                <a:cubicBezTo>
                  <a:pt x="466729" y="81676"/>
                  <a:pt x="465361" y="76735"/>
                  <a:pt x="465361" y="71326"/>
                </a:cubicBezTo>
                <a:cubicBezTo>
                  <a:pt x="465361" y="66402"/>
                  <a:pt x="466487" y="61842"/>
                  <a:pt x="468739" y="57646"/>
                </a:cubicBezTo>
                <a:cubicBezTo>
                  <a:pt x="470991" y="53450"/>
                  <a:pt x="474057" y="49965"/>
                  <a:pt x="477937" y="47191"/>
                </a:cubicBezTo>
                <a:cubicBezTo>
                  <a:pt x="480847" y="45041"/>
                  <a:pt x="484813" y="43221"/>
                  <a:pt x="489837" y="41732"/>
                </a:cubicBezTo>
                <a:cubicBezTo>
                  <a:pt x="494860" y="40240"/>
                  <a:pt x="500247" y="39494"/>
                  <a:pt x="505998" y="39494"/>
                </a:cubicBezTo>
                <a:cubicBezTo>
                  <a:pt x="514659" y="39494"/>
                  <a:pt x="522263" y="40750"/>
                  <a:pt x="528811" y="43261"/>
                </a:cubicBezTo>
                <a:cubicBezTo>
                  <a:pt x="535359" y="45771"/>
                  <a:pt x="540192" y="49172"/>
                  <a:pt x="543310" y="53463"/>
                </a:cubicBezTo>
                <a:cubicBezTo>
                  <a:pt x="546428" y="57752"/>
                  <a:pt x="548575" y="63489"/>
                  <a:pt x="549753" y="70673"/>
                </a:cubicBezTo>
                <a:lnTo>
                  <a:pt x="531461" y="73168"/>
                </a:lnTo>
                <a:cubicBezTo>
                  <a:pt x="530630" y="67486"/>
                  <a:pt x="528222" y="63052"/>
                  <a:pt x="524238" y="59865"/>
                </a:cubicBezTo>
                <a:cubicBezTo>
                  <a:pt x="520254" y="56677"/>
                  <a:pt x="514624" y="55084"/>
                  <a:pt x="507349" y="55084"/>
                </a:cubicBezTo>
                <a:cubicBezTo>
                  <a:pt x="498758" y="55084"/>
                  <a:pt x="492626" y="56498"/>
                  <a:pt x="488953" y="59325"/>
                </a:cubicBezTo>
                <a:cubicBezTo>
                  <a:pt x="485281" y="62151"/>
                  <a:pt x="483445" y="65461"/>
                  <a:pt x="483445" y="69254"/>
                </a:cubicBezTo>
                <a:cubicBezTo>
                  <a:pt x="483445" y="71666"/>
                  <a:pt x="484207" y="73838"/>
                  <a:pt x="485732" y="75769"/>
                </a:cubicBezTo>
                <a:cubicBezTo>
                  <a:pt x="487256" y="77768"/>
                  <a:pt x="489646" y="79422"/>
                  <a:pt x="492903" y="80732"/>
                </a:cubicBezTo>
                <a:cubicBezTo>
                  <a:pt x="494774" y="81423"/>
                  <a:pt x="500282" y="83009"/>
                  <a:pt x="509428" y="85490"/>
                </a:cubicBezTo>
                <a:cubicBezTo>
                  <a:pt x="522662" y="89022"/>
                  <a:pt x="531894" y="91912"/>
                  <a:pt x="537126" y="94162"/>
                </a:cubicBezTo>
                <a:cubicBezTo>
                  <a:pt x="542357" y="96412"/>
                  <a:pt x="546462" y="99683"/>
                  <a:pt x="549442" y="103977"/>
                </a:cubicBezTo>
                <a:cubicBezTo>
                  <a:pt x="552421" y="108268"/>
                  <a:pt x="553911" y="113598"/>
                  <a:pt x="553911" y="119966"/>
                </a:cubicBezTo>
                <a:cubicBezTo>
                  <a:pt x="553911" y="126198"/>
                  <a:pt x="552092" y="132066"/>
                  <a:pt x="548454" y="137570"/>
                </a:cubicBezTo>
                <a:cubicBezTo>
                  <a:pt x="544817" y="143071"/>
                  <a:pt x="539568" y="147328"/>
                  <a:pt x="532709" y="150340"/>
                </a:cubicBezTo>
                <a:cubicBezTo>
                  <a:pt x="525849" y="153352"/>
                  <a:pt x="518089" y="154858"/>
                  <a:pt x="509428" y="154858"/>
                </a:cubicBezTo>
                <a:cubicBezTo>
                  <a:pt x="495085" y="154858"/>
                  <a:pt x="484155" y="151870"/>
                  <a:pt x="476637" y="145894"/>
                </a:cubicBezTo>
                <a:cubicBezTo>
                  <a:pt x="469120" y="139918"/>
                  <a:pt x="464322" y="131058"/>
                  <a:pt x="462243" y="1193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82FC0-7758-484C-9AE8-22C2E609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5924" y="1839977"/>
            <a:ext cx="1436749" cy="570443"/>
          </a:xfrm>
          <a:custGeom xmlns:a="http://schemas.openxmlformats.org/drawingml/2006/main">
            <a:pathLst>
              <a:path w="1436749" h="570443">
                <a:moveTo>
                  <a:pt x="0" y="95074"/>
                </a:moveTo>
                <a:cubicBezTo>
                  <a:pt x="0" y="42570"/>
                  <a:pt x="42570" y="0"/>
                  <a:pt x="95074" y="0"/>
                </a:cubicBezTo>
                <a:lnTo>
                  <a:pt x="1341676" y="0"/>
                </a:lnTo>
                <a:cubicBezTo>
                  <a:pt x="1394179" y="0"/>
                  <a:pt x="1436749" y="42570"/>
                  <a:pt x="1436749" y="95074"/>
                </a:cubicBezTo>
                <a:lnTo>
                  <a:pt x="1436749" y="475369"/>
                </a:lnTo>
                <a:cubicBezTo>
                  <a:pt x="1436749" y="527872"/>
                  <a:pt x="1394179" y="570443"/>
                  <a:pt x="1341676" y="570443"/>
                </a:cubicBezTo>
                <a:lnTo>
                  <a:pt x="95074" y="570443"/>
                </a:lnTo>
                <a:cubicBezTo>
                  <a:pt x="42570" y="570443"/>
                  <a:pt x="0" y="527872"/>
                  <a:pt x="0" y="475369"/>
                </a:cubicBezTo>
                <a:lnTo>
                  <a:pt x="0" y="95074"/>
                </a:lnTo>
                <a:close/>
              </a:path>
            </a:pathLst>
          </a:custGeom>
          <a:solidFill xmlns:a="http://schemas.openxmlformats.org/drawingml/2006/main">
            <a:srgbClr val="D7EE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Functional">
            <a:extLst xmlns:a="http://schemas.openxmlformats.org/drawingml/2006/main">
              <a:ext uri="{FF2B5EF4-FFF2-40B4-BE49-F238E27FC236}">
                <a16:creationId xmlns:a16="http://schemas.microsoft.com/office/drawing/2014/main" id="{073707C0-C446-47D8-95A0-C87703BD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127" y="1927950"/>
            <a:ext cx="951407" cy="154858"/>
          </a:xfrm>
          <a:custGeom xmlns:a="http://schemas.openxmlformats.org/drawingml/2006/main">
            <a:pathLst>
              <a:path w="951407" h="154858">
                <a:moveTo>
                  <a:pt x="0" y="152364"/>
                </a:moveTo>
                <a:lnTo>
                  <a:pt x="0" y="0"/>
                </a:lnTo>
                <a:lnTo>
                  <a:pt x="102788" y="0"/>
                </a:lnTo>
                <a:lnTo>
                  <a:pt x="102788" y="17980"/>
                </a:lnTo>
                <a:lnTo>
                  <a:pt x="20163" y="17980"/>
                </a:lnTo>
                <a:lnTo>
                  <a:pt x="20163" y="65061"/>
                </a:lnTo>
                <a:lnTo>
                  <a:pt x="91668" y="65061"/>
                </a:lnTo>
                <a:lnTo>
                  <a:pt x="91668" y="83041"/>
                </a:lnTo>
                <a:lnTo>
                  <a:pt x="20163" y="83041"/>
                </a:lnTo>
                <a:lnTo>
                  <a:pt x="20163" y="152364"/>
                </a:lnTo>
                <a:lnTo>
                  <a:pt x="0" y="152364"/>
                </a:lnTo>
                <a:close/>
                <a:moveTo>
                  <a:pt x="198746" y="152364"/>
                </a:moveTo>
                <a:lnTo>
                  <a:pt x="198746" y="136150"/>
                </a:lnTo>
                <a:cubicBezTo>
                  <a:pt x="190155" y="148622"/>
                  <a:pt x="178480" y="154858"/>
                  <a:pt x="163721" y="154858"/>
                </a:cubicBezTo>
                <a:cubicBezTo>
                  <a:pt x="157208" y="154858"/>
                  <a:pt x="151128" y="153611"/>
                  <a:pt x="145481" y="151116"/>
                </a:cubicBezTo>
                <a:cubicBezTo>
                  <a:pt x="139834" y="148622"/>
                  <a:pt x="135642" y="145487"/>
                  <a:pt x="132906" y="141711"/>
                </a:cubicBezTo>
                <a:cubicBezTo>
                  <a:pt x="130169" y="137934"/>
                  <a:pt x="128246" y="133309"/>
                  <a:pt x="127137" y="127836"/>
                </a:cubicBezTo>
                <a:cubicBezTo>
                  <a:pt x="126375" y="124164"/>
                  <a:pt x="125994" y="118343"/>
                  <a:pt x="125994" y="110375"/>
                </a:cubicBezTo>
                <a:lnTo>
                  <a:pt x="125994" y="41988"/>
                </a:lnTo>
                <a:lnTo>
                  <a:pt x="144702" y="41988"/>
                </a:lnTo>
                <a:lnTo>
                  <a:pt x="144702" y="103204"/>
                </a:lnTo>
                <a:cubicBezTo>
                  <a:pt x="144702" y="112974"/>
                  <a:pt x="145083" y="119556"/>
                  <a:pt x="145845" y="122951"/>
                </a:cubicBezTo>
                <a:cubicBezTo>
                  <a:pt x="147023" y="127870"/>
                  <a:pt x="149517" y="131733"/>
                  <a:pt x="153328" y="134539"/>
                </a:cubicBezTo>
                <a:cubicBezTo>
                  <a:pt x="157139" y="137345"/>
                  <a:pt x="161851" y="138749"/>
                  <a:pt x="167463" y="138749"/>
                </a:cubicBezTo>
                <a:cubicBezTo>
                  <a:pt x="173075" y="138749"/>
                  <a:pt x="178341" y="137311"/>
                  <a:pt x="183260" y="134435"/>
                </a:cubicBezTo>
                <a:cubicBezTo>
                  <a:pt x="188180" y="131560"/>
                  <a:pt x="191662" y="127645"/>
                  <a:pt x="193706" y="122691"/>
                </a:cubicBezTo>
                <a:cubicBezTo>
                  <a:pt x="195750" y="117737"/>
                  <a:pt x="196772" y="110548"/>
                  <a:pt x="196772" y="101125"/>
                </a:cubicBezTo>
                <a:lnTo>
                  <a:pt x="196772" y="41988"/>
                </a:lnTo>
                <a:lnTo>
                  <a:pt x="215479" y="41988"/>
                </a:lnTo>
                <a:lnTo>
                  <a:pt x="215479" y="152364"/>
                </a:lnTo>
                <a:lnTo>
                  <a:pt x="198746" y="152364"/>
                </a:lnTo>
                <a:close/>
                <a:moveTo>
                  <a:pt x="245607" y="152364"/>
                </a:moveTo>
                <a:lnTo>
                  <a:pt x="245607" y="41988"/>
                </a:lnTo>
                <a:lnTo>
                  <a:pt x="262443" y="41988"/>
                </a:lnTo>
                <a:lnTo>
                  <a:pt x="262443" y="57578"/>
                </a:lnTo>
                <a:cubicBezTo>
                  <a:pt x="270550" y="45522"/>
                  <a:pt x="282260" y="39494"/>
                  <a:pt x="297572" y="39494"/>
                </a:cubicBezTo>
                <a:cubicBezTo>
                  <a:pt x="304224" y="39494"/>
                  <a:pt x="310339" y="40689"/>
                  <a:pt x="315916" y="43080"/>
                </a:cubicBezTo>
                <a:cubicBezTo>
                  <a:pt x="321494" y="45470"/>
                  <a:pt x="325668" y="48605"/>
                  <a:pt x="328440" y="52485"/>
                </a:cubicBezTo>
                <a:cubicBezTo>
                  <a:pt x="331211" y="56366"/>
                  <a:pt x="333152" y="60973"/>
                  <a:pt x="334260" y="66308"/>
                </a:cubicBezTo>
                <a:cubicBezTo>
                  <a:pt x="334953" y="69773"/>
                  <a:pt x="335299" y="75835"/>
                  <a:pt x="335299" y="84496"/>
                </a:cubicBezTo>
                <a:lnTo>
                  <a:pt x="335299" y="152364"/>
                </a:lnTo>
                <a:lnTo>
                  <a:pt x="316592" y="152364"/>
                </a:lnTo>
                <a:lnTo>
                  <a:pt x="316592" y="85152"/>
                </a:lnTo>
                <a:cubicBezTo>
                  <a:pt x="316592" y="77522"/>
                  <a:pt x="315864" y="71817"/>
                  <a:pt x="314409" y="68036"/>
                </a:cubicBezTo>
                <a:cubicBezTo>
                  <a:pt x="312954" y="64256"/>
                  <a:pt x="310373" y="61238"/>
                  <a:pt x="306666" y="58984"/>
                </a:cubicBezTo>
                <a:cubicBezTo>
                  <a:pt x="302959" y="56730"/>
                  <a:pt x="298612" y="55603"/>
                  <a:pt x="293623" y="55603"/>
                </a:cubicBezTo>
                <a:cubicBezTo>
                  <a:pt x="285655" y="55603"/>
                  <a:pt x="278778" y="58136"/>
                  <a:pt x="272992" y="63200"/>
                </a:cubicBezTo>
                <a:cubicBezTo>
                  <a:pt x="267207" y="68262"/>
                  <a:pt x="264314" y="77869"/>
                  <a:pt x="264314" y="92018"/>
                </a:cubicBezTo>
                <a:lnTo>
                  <a:pt x="264314" y="152364"/>
                </a:lnTo>
                <a:lnTo>
                  <a:pt x="245607" y="152364"/>
                </a:lnTo>
                <a:close/>
                <a:moveTo>
                  <a:pt x="436827" y="111830"/>
                </a:moveTo>
                <a:lnTo>
                  <a:pt x="455223" y="114221"/>
                </a:lnTo>
                <a:cubicBezTo>
                  <a:pt x="453214" y="126933"/>
                  <a:pt x="448069" y="136884"/>
                  <a:pt x="439789" y="144075"/>
                </a:cubicBezTo>
                <a:cubicBezTo>
                  <a:pt x="431510" y="151264"/>
                  <a:pt x="421342" y="154858"/>
                  <a:pt x="409286" y="154858"/>
                </a:cubicBezTo>
                <a:cubicBezTo>
                  <a:pt x="394181" y="154858"/>
                  <a:pt x="382038" y="149921"/>
                  <a:pt x="372858" y="140048"/>
                </a:cubicBezTo>
                <a:cubicBezTo>
                  <a:pt x="363677" y="130174"/>
                  <a:pt x="359087" y="116022"/>
                  <a:pt x="359087" y="97592"/>
                </a:cubicBezTo>
                <a:cubicBezTo>
                  <a:pt x="359087" y="85674"/>
                  <a:pt x="361061" y="75246"/>
                  <a:pt x="365011" y="66308"/>
                </a:cubicBezTo>
                <a:cubicBezTo>
                  <a:pt x="368960" y="57370"/>
                  <a:pt x="374971" y="50667"/>
                  <a:pt x="383043" y="46198"/>
                </a:cubicBezTo>
                <a:cubicBezTo>
                  <a:pt x="391115" y="41728"/>
                  <a:pt x="399897" y="39494"/>
                  <a:pt x="409389" y="39494"/>
                </a:cubicBezTo>
                <a:cubicBezTo>
                  <a:pt x="421376" y="39494"/>
                  <a:pt x="431180" y="42535"/>
                  <a:pt x="438802" y="48617"/>
                </a:cubicBezTo>
                <a:cubicBezTo>
                  <a:pt x="446424" y="54697"/>
                  <a:pt x="451309" y="63331"/>
                  <a:pt x="453456" y="74519"/>
                </a:cubicBezTo>
                <a:lnTo>
                  <a:pt x="435268" y="77325"/>
                </a:lnTo>
                <a:cubicBezTo>
                  <a:pt x="433536" y="69946"/>
                  <a:pt x="430470" y="64394"/>
                  <a:pt x="426070" y="60670"/>
                </a:cubicBezTo>
                <a:cubicBezTo>
                  <a:pt x="421671" y="56946"/>
                  <a:pt x="416353" y="55084"/>
                  <a:pt x="410117" y="55084"/>
                </a:cubicBezTo>
                <a:cubicBezTo>
                  <a:pt x="400694" y="55084"/>
                  <a:pt x="393038" y="58445"/>
                  <a:pt x="387148" y="65168"/>
                </a:cubicBezTo>
                <a:cubicBezTo>
                  <a:pt x="381259" y="71889"/>
                  <a:pt x="378314" y="82524"/>
                  <a:pt x="378314" y="97072"/>
                </a:cubicBezTo>
                <a:cubicBezTo>
                  <a:pt x="378314" y="111828"/>
                  <a:pt x="381155" y="122550"/>
                  <a:pt x="386836" y="129239"/>
                </a:cubicBezTo>
                <a:cubicBezTo>
                  <a:pt x="392518" y="135925"/>
                  <a:pt x="399932" y="139268"/>
                  <a:pt x="409078" y="139268"/>
                </a:cubicBezTo>
                <a:cubicBezTo>
                  <a:pt x="416422" y="139268"/>
                  <a:pt x="422554" y="137025"/>
                  <a:pt x="427474" y="132539"/>
                </a:cubicBezTo>
                <a:cubicBezTo>
                  <a:pt x="432393" y="128052"/>
                  <a:pt x="435511" y="121150"/>
                  <a:pt x="436827" y="111830"/>
                </a:cubicBezTo>
                <a:close/>
                <a:moveTo>
                  <a:pt x="512074" y="135838"/>
                </a:moveTo>
                <a:lnTo>
                  <a:pt x="514776" y="152364"/>
                </a:lnTo>
                <a:cubicBezTo>
                  <a:pt x="509510" y="153334"/>
                  <a:pt x="504798" y="153819"/>
                  <a:pt x="500641" y="153819"/>
                </a:cubicBezTo>
                <a:cubicBezTo>
                  <a:pt x="493851" y="153819"/>
                  <a:pt x="488585" y="152745"/>
                  <a:pt x="484843" y="150597"/>
                </a:cubicBezTo>
                <a:cubicBezTo>
                  <a:pt x="481102" y="148449"/>
                  <a:pt x="478469" y="145625"/>
                  <a:pt x="476945" y="142126"/>
                </a:cubicBezTo>
                <a:cubicBezTo>
                  <a:pt x="475420" y="138627"/>
                  <a:pt x="474658" y="131266"/>
                  <a:pt x="474658" y="120041"/>
                </a:cubicBezTo>
                <a:lnTo>
                  <a:pt x="474658" y="56539"/>
                </a:lnTo>
                <a:lnTo>
                  <a:pt x="460939" y="56539"/>
                </a:lnTo>
                <a:lnTo>
                  <a:pt x="460939" y="41988"/>
                </a:lnTo>
                <a:lnTo>
                  <a:pt x="474658" y="41988"/>
                </a:lnTo>
                <a:lnTo>
                  <a:pt x="474658" y="14580"/>
                </a:lnTo>
                <a:lnTo>
                  <a:pt x="493262" y="3326"/>
                </a:lnTo>
                <a:lnTo>
                  <a:pt x="493262" y="41988"/>
                </a:lnTo>
                <a:lnTo>
                  <a:pt x="512074" y="41988"/>
                </a:lnTo>
                <a:lnTo>
                  <a:pt x="512074" y="56539"/>
                </a:lnTo>
                <a:lnTo>
                  <a:pt x="493262" y="56539"/>
                </a:lnTo>
                <a:lnTo>
                  <a:pt x="493262" y="121080"/>
                </a:lnTo>
                <a:cubicBezTo>
                  <a:pt x="493262" y="126415"/>
                  <a:pt x="493591" y="129845"/>
                  <a:pt x="494249" y="131369"/>
                </a:cubicBezTo>
                <a:cubicBezTo>
                  <a:pt x="494908" y="132894"/>
                  <a:pt x="495981" y="134106"/>
                  <a:pt x="497471" y="135007"/>
                </a:cubicBezTo>
                <a:cubicBezTo>
                  <a:pt x="498961" y="135908"/>
                  <a:pt x="501091" y="136358"/>
                  <a:pt x="503863" y="136358"/>
                </a:cubicBezTo>
                <a:cubicBezTo>
                  <a:pt x="505942" y="136358"/>
                  <a:pt x="508678" y="136185"/>
                  <a:pt x="512074" y="135838"/>
                </a:cubicBezTo>
                <a:close/>
                <a:moveTo>
                  <a:pt x="530930" y="21618"/>
                </a:moveTo>
                <a:lnTo>
                  <a:pt x="530930" y="0"/>
                </a:lnTo>
                <a:lnTo>
                  <a:pt x="549638" y="0"/>
                </a:lnTo>
                <a:lnTo>
                  <a:pt x="549638" y="21618"/>
                </a:lnTo>
                <a:lnTo>
                  <a:pt x="530930" y="21618"/>
                </a:lnTo>
                <a:moveTo>
                  <a:pt x="530930" y="152364"/>
                </a:moveTo>
                <a:lnTo>
                  <a:pt x="530930" y="41988"/>
                </a:lnTo>
                <a:lnTo>
                  <a:pt x="549638" y="41988"/>
                </a:lnTo>
                <a:lnTo>
                  <a:pt x="549638" y="152364"/>
                </a:lnTo>
                <a:lnTo>
                  <a:pt x="530930" y="152364"/>
                </a:lnTo>
                <a:close/>
                <a:moveTo>
                  <a:pt x="570689" y="97176"/>
                </a:moveTo>
                <a:cubicBezTo>
                  <a:pt x="570689" y="76736"/>
                  <a:pt x="576370" y="61597"/>
                  <a:pt x="587734" y="51758"/>
                </a:cubicBezTo>
                <a:cubicBezTo>
                  <a:pt x="597226" y="43582"/>
                  <a:pt x="608797" y="39494"/>
                  <a:pt x="622447" y="39494"/>
                </a:cubicBezTo>
                <a:cubicBezTo>
                  <a:pt x="637621" y="39494"/>
                  <a:pt x="650023" y="44465"/>
                  <a:pt x="659654" y="54408"/>
                </a:cubicBezTo>
                <a:cubicBezTo>
                  <a:pt x="669285" y="64351"/>
                  <a:pt x="674101" y="78087"/>
                  <a:pt x="674101" y="95617"/>
                </a:cubicBezTo>
                <a:cubicBezTo>
                  <a:pt x="674101" y="109821"/>
                  <a:pt x="671970" y="120994"/>
                  <a:pt x="667709" y="129135"/>
                </a:cubicBezTo>
                <a:cubicBezTo>
                  <a:pt x="663448" y="137276"/>
                  <a:pt x="657247" y="143599"/>
                  <a:pt x="649105" y="148102"/>
                </a:cubicBezTo>
                <a:cubicBezTo>
                  <a:pt x="640964" y="152606"/>
                  <a:pt x="632078" y="154858"/>
                  <a:pt x="622447" y="154858"/>
                </a:cubicBezTo>
                <a:cubicBezTo>
                  <a:pt x="606996" y="154858"/>
                  <a:pt x="594507" y="149904"/>
                  <a:pt x="584979" y="139996"/>
                </a:cubicBezTo>
                <a:cubicBezTo>
                  <a:pt x="575452" y="130088"/>
                  <a:pt x="570689" y="115814"/>
                  <a:pt x="570689" y="97176"/>
                </a:cubicBezTo>
                <a:moveTo>
                  <a:pt x="589916" y="97124"/>
                </a:moveTo>
                <a:cubicBezTo>
                  <a:pt x="589916" y="111207"/>
                  <a:pt x="593000" y="121751"/>
                  <a:pt x="599166" y="128758"/>
                </a:cubicBezTo>
                <a:cubicBezTo>
                  <a:pt x="605333" y="135765"/>
                  <a:pt x="613093" y="139268"/>
                  <a:pt x="622447" y="139268"/>
                </a:cubicBezTo>
                <a:cubicBezTo>
                  <a:pt x="631731" y="139268"/>
                  <a:pt x="639457" y="135748"/>
                  <a:pt x="645624" y="128706"/>
                </a:cubicBezTo>
                <a:cubicBezTo>
                  <a:pt x="651790" y="121665"/>
                  <a:pt x="654873" y="110931"/>
                  <a:pt x="654873" y="96504"/>
                </a:cubicBezTo>
                <a:cubicBezTo>
                  <a:pt x="654873" y="82904"/>
                  <a:pt x="651773" y="72600"/>
                  <a:pt x="645572" y="65594"/>
                </a:cubicBezTo>
                <a:cubicBezTo>
                  <a:pt x="639370" y="58587"/>
                  <a:pt x="631662" y="55084"/>
                  <a:pt x="622447" y="55084"/>
                </a:cubicBezTo>
                <a:cubicBezTo>
                  <a:pt x="613093" y="55084"/>
                  <a:pt x="605333" y="58570"/>
                  <a:pt x="599166" y="65542"/>
                </a:cubicBezTo>
                <a:cubicBezTo>
                  <a:pt x="593000" y="72514"/>
                  <a:pt x="589916" y="83041"/>
                  <a:pt x="589916" y="97124"/>
                </a:cubicBezTo>
                <a:close/>
                <a:moveTo>
                  <a:pt x="696849" y="152364"/>
                </a:moveTo>
                <a:lnTo>
                  <a:pt x="696849" y="41988"/>
                </a:lnTo>
                <a:lnTo>
                  <a:pt x="713686" y="41988"/>
                </a:lnTo>
                <a:lnTo>
                  <a:pt x="713686" y="57578"/>
                </a:lnTo>
                <a:cubicBezTo>
                  <a:pt x="721793" y="45522"/>
                  <a:pt x="733503" y="39494"/>
                  <a:pt x="748815" y="39494"/>
                </a:cubicBezTo>
                <a:cubicBezTo>
                  <a:pt x="755467" y="39494"/>
                  <a:pt x="761582" y="40689"/>
                  <a:pt x="767159" y="43080"/>
                </a:cubicBezTo>
                <a:cubicBezTo>
                  <a:pt x="772737" y="45470"/>
                  <a:pt x="776911" y="48605"/>
                  <a:pt x="779683" y="52485"/>
                </a:cubicBezTo>
                <a:cubicBezTo>
                  <a:pt x="782454" y="56366"/>
                  <a:pt x="784394" y="60973"/>
                  <a:pt x="785503" y="66308"/>
                </a:cubicBezTo>
                <a:cubicBezTo>
                  <a:pt x="786196" y="69773"/>
                  <a:pt x="786542" y="75835"/>
                  <a:pt x="786542" y="84496"/>
                </a:cubicBezTo>
                <a:lnTo>
                  <a:pt x="786542" y="152364"/>
                </a:lnTo>
                <a:lnTo>
                  <a:pt x="767835" y="152364"/>
                </a:lnTo>
                <a:lnTo>
                  <a:pt x="767835" y="85152"/>
                </a:lnTo>
                <a:cubicBezTo>
                  <a:pt x="767835" y="77522"/>
                  <a:pt x="767107" y="71817"/>
                  <a:pt x="765652" y="68036"/>
                </a:cubicBezTo>
                <a:cubicBezTo>
                  <a:pt x="764197" y="64256"/>
                  <a:pt x="761616" y="61238"/>
                  <a:pt x="757909" y="58984"/>
                </a:cubicBezTo>
                <a:cubicBezTo>
                  <a:pt x="754202" y="56730"/>
                  <a:pt x="749855" y="55603"/>
                  <a:pt x="744866" y="55603"/>
                </a:cubicBezTo>
                <a:cubicBezTo>
                  <a:pt x="736898" y="55603"/>
                  <a:pt x="730021" y="58136"/>
                  <a:pt x="724235" y="63200"/>
                </a:cubicBezTo>
                <a:cubicBezTo>
                  <a:pt x="718450" y="68262"/>
                  <a:pt x="715557" y="77869"/>
                  <a:pt x="715557" y="92018"/>
                </a:cubicBezTo>
                <a:lnTo>
                  <a:pt x="715557" y="152364"/>
                </a:lnTo>
                <a:lnTo>
                  <a:pt x="696849" y="152364"/>
                </a:lnTo>
                <a:close/>
                <a:moveTo>
                  <a:pt x="888071" y="138736"/>
                </a:moveTo>
                <a:cubicBezTo>
                  <a:pt x="881142" y="144629"/>
                  <a:pt x="874473" y="148790"/>
                  <a:pt x="868064" y="151217"/>
                </a:cubicBezTo>
                <a:cubicBezTo>
                  <a:pt x="861655" y="153644"/>
                  <a:pt x="854778" y="154858"/>
                  <a:pt x="847433" y="154858"/>
                </a:cubicBezTo>
                <a:cubicBezTo>
                  <a:pt x="835308" y="154858"/>
                  <a:pt x="825989" y="151894"/>
                  <a:pt x="819476" y="145965"/>
                </a:cubicBezTo>
                <a:cubicBezTo>
                  <a:pt x="812963" y="140037"/>
                  <a:pt x="809706" y="132462"/>
                  <a:pt x="809706" y="123240"/>
                </a:cubicBezTo>
                <a:cubicBezTo>
                  <a:pt x="809706" y="117833"/>
                  <a:pt x="810936" y="112895"/>
                  <a:pt x="813396" y="108423"/>
                </a:cubicBezTo>
                <a:cubicBezTo>
                  <a:pt x="815856" y="103950"/>
                  <a:pt x="819077" y="100361"/>
                  <a:pt x="823061" y="97657"/>
                </a:cubicBezTo>
                <a:cubicBezTo>
                  <a:pt x="827046" y="94952"/>
                  <a:pt x="831532" y="92907"/>
                  <a:pt x="836521" y="91521"/>
                </a:cubicBezTo>
                <a:cubicBezTo>
                  <a:pt x="840193" y="90549"/>
                  <a:pt x="845736" y="89613"/>
                  <a:pt x="853150" y="88712"/>
                </a:cubicBezTo>
                <a:cubicBezTo>
                  <a:pt x="868254" y="86924"/>
                  <a:pt x="879375" y="84791"/>
                  <a:pt x="886512" y="82314"/>
                </a:cubicBezTo>
                <a:cubicBezTo>
                  <a:pt x="886581" y="79761"/>
                  <a:pt x="886616" y="78139"/>
                  <a:pt x="886616" y="77448"/>
                </a:cubicBezTo>
                <a:cubicBezTo>
                  <a:pt x="886616" y="69855"/>
                  <a:pt x="884849" y="64506"/>
                  <a:pt x="881315" y="61401"/>
                </a:cubicBezTo>
                <a:cubicBezTo>
                  <a:pt x="876534" y="57189"/>
                  <a:pt x="869432" y="55084"/>
                  <a:pt x="860009" y="55084"/>
                </a:cubicBezTo>
                <a:cubicBezTo>
                  <a:pt x="851210" y="55084"/>
                  <a:pt x="844714" y="56625"/>
                  <a:pt x="840522" y="59709"/>
                </a:cubicBezTo>
                <a:cubicBezTo>
                  <a:pt x="836330" y="62792"/>
                  <a:pt x="833229" y="68248"/>
                  <a:pt x="831220" y="76078"/>
                </a:cubicBezTo>
                <a:lnTo>
                  <a:pt x="812928" y="73584"/>
                </a:lnTo>
                <a:cubicBezTo>
                  <a:pt x="814591" y="65730"/>
                  <a:pt x="817328" y="59388"/>
                  <a:pt x="821139" y="54558"/>
                </a:cubicBezTo>
                <a:cubicBezTo>
                  <a:pt x="824950" y="49727"/>
                  <a:pt x="830458" y="46009"/>
                  <a:pt x="837664" y="43404"/>
                </a:cubicBezTo>
                <a:cubicBezTo>
                  <a:pt x="844870" y="40797"/>
                  <a:pt x="853219" y="39494"/>
                  <a:pt x="862711" y="39494"/>
                </a:cubicBezTo>
                <a:cubicBezTo>
                  <a:pt x="872134" y="39494"/>
                  <a:pt x="879791" y="40603"/>
                  <a:pt x="885680" y="42820"/>
                </a:cubicBezTo>
                <a:cubicBezTo>
                  <a:pt x="891570" y="45037"/>
                  <a:pt x="895900" y="47826"/>
                  <a:pt x="898672" y="51186"/>
                </a:cubicBezTo>
                <a:cubicBezTo>
                  <a:pt x="901443" y="54547"/>
                  <a:pt x="903383" y="58791"/>
                  <a:pt x="904492" y="63918"/>
                </a:cubicBezTo>
                <a:cubicBezTo>
                  <a:pt x="905115" y="67105"/>
                  <a:pt x="905427" y="72856"/>
                  <a:pt x="905427" y="81171"/>
                </a:cubicBezTo>
                <a:lnTo>
                  <a:pt x="905427" y="106114"/>
                </a:lnTo>
                <a:cubicBezTo>
                  <a:pt x="905427" y="123505"/>
                  <a:pt x="905826" y="134505"/>
                  <a:pt x="906622" y="139112"/>
                </a:cubicBezTo>
                <a:cubicBezTo>
                  <a:pt x="907419" y="143720"/>
                  <a:pt x="908996" y="148137"/>
                  <a:pt x="911351" y="152364"/>
                </a:cubicBezTo>
                <a:lnTo>
                  <a:pt x="891812" y="152364"/>
                </a:lnTo>
                <a:cubicBezTo>
                  <a:pt x="889872" y="148479"/>
                  <a:pt x="888625" y="143936"/>
                  <a:pt x="888071" y="138736"/>
                </a:cubicBezTo>
                <a:moveTo>
                  <a:pt x="886512" y="96864"/>
                </a:moveTo>
                <a:cubicBezTo>
                  <a:pt x="879721" y="99659"/>
                  <a:pt x="869536" y="102035"/>
                  <a:pt x="855956" y="103990"/>
                </a:cubicBezTo>
                <a:cubicBezTo>
                  <a:pt x="848265" y="105103"/>
                  <a:pt x="842826" y="106355"/>
                  <a:pt x="839639" y="107748"/>
                </a:cubicBezTo>
                <a:cubicBezTo>
                  <a:pt x="836451" y="109138"/>
                  <a:pt x="833992" y="111173"/>
                  <a:pt x="832259" y="113854"/>
                </a:cubicBezTo>
                <a:cubicBezTo>
                  <a:pt x="830527" y="116532"/>
                  <a:pt x="829661" y="119506"/>
                  <a:pt x="829661" y="122776"/>
                </a:cubicBezTo>
                <a:cubicBezTo>
                  <a:pt x="829661" y="127784"/>
                  <a:pt x="831549" y="131958"/>
                  <a:pt x="835325" y="135299"/>
                </a:cubicBezTo>
                <a:cubicBezTo>
                  <a:pt x="839102" y="138638"/>
                  <a:pt x="844627" y="140308"/>
                  <a:pt x="851902" y="140308"/>
                </a:cubicBezTo>
                <a:cubicBezTo>
                  <a:pt x="859108" y="140308"/>
                  <a:pt x="865518" y="138724"/>
                  <a:pt x="871130" y="135556"/>
                </a:cubicBezTo>
                <a:cubicBezTo>
                  <a:pt x="876742" y="132388"/>
                  <a:pt x="880865" y="128054"/>
                  <a:pt x="883498" y="122555"/>
                </a:cubicBezTo>
                <a:cubicBezTo>
                  <a:pt x="885507" y="118307"/>
                  <a:pt x="886512" y="112040"/>
                  <a:pt x="886512" y="103756"/>
                </a:cubicBezTo>
                <a:lnTo>
                  <a:pt x="886512" y="96864"/>
                </a:lnTo>
                <a:close/>
                <a:moveTo>
                  <a:pt x="932699" y="152364"/>
                </a:moveTo>
                <a:lnTo>
                  <a:pt x="932699" y="0"/>
                </a:lnTo>
                <a:lnTo>
                  <a:pt x="951407" y="0"/>
                </a:lnTo>
                <a:lnTo>
                  <a:pt x="951407" y="152364"/>
                </a:lnTo>
                <a:lnTo>
                  <a:pt x="932699" y="1523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Errors">
            <a:extLst xmlns:a="http://schemas.openxmlformats.org/drawingml/2006/main">
              <a:ext uri="{FF2B5EF4-FFF2-40B4-BE49-F238E27FC236}">
                <a16:creationId xmlns:a16="http://schemas.microsoft.com/office/drawing/2014/main" id="{997C96A5-C857-40F5-AFE5-FEBE4879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1713" y="2183372"/>
            <a:ext cx="553911" cy="154858"/>
          </a:xfrm>
          <a:custGeom xmlns:a="http://schemas.openxmlformats.org/drawingml/2006/main">
            <a:pathLst>
              <a:path w="553911" h="154858">
                <a:moveTo>
                  <a:pt x="0" y="152364"/>
                </a:moveTo>
                <a:lnTo>
                  <a:pt x="0" y="0"/>
                </a:lnTo>
                <a:lnTo>
                  <a:pt x="110167" y="0"/>
                </a:lnTo>
                <a:lnTo>
                  <a:pt x="110167" y="17980"/>
                </a:lnTo>
                <a:lnTo>
                  <a:pt x="20163" y="17980"/>
                </a:lnTo>
                <a:lnTo>
                  <a:pt x="20163" y="64645"/>
                </a:lnTo>
                <a:lnTo>
                  <a:pt x="104451" y="64645"/>
                </a:lnTo>
                <a:lnTo>
                  <a:pt x="104451" y="82314"/>
                </a:lnTo>
                <a:lnTo>
                  <a:pt x="20163" y="82314"/>
                </a:lnTo>
                <a:lnTo>
                  <a:pt x="20163" y="134383"/>
                </a:lnTo>
                <a:lnTo>
                  <a:pt x="113701" y="134383"/>
                </a:lnTo>
                <a:lnTo>
                  <a:pt x="113701" y="152364"/>
                </a:lnTo>
                <a:lnTo>
                  <a:pt x="0" y="152364"/>
                </a:lnTo>
                <a:close/>
                <a:moveTo>
                  <a:pt x="139598" y="152364"/>
                </a:moveTo>
                <a:lnTo>
                  <a:pt x="139598" y="41988"/>
                </a:lnTo>
                <a:lnTo>
                  <a:pt x="156435" y="41988"/>
                </a:lnTo>
                <a:lnTo>
                  <a:pt x="156435" y="58617"/>
                </a:lnTo>
                <a:cubicBezTo>
                  <a:pt x="160731" y="50831"/>
                  <a:pt x="164698" y="45697"/>
                  <a:pt x="168335" y="43216"/>
                </a:cubicBezTo>
                <a:cubicBezTo>
                  <a:pt x="171973" y="40735"/>
                  <a:pt x="175974" y="39494"/>
                  <a:pt x="180339" y="39494"/>
                </a:cubicBezTo>
                <a:cubicBezTo>
                  <a:pt x="186644" y="39494"/>
                  <a:pt x="193054" y="41495"/>
                  <a:pt x="199567" y="45496"/>
                </a:cubicBezTo>
                <a:lnTo>
                  <a:pt x="193123" y="62775"/>
                </a:lnTo>
                <a:cubicBezTo>
                  <a:pt x="188550" y="60072"/>
                  <a:pt x="183977" y="58721"/>
                  <a:pt x="179404" y="58721"/>
                </a:cubicBezTo>
                <a:cubicBezTo>
                  <a:pt x="175316" y="58721"/>
                  <a:pt x="171644" y="59953"/>
                  <a:pt x="168387" y="62417"/>
                </a:cubicBezTo>
                <a:cubicBezTo>
                  <a:pt x="165131" y="64879"/>
                  <a:pt x="162809" y="68295"/>
                  <a:pt x="161424" y="72664"/>
                </a:cubicBezTo>
                <a:cubicBezTo>
                  <a:pt x="159345" y="79322"/>
                  <a:pt x="158306" y="86605"/>
                  <a:pt x="158306" y="94513"/>
                </a:cubicBezTo>
                <a:lnTo>
                  <a:pt x="158306" y="152364"/>
                </a:lnTo>
                <a:lnTo>
                  <a:pt x="139598" y="152364"/>
                </a:lnTo>
                <a:close/>
                <a:moveTo>
                  <a:pt x="209839" y="152364"/>
                </a:moveTo>
                <a:lnTo>
                  <a:pt x="209839" y="41988"/>
                </a:lnTo>
                <a:lnTo>
                  <a:pt x="226676" y="41988"/>
                </a:lnTo>
                <a:lnTo>
                  <a:pt x="226676" y="58617"/>
                </a:lnTo>
                <a:cubicBezTo>
                  <a:pt x="230972" y="50831"/>
                  <a:pt x="234939" y="45697"/>
                  <a:pt x="238576" y="43216"/>
                </a:cubicBezTo>
                <a:cubicBezTo>
                  <a:pt x="242214" y="40735"/>
                  <a:pt x="246215" y="39494"/>
                  <a:pt x="250580" y="39494"/>
                </a:cubicBezTo>
                <a:cubicBezTo>
                  <a:pt x="256885" y="39494"/>
                  <a:pt x="263295" y="41495"/>
                  <a:pt x="269808" y="45496"/>
                </a:cubicBezTo>
                <a:lnTo>
                  <a:pt x="263364" y="62775"/>
                </a:lnTo>
                <a:cubicBezTo>
                  <a:pt x="258791" y="60072"/>
                  <a:pt x="254218" y="58721"/>
                  <a:pt x="249645" y="58721"/>
                </a:cubicBezTo>
                <a:cubicBezTo>
                  <a:pt x="245557" y="58721"/>
                  <a:pt x="241885" y="59953"/>
                  <a:pt x="238628" y="62417"/>
                </a:cubicBezTo>
                <a:cubicBezTo>
                  <a:pt x="235372" y="64879"/>
                  <a:pt x="233051" y="68295"/>
                  <a:pt x="231665" y="72664"/>
                </a:cubicBezTo>
                <a:cubicBezTo>
                  <a:pt x="229586" y="79322"/>
                  <a:pt x="228547" y="86605"/>
                  <a:pt x="228547" y="94513"/>
                </a:cubicBezTo>
                <a:lnTo>
                  <a:pt x="228547" y="152364"/>
                </a:lnTo>
                <a:lnTo>
                  <a:pt x="209839" y="152364"/>
                </a:lnTo>
                <a:close/>
                <a:moveTo>
                  <a:pt x="273326" y="97176"/>
                </a:moveTo>
                <a:cubicBezTo>
                  <a:pt x="273326" y="76736"/>
                  <a:pt x="279007" y="61597"/>
                  <a:pt x="290370" y="51758"/>
                </a:cubicBezTo>
                <a:cubicBezTo>
                  <a:pt x="299863" y="43582"/>
                  <a:pt x="311434" y="39494"/>
                  <a:pt x="325083" y="39494"/>
                </a:cubicBezTo>
                <a:cubicBezTo>
                  <a:pt x="340257" y="39494"/>
                  <a:pt x="352660" y="44465"/>
                  <a:pt x="362291" y="54408"/>
                </a:cubicBezTo>
                <a:cubicBezTo>
                  <a:pt x="371922" y="64351"/>
                  <a:pt x="376737" y="78087"/>
                  <a:pt x="376737" y="95617"/>
                </a:cubicBezTo>
                <a:cubicBezTo>
                  <a:pt x="376737" y="109821"/>
                  <a:pt x="374607" y="120994"/>
                  <a:pt x="370346" y="129135"/>
                </a:cubicBezTo>
                <a:cubicBezTo>
                  <a:pt x="366084" y="137276"/>
                  <a:pt x="359883" y="143599"/>
                  <a:pt x="351742" y="148102"/>
                </a:cubicBezTo>
                <a:cubicBezTo>
                  <a:pt x="343601" y="152606"/>
                  <a:pt x="334714" y="154858"/>
                  <a:pt x="325083" y="154858"/>
                </a:cubicBezTo>
                <a:cubicBezTo>
                  <a:pt x="309632" y="154858"/>
                  <a:pt x="297143" y="149904"/>
                  <a:pt x="287616" y="139996"/>
                </a:cubicBezTo>
                <a:cubicBezTo>
                  <a:pt x="278089" y="130088"/>
                  <a:pt x="273326" y="115814"/>
                  <a:pt x="273326" y="97176"/>
                </a:cubicBezTo>
                <a:moveTo>
                  <a:pt x="292553" y="97124"/>
                </a:moveTo>
                <a:cubicBezTo>
                  <a:pt x="292553" y="111207"/>
                  <a:pt x="295636" y="121751"/>
                  <a:pt x="301803" y="128758"/>
                </a:cubicBezTo>
                <a:cubicBezTo>
                  <a:pt x="307969" y="135765"/>
                  <a:pt x="315730" y="139268"/>
                  <a:pt x="325083" y="139268"/>
                </a:cubicBezTo>
                <a:cubicBezTo>
                  <a:pt x="334368" y="139268"/>
                  <a:pt x="342094" y="135748"/>
                  <a:pt x="348260" y="128706"/>
                </a:cubicBezTo>
                <a:cubicBezTo>
                  <a:pt x="354427" y="121665"/>
                  <a:pt x="357510" y="110931"/>
                  <a:pt x="357510" y="96504"/>
                </a:cubicBezTo>
                <a:cubicBezTo>
                  <a:pt x="357510" y="82904"/>
                  <a:pt x="354409" y="72600"/>
                  <a:pt x="348208" y="65594"/>
                </a:cubicBezTo>
                <a:cubicBezTo>
                  <a:pt x="342007" y="58587"/>
                  <a:pt x="334299" y="55084"/>
                  <a:pt x="325083" y="55084"/>
                </a:cubicBezTo>
                <a:cubicBezTo>
                  <a:pt x="315730" y="55084"/>
                  <a:pt x="307969" y="58570"/>
                  <a:pt x="301803" y="65542"/>
                </a:cubicBezTo>
                <a:cubicBezTo>
                  <a:pt x="295636" y="72514"/>
                  <a:pt x="292553" y="83041"/>
                  <a:pt x="292553" y="97124"/>
                </a:cubicBezTo>
                <a:close/>
                <a:moveTo>
                  <a:pt x="399277" y="152364"/>
                </a:moveTo>
                <a:lnTo>
                  <a:pt x="399277" y="41988"/>
                </a:lnTo>
                <a:lnTo>
                  <a:pt x="416114" y="41988"/>
                </a:lnTo>
                <a:lnTo>
                  <a:pt x="416114" y="58617"/>
                </a:lnTo>
                <a:cubicBezTo>
                  <a:pt x="420410" y="50831"/>
                  <a:pt x="424377" y="45697"/>
                  <a:pt x="428014" y="43216"/>
                </a:cubicBezTo>
                <a:cubicBezTo>
                  <a:pt x="431652" y="40735"/>
                  <a:pt x="435653" y="39494"/>
                  <a:pt x="440019" y="39494"/>
                </a:cubicBezTo>
                <a:cubicBezTo>
                  <a:pt x="446324" y="39494"/>
                  <a:pt x="452733" y="41495"/>
                  <a:pt x="459246" y="45496"/>
                </a:cubicBezTo>
                <a:lnTo>
                  <a:pt x="452802" y="62775"/>
                </a:lnTo>
                <a:cubicBezTo>
                  <a:pt x="448229" y="60072"/>
                  <a:pt x="443656" y="58721"/>
                  <a:pt x="439083" y="58721"/>
                </a:cubicBezTo>
                <a:cubicBezTo>
                  <a:pt x="434995" y="58721"/>
                  <a:pt x="431323" y="59953"/>
                  <a:pt x="428066" y="62417"/>
                </a:cubicBezTo>
                <a:cubicBezTo>
                  <a:pt x="424810" y="64879"/>
                  <a:pt x="422489" y="68295"/>
                  <a:pt x="421103" y="72664"/>
                </a:cubicBezTo>
                <a:cubicBezTo>
                  <a:pt x="419024" y="79322"/>
                  <a:pt x="417985" y="86605"/>
                  <a:pt x="417985" y="94513"/>
                </a:cubicBezTo>
                <a:lnTo>
                  <a:pt x="417985" y="152364"/>
                </a:lnTo>
                <a:lnTo>
                  <a:pt x="399277" y="152364"/>
                </a:lnTo>
                <a:close/>
                <a:moveTo>
                  <a:pt x="462243" y="119313"/>
                </a:moveTo>
                <a:lnTo>
                  <a:pt x="480743" y="116403"/>
                </a:lnTo>
                <a:cubicBezTo>
                  <a:pt x="481782" y="123785"/>
                  <a:pt x="484675" y="129441"/>
                  <a:pt x="489421" y="133373"/>
                </a:cubicBezTo>
                <a:cubicBezTo>
                  <a:pt x="494168" y="137303"/>
                  <a:pt x="500802" y="139268"/>
                  <a:pt x="509324" y="139268"/>
                </a:cubicBezTo>
                <a:cubicBezTo>
                  <a:pt x="517916" y="139268"/>
                  <a:pt x="524290" y="137533"/>
                  <a:pt x="528448" y="134062"/>
                </a:cubicBezTo>
                <a:cubicBezTo>
                  <a:pt x="532605" y="130589"/>
                  <a:pt x="534684" y="126516"/>
                  <a:pt x="534684" y="121843"/>
                </a:cubicBezTo>
                <a:cubicBezTo>
                  <a:pt x="534684" y="117649"/>
                  <a:pt x="532847" y="114350"/>
                  <a:pt x="529175" y="111944"/>
                </a:cubicBezTo>
                <a:cubicBezTo>
                  <a:pt x="526612" y="110294"/>
                  <a:pt x="520237" y="108197"/>
                  <a:pt x="510052" y="105653"/>
                </a:cubicBezTo>
                <a:cubicBezTo>
                  <a:pt x="496333" y="102186"/>
                  <a:pt x="486823" y="99187"/>
                  <a:pt x="481523" y="96656"/>
                </a:cubicBezTo>
                <a:cubicBezTo>
                  <a:pt x="476222" y="94125"/>
                  <a:pt x="472203" y="90623"/>
                  <a:pt x="469467" y="86149"/>
                </a:cubicBezTo>
                <a:cubicBezTo>
                  <a:pt x="466730" y="81676"/>
                  <a:pt x="465361" y="76735"/>
                  <a:pt x="465361" y="71326"/>
                </a:cubicBezTo>
                <a:cubicBezTo>
                  <a:pt x="465361" y="66402"/>
                  <a:pt x="466487" y="61842"/>
                  <a:pt x="468739" y="57646"/>
                </a:cubicBezTo>
                <a:cubicBezTo>
                  <a:pt x="470991" y="53450"/>
                  <a:pt x="474057" y="49965"/>
                  <a:pt x="477937" y="47191"/>
                </a:cubicBezTo>
                <a:cubicBezTo>
                  <a:pt x="480847" y="45041"/>
                  <a:pt x="484814" y="43221"/>
                  <a:pt x="489837" y="41732"/>
                </a:cubicBezTo>
                <a:cubicBezTo>
                  <a:pt x="494860" y="40240"/>
                  <a:pt x="500248" y="39494"/>
                  <a:pt x="505998" y="39494"/>
                </a:cubicBezTo>
                <a:cubicBezTo>
                  <a:pt x="514659" y="39494"/>
                  <a:pt x="522264" y="40750"/>
                  <a:pt x="528811" y="43261"/>
                </a:cubicBezTo>
                <a:cubicBezTo>
                  <a:pt x="535359" y="45771"/>
                  <a:pt x="540192" y="49172"/>
                  <a:pt x="543310" y="53463"/>
                </a:cubicBezTo>
                <a:cubicBezTo>
                  <a:pt x="546428" y="57752"/>
                  <a:pt x="548576" y="63489"/>
                  <a:pt x="549754" y="70673"/>
                </a:cubicBezTo>
                <a:lnTo>
                  <a:pt x="531462" y="73168"/>
                </a:lnTo>
                <a:cubicBezTo>
                  <a:pt x="530630" y="67486"/>
                  <a:pt x="528222" y="63052"/>
                  <a:pt x="524238" y="59865"/>
                </a:cubicBezTo>
                <a:cubicBezTo>
                  <a:pt x="520254" y="56677"/>
                  <a:pt x="514625" y="55084"/>
                  <a:pt x="507350" y="55084"/>
                </a:cubicBezTo>
                <a:cubicBezTo>
                  <a:pt x="498758" y="55084"/>
                  <a:pt x="492626" y="56498"/>
                  <a:pt x="488954" y="59325"/>
                </a:cubicBezTo>
                <a:cubicBezTo>
                  <a:pt x="485281" y="62151"/>
                  <a:pt x="483445" y="65461"/>
                  <a:pt x="483445" y="69254"/>
                </a:cubicBezTo>
                <a:cubicBezTo>
                  <a:pt x="483445" y="71666"/>
                  <a:pt x="484207" y="73838"/>
                  <a:pt x="485732" y="75769"/>
                </a:cubicBezTo>
                <a:cubicBezTo>
                  <a:pt x="487256" y="77768"/>
                  <a:pt x="489647" y="79422"/>
                  <a:pt x="492903" y="80732"/>
                </a:cubicBezTo>
                <a:cubicBezTo>
                  <a:pt x="494774" y="81423"/>
                  <a:pt x="500282" y="83009"/>
                  <a:pt x="509428" y="85490"/>
                </a:cubicBezTo>
                <a:cubicBezTo>
                  <a:pt x="522662" y="89022"/>
                  <a:pt x="531895" y="91912"/>
                  <a:pt x="537126" y="94162"/>
                </a:cubicBezTo>
                <a:cubicBezTo>
                  <a:pt x="542357" y="96412"/>
                  <a:pt x="546462" y="99683"/>
                  <a:pt x="549442" y="103977"/>
                </a:cubicBezTo>
                <a:cubicBezTo>
                  <a:pt x="552421" y="108268"/>
                  <a:pt x="553911" y="113598"/>
                  <a:pt x="553911" y="119966"/>
                </a:cubicBezTo>
                <a:cubicBezTo>
                  <a:pt x="553911" y="126198"/>
                  <a:pt x="552092" y="132066"/>
                  <a:pt x="548454" y="137570"/>
                </a:cubicBezTo>
                <a:cubicBezTo>
                  <a:pt x="544817" y="143071"/>
                  <a:pt x="539568" y="147328"/>
                  <a:pt x="532709" y="150340"/>
                </a:cubicBezTo>
                <a:cubicBezTo>
                  <a:pt x="525849" y="153352"/>
                  <a:pt x="518089" y="154858"/>
                  <a:pt x="509428" y="154858"/>
                </a:cubicBezTo>
                <a:cubicBezTo>
                  <a:pt x="495086" y="154858"/>
                  <a:pt x="484155" y="151870"/>
                  <a:pt x="476638" y="145894"/>
                </a:cubicBezTo>
                <a:cubicBezTo>
                  <a:pt x="469120" y="139918"/>
                  <a:pt x="464322" y="131058"/>
                  <a:pt x="462243" y="1193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6822D8-3D98-43AC-A295-EF87F3EF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347" y="1318205"/>
            <a:ext cx="1114900" cy="8691"/>
          </a:xfrm>
          <a:custGeom xmlns:a="http://schemas.openxmlformats.org/drawingml/2006/main">
            <a:pathLst>
              <a:path w="1114900" h="8691" fill="none">
                <a:moveTo>
                  <a:pt x="1114900" y="86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910" cap="flat">
            <a:solidFill>
              <a:srgbClr val="FF0000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DBC652-BE6A-4697-A2F8-C4F81BFE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4586" y="1258496"/>
            <a:ext cx="120190" cy="119729"/>
          </a:xfrm>
          <a:custGeom xmlns:a="http://schemas.openxmlformats.org/drawingml/2006/main">
            <a:pathLst>
              <a:path w="120190" h="119729">
                <a:moveTo>
                  <a:pt x="119250" y="119729"/>
                </a:moveTo>
                <a:lnTo>
                  <a:pt x="0" y="58924"/>
                </a:lnTo>
                <a:lnTo>
                  <a:pt x="120190" y="0"/>
                </a:lnTo>
                <a:lnTo>
                  <a:pt x="119250" y="119729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1C97D-A9E1-47BA-B616-4AEC3DBC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3514" y="2126624"/>
            <a:ext cx="1075433" cy="3831"/>
          </a:xfrm>
          <a:custGeom xmlns:a="http://schemas.openxmlformats.org/drawingml/2006/main">
            <a:pathLst>
              <a:path w="1075433" h="3831" fill="none">
                <a:moveTo>
                  <a:pt x="1075433" y="38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910" cap="flat">
            <a:solidFill>
              <a:srgbClr val="FF0000"/>
            </a:solidFill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0BF865-7CC0-4A96-9BD7-02FA9142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3733" y="2066829"/>
            <a:ext cx="119942" cy="119729"/>
          </a:xfrm>
          <a:custGeom xmlns:a="http://schemas.openxmlformats.org/drawingml/2006/main">
            <a:pathLst>
              <a:path w="119942" h="119729">
                <a:moveTo>
                  <a:pt x="119516" y="119729"/>
                </a:moveTo>
                <a:lnTo>
                  <a:pt x="0" y="59439"/>
                </a:lnTo>
                <a:lnTo>
                  <a:pt x="119942" y="0"/>
                </a:lnTo>
                <a:lnTo>
                  <a:pt x="119516" y="119729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51634D-545E-4016-8F55-C0991C8C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6972" y="1092868"/>
            <a:ext cx="1530404" cy="429961"/>
          </a:xfrm>
          <a:custGeom xmlns:a="http://schemas.openxmlformats.org/drawingml/2006/main">
            <a:pathLst>
              <a:path w="1530404" h="429961">
                <a:moveTo>
                  <a:pt x="0" y="71660"/>
                </a:moveTo>
                <a:cubicBezTo>
                  <a:pt x="0" y="32087"/>
                  <a:pt x="32087" y="0"/>
                  <a:pt x="71660" y="0"/>
                </a:cubicBezTo>
                <a:lnTo>
                  <a:pt x="1458744" y="0"/>
                </a:lnTo>
                <a:cubicBezTo>
                  <a:pt x="1498317" y="0"/>
                  <a:pt x="1530404" y="32087"/>
                  <a:pt x="1530404" y="71660"/>
                </a:cubicBezTo>
                <a:lnTo>
                  <a:pt x="1530404" y="358300"/>
                </a:lnTo>
                <a:cubicBezTo>
                  <a:pt x="1530404" y="397873"/>
                  <a:pt x="1498317" y="429961"/>
                  <a:pt x="1458744" y="429961"/>
                </a:cubicBezTo>
                <a:lnTo>
                  <a:pt x="71660" y="429961"/>
                </a:lnTo>
                <a:cubicBezTo>
                  <a:pt x="32087" y="429961"/>
                  <a:pt x="0" y="397873"/>
                  <a:pt x="0" y="358300"/>
                </a:cubicBezTo>
                <a:lnTo>
                  <a:pt x="0" y="71660"/>
                </a:lnTo>
                <a:close/>
              </a:path>
            </a:pathLst>
          </a:custGeom>
          <a:solidFill xmlns:a="http://schemas.openxmlformats.org/drawingml/2006/main">
            <a:srgbClr val="D7EE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Compile">
            <a:extLst xmlns:a="http://schemas.openxmlformats.org/drawingml/2006/main">
              <a:ext uri="{FF2B5EF4-FFF2-40B4-BE49-F238E27FC236}">
                <a16:creationId xmlns:a16="http://schemas.microsoft.com/office/drawing/2014/main" id="{E03F2E89-9165-4FE4-A6CD-E8BD4ADE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1658" y="1238994"/>
            <a:ext cx="763041" cy="197470"/>
          </a:xfrm>
          <a:custGeom xmlns:a="http://schemas.openxmlformats.org/drawingml/2006/main">
            <a:pathLst>
              <a:path w="763041" h="197470">
                <a:moveTo>
                  <a:pt x="114533" y="101437"/>
                </a:moveTo>
                <a:lnTo>
                  <a:pt x="134695" y="106530"/>
                </a:lnTo>
                <a:cubicBezTo>
                  <a:pt x="130469" y="123124"/>
                  <a:pt x="122864" y="135778"/>
                  <a:pt x="111882" y="144491"/>
                </a:cubicBezTo>
                <a:cubicBezTo>
                  <a:pt x="100900" y="153204"/>
                  <a:pt x="87476" y="157560"/>
                  <a:pt x="71609" y="157560"/>
                </a:cubicBezTo>
                <a:cubicBezTo>
                  <a:pt x="55188" y="157560"/>
                  <a:pt x="41832" y="154217"/>
                  <a:pt x="31543" y="147531"/>
                </a:cubicBezTo>
                <a:cubicBezTo>
                  <a:pt x="21254" y="140845"/>
                  <a:pt x="13424" y="131162"/>
                  <a:pt x="8055" y="118482"/>
                </a:cubicBezTo>
                <a:cubicBezTo>
                  <a:pt x="2685" y="105802"/>
                  <a:pt x="0" y="92187"/>
                  <a:pt x="0" y="77637"/>
                </a:cubicBezTo>
                <a:cubicBezTo>
                  <a:pt x="0" y="61770"/>
                  <a:pt x="3031" y="47930"/>
                  <a:pt x="9094" y="36116"/>
                </a:cubicBezTo>
                <a:cubicBezTo>
                  <a:pt x="15157" y="24303"/>
                  <a:pt x="23783" y="15330"/>
                  <a:pt x="34973" y="9198"/>
                </a:cubicBezTo>
                <a:cubicBezTo>
                  <a:pt x="46163" y="3066"/>
                  <a:pt x="58479" y="0"/>
                  <a:pt x="71921" y="0"/>
                </a:cubicBezTo>
                <a:cubicBezTo>
                  <a:pt x="87164" y="0"/>
                  <a:pt x="99982" y="3880"/>
                  <a:pt x="110375" y="11640"/>
                </a:cubicBezTo>
                <a:cubicBezTo>
                  <a:pt x="120768" y="19401"/>
                  <a:pt x="128009" y="30313"/>
                  <a:pt x="132097" y="44379"/>
                </a:cubicBezTo>
                <a:lnTo>
                  <a:pt x="112246" y="49056"/>
                </a:lnTo>
                <a:cubicBezTo>
                  <a:pt x="108712" y="37933"/>
                  <a:pt x="103585" y="29835"/>
                  <a:pt x="96864" y="24762"/>
                </a:cubicBezTo>
                <a:cubicBezTo>
                  <a:pt x="90143" y="19686"/>
                  <a:pt x="81690" y="17149"/>
                  <a:pt x="71505" y="17149"/>
                </a:cubicBezTo>
                <a:cubicBezTo>
                  <a:pt x="59795" y="17149"/>
                  <a:pt x="50008" y="19960"/>
                  <a:pt x="42144" y="25583"/>
                </a:cubicBezTo>
                <a:cubicBezTo>
                  <a:pt x="34280" y="31204"/>
                  <a:pt x="28754" y="38752"/>
                  <a:pt x="25567" y="48227"/>
                </a:cubicBezTo>
                <a:cubicBezTo>
                  <a:pt x="22380" y="57700"/>
                  <a:pt x="20786" y="67468"/>
                  <a:pt x="20786" y="77530"/>
                </a:cubicBezTo>
                <a:cubicBezTo>
                  <a:pt x="20786" y="90508"/>
                  <a:pt x="22674" y="101839"/>
                  <a:pt x="26451" y="111522"/>
                </a:cubicBezTo>
                <a:cubicBezTo>
                  <a:pt x="30227" y="121205"/>
                  <a:pt x="36099" y="128441"/>
                  <a:pt x="44067" y="133230"/>
                </a:cubicBezTo>
                <a:cubicBezTo>
                  <a:pt x="52035" y="138018"/>
                  <a:pt x="60661" y="140411"/>
                  <a:pt x="69946" y="140411"/>
                </a:cubicBezTo>
                <a:cubicBezTo>
                  <a:pt x="81240" y="140411"/>
                  <a:pt x="90802" y="137138"/>
                  <a:pt x="98631" y="130590"/>
                </a:cubicBezTo>
                <a:cubicBezTo>
                  <a:pt x="106461" y="124042"/>
                  <a:pt x="111761" y="114325"/>
                  <a:pt x="114533" y="101437"/>
                </a:cubicBezTo>
                <a:close/>
                <a:moveTo>
                  <a:pt x="149720" y="99878"/>
                </a:moveTo>
                <a:cubicBezTo>
                  <a:pt x="149720" y="79438"/>
                  <a:pt x="155402" y="64299"/>
                  <a:pt x="166765" y="54460"/>
                </a:cubicBezTo>
                <a:cubicBezTo>
                  <a:pt x="176258" y="46284"/>
                  <a:pt x="187829" y="42196"/>
                  <a:pt x="201478" y="42196"/>
                </a:cubicBezTo>
                <a:cubicBezTo>
                  <a:pt x="216652" y="42196"/>
                  <a:pt x="229055" y="47168"/>
                  <a:pt x="238686" y="57110"/>
                </a:cubicBezTo>
                <a:cubicBezTo>
                  <a:pt x="248317" y="67053"/>
                  <a:pt x="253132" y="80789"/>
                  <a:pt x="253132" y="98319"/>
                </a:cubicBezTo>
                <a:cubicBezTo>
                  <a:pt x="253132" y="112523"/>
                  <a:pt x="251002" y="123696"/>
                  <a:pt x="246740" y="131837"/>
                </a:cubicBezTo>
                <a:cubicBezTo>
                  <a:pt x="242479" y="139978"/>
                  <a:pt x="236278" y="146301"/>
                  <a:pt x="228137" y="150805"/>
                </a:cubicBezTo>
                <a:cubicBezTo>
                  <a:pt x="219995" y="155308"/>
                  <a:pt x="211109" y="157560"/>
                  <a:pt x="201478" y="157560"/>
                </a:cubicBezTo>
                <a:cubicBezTo>
                  <a:pt x="186027" y="157560"/>
                  <a:pt x="173538" y="152606"/>
                  <a:pt x="164011" y="142698"/>
                </a:cubicBezTo>
                <a:cubicBezTo>
                  <a:pt x="154484" y="132790"/>
                  <a:pt x="149720" y="118517"/>
                  <a:pt x="149720" y="99878"/>
                </a:cubicBezTo>
                <a:moveTo>
                  <a:pt x="168948" y="99826"/>
                </a:moveTo>
                <a:cubicBezTo>
                  <a:pt x="168948" y="113909"/>
                  <a:pt x="172031" y="124454"/>
                  <a:pt x="178198" y="131460"/>
                </a:cubicBezTo>
                <a:cubicBezTo>
                  <a:pt x="184364" y="138467"/>
                  <a:pt x="192124" y="141970"/>
                  <a:pt x="201478" y="141970"/>
                </a:cubicBezTo>
                <a:cubicBezTo>
                  <a:pt x="210763" y="141970"/>
                  <a:pt x="218488" y="138450"/>
                  <a:pt x="224655" y="131408"/>
                </a:cubicBezTo>
                <a:cubicBezTo>
                  <a:pt x="230822" y="124367"/>
                  <a:pt x="233905" y="113633"/>
                  <a:pt x="233905" y="99206"/>
                </a:cubicBezTo>
                <a:cubicBezTo>
                  <a:pt x="233905" y="85606"/>
                  <a:pt x="230804" y="75303"/>
                  <a:pt x="224603" y="68296"/>
                </a:cubicBezTo>
                <a:cubicBezTo>
                  <a:pt x="218402" y="61289"/>
                  <a:pt x="210694" y="57786"/>
                  <a:pt x="201478" y="57786"/>
                </a:cubicBezTo>
                <a:cubicBezTo>
                  <a:pt x="192124" y="57786"/>
                  <a:pt x="184364" y="61272"/>
                  <a:pt x="178198" y="68244"/>
                </a:cubicBezTo>
                <a:cubicBezTo>
                  <a:pt x="172031" y="75216"/>
                  <a:pt x="168948" y="85743"/>
                  <a:pt x="168948" y="99826"/>
                </a:cubicBezTo>
                <a:close/>
                <a:moveTo>
                  <a:pt x="275881" y="155066"/>
                </a:moveTo>
                <a:lnTo>
                  <a:pt x="275881" y="44691"/>
                </a:lnTo>
                <a:lnTo>
                  <a:pt x="292614" y="44691"/>
                </a:lnTo>
                <a:lnTo>
                  <a:pt x="292614" y="60072"/>
                </a:lnTo>
                <a:cubicBezTo>
                  <a:pt x="296079" y="54698"/>
                  <a:pt x="300686" y="50375"/>
                  <a:pt x="306437" y="47104"/>
                </a:cubicBezTo>
                <a:cubicBezTo>
                  <a:pt x="312188" y="43832"/>
                  <a:pt x="318736" y="42196"/>
                  <a:pt x="326080" y="42196"/>
                </a:cubicBezTo>
                <a:cubicBezTo>
                  <a:pt x="334256" y="42196"/>
                  <a:pt x="340960" y="43885"/>
                  <a:pt x="346191" y="47263"/>
                </a:cubicBezTo>
                <a:cubicBezTo>
                  <a:pt x="351422" y="50638"/>
                  <a:pt x="355112" y="55359"/>
                  <a:pt x="357260" y="61424"/>
                </a:cubicBezTo>
                <a:cubicBezTo>
                  <a:pt x="365990" y="48605"/>
                  <a:pt x="377353" y="42196"/>
                  <a:pt x="391349" y="42196"/>
                </a:cubicBezTo>
                <a:cubicBezTo>
                  <a:pt x="402297" y="42196"/>
                  <a:pt x="410715" y="45228"/>
                  <a:pt x="416604" y="51290"/>
                </a:cubicBezTo>
                <a:cubicBezTo>
                  <a:pt x="422494" y="57353"/>
                  <a:pt x="425439" y="66689"/>
                  <a:pt x="425439" y="79300"/>
                </a:cubicBezTo>
                <a:lnTo>
                  <a:pt x="425439" y="155066"/>
                </a:lnTo>
                <a:lnTo>
                  <a:pt x="406835" y="155066"/>
                </a:lnTo>
                <a:lnTo>
                  <a:pt x="406835" y="85461"/>
                </a:lnTo>
                <a:cubicBezTo>
                  <a:pt x="406835" y="77969"/>
                  <a:pt x="406229" y="72577"/>
                  <a:pt x="405016" y="69283"/>
                </a:cubicBezTo>
                <a:cubicBezTo>
                  <a:pt x="403804" y="65988"/>
                  <a:pt x="401604" y="63334"/>
                  <a:pt x="398416" y="61323"/>
                </a:cubicBezTo>
                <a:cubicBezTo>
                  <a:pt x="395229" y="59311"/>
                  <a:pt x="391488" y="58306"/>
                  <a:pt x="387192" y="58306"/>
                </a:cubicBezTo>
                <a:cubicBezTo>
                  <a:pt x="379432" y="58306"/>
                  <a:pt x="372988" y="60890"/>
                  <a:pt x="367861" y="66058"/>
                </a:cubicBezTo>
                <a:cubicBezTo>
                  <a:pt x="362733" y="71224"/>
                  <a:pt x="360170" y="79496"/>
                  <a:pt x="360170" y="90872"/>
                </a:cubicBezTo>
                <a:lnTo>
                  <a:pt x="360170" y="155066"/>
                </a:lnTo>
                <a:lnTo>
                  <a:pt x="341462" y="155066"/>
                </a:lnTo>
                <a:lnTo>
                  <a:pt x="341462" y="83275"/>
                </a:lnTo>
                <a:cubicBezTo>
                  <a:pt x="341462" y="74952"/>
                  <a:pt x="339938" y="68710"/>
                  <a:pt x="336889" y="64548"/>
                </a:cubicBezTo>
                <a:cubicBezTo>
                  <a:pt x="333840" y="60386"/>
                  <a:pt x="328852" y="58306"/>
                  <a:pt x="321923" y="58306"/>
                </a:cubicBezTo>
                <a:cubicBezTo>
                  <a:pt x="316657" y="58306"/>
                  <a:pt x="311790" y="59693"/>
                  <a:pt x="307321" y="62469"/>
                </a:cubicBezTo>
                <a:cubicBezTo>
                  <a:pt x="302851" y="65243"/>
                  <a:pt x="299612" y="69301"/>
                  <a:pt x="297603" y="74642"/>
                </a:cubicBezTo>
                <a:cubicBezTo>
                  <a:pt x="295594" y="79982"/>
                  <a:pt x="294589" y="87680"/>
                  <a:pt x="294589" y="97738"/>
                </a:cubicBezTo>
                <a:lnTo>
                  <a:pt x="294589" y="155066"/>
                </a:lnTo>
                <a:lnTo>
                  <a:pt x="275881" y="155066"/>
                </a:lnTo>
                <a:close/>
                <a:moveTo>
                  <a:pt x="454676" y="197470"/>
                </a:moveTo>
                <a:lnTo>
                  <a:pt x="454676" y="44691"/>
                </a:lnTo>
                <a:lnTo>
                  <a:pt x="471720" y="44691"/>
                </a:lnTo>
                <a:lnTo>
                  <a:pt x="471720" y="58929"/>
                </a:lnTo>
                <a:cubicBezTo>
                  <a:pt x="475739" y="53352"/>
                  <a:pt x="480277" y="49168"/>
                  <a:pt x="485335" y="46379"/>
                </a:cubicBezTo>
                <a:cubicBezTo>
                  <a:pt x="490393" y="43591"/>
                  <a:pt x="496525" y="42196"/>
                  <a:pt x="503731" y="42196"/>
                </a:cubicBezTo>
                <a:cubicBezTo>
                  <a:pt x="513154" y="42196"/>
                  <a:pt x="521469" y="44621"/>
                  <a:pt x="528675" y="49471"/>
                </a:cubicBezTo>
                <a:cubicBezTo>
                  <a:pt x="535881" y="54322"/>
                  <a:pt x="541320" y="61164"/>
                  <a:pt x="544992" y="69998"/>
                </a:cubicBezTo>
                <a:cubicBezTo>
                  <a:pt x="548664" y="78832"/>
                  <a:pt x="550500" y="88515"/>
                  <a:pt x="550500" y="99047"/>
                </a:cubicBezTo>
                <a:cubicBezTo>
                  <a:pt x="550500" y="110341"/>
                  <a:pt x="548474" y="120509"/>
                  <a:pt x="544420" y="129551"/>
                </a:cubicBezTo>
                <a:cubicBezTo>
                  <a:pt x="540367" y="138593"/>
                  <a:pt x="534478" y="145521"/>
                  <a:pt x="526752" y="150337"/>
                </a:cubicBezTo>
                <a:cubicBezTo>
                  <a:pt x="519027" y="155152"/>
                  <a:pt x="510903" y="157560"/>
                  <a:pt x="502380" y="157560"/>
                </a:cubicBezTo>
                <a:cubicBezTo>
                  <a:pt x="496144" y="157560"/>
                  <a:pt x="490549" y="156226"/>
                  <a:pt x="485595" y="153559"/>
                </a:cubicBezTo>
                <a:cubicBezTo>
                  <a:pt x="480641" y="150889"/>
                  <a:pt x="476570" y="147518"/>
                  <a:pt x="473383" y="143445"/>
                </a:cubicBezTo>
                <a:lnTo>
                  <a:pt x="473383" y="197470"/>
                </a:lnTo>
                <a:lnTo>
                  <a:pt x="454676" y="197470"/>
                </a:lnTo>
                <a:moveTo>
                  <a:pt x="471616" y="100346"/>
                </a:moveTo>
                <a:cubicBezTo>
                  <a:pt x="471616" y="114533"/>
                  <a:pt x="474492" y="125017"/>
                  <a:pt x="480243" y="131798"/>
                </a:cubicBezTo>
                <a:cubicBezTo>
                  <a:pt x="485994" y="138580"/>
                  <a:pt x="492957" y="141970"/>
                  <a:pt x="501133" y="141970"/>
                </a:cubicBezTo>
                <a:cubicBezTo>
                  <a:pt x="509447" y="141970"/>
                  <a:pt x="516567" y="138458"/>
                  <a:pt x="522491" y="131434"/>
                </a:cubicBezTo>
                <a:cubicBezTo>
                  <a:pt x="528415" y="124410"/>
                  <a:pt x="531377" y="113528"/>
                  <a:pt x="531377" y="98787"/>
                </a:cubicBezTo>
                <a:cubicBezTo>
                  <a:pt x="531377" y="84739"/>
                  <a:pt x="528484" y="74220"/>
                  <a:pt x="522699" y="67231"/>
                </a:cubicBezTo>
                <a:cubicBezTo>
                  <a:pt x="516913" y="60241"/>
                  <a:pt x="510002" y="56747"/>
                  <a:pt x="501964" y="56747"/>
                </a:cubicBezTo>
                <a:cubicBezTo>
                  <a:pt x="493996" y="56747"/>
                  <a:pt x="486946" y="60466"/>
                  <a:pt x="480814" y="67906"/>
                </a:cubicBezTo>
                <a:cubicBezTo>
                  <a:pt x="474682" y="75346"/>
                  <a:pt x="471616" y="86159"/>
                  <a:pt x="471616" y="100346"/>
                </a:cubicBezTo>
                <a:close/>
                <a:moveTo>
                  <a:pt x="573977" y="24320"/>
                </a:moveTo>
                <a:lnTo>
                  <a:pt x="573977" y="2702"/>
                </a:lnTo>
                <a:lnTo>
                  <a:pt x="592685" y="2702"/>
                </a:lnTo>
                <a:lnTo>
                  <a:pt x="592685" y="24320"/>
                </a:lnTo>
                <a:lnTo>
                  <a:pt x="573977" y="24320"/>
                </a:lnTo>
                <a:moveTo>
                  <a:pt x="573977" y="155066"/>
                </a:moveTo>
                <a:lnTo>
                  <a:pt x="573977" y="44691"/>
                </a:lnTo>
                <a:lnTo>
                  <a:pt x="592685" y="44691"/>
                </a:lnTo>
                <a:lnTo>
                  <a:pt x="592685" y="155066"/>
                </a:lnTo>
                <a:lnTo>
                  <a:pt x="573977" y="155066"/>
                </a:lnTo>
                <a:close/>
                <a:moveTo>
                  <a:pt x="620286" y="155066"/>
                </a:moveTo>
                <a:lnTo>
                  <a:pt x="620286" y="2702"/>
                </a:lnTo>
                <a:lnTo>
                  <a:pt x="638993" y="2702"/>
                </a:lnTo>
                <a:lnTo>
                  <a:pt x="638993" y="155066"/>
                </a:lnTo>
                <a:lnTo>
                  <a:pt x="620286" y="155066"/>
                </a:lnTo>
                <a:close/>
                <a:moveTo>
                  <a:pt x="743086" y="119521"/>
                </a:moveTo>
                <a:lnTo>
                  <a:pt x="762418" y="121912"/>
                </a:lnTo>
                <a:cubicBezTo>
                  <a:pt x="759369" y="133206"/>
                  <a:pt x="753722" y="141970"/>
                  <a:pt x="745477" y="148206"/>
                </a:cubicBezTo>
                <a:cubicBezTo>
                  <a:pt x="737232" y="154442"/>
                  <a:pt x="726700" y="157560"/>
                  <a:pt x="713882" y="157560"/>
                </a:cubicBezTo>
                <a:cubicBezTo>
                  <a:pt x="697738" y="157560"/>
                  <a:pt x="684937" y="152589"/>
                  <a:pt x="675479" y="142646"/>
                </a:cubicBezTo>
                <a:cubicBezTo>
                  <a:pt x="666021" y="132703"/>
                  <a:pt x="661292" y="118759"/>
                  <a:pt x="661292" y="100814"/>
                </a:cubicBezTo>
                <a:cubicBezTo>
                  <a:pt x="661292" y="82244"/>
                  <a:pt x="666073" y="67833"/>
                  <a:pt x="675635" y="57578"/>
                </a:cubicBezTo>
                <a:cubicBezTo>
                  <a:pt x="685197" y="47323"/>
                  <a:pt x="697599" y="42196"/>
                  <a:pt x="712842" y="42196"/>
                </a:cubicBezTo>
                <a:cubicBezTo>
                  <a:pt x="727601" y="42196"/>
                  <a:pt x="739657" y="47212"/>
                  <a:pt x="749010" y="57244"/>
                </a:cubicBezTo>
                <a:cubicBezTo>
                  <a:pt x="758364" y="67273"/>
                  <a:pt x="763041" y="81384"/>
                  <a:pt x="763041" y="99576"/>
                </a:cubicBezTo>
                <a:cubicBezTo>
                  <a:pt x="763041" y="100683"/>
                  <a:pt x="763007" y="102342"/>
                  <a:pt x="762937" y="104555"/>
                </a:cubicBezTo>
                <a:lnTo>
                  <a:pt x="680624" y="104555"/>
                </a:lnTo>
                <a:cubicBezTo>
                  <a:pt x="681316" y="116646"/>
                  <a:pt x="684746" y="125904"/>
                  <a:pt x="690913" y="132331"/>
                </a:cubicBezTo>
                <a:cubicBezTo>
                  <a:pt x="697079" y="138757"/>
                  <a:pt x="704770" y="141970"/>
                  <a:pt x="713986" y="141970"/>
                </a:cubicBezTo>
                <a:cubicBezTo>
                  <a:pt x="720845" y="141970"/>
                  <a:pt x="726700" y="140186"/>
                  <a:pt x="731550" y="136618"/>
                </a:cubicBezTo>
                <a:cubicBezTo>
                  <a:pt x="736400" y="133047"/>
                  <a:pt x="740246" y="127349"/>
                  <a:pt x="743086" y="119521"/>
                </a:cubicBezTo>
                <a:moveTo>
                  <a:pt x="681663" y="88965"/>
                </a:moveTo>
                <a:lnTo>
                  <a:pt x="743294" y="88965"/>
                </a:lnTo>
                <a:cubicBezTo>
                  <a:pt x="742463" y="79832"/>
                  <a:pt x="740107" y="72983"/>
                  <a:pt x="736227" y="68416"/>
                </a:cubicBezTo>
                <a:cubicBezTo>
                  <a:pt x="730268" y="61329"/>
                  <a:pt x="722543" y="57786"/>
                  <a:pt x="713050" y="57786"/>
                </a:cubicBezTo>
                <a:cubicBezTo>
                  <a:pt x="704459" y="57786"/>
                  <a:pt x="697235" y="60615"/>
                  <a:pt x="691380" y="66273"/>
                </a:cubicBezTo>
                <a:cubicBezTo>
                  <a:pt x="685526" y="71928"/>
                  <a:pt x="682286" y="79492"/>
                  <a:pt x="681663" y="889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ca727573b488c"/>
          <a:stretch xmlns:a="http://schemas.openxmlformats.org/drawingml/2006/main"/>
        </p:blipFill>
        <p:spPr>
          <a:xfrm xmlns:a="http://schemas.openxmlformats.org/drawingml/2006/main">
            <a:off x="8953431" y="350611"/>
            <a:ext cx="1219639" cy="684188"/>
          </a:xfrm>
          <a:prstGeom xmlns:a="http://schemas.openxmlformats.org/drawingml/2006/main" prst="rect">
            <a:avLst/>
          </a:prstGeom>
        </p:spPr>
      </p:pic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4f2b3f3a447bd"/>
          <a:stretch xmlns:a="http://schemas.openxmlformats.org/drawingml/2006/main"/>
        </p:blipFill>
        <p:spPr>
          <a:xfrm xmlns:a="http://schemas.openxmlformats.org/drawingml/2006/main">
            <a:off x="9160687" y="1444071"/>
            <a:ext cx="800854" cy="915262"/>
          </a:xfrm>
          <a:prstGeom xmlns:a="http://schemas.openxmlformats.org/drawingml/2006/main" prst="rect">
            <a:avLst/>
          </a:prstGeom>
        </p:spPr>
      </p:pic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9ef8a01e944f5"/>
          <a:stretch xmlns:a="http://schemas.openxmlformats.org/drawingml/2006/main"/>
        </p:blipFill>
        <p:spPr>
          <a:xfrm xmlns:a="http://schemas.openxmlformats.org/drawingml/2006/main">
            <a:off x="9202467" y="2601985"/>
            <a:ext cx="751367" cy="7513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35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2026-09-05T18:15:42.1220000Z</dcterms:created>
  <dcterms:modified xsi:type="dcterms:W3CDTF">2026-09-05T18:15:42.1230000Z</dcterms:modified>
</coreProperties>
</file>